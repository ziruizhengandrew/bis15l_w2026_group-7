
<file path=[Content_Types].xml><?xml version="1.0" encoding="utf-8"?>
<Types xmlns="http://schemas.openxmlformats.org/package/2006/content-types">
  <Default Extension="fntdata" ContentType="application/x-fontdata"/>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2" r:id="rId4"/>
    <p:sldMasterId id="2147483673" r:id="rId5"/>
  </p:sldMasterIdLst>
  <p:notesMasterIdLst>
    <p:notesMasterId r:id="rId38"/>
  </p:notesMasterIdLst>
  <p:sldIdLst>
    <p:sldId id="256" r:id="rId6"/>
    <p:sldId id="263" r:id="rId7"/>
    <p:sldId id="261" r:id="rId8"/>
    <p:sldId id="259" r:id="rId9"/>
    <p:sldId id="297" r:id="rId10"/>
    <p:sldId id="298" r:id="rId11"/>
    <p:sldId id="268" r:id="rId12"/>
    <p:sldId id="260" r:id="rId13"/>
    <p:sldId id="299" r:id="rId14"/>
    <p:sldId id="300" r:id="rId15"/>
    <p:sldId id="275" r:id="rId16"/>
    <p:sldId id="276" r:id="rId17"/>
    <p:sldId id="277" r:id="rId18"/>
    <p:sldId id="278" r:id="rId19"/>
    <p:sldId id="279" r:id="rId20"/>
    <p:sldId id="280" r:id="rId21"/>
    <p:sldId id="281" r:id="rId22"/>
    <p:sldId id="282" r:id="rId23"/>
    <p:sldId id="283" r:id="rId24"/>
    <p:sldId id="284" r:id="rId25"/>
    <p:sldId id="285" r:id="rId26"/>
    <p:sldId id="286" r:id="rId27"/>
    <p:sldId id="287" r:id="rId28"/>
    <p:sldId id="288" r:id="rId29"/>
    <p:sldId id="289" r:id="rId30"/>
    <p:sldId id="290" r:id="rId31"/>
    <p:sldId id="291" r:id="rId32"/>
    <p:sldId id="292" r:id="rId33"/>
    <p:sldId id="293" r:id="rId34"/>
    <p:sldId id="294" r:id="rId35"/>
    <p:sldId id="295" r:id="rId36"/>
    <p:sldId id="296" r:id="rId37"/>
  </p:sldIdLst>
  <p:sldSz cx="9144000" cy="5143500" type="screen16x9"/>
  <p:notesSz cx="6858000" cy="9144000"/>
  <p:embeddedFontLst>
    <p:embeddedFont>
      <p:font typeface="Aclonica" panose="02060503000000020004" pitchFamily="18" charset="0"/>
      <p:regular r:id="rId39"/>
    </p:embeddedFont>
    <p:embeddedFont>
      <p:font typeface="Amatic SC" pitchFamily="2" charset="-79"/>
      <p:regular r:id="rId40"/>
      <p:bold r:id="rId41"/>
    </p:embeddedFont>
    <p:embeddedFont>
      <p:font typeface="Bebas Neue" panose="020B0606020202050201" pitchFamily="34" charset="77"/>
      <p:regular r:id="rId42"/>
    </p:embeddedFont>
    <p:embeddedFont>
      <p:font typeface="Darker Grotesque" pitchFamily="2" charset="0"/>
      <p:regular r:id="rId43"/>
      <p:bold r:id="rId44"/>
    </p:embeddedFont>
    <p:embeddedFont>
      <p:font typeface="Darker Grotesque Medium" pitchFamily="2" charset="0"/>
      <p:regular r:id="rId45"/>
      <p:bold r:id="rId46"/>
    </p:embeddedFont>
    <p:embeddedFont>
      <p:font typeface="Darker Grotesque SemiBold" pitchFamily="2" charset="0"/>
      <p:regular r:id="rId47"/>
      <p:bold r:id="rId48"/>
    </p:embeddedFont>
    <p:embeddedFont>
      <p:font typeface="Proxima Nova" panose="02000506030000020004" pitchFamily="2" charset="0"/>
      <p:regular r:id="rId49"/>
      <p:bold r:id="rId50"/>
      <p:italic r:id="rId51"/>
      <p:boldItalic r:id="rId52"/>
    </p:embeddedFont>
    <p:embeddedFont>
      <p:font typeface="Roboto Medium" panose="02000000000000000000" pitchFamily="2" charset="0"/>
      <p:regular r:id="rId53"/>
      <p:bold r:id="rId54"/>
      <p:italic r:id="rId55"/>
      <p:boldItalic r:id="rId56"/>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C45671E9-3E22-431C-94F4-C79F7631B32A}">
  <a:tblStyle styleId="{C45671E9-3E22-431C-94F4-C79F7631B32A}"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6987" autoAdjust="0"/>
    <p:restoredTop sz="96301"/>
  </p:normalViewPr>
  <p:slideViewPr>
    <p:cSldViewPr snapToGrid="0">
      <p:cViewPr varScale="1">
        <p:scale>
          <a:sx n="163" d="100"/>
          <a:sy n="163" d="100"/>
        </p:scale>
        <p:origin x="320" y="184"/>
      </p:cViewPr>
      <p:guideLst>
        <p:guide orient="horz" pos="1620"/>
        <p:guide pos="2880"/>
      </p:guideLst>
    </p:cSldViewPr>
  </p:slideViewPr>
  <p:outlineViewPr>
    <p:cViewPr>
      <p:scale>
        <a:sx n="33" d="100"/>
        <a:sy n="33" d="100"/>
      </p:scale>
      <p:origin x="0" y="0"/>
    </p:cViewPr>
  </p:outlineViewPr>
  <p:notesTextViewPr>
    <p:cViewPr>
      <p:scale>
        <a:sx n="1" d="1"/>
        <a:sy n="1" d="1"/>
      </p:scale>
      <p:origin x="0" y="0"/>
    </p:cViewPr>
  </p:notesTextViewPr>
  <p:sorterViewPr>
    <p:cViewPr>
      <p:scale>
        <a:sx n="80" d="100"/>
        <a:sy n="80" d="100"/>
      </p:scale>
      <p:origin x="0" y="0"/>
    </p:cViewPr>
  </p:sorterViewPr>
  <p:notesViewPr>
    <p:cSldViewPr snapToGrid="0">
      <p:cViewPr varScale="1">
        <p:scale>
          <a:sx n="96" d="100"/>
          <a:sy n="96" d="100"/>
        </p:scale>
        <p:origin x="3976" y="176"/>
      </p:cViewPr>
      <p:guideLst/>
    </p:cSldViewPr>
  </p:notes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8.xml"/><Relationship Id="rId18" Type="http://schemas.openxmlformats.org/officeDocument/2006/relationships/slide" Target="slides/slide13.xml"/><Relationship Id="rId26" Type="http://schemas.openxmlformats.org/officeDocument/2006/relationships/slide" Target="slides/slide21.xml"/><Relationship Id="rId39" Type="http://schemas.openxmlformats.org/officeDocument/2006/relationships/font" Target="fonts/font1.fntdata"/><Relationship Id="rId21" Type="http://schemas.openxmlformats.org/officeDocument/2006/relationships/slide" Target="slides/slide16.xml"/><Relationship Id="rId34" Type="http://schemas.openxmlformats.org/officeDocument/2006/relationships/slide" Target="slides/slide29.xml"/><Relationship Id="rId42" Type="http://schemas.openxmlformats.org/officeDocument/2006/relationships/font" Target="fonts/font4.fntdata"/><Relationship Id="rId47" Type="http://schemas.openxmlformats.org/officeDocument/2006/relationships/font" Target="fonts/font9.fntdata"/><Relationship Id="rId50" Type="http://schemas.openxmlformats.org/officeDocument/2006/relationships/font" Target="fonts/font12.fntdata"/><Relationship Id="rId55" Type="http://schemas.openxmlformats.org/officeDocument/2006/relationships/font" Target="fonts/font17.fntdata"/><Relationship Id="rId7" Type="http://schemas.openxmlformats.org/officeDocument/2006/relationships/slide" Target="slides/slide2.xml"/><Relationship Id="rId2" Type="http://schemas.openxmlformats.org/officeDocument/2006/relationships/customXml" Target="../customXml/item2.xml"/><Relationship Id="rId16" Type="http://schemas.openxmlformats.org/officeDocument/2006/relationships/slide" Target="slides/slide11.xml"/><Relationship Id="rId29" Type="http://schemas.openxmlformats.org/officeDocument/2006/relationships/slide" Target="slides/slide24.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font" Target="fonts/font2.fntdata"/><Relationship Id="rId45" Type="http://schemas.openxmlformats.org/officeDocument/2006/relationships/font" Target="fonts/font7.fntdata"/><Relationship Id="rId53" Type="http://schemas.openxmlformats.org/officeDocument/2006/relationships/font" Target="fonts/font15.fntdata"/><Relationship Id="rId58" Type="http://schemas.openxmlformats.org/officeDocument/2006/relationships/viewProps" Target="viewProps.xml"/><Relationship Id="rId5" Type="http://schemas.openxmlformats.org/officeDocument/2006/relationships/slideMaster" Target="slideMasters/slideMaster2.xml"/><Relationship Id="rId19" Type="http://schemas.openxmlformats.org/officeDocument/2006/relationships/slide" Target="slides/slide14.xml"/><Relationship Id="rId4" Type="http://schemas.openxmlformats.org/officeDocument/2006/relationships/slideMaster" Target="slideMasters/slideMaster1.xml"/><Relationship Id="rId9" Type="http://schemas.openxmlformats.org/officeDocument/2006/relationships/slide" Target="slides/slide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font" Target="fonts/font5.fntdata"/><Relationship Id="rId48" Type="http://schemas.openxmlformats.org/officeDocument/2006/relationships/font" Target="fonts/font10.fntdata"/><Relationship Id="rId56" Type="http://schemas.openxmlformats.org/officeDocument/2006/relationships/font" Target="fonts/font18.fntdata"/><Relationship Id="rId8" Type="http://schemas.openxmlformats.org/officeDocument/2006/relationships/slide" Target="slides/slide3.xml"/><Relationship Id="rId51" Type="http://schemas.openxmlformats.org/officeDocument/2006/relationships/font" Target="fonts/font13.fntdata"/><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notesMaster" Target="notesMasters/notesMaster1.xml"/><Relationship Id="rId46" Type="http://schemas.openxmlformats.org/officeDocument/2006/relationships/font" Target="fonts/font8.fntdata"/><Relationship Id="rId59" Type="http://schemas.openxmlformats.org/officeDocument/2006/relationships/theme" Target="theme/theme1.xml"/><Relationship Id="rId20" Type="http://schemas.openxmlformats.org/officeDocument/2006/relationships/slide" Target="slides/slide15.xml"/><Relationship Id="rId41" Type="http://schemas.openxmlformats.org/officeDocument/2006/relationships/font" Target="fonts/font3.fntdata"/><Relationship Id="rId54" Type="http://schemas.openxmlformats.org/officeDocument/2006/relationships/font" Target="fonts/font16.fntdata"/><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font" Target="fonts/font11.fntdata"/><Relationship Id="rId57" Type="http://schemas.openxmlformats.org/officeDocument/2006/relationships/presProps" Target="presProps.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font" Target="fonts/font6.fntdata"/><Relationship Id="rId52" Type="http://schemas.openxmlformats.org/officeDocument/2006/relationships/font" Target="fonts/font14.fntdata"/><Relationship Id="rId60"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63"/>
        <p:cNvGrpSpPr/>
        <p:nvPr/>
      </p:nvGrpSpPr>
      <p:grpSpPr>
        <a:xfrm>
          <a:off x="0" y="0"/>
          <a:ext cx="0" cy="0"/>
          <a:chOff x="0" y="0"/>
          <a:chExt cx="0" cy="0"/>
        </a:xfrm>
      </p:grpSpPr>
      <p:sp>
        <p:nvSpPr>
          <p:cNvPr id="1364" name="Google Shape;1364;ged3401ed36_1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65" name="Google Shape;1365;ged3401ed36_1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8"/>
        <p:cNvGrpSpPr/>
        <p:nvPr/>
      </p:nvGrpSpPr>
      <p:grpSpPr>
        <a:xfrm>
          <a:off x="0" y="0"/>
          <a:ext cx="0" cy="0"/>
          <a:chOff x="0" y="0"/>
          <a:chExt cx="0" cy="0"/>
        </a:xfrm>
      </p:grpSpPr>
      <p:sp>
        <p:nvSpPr>
          <p:cNvPr id="1499" name="Google Shape;1499;ge1d838b627_4_10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00" name="Google Shape;1500;ge1d838b627_4_1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9"/>
        <p:cNvGrpSpPr/>
        <p:nvPr/>
      </p:nvGrpSpPr>
      <p:grpSpPr>
        <a:xfrm>
          <a:off x="0" y="0"/>
          <a:ext cx="0" cy="0"/>
          <a:chOff x="0" y="0"/>
          <a:chExt cx="0" cy="0"/>
        </a:xfrm>
      </p:grpSpPr>
      <p:sp>
        <p:nvSpPr>
          <p:cNvPr id="1450" name="Google Shape;1450;ge1d838b627_4_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1" name="Google Shape;1451;ge1d838b627_4_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5"/>
        <p:cNvGrpSpPr/>
        <p:nvPr/>
      </p:nvGrpSpPr>
      <p:grpSpPr>
        <a:xfrm>
          <a:off x="0" y="0"/>
          <a:ext cx="0" cy="0"/>
          <a:chOff x="0" y="0"/>
          <a:chExt cx="0" cy="0"/>
        </a:xfrm>
      </p:grpSpPr>
      <p:sp>
        <p:nvSpPr>
          <p:cNvPr id="1416" name="Google Shape;1416;ge207fd22f2_0_250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7" name="Google Shape;1417;ge207fd22f2_0_250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br>
              <a:rPr lang="en-US" dirty="0"/>
            </a:br>
            <a:r>
              <a:rPr lang="en-US" dirty="0"/>
              <a:t>Hi everyone! Our project looks at little brown bats using acoustic data, which means recordings from bat detectors that pick up bat calls at night. In our dataset, Myotis detections are basically a count of how many bat call events were recorded, so higher detections usually mean more bat activity.</a:t>
            </a:r>
          </a:p>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lang="en-US" dirty="0"/>
          </a:p>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n-US" dirty="0"/>
              <a:t>We made two graphs. Graph 1 shows total bat activity by month, which helps answer: “When is activity highest across the season?” Graph 2 compares total activity across **habitat types, which helps answer: “Which habitats have the most activity?”</a:t>
            </a:r>
            <a:br>
              <a:rPr lang="en-US" dirty="0"/>
            </a:br>
            <a:endParaRPr lang="en-US" dirty="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5">
          <a:extLst>
            <a:ext uri="{FF2B5EF4-FFF2-40B4-BE49-F238E27FC236}">
              <a16:creationId xmlns:a16="http://schemas.microsoft.com/office/drawing/2014/main" id="{1B9F3757-2F05-E206-1066-B9DE3A97B163}"/>
            </a:ext>
          </a:extLst>
        </p:cNvPr>
        <p:cNvGrpSpPr/>
        <p:nvPr/>
      </p:nvGrpSpPr>
      <p:grpSpPr>
        <a:xfrm>
          <a:off x="0" y="0"/>
          <a:ext cx="0" cy="0"/>
          <a:chOff x="0" y="0"/>
          <a:chExt cx="0" cy="0"/>
        </a:xfrm>
      </p:grpSpPr>
      <p:sp>
        <p:nvSpPr>
          <p:cNvPr id="1416" name="Google Shape;1416;ge207fd22f2_0_25013:notes">
            <a:extLst>
              <a:ext uri="{FF2B5EF4-FFF2-40B4-BE49-F238E27FC236}">
                <a16:creationId xmlns:a16="http://schemas.microsoft.com/office/drawing/2014/main" id="{193CF921-898E-4378-F9AC-A1C4CAD7BF71}"/>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7" name="Google Shape;1417;ge207fd22f2_0_25013:notes">
            <a:extLst>
              <a:ext uri="{FF2B5EF4-FFF2-40B4-BE49-F238E27FC236}">
                <a16:creationId xmlns:a16="http://schemas.microsoft.com/office/drawing/2014/main" id="{50C47040-8982-00ED-5115-7323A5D4A9E8}"/>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8049708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5">
          <a:extLst>
            <a:ext uri="{FF2B5EF4-FFF2-40B4-BE49-F238E27FC236}">
              <a16:creationId xmlns:a16="http://schemas.microsoft.com/office/drawing/2014/main" id="{E9208A50-3076-8A3F-5D05-124702FBCC17}"/>
            </a:ext>
          </a:extLst>
        </p:cNvPr>
        <p:cNvGrpSpPr/>
        <p:nvPr/>
      </p:nvGrpSpPr>
      <p:grpSpPr>
        <a:xfrm>
          <a:off x="0" y="0"/>
          <a:ext cx="0" cy="0"/>
          <a:chOff x="0" y="0"/>
          <a:chExt cx="0" cy="0"/>
        </a:xfrm>
      </p:grpSpPr>
      <p:sp>
        <p:nvSpPr>
          <p:cNvPr id="1416" name="Google Shape;1416;ge207fd22f2_0_25013:notes">
            <a:extLst>
              <a:ext uri="{FF2B5EF4-FFF2-40B4-BE49-F238E27FC236}">
                <a16:creationId xmlns:a16="http://schemas.microsoft.com/office/drawing/2014/main" id="{BB4F78BA-E007-9E25-9A1E-B1C7B4ACDAE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7" name="Google Shape;1417;ge207fd22f2_0_25013:notes">
            <a:extLst>
              <a:ext uri="{FF2B5EF4-FFF2-40B4-BE49-F238E27FC236}">
                <a16:creationId xmlns:a16="http://schemas.microsoft.com/office/drawing/2014/main" id="{310A9828-988F-0946-753A-1B7C5715FC43}"/>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8176760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55"/>
        <p:cNvGrpSpPr/>
        <p:nvPr/>
      </p:nvGrpSpPr>
      <p:grpSpPr>
        <a:xfrm>
          <a:off x="0" y="0"/>
          <a:ext cx="0" cy="0"/>
          <a:chOff x="0" y="0"/>
          <a:chExt cx="0" cy="0"/>
        </a:xfrm>
      </p:grpSpPr>
      <p:sp>
        <p:nvSpPr>
          <p:cNvPr id="1656" name="Google Shape;1656;ge1d838b627_4_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57" name="Google Shape;1657;ge1d838b627_4_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7"/>
        <p:cNvGrpSpPr/>
        <p:nvPr/>
      </p:nvGrpSpPr>
      <p:grpSpPr>
        <a:xfrm>
          <a:off x="0" y="0"/>
          <a:ext cx="0" cy="0"/>
          <a:chOff x="0" y="0"/>
          <a:chExt cx="0" cy="0"/>
        </a:xfrm>
      </p:grpSpPr>
      <p:sp>
        <p:nvSpPr>
          <p:cNvPr id="1428" name="Google Shape;1428;ge1d838b627_4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9" name="Google Shape;1429;ge1d838b627_4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indent="0">
              <a:buNone/>
            </a:pPr>
            <a:r>
              <a:rPr lang="en-US" dirty="0"/>
              <a:t>Finally, we built a Shiny app, which is an interactive webpage made in R. It lets you filter the data—meaning you can choose a year or habitat type—and the plots update automatically. This makes it easier to explore patterns and understand when and where bats are most active.</a:t>
            </a:r>
            <a:endParaRPr lang="en-CN" dirty="0"/>
          </a:p>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lang="en-US" dirty="0"/>
          </a:p>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n-US" dirty="0"/>
              <a:t>Site type tells us what each detector location represents in a bat’s life cycle. A </a:t>
            </a:r>
            <a:r>
              <a:rPr lang="en-US" b="1" dirty="0"/>
              <a:t>foraging site</a:t>
            </a:r>
            <a:r>
              <a:rPr lang="en-US" dirty="0"/>
              <a:t> is where bats fly at night to hunt insects, so activity often reflects feeding behavior. A </a:t>
            </a:r>
            <a:r>
              <a:rPr lang="en-US" b="1" dirty="0"/>
              <a:t>hibernaculum</a:t>
            </a:r>
            <a:r>
              <a:rPr lang="en-US" dirty="0"/>
              <a:t> is a winter shelter, usually a cave or mine, where bats hibernate to conserve energy and activity is usually low. A </a:t>
            </a:r>
            <a:r>
              <a:rPr lang="en-US" b="1" dirty="0"/>
              <a:t>maternity colony</a:t>
            </a:r>
            <a:r>
              <a:rPr lang="en-US" dirty="0"/>
              <a:t> is a summer roost where female bats give birth and raise pups, often producing very high activity.</a:t>
            </a:r>
            <a:endParaRPr lang="en-CN" dirty="0"/>
          </a:p>
          <a:p>
            <a:pPr marL="0" lvl="0" indent="0" algn="l" rtl="0">
              <a:spcBef>
                <a:spcPts val="0"/>
              </a:spcBef>
              <a:spcAft>
                <a:spcPts val="0"/>
              </a:spcAft>
              <a:buNone/>
            </a:pPr>
            <a:endParaRPr dirty="0"/>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7">
          <a:extLst>
            <a:ext uri="{FF2B5EF4-FFF2-40B4-BE49-F238E27FC236}">
              <a16:creationId xmlns:a16="http://schemas.microsoft.com/office/drawing/2014/main" id="{F9FAF9E2-7C9A-1B55-B087-8243F41DC880}"/>
            </a:ext>
          </a:extLst>
        </p:cNvPr>
        <p:cNvGrpSpPr/>
        <p:nvPr/>
      </p:nvGrpSpPr>
      <p:grpSpPr>
        <a:xfrm>
          <a:off x="0" y="0"/>
          <a:ext cx="0" cy="0"/>
          <a:chOff x="0" y="0"/>
          <a:chExt cx="0" cy="0"/>
        </a:xfrm>
      </p:grpSpPr>
      <p:sp>
        <p:nvSpPr>
          <p:cNvPr id="1428" name="Google Shape;1428;ge1d838b627_4_0:notes">
            <a:extLst>
              <a:ext uri="{FF2B5EF4-FFF2-40B4-BE49-F238E27FC236}">
                <a16:creationId xmlns:a16="http://schemas.microsoft.com/office/drawing/2014/main" id="{C3EF3812-DBBA-B41F-C704-952ABB56B5C6}"/>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9" name="Google Shape;1429;ge1d838b627_4_0:notes">
            <a:extLst>
              <a:ext uri="{FF2B5EF4-FFF2-40B4-BE49-F238E27FC236}">
                <a16:creationId xmlns:a16="http://schemas.microsoft.com/office/drawing/2014/main" id="{C12E2E59-DEF1-E099-A7B4-D9B34BA8F0A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8993469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7">
          <a:extLst>
            <a:ext uri="{FF2B5EF4-FFF2-40B4-BE49-F238E27FC236}">
              <a16:creationId xmlns:a16="http://schemas.microsoft.com/office/drawing/2014/main" id="{0193F452-5F07-F7B3-8568-836DC905F7B8}"/>
            </a:ext>
          </a:extLst>
        </p:cNvPr>
        <p:cNvGrpSpPr/>
        <p:nvPr/>
      </p:nvGrpSpPr>
      <p:grpSpPr>
        <a:xfrm>
          <a:off x="0" y="0"/>
          <a:ext cx="0" cy="0"/>
          <a:chOff x="0" y="0"/>
          <a:chExt cx="0" cy="0"/>
        </a:xfrm>
      </p:grpSpPr>
      <p:sp>
        <p:nvSpPr>
          <p:cNvPr id="1428" name="Google Shape;1428;ge1d838b627_4_0:notes">
            <a:extLst>
              <a:ext uri="{FF2B5EF4-FFF2-40B4-BE49-F238E27FC236}">
                <a16:creationId xmlns:a16="http://schemas.microsoft.com/office/drawing/2014/main" id="{DA515AFC-8B0E-9A41-A37A-68BB2198FD18}"/>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9" name="Google Shape;1429;ge1d838b627_4_0:notes">
            <a:extLst>
              <a:ext uri="{FF2B5EF4-FFF2-40B4-BE49-F238E27FC236}">
                <a16:creationId xmlns:a16="http://schemas.microsoft.com/office/drawing/2014/main" id="{A659B9CA-A8DB-D7F0-A121-2ACA53F1A60C}"/>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4717177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05"/>
        <p:cNvGrpSpPr/>
        <p:nvPr/>
      </p:nvGrpSpPr>
      <p:grpSpPr>
        <a:xfrm>
          <a:off x="0" y="0"/>
          <a:ext cx="0" cy="0"/>
          <a:chOff x="0" y="0"/>
          <a:chExt cx="0" cy="0"/>
        </a:xfrm>
      </p:grpSpPr>
      <p:sp>
        <p:nvSpPr>
          <p:cNvPr id="1906" name="Google Shape;1906;g135c9f142d8_0_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07" name="Google Shape;1907;g135c9f142d8_0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35"/>
        <p:cNvGrpSpPr/>
        <p:nvPr/>
      </p:nvGrpSpPr>
      <p:grpSpPr>
        <a:xfrm>
          <a:off x="0" y="0"/>
          <a:ext cx="0" cy="0"/>
          <a:chOff x="0" y="0"/>
          <a:chExt cx="0" cy="0"/>
        </a:xfrm>
      </p:grpSpPr>
      <p:sp>
        <p:nvSpPr>
          <p:cNvPr id="1936" name="Google Shape;1936;ge207fd22f2_0_10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37" name="Google Shape;1937;ge207fd22f2_0_1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37"/>
        <p:cNvGrpSpPr/>
        <p:nvPr/>
      </p:nvGrpSpPr>
      <p:grpSpPr>
        <a:xfrm>
          <a:off x="0" y="0"/>
          <a:ext cx="0" cy="0"/>
          <a:chOff x="0" y="0"/>
          <a:chExt cx="0" cy="0"/>
        </a:xfrm>
      </p:grpSpPr>
      <p:sp>
        <p:nvSpPr>
          <p:cNvPr id="2238" name="Google Shape;2238;ge207fd22f2_0_4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39" name="Google Shape;2239;ge207fd22f2_0_4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06"/>
        <p:cNvGrpSpPr/>
        <p:nvPr/>
      </p:nvGrpSpPr>
      <p:grpSpPr>
        <a:xfrm>
          <a:off x="0" y="0"/>
          <a:ext cx="0" cy="0"/>
          <a:chOff x="0" y="0"/>
          <a:chExt cx="0" cy="0"/>
        </a:xfrm>
      </p:grpSpPr>
      <p:sp>
        <p:nvSpPr>
          <p:cNvPr id="2307" name="Google Shape;2307;ge207fd22f2_0_5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08" name="Google Shape;2308;ge207fd22f2_0_5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22"/>
        <p:cNvGrpSpPr/>
        <p:nvPr/>
      </p:nvGrpSpPr>
      <p:grpSpPr>
        <a:xfrm>
          <a:off x="0" y="0"/>
          <a:ext cx="0" cy="0"/>
          <a:chOff x="0" y="0"/>
          <a:chExt cx="0" cy="0"/>
        </a:xfrm>
      </p:grpSpPr>
      <p:sp>
        <p:nvSpPr>
          <p:cNvPr id="2323" name="Google Shape;2323;g243252b292d_0_1980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24" name="Google Shape;2324;g243252b292d_0_198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28"/>
        <p:cNvGrpSpPr/>
        <p:nvPr/>
      </p:nvGrpSpPr>
      <p:grpSpPr>
        <a:xfrm>
          <a:off x="0" y="0"/>
          <a:ext cx="0" cy="0"/>
          <a:chOff x="0" y="0"/>
          <a:chExt cx="0" cy="0"/>
        </a:xfrm>
      </p:grpSpPr>
      <p:sp>
        <p:nvSpPr>
          <p:cNvPr id="2329" name="Google Shape;2329;g243252b292d_0_198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30" name="Google Shape;2330;g243252b292d_0_198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34"/>
        <p:cNvGrpSpPr/>
        <p:nvPr/>
      </p:nvGrpSpPr>
      <p:grpSpPr>
        <a:xfrm>
          <a:off x="0" y="0"/>
          <a:ext cx="0" cy="0"/>
          <a:chOff x="0" y="0"/>
          <a:chExt cx="0" cy="0"/>
        </a:xfrm>
      </p:grpSpPr>
      <p:sp>
        <p:nvSpPr>
          <p:cNvPr id="2335" name="Google Shape;2335;g243252b292d_0_198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36" name="Google Shape;2336;g243252b292d_0_198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60"/>
        <p:cNvGrpSpPr/>
        <p:nvPr/>
      </p:nvGrpSpPr>
      <p:grpSpPr>
        <a:xfrm>
          <a:off x="0" y="0"/>
          <a:ext cx="0" cy="0"/>
          <a:chOff x="0" y="0"/>
          <a:chExt cx="0" cy="0"/>
        </a:xfrm>
      </p:grpSpPr>
      <p:sp>
        <p:nvSpPr>
          <p:cNvPr id="2361" name="Google Shape;2361;g243252b292d_0_1984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62" name="Google Shape;2362;g243252b292d_0_198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76"/>
        <p:cNvGrpSpPr/>
        <p:nvPr/>
      </p:nvGrpSpPr>
      <p:grpSpPr>
        <a:xfrm>
          <a:off x="0" y="0"/>
          <a:ext cx="0" cy="0"/>
          <a:chOff x="0" y="0"/>
          <a:chExt cx="0" cy="0"/>
        </a:xfrm>
      </p:grpSpPr>
      <p:sp>
        <p:nvSpPr>
          <p:cNvPr id="2377" name="Google Shape;2377;g243252b292d_0_1985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78" name="Google Shape;2378;g243252b292d_0_198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15"/>
        <p:cNvGrpSpPr/>
        <p:nvPr/>
      </p:nvGrpSpPr>
      <p:grpSpPr>
        <a:xfrm>
          <a:off x="0" y="0"/>
          <a:ext cx="0" cy="0"/>
          <a:chOff x="0" y="0"/>
          <a:chExt cx="0" cy="0"/>
        </a:xfrm>
      </p:grpSpPr>
      <p:sp>
        <p:nvSpPr>
          <p:cNvPr id="2716" name="Google Shape;2716;g243252b292d_0_2019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17" name="Google Shape;2717;g243252b292d_0_201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16"/>
        <p:cNvGrpSpPr/>
        <p:nvPr/>
      </p:nvGrpSpPr>
      <p:grpSpPr>
        <a:xfrm>
          <a:off x="0" y="0"/>
          <a:ext cx="0" cy="0"/>
          <a:chOff x="0" y="0"/>
          <a:chExt cx="0" cy="0"/>
        </a:xfrm>
      </p:grpSpPr>
      <p:sp>
        <p:nvSpPr>
          <p:cNvPr id="4917" name="Google Shape;4917;g243252b292d_0_2239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18" name="Google Shape;4918;g243252b292d_0_223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35"/>
        <p:cNvGrpSpPr/>
        <p:nvPr/>
      </p:nvGrpSpPr>
      <p:grpSpPr>
        <a:xfrm>
          <a:off x="0" y="0"/>
          <a:ext cx="0" cy="0"/>
          <a:chOff x="0" y="0"/>
          <a:chExt cx="0" cy="0"/>
        </a:xfrm>
      </p:grpSpPr>
      <p:sp>
        <p:nvSpPr>
          <p:cNvPr id="5336" name="Google Shape;5336;g243252b292d_0_228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37" name="Google Shape;5337;g243252b292d_0_228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05"/>
        <p:cNvGrpSpPr/>
        <p:nvPr/>
      </p:nvGrpSpPr>
      <p:grpSpPr>
        <a:xfrm>
          <a:off x="0" y="0"/>
          <a:ext cx="0" cy="0"/>
          <a:chOff x="0" y="0"/>
          <a:chExt cx="0" cy="0"/>
        </a:xfrm>
      </p:grpSpPr>
      <p:sp>
        <p:nvSpPr>
          <p:cNvPr id="5506" name="Google Shape;5506;g243252b292d_0_2298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07" name="Google Shape;5507;g243252b292d_0_229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10"/>
        <p:cNvGrpSpPr/>
        <p:nvPr/>
      </p:nvGrpSpPr>
      <p:grpSpPr>
        <a:xfrm>
          <a:off x="0" y="0"/>
          <a:ext cx="0" cy="0"/>
          <a:chOff x="0" y="0"/>
          <a:chExt cx="0" cy="0"/>
        </a:xfrm>
      </p:grpSpPr>
      <p:sp>
        <p:nvSpPr>
          <p:cNvPr id="5911" name="Google Shape;5911;g243252b292d_0_2338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12" name="Google Shape;5912;g243252b292d_0_233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90"/>
        <p:cNvGrpSpPr/>
        <p:nvPr/>
      </p:nvGrpSpPr>
      <p:grpSpPr>
        <a:xfrm>
          <a:off x="0" y="0"/>
          <a:ext cx="0" cy="0"/>
          <a:chOff x="0" y="0"/>
          <a:chExt cx="0" cy="0"/>
        </a:xfrm>
      </p:grpSpPr>
      <p:sp>
        <p:nvSpPr>
          <p:cNvPr id="6291" name="Google Shape;6291;g243252b292d_0_2376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92" name="Google Shape;6292;g243252b292d_0_23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67"/>
        <p:cNvGrpSpPr/>
        <p:nvPr/>
      </p:nvGrpSpPr>
      <p:grpSpPr>
        <a:xfrm>
          <a:off x="0" y="0"/>
          <a:ext cx="0" cy="0"/>
          <a:chOff x="0" y="0"/>
          <a:chExt cx="0" cy="0"/>
        </a:xfrm>
      </p:grpSpPr>
      <p:sp>
        <p:nvSpPr>
          <p:cNvPr id="7068" name="Google Shape;7068;g243252b292d_0_2453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69" name="Google Shape;7069;g243252b292d_0_245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74"/>
        <p:cNvGrpSpPr/>
        <p:nvPr/>
      </p:nvGrpSpPr>
      <p:grpSpPr>
        <a:xfrm>
          <a:off x="0" y="0"/>
          <a:ext cx="0" cy="0"/>
          <a:chOff x="0" y="0"/>
          <a:chExt cx="0" cy="0"/>
        </a:xfrm>
      </p:grpSpPr>
      <p:sp>
        <p:nvSpPr>
          <p:cNvPr id="8475" name="Google Shape;8475;g243252b292d_0_2594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76" name="Google Shape;8476;g243252b292d_0_259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68"/>
        <p:cNvGrpSpPr/>
        <p:nvPr/>
      </p:nvGrpSpPr>
      <p:grpSpPr>
        <a:xfrm>
          <a:off x="0" y="0"/>
          <a:ext cx="0" cy="0"/>
          <a:chOff x="0" y="0"/>
          <a:chExt cx="0" cy="0"/>
        </a:xfrm>
      </p:grpSpPr>
      <p:sp>
        <p:nvSpPr>
          <p:cNvPr id="10869" name="Google Shape;10869;g243252b292d_0_2833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70" name="Google Shape;10870;g243252b292d_0_283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882"/>
        <p:cNvGrpSpPr/>
        <p:nvPr/>
      </p:nvGrpSpPr>
      <p:grpSpPr>
        <a:xfrm>
          <a:off x="0" y="0"/>
          <a:ext cx="0" cy="0"/>
          <a:chOff x="0" y="0"/>
          <a:chExt cx="0" cy="0"/>
        </a:xfrm>
      </p:grpSpPr>
      <p:sp>
        <p:nvSpPr>
          <p:cNvPr id="12883" name="Google Shape;12883;g243252b292d_0_3035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884" name="Google Shape;12884;g243252b292d_0_303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18"/>
        <p:cNvGrpSpPr/>
        <p:nvPr/>
      </p:nvGrpSpPr>
      <p:grpSpPr>
        <a:xfrm>
          <a:off x="0" y="0"/>
          <a:ext cx="0" cy="0"/>
          <a:chOff x="0" y="0"/>
          <a:chExt cx="0" cy="0"/>
        </a:xfrm>
      </p:grpSpPr>
      <p:sp>
        <p:nvSpPr>
          <p:cNvPr id="14519" name="Google Shape;14519;g243252b292d_0_3198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20" name="Google Shape;14520;g243252b292d_0_319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60"/>
        <p:cNvGrpSpPr/>
        <p:nvPr/>
      </p:nvGrpSpPr>
      <p:grpSpPr>
        <a:xfrm>
          <a:off x="0" y="0"/>
          <a:ext cx="0" cy="0"/>
          <a:chOff x="0" y="0"/>
          <a:chExt cx="0" cy="0"/>
        </a:xfrm>
      </p:grpSpPr>
      <p:sp>
        <p:nvSpPr>
          <p:cNvPr id="15561" name="Google Shape;15561;g243252b292d_0_3302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562" name="Google Shape;15562;g243252b292d_0_330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03"/>
        <p:cNvGrpSpPr/>
        <p:nvPr/>
      </p:nvGrpSpPr>
      <p:grpSpPr>
        <a:xfrm>
          <a:off x="0" y="0"/>
          <a:ext cx="0" cy="0"/>
          <a:chOff x="0" y="0"/>
          <a:chExt cx="0" cy="0"/>
        </a:xfrm>
      </p:grpSpPr>
      <p:sp>
        <p:nvSpPr>
          <p:cNvPr id="17104" name="Google Shape;17104;g243252b292d_0_3854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105" name="Google Shape;17105;g243252b292d_0_385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a:off x="230500" y="0"/>
            <a:ext cx="8913500" cy="5154433"/>
            <a:chOff x="230500" y="0"/>
            <a:chExt cx="8913500" cy="5154433"/>
          </a:xfrm>
        </p:grpSpPr>
        <p:sp>
          <p:nvSpPr>
            <p:cNvPr id="10" name="Google Shape;10;p2"/>
            <p:cNvSpPr/>
            <p:nvPr/>
          </p:nvSpPr>
          <p:spPr>
            <a:xfrm>
              <a:off x="230500" y="0"/>
              <a:ext cx="805906" cy="5067291"/>
            </a:xfrm>
            <a:custGeom>
              <a:avLst/>
              <a:gdLst/>
              <a:ahLst/>
              <a:cxnLst/>
              <a:rect l="l" t="t" r="r" b="b"/>
              <a:pathLst>
                <a:path w="5442" h="34939" extrusionOk="0">
                  <a:moveTo>
                    <a:pt x="1576" y="0"/>
                  </a:moveTo>
                  <a:cubicBezTo>
                    <a:pt x="1576" y="0"/>
                    <a:pt x="1576" y="2005"/>
                    <a:pt x="1507" y="4296"/>
                  </a:cubicBezTo>
                  <a:lnTo>
                    <a:pt x="144" y="3511"/>
                  </a:lnTo>
                  <a:lnTo>
                    <a:pt x="1" y="3654"/>
                  </a:lnTo>
                  <a:lnTo>
                    <a:pt x="1507" y="4582"/>
                  </a:lnTo>
                  <a:cubicBezTo>
                    <a:pt x="1507" y="6730"/>
                    <a:pt x="1507" y="9164"/>
                    <a:pt x="1576" y="10453"/>
                  </a:cubicBezTo>
                  <a:cubicBezTo>
                    <a:pt x="1719" y="12028"/>
                    <a:pt x="2005" y="14393"/>
                    <a:pt x="2223" y="16541"/>
                  </a:cubicBezTo>
                  <a:lnTo>
                    <a:pt x="573" y="15539"/>
                  </a:lnTo>
                  <a:lnTo>
                    <a:pt x="430" y="15682"/>
                  </a:lnTo>
                  <a:lnTo>
                    <a:pt x="2292" y="16828"/>
                  </a:lnTo>
                  <a:cubicBezTo>
                    <a:pt x="2435" y="18328"/>
                    <a:pt x="2578" y="19691"/>
                    <a:pt x="2653" y="20476"/>
                  </a:cubicBezTo>
                  <a:cubicBezTo>
                    <a:pt x="2865" y="22481"/>
                    <a:pt x="3151" y="24560"/>
                    <a:pt x="3369" y="25705"/>
                  </a:cubicBezTo>
                  <a:cubicBezTo>
                    <a:pt x="3655" y="26851"/>
                    <a:pt x="2578" y="34440"/>
                    <a:pt x="2435" y="34938"/>
                  </a:cubicBezTo>
                  <a:lnTo>
                    <a:pt x="5442" y="34938"/>
                  </a:lnTo>
                  <a:cubicBezTo>
                    <a:pt x="5442" y="34938"/>
                    <a:pt x="4800" y="32722"/>
                    <a:pt x="4726" y="31003"/>
                  </a:cubicBezTo>
                  <a:cubicBezTo>
                    <a:pt x="4657" y="29285"/>
                    <a:pt x="5230" y="25345"/>
                    <a:pt x="5012" y="24485"/>
                  </a:cubicBezTo>
                  <a:cubicBezTo>
                    <a:pt x="4800" y="23701"/>
                    <a:pt x="3724" y="20619"/>
                    <a:pt x="3512" y="18185"/>
                  </a:cubicBezTo>
                  <a:lnTo>
                    <a:pt x="4371" y="16255"/>
                  </a:lnTo>
                  <a:lnTo>
                    <a:pt x="4228" y="16180"/>
                  </a:lnTo>
                  <a:lnTo>
                    <a:pt x="3437" y="17830"/>
                  </a:lnTo>
                  <a:cubicBezTo>
                    <a:pt x="3225" y="15321"/>
                    <a:pt x="2653" y="11243"/>
                    <a:pt x="2578" y="9021"/>
                  </a:cubicBezTo>
                  <a:cubicBezTo>
                    <a:pt x="2578" y="6804"/>
                    <a:pt x="2653" y="0"/>
                    <a:pt x="2653"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a:off x="8107500" y="0"/>
              <a:ext cx="435222" cy="5067358"/>
            </a:xfrm>
            <a:custGeom>
              <a:avLst/>
              <a:gdLst/>
              <a:ahLst/>
              <a:cxnLst/>
              <a:rect l="l" t="t" r="r" b="b"/>
              <a:pathLst>
                <a:path w="2939" h="39378" extrusionOk="0">
                  <a:moveTo>
                    <a:pt x="1507" y="0"/>
                  </a:moveTo>
                  <a:cubicBezTo>
                    <a:pt x="1507" y="0"/>
                    <a:pt x="934" y="3511"/>
                    <a:pt x="791" y="4725"/>
                  </a:cubicBezTo>
                  <a:cubicBezTo>
                    <a:pt x="574" y="6014"/>
                    <a:pt x="75" y="10527"/>
                    <a:pt x="75" y="12102"/>
                  </a:cubicBezTo>
                  <a:cubicBezTo>
                    <a:pt x="1" y="13746"/>
                    <a:pt x="1003" y="21049"/>
                    <a:pt x="1221" y="22051"/>
                  </a:cubicBezTo>
                  <a:cubicBezTo>
                    <a:pt x="1364" y="23128"/>
                    <a:pt x="1078" y="28638"/>
                    <a:pt x="1146" y="30070"/>
                  </a:cubicBezTo>
                  <a:cubicBezTo>
                    <a:pt x="1221" y="31576"/>
                    <a:pt x="1221" y="35729"/>
                    <a:pt x="1078" y="36943"/>
                  </a:cubicBezTo>
                  <a:cubicBezTo>
                    <a:pt x="1003" y="38088"/>
                    <a:pt x="430" y="39377"/>
                    <a:pt x="430" y="39377"/>
                  </a:cubicBezTo>
                  <a:lnTo>
                    <a:pt x="2939" y="39377"/>
                  </a:lnTo>
                  <a:cubicBezTo>
                    <a:pt x="2939" y="39377"/>
                    <a:pt x="2578" y="38449"/>
                    <a:pt x="2509" y="37733"/>
                  </a:cubicBezTo>
                  <a:cubicBezTo>
                    <a:pt x="2435" y="37017"/>
                    <a:pt x="2366" y="32218"/>
                    <a:pt x="2292" y="30287"/>
                  </a:cubicBezTo>
                  <a:cubicBezTo>
                    <a:pt x="2223" y="28352"/>
                    <a:pt x="2435" y="23701"/>
                    <a:pt x="2292" y="22051"/>
                  </a:cubicBezTo>
                  <a:cubicBezTo>
                    <a:pt x="2149" y="20476"/>
                    <a:pt x="1078" y="13603"/>
                    <a:pt x="1078" y="12389"/>
                  </a:cubicBezTo>
                  <a:cubicBezTo>
                    <a:pt x="1078" y="11243"/>
                    <a:pt x="1078" y="7664"/>
                    <a:pt x="1650" y="5372"/>
                  </a:cubicBezTo>
                  <a:cubicBezTo>
                    <a:pt x="2149" y="3007"/>
                    <a:pt x="2292" y="0"/>
                    <a:pt x="2292"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1288375" y="10950"/>
              <a:ext cx="576080" cy="5067306"/>
            </a:xfrm>
            <a:custGeom>
              <a:avLst/>
              <a:gdLst/>
              <a:ahLst/>
              <a:cxnLst/>
              <a:rect l="l" t="t" r="r" b="b"/>
              <a:pathLst>
                <a:path w="3890" h="35876" extrusionOk="0">
                  <a:moveTo>
                    <a:pt x="1507" y="0"/>
                  </a:moveTo>
                  <a:cubicBezTo>
                    <a:pt x="1507" y="0"/>
                    <a:pt x="1794" y="5585"/>
                    <a:pt x="1719" y="7876"/>
                  </a:cubicBezTo>
                  <a:cubicBezTo>
                    <a:pt x="1719" y="8735"/>
                    <a:pt x="1650" y="9663"/>
                    <a:pt x="1650" y="10665"/>
                  </a:cubicBezTo>
                  <a:lnTo>
                    <a:pt x="648" y="9949"/>
                  </a:lnTo>
                  <a:lnTo>
                    <a:pt x="505" y="10092"/>
                  </a:lnTo>
                  <a:lnTo>
                    <a:pt x="1650" y="10883"/>
                  </a:lnTo>
                  <a:cubicBezTo>
                    <a:pt x="1650" y="12383"/>
                    <a:pt x="1576" y="13959"/>
                    <a:pt x="1650" y="15465"/>
                  </a:cubicBezTo>
                  <a:cubicBezTo>
                    <a:pt x="1650" y="17968"/>
                    <a:pt x="1576" y="19617"/>
                    <a:pt x="1433" y="21336"/>
                  </a:cubicBezTo>
                  <a:lnTo>
                    <a:pt x="648" y="20763"/>
                  </a:lnTo>
                  <a:lnTo>
                    <a:pt x="505" y="20906"/>
                  </a:lnTo>
                  <a:lnTo>
                    <a:pt x="1433" y="21548"/>
                  </a:lnTo>
                  <a:lnTo>
                    <a:pt x="1433" y="21691"/>
                  </a:lnTo>
                  <a:cubicBezTo>
                    <a:pt x="1290" y="23627"/>
                    <a:pt x="1433" y="27350"/>
                    <a:pt x="1364" y="28495"/>
                  </a:cubicBezTo>
                  <a:cubicBezTo>
                    <a:pt x="1364" y="29566"/>
                    <a:pt x="1507" y="31285"/>
                    <a:pt x="1433" y="32144"/>
                  </a:cubicBezTo>
                  <a:cubicBezTo>
                    <a:pt x="1364" y="33003"/>
                    <a:pt x="1078" y="34366"/>
                    <a:pt x="934" y="34652"/>
                  </a:cubicBezTo>
                  <a:cubicBezTo>
                    <a:pt x="860" y="34864"/>
                    <a:pt x="1" y="35225"/>
                    <a:pt x="75" y="35225"/>
                  </a:cubicBezTo>
                  <a:cubicBezTo>
                    <a:pt x="75" y="35294"/>
                    <a:pt x="934" y="35368"/>
                    <a:pt x="1078" y="35368"/>
                  </a:cubicBezTo>
                  <a:cubicBezTo>
                    <a:pt x="1279" y="35298"/>
                    <a:pt x="1548" y="34647"/>
                    <a:pt x="1761" y="34647"/>
                  </a:cubicBezTo>
                  <a:cubicBezTo>
                    <a:pt x="1772" y="34647"/>
                    <a:pt x="1783" y="34649"/>
                    <a:pt x="1794" y="34652"/>
                  </a:cubicBezTo>
                  <a:cubicBezTo>
                    <a:pt x="2006" y="34721"/>
                    <a:pt x="1794" y="35082"/>
                    <a:pt x="1794" y="35294"/>
                  </a:cubicBezTo>
                  <a:cubicBezTo>
                    <a:pt x="1794" y="35494"/>
                    <a:pt x="1852" y="35875"/>
                    <a:pt x="1919" y="35875"/>
                  </a:cubicBezTo>
                  <a:cubicBezTo>
                    <a:pt x="1925" y="35875"/>
                    <a:pt x="1931" y="35872"/>
                    <a:pt x="1937" y="35867"/>
                  </a:cubicBezTo>
                  <a:cubicBezTo>
                    <a:pt x="2006" y="35798"/>
                    <a:pt x="2223" y="35151"/>
                    <a:pt x="2292" y="35082"/>
                  </a:cubicBezTo>
                  <a:cubicBezTo>
                    <a:pt x="2308" y="35073"/>
                    <a:pt x="2329" y="35070"/>
                    <a:pt x="2354" y="35070"/>
                  </a:cubicBezTo>
                  <a:cubicBezTo>
                    <a:pt x="2546" y="35070"/>
                    <a:pt x="2963" y="35302"/>
                    <a:pt x="3151" y="35368"/>
                  </a:cubicBezTo>
                  <a:cubicBezTo>
                    <a:pt x="3303" y="35468"/>
                    <a:pt x="3626" y="35601"/>
                    <a:pt x="3784" y="35601"/>
                  </a:cubicBezTo>
                  <a:cubicBezTo>
                    <a:pt x="3853" y="35601"/>
                    <a:pt x="3890" y="35576"/>
                    <a:pt x="3867" y="35511"/>
                  </a:cubicBezTo>
                  <a:cubicBezTo>
                    <a:pt x="3724" y="35368"/>
                    <a:pt x="3226" y="34796"/>
                    <a:pt x="3008" y="34366"/>
                  </a:cubicBezTo>
                  <a:cubicBezTo>
                    <a:pt x="2796" y="34005"/>
                    <a:pt x="2722" y="31645"/>
                    <a:pt x="2722" y="30425"/>
                  </a:cubicBezTo>
                  <a:cubicBezTo>
                    <a:pt x="2653" y="29211"/>
                    <a:pt x="2435" y="25345"/>
                    <a:pt x="2366" y="23913"/>
                  </a:cubicBezTo>
                  <a:lnTo>
                    <a:pt x="3581" y="23054"/>
                  </a:lnTo>
                  <a:lnTo>
                    <a:pt x="3437" y="22911"/>
                  </a:lnTo>
                  <a:lnTo>
                    <a:pt x="2366" y="23695"/>
                  </a:lnTo>
                  <a:cubicBezTo>
                    <a:pt x="2292" y="22120"/>
                    <a:pt x="2366" y="17183"/>
                    <a:pt x="2366" y="14892"/>
                  </a:cubicBezTo>
                  <a:lnTo>
                    <a:pt x="3369" y="14176"/>
                  </a:lnTo>
                  <a:lnTo>
                    <a:pt x="3226" y="14033"/>
                  </a:lnTo>
                  <a:lnTo>
                    <a:pt x="2366" y="14675"/>
                  </a:lnTo>
                  <a:lnTo>
                    <a:pt x="2366" y="14245"/>
                  </a:lnTo>
                  <a:cubicBezTo>
                    <a:pt x="2366" y="12383"/>
                    <a:pt x="2578" y="9949"/>
                    <a:pt x="2653" y="7801"/>
                  </a:cubicBezTo>
                  <a:cubicBezTo>
                    <a:pt x="2722" y="6587"/>
                    <a:pt x="2722" y="4153"/>
                    <a:pt x="2722" y="2291"/>
                  </a:cubicBezTo>
                  <a:lnTo>
                    <a:pt x="3581" y="1644"/>
                  </a:lnTo>
                  <a:lnTo>
                    <a:pt x="3437" y="1576"/>
                  </a:lnTo>
                  <a:lnTo>
                    <a:pt x="2722" y="2074"/>
                  </a:lnTo>
                  <a:cubicBezTo>
                    <a:pt x="2653" y="928"/>
                    <a:pt x="2653" y="0"/>
                    <a:pt x="2653"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6337375" y="10950"/>
              <a:ext cx="1195827" cy="5143483"/>
            </a:xfrm>
            <a:custGeom>
              <a:avLst/>
              <a:gdLst/>
              <a:ahLst/>
              <a:cxnLst/>
              <a:rect l="l" t="t" r="r" b="b"/>
              <a:pathLst>
                <a:path w="8075" h="42248" extrusionOk="0">
                  <a:moveTo>
                    <a:pt x="3076" y="0"/>
                  </a:moveTo>
                  <a:cubicBezTo>
                    <a:pt x="3076" y="0"/>
                    <a:pt x="3792" y="6513"/>
                    <a:pt x="3580" y="9233"/>
                  </a:cubicBezTo>
                  <a:cubicBezTo>
                    <a:pt x="3580" y="10310"/>
                    <a:pt x="3506" y="11381"/>
                    <a:pt x="3437" y="12527"/>
                  </a:cubicBezTo>
                  <a:lnTo>
                    <a:pt x="1358" y="11742"/>
                  </a:lnTo>
                  <a:lnTo>
                    <a:pt x="1146" y="11811"/>
                  </a:lnTo>
                  <a:lnTo>
                    <a:pt x="3437" y="12813"/>
                  </a:lnTo>
                  <a:cubicBezTo>
                    <a:pt x="3362" y="14531"/>
                    <a:pt x="3362" y="16393"/>
                    <a:pt x="3362" y="18186"/>
                  </a:cubicBezTo>
                  <a:cubicBezTo>
                    <a:pt x="3506" y="21118"/>
                    <a:pt x="3294" y="23054"/>
                    <a:pt x="3007" y="25127"/>
                  </a:cubicBezTo>
                  <a:lnTo>
                    <a:pt x="1358" y="24486"/>
                  </a:lnTo>
                  <a:lnTo>
                    <a:pt x="1146" y="24555"/>
                  </a:lnTo>
                  <a:lnTo>
                    <a:pt x="3007" y="25345"/>
                  </a:lnTo>
                  <a:lnTo>
                    <a:pt x="3007" y="25557"/>
                  </a:lnTo>
                  <a:cubicBezTo>
                    <a:pt x="2721" y="27779"/>
                    <a:pt x="2933" y="32144"/>
                    <a:pt x="2933" y="33507"/>
                  </a:cubicBezTo>
                  <a:cubicBezTo>
                    <a:pt x="2864" y="34796"/>
                    <a:pt x="3150" y="36800"/>
                    <a:pt x="3007" y="37803"/>
                  </a:cubicBezTo>
                  <a:cubicBezTo>
                    <a:pt x="2933" y="38805"/>
                    <a:pt x="2217" y="40523"/>
                    <a:pt x="2005" y="40810"/>
                  </a:cubicBezTo>
                  <a:cubicBezTo>
                    <a:pt x="1787" y="41096"/>
                    <a:pt x="0" y="41451"/>
                    <a:pt x="143" y="41525"/>
                  </a:cubicBezTo>
                  <a:cubicBezTo>
                    <a:pt x="192" y="41574"/>
                    <a:pt x="1060" y="41625"/>
                    <a:pt x="1694" y="41625"/>
                  </a:cubicBezTo>
                  <a:cubicBezTo>
                    <a:pt x="1960" y="41625"/>
                    <a:pt x="2185" y="41616"/>
                    <a:pt x="2291" y="41594"/>
                  </a:cubicBezTo>
                  <a:cubicBezTo>
                    <a:pt x="2630" y="41529"/>
                    <a:pt x="3236" y="40805"/>
                    <a:pt x="3664" y="40805"/>
                  </a:cubicBezTo>
                  <a:cubicBezTo>
                    <a:pt x="3684" y="40805"/>
                    <a:pt x="3704" y="40806"/>
                    <a:pt x="3723" y="40810"/>
                  </a:cubicBezTo>
                  <a:cubicBezTo>
                    <a:pt x="4153" y="40878"/>
                    <a:pt x="3723" y="41308"/>
                    <a:pt x="3723" y="41525"/>
                  </a:cubicBezTo>
                  <a:cubicBezTo>
                    <a:pt x="3723" y="41726"/>
                    <a:pt x="3851" y="42247"/>
                    <a:pt x="4043" y="42247"/>
                  </a:cubicBezTo>
                  <a:cubicBezTo>
                    <a:pt x="4055" y="42247"/>
                    <a:pt x="4066" y="42245"/>
                    <a:pt x="4078" y="42241"/>
                  </a:cubicBezTo>
                  <a:cubicBezTo>
                    <a:pt x="4221" y="42167"/>
                    <a:pt x="4582" y="41382"/>
                    <a:pt x="4869" y="41308"/>
                  </a:cubicBezTo>
                  <a:cubicBezTo>
                    <a:pt x="4887" y="41302"/>
                    <a:pt x="4912" y="41299"/>
                    <a:pt x="4943" y="41299"/>
                  </a:cubicBezTo>
                  <a:cubicBezTo>
                    <a:pt x="5264" y="41299"/>
                    <a:pt x="6195" y="41601"/>
                    <a:pt x="6587" y="41669"/>
                  </a:cubicBezTo>
                  <a:cubicBezTo>
                    <a:pt x="6904" y="41719"/>
                    <a:pt x="7649" y="41889"/>
                    <a:pt x="7932" y="41889"/>
                  </a:cubicBezTo>
                  <a:cubicBezTo>
                    <a:pt x="8032" y="41889"/>
                    <a:pt x="8074" y="41867"/>
                    <a:pt x="8019" y="41812"/>
                  </a:cubicBezTo>
                  <a:cubicBezTo>
                    <a:pt x="7801" y="41594"/>
                    <a:pt x="6656" y="40953"/>
                    <a:pt x="6226" y="40523"/>
                  </a:cubicBezTo>
                  <a:cubicBezTo>
                    <a:pt x="5797" y="40019"/>
                    <a:pt x="5728" y="37230"/>
                    <a:pt x="5653" y="35798"/>
                  </a:cubicBezTo>
                  <a:cubicBezTo>
                    <a:pt x="5510" y="34435"/>
                    <a:pt x="5012" y="29853"/>
                    <a:pt x="4869" y="28134"/>
                  </a:cubicBezTo>
                  <a:lnTo>
                    <a:pt x="7446" y="27132"/>
                  </a:lnTo>
                  <a:lnTo>
                    <a:pt x="7228" y="26989"/>
                  </a:lnTo>
                  <a:lnTo>
                    <a:pt x="4869" y="27922"/>
                  </a:lnTo>
                  <a:cubicBezTo>
                    <a:pt x="4794" y="26061"/>
                    <a:pt x="5012" y="20190"/>
                    <a:pt x="5012" y="17538"/>
                  </a:cubicBezTo>
                  <a:lnTo>
                    <a:pt x="7017" y="16679"/>
                  </a:lnTo>
                  <a:lnTo>
                    <a:pt x="6799" y="16536"/>
                  </a:lnTo>
                  <a:lnTo>
                    <a:pt x="5012" y="17252"/>
                  </a:lnTo>
                  <a:lnTo>
                    <a:pt x="5012" y="16754"/>
                  </a:lnTo>
                  <a:cubicBezTo>
                    <a:pt x="4869" y="14606"/>
                    <a:pt x="5441" y="11742"/>
                    <a:pt x="5585" y="9233"/>
                  </a:cubicBezTo>
                  <a:cubicBezTo>
                    <a:pt x="5653" y="7733"/>
                    <a:pt x="5653" y="4869"/>
                    <a:pt x="5585" y="2721"/>
                  </a:cubicBezTo>
                  <a:lnTo>
                    <a:pt x="7446" y="1931"/>
                  </a:lnTo>
                  <a:lnTo>
                    <a:pt x="7228" y="1787"/>
                  </a:lnTo>
                  <a:lnTo>
                    <a:pt x="5585" y="2435"/>
                  </a:lnTo>
                  <a:lnTo>
                    <a:pt x="5585" y="0"/>
                  </a:ln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8847075" y="0"/>
              <a:ext cx="296925" cy="5067317"/>
            </a:xfrm>
            <a:custGeom>
              <a:avLst/>
              <a:gdLst/>
              <a:ahLst/>
              <a:cxnLst/>
              <a:rect l="l" t="t" r="r" b="b"/>
              <a:pathLst>
                <a:path w="2005" h="36731" extrusionOk="0">
                  <a:moveTo>
                    <a:pt x="0" y="0"/>
                  </a:moveTo>
                  <a:cubicBezTo>
                    <a:pt x="0" y="0"/>
                    <a:pt x="287" y="6661"/>
                    <a:pt x="504" y="8093"/>
                  </a:cubicBezTo>
                  <a:cubicBezTo>
                    <a:pt x="791" y="9594"/>
                    <a:pt x="1862" y="12887"/>
                    <a:pt x="1936" y="14680"/>
                  </a:cubicBezTo>
                  <a:cubicBezTo>
                    <a:pt x="1936" y="16398"/>
                    <a:pt x="1220" y="23271"/>
                    <a:pt x="859" y="25419"/>
                  </a:cubicBezTo>
                  <a:cubicBezTo>
                    <a:pt x="573" y="27636"/>
                    <a:pt x="143" y="36301"/>
                    <a:pt x="143" y="36301"/>
                  </a:cubicBezTo>
                  <a:lnTo>
                    <a:pt x="2005" y="36731"/>
                  </a:lnTo>
                  <a:lnTo>
                    <a:pt x="2005" y="9382"/>
                  </a:lnTo>
                  <a:cubicBezTo>
                    <a:pt x="1793" y="8379"/>
                    <a:pt x="1575" y="7589"/>
                    <a:pt x="1575" y="7091"/>
                  </a:cubicBezTo>
                  <a:cubicBezTo>
                    <a:pt x="1363" y="5802"/>
                    <a:pt x="1363" y="0"/>
                    <a:pt x="1363"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5764850" y="0"/>
              <a:ext cx="794799" cy="5067346"/>
            </a:xfrm>
            <a:custGeom>
              <a:avLst/>
              <a:gdLst/>
              <a:ahLst/>
              <a:cxnLst/>
              <a:rect l="l" t="t" r="r" b="b"/>
              <a:pathLst>
                <a:path w="5367" h="38307" extrusionOk="0">
                  <a:moveTo>
                    <a:pt x="1575" y="0"/>
                  </a:moveTo>
                  <a:cubicBezTo>
                    <a:pt x="1575" y="0"/>
                    <a:pt x="1501" y="2222"/>
                    <a:pt x="1501" y="4725"/>
                  </a:cubicBezTo>
                  <a:lnTo>
                    <a:pt x="143" y="3866"/>
                  </a:lnTo>
                  <a:lnTo>
                    <a:pt x="0" y="4009"/>
                  </a:lnTo>
                  <a:lnTo>
                    <a:pt x="1501" y="5012"/>
                  </a:lnTo>
                  <a:cubicBezTo>
                    <a:pt x="1501" y="7446"/>
                    <a:pt x="1501" y="10098"/>
                    <a:pt x="1575" y="11530"/>
                  </a:cubicBezTo>
                  <a:cubicBezTo>
                    <a:pt x="1718" y="13173"/>
                    <a:pt x="1930" y="15825"/>
                    <a:pt x="2217" y="18185"/>
                  </a:cubicBezTo>
                  <a:lnTo>
                    <a:pt x="573" y="17114"/>
                  </a:lnTo>
                  <a:lnTo>
                    <a:pt x="430" y="17257"/>
                  </a:lnTo>
                  <a:lnTo>
                    <a:pt x="2217" y="18471"/>
                  </a:lnTo>
                  <a:cubicBezTo>
                    <a:pt x="2434" y="20121"/>
                    <a:pt x="2578" y="21622"/>
                    <a:pt x="2646" y="22481"/>
                  </a:cubicBezTo>
                  <a:cubicBezTo>
                    <a:pt x="2864" y="24629"/>
                    <a:pt x="3076" y="26994"/>
                    <a:pt x="3362" y="28208"/>
                  </a:cubicBezTo>
                  <a:cubicBezTo>
                    <a:pt x="3580" y="29497"/>
                    <a:pt x="2578" y="37802"/>
                    <a:pt x="2434" y="38306"/>
                  </a:cubicBezTo>
                  <a:lnTo>
                    <a:pt x="5367" y="38306"/>
                  </a:lnTo>
                  <a:cubicBezTo>
                    <a:pt x="5367" y="38306"/>
                    <a:pt x="4725" y="35941"/>
                    <a:pt x="4725" y="34079"/>
                  </a:cubicBezTo>
                  <a:cubicBezTo>
                    <a:pt x="4651" y="32149"/>
                    <a:pt x="5224" y="27779"/>
                    <a:pt x="5012" y="26920"/>
                  </a:cubicBezTo>
                  <a:cubicBezTo>
                    <a:pt x="4794" y="26061"/>
                    <a:pt x="3723" y="22624"/>
                    <a:pt x="3437" y="19978"/>
                  </a:cubicBezTo>
                  <a:lnTo>
                    <a:pt x="4365" y="17830"/>
                  </a:lnTo>
                  <a:lnTo>
                    <a:pt x="4153" y="17830"/>
                  </a:lnTo>
                  <a:lnTo>
                    <a:pt x="3437" y="19548"/>
                  </a:lnTo>
                  <a:cubicBezTo>
                    <a:pt x="3219" y="16828"/>
                    <a:pt x="2646" y="12389"/>
                    <a:pt x="2578" y="9880"/>
                  </a:cubicBezTo>
                  <a:cubicBezTo>
                    <a:pt x="2503" y="7446"/>
                    <a:pt x="2646" y="0"/>
                    <a:pt x="2646"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7269475" y="25"/>
              <a:ext cx="604080" cy="5143456"/>
            </a:xfrm>
            <a:custGeom>
              <a:avLst/>
              <a:gdLst/>
              <a:ahLst/>
              <a:cxnLst/>
              <a:rect l="l" t="t" r="r" b="b"/>
              <a:pathLst>
                <a:path w="4079" h="39452" extrusionOk="0">
                  <a:moveTo>
                    <a:pt x="1003" y="0"/>
                  </a:moveTo>
                  <a:cubicBezTo>
                    <a:pt x="1003" y="0"/>
                    <a:pt x="860" y="1650"/>
                    <a:pt x="928" y="2938"/>
                  </a:cubicBezTo>
                  <a:cubicBezTo>
                    <a:pt x="1072" y="4227"/>
                    <a:pt x="1787" y="11959"/>
                    <a:pt x="2005" y="14176"/>
                  </a:cubicBezTo>
                  <a:cubicBezTo>
                    <a:pt x="2217" y="16398"/>
                    <a:pt x="2360" y="19331"/>
                    <a:pt x="2005" y="21553"/>
                  </a:cubicBezTo>
                  <a:cubicBezTo>
                    <a:pt x="1644" y="23701"/>
                    <a:pt x="1146" y="30431"/>
                    <a:pt x="860" y="32934"/>
                  </a:cubicBezTo>
                  <a:cubicBezTo>
                    <a:pt x="573" y="35511"/>
                    <a:pt x="0" y="39452"/>
                    <a:pt x="0" y="39452"/>
                  </a:cubicBezTo>
                  <a:lnTo>
                    <a:pt x="3649" y="39234"/>
                  </a:lnTo>
                  <a:cubicBezTo>
                    <a:pt x="3649" y="39234"/>
                    <a:pt x="3076" y="37372"/>
                    <a:pt x="3007" y="36015"/>
                  </a:cubicBezTo>
                  <a:cubicBezTo>
                    <a:pt x="2933" y="34652"/>
                    <a:pt x="3151" y="29497"/>
                    <a:pt x="3219" y="27492"/>
                  </a:cubicBezTo>
                  <a:cubicBezTo>
                    <a:pt x="3219" y="25488"/>
                    <a:pt x="3935" y="20906"/>
                    <a:pt x="4010" y="19548"/>
                  </a:cubicBezTo>
                  <a:cubicBezTo>
                    <a:pt x="4079" y="18185"/>
                    <a:pt x="3506" y="13391"/>
                    <a:pt x="3219" y="10596"/>
                  </a:cubicBezTo>
                  <a:cubicBezTo>
                    <a:pt x="2933" y="7807"/>
                    <a:pt x="2360" y="0"/>
                    <a:pt x="2360"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5043800" y="0"/>
              <a:ext cx="604080" cy="5067346"/>
            </a:xfrm>
            <a:custGeom>
              <a:avLst/>
              <a:gdLst/>
              <a:ahLst/>
              <a:cxnLst/>
              <a:rect l="l" t="t" r="r" b="b"/>
              <a:pathLst>
                <a:path w="4079" h="38307" extrusionOk="0">
                  <a:moveTo>
                    <a:pt x="1719" y="0"/>
                  </a:moveTo>
                  <a:cubicBezTo>
                    <a:pt x="1719" y="0"/>
                    <a:pt x="1146" y="7589"/>
                    <a:pt x="860" y="10310"/>
                  </a:cubicBezTo>
                  <a:cubicBezTo>
                    <a:pt x="573" y="13030"/>
                    <a:pt x="1" y="17687"/>
                    <a:pt x="69" y="18975"/>
                  </a:cubicBezTo>
                  <a:cubicBezTo>
                    <a:pt x="144" y="20333"/>
                    <a:pt x="860" y="24772"/>
                    <a:pt x="860" y="26708"/>
                  </a:cubicBezTo>
                  <a:cubicBezTo>
                    <a:pt x="929" y="28638"/>
                    <a:pt x="1146" y="33650"/>
                    <a:pt x="1072" y="35013"/>
                  </a:cubicBezTo>
                  <a:cubicBezTo>
                    <a:pt x="1003" y="36301"/>
                    <a:pt x="430" y="38088"/>
                    <a:pt x="430" y="38088"/>
                  </a:cubicBezTo>
                  <a:lnTo>
                    <a:pt x="4079" y="38306"/>
                  </a:lnTo>
                  <a:cubicBezTo>
                    <a:pt x="4079" y="38306"/>
                    <a:pt x="3506" y="34440"/>
                    <a:pt x="3220" y="32006"/>
                  </a:cubicBezTo>
                  <a:cubicBezTo>
                    <a:pt x="2933" y="29572"/>
                    <a:pt x="2435" y="23054"/>
                    <a:pt x="2074" y="20906"/>
                  </a:cubicBezTo>
                  <a:cubicBezTo>
                    <a:pt x="1719" y="18758"/>
                    <a:pt x="1862" y="15969"/>
                    <a:pt x="2074" y="13821"/>
                  </a:cubicBezTo>
                  <a:cubicBezTo>
                    <a:pt x="2292" y="11673"/>
                    <a:pt x="3008" y="4153"/>
                    <a:pt x="3151" y="2864"/>
                  </a:cubicBezTo>
                  <a:cubicBezTo>
                    <a:pt x="3220" y="1575"/>
                    <a:pt x="3076" y="0"/>
                    <a:pt x="3076"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3729075" y="0"/>
              <a:ext cx="604049" cy="5067270"/>
            </a:xfrm>
            <a:custGeom>
              <a:avLst/>
              <a:gdLst/>
              <a:ahLst/>
              <a:cxnLst/>
              <a:rect l="l" t="t" r="r" b="b"/>
              <a:pathLst>
                <a:path w="4079" h="36875" extrusionOk="0">
                  <a:moveTo>
                    <a:pt x="1003" y="0"/>
                  </a:moveTo>
                  <a:cubicBezTo>
                    <a:pt x="1003" y="0"/>
                    <a:pt x="860" y="1506"/>
                    <a:pt x="929" y="2721"/>
                  </a:cubicBezTo>
                  <a:cubicBezTo>
                    <a:pt x="1072" y="4009"/>
                    <a:pt x="1788" y="11169"/>
                    <a:pt x="2006" y="13248"/>
                  </a:cubicBezTo>
                  <a:cubicBezTo>
                    <a:pt x="2217" y="15321"/>
                    <a:pt x="2361" y="18042"/>
                    <a:pt x="2006" y="20121"/>
                  </a:cubicBezTo>
                  <a:cubicBezTo>
                    <a:pt x="1645" y="22194"/>
                    <a:pt x="1146" y="28426"/>
                    <a:pt x="860" y="30786"/>
                  </a:cubicBezTo>
                  <a:cubicBezTo>
                    <a:pt x="574" y="33151"/>
                    <a:pt x="1" y="36874"/>
                    <a:pt x="1" y="36874"/>
                  </a:cubicBezTo>
                  <a:lnTo>
                    <a:pt x="3649" y="36657"/>
                  </a:lnTo>
                  <a:cubicBezTo>
                    <a:pt x="3649" y="36657"/>
                    <a:pt x="3077" y="34938"/>
                    <a:pt x="3008" y="33650"/>
                  </a:cubicBezTo>
                  <a:cubicBezTo>
                    <a:pt x="2933" y="32361"/>
                    <a:pt x="3151" y="27567"/>
                    <a:pt x="3220" y="25705"/>
                  </a:cubicBezTo>
                  <a:cubicBezTo>
                    <a:pt x="3220" y="23844"/>
                    <a:pt x="3936" y="19548"/>
                    <a:pt x="4010" y="18260"/>
                  </a:cubicBezTo>
                  <a:cubicBezTo>
                    <a:pt x="4079" y="16971"/>
                    <a:pt x="3506" y="12532"/>
                    <a:pt x="3220" y="9955"/>
                  </a:cubicBezTo>
                  <a:cubicBezTo>
                    <a:pt x="2933" y="7303"/>
                    <a:pt x="2361" y="0"/>
                    <a:pt x="2361"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2944625" y="0"/>
              <a:ext cx="477574" cy="5000585"/>
            </a:xfrm>
            <a:custGeom>
              <a:avLst/>
              <a:gdLst/>
              <a:ahLst/>
              <a:cxnLst/>
              <a:rect l="l" t="t" r="r" b="b"/>
              <a:pathLst>
                <a:path w="3225" h="33507" extrusionOk="0">
                  <a:moveTo>
                    <a:pt x="0" y="0"/>
                  </a:moveTo>
                  <a:cubicBezTo>
                    <a:pt x="0" y="0"/>
                    <a:pt x="286" y="6014"/>
                    <a:pt x="504" y="7377"/>
                  </a:cubicBezTo>
                  <a:cubicBezTo>
                    <a:pt x="790" y="8735"/>
                    <a:pt x="1862" y="11742"/>
                    <a:pt x="1936" y="13391"/>
                  </a:cubicBezTo>
                  <a:cubicBezTo>
                    <a:pt x="1936" y="14966"/>
                    <a:pt x="1146" y="21192"/>
                    <a:pt x="859" y="23197"/>
                  </a:cubicBezTo>
                  <a:cubicBezTo>
                    <a:pt x="573" y="25201"/>
                    <a:pt x="143" y="33077"/>
                    <a:pt x="143" y="33077"/>
                  </a:cubicBezTo>
                  <a:lnTo>
                    <a:pt x="2222" y="33506"/>
                  </a:lnTo>
                  <a:cubicBezTo>
                    <a:pt x="2222" y="33506"/>
                    <a:pt x="2148" y="27922"/>
                    <a:pt x="2222" y="25201"/>
                  </a:cubicBezTo>
                  <a:cubicBezTo>
                    <a:pt x="2366" y="22481"/>
                    <a:pt x="3225" y="13889"/>
                    <a:pt x="3082" y="12818"/>
                  </a:cubicBezTo>
                  <a:cubicBezTo>
                    <a:pt x="2864" y="11742"/>
                    <a:pt x="1718" y="7664"/>
                    <a:pt x="1506" y="6444"/>
                  </a:cubicBezTo>
                  <a:cubicBezTo>
                    <a:pt x="1363" y="5298"/>
                    <a:pt x="1363" y="0"/>
                    <a:pt x="1363"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2276150" y="0"/>
              <a:ext cx="668478" cy="5000587"/>
            </a:xfrm>
            <a:custGeom>
              <a:avLst/>
              <a:gdLst/>
              <a:ahLst/>
              <a:cxnLst/>
              <a:rect l="l" t="t" r="r" b="b"/>
              <a:pathLst>
                <a:path w="4514" h="34584" extrusionOk="0">
                  <a:moveTo>
                    <a:pt x="1364" y="0"/>
                  </a:moveTo>
                  <a:cubicBezTo>
                    <a:pt x="1364" y="0"/>
                    <a:pt x="1289" y="5372"/>
                    <a:pt x="1289" y="7875"/>
                  </a:cubicBezTo>
                  <a:cubicBezTo>
                    <a:pt x="1289" y="8952"/>
                    <a:pt x="1364" y="10739"/>
                    <a:pt x="1432" y="12601"/>
                  </a:cubicBezTo>
                  <a:lnTo>
                    <a:pt x="934" y="12102"/>
                  </a:lnTo>
                  <a:lnTo>
                    <a:pt x="361" y="10384"/>
                  </a:lnTo>
                  <a:lnTo>
                    <a:pt x="287" y="10384"/>
                  </a:lnTo>
                  <a:lnTo>
                    <a:pt x="791" y="11885"/>
                  </a:lnTo>
                  <a:lnTo>
                    <a:pt x="144" y="11386"/>
                  </a:lnTo>
                  <a:lnTo>
                    <a:pt x="0" y="11530"/>
                  </a:lnTo>
                  <a:lnTo>
                    <a:pt x="1507" y="12962"/>
                  </a:lnTo>
                  <a:cubicBezTo>
                    <a:pt x="1576" y="15321"/>
                    <a:pt x="1650" y="17687"/>
                    <a:pt x="1576" y="18615"/>
                  </a:cubicBezTo>
                  <a:cubicBezTo>
                    <a:pt x="1507" y="20407"/>
                    <a:pt x="1289" y="26776"/>
                    <a:pt x="1003" y="29428"/>
                  </a:cubicBezTo>
                  <a:cubicBezTo>
                    <a:pt x="791" y="32006"/>
                    <a:pt x="218" y="34583"/>
                    <a:pt x="218" y="34583"/>
                  </a:cubicBezTo>
                  <a:lnTo>
                    <a:pt x="3580" y="34010"/>
                  </a:lnTo>
                  <a:cubicBezTo>
                    <a:pt x="3007" y="33294"/>
                    <a:pt x="2652" y="31003"/>
                    <a:pt x="2578" y="29142"/>
                  </a:cubicBezTo>
                  <a:cubicBezTo>
                    <a:pt x="2509" y="27280"/>
                    <a:pt x="2939" y="20476"/>
                    <a:pt x="2939" y="19044"/>
                  </a:cubicBezTo>
                  <a:lnTo>
                    <a:pt x="2939" y="18758"/>
                  </a:lnTo>
                  <a:lnTo>
                    <a:pt x="4514" y="17257"/>
                  </a:lnTo>
                  <a:lnTo>
                    <a:pt x="4371" y="17040"/>
                  </a:lnTo>
                  <a:lnTo>
                    <a:pt x="2939" y="18403"/>
                  </a:lnTo>
                  <a:cubicBezTo>
                    <a:pt x="2939" y="16255"/>
                    <a:pt x="3007" y="11026"/>
                    <a:pt x="2939" y="7875"/>
                  </a:cubicBezTo>
                  <a:cubicBezTo>
                    <a:pt x="2864" y="6948"/>
                    <a:pt x="2864" y="5945"/>
                    <a:pt x="2864" y="5012"/>
                  </a:cubicBezTo>
                  <a:lnTo>
                    <a:pt x="4514" y="3368"/>
                  </a:lnTo>
                  <a:lnTo>
                    <a:pt x="4371" y="3225"/>
                  </a:lnTo>
                  <a:lnTo>
                    <a:pt x="2864" y="4657"/>
                  </a:lnTo>
                  <a:cubicBezTo>
                    <a:pt x="2864" y="2148"/>
                    <a:pt x="2939" y="0"/>
                    <a:pt x="2939"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 name="Google Shape;21;p2"/>
          <p:cNvGrpSpPr/>
          <p:nvPr/>
        </p:nvGrpSpPr>
        <p:grpSpPr>
          <a:xfrm>
            <a:off x="648049" y="390807"/>
            <a:ext cx="2212648" cy="2641814"/>
            <a:chOff x="780000" y="2087625"/>
            <a:chExt cx="1580350" cy="1886875"/>
          </a:xfrm>
        </p:grpSpPr>
        <p:sp>
          <p:nvSpPr>
            <p:cNvPr id="22" name="Google Shape;22;p2"/>
            <p:cNvSpPr/>
            <p:nvPr/>
          </p:nvSpPr>
          <p:spPr>
            <a:xfrm>
              <a:off x="2343425" y="3858675"/>
              <a:ext cx="3300" cy="30550"/>
            </a:xfrm>
            <a:custGeom>
              <a:avLst/>
              <a:gdLst/>
              <a:ahLst/>
              <a:cxnLst/>
              <a:rect l="l" t="t" r="r" b="b"/>
              <a:pathLst>
                <a:path w="132" h="1222" extrusionOk="0">
                  <a:moveTo>
                    <a:pt x="1" y="0"/>
                  </a:moveTo>
                  <a:lnTo>
                    <a:pt x="1" y="545"/>
                  </a:lnTo>
                  <a:lnTo>
                    <a:pt x="1" y="1221"/>
                  </a:lnTo>
                  <a:cubicBezTo>
                    <a:pt x="131" y="1221"/>
                    <a:pt x="131" y="949"/>
                    <a:pt x="131" y="545"/>
                  </a:cubicBezTo>
                  <a:cubicBezTo>
                    <a:pt x="131" y="273"/>
                    <a:pt x="131"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2329800" y="3872300"/>
              <a:ext cx="30550" cy="3300"/>
            </a:xfrm>
            <a:custGeom>
              <a:avLst/>
              <a:gdLst/>
              <a:ahLst/>
              <a:cxnLst/>
              <a:rect l="l" t="t" r="r" b="b"/>
              <a:pathLst>
                <a:path w="1222" h="132" extrusionOk="0">
                  <a:moveTo>
                    <a:pt x="1" y="0"/>
                  </a:moveTo>
                  <a:cubicBezTo>
                    <a:pt x="1" y="131"/>
                    <a:pt x="273" y="131"/>
                    <a:pt x="546" y="131"/>
                  </a:cubicBezTo>
                  <a:cubicBezTo>
                    <a:pt x="949" y="131"/>
                    <a:pt x="1221" y="131"/>
                    <a:pt x="12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2333075" y="3861950"/>
              <a:ext cx="27275" cy="20450"/>
            </a:xfrm>
            <a:custGeom>
              <a:avLst/>
              <a:gdLst/>
              <a:ahLst/>
              <a:cxnLst/>
              <a:rect l="l" t="t" r="r" b="b"/>
              <a:pathLst>
                <a:path w="1091" h="818" extrusionOk="0">
                  <a:moveTo>
                    <a:pt x="1090" y="0"/>
                  </a:moveTo>
                  <a:cubicBezTo>
                    <a:pt x="960" y="0"/>
                    <a:pt x="818" y="142"/>
                    <a:pt x="545" y="414"/>
                  </a:cubicBezTo>
                  <a:cubicBezTo>
                    <a:pt x="818" y="273"/>
                    <a:pt x="1090" y="0"/>
                    <a:pt x="1090" y="0"/>
                  </a:cubicBezTo>
                  <a:close/>
                  <a:moveTo>
                    <a:pt x="545" y="414"/>
                  </a:moveTo>
                  <a:cubicBezTo>
                    <a:pt x="273" y="545"/>
                    <a:pt x="1" y="818"/>
                    <a:pt x="1" y="818"/>
                  </a:cubicBezTo>
                  <a:cubicBezTo>
                    <a:pt x="142" y="818"/>
                    <a:pt x="273" y="687"/>
                    <a:pt x="545" y="41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2336625" y="3858675"/>
              <a:ext cx="20450" cy="28125"/>
            </a:xfrm>
            <a:custGeom>
              <a:avLst/>
              <a:gdLst/>
              <a:ahLst/>
              <a:cxnLst/>
              <a:rect l="l" t="t" r="r" b="b"/>
              <a:pathLst>
                <a:path w="818" h="1125" extrusionOk="0">
                  <a:moveTo>
                    <a:pt x="0" y="0"/>
                  </a:moveTo>
                  <a:cubicBezTo>
                    <a:pt x="0" y="131"/>
                    <a:pt x="131" y="404"/>
                    <a:pt x="273" y="676"/>
                  </a:cubicBezTo>
                  <a:cubicBezTo>
                    <a:pt x="497" y="900"/>
                    <a:pt x="625" y="1124"/>
                    <a:pt x="663" y="1124"/>
                  </a:cubicBezTo>
                  <a:cubicBezTo>
                    <a:pt x="672" y="1124"/>
                    <a:pt x="676" y="1114"/>
                    <a:pt x="676" y="1090"/>
                  </a:cubicBezTo>
                  <a:cubicBezTo>
                    <a:pt x="818" y="1090"/>
                    <a:pt x="676" y="818"/>
                    <a:pt x="403" y="545"/>
                  </a:cubicBezTo>
                  <a:cubicBezTo>
                    <a:pt x="273" y="273"/>
                    <a:pt x="0"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2030100" y="3787025"/>
              <a:ext cx="3275" cy="30800"/>
            </a:xfrm>
            <a:custGeom>
              <a:avLst/>
              <a:gdLst/>
              <a:ahLst/>
              <a:cxnLst/>
              <a:rect l="l" t="t" r="r" b="b"/>
              <a:pathLst>
                <a:path w="131" h="1232" extrusionOk="0">
                  <a:moveTo>
                    <a:pt x="131" y="0"/>
                  </a:moveTo>
                  <a:cubicBezTo>
                    <a:pt x="0" y="0"/>
                    <a:pt x="0" y="273"/>
                    <a:pt x="0" y="687"/>
                  </a:cubicBezTo>
                  <a:cubicBezTo>
                    <a:pt x="0" y="959"/>
                    <a:pt x="0" y="1232"/>
                    <a:pt x="131" y="1232"/>
                  </a:cubicBezTo>
                  <a:lnTo>
                    <a:pt x="131" y="687"/>
                  </a:lnTo>
                  <a:lnTo>
                    <a:pt x="13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2016475" y="3800625"/>
              <a:ext cx="30525" cy="3575"/>
            </a:xfrm>
            <a:custGeom>
              <a:avLst/>
              <a:gdLst/>
              <a:ahLst/>
              <a:cxnLst/>
              <a:rect l="l" t="t" r="r" b="b"/>
              <a:pathLst>
                <a:path w="1221" h="143" extrusionOk="0">
                  <a:moveTo>
                    <a:pt x="676" y="1"/>
                  </a:moveTo>
                  <a:cubicBezTo>
                    <a:pt x="273" y="1"/>
                    <a:pt x="0" y="1"/>
                    <a:pt x="0" y="143"/>
                  </a:cubicBezTo>
                  <a:lnTo>
                    <a:pt x="1221" y="143"/>
                  </a:lnTo>
                  <a:cubicBezTo>
                    <a:pt x="1221" y="1"/>
                    <a:pt x="948" y="1"/>
                    <a:pt x="6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2019750" y="3790550"/>
              <a:ext cx="27250" cy="21325"/>
            </a:xfrm>
            <a:custGeom>
              <a:avLst/>
              <a:gdLst/>
              <a:ahLst/>
              <a:cxnLst/>
              <a:rect l="l" t="t" r="r" b="b"/>
              <a:pathLst>
                <a:path w="1090" h="853" extrusionOk="0">
                  <a:moveTo>
                    <a:pt x="1090" y="1"/>
                  </a:moveTo>
                  <a:cubicBezTo>
                    <a:pt x="1090" y="1"/>
                    <a:pt x="817" y="132"/>
                    <a:pt x="545" y="404"/>
                  </a:cubicBezTo>
                  <a:cubicBezTo>
                    <a:pt x="272" y="676"/>
                    <a:pt x="0" y="818"/>
                    <a:pt x="142" y="818"/>
                  </a:cubicBezTo>
                  <a:cubicBezTo>
                    <a:pt x="142" y="842"/>
                    <a:pt x="151" y="853"/>
                    <a:pt x="168" y="853"/>
                  </a:cubicBezTo>
                  <a:cubicBezTo>
                    <a:pt x="243" y="853"/>
                    <a:pt x="465" y="652"/>
                    <a:pt x="687" y="546"/>
                  </a:cubicBezTo>
                  <a:cubicBezTo>
                    <a:pt x="959" y="273"/>
                    <a:pt x="1090" y="1"/>
                    <a:pt x="1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2023275" y="3789575"/>
              <a:ext cx="20475" cy="28250"/>
            </a:xfrm>
            <a:custGeom>
              <a:avLst/>
              <a:gdLst/>
              <a:ahLst/>
              <a:cxnLst/>
              <a:rect l="l" t="t" r="r" b="b"/>
              <a:pathLst>
                <a:path w="819" h="1130" extrusionOk="0">
                  <a:moveTo>
                    <a:pt x="27" y="1"/>
                  </a:moveTo>
                  <a:cubicBezTo>
                    <a:pt x="10" y="1"/>
                    <a:pt x="1" y="13"/>
                    <a:pt x="1" y="40"/>
                  </a:cubicBezTo>
                  <a:lnTo>
                    <a:pt x="273" y="585"/>
                  </a:lnTo>
                  <a:cubicBezTo>
                    <a:pt x="546" y="857"/>
                    <a:pt x="676" y="1130"/>
                    <a:pt x="818" y="1130"/>
                  </a:cubicBezTo>
                  <a:cubicBezTo>
                    <a:pt x="818" y="988"/>
                    <a:pt x="676" y="857"/>
                    <a:pt x="404" y="443"/>
                  </a:cubicBezTo>
                  <a:cubicBezTo>
                    <a:pt x="298" y="222"/>
                    <a:pt x="99"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2186750" y="3943675"/>
              <a:ext cx="3300" cy="30825"/>
            </a:xfrm>
            <a:custGeom>
              <a:avLst/>
              <a:gdLst/>
              <a:ahLst/>
              <a:cxnLst/>
              <a:rect l="l" t="t" r="r" b="b"/>
              <a:pathLst>
                <a:path w="132" h="1233" extrusionOk="0">
                  <a:moveTo>
                    <a:pt x="1" y="1"/>
                  </a:moveTo>
                  <a:lnTo>
                    <a:pt x="1" y="546"/>
                  </a:lnTo>
                  <a:lnTo>
                    <a:pt x="1" y="1232"/>
                  </a:lnTo>
                  <a:cubicBezTo>
                    <a:pt x="132" y="1232"/>
                    <a:pt x="132" y="960"/>
                    <a:pt x="132" y="546"/>
                  </a:cubicBezTo>
                  <a:cubicBezTo>
                    <a:pt x="132" y="273"/>
                    <a:pt x="132"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2173125" y="3957300"/>
              <a:ext cx="30550" cy="3575"/>
            </a:xfrm>
            <a:custGeom>
              <a:avLst/>
              <a:gdLst/>
              <a:ahLst/>
              <a:cxnLst/>
              <a:rect l="l" t="t" r="r" b="b"/>
              <a:pathLst>
                <a:path w="1222" h="143" extrusionOk="0">
                  <a:moveTo>
                    <a:pt x="1" y="1"/>
                  </a:moveTo>
                  <a:cubicBezTo>
                    <a:pt x="1" y="142"/>
                    <a:pt x="273" y="142"/>
                    <a:pt x="546" y="142"/>
                  </a:cubicBezTo>
                  <a:cubicBezTo>
                    <a:pt x="949" y="142"/>
                    <a:pt x="1222" y="142"/>
                    <a:pt x="12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2176400" y="3947225"/>
              <a:ext cx="27275" cy="20450"/>
            </a:xfrm>
            <a:custGeom>
              <a:avLst/>
              <a:gdLst/>
              <a:ahLst/>
              <a:cxnLst/>
              <a:rect l="l" t="t" r="r" b="b"/>
              <a:pathLst>
                <a:path w="1091" h="818" extrusionOk="0">
                  <a:moveTo>
                    <a:pt x="1091" y="1"/>
                  </a:moveTo>
                  <a:cubicBezTo>
                    <a:pt x="960" y="1"/>
                    <a:pt x="818" y="131"/>
                    <a:pt x="546" y="404"/>
                  </a:cubicBezTo>
                  <a:cubicBezTo>
                    <a:pt x="818" y="273"/>
                    <a:pt x="1091" y="1"/>
                    <a:pt x="1091" y="1"/>
                  </a:cubicBezTo>
                  <a:close/>
                  <a:moveTo>
                    <a:pt x="546" y="404"/>
                  </a:moveTo>
                  <a:lnTo>
                    <a:pt x="546" y="404"/>
                  </a:lnTo>
                  <a:cubicBezTo>
                    <a:pt x="273" y="545"/>
                    <a:pt x="1" y="818"/>
                    <a:pt x="1" y="818"/>
                  </a:cubicBezTo>
                  <a:cubicBezTo>
                    <a:pt x="142" y="818"/>
                    <a:pt x="273" y="676"/>
                    <a:pt x="546" y="40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2179950" y="3943675"/>
              <a:ext cx="20450" cy="28250"/>
            </a:xfrm>
            <a:custGeom>
              <a:avLst/>
              <a:gdLst/>
              <a:ahLst/>
              <a:cxnLst/>
              <a:rect l="l" t="t" r="r" b="b"/>
              <a:pathLst>
                <a:path w="818" h="1130" extrusionOk="0">
                  <a:moveTo>
                    <a:pt x="0" y="1"/>
                  </a:moveTo>
                  <a:cubicBezTo>
                    <a:pt x="0" y="143"/>
                    <a:pt x="131" y="415"/>
                    <a:pt x="273" y="687"/>
                  </a:cubicBezTo>
                  <a:cubicBezTo>
                    <a:pt x="494" y="908"/>
                    <a:pt x="622" y="1129"/>
                    <a:pt x="662" y="1129"/>
                  </a:cubicBezTo>
                  <a:cubicBezTo>
                    <a:pt x="672" y="1129"/>
                    <a:pt x="676" y="1117"/>
                    <a:pt x="676" y="1091"/>
                  </a:cubicBezTo>
                  <a:cubicBezTo>
                    <a:pt x="818" y="1091"/>
                    <a:pt x="676" y="818"/>
                    <a:pt x="404" y="546"/>
                  </a:cubicBezTo>
                  <a:cubicBezTo>
                    <a:pt x="131" y="273"/>
                    <a:pt x="0" y="1"/>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889000" y="3695200"/>
              <a:ext cx="3575" cy="30525"/>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872100" y="3708825"/>
              <a:ext cx="34075" cy="327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878925" y="3698450"/>
              <a:ext cx="27250" cy="21475"/>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878925" y="3697625"/>
              <a:ext cx="20450" cy="28100"/>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1188700" y="2594975"/>
              <a:ext cx="6850" cy="34075"/>
            </a:xfrm>
            <a:custGeom>
              <a:avLst/>
              <a:gdLst/>
              <a:ahLst/>
              <a:cxnLst/>
              <a:rect l="l" t="t" r="r" b="b"/>
              <a:pathLst>
                <a:path w="274" h="1363" extrusionOk="0">
                  <a:moveTo>
                    <a:pt x="143" y="0"/>
                  </a:moveTo>
                  <a:cubicBezTo>
                    <a:pt x="143" y="0"/>
                    <a:pt x="1" y="273"/>
                    <a:pt x="1" y="687"/>
                  </a:cubicBezTo>
                  <a:cubicBezTo>
                    <a:pt x="1" y="1090"/>
                    <a:pt x="143" y="1362"/>
                    <a:pt x="143" y="1362"/>
                  </a:cubicBezTo>
                  <a:cubicBezTo>
                    <a:pt x="143" y="1362"/>
                    <a:pt x="273" y="1090"/>
                    <a:pt x="273" y="687"/>
                  </a:cubicBezTo>
                  <a:cubicBezTo>
                    <a:pt x="273" y="273"/>
                    <a:pt x="143" y="0"/>
                    <a:pt x="1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1175100" y="2608600"/>
              <a:ext cx="34075" cy="3550"/>
            </a:xfrm>
            <a:custGeom>
              <a:avLst/>
              <a:gdLst/>
              <a:ahLst/>
              <a:cxnLst/>
              <a:rect l="l" t="t" r="r" b="b"/>
              <a:pathLst>
                <a:path w="1363" h="142" extrusionOk="0">
                  <a:moveTo>
                    <a:pt x="687" y="0"/>
                  </a:moveTo>
                  <a:cubicBezTo>
                    <a:pt x="272" y="0"/>
                    <a:pt x="0" y="142"/>
                    <a:pt x="0" y="142"/>
                  </a:cubicBezTo>
                  <a:lnTo>
                    <a:pt x="1362" y="142"/>
                  </a:lnTo>
                  <a:cubicBezTo>
                    <a:pt x="1362" y="142"/>
                    <a:pt x="109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1181900" y="2598500"/>
              <a:ext cx="24000" cy="23725"/>
            </a:xfrm>
            <a:custGeom>
              <a:avLst/>
              <a:gdLst/>
              <a:ahLst/>
              <a:cxnLst/>
              <a:rect l="l" t="t" r="r" b="b"/>
              <a:pathLst>
                <a:path w="960" h="949" extrusionOk="0">
                  <a:moveTo>
                    <a:pt x="960" y="1"/>
                  </a:moveTo>
                  <a:cubicBezTo>
                    <a:pt x="960" y="1"/>
                    <a:pt x="687" y="132"/>
                    <a:pt x="415" y="404"/>
                  </a:cubicBezTo>
                  <a:cubicBezTo>
                    <a:pt x="142" y="676"/>
                    <a:pt x="0" y="818"/>
                    <a:pt x="0" y="949"/>
                  </a:cubicBezTo>
                  <a:cubicBezTo>
                    <a:pt x="0" y="949"/>
                    <a:pt x="273" y="818"/>
                    <a:pt x="545" y="546"/>
                  </a:cubicBezTo>
                  <a:cubicBezTo>
                    <a:pt x="818" y="273"/>
                    <a:pt x="960" y="132"/>
                    <a:pt x="9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1181900" y="2598500"/>
              <a:ext cx="20450" cy="27275"/>
            </a:xfrm>
            <a:custGeom>
              <a:avLst/>
              <a:gdLst/>
              <a:ahLst/>
              <a:cxnLst/>
              <a:rect l="l" t="t" r="r" b="b"/>
              <a:pathLst>
                <a:path w="818" h="1091" extrusionOk="0">
                  <a:moveTo>
                    <a:pt x="0" y="1"/>
                  </a:moveTo>
                  <a:cubicBezTo>
                    <a:pt x="0" y="1"/>
                    <a:pt x="142" y="273"/>
                    <a:pt x="415" y="546"/>
                  </a:cubicBezTo>
                  <a:cubicBezTo>
                    <a:pt x="545" y="818"/>
                    <a:pt x="818" y="1091"/>
                    <a:pt x="818" y="1091"/>
                  </a:cubicBezTo>
                  <a:lnTo>
                    <a:pt x="545" y="546"/>
                  </a:lnTo>
                  <a:cubicBezTo>
                    <a:pt x="273" y="132"/>
                    <a:pt x="142" y="1"/>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793625" y="2629025"/>
              <a:ext cx="3575" cy="30800"/>
            </a:xfrm>
            <a:custGeom>
              <a:avLst/>
              <a:gdLst/>
              <a:ahLst/>
              <a:cxnLst/>
              <a:rect l="l" t="t" r="r" b="b"/>
              <a:pathLst>
                <a:path w="143" h="1232" extrusionOk="0">
                  <a:moveTo>
                    <a:pt x="142" y="0"/>
                  </a:moveTo>
                  <a:cubicBezTo>
                    <a:pt x="1" y="0"/>
                    <a:pt x="1" y="273"/>
                    <a:pt x="1" y="687"/>
                  </a:cubicBezTo>
                  <a:cubicBezTo>
                    <a:pt x="1" y="960"/>
                    <a:pt x="1" y="1232"/>
                    <a:pt x="142" y="1232"/>
                  </a:cubicBezTo>
                  <a:lnTo>
                    <a:pt x="142" y="687"/>
                  </a:lnTo>
                  <a:lnTo>
                    <a:pt x="1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780000" y="2642650"/>
              <a:ext cx="34100" cy="3575"/>
            </a:xfrm>
            <a:custGeom>
              <a:avLst/>
              <a:gdLst/>
              <a:ahLst/>
              <a:cxnLst/>
              <a:rect l="l" t="t" r="r" b="b"/>
              <a:pathLst>
                <a:path w="1364" h="143" extrusionOk="0">
                  <a:moveTo>
                    <a:pt x="687" y="0"/>
                  </a:moveTo>
                  <a:cubicBezTo>
                    <a:pt x="273" y="0"/>
                    <a:pt x="1" y="0"/>
                    <a:pt x="1" y="142"/>
                  </a:cubicBezTo>
                  <a:lnTo>
                    <a:pt x="1363" y="142"/>
                  </a:lnTo>
                  <a:cubicBezTo>
                    <a:pt x="1363" y="0"/>
                    <a:pt x="96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783550" y="2632575"/>
              <a:ext cx="27275" cy="21325"/>
            </a:xfrm>
            <a:custGeom>
              <a:avLst/>
              <a:gdLst/>
              <a:ahLst/>
              <a:cxnLst/>
              <a:rect l="l" t="t" r="r" b="b"/>
              <a:pathLst>
                <a:path w="1091" h="853" extrusionOk="0">
                  <a:moveTo>
                    <a:pt x="1090" y="0"/>
                  </a:moveTo>
                  <a:cubicBezTo>
                    <a:pt x="1090" y="0"/>
                    <a:pt x="818" y="131"/>
                    <a:pt x="545" y="403"/>
                  </a:cubicBezTo>
                  <a:cubicBezTo>
                    <a:pt x="273" y="545"/>
                    <a:pt x="1" y="818"/>
                    <a:pt x="131" y="818"/>
                  </a:cubicBezTo>
                  <a:cubicBezTo>
                    <a:pt x="131" y="842"/>
                    <a:pt x="141" y="852"/>
                    <a:pt x="158" y="852"/>
                  </a:cubicBezTo>
                  <a:cubicBezTo>
                    <a:pt x="232" y="852"/>
                    <a:pt x="454" y="652"/>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786825" y="2631600"/>
              <a:ext cx="20450" cy="28225"/>
            </a:xfrm>
            <a:custGeom>
              <a:avLst/>
              <a:gdLst/>
              <a:ahLst/>
              <a:cxnLst/>
              <a:rect l="l" t="t" r="r" b="b"/>
              <a:pathLst>
                <a:path w="818" h="1129" extrusionOk="0">
                  <a:moveTo>
                    <a:pt x="27" y="0"/>
                  </a:moveTo>
                  <a:cubicBezTo>
                    <a:pt x="10" y="0"/>
                    <a:pt x="0" y="12"/>
                    <a:pt x="0" y="39"/>
                  </a:cubicBezTo>
                  <a:lnTo>
                    <a:pt x="273" y="584"/>
                  </a:lnTo>
                  <a:cubicBezTo>
                    <a:pt x="545" y="857"/>
                    <a:pt x="687" y="1129"/>
                    <a:pt x="818" y="1129"/>
                  </a:cubicBezTo>
                  <a:cubicBezTo>
                    <a:pt x="818" y="987"/>
                    <a:pt x="687" y="715"/>
                    <a:pt x="414" y="442"/>
                  </a:cubicBezTo>
                  <a:cubicBezTo>
                    <a:pt x="300" y="221"/>
                    <a:pt x="99"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997975" y="2870975"/>
              <a:ext cx="3575" cy="34075"/>
            </a:xfrm>
            <a:custGeom>
              <a:avLst/>
              <a:gdLst/>
              <a:ahLst/>
              <a:cxnLst/>
              <a:rect l="l" t="t" r="r" b="b"/>
              <a:pathLst>
                <a:path w="143" h="1363" extrusionOk="0">
                  <a:moveTo>
                    <a:pt x="143" y="0"/>
                  </a:moveTo>
                  <a:cubicBezTo>
                    <a:pt x="1" y="0"/>
                    <a:pt x="1" y="273"/>
                    <a:pt x="1" y="676"/>
                  </a:cubicBezTo>
                  <a:cubicBezTo>
                    <a:pt x="1" y="1090"/>
                    <a:pt x="1" y="1363"/>
                    <a:pt x="143" y="1363"/>
                  </a:cubicBezTo>
                  <a:lnTo>
                    <a:pt x="143" y="676"/>
                  </a:lnTo>
                  <a:lnTo>
                    <a:pt x="1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984350" y="2884600"/>
              <a:ext cx="34100" cy="3300"/>
            </a:xfrm>
            <a:custGeom>
              <a:avLst/>
              <a:gdLst/>
              <a:ahLst/>
              <a:cxnLst/>
              <a:rect l="l" t="t" r="r" b="b"/>
              <a:pathLst>
                <a:path w="1364" h="132" extrusionOk="0">
                  <a:moveTo>
                    <a:pt x="688" y="0"/>
                  </a:moveTo>
                  <a:cubicBezTo>
                    <a:pt x="273" y="0"/>
                    <a:pt x="1" y="131"/>
                    <a:pt x="1" y="131"/>
                  </a:cubicBezTo>
                  <a:lnTo>
                    <a:pt x="1363" y="131"/>
                  </a:lnTo>
                  <a:cubicBezTo>
                    <a:pt x="1363" y="131"/>
                    <a:pt x="960" y="0"/>
                    <a:pt x="6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987900" y="2874250"/>
              <a:ext cx="27275" cy="24000"/>
            </a:xfrm>
            <a:custGeom>
              <a:avLst/>
              <a:gdLst/>
              <a:ahLst/>
              <a:cxnLst/>
              <a:rect l="l" t="t" r="r" b="b"/>
              <a:pathLst>
                <a:path w="1091" h="960" extrusionOk="0">
                  <a:moveTo>
                    <a:pt x="1090" y="0"/>
                  </a:moveTo>
                  <a:cubicBezTo>
                    <a:pt x="1090" y="0"/>
                    <a:pt x="818" y="142"/>
                    <a:pt x="546" y="414"/>
                  </a:cubicBezTo>
                  <a:cubicBezTo>
                    <a:pt x="273" y="687"/>
                    <a:pt x="1" y="818"/>
                    <a:pt x="131" y="959"/>
                  </a:cubicBezTo>
                  <a:cubicBezTo>
                    <a:pt x="131" y="959"/>
                    <a:pt x="404" y="818"/>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991175" y="2874250"/>
              <a:ext cx="20450" cy="27275"/>
            </a:xfrm>
            <a:custGeom>
              <a:avLst/>
              <a:gdLst/>
              <a:ahLst/>
              <a:cxnLst/>
              <a:rect l="l" t="t" r="r" b="b"/>
              <a:pathLst>
                <a:path w="818" h="1091" extrusionOk="0">
                  <a:moveTo>
                    <a:pt x="0" y="0"/>
                  </a:moveTo>
                  <a:lnTo>
                    <a:pt x="273" y="545"/>
                  </a:lnTo>
                  <a:cubicBezTo>
                    <a:pt x="545" y="818"/>
                    <a:pt x="687" y="1090"/>
                    <a:pt x="818" y="1090"/>
                  </a:cubicBezTo>
                  <a:cubicBezTo>
                    <a:pt x="818" y="1090"/>
                    <a:pt x="687" y="818"/>
                    <a:pt x="415" y="545"/>
                  </a:cubicBezTo>
                  <a:cubicBezTo>
                    <a:pt x="273" y="142"/>
                    <a:pt x="0"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1188700" y="3436350"/>
              <a:ext cx="3575" cy="30550"/>
            </a:xfrm>
            <a:custGeom>
              <a:avLst/>
              <a:gdLst/>
              <a:ahLst/>
              <a:cxnLst/>
              <a:rect l="l" t="t" r="r" b="b"/>
              <a:pathLst>
                <a:path w="143" h="1222" extrusionOk="0">
                  <a:moveTo>
                    <a:pt x="1" y="0"/>
                  </a:moveTo>
                  <a:lnTo>
                    <a:pt x="1" y="676"/>
                  </a:lnTo>
                  <a:lnTo>
                    <a:pt x="1" y="1221"/>
                  </a:lnTo>
                  <a:cubicBezTo>
                    <a:pt x="143" y="1221"/>
                    <a:pt x="143" y="949"/>
                    <a:pt x="143" y="676"/>
                  </a:cubicBezTo>
                  <a:cubicBezTo>
                    <a:pt x="143" y="273"/>
                    <a:pt x="143"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1175100" y="3449975"/>
              <a:ext cx="30800" cy="3300"/>
            </a:xfrm>
            <a:custGeom>
              <a:avLst/>
              <a:gdLst/>
              <a:ahLst/>
              <a:cxnLst/>
              <a:rect l="l" t="t" r="r" b="b"/>
              <a:pathLst>
                <a:path w="1232" h="132" extrusionOk="0">
                  <a:moveTo>
                    <a:pt x="545" y="0"/>
                  </a:moveTo>
                  <a:cubicBezTo>
                    <a:pt x="272" y="0"/>
                    <a:pt x="0" y="0"/>
                    <a:pt x="0" y="131"/>
                  </a:cubicBezTo>
                  <a:lnTo>
                    <a:pt x="1232" y="131"/>
                  </a:lnTo>
                  <a:cubicBezTo>
                    <a:pt x="1232" y="0"/>
                    <a:pt x="959" y="0"/>
                    <a:pt x="5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1178625" y="3439625"/>
              <a:ext cx="27275" cy="20450"/>
            </a:xfrm>
            <a:custGeom>
              <a:avLst/>
              <a:gdLst/>
              <a:ahLst/>
              <a:cxnLst/>
              <a:rect l="l" t="t" r="r" b="b"/>
              <a:pathLst>
                <a:path w="1091" h="818" extrusionOk="0">
                  <a:moveTo>
                    <a:pt x="1091" y="0"/>
                  </a:moveTo>
                  <a:cubicBezTo>
                    <a:pt x="949" y="0"/>
                    <a:pt x="818" y="142"/>
                    <a:pt x="546" y="414"/>
                  </a:cubicBezTo>
                  <a:cubicBezTo>
                    <a:pt x="818" y="273"/>
                    <a:pt x="1091" y="0"/>
                    <a:pt x="1091" y="0"/>
                  </a:cubicBezTo>
                  <a:close/>
                  <a:moveTo>
                    <a:pt x="546" y="414"/>
                  </a:moveTo>
                  <a:lnTo>
                    <a:pt x="546" y="414"/>
                  </a:lnTo>
                  <a:cubicBezTo>
                    <a:pt x="273" y="545"/>
                    <a:pt x="1" y="818"/>
                    <a:pt x="1" y="818"/>
                  </a:cubicBezTo>
                  <a:cubicBezTo>
                    <a:pt x="131" y="818"/>
                    <a:pt x="273" y="687"/>
                    <a:pt x="546" y="41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1181900" y="3438775"/>
              <a:ext cx="20450" cy="25700"/>
            </a:xfrm>
            <a:custGeom>
              <a:avLst/>
              <a:gdLst/>
              <a:ahLst/>
              <a:cxnLst/>
              <a:rect l="l" t="t" r="r" b="b"/>
              <a:pathLst>
                <a:path w="818" h="1028" extrusionOk="0">
                  <a:moveTo>
                    <a:pt x="24" y="0"/>
                  </a:moveTo>
                  <a:cubicBezTo>
                    <a:pt x="9" y="0"/>
                    <a:pt x="0" y="11"/>
                    <a:pt x="0" y="34"/>
                  </a:cubicBezTo>
                  <a:lnTo>
                    <a:pt x="273" y="579"/>
                  </a:lnTo>
                  <a:cubicBezTo>
                    <a:pt x="497" y="803"/>
                    <a:pt x="633" y="1027"/>
                    <a:pt x="674" y="1027"/>
                  </a:cubicBezTo>
                  <a:cubicBezTo>
                    <a:pt x="683" y="1027"/>
                    <a:pt x="687" y="1017"/>
                    <a:pt x="687" y="993"/>
                  </a:cubicBezTo>
                  <a:cubicBezTo>
                    <a:pt x="818" y="993"/>
                    <a:pt x="687" y="721"/>
                    <a:pt x="415" y="448"/>
                  </a:cubicBezTo>
                  <a:cubicBezTo>
                    <a:pt x="298" y="224"/>
                    <a:pt x="93" y="0"/>
                    <a:pt x="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1822200" y="2612125"/>
              <a:ext cx="3575" cy="34100"/>
            </a:xfrm>
            <a:custGeom>
              <a:avLst/>
              <a:gdLst/>
              <a:ahLst/>
              <a:cxnLst/>
              <a:rect l="l" t="t" r="r" b="b"/>
              <a:pathLst>
                <a:path w="143" h="1364" extrusionOk="0">
                  <a:moveTo>
                    <a:pt x="0" y="1"/>
                  </a:moveTo>
                  <a:lnTo>
                    <a:pt x="0" y="676"/>
                  </a:lnTo>
                  <a:lnTo>
                    <a:pt x="0" y="1363"/>
                  </a:lnTo>
                  <a:cubicBezTo>
                    <a:pt x="0" y="1363"/>
                    <a:pt x="142" y="1091"/>
                    <a:pt x="142" y="676"/>
                  </a:cubicBezTo>
                  <a:cubicBezTo>
                    <a:pt x="142" y="404"/>
                    <a:pt x="0" y="1"/>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1805300" y="2629025"/>
              <a:ext cx="34100" cy="3575"/>
            </a:xfrm>
            <a:custGeom>
              <a:avLst/>
              <a:gdLst/>
              <a:ahLst/>
              <a:cxnLst/>
              <a:rect l="l" t="t" r="r" b="b"/>
              <a:pathLst>
                <a:path w="1364" h="143" extrusionOk="0">
                  <a:moveTo>
                    <a:pt x="1" y="0"/>
                  </a:moveTo>
                  <a:cubicBezTo>
                    <a:pt x="1" y="142"/>
                    <a:pt x="273" y="142"/>
                    <a:pt x="676" y="142"/>
                  </a:cubicBezTo>
                  <a:cubicBezTo>
                    <a:pt x="1091" y="142"/>
                    <a:pt x="1363" y="142"/>
                    <a:pt x="13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1812125" y="2617950"/>
              <a:ext cx="27275" cy="21450"/>
            </a:xfrm>
            <a:custGeom>
              <a:avLst/>
              <a:gdLst/>
              <a:ahLst/>
              <a:cxnLst/>
              <a:rect l="l" t="t" r="r" b="b"/>
              <a:pathLst>
                <a:path w="1091" h="858" extrusionOk="0">
                  <a:moveTo>
                    <a:pt x="919" y="0"/>
                  </a:moveTo>
                  <a:cubicBezTo>
                    <a:pt x="841" y="0"/>
                    <a:pt x="622" y="199"/>
                    <a:pt x="403" y="313"/>
                  </a:cubicBezTo>
                  <a:cubicBezTo>
                    <a:pt x="131" y="585"/>
                    <a:pt x="0" y="858"/>
                    <a:pt x="0" y="858"/>
                  </a:cubicBezTo>
                  <a:cubicBezTo>
                    <a:pt x="0" y="858"/>
                    <a:pt x="273" y="716"/>
                    <a:pt x="545" y="443"/>
                  </a:cubicBezTo>
                  <a:cubicBezTo>
                    <a:pt x="818" y="313"/>
                    <a:pt x="1090" y="40"/>
                    <a:pt x="948" y="40"/>
                  </a:cubicBezTo>
                  <a:cubicBezTo>
                    <a:pt x="948" y="12"/>
                    <a:pt x="938" y="0"/>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1812125" y="2615400"/>
              <a:ext cx="20450" cy="27275"/>
            </a:xfrm>
            <a:custGeom>
              <a:avLst/>
              <a:gdLst/>
              <a:ahLst/>
              <a:cxnLst/>
              <a:rect l="l" t="t" r="r" b="b"/>
              <a:pathLst>
                <a:path w="818" h="1091" extrusionOk="0">
                  <a:moveTo>
                    <a:pt x="131" y="0"/>
                  </a:moveTo>
                  <a:lnTo>
                    <a:pt x="131" y="0"/>
                  </a:lnTo>
                  <a:cubicBezTo>
                    <a:pt x="0" y="142"/>
                    <a:pt x="131" y="273"/>
                    <a:pt x="403" y="687"/>
                  </a:cubicBezTo>
                  <a:cubicBezTo>
                    <a:pt x="545" y="960"/>
                    <a:pt x="818" y="1090"/>
                    <a:pt x="818" y="1090"/>
                  </a:cubicBezTo>
                  <a:lnTo>
                    <a:pt x="545" y="545"/>
                  </a:lnTo>
                  <a:cubicBezTo>
                    <a:pt x="273" y="273"/>
                    <a:pt x="131" y="1"/>
                    <a:pt x="1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1835825" y="3453250"/>
              <a:ext cx="3575" cy="30800"/>
            </a:xfrm>
            <a:custGeom>
              <a:avLst/>
              <a:gdLst/>
              <a:ahLst/>
              <a:cxnLst/>
              <a:rect l="l" t="t" r="r" b="b"/>
              <a:pathLst>
                <a:path w="143" h="1232" extrusionOk="0">
                  <a:moveTo>
                    <a:pt x="142" y="0"/>
                  </a:moveTo>
                  <a:cubicBezTo>
                    <a:pt x="142" y="0"/>
                    <a:pt x="0" y="273"/>
                    <a:pt x="0" y="545"/>
                  </a:cubicBezTo>
                  <a:cubicBezTo>
                    <a:pt x="0" y="959"/>
                    <a:pt x="142" y="1232"/>
                    <a:pt x="142" y="1232"/>
                  </a:cubicBezTo>
                  <a:lnTo>
                    <a:pt x="142" y="545"/>
                  </a:lnTo>
                  <a:lnTo>
                    <a:pt x="1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1822200" y="3466875"/>
              <a:ext cx="34075" cy="3550"/>
            </a:xfrm>
            <a:custGeom>
              <a:avLst/>
              <a:gdLst/>
              <a:ahLst/>
              <a:cxnLst/>
              <a:rect l="l" t="t" r="r" b="b"/>
              <a:pathLst>
                <a:path w="1363" h="142" extrusionOk="0">
                  <a:moveTo>
                    <a:pt x="0" y="0"/>
                  </a:moveTo>
                  <a:cubicBezTo>
                    <a:pt x="0" y="142"/>
                    <a:pt x="273" y="142"/>
                    <a:pt x="687" y="142"/>
                  </a:cubicBezTo>
                  <a:cubicBezTo>
                    <a:pt x="1090" y="142"/>
                    <a:pt x="1363" y="142"/>
                    <a:pt x="13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1829000" y="3455800"/>
              <a:ext cx="24000" cy="21450"/>
            </a:xfrm>
            <a:custGeom>
              <a:avLst/>
              <a:gdLst/>
              <a:ahLst/>
              <a:cxnLst/>
              <a:rect l="l" t="t" r="r" b="b"/>
              <a:pathLst>
                <a:path w="960" h="858" extrusionOk="0">
                  <a:moveTo>
                    <a:pt x="931" y="0"/>
                  </a:moveTo>
                  <a:cubicBezTo>
                    <a:pt x="853" y="0"/>
                    <a:pt x="634" y="198"/>
                    <a:pt x="415" y="312"/>
                  </a:cubicBezTo>
                  <a:cubicBezTo>
                    <a:pt x="143" y="585"/>
                    <a:pt x="1" y="857"/>
                    <a:pt x="1" y="857"/>
                  </a:cubicBezTo>
                  <a:cubicBezTo>
                    <a:pt x="1" y="857"/>
                    <a:pt x="273" y="715"/>
                    <a:pt x="546" y="443"/>
                  </a:cubicBezTo>
                  <a:cubicBezTo>
                    <a:pt x="818" y="312"/>
                    <a:pt x="960" y="40"/>
                    <a:pt x="960" y="40"/>
                  </a:cubicBezTo>
                  <a:cubicBezTo>
                    <a:pt x="960" y="12"/>
                    <a:pt x="949" y="0"/>
                    <a:pt x="9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1829000" y="3453250"/>
              <a:ext cx="20475" cy="27250"/>
            </a:xfrm>
            <a:custGeom>
              <a:avLst/>
              <a:gdLst/>
              <a:ahLst/>
              <a:cxnLst/>
              <a:rect l="l" t="t" r="r" b="b"/>
              <a:pathLst>
                <a:path w="819" h="1090" extrusionOk="0">
                  <a:moveTo>
                    <a:pt x="1" y="0"/>
                  </a:moveTo>
                  <a:cubicBezTo>
                    <a:pt x="1" y="142"/>
                    <a:pt x="143" y="273"/>
                    <a:pt x="415" y="687"/>
                  </a:cubicBezTo>
                  <a:cubicBezTo>
                    <a:pt x="546" y="959"/>
                    <a:pt x="818" y="1090"/>
                    <a:pt x="818" y="1090"/>
                  </a:cubicBezTo>
                  <a:lnTo>
                    <a:pt x="546" y="545"/>
                  </a:lnTo>
                  <a:cubicBezTo>
                    <a:pt x="273" y="273"/>
                    <a:pt x="143"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1318125" y="2087625"/>
              <a:ext cx="3575" cy="34075"/>
            </a:xfrm>
            <a:custGeom>
              <a:avLst/>
              <a:gdLst/>
              <a:ahLst/>
              <a:cxnLst/>
              <a:rect l="l" t="t" r="r" b="b"/>
              <a:pathLst>
                <a:path w="143" h="1363" extrusionOk="0">
                  <a:moveTo>
                    <a:pt x="1" y="1"/>
                  </a:moveTo>
                  <a:lnTo>
                    <a:pt x="1" y="676"/>
                  </a:lnTo>
                  <a:lnTo>
                    <a:pt x="1" y="1363"/>
                  </a:lnTo>
                  <a:cubicBezTo>
                    <a:pt x="1" y="1363"/>
                    <a:pt x="143" y="1090"/>
                    <a:pt x="143" y="676"/>
                  </a:cubicBezTo>
                  <a:cubicBezTo>
                    <a:pt x="143" y="273"/>
                    <a:pt x="1"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1301250" y="2104525"/>
              <a:ext cx="34075" cy="3575"/>
            </a:xfrm>
            <a:custGeom>
              <a:avLst/>
              <a:gdLst/>
              <a:ahLst/>
              <a:cxnLst/>
              <a:rect l="l" t="t" r="r" b="b"/>
              <a:pathLst>
                <a:path w="1363" h="143" extrusionOk="0">
                  <a:moveTo>
                    <a:pt x="0" y="0"/>
                  </a:moveTo>
                  <a:cubicBezTo>
                    <a:pt x="0" y="0"/>
                    <a:pt x="273" y="142"/>
                    <a:pt x="676" y="142"/>
                  </a:cubicBezTo>
                  <a:cubicBezTo>
                    <a:pt x="1090" y="142"/>
                    <a:pt x="1362" y="0"/>
                    <a:pt x="13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1308050" y="2090900"/>
              <a:ext cx="27275" cy="24000"/>
            </a:xfrm>
            <a:custGeom>
              <a:avLst/>
              <a:gdLst/>
              <a:ahLst/>
              <a:cxnLst/>
              <a:rect l="l" t="t" r="r" b="b"/>
              <a:pathLst>
                <a:path w="1091" h="960" extrusionOk="0">
                  <a:moveTo>
                    <a:pt x="949" y="0"/>
                  </a:moveTo>
                  <a:cubicBezTo>
                    <a:pt x="949" y="0"/>
                    <a:pt x="676" y="142"/>
                    <a:pt x="404" y="415"/>
                  </a:cubicBezTo>
                  <a:cubicBezTo>
                    <a:pt x="131" y="687"/>
                    <a:pt x="1" y="959"/>
                    <a:pt x="1" y="959"/>
                  </a:cubicBezTo>
                  <a:cubicBezTo>
                    <a:pt x="1" y="959"/>
                    <a:pt x="273" y="818"/>
                    <a:pt x="546" y="545"/>
                  </a:cubicBezTo>
                  <a:cubicBezTo>
                    <a:pt x="818" y="273"/>
                    <a:pt x="1090" y="142"/>
                    <a:pt x="9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1308050" y="2090900"/>
              <a:ext cx="20450" cy="27275"/>
            </a:xfrm>
            <a:custGeom>
              <a:avLst/>
              <a:gdLst/>
              <a:ahLst/>
              <a:cxnLst/>
              <a:rect l="l" t="t" r="r" b="b"/>
              <a:pathLst>
                <a:path w="818" h="1091" extrusionOk="0">
                  <a:moveTo>
                    <a:pt x="131" y="0"/>
                  </a:moveTo>
                  <a:cubicBezTo>
                    <a:pt x="1" y="0"/>
                    <a:pt x="131" y="273"/>
                    <a:pt x="404" y="545"/>
                  </a:cubicBezTo>
                  <a:cubicBezTo>
                    <a:pt x="546" y="959"/>
                    <a:pt x="818" y="1090"/>
                    <a:pt x="818" y="1090"/>
                  </a:cubicBezTo>
                  <a:lnTo>
                    <a:pt x="546" y="545"/>
                  </a:lnTo>
                  <a:cubicBezTo>
                    <a:pt x="273" y="273"/>
                    <a:pt x="131" y="0"/>
                    <a:pt x="1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 name="Google Shape;66;p2"/>
          <p:cNvGrpSpPr/>
          <p:nvPr/>
        </p:nvGrpSpPr>
        <p:grpSpPr>
          <a:xfrm rot="5400000">
            <a:off x="6601649" y="-54468"/>
            <a:ext cx="2212648" cy="2641814"/>
            <a:chOff x="780000" y="2087625"/>
            <a:chExt cx="1580350" cy="1886875"/>
          </a:xfrm>
        </p:grpSpPr>
        <p:sp>
          <p:nvSpPr>
            <p:cNvPr id="67" name="Google Shape;67;p2"/>
            <p:cNvSpPr/>
            <p:nvPr/>
          </p:nvSpPr>
          <p:spPr>
            <a:xfrm>
              <a:off x="2343425" y="3858675"/>
              <a:ext cx="3300" cy="30550"/>
            </a:xfrm>
            <a:custGeom>
              <a:avLst/>
              <a:gdLst/>
              <a:ahLst/>
              <a:cxnLst/>
              <a:rect l="l" t="t" r="r" b="b"/>
              <a:pathLst>
                <a:path w="132" h="1222" extrusionOk="0">
                  <a:moveTo>
                    <a:pt x="1" y="0"/>
                  </a:moveTo>
                  <a:lnTo>
                    <a:pt x="1" y="545"/>
                  </a:lnTo>
                  <a:lnTo>
                    <a:pt x="1" y="1221"/>
                  </a:lnTo>
                  <a:cubicBezTo>
                    <a:pt x="131" y="1221"/>
                    <a:pt x="131" y="949"/>
                    <a:pt x="131" y="545"/>
                  </a:cubicBezTo>
                  <a:cubicBezTo>
                    <a:pt x="131" y="273"/>
                    <a:pt x="131"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2329800" y="3872300"/>
              <a:ext cx="30550" cy="3300"/>
            </a:xfrm>
            <a:custGeom>
              <a:avLst/>
              <a:gdLst/>
              <a:ahLst/>
              <a:cxnLst/>
              <a:rect l="l" t="t" r="r" b="b"/>
              <a:pathLst>
                <a:path w="1222" h="132" extrusionOk="0">
                  <a:moveTo>
                    <a:pt x="1" y="0"/>
                  </a:moveTo>
                  <a:cubicBezTo>
                    <a:pt x="1" y="131"/>
                    <a:pt x="273" y="131"/>
                    <a:pt x="546" y="131"/>
                  </a:cubicBezTo>
                  <a:cubicBezTo>
                    <a:pt x="949" y="131"/>
                    <a:pt x="1221" y="131"/>
                    <a:pt x="12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2333075" y="3861950"/>
              <a:ext cx="27275" cy="20450"/>
            </a:xfrm>
            <a:custGeom>
              <a:avLst/>
              <a:gdLst/>
              <a:ahLst/>
              <a:cxnLst/>
              <a:rect l="l" t="t" r="r" b="b"/>
              <a:pathLst>
                <a:path w="1091" h="818" extrusionOk="0">
                  <a:moveTo>
                    <a:pt x="1090" y="0"/>
                  </a:moveTo>
                  <a:cubicBezTo>
                    <a:pt x="960" y="0"/>
                    <a:pt x="818" y="142"/>
                    <a:pt x="545" y="414"/>
                  </a:cubicBezTo>
                  <a:cubicBezTo>
                    <a:pt x="818" y="273"/>
                    <a:pt x="1090" y="0"/>
                    <a:pt x="1090" y="0"/>
                  </a:cubicBezTo>
                  <a:close/>
                  <a:moveTo>
                    <a:pt x="545" y="414"/>
                  </a:moveTo>
                  <a:cubicBezTo>
                    <a:pt x="273" y="545"/>
                    <a:pt x="1" y="818"/>
                    <a:pt x="1" y="818"/>
                  </a:cubicBezTo>
                  <a:cubicBezTo>
                    <a:pt x="142" y="818"/>
                    <a:pt x="273" y="687"/>
                    <a:pt x="545" y="41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2336625" y="3858675"/>
              <a:ext cx="20450" cy="28125"/>
            </a:xfrm>
            <a:custGeom>
              <a:avLst/>
              <a:gdLst/>
              <a:ahLst/>
              <a:cxnLst/>
              <a:rect l="l" t="t" r="r" b="b"/>
              <a:pathLst>
                <a:path w="818" h="1125" extrusionOk="0">
                  <a:moveTo>
                    <a:pt x="0" y="0"/>
                  </a:moveTo>
                  <a:cubicBezTo>
                    <a:pt x="0" y="131"/>
                    <a:pt x="131" y="404"/>
                    <a:pt x="273" y="676"/>
                  </a:cubicBezTo>
                  <a:cubicBezTo>
                    <a:pt x="497" y="900"/>
                    <a:pt x="625" y="1124"/>
                    <a:pt x="663" y="1124"/>
                  </a:cubicBezTo>
                  <a:cubicBezTo>
                    <a:pt x="672" y="1124"/>
                    <a:pt x="676" y="1114"/>
                    <a:pt x="676" y="1090"/>
                  </a:cubicBezTo>
                  <a:cubicBezTo>
                    <a:pt x="818" y="1090"/>
                    <a:pt x="676" y="818"/>
                    <a:pt x="403" y="545"/>
                  </a:cubicBezTo>
                  <a:cubicBezTo>
                    <a:pt x="273" y="273"/>
                    <a:pt x="0"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2030100" y="3787025"/>
              <a:ext cx="3275" cy="30800"/>
            </a:xfrm>
            <a:custGeom>
              <a:avLst/>
              <a:gdLst/>
              <a:ahLst/>
              <a:cxnLst/>
              <a:rect l="l" t="t" r="r" b="b"/>
              <a:pathLst>
                <a:path w="131" h="1232" extrusionOk="0">
                  <a:moveTo>
                    <a:pt x="131" y="0"/>
                  </a:moveTo>
                  <a:cubicBezTo>
                    <a:pt x="0" y="0"/>
                    <a:pt x="0" y="273"/>
                    <a:pt x="0" y="687"/>
                  </a:cubicBezTo>
                  <a:cubicBezTo>
                    <a:pt x="0" y="959"/>
                    <a:pt x="0" y="1232"/>
                    <a:pt x="131" y="1232"/>
                  </a:cubicBezTo>
                  <a:lnTo>
                    <a:pt x="131" y="687"/>
                  </a:lnTo>
                  <a:lnTo>
                    <a:pt x="13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2016475" y="3800625"/>
              <a:ext cx="30525" cy="3575"/>
            </a:xfrm>
            <a:custGeom>
              <a:avLst/>
              <a:gdLst/>
              <a:ahLst/>
              <a:cxnLst/>
              <a:rect l="l" t="t" r="r" b="b"/>
              <a:pathLst>
                <a:path w="1221" h="143" extrusionOk="0">
                  <a:moveTo>
                    <a:pt x="676" y="1"/>
                  </a:moveTo>
                  <a:cubicBezTo>
                    <a:pt x="273" y="1"/>
                    <a:pt x="0" y="1"/>
                    <a:pt x="0" y="143"/>
                  </a:cubicBezTo>
                  <a:lnTo>
                    <a:pt x="1221" y="143"/>
                  </a:lnTo>
                  <a:cubicBezTo>
                    <a:pt x="1221" y="1"/>
                    <a:pt x="948" y="1"/>
                    <a:pt x="6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2019750" y="3790550"/>
              <a:ext cx="27250" cy="21325"/>
            </a:xfrm>
            <a:custGeom>
              <a:avLst/>
              <a:gdLst/>
              <a:ahLst/>
              <a:cxnLst/>
              <a:rect l="l" t="t" r="r" b="b"/>
              <a:pathLst>
                <a:path w="1090" h="853" extrusionOk="0">
                  <a:moveTo>
                    <a:pt x="1090" y="1"/>
                  </a:moveTo>
                  <a:cubicBezTo>
                    <a:pt x="1090" y="1"/>
                    <a:pt x="817" y="132"/>
                    <a:pt x="545" y="404"/>
                  </a:cubicBezTo>
                  <a:cubicBezTo>
                    <a:pt x="272" y="676"/>
                    <a:pt x="0" y="818"/>
                    <a:pt x="142" y="818"/>
                  </a:cubicBezTo>
                  <a:cubicBezTo>
                    <a:pt x="142" y="842"/>
                    <a:pt x="151" y="853"/>
                    <a:pt x="168" y="853"/>
                  </a:cubicBezTo>
                  <a:cubicBezTo>
                    <a:pt x="243" y="853"/>
                    <a:pt x="465" y="652"/>
                    <a:pt x="687" y="546"/>
                  </a:cubicBezTo>
                  <a:cubicBezTo>
                    <a:pt x="959" y="273"/>
                    <a:pt x="1090" y="1"/>
                    <a:pt x="1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2023275" y="3789575"/>
              <a:ext cx="20475" cy="28250"/>
            </a:xfrm>
            <a:custGeom>
              <a:avLst/>
              <a:gdLst/>
              <a:ahLst/>
              <a:cxnLst/>
              <a:rect l="l" t="t" r="r" b="b"/>
              <a:pathLst>
                <a:path w="819" h="1130" extrusionOk="0">
                  <a:moveTo>
                    <a:pt x="27" y="1"/>
                  </a:moveTo>
                  <a:cubicBezTo>
                    <a:pt x="10" y="1"/>
                    <a:pt x="1" y="13"/>
                    <a:pt x="1" y="40"/>
                  </a:cubicBezTo>
                  <a:lnTo>
                    <a:pt x="273" y="585"/>
                  </a:lnTo>
                  <a:cubicBezTo>
                    <a:pt x="546" y="857"/>
                    <a:pt x="676" y="1130"/>
                    <a:pt x="818" y="1130"/>
                  </a:cubicBezTo>
                  <a:cubicBezTo>
                    <a:pt x="818" y="988"/>
                    <a:pt x="676" y="857"/>
                    <a:pt x="404" y="443"/>
                  </a:cubicBezTo>
                  <a:cubicBezTo>
                    <a:pt x="298" y="222"/>
                    <a:pt x="99"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2186750" y="3943675"/>
              <a:ext cx="3300" cy="30825"/>
            </a:xfrm>
            <a:custGeom>
              <a:avLst/>
              <a:gdLst/>
              <a:ahLst/>
              <a:cxnLst/>
              <a:rect l="l" t="t" r="r" b="b"/>
              <a:pathLst>
                <a:path w="132" h="1233" extrusionOk="0">
                  <a:moveTo>
                    <a:pt x="1" y="1"/>
                  </a:moveTo>
                  <a:lnTo>
                    <a:pt x="1" y="546"/>
                  </a:lnTo>
                  <a:lnTo>
                    <a:pt x="1" y="1232"/>
                  </a:lnTo>
                  <a:cubicBezTo>
                    <a:pt x="132" y="1232"/>
                    <a:pt x="132" y="960"/>
                    <a:pt x="132" y="546"/>
                  </a:cubicBezTo>
                  <a:cubicBezTo>
                    <a:pt x="132" y="273"/>
                    <a:pt x="132"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2173125" y="3957300"/>
              <a:ext cx="30550" cy="3575"/>
            </a:xfrm>
            <a:custGeom>
              <a:avLst/>
              <a:gdLst/>
              <a:ahLst/>
              <a:cxnLst/>
              <a:rect l="l" t="t" r="r" b="b"/>
              <a:pathLst>
                <a:path w="1222" h="143" extrusionOk="0">
                  <a:moveTo>
                    <a:pt x="1" y="1"/>
                  </a:moveTo>
                  <a:cubicBezTo>
                    <a:pt x="1" y="142"/>
                    <a:pt x="273" y="142"/>
                    <a:pt x="546" y="142"/>
                  </a:cubicBezTo>
                  <a:cubicBezTo>
                    <a:pt x="949" y="142"/>
                    <a:pt x="1222" y="142"/>
                    <a:pt x="12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2176400" y="3947225"/>
              <a:ext cx="27275" cy="20450"/>
            </a:xfrm>
            <a:custGeom>
              <a:avLst/>
              <a:gdLst/>
              <a:ahLst/>
              <a:cxnLst/>
              <a:rect l="l" t="t" r="r" b="b"/>
              <a:pathLst>
                <a:path w="1091" h="818" extrusionOk="0">
                  <a:moveTo>
                    <a:pt x="1091" y="1"/>
                  </a:moveTo>
                  <a:cubicBezTo>
                    <a:pt x="960" y="1"/>
                    <a:pt x="818" y="131"/>
                    <a:pt x="546" y="404"/>
                  </a:cubicBezTo>
                  <a:cubicBezTo>
                    <a:pt x="818" y="273"/>
                    <a:pt x="1091" y="1"/>
                    <a:pt x="1091" y="1"/>
                  </a:cubicBezTo>
                  <a:close/>
                  <a:moveTo>
                    <a:pt x="546" y="404"/>
                  </a:moveTo>
                  <a:lnTo>
                    <a:pt x="546" y="404"/>
                  </a:lnTo>
                  <a:cubicBezTo>
                    <a:pt x="273" y="545"/>
                    <a:pt x="1" y="818"/>
                    <a:pt x="1" y="818"/>
                  </a:cubicBezTo>
                  <a:cubicBezTo>
                    <a:pt x="142" y="818"/>
                    <a:pt x="273" y="676"/>
                    <a:pt x="546" y="40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2179950" y="3943675"/>
              <a:ext cx="20450" cy="28250"/>
            </a:xfrm>
            <a:custGeom>
              <a:avLst/>
              <a:gdLst/>
              <a:ahLst/>
              <a:cxnLst/>
              <a:rect l="l" t="t" r="r" b="b"/>
              <a:pathLst>
                <a:path w="818" h="1130" extrusionOk="0">
                  <a:moveTo>
                    <a:pt x="0" y="1"/>
                  </a:moveTo>
                  <a:cubicBezTo>
                    <a:pt x="0" y="143"/>
                    <a:pt x="131" y="415"/>
                    <a:pt x="273" y="687"/>
                  </a:cubicBezTo>
                  <a:cubicBezTo>
                    <a:pt x="494" y="908"/>
                    <a:pt x="622" y="1129"/>
                    <a:pt x="662" y="1129"/>
                  </a:cubicBezTo>
                  <a:cubicBezTo>
                    <a:pt x="672" y="1129"/>
                    <a:pt x="676" y="1117"/>
                    <a:pt x="676" y="1091"/>
                  </a:cubicBezTo>
                  <a:cubicBezTo>
                    <a:pt x="818" y="1091"/>
                    <a:pt x="676" y="818"/>
                    <a:pt x="404" y="546"/>
                  </a:cubicBezTo>
                  <a:cubicBezTo>
                    <a:pt x="131" y="273"/>
                    <a:pt x="0" y="1"/>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889000" y="3695200"/>
              <a:ext cx="3575" cy="30525"/>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872100" y="3708825"/>
              <a:ext cx="34075" cy="327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878925" y="3698450"/>
              <a:ext cx="27250" cy="21475"/>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878925" y="3697625"/>
              <a:ext cx="20450" cy="28100"/>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1188700" y="2594975"/>
              <a:ext cx="6850" cy="34075"/>
            </a:xfrm>
            <a:custGeom>
              <a:avLst/>
              <a:gdLst/>
              <a:ahLst/>
              <a:cxnLst/>
              <a:rect l="l" t="t" r="r" b="b"/>
              <a:pathLst>
                <a:path w="274" h="1363" extrusionOk="0">
                  <a:moveTo>
                    <a:pt x="143" y="0"/>
                  </a:moveTo>
                  <a:cubicBezTo>
                    <a:pt x="143" y="0"/>
                    <a:pt x="1" y="273"/>
                    <a:pt x="1" y="687"/>
                  </a:cubicBezTo>
                  <a:cubicBezTo>
                    <a:pt x="1" y="1090"/>
                    <a:pt x="143" y="1362"/>
                    <a:pt x="143" y="1362"/>
                  </a:cubicBezTo>
                  <a:cubicBezTo>
                    <a:pt x="143" y="1362"/>
                    <a:pt x="273" y="1090"/>
                    <a:pt x="273" y="687"/>
                  </a:cubicBezTo>
                  <a:cubicBezTo>
                    <a:pt x="273" y="273"/>
                    <a:pt x="143" y="0"/>
                    <a:pt x="1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1175100" y="2608600"/>
              <a:ext cx="34075" cy="3550"/>
            </a:xfrm>
            <a:custGeom>
              <a:avLst/>
              <a:gdLst/>
              <a:ahLst/>
              <a:cxnLst/>
              <a:rect l="l" t="t" r="r" b="b"/>
              <a:pathLst>
                <a:path w="1363" h="142" extrusionOk="0">
                  <a:moveTo>
                    <a:pt x="687" y="0"/>
                  </a:moveTo>
                  <a:cubicBezTo>
                    <a:pt x="272" y="0"/>
                    <a:pt x="0" y="142"/>
                    <a:pt x="0" y="142"/>
                  </a:cubicBezTo>
                  <a:lnTo>
                    <a:pt x="1362" y="142"/>
                  </a:lnTo>
                  <a:cubicBezTo>
                    <a:pt x="1362" y="142"/>
                    <a:pt x="109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a:off x="1181900" y="2598500"/>
              <a:ext cx="24000" cy="23725"/>
            </a:xfrm>
            <a:custGeom>
              <a:avLst/>
              <a:gdLst/>
              <a:ahLst/>
              <a:cxnLst/>
              <a:rect l="l" t="t" r="r" b="b"/>
              <a:pathLst>
                <a:path w="960" h="949" extrusionOk="0">
                  <a:moveTo>
                    <a:pt x="960" y="1"/>
                  </a:moveTo>
                  <a:cubicBezTo>
                    <a:pt x="960" y="1"/>
                    <a:pt x="687" y="132"/>
                    <a:pt x="415" y="404"/>
                  </a:cubicBezTo>
                  <a:cubicBezTo>
                    <a:pt x="142" y="676"/>
                    <a:pt x="0" y="818"/>
                    <a:pt x="0" y="949"/>
                  </a:cubicBezTo>
                  <a:cubicBezTo>
                    <a:pt x="0" y="949"/>
                    <a:pt x="273" y="818"/>
                    <a:pt x="545" y="546"/>
                  </a:cubicBezTo>
                  <a:cubicBezTo>
                    <a:pt x="818" y="273"/>
                    <a:pt x="960" y="132"/>
                    <a:pt x="9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a:off x="1181900" y="2598500"/>
              <a:ext cx="20450" cy="27275"/>
            </a:xfrm>
            <a:custGeom>
              <a:avLst/>
              <a:gdLst/>
              <a:ahLst/>
              <a:cxnLst/>
              <a:rect l="l" t="t" r="r" b="b"/>
              <a:pathLst>
                <a:path w="818" h="1091" extrusionOk="0">
                  <a:moveTo>
                    <a:pt x="0" y="1"/>
                  </a:moveTo>
                  <a:cubicBezTo>
                    <a:pt x="0" y="1"/>
                    <a:pt x="142" y="273"/>
                    <a:pt x="415" y="546"/>
                  </a:cubicBezTo>
                  <a:cubicBezTo>
                    <a:pt x="545" y="818"/>
                    <a:pt x="818" y="1091"/>
                    <a:pt x="818" y="1091"/>
                  </a:cubicBezTo>
                  <a:lnTo>
                    <a:pt x="545" y="546"/>
                  </a:lnTo>
                  <a:cubicBezTo>
                    <a:pt x="273" y="132"/>
                    <a:pt x="142" y="1"/>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a:off x="793625" y="2629025"/>
              <a:ext cx="3575" cy="30800"/>
            </a:xfrm>
            <a:custGeom>
              <a:avLst/>
              <a:gdLst/>
              <a:ahLst/>
              <a:cxnLst/>
              <a:rect l="l" t="t" r="r" b="b"/>
              <a:pathLst>
                <a:path w="143" h="1232" extrusionOk="0">
                  <a:moveTo>
                    <a:pt x="142" y="0"/>
                  </a:moveTo>
                  <a:cubicBezTo>
                    <a:pt x="1" y="0"/>
                    <a:pt x="1" y="273"/>
                    <a:pt x="1" y="687"/>
                  </a:cubicBezTo>
                  <a:cubicBezTo>
                    <a:pt x="1" y="960"/>
                    <a:pt x="1" y="1232"/>
                    <a:pt x="142" y="1232"/>
                  </a:cubicBezTo>
                  <a:lnTo>
                    <a:pt x="142" y="687"/>
                  </a:lnTo>
                  <a:lnTo>
                    <a:pt x="1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780000" y="2642650"/>
              <a:ext cx="34100" cy="3575"/>
            </a:xfrm>
            <a:custGeom>
              <a:avLst/>
              <a:gdLst/>
              <a:ahLst/>
              <a:cxnLst/>
              <a:rect l="l" t="t" r="r" b="b"/>
              <a:pathLst>
                <a:path w="1364" h="143" extrusionOk="0">
                  <a:moveTo>
                    <a:pt x="687" y="0"/>
                  </a:moveTo>
                  <a:cubicBezTo>
                    <a:pt x="273" y="0"/>
                    <a:pt x="1" y="0"/>
                    <a:pt x="1" y="142"/>
                  </a:cubicBezTo>
                  <a:lnTo>
                    <a:pt x="1363" y="142"/>
                  </a:lnTo>
                  <a:cubicBezTo>
                    <a:pt x="1363" y="0"/>
                    <a:pt x="96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783550" y="2632575"/>
              <a:ext cx="27275" cy="21325"/>
            </a:xfrm>
            <a:custGeom>
              <a:avLst/>
              <a:gdLst/>
              <a:ahLst/>
              <a:cxnLst/>
              <a:rect l="l" t="t" r="r" b="b"/>
              <a:pathLst>
                <a:path w="1091" h="853" extrusionOk="0">
                  <a:moveTo>
                    <a:pt x="1090" y="0"/>
                  </a:moveTo>
                  <a:cubicBezTo>
                    <a:pt x="1090" y="0"/>
                    <a:pt x="818" y="131"/>
                    <a:pt x="545" y="403"/>
                  </a:cubicBezTo>
                  <a:cubicBezTo>
                    <a:pt x="273" y="545"/>
                    <a:pt x="1" y="818"/>
                    <a:pt x="131" y="818"/>
                  </a:cubicBezTo>
                  <a:cubicBezTo>
                    <a:pt x="131" y="842"/>
                    <a:pt x="141" y="852"/>
                    <a:pt x="158" y="852"/>
                  </a:cubicBezTo>
                  <a:cubicBezTo>
                    <a:pt x="232" y="852"/>
                    <a:pt x="454" y="652"/>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786825" y="2631600"/>
              <a:ext cx="20450" cy="28225"/>
            </a:xfrm>
            <a:custGeom>
              <a:avLst/>
              <a:gdLst/>
              <a:ahLst/>
              <a:cxnLst/>
              <a:rect l="l" t="t" r="r" b="b"/>
              <a:pathLst>
                <a:path w="818" h="1129" extrusionOk="0">
                  <a:moveTo>
                    <a:pt x="27" y="0"/>
                  </a:moveTo>
                  <a:cubicBezTo>
                    <a:pt x="10" y="0"/>
                    <a:pt x="0" y="12"/>
                    <a:pt x="0" y="39"/>
                  </a:cubicBezTo>
                  <a:lnTo>
                    <a:pt x="273" y="584"/>
                  </a:lnTo>
                  <a:cubicBezTo>
                    <a:pt x="545" y="857"/>
                    <a:pt x="687" y="1129"/>
                    <a:pt x="818" y="1129"/>
                  </a:cubicBezTo>
                  <a:cubicBezTo>
                    <a:pt x="818" y="987"/>
                    <a:pt x="687" y="715"/>
                    <a:pt x="414" y="442"/>
                  </a:cubicBezTo>
                  <a:cubicBezTo>
                    <a:pt x="300" y="221"/>
                    <a:pt x="99"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997975" y="2870975"/>
              <a:ext cx="3575" cy="34075"/>
            </a:xfrm>
            <a:custGeom>
              <a:avLst/>
              <a:gdLst/>
              <a:ahLst/>
              <a:cxnLst/>
              <a:rect l="l" t="t" r="r" b="b"/>
              <a:pathLst>
                <a:path w="143" h="1363" extrusionOk="0">
                  <a:moveTo>
                    <a:pt x="143" y="0"/>
                  </a:moveTo>
                  <a:cubicBezTo>
                    <a:pt x="1" y="0"/>
                    <a:pt x="1" y="273"/>
                    <a:pt x="1" y="676"/>
                  </a:cubicBezTo>
                  <a:cubicBezTo>
                    <a:pt x="1" y="1090"/>
                    <a:pt x="1" y="1363"/>
                    <a:pt x="143" y="1363"/>
                  </a:cubicBezTo>
                  <a:lnTo>
                    <a:pt x="143" y="676"/>
                  </a:lnTo>
                  <a:lnTo>
                    <a:pt x="1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984350" y="2884600"/>
              <a:ext cx="34100" cy="3300"/>
            </a:xfrm>
            <a:custGeom>
              <a:avLst/>
              <a:gdLst/>
              <a:ahLst/>
              <a:cxnLst/>
              <a:rect l="l" t="t" r="r" b="b"/>
              <a:pathLst>
                <a:path w="1364" h="132" extrusionOk="0">
                  <a:moveTo>
                    <a:pt x="688" y="0"/>
                  </a:moveTo>
                  <a:cubicBezTo>
                    <a:pt x="273" y="0"/>
                    <a:pt x="1" y="131"/>
                    <a:pt x="1" y="131"/>
                  </a:cubicBezTo>
                  <a:lnTo>
                    <a:pt x="1363" y="131"/>
                  </a:lnTo>
                  <a:cubicBezTo>
                    <a:pt x="1363" y="131"/>
                    <a:pt x="960" y="0"/>
                    <a:pt x="6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987900" y="2874250"/>
              <a:ext cx="27275" cy="24000"/>
            </a:xfrm>
            <a:custGeom>
              <a:avLst/>
              <a:gdLst/>
              <a:ahLst/>
              <a:cxnLst/>
              <a:rect l="l" t="t" r="r" b="b"/>
              <a:pathLst>
                <a:path w="1091" h="960" extrusionOk="0">
                  <a:moveTo>
                    <a:pt x="1090" y="0"/>
                  </a:moveTo>
                  <a:cubicBezTo>
                    <a:pt x="1090" y="0"/>
                    <a:pt x="818" y="142"/>
                    <a:pt x="546" y="414"/>
                  </a:cubicBezTo>
                  <a:cubicBezTo>
                    <a:pt x="273" y="687"/>
                    <a:pt x="1" y="818"/>
                    <a:pt x="131" y="959"/>
                  </a:cubicBezTo>
                  <a:cubicBezTo>
                    <a:pt x="131" y="959"/>
                    <a:pt x="404" y="818"/>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a:off x="991175" y="2874250"/>
              <a:ext cx="20450" cy="27275"/>
            </a:xfrm>
            <a:custGeom>
              <a:avLst/>
              <a:gdLst/>
              <a:ahLst/>
              <a:cxnLst/>
              <a:rect l="l" t="t" r="r" b="b"/>
              <a:pathLst>
                <a:path w="818" h="1091" extrusionOk="0">
                  <a:moveTo>
                    <a:pt x="0" y="0"/>
                  </a:moveTo>
                  <a:lnTo>
                    <a:pt x="273" y="545"/>
                  </a:lnTo>
                  <a:cubicBezTo>
                    <a:pt x="545" y="818"/>
                    <a:pt x="687" y="1090"/>
                    <a:pt x="818" y="1090"/>
                  </a:cubicBezTo>
                  <a:cubicBezTo>
                    <a:pt x="818" y="1090"/>
                    <a:pt x="687" y="818"/>
                    <a:pt x="415" y="545"/>
                  </a:cubicBezTo>
                  <a:cubicBezTo>
                    <a:pt x="273" y="142"/>
                    <a:pt x="0"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a:off x="1188700" y="3436350"/>
              <a:ext cx="3575" cy="30550"/>
            </a:xfrm>
            <a:custGeom>
              <a:avLst/>
              <a:gdLst/>
              <a:ahLst/>
              <a:cxnLst/>
              <a:rect l="l" t="t" r="r" b="b"/>
              <a:pathLst>
                <a:path w="143" h="1222" extrusionOk="0">
                  <a:moveTo>
                    <a:pt x="1" y="0"/>
                  </a:moveTo>
                  <a:lnTo>
                    <a:pt x="1" y="676"/>
                  </a:lnTo>
                  <a:lnTo>
                    <a:pt x="1" y="1221"/>
                  </a:lnTo>
                  <a:cubicBezTo>
                    <a:pt x="143" y="1221"/>
                    <a:pt x="143" y="949"/>
                    <a:pt x="143" y="676"/>
                  </a:cubicBezTo>
                  <a:cubicBezTo>
                    <a:pt x="143" y="273"/>
                    <a:pt x="143"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a:off x="1175100" y="3449975"/>
              <a:ext cx="30800" cy="3300"/>
            </a:xfrm>
            <a:custGeom>
              <a:avLst/>
              <a:gdLst/>
              <a:ahLst/>
              <a:cxnLst/>
              <a:rect l="l" t="t" r="r" b="b"/>
              <a:pathLst>
                <a:path w="1232" h="132" extrusionOk="0">
                  <a:moveTo>
                    <a:pt x="545" y="0"/>
                  </a:moveTo>
                  <a:cubicBezTo>
                    <a:pt x="272" y="0"/>
                    <a:pt x="0" y="0"/>
                    <a:pt x="0" y="131"/>
                  </a:cubicBezTo>
                  <a:lnTo>
                    <a:pt x="1232" y="131"/>
                  </a:lnTo>
                  <a:cubicBezTo>
                    <a:pt x="1232" y="0"/>
                    <a:pt x="959" y="0"/>
                    <a:pt x="5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a:off x="1178625" y="3439625"/>
              <a:ext cx="27275" cy="20450"/>
            </a:xfrm>
            <a:custGeom>
              <a:avLst/>
              <a:gdLst/>
              <a:ahLst/>
              <a:cxnLst/>
              <a:rect l="l" t="t" r="r" b="b"/>
              <a:pathLst>
                <a:path w="1091" h="818" extrusionOk="0">
                  <a:moveTo>
                    <a:pt x="1091" y="0"/>
                  </a:moveTo>
                  <a:cubicBezTo>
                    <a:pt x="949" y="0"/>
                    <a:pt x="818" y="142"/>
                    <a:pt x="546" y="414"/>
                  </a:cubicBezTo>
                  <a:cubicBezTo>
                    <a:pt x="818" y="273"/>
                    <a:pt x="1091" y="0"/>
                    <a:pt x="1091" y="0"/>
                  </a:cubicBezTo>
                  <a:close/>
                  <a:moveTo>
                    <a:pt x="546" y="414"/>
                  </a:moveTo>
                  <a:lnTo>
                    <a:pt x="546" y="414"/>
                  </a:lnTo>
                  <a:cubicBezTo>
                    <a:pt x="273" y="545"/>
                    <a:pt x="1" y="818"/>
                    <a:pt x="1" y="818"/>
                  </a:cubicBezTo>
                  <a:cubicBezTo>
                    <a:pt x="131" y="818"/>
                    <a:pt x="273" y="687"/>
                    <a:pt x="546" y="41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1181900" y="3438775"/>
              <a:ext cx="20450" cy="25700"/>
            </a:xfrm>
            <a:custGeom>
              <a:avLst/>
              <a:gdLst/>
              <a:ahLst/>
              <a:cxnLst/>
              <a:rect l="l" t="t" r="r" b="b"/>
              <a:pathLst>
                <a:path w="818" h="1028" extrusionOk="0">
                  <a:moveTo>
                    <a:pt x="24" y="0"/>
                  </a:moveTo>
                  <a:cubicBezTo>
                    <a:pt x="9" y="0"/>
                    <a:pt x="0" y="11"/>
                    <a:pt x="0" y="34"/>
                  </a:cubicBezTo>
                  <a:lnTo>
                    <a:pt x="273" y="579"/>
                  </a:lnTo>
                  <a:cubicBezTo>
                    <a:pt x="497" y="803"/>
                    <a:pt x="633" y="1027"/>
                    <a:pt x="674" y="1027"/>
                  </a:cubicBezTo>
                  <a:cubicBezTo>
                    <a:pt x="683" y="1027"/>
                    <a:pt x="687" y="1017"/>
                    <a:pt x="687" y="993"/>
                  </a:cubicBezTo>
                  <a:cubicBezTo>
                    <a:pt x="818" y="993"/>
                    <a:pt x="687" y="721"/>
                    <a:pt x="415" y="448"/>
                  </a:cubicBezTo>
                  <a:cubicBezTo>
                    <a:pt x="298" y="224"/>
                    <a:pt x="93" y="0"/>
                    <a:pt x="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1822200" y="2612125"/>
              <a:ext cx="3575" cy="34100"/>
            </a:xfrm>
            <a:custGeom>
              <a:avLst/>
              <a:gdLst/>
              <a:ahLst/>
              <a:cxnLst/>
              <a:rect l="l" t="t" r="r" b="b"/>
              <a:pathLst>
                <a:path w="143" h="1364" extrusionOk="0">
                  <a:moveTo>
                    <a:pt x="0" y="1"/>
                  </a:moveTo>
                  <a:lnTo>
                    <a:pt x="0" y="676"/>
                  </a:lnTo>
                  <a:lnTo>
                    <a:pt x="0" y="1363"/>
                  </a:lnTo>
                  <a:cubicBezTo>
                    <a:pt x="0" y="1363"/>
                    <a:pt x="142" y="1091"/>
                    <a:pt x="142" y="676"/>
                  </a:cubicBezTo>
                  <a:cubicBezTo>
                    <a:pt x="142" y="404"/>
                    <a:pt x="0" y="1"/>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a:off x="1805300" y="2629025"/>
              <a:ext cx="34100" cy="3575"/>
            </a:xfrm>
            <a:custGeom>
              <a:avLst/>
              <a:gdLst/>
              <a:ahLst/>
              <a:cxnLst/>
              <a:rect l="l" t="t" r="r" b="b"/>
              <a:pathLst>
                <a:path w="1364" h="143" extrusionOk="0">
                  <a:moveTo>
                    <a:pt x="1" y="0"/>
                  </a:moveTo>
                  <a:cubicBezTo>
                    <a:pt x="1" y="142"/>
                    <a:pt x="273" y="142"/>
                    <a:pt x="676" y="142"/>
                  </a:cubicBezTo>
                  <a:cubicBezTo>
                    <a:pt x="1091" y="142"/>
                    <a:pt x="1363" y="142"/>
                    <a:pt x="13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a:off x="1812125" y="2617950"/>
              <a:ext cx="27275" cy="21450"/>
            </a:xfrm>
            <a:custGeom>
              <a:avLst/>
              <a:gdLst/>
              <a:ahLst/>
              <a:cxnLst/>
              <a:rect l="l" t="t" r="r" b="b"/>
              <a:pathLst>
                <a:path w="1091" h="858" extrusionOk="0">
                  <a:moveTo>
                    <a:pt x="919" y="0"/>
                  </a:moveTo>
                  <a:cubicBezTo>
                    <a:pt x="841" y="0"/>
                    <a:pt x="622" y="199"/>
                    <a:pt x="403" y="313"/>
                  </a:cubicBezTo>
                  <a:cubicBezTo>
                    <a:pt x="131" y="585"/>
                    <a:pt x="0" y="858"/>
                    <a:pt x="0" y="858"/>
                  </a:cubicBezTo>
                  <a:cubicBezTo>
                    <a:pt x="0" y="858"/>
                    <a:pt x="273" y="716"/>
                    <a:pt x="545" y="443"/>
                  </a:cubicBezTo>
                  <a:cubicBezTo>
                    <a:pt x="818" y="313"/>
                    <a:pt x="1090" y="40"/>
                    <a:pt x="948" y="40"/>
                  </a:cubicBezTo>
                  <a:cubicBezTo>
                    <a:pt x="948" y="12"/>
                    <a:pt x="938" y="0"/>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a:off x="1812125" y="2615400"/>
              <a:ext cx="20450" cy="27275"/>
            </a:xfrm>
            <a:custGeom>
              <a:avLst/>
              <a:gdLst/>
              <a:ahLst/>
              <a:cxnLst/>
              <a:rect l="l" t="t" r="r" b="b"/>
              <a:pathLst>
                <a:path w="818" h="1091" extrusionOk="0">
                  <a:moveTo>
                    <a:pt x="131" y="0"/>
                  </a:moveTo>
                  <a:lnTo>
                    <a:pt x="131" y="0"/>
                  </a:lnTo>
                  <a:cubicBezTo>
                    <a:pt x="0" y="142"/>
                    <a:pt x="131" y="273"/>
                    <a:pt x="403" y="687"/>
                  </a:cubicBezTo>
                  <a:cubicBezTo>
                    <a:pt x="545" y="960"/>
                    <a:pt x="818" y="1090"/>
                    <a:pt x="818" y="1090"/>
                  </a:cubicBezTo>
                  <a:lnTo>
                    <a:pt x="545" y="545"/>
                  </a:lnTo>
                  <a:cubicBezTo>
                    <a:pt x="273" y="273"/>
                    <a:pt x="131" y="1"/>
                    <a:pt x="1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a:off x="1835825" y="3453250"/>
              <a:ext cx="3575" cy="30800"/>
            </a:xfrm>
            <a:custGeom>
              <a:avLst/>
              <a:gdLst/>
              <a:ahLst/>
              <a:cxnLst/>
              <a:rect l="l" t="t" r="r" b="b"/>
              <a:pathLst>
                <a:path w="143" h="1232" extrusionOk="0">
                  <a:moveTo>
                    <a:pt x="142" y="0"/>
                  </a:moveTo>
                  <a:cubicBezTo>
                    <a:pt x="142" y="0"/>
                    <a:pt x="0" y="273"/>
                    <a:pt x="0" y="545"/>
                  </a:cubicBezTo>
                  <a:cubicBezTo>
                    <a:pt x="0" y="959"/>
                    <a:pt x="142" y="1232"/>
                    <a:pt x="142" y="1232"/>
                  </a:cubicBezTo>
                  <a:lnTo>
                    <a:pt x="142" y="545"/>
                  </a:lnTo>
                  <a:lnTo>
                    <a:pt x="1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a:off x="1822200" y="3466875"/>
              <a:ext cx="34075" cy="3550"/>
            </a:xfrm>
            <a:custGeom>
              <a:avLst/>
              <a:gdLst/>
              <a:ahLst/>
              <a:cxnLst/>
              <a:rect l="l" t="t" r="r" b="b"/>
              <a:pathLst>
                <a:path w="1363" h="142" extrusionOk="0">
                  <a:moveTo>
                    <a:pt x="0" y="0"/>
                  </a:moveTo>
                  <a:cubicBezTo>
                    <a:pt x="0" y="142"/>
                    <a:pt x="273" y="142"/>
                    <a:pt x="687" y="142"/>
                  </a:cubicBezTo>
                  <a:cubicBezTo>
                    <a:pt x="1090" y="142"/>
                    <a:pt x="1363" y="142"/>
                    <a:pt x="13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a:off x="1829000" y="3455800"/>
              <a:ext cx="24000" cy="21450"/>
            </a:xfrm>
            <a:custGeom>
              <a:avLst/>
              <a:gdLst/>
              <a:ahLst/>
              <a:cxnLst/>
              <a:rect l="l" t="t" r="r" b="b"/>
              <a:pathLst>
                <a:path w="960" h="858" extrusionOk="0">
                  <a:moveTo>
                    <a:pt x="931" y="0"/>
                  </a:moveTo>
                  <a:cubicBezTo>
                    <a:pt x="853" y="0"/>
                    <a:pt x="634" y="198"/>
                    <a:pt x="415" y="312"/>
                  </a:cubicBezTo>
                  <a:cubicBezTo>
                    <a:pt x="143" y="585"/>
                    <a:pt x="1" y="857"/>
                    <a:pt x="1" y="857"/>
                  </a:cubicBezTo>
                  <a:cubicBezTo>
                    <a:pt x="1" y="857"/>
                    <a:pt x="273" y="715"/>
                    <a:pt x="546" y="443"/>
                  </a:cubicBezTo>
                  <a:cubicBezTo>
                    <a:pt x="818" y="312"/>
                    <a:pt x="960" y="40"/>
                    <a:pt x="960" y="40"/>
                  </a:cubicBezTo>
                  <a:cubicBezTo>
                    <a:pt x="960" y="12"/>
                    <a:pt x="949" y="0"/>
                    <a:pt x="9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a:off x="1829000" y="3453250"/>
              <a:ext cx="20475" cy="27250"/>
            </a:xfrm>
            <a:custGeom>
              <a:avLst/>
              <a:gdLst/>
              <a:ahLst/>
              <a:cxnLst/>
              <a:rect l="l" t="t" r="r" b="b"/>
              <a:pathLst>
                <a:path w="819" h="1090" extrusionOk="0">
                  <a:moveTo>
                    <a:pt x="1" y="0"/>
                  </a:moveTo>
                  <a:cubicBezTo>
                    <a:pt x="1" y="142"/>
                    <a:pt x="143" y="273"/>
                    <a:pt x="415" y="687"/>
                  </a:cubicBezTo>
                  <a:cubicBezTo>
                    <a:pt x="546" y="959"/>
                    <a:pt x="818" y="1090"/>
                    <a:pt x="818" y="1090"/>
                  </a:cubicBezTo>
                  <a:lnTo>
                    <a:pt x="546" y="545"/>
                  </a:lnTo>
                  <a:cubicBezTo>
                    <a:pt x="273" y="273"/>
                    <a:pt x="143"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a:off x="1318125" y="2087625"/>
              <a:ext cx="3575" cy="34075"/>
            </a:xfrm>
            <a:custGeom>
              <a:avLst/>
              <a:gdLst/>
              <a:ahLst/>
              <a:cxnLst/>
              <a:rect l="l" t="t" r="r" b="b"/>
              <a:pathLst>
                <a:path w="143" h="1363" extrusionOk="0">
                  <a:moveTo>
                    <a:pt x="1" y="1"/>
                  </a:moveTo>
                  <a:lnTo>
                    <a:pt x="1" y="676"/>
                  </a:lnTo>
                  <a:lnTo>
                    <a:pt x="1" y="1363"/>
                  </a:lnTo>
                  <a:cubicBezTo>
                    <a:pt x="1" y="1363"/>
                    <a:pt x="143" y="1090"/>
                    <a:pt x="143" y="676"/>
                  </a:cubicBezTo>
                  <a:cubicBezTo>
                    <a:pt x="143" y="273"/>
                    <a:pt x="1"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a:off x="1301250" y="2104525"/>
              <a:ext cx="34075" cy="3575"/>
            </a:xfrm>
            <a:custGeom>
              <a:avLst/>
              <a:gdLst/>
              <a:ahLst/>
              <a:cxnLst/>
              <a:rect l="l" t="t" r="r" b="b"/>
              <a:pathLst>
                <a:path w="1363" h="143" extrusionOk="0">
                  <a:moveTo>
                    <a:pt x="0" y="0"/>
                  </a:moveTo>
                  <a:cubicBezTo>
                    <a:pt x="0" y="0"/>
                    <a:pt x="273" y="142"/>
                    <a:pt x="676" y="142"/>
                  </a:cubicBezTo>
                  <a:cubicBezTo>
                    <a:pt x="1090" y="142"/>
                    <a:pt x="1362" y="0"/>
                    <a:pt x="13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a:off x="1308050" y="2090900"/>
              <a:ext cx="27275" cy="24000"/>
            </a:xfrm>
            <a:custGeom>
              <a:avLst/>
              <a:gdLst/>
              <a:ahLst/>
              <a:cxnLst/>
              <a:rect l="l" t="t" r="r" b="b"/>
              <a:pathLst>
                <a:path w="1091" h="960" extrusionOk="0">
                  <a:moveTo>
                    <a:pt x="949" y="0"/>
                  </a:moveTo>
                  <a:cubicBezTo>
                    <a:pt x="949" y="0"/>
                    <a:pt x="676" y="142"/>
                    <a:pt x="404" y="415"/>
                  </a:cubicBezTo>
                  <a:cubicBezTo>
                    <a:pt x="131" y="687"/>
                    <a:pt x="1" y="959"/>
                    <a:pt x="1" y="959"/>
                  </a:cubicBezTo>
                  <a:cubicBezTo>
                    <a:pt x="1" y="959"/>
                    <a:pt x="273" y="818"/>
                    <a:pt x="546" y="545"/>
                  </a:cubicBezTo>
                  <a:cubicBezTo>
                    <a:pt x="818" y="273"/>
                    <a:pt x="1090" y="142"/>
                    <a:pt x="9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a:off x="1308050" y="2090900"/>
              <a:ext cx="20450" cy="27275"/>
            </a:xfrm>
            <a:custGeom>
              <a:avLst/>
              <a:gdLst/>
              <a:ahLst/>
              <a:cxnLst/>
              <a:rect l="l" t="t" r="r" b="b"/>
              <a:pathLst>
                <a:path w="818" h="1091" extrusionOk="0">
                  <a:moveTo>
                    <a:pt x="131" y="0"/>
                  </a:moveTo>
                  <a:cubicBezTo>
                    <a:pt x="1" y="0"/>
                    <a:pt x="131" y="273"/>
                    <a:pt x="404" y="545"/>
                  </a:cubicBezTo>
                  <a:cubicBezTo>
                    <a:pt x="546" y="959"/>
                    <a:pt x="818" y="1090"/>
                    <a:pt x="818" y="1090"/>
                  </a:cubicBezTo>
                  <a:lnTo>
                    <a:pt x="546" y="545"/>
                  </a:lnTo>
                  <a:cubicBezTo>
                    <a:pt x="273" y="273"/>
                    <a:pt x="131" y="0"/>
                    <a:pt x="1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 name="Google Shape;111;p2"/>
          <p:cNvGrpSpPr/>
          <p:nvPr/>
        </p:nvGrpSpPr>
        <p:grpSpPr>
          <a:xfrm>
            <a:off x="43843" y="203972"/>
            <a:ext cx="75974" cy="84124"/>
            <a:chOff x="7553342" y="94254"/>
            <a:chExt cx="43123" cy="47743"/>
          </a:xfrm>
        </p:grpSpPr>
        <p:sp>
          <p:nvSpPr>
            <p:cNvPr id="112" name="Google Shape;112;p2"/>
            <p:cNvSpPr/>
            <p:nvPr/>
          </p:nvSpPr>
          <p:spPr>
            <a:xfrm rot="-5400000" flipH="1">
              <a:off x="7572401" y="94271"/>
              <a:ext cx="5005" cy="43123"/>
            </a:xfrm>
            <a:custGeom>
              <a:avLst/>
              <a:gdLst/>
              <a:ahLst/>
              <a:cxnLst/>
              <a:rect l="l" t="t" r="r" b="b"/>
              <a:pathLst>
                <a:path w="143" h="1232" extrusionOk="0">
                  <a:moveTo>
                    <a:pt x="142" y="0"/>
                  </a:moveTo>
                  <a:cubicBezTo>
                    <a:pt x="1" y="0"/>
                    <a:pt x="1" y="273"/>
                    <a:pt x="1" y="687"/>
                  </a:cubicBezTo>
                  <a:cubicBezTo>
                    <a:pt x="1" y="960"/>
                    <a:pt x="1" y="1232"/>
                    <a:pt x="142" y="1232"/>
                  </a:cubicBezTo>
                  <a:lnTo>
                    <a:pt x="142" y="687"/>
                  </a:lnTo>
                  <a:lnTo>
                    <a:pt x="1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rot="-5400000" flipH="1">
              <a:off x="7551049" y="115623"/>
              <a:ext cx="47743" cy="5005"/>
            </a:xfrm>
            <a:custGeom>
              <a:avLst/>
              <a:gdLst/>
              <a:ahLst/>
              <a:cxnLst/>
              <a:rect l="l" t="t" r="r" b="b"/>
              <a:pathLst>
                <a:path w="1364" h="143" extrusionOk="0">
                  <a:moveTo>
                    <a:pt x="687" y="0"/>
                  </a:moveTo>
                  <a:cubicBezTo>
                    <a:pt x="273" y="0"/>
                    <a:pt x="1" y="0"/>
                    <a:pt x="1" y="142"/>
                  </a:cubicBezTo>
                  <a:lnTo>
                    <a:pt x="1363" y="142"/>
                  </a:lnTo>
                  <a:cubicBezTo>
                    <a:pt x="1363" y="0"/>
                    <a:pt x="96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rot="-5400000" flipH="1">
              <a:off x="7554147" y="103389"/>
              <a:ext cx="38188" cy="29857"/>
            </a:xfrm>
            <a:custGeom>
              <a:avLst/>
              <a:gdLst/>
              <a:ahLst/>
              <a:cxnLst/>
              <a:rect l="l" t="t" r="r" b="b"/>
              <a:pathLst>
                <a:path w="1091" h="853" extrusionOk="0">
                  <a:moveTo>
                    <a:pt x="1090" y="0"/>
                  </a:moveTo>
                  <a:cubicBezTo>
                    <a:pt x="1090" y="0"/>
                    <a:pt x="818" y="131"/>
                    <a:pt x="545" y="403"/>
                  </a:cubicBezTo>
                  <a:cubicBezTo>
                    <a:pt x="273" y="545"/>
                    <a:pt x="1" y="818"/>
                    <a:pt x="131" y="818"/>
                  </a:cubicBezTo>
                  <a:cubicBezTo>
                    <a:pt x="131" y="842"/>
                    <a:pt x="141" y="852"/>
                    <a:pt x="158" y="852"/>
                  </a:cubicBezTo>
                  <a:cubicBezTo>
                    <a:pt x="232" y="852"/>
                    <a:pt x="454" y="652"/>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rot="-5400000" flipH="1">
              <a:off x="7562390" y="98367"/>
              <a:ext cx="28632" cy="39518"/>
            </a:xfrm>
            <a:custGeom>
              <a:avLst/>
              <a:gdLst/>
              <a:ahLst/>
              <a:cxnLst/>
              <a:rect l="l" t="t" r="r" b="b"/>
              <a:pathLst>
                <a:path w="818" h="1129" extrusionOk="0">
                  <a:moveTo>
                    <a:pt x="27" y="0"/>
                  </a:moveTo>
                  <a:cubicBezTo>
                    <a:pt x="10" y="0"/>
                    <a:pt x="0" y="12"/>
                    <a:pt x="0" y="39"/>
                  </a:cubicBezTo>
                  <a:lnTo>
                    <a:pt x="273" y="584"/>
                  </a:lnTo>
                  <a:cubicBezTo>
                    <a:pt x="545" y="857"/>
                    <a:pt x="687" y="1129"/>
                    <a:pt x="818" y="1129"/>
                  </a:cubicBezTo>
                  <a:cubicBezTo>
                    <a:pt x="818" y="987"/>
                    <a:pt x="687" y="715"/>
                    <a:pt x="414" y="442"/>
                  </a:cubicBezTo>
                  <a:cubicBezTo>
                    <a:pt x="300" y="221"/>
                    <a:pt x="99"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 name="Google Shape;116;p2"/>
          <p:cNvGrpSpPr/>
          <p:nvPr/>
        </p:nvGrpSpPr>
        <p:grpSpPr>
          <a:xfrm>
            <a:off x="511318" y="1336897"/>
            <a:ext cx="75974" cy="84124"/>
            <a:chOff x="7553342" y="94254"/>
            <a:chExt cx="43123" cy="47743"/>
          </a:xfrm>
        </p:grpSpPr>
        <p:sp>
          <p:nvSpPr>
            <p:cNvPr id="117" name="Google Shape;117;p2"/>
            <p:cNvSpPr/>
            <p:nvPr/>
          </p:nvSpPr>
          <p:spPr>
            <a:xfrm rot="-5400000" flipH="1">
              <a:off x="7572401" y="94271"/>
              <a:ext cx="5005" cy="43123"/>
            </a:xfrm>
            <a:custGeom>
              <a:avLst/>
              <a:gdLst/>
              <a:ahLst/>
              <a:cxnLst/>
              <a:rect l="l" t="t" r="r" b="b"/>
              <a:pathLst>
                <a:path w="143" h="1232" extrusionOk="0">
                  <a:moveTo>
                    <a:pt x="142" y="0"/>
                  </a:moveTo>
                  <a:cubicBezTo>
                    <a:pt x="1" y="0"/>
                    <a:pt x="1" y="273"/>
                    <a:pt x="1" y="687"/>
                  </a:cubicBezTo>
                  <a:cubicBezTo>
                    <a:pt x="1" y="960"/>
                    <a:pt x="1" y="1232"/>
                    <a:pt x="142" y="1232"/>
                  </a:cubicBezTo>
                  <a:lnTo>
                    <a:pt x="142" y="687"/>
                  </a:lnTo>
                  <a:lnTo>
                    <a:pt x="1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rot="-5400000" flipH="1">
              <a:off x="7551049" y="115623"/>
              <a:ext cx="47743" cy="5005"/>
            </a:xfrm>
            <a:custGeom>
              <a:avLst/>
              <a:gdLst/>
              <a:ahLst/>
              <a:cxnLst/>
              <a:rect l="l" t="t" r="r" b="b"/>
              <a:pathLst>
                <a:path w="1364" h="143" extrusionOk="0">
                  <a:moveTo>
                    <a:pt x="687" y="0"/>
                  </a:moveTo>
                  <a:cubicBezTo>
                    <a:pt x="273" y="0"/>
                    <a:pt x="1" y="0"/>
                    <a:pt x="1" y="142"/>
                  </a:cubicBezTo>
                  <a:lnTo>
                    <a:pt x="1363" y="142"/>
                  </a:lnTo>
                  <a:cubicBezTo>
                    <a:pt x="1363" y="0"/>
                    <a:pt x="96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rot="-5400000" flipH="1">
              <a:off x="7554147" y="103389"/>
              <a:ext cx="38188" cy="29857"/>
            </a:xfrm>
            <a:custGeom>
              <a:avLst/>
              <a:gdLst/>
              <a:ahLst/>
              <a:cxnLst/>
              <a:rect l="l" t="t" r="r" b="b"/>
              <a:pathLst>
                <a:path w="1091" h="853" extrusionOk="0">
                  <a:moveTo>
                    <a:pt x="1090" y="0"/>
                  </a:moveTo>
                  <a:cubicBezTo>
                    <a:pt x="1090" y="0"/>
                    <a:pt x="818" y="131"/>
                    <a:pt x="545" y="403"/>
                  </a:cubicBezTo>
                  <a:cubicBezTo>
                    <a:pt x="273" y="545"/>
                    <a:pt x="1" y="818"/>
                    <a:pt x="131" y="818"/>
                  </a:cubicBezTo>
                  <a:cubicBezTo>
                    <a:pt x="131" y="842"/>
                    <a:pt x="141" y="852"/>
                    <a:pt x="158" y="852"/>
                  </a:cubicBezTo>
                  <a:cubicBezTo>
                    <a:pt x="232" y="852"/>
                    <a:pt x="454" y="652"/>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rot="-5400000" flipH="1">
              <a:off x="7562390" y="98367"/>
              <a:ext cx="28632" cy="39518"/>
            </a:xfrm>
            <a:custGeom>
              <a:avLst/>
              <a:gdLst/>
              <a:ahLst/>
              <a:cxnLst/>
              <a:rect l="l" t="t" r="r" b="b"/>
              <a:pathLst>
                <a:path w="818" h="1129" extrusionOk="0">
                  <a:moveTo>
                    <a:pt x="27" y="0"/>
                  </a:moveTo>
                  <a:cubicBezTo>
                    <a:pt x="10" y="0"/>
                    <a:pt x="0" y="12"/>
                    <a:pt x="0" y="39"/>
                  </a:cubicBezTo>
                  <a:lnTo>
                    <a:pt x="273" y="584"/>
                  </a:lnTo>
                  <a:cubicBezTo>
                    <a:pt x="545" y="857"/>
                    <a:pt x="687" y="1129"/>
                    <a:pt x="818" y="1129"/>
                  </a:cubicBezTo>
                  <a:cubicBezTo>
                    <a:pt x="818" y="987"/>
                    <a:pt x="687" y="715"/>
                    <a:pt x="414" y="442"/>
                  </a:cubicBezTo>
                  <a:cubicBezTo>
                    <a:pt x="300" y="221"/>
                    <a:pt x="99"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 name="Google Shape;121;p2"/>
          <p:cNvGrpSpPr/>
          <p:nvPr/>
        </p:nvGrpSpPr>
        <p:grpSpPr>
          <a:xfrm>
            <a:off x="8371818" y="1034472"/>
            <a:ext cx="75974" cy="84124"/>
            <a:chOff x="7553342" y="94254"/>
            <a:chExt cx="43123" cy="47743"/>
          </a:xfrm>
        </p:grpSpPr>
        <p:sp>
          <p:nvSpPr>
            <p:cNvPr id="122" name="Google Shape;122;p2"/>
            <p:cNvSpPr/>
            <p:nvPr/>
          </p:nvSpPr>
          <p:spPr>
            <a:xfrm rot="-5400000" flipH="1">
              <a:off x="7572401" y="94271"/>
              <a:ext cx="5005" cy="43123"/>
            </a:xfrm>
            <a:custGeom>
              <a:avLst/>
              <a:gdLst/>
              <a:ahLst/>
              <a:cxnLst/>
              <a:rect l="l" t="t" r="r" b="b"/>
              <a:pathLst>
                <a:path w="143" h="1232" extrusionOk="0">
                  <a:moveTo>
                    <a:pt x="142" y="0"/>
                  </a:moveTo>
                  <a:cubicBezTo>
                    <a:pt x="1" y="0"/>
                    <a:pt x="1" y="273"/>
                    <a:pt x="1" y="687"/>
                  </a:cubicBezTo>
                  <a:cubicBezTo>
                    <a:pt x="1" y="960"/>
                    <a:pt x="1" y="1232"/>
                    <a:pt x="142" y="1232"/>
                  </a:cubicBezTo>
                  <a:lnTo>
                    <a:pt x="142" y="687"/>
                  </a:lnTo>
                  <a:lnTo>
                    <a:pt x="1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rot="-5400000" flipH="1">
              <a:off x="7551049" y="115623"/>
              <a:ext cx="47743" cy="5005"/>
            </a:xfrm>
            <a:custGeom>
              <a:avLst/>
              <a:gdLst/>
              <a:ahLst/>
              <a:cxnLst/>
              <a:rect l="l" t="t" r="r" b="b"/>
              <a:pathLst>
                <a:path w="1364" h="143" extrusionOk="0">
                  <a:moveTo>
                    <a:pt x="687" y="0"/>
                  </a:moveTo>
                  <a:cubicBezTo>
                    <a:pt x="273" y="0"/>
                    <a:pt x="1" y="0"/>
                    <a:pt x="1" y="142"/>
                  </a:cubicBezTo>
                  <a:lnTo>
                    <a:pt x="1363" y="142"/>
                  </a:lnTo>
                  <a:cubicBezTo>
                    <a:pt x="1363" y="0"/>
                    <a:pt x="96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rot="-5400000" flipH="1">
              <a:off x="7554147" y="103389"/>
              <a:ext cx="38188" cy="29857"/>
            </a:xfrm>
            <a:custGeom>
              <a:avLst/>
              <a:gdLst/>
              <a:ahLst/>
              <a:cxnLst/>
              <a:rect l="l" t="t" r="r" b="b"/>
              <a:pathLst>
                <a:path w="1091" h="853" extrusionOk="0">
                  <a:moveTo>
                    <a:pt x="1090" y="0"/>
                  </a:moveTo>
                  <a:cubicBezTo>
                    <a:pt x="1090" y="0"/>
                    <a:pt x="818" y="131"/>
                    <a:pt x="545" y="403"/>
                  </a:cubicBezTo>
                  <a:cubicBezTo>
                    <a:pt x="273" y="545"/>
                    <a:pt x="1" y="818"/>
                    <a:pt x="131" y="818"/>
                  </a:cubicBezTo>
                  <a:cubicBezTo>
                    <a:pt x="131" y="842"/>
                    <a:pt x="141" y="852"/>
                    <a:pt x="158" y="852"/>
                  </a:cubicBezTo>
                  <a:cubicBezTo>
                    <a:pt x="232" y="852"/>
                    <a:pt x="454" y="652"/>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rot="-5400000" flipH="1">
              <a:off x="7562390" y="98367"/>
              <a:ext cx="28632" cy="39518"/>
            </a:xfrm>
            <a:custGeom>
              <a:avLst/>
              <a:gdLst/>
              <a:ahLst/>
              <a:cxnLst/>
              <a:rect l="l" t="t" r="r" b="b"/>
              <a:pathLst>
                <a:path w="818" h="1129" extrusionOk="0">
                  <a:moveTo>
                    <a:pt x="27" y="0"/>
                  </a:moveTo>
                  <a:cubicBezTo>
                    <a:pt x="10" y="0"/>
                    <a:pt x="0" y="12"/>
                    <a:pt x="0" y="39"/>
                  </a:cubicBezTo>
                  <a:lnTo>
                    <a:pt x="273" y="584"/>
                  </a:lnTo>
                  <a:cubicBezTo>
                    <a:pt x="545" y="857"/>
                    <a:pt x="687" y="1129"/>
                    <a:pt x="818" y="1129"/>
                  </a:cubicBezTo>
                  <a:cubicBezTo>
                    <a:pt x="818" y="987"/>
                    <a:pt x="687" y="715"/>
                    <a:pt x="414" y="442"/>
                  </a:cubicBezTo>
                  <a:cubicBezTo>
                    <a:pt x="300" y="221"/>
                    <a:pt x="99"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 name="Google Shape;126;p2"/>
          <p:cNvSpPr txBox="1">
            <a:spLocks noGrp="1"/>
          </p:cNvSpPr>
          <p:nvPr>
            <p:ph type="ctrTitle"/>
          </p:nvPr>
        </p:nvSpPr>
        <p:spPr>
          <a:xfrm>
            <a:off x="1610800" y="1209325"/>
            <a:ext cx="5922300" cy="1933500"/>
          </a:xfrm>
          <a:prstGeom prst="rect">
            <a:avLst/>
          </a:prstGeom>
          <a:effectLst>
            <a:outerShdw blurRad="57150" dist="28575" dir="5400000" algn="bl" rotWithShape="0">
              <a:schemeClr val="dk1">
                <a:alpha val="40000"/>
              </a:schemeClr>
            </a:outerShdw>
          </a:effectLst>
        </p:spPr>
        <p:txBody>
          <a:bodyPr spcFirstLastPara="1" wrap="square" lIns="91425" tIns="91425" rIns="91425" bIns="91425" anchor="b" anchorCtr="0">
            <a:noAutofit/>
          </a:bodyPr>
          <a:lstStyle>
            <a:lvl1pPr lvl="0" algn="ctr" rtl="0">
              <a:lnSpc>
                <a:spcPct val="80000"/>
              </a:lnSpc>
              <a:spcBef>
                <a:spcPts val="0"/>
              </a:spcBef>
              <a:spcAft>
                <a:spcPts val="0"/>
              </a:spcAft>
              <a:buSzPts val="5200"/>
              <a:buNone/>
              <a:defRPr sz="70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r>
              <a:rPr lang="en-US"/>
              <a:t>Click to edit Master title style</a:t>
            </a:r>
            <a:endParaRPr/>
          </a:p>
        </p:txBody>
      </p:sp>
      <p:sp>
        <p:nvSpPr>
          <p:cNvPr id="127" name="Google Shape;127;p2"/>
          <p:cNvSpPr txBox="1">
            <a:spLocks noGrp="1"/>
          </p:cNvSpPr>
          <p:nvPr>
            <p:ph type="subTitle" idx="1"/>
          </p:nvPr>
        </p:nvSpPr>
        <p:spPr>
          <a:xfrm>
            <a:off x="1610850" y="3049313"/>
            <a:ext cx="5922300" cy="3936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atin typeface="Darker Grotesque SemiBold"/>
                <a:ea typeface="Darker Grotesque SemiBold"/>
                <a:cs typeface="Darker Grotesque SemiBold"/>
                <a:sym typeface="Darker Grotesque SemiBold"/>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r>
              <a:rPr lang="en-US"/>
              <a:t>Click to edit Master subtitle style</a:t>
            </a:r>
            <a:endParaRPr/>
          </a:p>
        </p:txBody>
      </p:sp>
      <p:sp>
        <p:nvSpPr>
          <p:cNvPr id="128" name="Google Shape;128;p2"/>
          <p:cNvSpPr/>
          <p:nvPr/>
        </p:nvSpPr>
        <p:spPr>
          <a:xfrm>
            <a:off x="0" y="0"/>
            <a:ext cx="396021" cy="4732371"/>
          </a:xfrm>
          <a:custGeom>
            <a:avLst/>
            <a:gdLst/>
            <a:ahLst/>
            <a:cxnLst/>
            <a:rect l="l" t="t" r="r" b="b"/>
            <a:pathLst>
              <a:path w="5692" h="41247" extrusionOk="0">
                <a:moveTo>
                  <a:pt x="2217" y="1"/>
                </a:moveTo>
                <a:cubicBezTo>
                  <a:pt x="2217" y="1"/>
                  <a:pt x="2647" y="6375"/>
                  <a:pt x="2578" y="9022"/>
                </a:cubicBezTo>
                <a:cubicBezTo>
                  <a:pt x="2504" y="10024"/>
                  <a:pt x="2504" y="11101"/>
                  <a:pt x="2435" y="12246"/>
                </a:cubicBezTo>
                <a:lnTo>
                  <a:pt x="1003" y="11387"/>
                </a:lnTo>
                <a:lnTo>
                  <a:pt x="785" y="11530"/>
                </a:lnTo>
                <a:lnTo>
                  <a:pt x="2435" y="12458"/>
                </a:lnTo>
                <a:cubicBezTo>
                  <a:pt x="2435" y="14176"/>
                  <a:pt x="2361" y="16038"/>
                  <a:pt x="2435" y="17756"/>
                </a:cubicBezTo>
                <a:cubicBezTo>
                  <a:pt x="2504" y="20620"/>
                  <a:pt x="2361" y="22556"/>
                  <a:pt x="2149" y="24560"/>
                </a:cubicBezTo>
                <a:lnTo>
                  <a:pt x="1003" y="23913"/>
                </a:lnTo>
                <a:lnTo>
                  <a:pt x="785" y="24056"/>
                </a:lnTo>
                <a:lnTo>
                  <a:pt x="2149" y="24772"/>
                </a:lnTo>
                <a:lnTo>
                  <a:pt x="2149" y="24916"/>
                </a:lnTo>
                <a:cubicBezTo>
                  <a:pt x="1931" y="27138"/>
                  <a:pt x="2074" y="31434"/>
                  <a:pt x="2074" y="32722"/>
                </a:cubicBezTo>
                <a:cubicBezTo>
                  <a:pt x="2074" y="34011"/>
                  <a:pt x="2292" y="36016"/>
                  <a:pt x="2149" y="36944"/>
                </a:cubicBezTo>
                <a:cubicBezTo>
                  <a:pt x="2074" y="37946"/>
                  <a:pt x="1576" y="39595"/>
                  <a:pt x="1433" y="39882"/>
                </a:cubicBezTo>
                <a:cubicBezTo>
                  <a:pt x="1289" y="40168"/>
                  <a:pt x="1" y="40523"/>
                  <a:pt x="69" y="40598"/>
                </a:cubicBezTo>
                <a:cubicBezTo>
                  <a:pt x="183" y="40598"/>
                  <a:pt x="975" y="40688"/>
                  <a:pt x="1403" y="40688"/>
                </a:cubicBezTo>
                <a:cubicBezTo>
                  <a:pt x="1514" y="40688"/>
                  <a:pt x="1601" y="40682"/>
                  <a:pt x="1645" y="40666"/>
                </a:cubicBezTo>
                <a:cubicBezTo>
                  <a:pt x="1918" y="40601"/>
                  <a:pt x="2322" y="39877"/>
                  <a:pt x="2607" y="39877"/>
                </a:cubicBezTo>
                <a:cubicBezTo>
                  <a:pt x="2621" y="39877"/>
                  <a:pt x="2634" y="39878"/>
                  <a:pt x="2647" y="39882"/>
                </a:cubicBezTo>
                <a:cubicBezTo>
                  <a:pt x="2933" y="39950"/>
                  <a:pt x="2647" y="40380"/>
                  <a:pt x="2647" y="40598"/>
                </a:cubicBezTo>
                <a:cubicBezTo>
                  <a:pt x="2647" y="40795"/>
                  <a:pt x="2771" y="41247"/>
                  <a:pt x="2904" y="41247"/>
                </a:cubicBezTo>
                <a:cubicBezTo>
                  <a:pt x="2914" y="41247"/>
                  <a:pt x="2924" y="41244"/>
                  <a:pt x="2933" y="41239"/>
                </a:cubicBezTo>
                <a:cubicBezTo>
                  <a:pt x="3008" y="41170"/>
                  <a:pt x="3294" y="40455"/>
                  <a:pt x="3437" y="40380"/>
                </a:cubicBezTo>
                <a:cubicBezTo>
                  <a:pt x="3452" y="40373"/>
                  <a:pt x="3474" y="40370"/>
                  <a:pt x="3502" y="40370"/>
                </a:cubicBezTo>
                <a:cubicBezTo>
                  <a:pt x="3739" y="40370"/>
                  <a:pt x="4395" y="40613"/>
                  <a:pt x="4652" y="40741"/>
                </a:cubicBezTo>
                <a:cubicBezTo>
                  <a:pt x="4918" y="40792"/>
                  <a:pt x="5415" y="40961"/>
                  <a:pt x="5600" y="40961"/>
                </a:cubicBezTo>
                <a:cubicBezTo>
                  <a:pt x="5665" y="40961"/>
                  <a:pt x="5691" y="40940"/>
                  <a:pt x="5654" y="40884"/>
                </a:cubicBezTo>
                <a:cubicBezTo>
                  <a:pt x="5511" y="40666"/>
                  <a:pt x="4726" y="40025"/>
                  <a:pt x="4440" y="39595"/>
                </a:cubicBezTo>
                <a:cubicBezTo>
                  <a:pt x="4153" y="39091"/>
                  <a:pt x="4079" y="36371"/>
                  <a:pt x="4010" y="35013"/>
                </a:cubicBezTo>
                <a:cubicBezTo>
                  <a:pt x="3936" y="33650"/>
                  <a:pt x="3581" y="29211"/>
                  <a:pt x="3437" y="27493"/>
                </a:cubicBezTo>
                <a:lnTo>
                  <a:pt x="5299" y="26491"/>
                </a:lnTo>
                <a:lnTo>
                  <a:pt x="5081" y="26347"/>
                </a:lnTo>
                <a:lnTo>
                  <a:pt x="3437" y="27281"/>
                </a:lnTo>
                <a:cubicBezTo>
                  <a:pt x="3363" y="25488"/>
                  <a:pt x="3581" y="19692"/>
                  <a:pt x="3581" y="17115"/>
                </a:cubicBezTo>
                <a:lnTo>
                  <a:pt x="4938" y="16255"/>
                </a:lnTo>
                <a:lnTo>
                  <a:pt x="4795" y="16181"/>
                </a:lnTo>
                <a:lnTo>
                  <a:pt x="3581" y="16828"/>
                </a:lnTo>
                <a:cubicBezTo>
                  <a:pt x="3581" y="16685"/>
                  <a:pt x="3506" y="16467"/>
                  <a:pt x="3506" y="16324"/>
                </a:cubicBezTo>
                <a:cubicBezTo>
                  <a:pt x="3506" y="14251"/>
                  <a:pt x="3867" y="11456"/>
                  <a:pt x="3936" y="8953"/>
                </a:cubicBezTo>
                <a:cubicBezTo>
                  <a:pt x="4010" y="7521"/>
                  <a:pt x="4010" y="4726"/>
                  <a:pt x="4010" y="2652"/>
                </a:cubicBezTo>
                <a:lnTo>
                  <a:pt x="5299" y="1862"/>
                </a:lnTo>
                <a:lnTo>
                  <a:pt x="5081" y="1719"/>
                </a:lnTo>
                <a:lnTo>
                  <a:pt x="4010" y="2366"/>
                </a:lnTo>
                <a:cubicBezTo>
                  <a:pt x="3936" y="1003"/>
                  <a:pt x="3936" y="1"/>
                  <a:pt x="39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a:off x="0" y="3851201"/>
            <a:ext cx="9144123" cy="1205765"/>
          </a:xfrm>
          <a:custGeom>
            <a:avLst/>
            <a:gdLst/>
            <a:ahLst/>
            <a:cxnLst/>
            <a:rect l="l" t="t" r="r" b="b"/>
            <a:pathLst>
              <a:path w="116197" h="15322" extrusionOk="0">
                <a:moveTo>
                  <a:pt x="5156" y="2503"/>
                </a:moveTo>
                <a:cubicBezTo>
                  <a:pt x="5169" y="2575"/>
                  <a:pt x="5186" y="2646"/>
                  <a:pt x="5204" y="2717"/>
                </a:cubicBezTo>
                <a:lnTo>
                  <a:pt x="5204" y="2717"/>
                </a:lnTo>
                <a:cubicBezTo>
                  <a:pt x="5188" y="2642"/>
                  <a:pt x="5172" y="2571"/>
                  <a:pt x="5156" y="2503"/>
                </a:cubicBezTo>
                <a:close/>
                <a:moveTo>
                  <a:pt x="6227" y="2646"/>
                </a:moveTo>
                <a:lnTo>
                  <a:pt x="6227" y="2646"/>
                </a:lnTo>
                <a:cubicBezTo>
                  <a:pt x="6239" y="2681"/>
                  <a:pt x="6252" y="2716"/>
                  <a:pt x="6267" y="2750"/>
                </a:cubicBezTo>
                <a:lnTo>
                  <a:pt x="6267" y="2750"/>
                </a:lnTo>
                <a:cubicBezTo>
                  <a:pt x="6254" y="2715"/>
                  <a:pt x="6240" y="2680"/>
                  <a:pt x="6227" y="2646"/>
                </a:cubicBezTo>
                <a:close/>
                <a:moveTo>
                  <a:pt x="25701" y="3293"/>
                </a:moveTo>
                <a:lnTo>
                  <a:pt x="25701" y="3293"/>
                </a:lnTo>
                <a:cubicBezTo>
                  <a:pt x="25775" y="3437"/>
                  <a:pt x="25775" y="3505"/>
                  <a:pt x="25844" y="3580"/>
                </a:cubicBezTo>
                <a:cubicBezTo>
                  <a:pt x="25775" y="3505"/>
                  <a:pt x="25775" y="3362"/>
                  <a:pt x="25701" y="3293"/>
                </a:cubicBezTo>
                <a:close/>
                <a:moveTo>
                  <a:pt x="19543" y="3649"/>
                </a:moveTo>
                <a:lnTo>
                  <a:pt x="19543" y="3649"/>
                </a:lnTo>
                <a:cubicBezTo>
                  <a:pt x="19502" y="3693"/>
                  <a:pt x="19486" y="3736"/>
                  <a:pt x="19479" y="3779"/>
                </a:cubicBezTo>
                <a:lnTo>
                  <a:pt x="19479" y="3779"/>
                </a:lnTo>
                <a:lnTo>
                  <a:pt x="19543" y="3649"/>
                </a:lnTo>
                <a:close/>
                <a:moveTo>
                  <a:pt x="10597" y="4439"/>
                </a:moveTo>
                <a:lnTo>
                  <a:pt x="10597" y="4439"/>
                </a:lnTo>
                <a:cubicBezTo>
                  <a:pt x="10597" y="4439"/>
                  <a:pt x="10597" y="4439"/>
                  <a:pt x="10597" y="4439"/>
                </a:cubicBezTo>
                <a:close/>
                <a:moveTo>
                  <a:pt x="44962" y="4725"/>
                </a:moveTo>
                <a:lnTo>
                  <a:pt x="44962" y="4725"/>
                </a:lnTo>
                <a:cubicBezTo>
                  <a:pt x="44962" y="4725"/>
                  <a:pt x="44962" y="4725"/>
                  <a:pt x="44962" y="4725"/>
                </a:cubicBezTo>
                <a:close/>
                <a:moveTo>
                  <a:pt x="44962" y="4725"/>
                </a:moveTo>
                <a:lnTo>
                  <a:pt x="44962" y="4725"/>
                </a:lnTo>
                <a:cubicBezTo>
                  <a:pt x="44962" y="4725"/>
                  <a:pt x="44962" y="4725"/>
                  <a:pt x="44962" y="4725"/>
                </a:cubicBezTo>
                <a:close/>
                <a:moveTo>
                  <a:pt x="44962" y="4725"/>
                </a:moveTo>
                <a:lnTo>
                  <a:pt x="44962" y="4725"/>
                </a:lnTo>
                <a:cubicBezTo>
                  <a:pt x="44962" y="4725"/>
                  <a:pt x="44962" y="4725"/>
                  <a:pt x="44962" y="4725"/>
                </a:cubicBezTo>
                <a:close/>
                <a:moveTo>
                  <a:pt x="44962" y="4725"/>
                </a:moveTo>
                <a:lnTo>
                  <a:pt x="44962" y="4725"/>
                </a:lnTo>
                <a:cubicBezTo>
                  <a:pt x="44962" y="4725"/>
                  <a:pt x="44962" y="4725"/>
                  <a:pt x="44962" y="4725"/>
                </a:cubicBezTo>
                <a:close/>
                <a:moveTo>
                  <a:pt x="1003" y="4937"/>
                </a:moveTo>
                <a:cubicBezTo>
                  <a:pt x="1003" y="4937"/>
                  <a:pt x="1003" y="4937"/>
                  <a:pt x="1003" y="4937"/>
                </a:cubicBezTo>
                <a:lnTo>
                  <a:pt x="1003" y="4937"/>
                </a:lnTo>
                <a:close/>
                <a:moveTo>
                  <a:pt x="9451" y="4296"/>
                </a:moveTo>
                <a:cubicBezTo>
                  <a:pt x="9451" y="4439"/>
                  <a:pt x="9520" y="4651"/>
                  <a:pt x="9520" y="4869"/>
                </a:cubicBezTo>
                <a:cubicBezTo>
                  <a:pt x="9451" y="4937"/>
                  <a:pt x="9451" y="5012"/>
                  <a:pt x="9377" y="5155"/>
                </a:cubicBezTo>
                <a:cubicBezTo>
                  <a:pt x="9377" y="4869"/>
                  <a:pt x="9451" y="4582"/>
                  <a:pt x="9451" y="4296"/>
                </a:cubicBezTo>
                <a:close/>
                <a:moveTo>
                  <a:pt x="11095" y="4651"/>
                </a:moveTo>
                <a:cubicBezTo>
                  <a:pt x="11095" y="4869"/>
                  <a:pt x="11170" y="5080"/>
                  <a:pt x="11238" y="5224"/>
                </a:cubicBezTo>
                <a:lnTo>
                  <a:pt x="11170" y="5224"/>
                </a:lnTo>
                <a:cubicBezTo>
                  <a:pt x="11170" y="5080"/>
                  <a:pt x="11095" y="4937"/>
                  <a:pt x="11026" y="4725"/>
                </a:cubicBezTo>
                <a:lnTo>
                  <a:pt x="11095" y="4651"/>
                </a:lnTo>
                <a:close/>
                <a:moveTo>
                  <a:pt x="20334" y="5224"/>
                </a:moveTo>
                <a:lnTo>
                  <a:pt x="20334" y="5224"/>
                </a:lnTo>
                <a:cubicBezTo>
                  <a:pt x="20334" y="5224"/>
                  <a:pt x="20334" y="5224"/>
                  <a:pt x="20334" y="5224"/>
                </a:cubicBezTo>
                <a:close/>
                <a:moveTo>
                  <a:pt x="20334" y="5224"/>
                </a:moveTo>
                <a:lnTo>
                  <a:pt x="20334" y="5224"/>
                </a:lnTo>
                <a:cubicBezTo>
                  <a:pt x="20334" y="5224"/>
                  <a:pt x="20334" y="5224"/>
                  <a:pt x="20334" y="5224"/>
                </a:cubicBezTo>
                <a:close/>
                <a:moveTo>
                  <a:pt x="20334" y="5224"/>
                </a:moveTo>
                <a:lnTo>
                  <a:pt x="20334" y="5224"/>
                </a:lnTo>
                <a:cubicBezTo>
                  <a:pt x="20334" y="5224"/>
                  <a:pt x="20334" y="5224"/>
                  <a:pt x="20334" y="5224"/>
                </a:cubicBezTo>
                <a:close/>
                <a:moveTo>
                  <a:pt x="25987" y="4153"/>
                </a:moveTo>
                <a:lnTo>
                  <a:pt x="26205" y="5012"/>
                </a:lnTo>
                <a:lnTo>
                  <a:pt x="25918" y="5298"/>
                </a:lnTo>
                <a:cubicBezTo>
                  <a:pt x="25918" y="4937"/>
                  <a:pt x="25987" y="4582"/>
                  <a:pt x="25987" y="4153"/>
                </a:cubicBezTo>
                <a:close/>
                <a:moveTo>
                  <a:pt x="11598" y="4798"/>
                </a:moveTo>
                <a:lnTo>
                  <a:pt x="11742" y="5224"/>
                </a:lnTo>
                <a:cubicBezTo>
                  <a:pt x="11668" y="5298"/>
                  <a:pt x="11599" y="5367"/>
                  <a:pt x="11599" y="5510"/>
                </a:cubicBezTo>
                <a:cubicBezTo>
                  <a:pt x="11525" y="5367"/>
                  <a:pt x="11525" y="5224"/>
                  <a:pt x="11456" y="5080"/>
                </a:cubicBezTo>
                <a:lnTo>
                  <a:pt x="11456" y="5080"/>
                </a:lnTo>
                <a:cubicBezTo>
                  <a:pt x="11456" y="5224"/>
                  <a:pt x="11525" y="5367"/>
                  <a:pt x="11525" y="5510"/>
                </a:cubicBezTo>
                <a:cubicBezTo>
                  <a:pt x="11525" y="5441"/>
                  <a:pt x="11456" y="5367"/>
                  <a:pt x="11382" y="5224"/>
                </a:cubicBezTo>
                <a:cubicBezTo>
                  <a:pt x="11456" y="5155"/>
                  <a:pt x="11456" y="5155"/>
                  <a:pt x="11456" y="5080"/>
                </a:cubicBezTo>
                <a:cubicBezTo>
                  <a:pt x="11519" y="5017"/>
                  <a:pt x="11588" y="4827"/>
                  <a:pt x="11598" y="4798"/>
                </a:cubicBezTo>
                <a:close/>
                <a:moveTo>
                  <a:pt x="34653" y="5510"/>
                </a:moveTo>
                <a:cubicBezTo>
                  <a:pt x="34653" y="5510"/>
                  <a:pt x="34653" y="5510"/>
                  <a:pt x="34653" y="5510"/>
                </a:cubicBezTo>
                <a:lnTo>
                  <a:pt x="34653" y="5510"/>
                </a:lnTo>
                <a:close/>
                <a:moveTo>
                  <a:pt x="34653" y="5510"/>
                </a:moveTo>
                <a:cubicBezTo>
                  <a:pt x="34653" y="5510"/>
                  <a:pt x="34653" y="5510"/>
                  <a:pt x="34653" y="5510"/>
                </a:cubicBezTo>
                <a:lnTo>
                  <a:pt x="34653" y="5510"/>
                </a:lnTo>
                <a:close/>
                <a:moveTo>
                  <a:pt x="34653" y="5510"/>
                </a:moveTo>
                <a:cubicBezTo>
                  <a:pt x="34653" y="5510"/>
                  <a:pt x="34653" y="5510"/>
                  <a:pt x="34653" y="5510"/>
                </a:cubicBezTo>
                <a:lnTo>
                  <a:pt x="34653" y="5510"/>
                </a:lnTo>
                <a:close/>
                <a:moveTo>
                  <a:pt x="10883" y="5155"/>
                </a:moveTo>
                <a:cubicBezTo>
                  <a:pt x="10883" y="5224"/>
                  <a:pt x="10952" y="5441"/>
                  <a:pt x="10952" y="5585"/>
                </a:cubicBezTo>
                <a:cubicBezTo>
                  <a:pt x="10952" y="5585"/>
                  <a:pt x="10883" y="5585"/>
                  <a:pt x="10883" y="5653"/>
                </a:cubicBezTo>
                <a:cubicBezTo>
                  <a:pt x="10883" y="5510"/>
                  <a:pt x="10809" y="5441"/>
                  <a:pt x="10809" y="5298"/>
                </a:cubicBezTo>
                <a:cubicBezTo>
                  <a:pt x="10809" y="5224"/>
                  <a:pt x="10883" y="5155"/>
                  <a:pt x="10883" y="5155"/>
                </a:cubicBezTo>
                <a:close/>
                <a:moveTo>
                  <a:pt x="11886" y="5585"/>
                </a:moveTo>
                <a:lnTo>
                  <a:pt x="11886" y="5653"/>
                </a:lnTo>
                <a:cubicBezTo>
                  <a:pt x="11886" y="5653"/>
                  <a:pt x="11886" y="5728"/>
                  <a:pt x="11811" y="5728"/>
                </a:cubicBezTo>
                <a:cubicBezTo>
                  <a:pt x="11811" y="5728"/>
                  <a:pt x="11886" y="5653"/>
                  <a:pt x="11886" y="5585"/>
                </a:cubicBezTo>
                <a:close/>
                <a:moveTo>
                  <a:pt x="16823" y="4869"/>
                </a:moveTo>
                <a:lnTo>
                  <a:pt x="16823" y="4869"/>
                </a:lnTo>
                <a:cubicBezTo>
                  <a:pt x="16897" y="5080"/>
                  <a:pt x="16966" y="5224"/>
                  <a:pt x="17040" y="5510"/>
                </a:cubicBezTo>
                <a:lnTo>
                  <a:pt x="17040" y="5728"/>
                </a:lnTo>
                <a:lnTo>
                  <a:pt x="16823" y="4869"/>
                </a:lnTo>
                <a:close/>
                <a:moveTo>
                  <a:pt x="33078" y="5080"/>
                </a:moveTo>
                <a:cubicBezTo>
                  <a:pt x="33078" y="5298"/>
                  <a:pt x="33146" y="5510"/>
                  <a:pt x="33146" y="5728"/>
                </a:cubicBezTo>
                <a:cubicBezTo>
                  <a:pt x="33146" y="5585"/>
                  <a:pt x="33078" y="5367"/>
                  <a:pt x="33003" y="5224"/>
                </a:cubicBezTo>
                <a:cubicBezTo>
                  <a:pt x="33078" y="5155"/>
                  <a:pt x="33078" y="5155"/>
                  <a:pt x="33078" y="5080"/>
                </a:cubicBezTo>
                <a:close/>
                <a:moveTo>
                  <a:pt x="48325" y="5728"/>
                </a:moveTo>
                <a:lnTo>
                  <a:pt x="48325" y="5728"/>
                </a:lnTo>
                <a:cubicBezTo>
                  <a:pt x="48325" y="5728"/>
                  <a:pt x="48325" y="5728"/>
                  <a:pt x="48325" y="5728"/>
                </a:cubicBezTo>
                <a:close/>
                <a:moveTo>
                  <a:pt x="48325" y="5728"/>
                </a:moveTo>
                <a:lnTo>
                  <a:pt x="48325" y="5728"/>
                </a:lnTo>
                <a:cubicBezTo>
                  <a:pt x="48325" y="5728"/>
                  <a:pt x="48325" y="5728"/>
                  <a:pt x="48325" y="5728"/>
                </a:cubicBezTo>
                <a:close/>
                <a:moveTo>
                  <a:pt x="48325" y="5728"/>
                </a:moveTo>
                <a:lnTo>
                  <a:pt x="48325" y="5728"/>
                </a:lnTo>
                <a:cubicBezTo>
                  <a:pt x="48325" y="5728"/>
                  <a:pt x="48325" y="5728"/>
                  <a:pt x="48325" y="5728"/>
                </a:cubicBezTo>
                <a:close/>
                <a:moveTo>
                  <a:pt x="12813" y="4794"/>
                </a:moveTo>
                <a:lnTo>
                  <a:pt x="12813" y="5012"/>
                </a:lnTo>
                <a:cubicBezTo>
                  <a:pt x="12745" y="5224"/>
                  <a:pt x="12602" y="5510"/>
                  <a:pt x="12527" y="5796"/>
                </a:cubicBezTo>
                <a:lnTo>
                  <a:pt x="12527" y="5653"/>
                </a:lnTo>
                <a:lnTo>
                  <a:pt x="12527" y="5585"/>
                </a:lnTo>
                <a:cubicBezTo>
                  <a:pt x="12602" y="5298"/>
                  <a:pt x="12745" y="5012"/>
                  <a:pt x="12813" y="4794"/>
                </a:cubicBezTo>
                <a:close/>
                <a:moveTo>
                  <a:pt x="9520" y="5155"/>
                </a:moveTo>
                <a:cubicBezTo>
                  <a:pt x="9520" y="5367"/>
                  <a:pt x="9595" y="5510"/>
                  <a:pt x="9595" y="5728"/>
                </a:cubicBezTo>
                <a:cubicBezTo>
                  <a:pt x="9520" y="5796"/>
                  <a:pt x="9520" y="5871"/>
                  <a:pt x="9520" y="5940"/>
                </a:cubicBezTo>
                <a:lnTo>
                  <a:pt x="9451" y="5871"/>
                </a:lnTo>
                <a:cubicBezTo>
                  <a:pt x="9520" y="5653"/>
                  <a:pt x="9520" y="5441"/>
                  <a:pt x="9520" y="5155"/>
                </a:cubicBezTo>
                <a:close/>
                <a:moveTo>
                  <a:pt x="16107" y="5510"/>
                </a:moveTo>
                <a:cubicBezTo>
                  <a:pt x="16181" y="5653"/>
                  <a:pt x="16181" y="5871"/>
                  <a:pt x="16250" y="6014"/>
                </a:cubicBezTo>
                <a:cubicBezTo>
                  <a:pt x="16250" y="5871"/>
                  <a:pt x="16181" y="5653"/>
                  <a:pt x="16107" y="5510"/>
                </a:cubicBezTo>
                <a:close/>
                <a:moveTo>
                  <a:pt x="10740" y="5510"/>
                </a:moveTo>
                <a:lnTo>
                  <a:pt x="10740" y="5796"/>
                </a:lnTo>
                <a:cubicBezTo>
                  <a:pt x="10666" y="5940"/>
                  <a:pt x="10597" y="6014"/>
                  <a:pt x="10522" y="6083"/>
                </a:cubicBezTo>
                <a:lnTo>
                  <a:pt x="10522" y="6014"/>
                </a:lnTo>
                <a:cubicBezTo>
                  <a:pt x="10597" y="5796"/>
                  <a:pt x="10666" y="5653"/>
                  <a:pt x="10740" y="5510"/>
                </a:cubicBezTo>
                <a:close/>
                <a:moveTo>
                  <a:pt x="26273" y="5155"/>
                </a:moveTo>
                <a:cubicBezTo>
                  <a:pt x="26273" y="5298"/>
                  <a:pt x="26348" y="5441"/>
                  <a:pt x="26348" y="5585"/>
                </a:cubicBezTo>
                <a:cubicBezTo>
                  <a:pt x="26205" y="5728"/>
                  <a:pt x="26061" y="5940"/>
                  <a:pt x="25844" y="6226"/>
                </a:cubicBezTo>
                <a:lnTo>
                  <a:pt x="25844" y="6083"/>
                </a:lnTo>
                <a:cubicBezTo>
                  <a:pt x="26061" y="5653"/>
                  <a:pt x="26130" y="5367"/>
                  <a:pt x="26273" y="5155"/>
                </a:cubicBezTo>
                <a:close/>
                <a:moveTo>
                  <a:pt x="29143" y="6195"/>
                </a:moveTo>
                <a:lnTo>
                  <a:pt x="29143" y="6195"/>
                </a:lnTo>
                <a:cubicBezTo>
                  <a:pt x="29141" y="6205"/>
                  <a:pt x="29139" y="6216"/>
                  <a:pt x="29137" y="6226"/>
                </a:cubicBezTo>
                <a:cubicBezTo>
                  <a:pt x="29137" y="6214"/>
                  <a:pt x="29139" y="6204"/>
                  <a:pt x="29143" y="6195"/>
                </a:cubicBezTo>
                <a:close/>
                <a:moveTo>
                  <a:pt x="1576" y="5367"/>
                </a:moveTo>
                <a:cubicBezTo>
                  <a:pt x="1645" y="5585"/>
                  <a:pt x="1719" y="5796"/>
                  <a:pt x="1788" y="6083"/>
                </a:cubicBezTo>
                <a:cubicBezTo>
                  <a:pt x="1719" y="6157"/>
                  <a:pt x="1719" y="6226"/>
                  <a:pt x="1645" y="6300"/>
                </a:cubicBezTo>
                <a:cubicBezTo>
                  <a:pt x="1645" y="6157"/>
                  <a:pt x="1576" y="6083"/>
                  <a:pt x="1576" y="5940"/>
                </a:cubicBezTo>
                <a:lnTo>
                  <a:pt x="1576" y="5367"/>
                </a:lnTo>
                <a:close/>
                <a:moveTo>
                  <a:pt x="11026" y="6083"/>
                </a:moveTo>
                <a:cubicBezTo>
                  <a:pt x="11026" y="6226"/>
                  <a:pt x="11095" y="6369"/>
                  <a:pt x="11095" y="6444"/>
                </a:cubicBezTo>
                <a:lnTo>
                  <a:pt x="11095" y="6512"/>
                </a:lnTo>
                <a:cubicBezTo>
                  <a:pt x="11026" y="6369"/>
                  <a:pt x="11026" y="6300"/>
                  <a:pt x="11026" y="6157"/>
                </a:cubicBezTo>
                <a:lnTo>
                  <a:pt x="11026" y="6083"/>
                </a:lnTo>
                <a:close/>
                <a:moveTo>
                  <a:pt x="16611" y="5728"/>
                </a:moveTo>
                <a:lnTo>
                  <a:pt x="16611" y="5796"/>
                </a:lnTo>
                <a:lnTo>
                  <a:pt x="16611" y="6300"/>
                </a:lnTo>
                <a:lnTo>
                  <a:pt x="16393" y="6512"/>
                </a:lnTo>
                <a:lnTo>
                  <a:pt x="16393" y="6300"/>
                </a:lnTo>
                <a:cubicBezTo>
                  <a:pt x="16536" y="6014"/>
                  <a:pt x="16536" y="5871"/>
                  <a:pt x="16611" y="5728"/>
                </a:cubicBezTo>
                <a:close/>
                <a:moveTo>
                  <a:pt x="6799" y="6083"/>
                </a:moveTo>
                <a:cubicBezTo>
                  <a:pt x="6874" y="6157"/>
                  <a:pt x="6874" y="6300"/>
                  <a:pt x="6874" y="6444"/>
                </a:cubicBezTo>
                <a:cubicBezTo>
                  <a:pt x="6874" y="6300"/>
                  <a:pt x="6799" y="6226"/>
                  <a:pt x="6799" y="6157"/>
                </a:cubicBezTo>
                <a:lnTo>
                  <a:pt x="6799" y="6157"/>
                </a:lnTo>
                <a:cubicBezTo>
                  <a:pt x="6799" y="6300"/>
                  <a:pt x="6874" y="6444"/>
                  <a:pt x="6874" y="6587"/>
                </a:cubicBezTo>
                <a:cubicBezTo>
                  <a:pt x="6799" y="6444"/>
                  <a:pt x="6799" y="6369"/>
                  <a:pt x="6731" y="6226"/>
                </a:cubicBezTo>
                <a:cubicBezTo>
                  <a:pt x="6731" y="6226"/>
                  <a:pt x="6799" y="6226"/>
                  <a:pt x="6799" y="6157"/>
                </a:cubicBezTo>
                <a:lnTo>
                  <a:pt x="6799" y="6083"/>
                </a:lnTo>
                <a:close/>
                <a:moveTo>
                  <a:pt x="6731" y="6300"/>
                </a:moveTo>
                <a:cubicBezTo>
                  <a:pt x="6731" y="6444"/>
                  <a:pt x="6799" y="6512"/>
                  <a:pt x="6799" y="6656"/>
                </a:cubicBezTo>
                <a:lnTo>
                  <a:pt x="6731" y="6730"/>
                </a:lnTo>
                <a:cubicBezTo>
                  <a:pt x="6731" y="6587"/>
                  <a:pt x="6656" y="6512"/>
                  <a:pt x="6656" y="6444"/>
                </a:cubicBezTo>
                <a:cubicBezTo>
                  <a:pt x="6656" y="6369"/>
                  <a:pt x="6731" y="6369"/>
                  <a:pt x="6731" y="6300"/>
                </a:cubicBezTo>
                <a:close/>
                <a:moveTo>
                  <a:pt x="16324" y="6512"/>
                </a:moveTo>
                <a:lnTo>
                  <a:pt x="16324" y="6656"/>
                </a:lnTo>
                <a:lnTo>
                  <a:pt x="16181" y="6799"/>
                </a:lnTo>
                <a:cubicBezTo>
                  <a:pt x="16181" y="6656"/>
                  <a:pt x="16250" y="6587"/>
                  <a:pt x="16324" y="6512"/>
                </a:cubicBezTo>
                <a:close/>
                <a:moveTo>
                  <a:pt x="1788" y="6226"/>
                </a:moveTo>
                <a:cubicBezTo>
                  <a:pt x="1788" y="6444"/>
                  <a:pt x="1862" y="6656"/>
                  <a:pt x="1862" y="6873"/>
                </a:cubicBezTo>
                <a:lnTo>
                  <a:pt x="1788" y="6942"/>
                </a:lnTo>
                <a:lnTo>
                  <a:pt x="1788" y="6656"/>
                </a:lnTo>
                <a:lnTo>
                  <a:pt x="1788" y="6226"/>
                </a:lnTo>
                <a:close/>
                <a:moveTo>
                  <a:pt x="5368" y="4221"/>
                </a:moveTo>
                <a:cubicBezTo>
                  <a:pt x="5442" y="5012"/>
                  <a:pt x="5442" y="5871"/>
                  <a:pt x="5368" y="6730"/>
                </a:cubicBezTo>
                <a:lnTo>
                  <a:pt x="5368" y="6942"/>
                </a:lnTo>
                <a:cubicBezTo>
                  <a:pt x="5368" y="6873"/>
                  <a:pt x="5299" y="6799"/>
                  <a:pt x="5299" y="6656"/>
                </a:cubicBezTo>
                <a:cubicBezTo>
                  <a:pt x="5299" y="6369"/>
                  <a:pt x="5299" y="6014"/>
                  <a:pt x="5368" y="5653"/>
                </a:cubicBezTo>
                <a:lnTo>
                  <a:pt x="5368" y="5653"/>
                </a:lnTo>
                <a:cubicBezTo>
                  <a:pt x="5299" y="5796"/>
                  <a:pt x="5224" y="6014"/>
                  <a:pt x="5081" y="6300"/>
                </a:cubicBezTo>
                <a:lnTo>
                  <a:pt x="5081" y="6157"/>
                </a:lnTo>
                <a:cubicBezTo>
                  <a:pt x="5224" y="5796"/>
                  <a:pt x="5368" y="5510"/>
                  <a:pt x="5368" y="5510"/>
                </a:cubicBezTo>
                <a:lnTo>
                  <a:pt x="5368" y="5510"/>
                </a:lnTo>
                <a:cubicBezTo>
                  <a:pt x="5367" y="5510"/>
                  <a:pt x="5224" y="5653"/>
                  <a:pt x="5012" y="5940"/>
                </a:cubicBezTo>
                <a:cubicBezTo>
                  <a:pt x="4938" y="5796"/>
                  <a:pt x="4938" y="5728"/>
                  <a:pt x="4869" y="5585"/>
                </a:cubicBezTo>
                <a:cubicBezTo>
                  <a:pt x="5012" y="5080"/>
                  <a:pt x="5224" y="4651"/>
                  <a:pt x="5368" y="4221"/>
                </a:cubicBezTo>
                <a:close/>
                <a:moveTo>
                  <a:pt x="7733" y="6587"/>
                </a:moveTo>
                <a:lnTo>
                  <a:pt x="7733" y="7016"/>
                </a:lnTo>
                <a:cubicBezTo>
                  <a:pt x="7659" y="7016"/>
                  <a:pt x="7659" y="7016"/>
                  <a:pt x="7659" y="7085"/>
                </a:cubicBezTo>
                <a:lnTo>
                  <a:pt x="7659" y="7016"/>
                </a:lnTo>
                <a:cubicBezTo>
                  <a:pt x="7659" y="6873"/>
                  <a:pt x="7733" y="6730"/>
                  <a:pt x="7733" y="6587"/>
                </a:cubicBezTo>
                <a:close/>
                <a:moveTo>
                  <a:pt x="10809" y="6730"/>
                </a:moveTo>
                <a:lnTo>
                  <a:pt x="10809" y="7085"/>
                </a:lnTo>
                <a:cubicBezTo>
                  <a:pt x="10809" y="7016"/>
                  <a:pt x="10740" y="6942"/>
                  <a:pt x="10740" y="6873"/>
                </a:cubicBezTo>
                <a:cubicBezTo>
                  <a:pt x="10740" y="6799"/>
                  <a:pt x="10809" y="6730"/>
                  <a:pt x="10809" y="6730"/>
                </a:cubicBezTo>
                <a:close/>
                <a:moveTo>
                  <a:pt x="6513" y="6730"/>
                </a:moveTo>
                <a:cubicBezTo>
                  <a:pt x="6588" y="6799"/>
                  <a:pt x="6588" y="6873"/>
                  <a:pt x="6588" y="6942"/>
                </a:cubicBezTo>
                <a:cubicBezTo>
                  <a:pt x="6588" y="7016"/>
                  <a:pt x="6513" y="7085"/>
                  <a:pt x="6513" y="7160"/>
                </a:cubicBezTo>
                <a:cubicBezTo>
                  <a:pt x="6513" y="7085"/>
                  <a:pt x="6444" y="7016"/>
                  <a:pt x="6444" y="6942"/>
                </a:cubicBezTo>
                <a:cubicBezTo>
                  <a:pt x="6444" y="6873"/>
                  <a:pt x="6513" y="6799"/>
                  <a:pt x="6513" y="6730"/>
                </a:cubicBezTo>
                <a:close/>
                <a:moveTo>
                  <a:pt x="16611" y="6656"/>
                </a:moveTo>
                <a:lnTo>
                  <a:pt x="16611" y="7228"/>
                </a:lnTo>
                <a:cubicBezTo>
                  <a:pt x="16536" y="7160"/>
                  <a:pt x="16536" y="7016"/>
                  <a:pt x="16536" y="6873"/>
                </a:cubicBezTo>
                <a:cubicBezTo>
                  <a:pt x="16536" y="6799"/>
                  <a:pt x="16536" y="6799"/>
                  <a:pt x="16611" y="6656"/>
                </a:cubicBezTo>
                <a:close/>
                <a:moveTo>
                  <a:pt x="30643" y="7228"/>
                </a:moveTo>
                <a:cubicBezTo>
                  <a:pt x="30647" y="7236"/>
                  <a:pt x="30650" y="7243"/>
                  <a:pt x="30654" y="7250"/>
                </a:cubicBezTo>
                <a:lnTo>
                  <a:pt x="30654" y="7250"/>
                </a:lnTo>
                <a:lnTo>
                  <a:pt x="30643" y="7228"/>
                </a:lnTo>
                <a:close/>
                <a:moveTo>
                  <a:pt x="26560" y="6942"/>
                </a:moveTo>
                <a:cubicBezTo>
                  <a:pt x="26634" y="7085"/>
                  <a:pt x="26634" y="7160"/>
                  <a:pt x="26634" y="7303"/>
                </a:cubicBezTo>
                <a:cubicBezTo>
                  <a:pt x="26634" y="7228"/>
                  <a:pt x="26560" y="7228"/>
                  <a:pt x="26560" y="7160"/>
                </a:cubicBezTo>
                <a:lnTo>
                  <a:pt x="26560" y="6942"/>
                </a:lnTo>
                <a:close/>
                <a:moveTo>
                  <a:pt x="16393" y="7228"/>
                </a:moveTo>
                <a:lnTo>
                  <a:pt x="16393" y="7372"/>
                </a:lnTo>
                <a:cubicBezTo>
                  <a:pt x="16393" y="7303"/>
                  <a:pt x="16324" y="7303"/>
                  <a:pt x="16324" y="7303"/>
                </a:cubicBezTo>
                <a:cubicBezTo>
                  <a:pt x="16324" y="7303"/>
                  <a:pt x="16324" y="7228"/>
                  <a:pt x="16393" y="7228"/>
                </a:cubicBezTo>
                <a:close/>
                <a:moveTo>
                  <a:pt x="20477" y="6369"/>
                </a:moveTo>
                <a:cubicBezTo>
                  <a:pt x="20546" y="6587"/>
                  <a:pt x="20546" y="6799"/>
                  <a:pt x="20546" y="7016"/>
                </a:cubicBezTo>
                <a:lnTo>
                  <a:pt x="20334" y="7446"/>
                </a:lnTo>
                <a:cubicBezTo>
                  <a:pt x="20259" y="7372"/>
                  <a:pt x="20259" y="7303"/>
                  <a:pt x="20191" y="7228"/>
                </a:cubicBezTo>
                <a:cubicBezTo>
                  <a:pt x="20334" y="6942"/>
                  <a:pt x="20403" y="6656"/>
                  <a:pt x="20477" y="6369"/>
                </a:cubicBezTo>
                <a:close/>
                <a:moveTo>
                  <a:pt x="34292" y="6656"/>
                </a:moveTo>
                <a:cubicBezTo>
                  <a:pt x="34223" y="6873"/>
                  <a:pt x="34223" y="7160"/>
                  <a:pt x="34149" y="7446"/>
                </a:cubicBezTo>
                <a:cubicBezTo>
                  <a:pt x="34149" y="7372"/>
                  <a:pt x="34080" y="7228"/>
                  <a:pt x="34080" y="7160"/>
                </a:cubicBezTo>
                <a:cubicBezTo>
                  <a:pt x="34149" y="6942"/>
                  <a:pt x="34223" y="6799"/>
                  <a:pt x="34292" y="6656"/>
                </a:cubicBezTo>
                <a:close/>
                <a:moveTo>
                  <a:pt x="29567" y="7303"/>
                </a:moveTo>
                <a:cubicBezTo>
                  <a:pt x="29567" y="7370"/>
                  <a:pt x="29567" y="7443"/>
                  <a:pt x="29636" y="7510"/>
                </a:cubicBezTo>
                <a:lnTo>
                  <a:pt x="29636" y="7510"/>
                </a:lnTo>
                <a:cubicBezTo>
                  <a:pt x="29629" y="7446"/>
                  <a:pt x="29611" y="7388"/>
                  <a:pt x="29567" y="7303"/>
                </a:cubicBezTo>
                <a:close/>
                <a:moveTo>
                  <a:pt x="48611" y="6157"/>
                </a:moveTo>
                <a:cubicBezTo>
                  <a:pt x="48685" y="6587"/>
                  <a:pt x="48685" y="7016"/>
                  <a:pt x="48754" y="7515"/>
                </a:cubicBezTo>
                <a:cubicBezTo>
                  <a:pt x="48685" y="7160"/>
                  <a:pt x="48611" y="6873"/>
                  <a:pt x="48468" y="6512"/>
                </a:cubicBezTo>
                <a:cubicBezTo>
                  <a:pt x="48542" y="6300"/>
                  <a:pt x="48542" y="6300"/>
                  <a:pt x="48611" y="6157"/>
                </a:cubicBezTo>
                <a:close/>
                <a:moveTo>
                  <a:pt x="49756" y="7446"/>
                </a:moveTo>
                <a:cubicBezTo>
                  <a:pt x="49756" y="7515"/>
                  <a:pt x="49756" y="7515"/>
                  <a:pt x="49831" y="7515"/>
                </a:cubicBezTo>
                <a:cubicBezTo>
                  <a:pt x="49831" y="7515"/>
                  <a:pt x="49756" y="7515"/>
                  <a:pt x="49756" y="7446"/>
                </a:cubicBezTo>
                <a:close/>
                <a:moveTo>
                  <a:pt x="26416" y="5796"/>
                </a:moveTo>
                <a:cubicBezTo>
                  <a:pt x="26491" y="6083"/>
                  <a:pt x="26491" y="6444"/>
                  <a:pt x="26560" y="6730"/>
                </a:cubicBezTo>
                <a:cubicBezTo>
                  <a:pt x="26491" y="6799"/>
                  <a:pt x="26491" y="6873"/>
                  <a:pt x="26416" y="6942"/>
                </a:cubicBezTo>
                <a:cubicBezTo>
                  <a:pt x="26348" y="7160"/>
                  <a:pt x="26273" y="7372"/>
                  <a:pt x="26273" y="7589"/>
                </a:cubicBezTo>
                <a:cubicBezTo>
                  <a:pt x="26130" y="7372"/>
                  <a:pt x="26061" y="7160"/>
                  <a:pt x="25918" y="6942"/>
                </a:cubicBezTo>
                <a:cubicBezTo>
                  <a:pt x="26130" y="6512"/>
                  <a:pt x="26273" y="6083"/>
                  <a:pt x="26416" y="5796"/>
                </a:cubicBezTo>
                <a:close/>
                <a:moveTo>
                  <a:pt x="1931" y="7016"/>
                </a:moveTo>
                <a:cubicBezTo>
                  <a:pt x="1931" y="7215"/>
                  <a:pt x="1931" y="7418"/>
                  <a:pt x="1992" y="7617"/>
                </a:cubicBezTo>
                <a:lnTo>
                  <a:pt x="1992" y="7617"/>
                </a:lnTo>
                <a:cubicBezTo>
                  <a:pt x="1982" y="7602"/>
                  <a:pt x="1963" y="7589"/>
                  <a:pt x="1931" y="7589"/>
                </a:cubicBezTo>
                <a:cubicBezTo>
                  <a:pt x="1931" y="7446"/>
                  <a:pt x="1931" y="7303"/>
                  <a:pt x="1862" y="7160"/>
                </a:cubicBezTo>
                <a:cubicBezTo>
                  <a:pt x="1862" y="7085"/>
                  <a:pt x="1931" y="7085"/>
                  <a:pt x="1931" y="7016"/>
                </a:cubicBezTo>
                <a:close/>
                <a:moveTo>
                  <a:pt x="29567" y="7446"/>
                </a:moveTo>
                <a:cubicBezTo>
                  <a:pt x="29567" y="7515"/>
                  <a:pt x="29641" y="7589"/>
                  <a:pt x="29641" y="7658"/>
                </a:cubicBezTo>
                <a:cubicBezTo>
                  <a:pt x="29641" y="7602"/>
                  <a:pt x="29641" y="7557"/>
                  <a:pt x="29637" y="7515"/>
                </a:cubicBezTo>
                <a:lnTo>
                  <a:pt x="29637" y="7515"/>
                </a:lnTo>
                <a:cubicBezTo>
                  <a:pt x="29638" y="7515"/>
                  <a:pt x="29640" y="7515"/>
                  <a:pt x="29641" y="7515"/>
                </a:cubicBezTo>
                <a:cubicBezTo>
                  <a:pt x="29639" y="7513"/>
                  <a:pt x="29638" y="7512"/>
                  <a:pt x="29636" y="7510"/>
                </a:cubicBezTo>
                <a:lnTo>
                  <a:pt x="29636" y="7510"/>
                </a:lnTo>
                <a:cubicBezTo>
                  <a:pt x="29636" y="7511"/>
                  <a:pt x="29636" y="7513"/>
                  <a:pt x="29637" y="7515"/>
                </a:cubicBezTo>
                <a:lnTo>
                  <a:pt x="29637" y="7515"/>
                </a:lnTo>
                <a:cubicBezTo>
                  <a:pt x="29567" y="7512"/>
                  <a:pt x="29567" y="7447"/>
                  <a:pt x="29567" y="7446"/>
                </a:cubicBezTo>
                <a:close/>
                <a:moveTo>
                  <a:pt x="29641" y="5940"/>
                </a:moveTo>
                <a:cubicBezTo>
                  <a:pt x="29710" y="6512"/>
                  <a:pt x="29710" y="7085"/>
                  <a:pt x="29710" y="7658"/>
                </a:cubicBezTo>
                <a:lnTo>
                  <a:pt x="29641" y="7658"/>
                </a:lnTo>
                <a:lnTo>
                  <a:pt x="29641" y="7732"/>
                </a:lnTo>
                <a:cubicBezTo>
                  <a:pt x="29641" y="7658"/>
                  <a:pt x="29567" y="7589"/>
                  <a:pt x="29567" y="7515"/>
                </a:cubicBezTo>
                <a:lnTo>
                  <a:pt x="29567" y="7446"/>
                </a:lnTo>
                <a:lnTo>
                  <a:pt x="29567" y="7303"/>
                </a:lnTo>
                <a:cubicBezTo>
                  <a:pt x="29567" y="6873"/>
                  <a:pt x="29641" y="6369"/>
                  <a:pt x="29641" y="5940"/>
                </a:cubicBezTo>
                <a:close/>
                <a:moveTo>
                  <a:pt x="50759" y="7589"/>
                </a:moveTo>
                <a:cubicBezTo>
                  <a:pt x="50759" y="7658"/>
                  <a:pt x="50759" y="7732"/>
                  <a:pt x="50833" y="7801"/>
                </a:cubicBezTo>
                <a:cubicBezTo>
                  <a:pt x="50833" y="7732"/>
                  <a:pt x="50759" y="7658"/>
                  <a:pt x="50759" y="7589"/>
                </a:cubicBezTo>
                <a:close/>
                <a:moveTo>
                  <a:pt x="32860" y="5585"/>
                </a:moveTo>
                <a:cubicBezTo>
                  <a:pt x="32934" y="6083"/>
                  <a:pt x="32934" y="6587"/>
                  <a:pt x="32934" y="7085"/>
                </a:cubicBezTo>
                <a:cubicBezTo>
                  <a:pt x="32860" y="7303"/>
                  <a:pt x="32791" y="7515"/>
                  <a:pt x="32648" y="7801"/>
                </a:cubicBezTo>
                <a:cubicBezTo>
                  <a:pt x="32574" y="7515"/>
                  <a:pt x="32505" y="7228"/>
                  <a:pt x="32362" y="6873"/>
                </a:cubicBezTo>
                <a:lnTo>
                  <a:pt x="32362" y="6873"/>
                </a:lnTo>
                <a:cubicBezTo>
                  <a:pt x="32430" y="7160"/>
                  <a:pt x="32505" y="7515"/>
                  <a:pt x="32574" y="7876"/>
                </a:cubicBezTo>
                <a:lnTo>
                  <a:pt x="32362" y="7228"/>
                </a:lnTo>
                <a:lnTo>
                  <a:pt x="32362" y="7228"/>
                </a:lnTo>
                <a:cubicBezTo>
                  <a:pt x="32362" y="7372"/>
                  <a:pt x="32430" y="7515"/>
                  <a:pt x="32430" y="7732"/>
                </a:cubicBezTo>
                <a:cubicBezTo>
                  <a:pt x="32362" y="7515"/>
                  <a:pt x="32362" y="7372"/>
                  <a:pt x="32287" y="7228"/>
                </a:cubicBezTo>
                <a:cubicBezTo>
                  <a:pt x="32287" y="7085"/>
                  <a:pt x="32362" y="7016"/>
                  <a:pt x="32362" y="6873"/>
                </a:cubicBezTo>
                <a:cubicBezTo>
                  <a:pt x="32574" y="6369"/>
                  <a:pt x="32717" y="5940"/>
                  <a:pt x="32860" y="5585"/>
                </a:cubicBezTo>
                <a:close/>
                <a:moveTo>
                  <a:pt x="41669" y="5012"/>
                </a:moveTo>
                <a:cubicBezTo>
                  <a:pt x="41881" y="5728"/>
                  <a:pt x="42099" y="6656"/>
                  <a:pt x="42311" y="7515"/>
                </a:cubicBezTo>
                <a:lnTo>
                  <a:pt x="41955" y="7876"/>
                </a:lnTo>
                <a:cubicBezTo>
                  <a:pt x="41812" y="7446"/>
                  <a:pt x="41669" y="7016"/>
                  <a:pt x="41526" y="6512"/>
                </a:cubicBezTo>
                <a:cubicBezTo>
                  <a:pt x="41595" y="6014"/>
                  <a:pt x="41595" y="5585"/>
                  <a:pt x="41669" y="5012"/>
                </a:cubicBezTo>
                <a:close/>
                <a:moveTo>
                  <a:pt x="4726" y="7016"/>
                </a:moveTo>
                <a:lnTo>
                  <a:pt x="4726" y="7944"/>
                </a:lnTo>
                <a:cubicBezTo>
                  <a:pt x="4726" y="7801"/>
                  <a:pt x="4652" y="7658"/>
                  <a:pt x="4583" y="7446"/>
                </a:cubicBezTo>
                <a:lnTo>
                  <a:pt x="4583" y="7303"/>
                </a:lnTo>
                <a:cubicBezTo>
                  <a:pt x="4652" y="7228"/>
                  <a:pt x="4652" y="7085"/>
                  <a:pt x="4726" y="7016"/>
                </a:cubicBezTo>
                <a:close/>
                <a:moveTo>
                  <a:pt x="24486" y="7446"/>
                </a:moveTo>
                <a:cubicBezTo>
                  <a:pt x="24486" y="7515"/>
                  <a:pt x="24486" y="7589"/>
                  <a:pt x="24555" y="7658"/>
                </a:cubicBezTo>
                <a:cubicBezTo>
                  <a:pt x="24555" y="7658"/>
                  <a:pt x="24486" y="7658"/>
                  <a:pt x="24486" y="7732"/>
                </a:cubicBezTo>
                <a:cubicBezTo>
                  <a:pt x="24486" y="7801"/>
                  <a:pt x="24486" y="7944"/>
                  <a:pt x="24412" y="8019"/>
                </a:cubicBezTo>
                <a:cubicBezTo>
                  <a:pt x="24412" y="7876"/>
                  <a:pt x="24486" y="7658"/>
                  <a:pt x="24486" y="7446"/>
                </a:cubicBezTo>
                <a:close/>
                <a:moveTo>
                  <a:pt x="20191" y="7372"/>
                </a:moveTo>
                <a:lnTo>
                  <a:pt x="20191" y="7732"/>
                </a:lnTo>
                <a:cubicBezTo>
                  <a:pt x="20116" y="7801"/>
                  <a:pt x="20047" y="7944"/>
                  <a:pt x="19973" y="8087"/>
                </a:cubicBezTo>
                <a:cubicBezTo>
                  <a:pt x="20047" y="7876"/>
                  <a:pt x="20116" y="7589"/>
                  <a:pt x="20191" y="7372"/>
                </a:cubicBezTo>
                <a:close/>
                <a:moveTo>
                  <a:pt x="25918" y="7016"/>
                </a:moveTo>
                <a:cubicBezTo>
                  <a:pt x="25987" y="7303"/>
                  <a:pt x="26061" y="7589"/>
                  <a:pt x="26130" y="7944"/>
                </a:cubicBezTo>
                <a:lnTo>
                  <a:pt x="26130" y="8162"/>
                </a:lnTo>
                <a:cubicBezTo>
                  <a:pt x="26061" y="7801"/>
                  <a:pt x="25918" y="7515"/>
                  <a:pt x="25844" y="7160"/>
                </a:cubicBezTo>
                <a:cubicBezTo>
                  <a:pt x="25844" y="7085"/>
                  <a:pt x="25844" y="7085"/>
                  <a:pt x="25918" y="7016"/>
                </a:cubicBezTo>
                <a:close/>
                <a:moveTo>
                  <a:pt x="21834" y="8231"/>
                </a:moveTo>
                <a:lnTo>
                  <a:pt x="21834" y="8231"/>
                </a:lnTo>
                <a:cubicBezTo>
                  <a:pt x="21834" y="8231"/>
                  <a:pt x="21834" y="8231"/>
                  <a:pt x="21834" y="8231"/>
                </a:cubicBezTo>
                <a:close/>
                <a:moveTo>
                  <a:pt x="21834" y="8231"/>
                </a:moveTo>
                <a:lnTo>
                  <a:pt x="21834" y="8231"/>
                </a:lnTo>
                <a:cubicBezTo>
                  <a:pt x="21834" y="8231"/>
                  <a:pt x="21834" y="8231"/>
                  <a:pt x="21834" y="8231"/>
                </a:cubicBezTo>
                <a:close/>
                <a:moveTo>
                  <a:pt x="21834" y="8231"/>
                </a:moveTo>
                <a:lnTo>
                  <a:pt x="21834" y="8231"/>
                </a:lnTo>
                <a:cubicBezTo>
                  <a:pt x="21834" y="8231"/>
                  <a:pt x="21834" y="8231"/>
                  <a:pt x="21834" y="8231"/>
                </a:cubicBezTo>
                <a:close/>
                <a:moveTo>
                  <a:pt x="21834" y="8231"/>
                </a:moveTo>
                <a:lnTo>
                  <a:pt x="21834" y="8231"/>
                </a:lnTo>
                <a:cubicBezTo>
                  <a:pt x="21834" y="8231"/>
                  <a:pt x="21834" y="8231"/>
                  <a:pt x="21834" y="8231"/>
                </a:cubicBezTo>
                <a:close/>
                <a:moveTo>
                  <a:pt x="21834" y="8231"/>
                </a:moveTo>
                <a:lnTo>
                  <a:pt x="21834" y="8231"/>
                </a:lnTo>
                <a:cubicBezTo>
                  <a:pt x="21834" y="8231"/>
                  <a:pt x="21834" y="8231"/>
                  <a:pt x="21834" y="8231"/>
                </a:cubicBezTo>
                <a:close/>
                <a:moveTo>
                  <a:pt x="21834" y="8231"/>
                </a:moveTo>
                <a:lnTo>
                  <a:pt x="21834" y="8231"/>
                </a:lnTo>
                <a:cubicBezTo>
                  <a:pt x="21834" y="8231"/>
                  <a:pt x="21834" y="8231"/>
                  <a:pt x="21834" y="8231"/>
                </a:cubicBezTo>
                <a:close/>
                <a:moveTo>
                  <a:pt x="3649" y="7085"/>
                </a:moveTo>
                <a:lnTo>
                  <a:pt x="3649" y="7303"/>
                </a:lnTo>
                <a:lnTo>
                  <a:pt x="3649" y="7732"/>
                </a:lnTo>
                <a:cubicBezTo>
                  <a:pt x="3581" y="7876"/>
                  <a:pt x="3581" y="8019"/>
                  <a:pt x="3581" y="8231"/>
                </a:cubicBezTo>
                <a:cubicBezTo>
                  <a:pt x="3534" y="8231"/>
                  <a:pt x="3517" y="8259"/>
                  <a:pt x="3510" y="8281"/>
                </a:cubicBezTo>
                <a:lnTo>
                  <a:pt x="3510" y="8281"/>
                </a:lnTo>
                <a:cubicBezTo>
                  <a:pt x="3581" y="7859"/>
                  <a:pt x="3582" y="7439"/>
                  <a:pt x="3649" y="7085"/>
                </a:cubicBezTo>
                <a:close/>
                <a:moveTo>
                  <a:pt x="1719" y="8019"/>
                </a:moveTo>
                <a:lnTo>
                  <a:pt x="1719" y="8305"/>
                </a:lnTo>
                <a:lnTo>
                  <a:pt x="1645" y="8231"/>
                </a:lnTo>
                <a:cubicBezTo>
                  <a:pt x="1645" y="8087"/>
                  <a:pt x="1645" y="8087"/>
                  <a:pt x="1719" y="8019"/>
                </a:cubicBezTo>
                <a:close/>
                <a:moveTo>
                  <a:pt x="45174" y="6300"/>
                </a:moveTo>
                <a:cubicBezTo>
                  <a:pt x="45249" y="7016"/>
                  <a:pt x="45249" y="7801"/>
                  <a:pt x="45249" y="8517"/>
                </a:cubicBezTo>
                <a:lnTo>
                  <a:pt x="45031" y="8087"/>
                </a:lnTo>
                <a:cubicBezTo>
                  <a:pt x="45106" y="7515"/>
                  <a:pt x="45106" y="6942"/>
                  <a:pt x="45174" y="6300"/>
                </a:cubicBezTo>
                <a:close/>
                <a:moveTo>
                  <a:pt x="16107" y="7944"/>
                </a:moveTo>
                <a:lnTo>
                  <a:pt x="16107" y="8591"/>
                </a:lnTo>
                <a:cubicBezTo>
                  <a:pt x="16038" y="8517"/>
                  <a:pt x="16038" y="8448"/>
                  <a:pt x="15964" y="8374"/>
                </a:cubicBezTo>
                <a:lnTo>
                  <a:pt x="15964" y="8305"/>
                </a:lnTo>
                <a:lnTo>
                  <a:pt x="15964" y="8231"/>
                </a:lnTo>
                <a:cubicBezTo>
                  <a:pt x="16038" y="8162"/>
                  <a:pt x="16038" y="8019"/>
                  <a:pt x="16107" y="7944"/>
                </a:cubicBezTo>
                <a:close/>
                <a:moveTo>
                  <a:pt x="41451" y="7446"/>
                </a:moveTo>
                <a:cubicBezTo>
                  <a:pt x="41526" y="7732"/>
                  <a:pt x="41595" y="8019"/>
                  <a:pt x="41595" y="8305"/>
                </a:cubicBezTo>
                <a:cubicBezTo>
                  <a:pt x="41526" y="8374"/>
                  <a:pt x="41451" y="8448"/>
                  <a:pt x="41383" y="8591"/>
                </a:cubicBezTo>
                <a:cubicBezTo>
                  <a:pt x="41383" y="8231"/>
                  <a:pt x="41451" y="7801"/>
                  <a:pt x="41451" y="7446"/>
                </a:cubicBezTo>
                <a:close/>
                <a:moveTo>
                  <a:pt x="1645" y="8374"/>
                </a:moveTo>
                <a:lnTo>
                  <a:pt x="1645" y="8591"/>
                </a:lnTo>
                <a:cubicBezTo>
                  <a:pt x="1645" y="8660"/>
                  <a:pt x="1645" y="8660"/>
                  <a:pt x="1576" y="8735"/>
                </a:cubicBezTo>
                <a:cubicBezTo>
                  <a:pt x="1576" y="8591"/>
                  <a:pt x="1576" y="8517"/>
                  <a:pt x="1645" y="8374"/>
                </a:cubicBezTo>
                <a:close/>
                <a:moveTo>
                  <a:pt x="17252" y="6157"/>
                </a:moveTo>
                <a:cubicBezTo>
                  <a:pt x="17396" y="6942"/>
                  <a:pt x="17539" y="7732"/>
                  <a:pt x="17682" y="8591"/>
                </a:cubicBezTo>
                <a:cubicBezTo>
                  <a:pt x="17613" y="8660"/>
                  <a:pt x="17613" y="8660"/>
                  <a:pt x="17613" y="8735"/>
                </a:cubicBezTo>
                <a:cubicBezTo>
                  <a:pt x="17613" y="8660"/>
                  <a:pt x="17539" y="8517"/>
                  <a:pt x="17539" y="8448"/>
                </a:cubicBezTo>
                <a:cubicBezTo>
                  <a:pt x="17470" y="7944"/>
                  <a:pt x="17327" y="7446"/>
                  <a:pt x="17184" y="6873"/>
                </a:cubicBezTo>
                <a:cubicBezTo>
                  <a:pt x="17184" y="6656"/>
                  <a:pt x="17252" y="6444"/>
                  <a:pt x="17252" y="6157"/>
                </a:cubicBezTo>
                <a:close/>
                <a:moveTo>
                  <a:pt x="40381" y="7892"/>
                </a:moveTo>
                <a:cubicBezTo>
                  <a:pt x="40384" y="8095"/>
                  <a:pt x="40449" y="8236"/>
                  <a:pt x="40449" y="8448"/>
                </a:cubicBezTo>
                <a:cubicBezTo>
                  <a:pt x="40449" y="8517"/>
                  <a:pt x="40380" y="8660"/>
                  <a:pt x="40380" y="8735"/>
                </a:cubicBezTo>
                <a:cubicBezTo>
                  <a:pt x="40306" y="8591"/>
                  <a:pt x="40237" y="8374"/>
                  <a:pt x="40237" y="8231"/>
                </a:cubicBezTo>
                <a:cubicBezTo>
                  <a:pt x="40285" y="8115"/>
                  <a:pt x="40333" y="8001"/>
                  <a:pt x="40381" y="7892"/>
                </a:cubicBezTo>
                <a:close/>
                <a:moveTo>
                  <a:pt x="40020" y="8735"/>
                </a:moveTo>
                <a:cubicBezTo>
                  <a:pt x="40019" y="8742"/>
                  <a:pt x="40018" y="8749"/>
                  <a:pt x="40017" y="8756"/>
                </a:cubicBezTo>
                <a:lnTo>
                  <a:pt x="40017" y="8756"/>
                </a:lnTo>
                <a:cubicBezTo>
                  <a:pt x="40019" y="8750"/>
                  <a:pt x="40020" y="8743"/>
                  <a:pt x="40020" y="8735"/>
                </a:cubicBezTo>
                <a:close/>
                <a:moveTo>
                  <a:pt x="32144" y="7589"/>
                </a:moveTo>
                <a:cubicBezTo>
                  <a:pt x="32219" y="7801"/>
                  <a:pt x="32287" y="8087"/>
                  <a:pt x="32287" y="8374"/>
                </a:cubicBezTo>
                <a:cubicBezTo>
                  <a:pt x="32219" y="8231"/>
                  <a:pt x="32144" y="8087"/>
                  <a:pt x="32075" y="8019"/>
                </a:cubicBezTo>
                <a:lnTo>
                  <a:pt x="32075" y="8019"/>
                </a:lnTo>
                <a:lnTo>
                  <a:pt x="32287" y="8448"/>
                </a:lnTo>
                <a:cubicBezTo>
                  <a:pt x="32144" y="8517"/>
                  <a:pt x="32075" y="8660"/>
                  <a:pt x="31932" y="8803"/>
                </a:cubicBezTo>
                <a:cubicBezTo>
                  <a:pt x="32001" y="8591"/>
                  <a:pt x="32075" y="8374"/>
                  <a:pt x="32075" y="8231"/>
                </a:cubicBezTo>
                <a:lnTo>
                  <a:pt x="32075" y="8231"/>
                </a:lnTo>
                <a:cubicBezTo>
                  <a:pt x="32075" y="8231"/>
                  <a:pt x="32001" y="8305"/>
                  <a:pt x="31932" y="8305"/>
                </a:cubicBezTo>
                <a:cubicBezTo>
                  <a:pt x="32001" y="8087"/>
                  <a:pt x="32075" y="7801"/>
                  <a:pt x="32144" y="7589"/>
                </a:cubicBezTo>
                <a:close/>
                <a:moveTo>
                  <a:pt x="42311" y="7658"/>
                </a:moveTo>
                <a:lnTo>
                  <a:pt x="42311" y="7732"/>
                </a:lnTo>
                <a:cubicBezTo>
                  <a:pt x="42242" y="8087"/>
                  <a:pt x="42167" y="8448"/>
                  <a:pt x="42167" y="8803"/>
                </a:cubicBezTo>
                <a:cubicBezTo>
                  <a:pt x="42099" y="8591"/>
                  <a:pt x="42099" y="8448"/>
                  <a:pt x="42024" y="8231"/>
                </a:cubicBezTo>
                <a:cubicBezTo>
                  <a:pt x="42167" y="8019"/>
                  <a:pt x="42242" y="7801"/>
                  <a:pt x="42311" y="7658"/>
                </a:cubicBezTo>
                <a:close/>
                <a:moveTo>
                  <a:pt x="49688" y="8231"/>
                </a:moveTo>
                <a:lnTo>
                  <a:pt x="49688" y="8231"/>
                </a:lnTo>
                <a:cubicBezTo>
                  <a:pt x="49613" y="8374"/>
                  <a:pt x="49613" y="8517"/>
                  <a:pt x="49545" y="8660"/>
                </a:cubicBezTo>
                <a:cubicBezTo>
                  <a:pt x="49545" y="8735"/>
                  <a:pt x="49545" y="8803"/>
                  <a:pt x="49470" y="8803"/>
                </a:cubicBezTo>
                <a:cubicBezTo>
                  <a:pt x="49545" y="8592"/>
                  <a:pt x="49613" y="8374"/>
                  <a:pt x="49688" y="8231"/>
                </a:cubicBezTo>
                <a:close/>
                <a:moveTo>
                  <a:pt x="16038" y="8591"/>
                </a:moveTo>
                <a:cubicBezTo>
                  <a:pt x="16038" y="8660"/>
                  <a:pt x="16107" y="8735"/>
                  <a:pt x="16107" y="8803"/>
                </a:cubicBezTo>
                <a:cubicBezTo>
                  <a:pt x="16107" y="8803"/>
                  <a:pt x="16107" y="8878"/>
                  <a:pt x="16038" y="8878"/>
                </a:cubicBezTo>
                <a:lnTo>
                  <a:pt x="16038" y="8591"/>
                </a:lnTo>
                <a:close/>
                <a:moveTo>
                  <a:pt x="26560" y="7228"/>
                </a:moveTo>
                <a:cubicBezTo>
                  <a:pt x="26560" y="7303"/>
                  <a:pt x="26634" y="7446"/>
                  <a:pt x="26634" y="7515"/>
                </a:cubicBezTo>
                <a:cubicBezTo>
                  <a:pt x="26703" y="7944"/>
                  <a:pt x="26777" y="8374"/>
                  <a:pt x="26777" y="8803"/>
                </a:cubicBezTo>
                <a:lnTo>
                  <a:pt x="26777" y="8878"/>
                </a:lnTo>
                <a:cubicBezTo>
                  <a:pt x="26703" y="8593"/>
                  <a:pt x="26635" y="8376"/>
                  <a:pt x="26561" y="8092"/>
                </a:cubicBezTo>
                <a:lnTo>
                  <a:pt x="26561" y="8092"/>
                </a:lnTo>
                <a:cubicBezTo>
                  <a:pt x="26635" y="8376"/>
                  <a:pt x="26703" y="8593"/>
                  <a:pt x="26703" y="8878"/>
                </a:cubicBezTo>
                <a:lnTo>
                  <a:pt x="26491" y="8231"/>
                </a:lnTo>
                <a:cubicBezTo>
                  <a:pt x="26491" y="7876"/>
                  <a:pt x="26560" y="7589"/>
                  <a:pt x="26560" y="7228"/>
                </a:cubicBezTo>
                <a:close/>
                <a:moveTo>
                  <a:pt x="111328" y="8735"/>
                </a:moveTo>
                <a:cubicBezTo>
                  <a:pt x="111328" y="8803"/>
                  <a:pt x="111259" y="8947"/>
                  <a:pt x="111259" y="9021"/>
                </a:cubicBezTo>
                <a:lnTo>
                  <a:pt x="111259" y="8947"/>
                </a:lnTo>
                <a:lnTo>
                  <a:pt x="111259" y="8803"/>
                </a:lnTo>
                <a:lnTo>
                  <a:pt x="111328" y="8735"/>
                </a:lnTo>
                <a:close/>
                <a:moveTo>
                  <a:pt x="27992" y="6226"/>
                </a:moveTo>
                <a:cubicBezTo>
                  <a:pt x="28135" y="7016"/>
                  <a:pt x="28209" y="7801"/>
                  <a:pt x="28278" y="8591"/>
                </a:cubicBezTo>
                <a:cubicBezTo>
                  <a:pt x="28209" y="8735"/>
                  <a:pt x="28066" y="8878"/>
                  <a:pt x="27992" y="9090"/>
                </a:cubicBezTo>
                <a:cubicBezTo>
                  <a:pt x="27992" y="8803"/>
                  <a:pt x="27923" y="8517"/>
                  <a:pt x="27848" y="8231"/>
                </a:cubicBezTo>
                <a:cubicBezTo>
                  <a:pt x="27923" y="7589"/>
                  <a:pt x="27923" y="6942"/>
                  <a:pt x="27992" y="6226"/>
                </a:cubicBezTo>
                <a:close/>
                <a:moveTo>
                  <a:pt x="57775" y="8878"/>
                </a:moveTo>
                <a:lnTo>
                  <a:pt x="57775" y="8878"/>
                </a:lnTo>
                <a:cubicBezTo>
                  <a:pt x="57796" y="8951"/>
                  <a:pt x="57817" y="9023"/>
                  <a:pt x="57838" y="9094"/>
                </a:cubicBezTo>
                <a:lnTo>
                  <a:pt x="57838" y="9094"/>
                </a:lnTo>
                <a:cubicBezTo>
                  <a:pt x="57819" y="9019"/>
                  <a:pt x="57798" y="8946"/>
                  <a:pt x="57775" y="8878"/>
                </a:cubicBezTo>
                <a:close/>
                <a:moveTo>
                  <a:pt x="44172" y="9090"/>
                </a:moveTo>
                <a:cubicBezTo>
                  <a:pt x="44172" y="9090"/>
                  <a:pt x="44172" y="9164"/>
                  <a:pt x="44247" y="9164"/>
                </a:cubicBezTo>
                <a:cubicBezTo>
                  <a:pt x="44247" y="9090"/>
                  <a:pt x="44172" y="9090"/>
                  <a:pt x="44172" y="9090"/>
                </a:cubicBezTo>
                <a:close/>
                <a:moveTo>
                  <a:pt x="115194" y="8517"/>
                </a:moveTo>
                <a:lnTo>
                  <a:pt x="115194" y="8517"/>
                </a:lnTo>
                <a:cubicBezTo>
                  <a:pt x="115126" y="8660"/>
                  <a:pt x="115051" y="8947"/>
                  <a:pt x="114982" y="9164"/>
                </a:cubicBezTo>
                <a:cubicBezTo>
                  <a:pt x="114982" y="9090"/>
                  <a:pt x="114982" y="9021"/>
                  <a:pt x="114908" y="8947"/>
                </a:cubicBezTo>
                <a:cubicBezTo>
                  <a:pt x="115126" y="8660"/>
                  <a:pt x="115126" y="8591"/>
                  <a:pt x="115194" y="8517"/>
                </a:cubicBezTo>
                <a:close/>
                <a:moveTo>
                  <a:pt x="21909" y="8947"/>
                </a:moveTo>
                <a:cubicBezTo>
                  <a:pt x="21909" y="9021"/>
                  <a:pt x="21909" y="9021"/>
                  <a:pt x="21978" y="9090"/>
                </a:cubicBezTo>
                <a:cubicBezTo>
                  <a:pt x="21909" y="9164"/>
                  <a:pt x="21909" y="9164"/>
                  <a:pt x="21909" y="9233"/>
                </a:cubicBezTo>
                <a:lnTo>
                  <a:pt x="21909" y="9090"/>
                </a:lnTo>
                <a:lnTo>
                  <a:pt x="21909" y="8947"/>
                </a:lnTo>
                <a:close/>
                <a:moveTo>
                  <a:pt x="29498" y="8448"/>
                </a:moveTo>
                <a:cubicBezTo>
                  <a:pt x="29498" y="8591"/>
                  <a:pt x="29567" y="8735"/>
                  <a:pt x="29567" y="8878"/>
                </a:cubicBezTo>
                <a:lnTo>
                  <a:pt x="29567" y="9307"/>
                </a:lnTo>
                <a:cubicBezTo>
                  <a:pt x="29498" y="9307"/>
                  <a:pt x="29498" y="9376"/>
                  <a:pt x="29498" y="9376"/>
                </a:cubicBezTo>
                <a:lnTo>
                  <a:pt x="29498" y="8448"/>
                </a:lnTo>
                <a:close/>
                <a:moveTo>
                  <a:pt x="43170" y="8878"/>
                </a:moveTo>
                <a:cubicBezTo>
                  <a:pt x="43244" y="9021"/>
                  <a:pt x="43244" y="9090"/>
                  <a:pt x="43313" y="9233"/>
                </a:cubicBezTo>
                <a:lnTo>
                  <a:pt x="43313" y="9376"/>
                </a:lnTo>
                <a:cubicBezTo>
                  <a:pt x="43244" y="9233"/>
                  <a:pt x="43244" y="9021"/>
                  <a:pt x="43170" y="8878"/>
                </a:cubicBezTo>
                <a:close/>
                <a:moveTo>
                  <a:pt x="49401" y="8947"/>
                </a:moveTo>
                <a:lnTo>
                  <a:pt x="49401" y="9021"/>
                </a:lnTo>
                <a:lnTo>
                  <a:pt x="49401" y="9233"/>
                </a:lnTo>
                <a:cubicBezTo>
                  <a:pt x="49401" y="9164"/>
                  <a:pt x="49327" y="9090"/>
                  <a:pt x="49327" y="9090"/>
                </a:cubicBezTo>
                <a:lnTo>
                  <a:pt x="49327" y="9090"/>
                </a:lnTo>
                <a:cubicBezTo>
                  <a:pt x="49327" y="9164"/>
                  <a:pt x="49327" y="9233"/>
                  <a:pt x="49401" y="9307"/>
                </a:cubicBezTo>
                <a:cubicBezTo>
                  <a:pt x="49327" y="9307"/>
                  <a:pt x="49327" y="9376"/>
                  <a:pt x="49327" y="9376"/>
                </a:cubicBezTo>
                <a:lnTo>
                  <a:pt x="49327" y="9164"/>
                </a:lnTo>
                <a:lnTo>
                  <a:pt x="49327" y="9090"/>
                </a:lnTo>
                <a:cubicBezTo>
                  <a:pt x="49327" y="9021"/>
                  <a:pt x="49401" y="9021"/>
                  <a:pt x="49401" y="8947"/>
                </a:cubicBezTo>
                <a:close/>
                <a:moveTo>
                  <a:pt x="51263" y="9164"/>
                </a:moveTo>
                <a:cubicBezTo>
                  <a:pt x="51263" y="9233"/>
                  <a:pt x="51263" y="9307"/>
                  <a:pt x="51332" y="9376"/>
                </a:cubicBezTo>
                <a:cubicBezTo>
                  <a:pt x="51263" y="9376"/>
                  <a:pt x="51263" y="9307"/>
                  <a:pt x="51188" y="9233"/>
                </a:cubicBezTo>
                <a:cubicBezTo>
                  <a:pt x="51263" y="9233"/>
                  <a:pt x="51263" y="9164"/>
                  <a:pt x="51263" y="9164"/>
                </a:cubicBezTo>
                <a:close/>
                <a:moveTo>
                  <a:pt x="44315" y="8660"/>
                </a:moveTo>
                <a:lnTo>
                  <a:pt x="44315" y="8660"/>
                </a:lnTo>
                <a:cubicBezTo>
                  <a:pt x="44247" y="8803"/>
                  <a:pt x="44247" y="8947"/>
                  <a:pt x="44247" y="9164"/>
                </a:cubicBezTo>
                <a:cubicBezTo>
                  <a:pt x="44103" y="9233"/>
                  <a:pt x="44029" y="9376"/>
                  <a:pt x="43960" y="9451"/>
                </a:cubicBezTo>
                <a:lnTo>
                  <a:pt x="43960" y="9376"/>
                </a:lnTo>
                <a:lnTo>
                  <a:pt x="43960" y="9307"/>
                </a:lnTo>
                <a:cubicBezTo>
                  <a:pt x="44103" y="9021"/>
                  <a:pt x="44247" y="8735"/>
                  <a:pt x="44315" y="8660"/>
                </a:cubicBezTo>
                <a:close/>
                <a:moveTo>
                  <a:pt x="48468" y="6656"/>
                </a:moveTo>
                <a:cubicBezTo>
                  <a:pt x="48542" y="7446"/>
                  <a:pt x="48542" y="8374"/>
                  <a:pt x="48542" y="9164"/>
                </a:cubicBezTo>
                <a:cubicBezTo>
                  <a:pt x="48468" y="9307"/>
                  <a:pt x="48468" y="9376"/>
                  <a:pt x="48399" y="9451"/>
                </a:cubicBezTo>
                <a:cubicBezTo>
                  <a:pt x="48325" y="8878"/>
                  <a:pt x="48256" y="8305"/>
                  <a:pt x="48113" y="7446"/>
                </a:cubicBezTo>
                <a:cubicBezTo>
                  <a:pt x="48181" y="7160"/>
                  <a:pt x="48325" y="6873"/>
                  <a:pt x="48468" y="6656"/>
                </a:cubicBezTo>
                <a:close/>
                <a:moveTo>
                  <a:pt x="38805" y="6730"/>
                </a:moveTo>
                <a:cubicBezTo>
                  <a:pt x="38948" y="7372"/>
                  <a:pt x="39017" y="8087"/>
                  <a:pt x="39092" y="8803"/>
                </a:cubicBezTo>
                <a:lnTo>
                  <a:pt x="38874" y="9021"/>
                </a:lnTo>
                <a:cubicBezTo>
                  <a:pt x="38805" y="8878"/>
                  <a:pt x="38805" y="8660"/>
                  <a:pt x="38731" y="8448"/>
                </a:cubicBezTo>
                <a:lnTo>
                  <a:pt x="38731" y="8448"/>
                </a:lnTo>
                <a:cubicBezTo>
                  <a:pt x="38731" y="8660"/>
                  <a:pt x="38805" y="8878"/>
                  <a:pt x="38805" y="9090"/>
                </a:cubicBezTo>
                <a:cubicBezTo>
                  <a:pt x="38731" y="9307"/>
                  <a:pt x="38588" y="9451"/>
                  <a:pt x="38519" y="9594"/>
                </a:cubicBezTo>
                <a:cubicBezTo>
                  <a:pt x="38444" y="9594"/>
                  <a:pt x="38444" y="9519"/>
                  <a:pt x="38444" y="9451"/>
                </a:cubicBezTo>
                <a:cubicBezTo>
                  <a:pt x="38444" y="9090"/>
                  <a:pt x="38519" y="8660"/>
                  <a:pt x="38519" y="8231"/>
                </a:cubicBezTo>
                <a:lnTo>
                  <a:pt x="38519" y="8231"/>
                </a:lnTo>
                <a:cubicBezTo>
                  <a:pt x="38444" y="8374"/>
                  <a:pt x="38301" y="8660"/>
                  <a:pt x="38233" y="9021"/>
                </a:cubicBezTo>
                <a:cubicBezTo>
                  <a:pt x="38158" y="8878"/>
                  <a:pt x="38089" y="8735"/>
                  <a:pt x="38089" y="8660"/>
                </a:cubicBezTo>
                <a:cubicBezTo>
                  <a:pt x="38015" y="8591"/>
                  <a:pt x="38015" y="8517"/>
                  <a:pt x="38015" y="8448"/>
                </a:cubicBezTo>
                <a:cubicBezTo>
                  <a:pt x="38376" y="7589"/>
                  <a:pt x="38731" y="6873"/>
                  <a:pt x="38805" y="6730"/>
                </a:cubicBezTo>
                <a:close/>
                <a:moveTo>
                  <a:pt x="25701" y="9376"/>
                </a:moveTo>
                <a:cubicBezTo>
                  <a:pt x="25701" y="9519"/>
                  <a:pt x="25701" y="9594"/>
                  <a:pt x="25775" y="9663"/>
                </a:cubicBezTo>
                <a:cubicBezTo>
                  <a:pt x="25701" y="9594"/>
                  <a:pt x="25701" y="9519"/>
                  <a:pt x="25701" y="9451"/>
                </a:cubicBezTo>
                <a:lnTo>
                  <a:pt x="25701" y="9376"/>
                </a:lnTo>
                <a:close/>
                <a:moveTo>
                  <a:pt x="35941" y="8591"/>
                </a:moveTo>
                <a:cubicBezTo>
                  <a:pt x="36010" y="8947"/>
                  <a:pt x="36085" y="9307"/>
                  <a:pt x="36085" y="9663"/>
                </a:cubicBezTo>
                <a:lnTo>
                  <a:pt x="36085" y="9663"/>
                </a:lnTo>
                <a:cubicBezTo>
                  <a:pt x="36010" y="9663"/>
                  <a:pt x="36010" y="9663"/>
                  <a:pt x="36010" y="9594"/>
                </a:cubicBezTo>
                <a:cubicBezTo>
                  <a:pt x="36010" y="9519"/>
                  <a:pt x="36010" y="9451"/>
                  <a:pt x="35941" y="9451"/>
                </a:cubicBezTo>
                <a:lnTo>
                  <a:pt x="35941" y="9519"/>
                </a:lnTo>
                <a:cubicBezTo>
                  <a:pt x="35941" y="9451"/>
                  <a:pt x="35941" y="9376"/>
                  <a:pt x="35867" y="9307"/>
                </a:cubicBezTo>
                <a:cubicBezTo>
                  <a:pt x="35941" y="9090"/>
                  <a:pt x="35941" y="8878"/>
                  <a:pt x="35941" y="8591"/>
                </a:cubicBezTo>
                <a:close/>
                <a:moveTo>
                  <a:pt x="1645" y="8660"/>
                </a:moveTo>
                <a:cubicBezTo>
                  <a:pt x="1719" y="8735"/>
                  <a:pt x="1719" y="8878"/>
                  <a:pt x="1719" y="9021"/>
                </a:cubicBezTo>
                <a:cubicBezTo>
                  <a:pt x="1719" y="9164"/>
                  <a:pt x="1645" y="9307"/>
                  <a:pt x="1645" y="9451"/>
                </a:cubicBezTo>
                <a:lnTo>
                  <a:pt x="1645" y="9663"/>
                </a:lnTo>
                <a:cubicBezTo>
                  <a:pt x="1645" y="9594"/>
                  <a:pt x="1645" y="9519"/>
                  <a:pt x="1576" y="9451"/>
                </a:cubicBezTo>
                <a:lnTo>
                  <a:pt x="1645" y="9376"/>
                </a:lnTo>
                <a:lnTo>
                  <a:pt x="1645" y="8660"/>
                </a:lnTo>
                <a:close/>
                <a:moveTo>
                  <a:pt x="47826" y="8305"/>
                </a:moveTo>
                <a:cubicBezTo>
                  <a:pt x="47826" y="8735"/>
                  <a:pt x="47826" y="9233"/>
                  <a:pt x="47752" y="9594"/>
                </a:cubicBezTo>
                <a:lnTo>
                  <a:pt x="47752" y="9663"/>
                </a:lnTo>
                <a:lnTo>
                  <a:pt x="47683" y="9737"/>
                </a:lnTo>
                <a:cubicBezTo>
                  <a:pt x="47752" y="9451"/>
                  <a:pt x="47752" y="9164"/>
                  <a:pt x="47752" y="8878"/>
                </a:cubicBezTo>
                <a:lnTo>
                  <a:pt x="47752" y="8878"/>
                </a:lnTo>
                <a:cubicBezTo>
                  <a:pt x="47609" y="9021"/>
                  <a:pt x="47540" y="9307"/>
                  <a:pt x="47465" y="9663"/>
                </a:cubicBezTo>
                <a:cubicBezTo>
                  <a:pt x="47540" y="9233"/>
                  <a:pt x="47609" y="8735"/>
                  <a:pt x="47826" y="8305"/>
                </a:cubicBezTo>
                <a:close/>
                <a:moveTo>
                  <a:pt x="51045" y="9737"/>
                </a:moveTo>
                <a:lnTo>
                  <a:pt x="51051" y="9748"/>
                </a:lnTo>
                <a:lnTo>
                  <a:pt x="51051" y="9748"/>
                </a:lnTo>
                <a:cubicBezTo>
                  <a:pt x="51049" y="9744"/>
                  <a:pt x="51047" y="9741"/>
                  <a:pt x="51045" y="9737"/>
                </a:cubicBezTo>
                <a:close/>
                <a:moveTo>
                  <a:pt x="41669" y="9021"/>
                </a:moveTo>
                <a:cubicBezTo>
                  <a:pt x="41738" y="9307"/>
                  <a:pt x="41738" y="9519"/>
                  <a:pt x="41738" y="9737"/>
                </a:cubicBezTo>
                <a:lnTo>
                  <a:pt x="41738" y="9806"/>
                </a:lnTo>
                <a:cubicBezTo>
                  <a:pt x="41669" y="9806"/>
                  <a:pt x="41669" y="9737"/>
                  <a:pt x="41669" y="9737"/>
                </a:cubicBezTo>
                <a:cubicBezTo>
                  <a:pt x="41669" y="9594"/>
                  <a:pt x="41595" y="9519"/>
                  <a:pt x="41526" y="9376"/>
                </a:cubicBezTo>
                <a:cubicBezTo>
                  <a:pt x="41595" y="9233"/>
                  <a:pt x="41669" y="9164"/>
                  <a:pt x="41669" y="9021"/>
                </a:cubicBezTo>
                <a:close/>
                <a:moveTo>
                  <a:pt x="37661" y="9531"/>
                </a:moveTo>
                <a:cubicBezTo>
                  <a:pt x="37660" y="9552"/>
                  <a:pt x="37660" y="9573"/>
                  <a:pt x="37660" y="9594"/>
                </a:cubicBezTo>
                <a:lnTo>
                  <a:pt x="37660" y="9737"/>
                </a:lnTo>
                <a:cubicBezTo>
                  <a:pt x="37660" y="9806"/>
                  <a:pt x="37585" y="9806"/>
                  <a:pt x="37517" y="9880"/>
                </a:cubicBezTo>
                <a:cubicBezTo>
                  <a:pt x="37563" y="9783"/>
                  <a:pt x="37613" y="9651"/>
                  <a:pt x="37661" y="9531"/>
                </a:cubicBezTo>
                <a:close/>
                <a:moveTo>
                  <a:pt x="52408" y="9594"/>
                </a:moveTo>
                <a:cubicBezTo>
                  <a:pt x="52408" y="9663"/>
                  <a:pt x="52408" y="9806"/>
                  <a:pt x="52477" y="9880"/>
                </a:cubicBezTo>
                <a:cubicBezTo>
                  <a:pt x="52477" y="9806"/>
                  <a:pt x="52408" y="9663"/>
                  <a:pt x="52408" y="9594"/>
                </a:cubicBezTo>
                <a:close/>
                <a:moveTo>
                  <a:pt x="108321" y="9451"/>
                </a:moveTo>
                <a:cubicBezTo>
                  <a:pt x="108396" y="9519"/>
                  <a:pt x="108396" y="9594"/>
                  <a:pt x="108464" y="9663"/>
                </a:cubicBezTo>
                <a:cubicBezTo>
                  <a:pt x="108396" y="9737"/>
                  <a:pt x="108321" y="9806"/>
                  <a:pt x="108321" y="9880"/>
                </a:cubicBezTo>
                <a:lnTo>
                  <a:pt x="108321" y="9451"/>
                </a:lnTo>
                <a:close/>
                <a:moveTo>
                  <a:pt x="53124" y="9949"/>
                </a:moveTo>
                <a:lnTo>
                  <a:pt x="53193" y="10023"/>
                </a:lnTo>
                <a:lnTo>
                  <a:pt x="53124" y="10023"/>
                </a:lnTo>
                <a:lnTo>
                  <a:pt x="53124" y="9949"/>
                </a:lnTo>
                <a:close/>
                <a:moveTo>
                  <a:pt x="102525" y="9747"/>
                </a:moveTo>
                <a:cubicBezTo>
                  <a:pt x="102525" y="9813"/>
                  <a:pt x="102521" y="9887"/>
                  <a:pt x="102450" y="10023"/>
                </a:cubicBezTo>
                <a:lnTo>
                  <a:pt x="102450" y="9949"/>
                </a:lnTo>
                <a:cubicBezTo>
                  <a:pt x="102521" y="9883"/>
                  <a:pt x="102525" y="9813"/>
                  <a:pt x="102525" y="9747"/>
                </a:cubicBezTo>
                <a:close/>
                <a:moveTo>
                  <a:pt x="90354" y="10023"/>
                </a:moveTo>
                <a:cubicBezTo>
                  <a:pt x="90353" y="10029"/>
                  <a:pt x="90352" y="10034"/>
                  <a:pt x="90352" y="10039"/>
                </a:cubicBezTo>
                <a:lnTo>
                  <a:pt x="90352" y="10039"/>
                </a:lnTo>
                <a:cubicBezTo>
                  <a:pt x="90354" y="10029"/>
                  <a:pt x="90354" y="10023"/>
                  <a:pt x="90354" y="10023"/>
                </a:cubicBezTo>
                <a:close/>
                <a:moveTo>
                  <a:pt x="41526" y="9519"/>
                </a:moveTo>
                <a:lnTo>
                  <a:pt x="41526" y="9663"/>
                </a:lnTo>
                <a:cubicBezTo>
                  <a:pt x="41526" y="9737"/>
                  <a:pt x="41595" y="9880"/>
                  <a:pt x="41595" y="9949"/>
                </a:cubicBezTo>
                <a:lnTo>
                  <a:pt x="41451" y="10092"/>
                </a:lnTo>
                <a:cubicBezTo>
                  <a:pt x="41451" y="9949"/>
                  <a:pt x="41451" y="9737"/>
                  <a:pt x="41526" y="9519"/>
                </a:cubicBezTo>
                <a:lnTo>
                  <a:pt x="41526" y="9519"/>
                </a:lnTo>
                <a:lnTo>
                  <a:pt x="41451" y="9594"/>
                </a:lnTo>
                <a:lnTo>
                  <a:pt x="41451" y="9519"/>
                </a:lnTo>
                <a:close/>
                <a:moveTo>
                  <a:pt x="51692" y="9880"/>
                </a:moveTo>
                <a:cubicBezTo>
                  <a:pt x="51761" y="9880"/>
                  <a:pt x="51761" y="9949"/>
                  <a:pt x="51761" y="10023"/>
                </a:cubicBezTo>
                <a:lnTo>
                  <a:pt x="51761" y="10092"/>
                </a:lnTo>
                <a:cubicBezTo>
                  <a:pt x="51761" y="10023"/>
                  <a:pt x="51761" y="9949"/>
                  <a:pt x="51692" y="9880"/>
                </a:cubicBezTo>
                <a:close/>
                <a:moveTo>
                  <a:pt x="60141" y="10023"/>
                </a:moveTo>
                <a:cubicBezTo>
                  <a:pt x="60175" y="10057"/>
                  <a:pt x="60192" y="10109"/>
                  <a:pt x="60209" y="10162"/>
                </a:cubicBezTo>
                <a:lnTo>
                  <a:pt x="60209" y="10162"/>
                </a:lnTo>
                <a:cubicBezTo>
                  <a:pt x="60209" y="10089"/>
                  <a:pt x="60208" y="10023"/>
                  <a:pt x="60141" y="10023"/>
                </a:cubicBezTo>
                <a:close/>
                <a:moveTo>
                  <a:pt x="26416" y="9090"/>
                </a:moveTo>
                <a:cubicBezTo>
                  <a:pt x="26491" y="9451"/>
                  <a:pt x="26560" y="9806"/>
                  <a:pt x="26560" y="10167"/>
                </a:cubicBezTo>
                <a:cubicBezTo>
                  <a:pt x="26560" y="10092"/>
                  <a:pt x="26491" y="9949"/>
                  <a:pt x="26416" y="9880"/>
                </a:cubicBezTo>
                <a:cubicBezTo>
                  <a:pt x="26416" y="9806"/>
                  <a:pt x="26416" y="9663"/>
                  <a:pt x="26348" y="9594"/>
                </a:cubicBezTo>
                <a:cubicBezTo>
                  <a:pt x="26416" y="9451"/>
                  <a:pt x="26416" y="9233"/>
                  <a:pt x="26416" y="9090"/>
                </a:cubicBezTo>
                <a:close/>
                <a:moveTo>
                  <a:pt x="102382" y="10023"/>
                </a:moveTo>
                <a:cubicBezTo>
                  <a:pt x="102450" y="10023"/>
                  <a:pt x="102450" y="10092"/>
                  <a:pt x="102450" y="10092"/>
                </a:cubicBezTo>
                <a:lnTo>
                  <a:pt x="102450" y="10167"/>
                </a:lnTo>
                <a:cubicBezTo>
                  <a:pt x="102382" y="10092"/>
                  <a:pt x="102382" y="10092"/>
                  <a:pt x="102382" y="10023"/>
                </a:cubicBezTo>
                <a:close/>
                <a:moveTo>
                  <a:pt x="89351" y="10092"/>
                </a:moveTo>
                <a:lnTo>
                  <a:pt x="89351" y="10310"/>
                </a:lnTo>
                <a:cubicBezTo>
                  <a:pt x="89351" y="10235"/>
                  <a:pt x="89351" y="10235"/>
                  <a:pt x="89277" y="10167"/>
                </a:cubicBezTo>
                <a:cubicBezTo>
                  <a:pt x="89277" y="10167"/>
                  <a:pt x="89351" y="10167"/>
                  <a:pt x="89351" y="10092"/>
                </a:cubicBezTo>
                <a:close/>
                <a:moveTo>
                  <a:pt x="51188" y="9376"/>
                </a:moveTo>
                <a:lnTo>
                  <a:pt x="51406" y="10023"/>
                </a:lnTo>
                <a:cubicBezTo>
                  <a:pt x="51332" y="10023"/>
                  <a:pt x="51332" y="10092"/>
                  <a:pt x="51263" y="10167"/>
                </a:cubicBezTo>
                <a:lnTo>
                  <a:pt x="51051" y="9748"/>
                </a:lnTo>
                <a:lnTo>
                  <a:pt x="51051" y="9748"/>
                </a:lnTo>
                <a:cubicBezTo>
                  <a:pt x="51120" y="9888"/>
                  <a:pt x="51121" y="10027"/>
                  <a:pt x="51188" y="10167"/>
                </a:cubicBezTo>
                <a:lnTo>
                  <a:pt x="50976" y="10378"/>
                </a:lnTo>
                <a:lnTo>
                  <a:pt x="50976" y="10235"/>
                </a:lnTo>
                <a:cubicBezTo>
                  <a:pt x="50976" y="10092"/>
                  <a:pt x="51045" y="9949"/>
                  <a:pt x="51045" y="9737"/>
                </a:cubicBezTo>
                <a:cubicBezTo>
                  <a:pt x="51120" y="9594"/>
                  <a:pt x="51120" y="9519"/>
                  <a:pt x="51188" y="9376"/>
                </a:cubicBezTo>
                <a:close/>
                <a:moveTo>
                  <a:pt x="112617" y="10378"/>
                </a:moveTo>
                <a:cubicBezTo>
                  <a:pt x="112617" y="10378"/>
                  <a:pt x="112617" y="10378"/>
                  <a:pt x="112617" y="10378"/>
                </a:cubicBezTo>
                <a:lnTo>
                  <a:pt x="112617" y="10378"/>
                </a:lnTo>
                <a:close/>
                <a:moveTo>
                  <a:pt x="112617" y="10378"/>
                </a:moveTo>
                <a:cubicBezTo>
                  <a:pt x="112617" y="10378"/>
                  <a:pt x="112617" y="10378"/>
                  <a:pt x="112617" y="10378"/>
                </a:cubicBezTo>
                <a:lnTo>
                  <a:pt x="112617" y="10378"/>
                </a:lnTo>
                <a:close/>
                <a:moveTo>
                  <a:pt x="82621" y="10235"/>
                </a:moveTo>
                <a:cubicBezTo>
                  <a:pt x="82644" y="10302"/>
                  <a:pt x="82666" y="10366"/>
                  <a:pt x="82688" y="10429"/>
                </a:cubicBezTo>
                <a:lnTo>
                  <a:pt x="82688" y="10429"/>
                </a:lnTo>
                <a:cubicBezTo>
                  <a:pt x="82668" y="10361"/>
                  <a:pt x="82646" y="10296"/>
                  <a:pt x="82621" y="10235"/>
                </a:cubicBezTo>
                <a:close/>
                <a:moveTo>
                  <a:pt x="45031" y="8517"/>
                </a:moveTo>
                <a:cubicBezTo>
                  <a:pt x="45031" y="9164"/>
                  <a:pt x="45031" y="9806"/>
                  <a:pt x="44962" y="10453"/>
                </a:cubicBezTo>
                <a:lnTo>
                  <a:pt x="44888" y="10378"/>
                </a:lnTo>
                <a:cubicBezTo>
                  <a:pt x="44962" y="9880"/>
                  <a:pt x="44962" y="9233"/>
                  <a:pt x="45031" y="8517"/>
                </a:cubicBezTo>
                <a:close/>
                <a:moveTo>
                  <a:pt x="112044" y="6656"/>
                </a:moveTo>
                <a:cubicBezTo>
                  <a:pt x="112405" y="7372"/>
                  <a:pt x="112617" y="8231"/>
                  <a:pt x="112760" y="9164"/>
                </a:cubicBezTo>
                <a:cubicBezTo>
                  <a:pt x="112548" y="9233"/>
                  <a:pt x="112405" y="9451"/>
                  <a:pt x="112262" y="9663"/>
                </a:cubicBezTo>
                <a:cubicBezTo>
                  <a:pt x="112044" y="9880"/>
                  <a:pt x="111901" y="10167"/>
                  <a:pt x="111758" y="10453"/>
                </a:cubicBezTo>
                <a:lnTo>
                  <a:pt x="111758" y="10378"/>
                </a:lnTo>
                <a:cubicBezTo>
                  <a:pt x="111832" y="10023"/>
                  <a:pt x="111832" y="9519"/>
                  <a:pt x="111832" y="9021"/>
                </a:cubicBezTo>
                <a:cubicBezTo>
                  <a:pt x="111975" y="8878"/>
                  <a:pt x="112044" y="8735"/>
                  <a:pt x="112044" y="8735"/>
                </a:cubicBezTo>
                <a:lnTo>
                  <a:pt x="112044" y="8735"/>
                </a:lnTo>
                <a:lnTo>
                  <a:pt x="111901" y="8878"/>
                </a:lnTo>
                <a:cubicBezTo>
                  <a:pt x="111901" y="8162"/>
                  <a:pt x="111975" y="7446"/>
                  <a:pt x="112044" y="6656"/>
                </a:cubicBezTo>
                <a:close/>
                <a:moveTo>
                  <a:pt x="70021" y="10235"/>
                </a:moveTo>
                <a:lnTo>
                  <a:pt x="70021" y="10522"/>
                </a:lnTo>
                <a:cubicBezTo>
                  <a:pt x="70021" y="10453"/>
                  <a:pt x="69946" y="10453"/>
                  <a:pt x="69946" y="10453"/>
                </a:cubicBezTo>
                <a:cubicBezTo>
                  <a:pt x="69946" y="10378"/>
                  <a:pt x="70021" y="10310"/>
                  <a:pt x="70021" y="10235"/>
                </a:cubicBezTo>
                <a:close/>
                <a:moveTo>
                  <a:pt x="104885" y="10378"/>
                </a:moveTo>
                <a:lnTo>
                  <a:pt x="104885" y="10522"/>
                </a:lnTo>
                <a:cubicBezTo>
                  <a:pt x="104885" y="10522"/>
                  <a:pt x="104816" y="10522"/>
                  <a:pt x="104816" y="10453"/>
                </a:cubicBezTo>
                <a:cubicBezTo>
                  <a:pt x="104885" y="10453"/>
                  <a:pt x="104885" y="10453"/>
                  <a:pt x="104885" y="10378"/>
                </a:cubicBezTo>
                <a:close/>
                <a:moveTo>
                  <a:pt x="92713" y="10453"/>
                </a:moveTo>
                <a:cubicBezTo>
                  <a:pt x="92729" y="10487"/>
                  <a:pt x="92743" y="10521"/>
                  <a:pt x="92758" y="10554"/>
                </a:cubicBezTo>
                <a:lnTo>
                  <a:pt x="92758" y="10554"/>
                </a:lnTo>
                <a:cubicBezTo>
                  <a:pt x="92745" y="10520"/>
                  <a:pt x="92730" y="10486"/>
                  <a:pt x="92713" y="10453"/>
                </a:cubicBezTo>
                <a:close/>
                <a:moveTo>
                  <a:pt x="110687" y="9949"/>
                </a:moveTo>
                <a:cubicBezTo>
                  <a:pt x="110687" y="10023"/>
                  <a:pt x="110612" y="10167"/>
                  <a:pt x="110612" y="10235"/>
                </a:cubicBezTo>
                <a:cubicBezTo>
                  <a:pt x="110543" y="10378"/>
                  <a:pt x="110469" y="10453"/>
                  <a:pt x="110400" y="10596"/>
                </a:cubicBezTo>
                <a:cubicBezTo>
                  <a:pt x="110469" y="10378"/>
                  <a:pt x="110612" y="10167"/>
                  <a:pt x="110687" y="9949"/>
                </a:cubicBezTo>
                <a:close/>
                <a:moveTo>
                  <a:pt x="54270" y="10092"/>
                </a:moveTo>
                <a:cubicBezTo>
                  <a:pt x="54339" y="10235"/>
                  <a:pt x="54413" y="10378"/>
                  <a:pt x="54413" y="10522"/>
                </a:cubicBezTo>
                <a:lnTo>
                  <a:pt x="54270" y="10665"/>
                </a:lnTo>
                <a:lnTo>
                  <a:pt x="54270" y="10092"/>
                </a:lnTo>
                <a:close/>
                <a:moveTo>
                  <a:pt x="67512" y="9594"/>
                </a:moveTo>
                <a:cubicBezTo>
                  <a:pt x="67655" y="9880"/>
                  <a:pt x="67655" y="10092"/>
                  <a:pt x="67730" y="10378"/>
                </a:cubicBezTo>
                <a:cubicBezTo>
                  <a:pt x="67730" y="10453"/>
                  <a:pt x="67655" y="10522"/>
                  <a:pt x="67655" y="10665"/>
                </a:cubicBezTo>
                <a:cubicBezTo>
                  <a:pt x="67586" y="10522"/>
                  <a:pt x="67586" y="10378"/>
                  <a:pt x="67512" y="10167"/>
                </a:cubicBezTo>
                <a:lnTo>
                  <a:pt x="67512" y="9594"/>
                </a:lnTo>
                <a:close/>
                <a:moveTo>
                  <a:pt x="87272" y="10522"/>
                </a:moveTo>
                <a:cubicBezTo>
                  <a:pt x="87272" y="10596"/>
                  <a:pt x="87272" y="10665"/>
                  <a:pt x="87347" y="10665"/>
                </a:cubicBezTo>
                <a:cubicBezTo>
                  <a:pt x="87347" y="10596"/>
                  <a:pt x="87272" y="10522"/>
                  <a:pt x="87272" y="10522"/>
                </a:cubicBezTo>
                <a:close/>
                <a:moveTo>
                  <a:pt x="104598" y="10310"/>
                </a:moveTo>
                <a:lnTo>
                  <a:pt x="104598" y="10453"/>
                </a:lnTo>
                <a:cubicBezTo>
                  <a:pt x="104598" y="10453"/>
                  <a:pt x="104598" y="10522"/>
                  <a:pt x="104530" y="10596"/>
                </a:cubicBezTo>
                <a:lnTo>
                  <a:pt x="104455" y="10665"/>
                </a:lnTo>
                <a:cubicBezTo>
                  <a:pt x="104530" y="10596"/>
                  <a:pt x="104530" y="10453"/>
                  <a:pt x="104598" y="10310"/>
                </a:cubicBezTo>
                <a:close/>
                <a:moveTo>
                  <a:pt x="112760" y="9233"/>
                </a:moveTo>
                <a:cubicBezTo>
                  <a:pt x="112760" y="9376"/>
                  <a:pt x="112835" y="9519"/>
                  <a:pt x="112835" y="9737"/>
                </a:cubicBezTo>
                <a:cubicBezTo>
                  <a:pt x="112835" y="9949"/>
                  <a:pt x="112760" y="10167"/>
                  <a:pt x="112760" y="10378"/>
                </a:cubicBezTo>
                <a:cubicBezTo>
                  <a:pt x="112691" y="10453"/>
                  <a:pt x="112691" y="10522"/>
                  <a:pt x="112617" y="10596"/>
                </a:cubicBezTo>
                <a:lnTo>
                  <a:pt x="112617" y="10378"/>
                </a:lnTo>
                <a:cubicBezTo>
                  <a:pt x="112617" y="10453"/>
                  <a:pt x="112548" y="10596"/>
                  <a:pt x="112474" y="10665"/>
                </a:cubicBezTo>
                <a:cubicBezTo>
                  <a:pt x="112474" y="10596"/>
                  <a:pt x="112405" y="10596"/>
                  <a:pt x="112405" y="10522"/>
                </a:cubicBezTo>
                <a:cubicBezTo>
                  <a:pt x="112474" y="10092"/>
                  <a:pt x="112617" y="9663"/>
                  <a:pt x="112760" y="9233"/>
                </a:cubicBezTo>
                <a:close/>
                <a:moveTo>
                  <a:pt x="40020" y="8660"/>
                </a:moveTo>
                <a:cubicBezTo>
                  <a:pt x="40094" y="8947"/>
                  <a:pt x="40163" y="9233"/>
                  <a:pt x="40163" y="9594"/>
                </a:cubicBezTo>
                <a:cubicBezTo>
                  <a:pt x="40094" y="9949"/>
                  <a:pt x="40094" y="10310"/>
                  <a:pt x="40020" y="10665"/>
                </a:cubicBezTo>
                <a:cubicBezTo>
                  <a:pt x="40020" y="10739"/>
                  <a:pt x="39951" y="10739"/>
                  <a:pt x="39951" y="10739"/>
                </a:cubicBezTo>
                <a:cubicBezTo>
                  <a:pt x="39951" y="10665"/>
                  <a:pt x="39876" y="10522"/>
                  <a:pt x="39876" y="10378"/>
                </a:cubicBezTo>
                <a:cubicBezTo>
                  <a:pt x="39950" y="9886"/>
                  <a:pt x="39951" y="9322"/>
                  <a:pt x="40017" y="8756"/>
                </a:cubicBezTo>
                <a:lnTo>
                  <a:pt x="40017" y="8756"/>
                </a:lnTo>
                <a:cubicBezTo>
                  <a:pt x="40005" y="8804"/>
                  <a:pt x="39951" y="8812"/>
                  <a:pt x="39951" y="8877"/>
                </a:cubicBezTo>
                <a:lnTo>
                  <a:pt x="39951" y="8877"/>
                </a:lnTo>
                <a:cubicBezTo>
                  <a:pt x="39951" y="8803"/>
                  <a:pt x="40020" y="8734"/>
                  <a:pt x="40020" y="8660"/>
                </a:cubicBezTo>
                <a:close/>
                <a:moveTo>
                  <a:pt x="47683" y="10310"/>
                </a:moveTo>
                <a:lnTo>
                  <a:pt x="47683" y="10808"/>
                </a:lnTo>
                <a:lnTo>
                  <a:pt x="47609" y="10808"/>
                </a:lnTo>
                <a:lnTo>
                  <a:pt x="47609" y="10739"/>
                </a:lnTo>
                <a:cubicBezTo>
                  <a:pt x="47609" y="10596"/>
                  <a:pt x="47683" y="10453"/>
                  <a:pt x="47683" y="10310"/>
                </a:cubicBezTo>
                <a:close/>
                <a:moveTo>
                  <a:pt x="107680" y="10092"/>
                </a:moveTo>
                <a:lnTo>
                  <a:pt x="107680" y="10378"/>
                </a:lnTo>
                <a:cubicBezTo>
                  <a:pt x="107680" y="10453"/>
                  <a:pt x="107680" y="10522"/>
                  <a:pt x="107748" y="10596"/>
                </a:cubicBezTo>
                <a:cubicBezTo>
                  <a:pt x="107680" y="10665"/>
                  <a:pt x="107605" y="10739"/>
                  <a:pt x="107605" y="10808"/>
                </a:cubicBezTo>
                <a:cubicBezTo>
                  <a:pt x="107605" y="10596"/>
                  <a:pt x="107605" y="10378"/>
                  <a:pt x="107680" y="10092"/>
                </a:cubicBezTo>
                <a:close/>
                <a:moveTo>
                  <a:pt x="22550" y="9376"/>
                </a:moveTo>
                <a:cubicBezTo>
                  <a:pt x="22550" y="9880"/>
                  <a:pt x="22550" y="10378"/>
                  <a:pt x="22482" y="10883"/>
                </a:cubicBezTo>
                <a:cubicBezTo>
                  <a:pt x="22482" y="10739"/>
                  <a:pt x="22482" y="10665"/>
                  <a:pt x="22407" y="10522"/>
                </a:cubicBezTo>
                <a:cubicBezTo>
                  <a:pt x="22407" y="10378"/>
                  <a:pt x="22482" y="10235"/>
                  <a:pt x="22482" y="10167"/>
                </a:cubicBezTo>
                <a:cubicBezTo>
                  <a:pt x="22482" y="9880"/>
                  <a:pt x="22482" y="9663"/>
                  <a:pt x="22550" y="9376"/>
                </a:cubicBezTo>
                <a:close/>
                <a:moveTo>
                  <a:pt x="51406" y="10092"/>
                </a:moveTo>
                <a:cubicBezTo>
                  <a:pt x="51475" y="10310"/>
                  <a:pt x="51475" y="10453"/>
                  <a:pt x="51549" y="10665"/>
                </a:cubicBezTo>
                <a:cubicBezTo>
                  <a:pt x="51475" y="10739"/>
                  <a:pt x="51475" y="10808"/>
                  <a:pt x="51475" y="10883"/>
                </a:cubicBezTo>
                <a:cubicBezTo>
                  <a:pt x="51406" y="10665"/>
                  <a:pt x="51332" y="10522"/>
                  <a:pt x="51263" y="10310"/>
                </a:cubicBezTo>
                <a:cubicBezTo>
                  <a:pt x="51332" y="10167"/>
                  <a:pt x="51406" y="10167"/>
                  <a:pt x="51406" y="10092"/>
                </a:cubicBezTo>
                <a:close/>
                <a:moveTo>
                  <a:pt x="51618" y="10808"/>
                </a:moveTo>
                <a:lnTo>
                  <a:pt x="51618" y="10883"/>
                </a:lnTo>
                <a:lnTo>
                  <a:pt x="51549" y="10883"/>
                </a:lnTo>
                <a:lnTo>
                  <a:pt x="51549" y="10808"/>
                </a:lnTo>
                <a:close/>
                <a:moveTo>
                  <a:pt x="112405" y="10596"/>
                </a:moveTo>
                <a:cubicBezTo>
                  <a:pt x="112405" y="10596"/>
                  <a:pt x="112405" y="10665"/>
                  <a:pt x="112474" y="10739"/>
                </a:cubicBezTo>
                <a:cubicBezTo>
                  <a:pt x="112474" y="10808"/>
                  <a:pt x="112405" y="10808"/>
                  <a:pt x="112405" y="10883"/>
                </a:cubicBezTo>
                <a:cubicBezTo>
                  <a:pt x="112405" y="10808"/>
                  <a:pt x="112330" y="10739"/>
                  <a:pt x="112330" y="10665"/>
                </a:cubicBezTo>
                <a:cubicBezTo>
                  <a:pt x="112330" y="10665"/>
                  <a:pt x="112330" y="10596"/>
                  <a:pt x="112405" y="10596"/>
                </a:cubicBezTo>
                <a:close/>
                <a:moveTo>
                  <a:pt x="97582" y="10883"/>
                </a:moveTo>
                <a:lnTo>
                  <a:pt x="97582" y="10951"/>
                </a:lnTo>
                <a:cubicBezTo>
                  <a:pt x="97582" y="10883"/>
                  <a:pt x="97582" y="10883"/>
                  <a:pt x="97513" y="10883"/>
                </a:cubicBezTo>
                <a:close/>
                <a:moveTo>
                  <a:pt x="101379" y="10522"/>
                </a:moveTo>
                <a:cubicBezTo>
                  <a:pt x="101379" y="10596"/>
                  <a:pt x="101448" y="10665"/>
                  <a:pt x="101448" y="10808"/>
                </a:cubicBezTo>
                <a:lnTo>
                  <a:pt x="101305" y="10951"/>
                </a:lnTo>
                <a:cubicBezTo>
                  <a:pt x="101305" y="10883"/>
                  <a:pt x="101305" y="10808"/>
                  <a:pt x="101236" y="10739"/>
                </a:cubicBezTo>
                <a:cubicBezTo>
                  <a:pt x="101305" y="10665"/>
                  <a:pt x="101305" y="10596"/>
                  <a:pt x="101379" y="10522"/>
                </a:cubicBezTo>
                <a:close/>
                <a:moveTo>
                  <a:pt x="106677" y="10665"/>
                </a:moveTo>
                <a:lnTo>
                  <a:pt x="106677" y="10808"/>
                </a:lnTo>
                <a:lnTo>
                  <a:pt x="106677" y="10951"/>
                </a:lnTo>
                <a:cubicBezTo>
                  <a:pt x="106677" y="10883"/>
                  <a:pt x="106603" y="10883"/>
                  <a:pt x="106603" y="10808"/>
                </a:cubicBezTo>
                <a:cubicBezTo>
                  <a:pt x="106677" y="10739"/>
                  <a:pt x="106677" y="10739"/>
                  <a:pt x="106677" y="10665"/>
                </a:cubicBezTo>
                <a:close/>
                <a:moveTo>
                  <a:pt x="26491" y="10378"/>
                </a:moveTo>
                <a:lnTo>
                  <a:pt x="26491" y="10378"/>
                </a:lnTo>
                <a:cubicBezTo>
                  <a:pt x="26560" y="10522"/>
                  <a:pt x="26560" y="10596"/>
                  <a:pt x="26560" y="10739"/>
                </a:cubicBezTo>
                <a:lnTo>
                  <a:pt x="26560" y="11026"/>
                </a:lnTo>
                <a:cubicBezTo>
                  <a:pt x="26560" y="10808"/>
                  <a:pt x="26491" y="10596"/>
                  <a:pt x="26491" y="10378"/>
                </a:cubicBezTo>
                <a:close/>
                <a:moveTo>
                  <a:pt x="52552" y="10310"/>
                </a:moveTo>
                <a:lnTo>
                  <a:pt x="52552" y="10453"/>
                </a:lnTo>
                <a:cubicBezTo>
                  <a:pt x="52552" y="10596"/>
                  <a:pt x="52477" y="10739"/>
                  <a:pt x="52477" y="10883"/>
                </a:cubicBezTo>
                <a:cubicBezTo>
                  <a:pt x="52477" y="10883"/>
                  <a:pt x="52408" y="10951"/>
                  <a:pt x="52408" y="11026"/>
                </a:cubicBezTo>
                <a:cubicBezTo>
                  <a:pt x="52334" y="10951"/>
                  <a:pt x="52334" y="10883"/>
                  <a:pt x="52265" y="10808"/>
                </a:cubicBezTo>
                <a:cubicBezTo>
                  <a:pt x="52334" y="10665"/>
                  <a:pt x="52477" y="10453"/>
                  <a:pt x="52552" y="10310"/>
                </a:cubicBezTo>
                <a:close/>
                <a:moveTo>
                  <a:pt x="37660" y="9880"/>
                </a:moveTo>
                <a:cubicBezTo>
                  <a:pt x="37660" y="10310"/>
                  <a:pt x="37585" y="10739"/>
                  <a:pt x="37517" y="11094"/>
                </a:cubicBezTo>
                <a:cubicBezTo>
                  <a:pt x="37517" y="10951"/>
                  <a:pt x="37442" y="10808"/>
                  <a:pt x="37373" y="10596"/>
                </a:cubicBezTo>
                <a:lnTo>
                  <a:pt x="37373" y="10453"/>
                </a:lnTo>
                <a:cubicBezTo>
                  <a:pt x="37585" y="10092"/>
                  <a:pt x="37585" y="10023"/>
                  <a:pt x="37660" y="9880"/>
                </a:cubicBezTo>
                <a:close/>
                <a:moveTo>
                  <a:pt x="40020" y="10808"/>
                </a:moveTo>
                <a:cubicBezTo>
                  <a:pt x="39951" y="10883"/>
                  <a:pt x="39951" y="11026"/>
                  <a:pt x="39951" y="11094"/>
                </a:cubicBezTo>
                <a:lnTo>
                  <a:pt x="39951" y="10883"/>
                </a:lnTo>
                <a:lnTo>
                  <a:pt x="40020" y="10808"/>
                </a:lnTo>
                <a:close/>
                <a:moveTo>
                  <a:pt x="55845" y="10808"/>
                </a:moveTo>
                <a:lnTo>
                  <a:pt x="55845" y="10951"/>
                </a:lnTo>
                <a:cubicBezTo>
                  <a:pt x="55845" y="11026"/>
                  <a:pt x="55845" y="11026"/>
                  <a:pt x="55770" y="11094"/>
                </a:cubicBezTo>
                <a:lnTo>
                  <a:pt x="55770" y="11026"/>
                </a:lnTo>
                <a:cubicBezTo>
                  <a:pt x="55770" y="10951"/>
                  <a:pt x="55845" y="10883"/>
                  <a:pt x="55845" y="10808"/>
                </a:cubicBezTo>
                <a:close/>
                <a:moveTo>
                  <a:pt x="58566" y="10596"/>
                </a:moveTo>
                <a:cubicBezTo>
                  <a:pt x="58566" y="10739"/>
                  <a:pt x="58565" y="10883"/>
                  <a:pt x="58491" y="11094"/>
                </a:cubicBezTo>
                <a:cubicBezTo>
                  <a:pt x="58491" y="11026"/>
                  <a:pt x="58491" y="10951"/>
                  <a:pt x="58422" y="10883"/>
                </a:cubicBezTo>
                <a:cubicBezTo>
                  <a:pt x="58491" y="10808"/>
                  <a:pt x="58565" y="10665"/>
                  <a:pt x="58566" y="10596"/>
                </a:cubicBezTo>
                <a:close/>
                <a:moveTo>
                  <a:pt x="51188" y="10453"/>
                </a:moveTo>
                <a:cubicBezTo>
                  <a:pt x="51263" y="10665"/>
                  <a:pt x="51263" y="10883"/>
                  <a:pt x="51263" y="11094"/>
                </a:cubicBezTo>
                <a:lnTo>
                  <a:pt x="51263" y="11169"/>
                </a:lnTo>
                <a:cubicBezTo>
                  <a:pt x="51188" y="11026"/>
                  <a:pt x="51120" y="10883"/>
                  <a:pt x="51120" y="10665"/>
                </a:cubicBezTo>
                <a:cubicBezTo>
                  <a:pt x="51120" y="10596"/>
                  <a:pt x="51188" y="10522"/>
                  <a:pt x="51188" y="10453"/>
                </a:cubicBezTo>
                <a:close/>
                <a:moveTo>
                  <a:pt x="98566" y="8591"/>
                </a:moveTo>
                <a:cubicBezTo>
                  <a:pt x="98357" y="9158"/>
                  <a:pt x="98186" y="10018"/>
                  <a:pt x="98011" y="10883"/>
                </a:cubicBezTo>
                <a:cubicBezTo>
                  <a:pt x="97943" y="10951"/>
                  <a:pt x="97943" y="11026"/>
                  <a:pt x="97868" y="11094"/>
                </a:cubicBezTo>
                <a:lnTo>
                  <a:pt x="97868" y="11169"/>
                </a:lnTo>
                <a:cubicBezTo>
                  <a:pt x="97800" y="11169"/>
                  <a:pt x="97800" y="11169"/>
                  <a:pt x="97800" y="11094"/>
                </a:cubicBezTo>
                <a:cubicBezTo>
                  <a:pt x="97800" y="10808"/>
                  <a:pt x="97868" y="10522"/>
                  <a:pt x="97868" y="10235"/>
                </a:cubicBezTo>
                <a:lnTo>
                  <a:pt x="97868" y="10235"/>
                </a:lnTo>
                <a:cubicBezTo>
                  <a:pt x="97800" y="10378"/>
                  <a:pt x="97656" y="10596"/>
                  <a:pt x="97582" y="10808"/>
                </a:cubicBezTo>
                <a:cubicBezTo>
                  <a:pt x="97800" y="10167"/>
                  <a:pt x="98155" y="9519"/>
                  <a:pt x="98372" y="8947"/>
                </a:cubicBezTo>
                <a:cubicBezTo>
                  <a:pt x="98446" y="8818"/>
                  <a:pt x="98511" y="8698"/>
                  <a:pt x="98566" y="8591"/>
                </a:cubicBezTo>
                <a:close/>
                <a:moveTo>
                  <a:pt x="106534" y="10883"/>
                </a:moveTo>
                <a:lnTo>
                  <a:pt x="106603" y="10951"/>
                </a:lnTo>
                <a:lnTo>
                  <a:pt x="106603" y="11094"/>
                </a:lnTo>
                <a:lnTo>
                  <a:pt x="106534" y="11169"/>
                </a:lnTo>
                <a:lnTo>
                  <a:pt x="106534" y="11094"/>
                </a:lnTo>
                <a:cubicBezTo>
                  <a:pt x="106534" y="11094"/>
                  <a:pt x="106603" y="11026"/>
                  <a:pt x="106603" y="10951"/>
                </a:cubicBezTo>
                <a:lnTo>
                  <a:pt x="106603" y="10951"/>
                </a:lnTo>
                <a:cubicBezTo>
                  <a:pt x="106603" y="10951"/>
                  <a:pt x="106534" y="11026"/>
                  <a:pt x="106460" y="11026"/>
                </a:cubicBezTo>
                <a:cubicBezTo>
                  <a:pt x="106534" y="11026"/>
                  <a:pt x="106534" y="10951"/>
                  <a:pt x="106534" y="10883"/>
                </a:cubicBezTo>
                <a:close/>
                <a:moveTo>
                  <a:pt x="102095" y="10596"/>
                </a:moveTo>
                <a:lnTo>
                  <a:pt x="102095" y="11094"/>
                </a:lnTo>
                <a:lnTo>
                  <a:pt x="101952" y="11238"/>
                </a:lnTo>
                <a:cubicBezTo>
                  <a:pt x="101952" y="11169"/>
                  <a:pt x="101878" y="11094"/>
                  <a:pt x="101878" y="11026"/>
                </a:cubicBezTo>
                <a:lnTo>
                  <a:pt x="102095" y="10596"/>
                </a:lnTo>
                <a:close/>
                <a:moveTo>
                  <a:pt x="87988" y="11238"/>
                </a:moveTo>
                <a:cubicBezTo>
                  <a:pt x="87988" y="11238"/>
                  <a:pt x="87988" y="11238"/>
                  <a:pt x="87988" y="11238"/>
                </a:cubicBezTo>
                <a:lnTo>
                  <a:pt x="87988" y="11238"/>
                </a:lnTo>
                <a:close/>
                <a:moveTo>
                  <a:pt x="78898" y="10739"/>
                </a:moveTo>
                <a:cubicBezTo>
                  <a:pt x="78898" y="10808"/>
                  <a:pt x="78967" y="10883"/>
                  <a:pt x="78967" y="10883"/>
                </a:cubicBezTo>
                <a:cubicBezTo>
                  <a:pt x="78898" y="11026"/>
                  <a:pt x="78824" y="11094"/>
                  <a:pt x="78824" y="11238"/>
                </a:cubicBezTo>
                <a:lnTo>
                  <a:pt x="78824" y="11312"/>
                </a:lnTo>
                <a:cubicBezTo>
                  <a:pt x="78755" y="11238"/>
                  <a:pt x="78755" y="11169"/>
                  <a:pt x="78755" y="11094"/>
                </a:cubicBezTo>
                <a:cubicBezTo>
                  <a:pt x="78824" y="11026"/>
                  <a:pt x="78824" y="10883"/>
                  <a:pt x="78898" y="10739"/>
                </a:cubicBezTo>
                <a:close/>
                <a:moveTo>
                  <a:pt x="104741" y="10739"/>
                </a:moveTo>
                <a:lnTo>
                  <a:pt x="104741" y="10883"/>
                </a:lnTo>
                <a:lnTo>
                  <a:pt x="104741" y="11169"/>
                </a:lnTo>
                <a:cubicBezTo>
                  <a:pt x="104673" y="11238"/>
                  <a:pt x="104598" y="11238"/>
                  <a:pt x="104598" y="11312"/>
                </a:cubicBezTo>
                <a:lnTo>
                  <a:pt x="104598" y="10883"/>
                </a:lnTo>
                <a:cubicBezTo>
                  <a:pt x="104673" y="10808"/>
                  <a:pt x="104673" y="10739"/>
                  <a:pt x="104741" y="10739"/>
                </a:cubicBezTo>
                <a:close/>
                <a:moveTo>
                  <a:pt x="106460" y="11169"/>
                </a:moveTo>
                <a:lnTo>
                  <a:pt x="106460" y="11238"/>
                </a:lnTo>
                <a:lnTo>
                  <a:pt x="106391" y="11312"/>
                </a:lnTo>
                <a:cubicBezTo>
                  <a:pt x="106460" y="11238"/>
                  <a:pt x="106460" y="11238"/>
                  <a:pt x="106460" y="11169"/>
                </a:cubicBezTo>
                <a:close/>
                <a:moveTo>
                  <a:pt x="108539" y="10092"/>
                </a:moveTo>
                <a:cubicBezTo>
                  <a:pt x="108608" y="10092"/>
                  <a:pt x="108608" y="10167"/>
                  <a:pt x="108608" y="10167"/>
                </a:cubicBezTo>
                <a:lnTo>
                  <a:pt x="108608" y="11312"/>
                </a:lnTo>
                <a:cubicBezTo>
                  <a:pt x="108539" y="11094"/>
                  <a:pt x="108396" y="10883"/>
                  <a:pt x="108321" y="10596"/>
                </a:cubicBezTo>
                <a:cubicBezTo>
                  <a:pt x="108396" y="10378"/>
                  <a:pt x="108464" y="10235"/>
                  <a:pt x="108539" y="10092"/>
                </a:cubicBezTo>
                <a:close/>
                <a:moveTo>
                  <a:pt x="53983" y="9307"/>
                </a:moveTo>
                <a:lnTo>
                  <a:pt x="54052" y="9376"/>
                </a:lnTo>
                <a:cubicBezTo>
                  <a:pt x="53909" y="9949"/>
                  <a:pt x="53766" y="10665"/>
                  <a:pt x="53623" y="11381"/>
                </a:cubicBezTo>
                <a:cubicBezTo>
                  <a:pt x="53623" y="10883"/>
                  <a:pt x="53697" y="10378"/>
                  <a:pt x="53766" y="9806"/>
                </a:cubicBezTo>
                <a:cubicBezTo>
                  <a:pt x="53909" y="9451"/>
                  <a:pt x="53909" y="9451"/>
                  <a:pt x="53983" y="9307"/>
                </a:cubicBezTo>
                <a:close/>
                <a:moveTo>
                  <a:pt x="61000" y="11169"/>
                </a:moveTo>
                <a:lnTo>
                  <a:pt x="61000" y="11238"/>
                </a:lnTo>
                <a:lnTo>
                  <a:pt x="60857" y="11381"/>
                </a:lnTo>
                <a:cubicBezTo>
                  <a:pt x="60925" y="11312"/>
                  <a:pt x="60925" y="11238"/>
                  <a:pt x="61000" y="11169"/>
                </a:cubicBezTo>
                <a:close/>
                <a:moveTo>
                  <a:pt x="67873" y="10883"/>
                </a:moveTo>
                <a:cubicBezTo>
                  <a:pt x="67873" y="10951"/>
                  <a:pt x="67942" y="11094"/>
                  <a:pt x="67942" y="11238"/>
                </a:cubicBezTo>
                <a:cubicBezTo>
                  <a:pt x="67942" y="11238"/>
                  <a:pt x="67873" y="11312"/>
                  <a:pt x="67873" y="11381"/>
                </a:cubicBezTo>
                <a:lnTo>
                  <a:pt x="67873" y="11169"/>
                </a:lnTo>
                <a:lnTo>
                  <a:pt x="67873" y="10883"/>
                </a:lnTo>
                <a:close/>
                <a:moveTo>
                  <a:pt x="89134" y="10522"/>
                </a:moveTo>
                <a:cubicBezTo>
                  <a:pt x="89134" y="10596"/>
                  <a:pt x="89134" y="10665"/>
                  <a:pt x="89208" y="10739"/>
                </a:cubicBezTo>
                <a:cubicBezTo>
                  <a:pt x="89065" y="10883"/>
                  <a:pt x="88991" y="11094"/>
                  <a:pt x="88922" y="11381"/>
                </a:cubicBezTo>
                <a:cubicBezTo>
                  <a:pt x="88922" y="11312"/>
                  <a:pt x="88847" y="11238"/>
                  <a:pt x="88847" y="11169"/>
                </a:cubicBezTo>
                <a:lnTo>
                  <a:pt x="88847" y="11026"/>
                </a:lnTo>
                <a:cubicBezTo>
                  <a:pt x="88991" y="10739"/>
                  <a:pt x="89065" y="10665"/>
                  <a:pt x="89134" y="10522"/>
                </a:cubicBezTo>
                <a:close/>
                <a:moveTo>
                  <a:pt x="70519" y="9663"/>
                </a:moveTo>
                <a:cubicBezTo>
                  <a:pt x="70593" y="9806"/>
                  <a:pt x="70593" y="9949"/>
                  <a:pt x="70662" y="10092"/>
                </a:cubicBezTo>
                <a:cubicBezTo>
                  <a:pt x="70737" y="10453"/>
                  <a:pt x="70737" y="10808"/>
                  <a:pt x="70737" y="11094"/>
                </a:cubicBezTo>
                <a:cubicBezTo>
                  <a:pt x="70662" y="11238"/>
                  <a:pt x="70519" y="11381"/>
                  <a:pt x="70450" y="11455"/>
                </a:cubicBezTo>
                <a:cubicBezTo>
                  <a:pt x="70450" y="10951"/>
                  <a:pt x="70519" y="10378"/>
                  <a:pt x="70519" y="9663"/>
                </a:cubicBezTo>
                <a:close/>
                <a:moveTo>
                  <a:pt x="59923" y="9806"/>
                </a:moveTo>
                <a:cubicBezTo>
                  <a:pt x="60066" y="10235"/>
                  <a:pt x="60209" y="10665"/>
                  <a:pt x="60284" y="11026"/>
                </a:cubicBezTo>
                <a:cubicBezTo>
                  <a:pt x="60209" y="11094"/>
                  <a:pt x="60209" y="11238"/>
                  <a:pt x="60141" y="11312"/>
                </a:cubicBezTo>
                <a:cubicBezTo>
                  <a:pt x="60141" y="11094"/>
                  <a:pt x="60141" y="10951"/>
                  <a:pt x="60209" y="10739"/>
                </a:cubicBezTo>
                <a:lnTo>
                  <a:pt x="60209" y="10739"/>
                </a:lnTo>
                <a:cubicBezTo>
                  <a:pt x="60141" y="10883"/>
                  <a:pt x="60066" y="10951"/>
                  <a:pt x="59997" y="11094"/>
                </a:cubicBezTo>
                <a:lnTo>
                  <a:pt x="59923" y="11026"/>
                </a:lnTo>
                <a:lnTo>
                  <a:pt x="59923" y="11026"/>
                </a:lnTo>
                <a:cubicBezTo>
                  <a:pt x="59923" y="11094"/>
                  <a:pt x="59923" y="11169"/>
                  <a:pt x="59997" y="11238"/>
                </a:cubicBezTo>
                <a:cubicBezTo>
                  <a:pt x="59923" y="11312"/>
                  <a:pt x="59854" y="11381"/>
                  <a:pt x="59854" y="11524"/>
                </a:cubicBezTo>
                <a:cubicBezTo>
                  <a:pt x="59854" y="11238"/>
                  <a:pt x="59923" y="11026"/>
                  <a:pt x="59923" y="10808"/>
                </a:cubicBezTo>
                <a:lnTo>
                  <a:pt x="59923" y="10808"/>
                </a:lnTo>
                <a:cubicBezTo>
                  <a:pt x="59780" y="10951"/>
                  <a:pt x="59711" y="11169"/>
                  <a:pt x="59637" y="11381"/>
                </a:cubicBezTo>
                <a:lnTo>
                  <a:pt x="59425" y="10951"/>
                </a:lnTo>
                <a:cubicBezTo>
                  <a:pt x="59568" y="10596"/>
                  <a:pt x="59780" y="10167"/>
                  <a:pt x="59923" y="9806"/>
                </a:cubicBezTo>
                <a:close/>
                <a:moveTo>
                  <a:pt x="67512" y="10235"/>
                </a:moveTo>
                <a:cubicBezTo>
                  <a:pt x="67512" y="10378"/>
                  <a:pt x="67586" y="10596"/>
                  <a:pt x="67586" y="10739"/>
                </a:cubicBezTo>
                <a:cubicBezTo>
                  <a:pt x="67512" y="10951"/>
                  <a:pt x="67443" y="11238"/>
                  <a:pt x="67369" y="11524"/>
                </a:cubicBezTo>
                <a:cubicBezTo>
                  <a:pt x="67443" y="11094"/>
                  <a:pt x="67443" y="10665"/>
                  <a:pt x="67512" y="10235"/>
                </a:cubicBezTo>
                <a:close/>
                <a:moveTo>
                  <a:pt x="88847" y="11238"/>
                </a:moveTo>
                <a:cubicBezTo>
                  <a:pt x="88847" y="11312"/>
                  <a:pt x="88922" y="11381"/>
                  <a:pt x="88922" y="11455"/>
                </a:cubicBezTo>
                <a:lnTo>
                  <a:pt x="88922" y="11524"/>
                </a:lnTo>
                <a:cubicBezTo>
                  <a:pt x="88847" y="11455"/>
                  <a:pt x="88847" y="11381"/>
                  <a:pt x="88847" y="11312"/>
                </a:cubicBezTo>
                <a:lnTo>
                  <a:pt x="88847" y="11238"/>
                </a:lnTo>
                <a:close/>
                <a:moveTo>
                  <a:pt x="89277" y="11312"/>
                </a:moveTo>
                <a:lnTo>
                  <a:pt x="89351" y="11381"/>
                </a:lnTo>
                <a:cubicBezTo>
                  <a:pt x="89277" y="11455"/>
                  <a:pt x="89277" y="11455"/>
                  <a:pt x="89277" y="11524"/>
                </a:cubicBezTo>
                <a:lnTo>
                  <a:pt x="89277" y="11312"/>
                </a:lnTo>
                <a:close/>
                <a:moveTo>
                  <a:pt x="98945" y="10596"/>
                </a:moveTo>
                <a:cubicBezTo>
                  <a:pt x="99014" y="10739"/>
                  <a:pt x="99014" y="10951"/>
                  <a:pt x="99014" y="11094"/>
                </a:cubicBezTo>
                <a:cubicBezTo>
                  <a:pt x="98883" y="11225"/>
                  <a:pt x="98752" y="11356"/>
                  <a:pt x="98513" y="11543"/>
                </a:cubicBezTo>
                <a:lnTo>
                  <a:pt x="98513" y="11543"/>
                </a:lnTo>
                <a:cubicBezTo>
                  <a:pt x="98516" y="11532"/>
                  <a:pt x="98516" y="11524"/>
                  <a:pt x="98516" y="11524"/>
                </a:cubicBezTo>
                <a:lnTo>
                  <a:pt x="98516" y="11455"/>
                </a:lnTo>
                <a:cubicBezTo>
                  <a:pt x="98659" y="11094"/>
                  <a:pt x="98802" y="10883"/>
                  <a:pt x="98945" y="10596"/>
                </a:cubicBezTo>
                <a:close/>
                <a:moveTo>
                  <a:pt x="85554" y="11455"/>
                </a:moveTo>
                <a:cubicBezTo>
                  <a:pt x="85554" y="11524"/>
                  <a:pt x="85628" y="11598"/>
                  <a:pt x="85628" y="11598"/>
                </a:cubicBezTo>
                <a:cubicBezTo>
                  <a:pt x="85628" y="11524"/>
                  <a:pt x="85628" y="11455"/>
                  <a:pt x="85554" y="11455"/>
                </a:cubicBezTo>
                <a:close/>
                <a:moveTo>
                  <a:pt x="102737" y="10883"/>
                </a:moveTo>
                <a:cubicBezTo>
                  <a:pt x="102737" y="11026"/>
                  <a:pt x="102811" y="11094"/>
                  <a:pt x="102811" y="11238"/>
                </a:cubicBezTo>
                <a:cubicBezTo>
                  <a:pt x="102811" y="11312"/>
                  <a:pt x="102811" y="11455"/>
                  <a:pt x="102737" y="11598"/>
                </a:cubicBezTo>
                <a:cubicBezTo>
                  <a:pt x="102737" y="11524"/>
                  <a:pt x="102668" y="11455"/>
                  <a:pt x="102668" y="11381"/>
                </a:cubicBezTo>
                <a:lnTo>
                  <a:pt x="102668" y="11094"/>
                </a:lnTo>
                <a:lnTo>
                  <a:pt x="102668" y="11026"/>
                </a:lnTo>
                <a:cubicBezTo>
                  <a:pt x="102668" y="10951"/>
                  <a:pt x="102737" y="10951"/>
                  <a:pt x="102737" y="10883"/>
                </a:cubicBezTo>
                <a:close/>
                <a:moveTo>
                  <a:pt x="59425" y="11598"/>
                </a:moveTo>
                <a:cubicBezTo>
                  <a:pt x="59425" y="11599"/>
                  <a:pt x="59425" y="11651"/>
                  <a:pt x="59471" y="11664"/>
                </a:cubicBezTo>
                <a:lnTo>
                  <a:pt x="59471" y="11664"/>
                </a:lnTo>
                <a:cubicBezTo>
                  <a:pt x="59461" y="11642"/>
                  <a:pt x="59446" y="11620"/>
                  <a:pt x="59425" y="11598"/>
                </a:cubicBezTo>
                <a:close/>
                <a:moveTo>
                  <a:pt x="76819" y="11238"/>
                </a:moveTo>
                <a:cubicBezTo>
                  <a:pt x="76819" y="11381"/>
                  <a:pt x="76751" y="11524"/>
                  <a:pt x="76751" y="11667"/>
                </a:cubicBezTo>
                <a:cubicBezTo>
                  <a:pt x="76676" y="11667"/>
                  <a:pt x="76676" y="11667"/>
                  <a:pt x="76676" y="11598"/>
                </a:cubicBezTo>
                <a:cubicBezTo>
                  <a:pt x="76751" y="11524"/>
                  <a:pt x="76751" y="11381"/>
                  <a:pt x="76819" y="11238"/>
                </a:cubicBezTo>
                <a:close/>
                <a:moveTo>
                  <a:pt x="78755" y="11169"/>
                </a:moveTo>
                <a:lnTo>
                  <a:pt x="78755" y="11455"/>
                </a:lnTo>
                <a:cubicBezTo>
                  <a:pt x="78755" y="11524"/>
                  <a:pt x="78681" y="11598"/>
                  <a:pt x="78681" y="11667"/>
                </a:cubicBezTo>
                <a:cubicBezTo>
                  <a:pt x="78681" y="11667"/>
                  <a:pt x="78612" y="11598"/>
                  <a:pt x="78612" y="11524"/>
                </a:cubicBezTo>
                <a:cubicBezTo>
                  <a:pt x="78612" y="11455"/>
                  <a:pt x="78681" y="11312"/>
                  <a:pt x="78755" y="11169"/>
                </a:cubicBezTo>
                <a:close/>
                <a:moveTo>
                  <a:pt x="94718" y="11598"/>
                </a:moveTo>
                <a:cubicBezTo>
                  <a:pt x="94718" y="11598"/>
                  <a:pt x="94793" y="11598"/>
                  <a:pt x="94793" y="11667"/>
                </a:cubicBezTo>
                <a:lnTo>
                  <a:pt x="94718" y="11667"/>
                </a:lnTo>
                <a:lnTo>
                  <a:pt x="94718" y="11598"/>
                </a:lnTo>
                <a:close/>
                <a:moveTo>
                  <a:pt x="94220" y="11094"/>
                </a:moveTo>
                <a:cubicBezTo>
                  <a:pt x="94289" y="11238"/>
                  <a:pt x="94363" y="11381"/>
                  <a:pt x="94363" y="11524"/>
                </a:cubicBezTo>
                <a:cubicBezTo>
                  <a:pt x="94289" y="11598"/>
                  <a:pt x="94220" y="11667"/>
                  <a:pt x="94077" y="11742"/>
                </a:cubicBezTo>
                <a:cubicBezTo>
                  <a:pt x="94077" y="11667"/>
                  <a:pt x="94077" y="11598"/>
                  <a:pt x="94002" y="11524"/>
                </a:cubicBezTo>
                <a:lnTo>
                  <a:pt x="94220" y="11094"/>
                </a:lnTo>
                <a:close/>
                <a:moveTo>
                  <a:pt x="101236" y="10808"/>
                </a:moveTo>
                <a:lnTo>
                  <a:pt x="101236" y="11026"/>
                </a:lnTo>
                <a:cubicBezTo>
                  <a:pt x="101162" y="11094"/>
                  <a:pt x="101162" y="11169"/>
                  <a:pt x="101093" y="11238"/>
                </a:cubicBezTo>
                <a:cubicBezTo>
                  <a:pt x="101093" y="11238"/>
                  <a:pt x="101093" y="11169"/>
                  <a:pt x="101018" y="11094"/>
                </a:cubicBezTo>
                <a:lnTo>
                  <a:pt x="101018" y="11094"/>
                </a:lnTo>
                <a:cubicBezTo>
                  <a:pt x="101018" y="11169"/>
                  <a:pt x="101093" y="11238"/>
                  <a:pt x="101093" y="11312"/>
                </a:cubicBezTo>
                <a:cubicBezTo>
                  <a:pt x="100950" y="11455"/>
                  <a:pt x="100875" y="11598"/>
                  <a:pt x="100807" y="11742"/>
                </a:cubicBezTo>
                <a:cubicBezTo>
                  <a:pt x="100807" y="11742"/>
                  <a:pt x="100807" y="11667"/>
                  <a:pt x="100732" y="11598"/>
                </a:cubicBezTo>
                <a:cubicBezTo>
                  <a:pt x="100875" y="11455"/>
                  <a:pt x="100950" y="11312"/>
                  <a:pt x="101018" y="11094"/>
                </a:cubicBezTo>
                <a:cubicBezTo>
                  <a:pt x="101093" y="11026"/>
                  <a:pt x="101162" y="10883"/>
                  <a:pt x="101236" y="10808"/>
                </a:cubicBezTo>
                <a:close/>
                <a:moveTo>
                  <a:pt x="101666" y="11524"/>
                </a:moveTo>
                <a:lnTo>
                  <a:pt x="101666" y="11742"/>
                </a:lnTo>
                <a:cubicBezTo>
                  <a:pt x="101666" y="11742"/>
                  <a:pt x="101591" y="11667"/>
                  <a:pt x="101591" y="11598"/>
                </a:cubicBezTo>
                <a:lnTo>
                  <a:pt x="101666" y="11524"/>
                </a:lnTo>
                <a:close/>
                <a:moveTo>
                  <a:pt x="102668" y="11598"/>
                </a:moveTo>
                <a:cubicBezTo>
                  <a:pt x="102737" y="11598"/>
                  <a:pt x="102737" y="11667"/>
                  <a:pt x="102737" y="11667"/>
                </a:cubicBezTo>
                <a:lnTo>
                  <a:pt x="102737" y="11742"/>
                </a:lnTo>
                <a:cubicBezTo>
                  <a:pt x="102737" y="11667"/>
                  <a:pt x="102737" y="11667"/>
                  <a:pt x="102668" y="11598"/>
                </a:cubicBezTo>
                <a:close/>
                <a:moveTo>
                  <a:pt x="105314" y="10023"/>
                </a:moveTo>
                <a:cubicBezTo>
                  <a:pt x="105457" y="10235"/>
                  <a:pt x="105601" y="10596"/>
                  <a:pt x="105675" y="10883"/>
                </a:cubicBezTo>
                <a:lnTo>
                  <a:pt x="105457" y="11742"/>
                </a:lnTo>
                <a:cubicBezTo>
                  <a:pt x="105389" y="11524"/>
                  <a:pt x="105314" y="11381"/>
                  <a:pt x="105245" y="11238"/>
                </a:cubicBezTo>
                <a:cubicBezTo>
                  <a:pt x="105245" y="11238"/>
                  <a:pt x="105245" y="11169"/>
                  <a:pt x="105171" y="11169"/>
                </a:cubicBezTo>
                <a:cubicBezTo>
                  <a:pt x="105245" y="10808"/>
                  <a:pt x="105245" y="10378"/>
                  <a:pt x="105314" y="10023"/>
                </a:cubicBezTo>
                <a:close/>
                <a:moveTo>
                  <a:pt x="66584" y="11742"/>
                </a:moveTo>
                <a:cubicBezTo>
                  <a:pt x="66653" y="11742"/>
                  <a:pt x="66653" y="11810"/>
                  <a:pt x="66653" y="11810"/>
                </a:cubicBezTo>
                <a:cubicBezTo>
                  <a:pt x="66653" y="11742"/>
                  <a:pt x="66653" y="11742"/>
                  <a:pt x="66584" y="11742"/>
                </a:cubicBezTo>
                <a:close/>
                <a:moveTo>
                  <a:pt x="88779" y="11667"/>
                </a:moveTo>
                <a:cubicBezTo>
                  <a:pt x="88779" y="11667"/>
                  <a:pt x="88847" y="11742"/>
                  <a:pt x="88847" y="11810"/>
                </a:cubicBezTo>
                <a:cubicBezTo>
                  <a:pt x="88779" y="11810"/>
                  <a:pt x="88779" y="11810"/>
                  <a:pt x="88779" y="11742"/>
                </a:cubicBezTo>
                <a:lnTo>
                  <a:pt x="88779" y="11667"/>
                </a:lnTo>
                <a:close/>
                <a:moveTo>
                  <a:pt x="94432" y="11598"/>
                </a:moveTo>
                <a:lnTo>
                  <a:pt x="94432" y="11742"/>
                </a:lnTo>
                <a:cubicBezTo>
                  <a:pt x="94432" y="11742"/>
                  <a:pt x="94363" y="11742"/>
                  <a:pt x="94363" y="11810"/>
                </a:cubicBezTo>
                <a:cubicBezTo>
                  <a:pt x="94363" y="11742"/>
                  <a:pt x="94363" y="11667"/>
                  <a:pt x="94432" y="11598"/>
                </a:cubicBezTo>
                <a:close/>
                <a:moveTo>
                  <a:pt x="106460" y="11598"/>
                </a:moveTo>
                <a:lnTo>
                  <a:pt x="106460" y="11810"/>
                </a:lnTo>
                <a:cubicBezTo>
                  <a:pt x="106391" y="11810"/>
                  <a:pt x="106391" y="11742"/>
                  <a:pt x="106391" y="11742"/>
                </a:cubicBezTo>
                <a:cubicBezTo>
                  <a:pt x="106460" y="11667"/>
                  <a:pt x="106460" y="11667"/>
                  <a:pt x="106460" y="11598"/>
                </a:cubicBezTo>
                <a:close/>
                <a:moveTo>
                  <a:pt x="64648" y="9806"/>
                </a:moveTo>
                <a:cubicBezTo>
                  <a:pt x="64791" y="10023"/>
                  <a:pt x="64866" y="10235"/>
                  <a:pt x="64866" y="10453"/>
                </a:cubicBezTo>
                <a:cubicBezTo>
                  <a:pt x="64866" y="10522"/>
                  <a:pt x="64791" y="10596"/>
                  <a:pt x="64791" y="10665"/>
                </a:cubicBezTo>
                <a:cubicBezTo>
                  <a:pt x="64648" y="10522"/>
                  <a:pt x="64580" y="10379"/>
                  <a:pt x="64505" y="10235"/>
                </a:cubicBezTo>
                <a:lnTo>
                  <a:pt x="64505" y="10235"/>
                </a:lnTo>
                <a:cubicBezTo>
                  <a:pt x="64580" y="10379"/>
                  <a:pt x="64648" y="10596"/>
                  <a:pt x="64723" y="10739"/>
                </a:cubicBezTo>
                <a:cubicBezTo>
                  <a:pt x="64579" y="10951"/>
                  <a:pt x="64436" y="11238"/>
                  <a:pt x="64362" y="11455"/>
                </a:cubicBezTo>
                <a:cubicBezTo>
                  <a:pt x="64293" y="11381"/>
                  <a:pt x="64293" y="11238"/>
                  <a:pt x="64219" y="11169"/>
                </a:cubicBezTo>
                <a:lnTo>
                  <a:pt x="64219" y="11169"/>
                </a:lnTo>
                <a:cubicBezTo>
                  <a:pt x="64219" y="11238"/>
                  <a:pt x="64293" y="11381"/>
                  <a:pt x="64293" y="11524"/>
                </a:cubicBezTo>
                <a:cubicBezTo>
                  <a:pt x="64219" y="11667"/>
                  <a:pt x="64075" y="11742"/>
                  <a:pt x="64007" y="11885"/>
                </a:cubicBezTo>
                <a:cubicBezTo>
                  <a:pt x="64007" y="11598"/>
                  <a:pt x="64007" y="11312"/>
                  <a:pt x="64075" y="11026"/>
                </a:cubicBezTo>
                <a:cubicBezTo>
                  <a:pt x="64362" y="10378"/>
                  <a:pt x="64579" y="10023"/>
                  <a:pt x="64648" y="9806"/>
                </a:cubicBezTo>
                <a:close/>
                <a:moveTo>
                  <a:pt x="66223" y="11667"/>
                </a:moveTo>
                <a:cubicBezTo>
                  <a:pt x="66223" y="11742"/>
                  <a:pt x="66223" y="11810"/>
                  <a:pt x="66298" y="11885"/>
                </a:cubicBezTo>
                <a:lnTo>
                  <a:pt x="66223" y="11885"/>
                </a:lnTo>
                <a:cubicBezTo>
                  <a:pt x="66223" y="11810"/>
                  <a:pt x="66223" y="11742"/>
                  <a:pt x="66155" y="11667"/>
                </a:cubicBezTo>
                <a:close/>
                <a:moveTo>
                  <a:pt x="97513" y="10951"/>
                </a:moveTo>
                <a:lnTo>
                  <a:pt x="97513" y="11026"/>
                </a:lnTo>
                <a:cubicBezTo>
                  <a:pt x="97439" y="11238"/>
                  <a:pt x="97370" y="11524"/>
                  <a:pt x="97296" y="11810"/>
                </a:cubicBezTo>
                <a:lnTo>
                  <a:pt x="97227" y="11885"/>
                </a:lnTo>
                <a:cubicBezTo>
                  <a:pt x="97296" y="11598"/>
                  <a:pt x="97370" y="11312"/>
                  <a:pt x="97513" y="10951"/>
                </a:cubicBezTo>
                <a:close/>
                <a:moveTo>
                  <a:pt x="108332" y="10831"/>
                </a:moveTo>
                <a:cubicBezTo>
                  <a:pt x="108464" y="11117"/>
                  <a:pt x="108466" y="11534"/>
                  <a:pt x="108539" y="11885"/>
                </a:cubicBezTo>
                <a:lnTo>
                  <a:pt x="108464" y="11885"/>
                </a:lnTo>
                <a:cubicBezTo>
                  <a:pt x="108464" y="11667"/>
                  <a:pt x="108464" y="11524"/>
                  <a:pt x="108396" y="11312"/>
                </a:cubicBezTo>
                <a:cubicBezTo>
                  <a:pt x="108396" y="11176"/>
                  <a:pt x="108396" y="10974"/>
                  <a:pt x="108332" y="10831"/>
                </a:cubicBezTo>
                <a:close/>
                <a:moveTo>
                  <a:pt x="61784" y="10665"/>
                </a:moveTo>
                <a:lnTo>
                  <a:pt x="61784" y="11094"/>
                </a:lnTo>
                <a:cubicBezTo>
                  <a:pt x="61784" y="11381"/>
                  <a:pt x="61716" y="11667"/>
                  <a:pt x="61641" y="11954"/>
                </a:cubicBezTo>
                <a:cubicBezTo>
                  <a:pt x="61573" y="11810"/>
                  <a:pt x="61498" y="11598"/>
                  <a:pt x="61355" y="11381"/>
                </a:cubicBezTo>
                <a:cubicBezTo>
                  <a:pt x="61498" y="11094"/>
                  <a:pt x="61641" y="10883"/>
                  <a:pt x="61784" y="10665"/>
                </a:cubicBezTo>
                <a:close/>
                <a:moveTo>
                  <a:pt x="72237" y="11742"/>
                </a:moveTo>
                <a:cubicBezTo>
                  <a:pt x="72312" y="11810"/>
                  <a:pt x="72312" y="11885"/>
                  <a:pt x="72312" y="11885"/>
                </a:cubicBezTo>
                <a:lnTo>
                  <a:pt x="72312" y="11954"/>
                </a:lnTo>
                <a:lnTo>
                  <a:pt x="72237" y="11885"/>
                </a:lnTo>
                <a:lnTo>
                  <a:pt x="72237" y="11742"/>
                </a:lnTo>
                <a:close/>
                <a:moveTo>
                  <a:pt x="77822" y="11598"/>
                </a:moveTo>
                <a:cubicBezTo>
                  <a:pt x="77753" y="11742"/>
                  <a:pt x="77753" y="11810"/>
                  <a:pt x="77679" y="11954"/>
                </a:cubicBezTo>
                <a:lnTo>
                  <a:pt x="77679" y="11885"/>
                </a:lnTo>
                <a:cubicBezTo>
                  <a:pt x="77753" y="11810"/>
                  <a:pt x="77753" y="11667"/>
                  <a:pt x="77822" y="11598"/>
                </a:cubicBezTo>
                <a:close/>
                <a:moveTo>
                  <a:pt x="69734" y="10883"/>
                </a:moveTo>
                <a:cubicBezTo>
                  <a:pt x="69803" y="11026"/>
                  <a:pt x="69803" y="11238"/>
                  <a:pt x="69878" y="11381"/>
                </a:cubicBezTo>
                <a:cubicBezTo>
                  <a:pt x="69803" y="11455"/>
                  <a:pt x="69803" y="11524"/>
                  <a:pt x="69803" y="11598"/>
                </a:cubicBezTo>
                <a:cubicBezTo>
                  <a:pt x="69734" y="11742"/>
                  <a:pt x="69660" y="11885"/>
                  <a:pt x="69660" y="12028"/>
                </a:cubicBezTo>
                <a:cubicBezTo>
                  <a:pt x="69591" y="11885"/>
                  <a:pt x="69517" y="11667"/>
                  <a:pt x="69448" y="11455"/>
                </a:cubicBezTo>
                <a:cubicBezTo>
                  <a:pt x="69517" y="11238"/>
                  <a:pt x="69660" y="11094"/>
                  <a:pt x="69734" y="10883"/>
                </a:cubicBezTo>
                <a:close/>
                <a:moveTo>
                  <a:pt x="70805" y="11810"/>
                </a:moveTo>
                <a:lnTo>
                  <a:pt x="70805" y="12028"/>
                </a:lnTo>
                <a:lnTo>
                  <a:pt x="70737" y="11954"/>
                </a:lnTo>
                <a:cubicBezTo>
                  <a:pt x="70737" y="11885"/>
                  <a:pt x="70737" y="11885"/>
                  <a:pt x="70805" y="11810"/>
                </a:cubicBezTo>
                <a:close/>
                <a:moveTo>
                  <a:pt x="75319" y="11455"/>
                </a:moveTo>
                <a:lnTo>
                  <a:pt x="75319" y="12028"/>
                </a:lnTo>
                <a:lnTo>
                  <a:pt x="75244" y="12028"/>
                </a:lnTo>
                <a:cubicBezTo>
                  <a:pt x="75244" y="11885"/>
                  <a:pt x="75244" y="11667"/>
                  <a:pt x="75319" y="11455"/>
                </a:cubicBezTo>
                <a:close/>
                <a:moveTo>
                  <a:pt x="85772" y="10951"/>
                </a:moveTo>
                <a:cubicBezTo>
                  <a:pt x="85984" y="11238"/>
                  <a:pt x="86058" y="11524"/>
                  <a:pt x="86201" y="11810"/>
                </a:cubicBezTo>
                <a:cubicBezTo>
                  <a:pt x="86127" y="11885"/>
                  <a:pt x="86127" y="11954"/>
                  <a:pt x="86058" y="12028"/>
                </a:cubicBezTo>
                <a:cubicBezTo>
                  <a:pt x="85984" y="11742"/>
                  <a:pt x="85915" y="11381"/>
                  <a:pt x="85772" y="11026"/>
                </a:cubicBezTo>
                <a:lnTo>
                  <a:pt x="85772" y="10951"/>
                </a:lnTo>
                <a:close/>
                <a:moveTo>
                  <a:pt x="104598" y="11742"/>
                </a:moveTo>
                <a:lnTo>
                  <a:pt x="104598" y="11810"/>
                </a:lnTo>
                <a:cubicBezTo>
                  <a:pt x="104598" y="11885"/>
                  <a:pt x="104598" y="11954"/>
                  <a:pt x="104530" y="12028"/>
                </a:cubicBezTo>
                <a:lnTo>
                  <a:pt x="104530" y="11954"/>
                </a:lnTo>
                <a:lnTo>
                  <a:pt x="104530" y="11885"/>
                </a:lnTo>
                <a:cubicBezTo>
                  <a:pt x="104530" y="11810"/>
                  <a:pt x="104598" y="11810"/>
                  <a:pt x="104598" y="11742"/>
                </a:cubicBezTo>
                <a:close/>
                <a:moveTo>
                  <a:pt x="88779" y="11954"/>
                </a:moveTo>
                <a:lnTo>
                  <a:pt x="88779" y="12028"/>
                </a:lnTo>
                <a:lnTo>
                  <a:pt x="88779" y="12097"/>
                </a:lnTo>
                <a:lnTo>
                  <a:pt x="88704" y="12097"/>
                </a:lnTo>
                <a:cubicBezTo>
                  <a:pt x="88779" y="12028"/>
                  <a:pt x="88779" y="12028"/>
                  <a:pt x="88779" y="11954"/>
                </a:cubicBezTo>
                <a:close/>
                <a:moveTo>
                  <a:pt x="37299" y="11381"/>
                </a:moveTo>
                <a:cubicBezTo>
                  <a:pt x="37299" y="11524"/>
                  <a:pt x="37373" y="11667"/>
                  <a:pt x="37373" y="11810"/>
                </a:cubicBezTo>
                <a:lnTo>
                  <a:pt x="37373" y="11885"/>
                </a:lnTo>
                <a:cubicBezTo>
                  <a:pt x="37373" y="12028"/>
                  <a:pt x="37299" y="12097"/>
                  <a:pt x="37230" y="12240"/>
                </a:cubicBezTo>
                <a:cubicBezTo>
                  <a:pt x="37230" y="11954"/>
                  <a:pt x="37299" y="11667"/>
                  <a:pt x="37299" y="11381"/>
                </a:cubicBezTo>
                <a:close/>
                <a:moveTo>
                  <a:pt x="59350" y="11238"/>
                </a:moveTo>
                <a:cubicBezTo>
                  <a:pt x="59350" y="11381"/>
                  <a:pt x="59425" y="11524"/>
                  <a:pt x="59493" y="11667"/>
                </a:cubicBezTo>
                <a:cubicBezTo>
                  <a:pt x="59485" y="11667"/>
                  <a:pt x="59478" y="11666"/>
                  <a:pt x="59471" y="11664"/>
                </a:cubicBezTo>
                <a:lnTo>
                  <a:pt x="59471" y="11664"/>
                </a:lnTo>
                <a:cubicBezTo>
                  <a:pt x="59493" y="11713"/>
                  <a:pt x="59493" y="11763"/>
                  <a:pt x="59493" y="11810"/>
                </a:cubicBezTo>
                <a:lnTo>
                  <a:pt x="59493" y="11885"/>
                </a:lnTo>
                <a:cubicBezTo>
                  <a:pt x="59425" y="11954"/>
                  <a:pt x="59281" y="12028"/>
                  <a:pt x="58995" y="12240"/>
                </a:cubicBezTo>
                <a:cubicBezTo>
                  <a:pt x="59064" y="11954"/>
                  <a:pt x="59207" y="11598"/>
                  <a:pt x="59350" y="11238"/>
                </a:cubicBezTo>
                <a:close/>
                <a:moveTo>
                  <a:pt x="73314" y="11524"/>
                </a:moveTo>
                <a:lnTo>
                  <a:pt x="73314" y="12028"/>
                </a:lnTo>
                <a:cubicBezTo>
                  <a:pt x="73314" y="12097"/>
                  <a:pt x="73314" y="12171"/>
                  <a:pt x="73240" y="12240"/>
                </a:cubicBezTo>
                <a:cubicBezTo>
                  <a:pt x="73240" y="12028"/>
                  <a:pt x="73314" y="11810"/>
                  <a:pt x="73314" y="11524"/>
                </a:cubicBezTo>
                <a:close/>
                <a:moveTo>
                  <a:pt x="92358" y="10522"/>
                </a:moveTo>
                <a:cubicBezTo>
                  <a:pt x="92427" y="10665"/>
                  <a:pt x="92502" y="10883"/>
                  <a:pt x="92570" y="11026"/>
                </a:cubicBezTo>
                <a:lnTo>
                  <a:pt x="92570" y="11312"/>
                </a:lnTo>
                <a:cubicBezTo>
                  <a:pt x="92570" y="11238"/>
                  <a:pt x="92502" y="11169"/>
                  <a:pt x="92427" y="11026"/>
                </a:cubicBezTo>
                <a:lnTo>
                  <a:pt x="92427" y="11026"/>
                </a:lnTo>
                <a:cubicBezTo>
                  <a:pt x="92502" y="11169"/>
                  <a:pt x="92502" y="11312"/>
                  <a:pt x="92570" y="11381"/>
                </a:cubicBezTo>
                <a:lnTo>
                  <a:pt x="92570" y="11524"/>
                </a:lnTo>
                <a:lnTo>
                  <a:pt x="92570" y="12097"/>
                </a:lnTo>
                <a:cubicBezTo>
                  <a:pt x="92502" y="12171"/>
                  <a:pt x="92502" y="12171"/>
                  <a:pt x="92358" y="12240"/>
                </a:cubicBezTo>
                <a:cubicBezTo>
                  <a:pt x="92358" y="12097"/>
                  <a:pt x="92284" y="12028"/>
                  <a:pt x="92284" y="11885"/>
                </a:cubicBezTo>
                <a:cubicBezTo>
                  <a:pt x="92427" y="11667"/>
                  <a:pt x="92570" y="11455"/>
                  <a:pt x="92570" y="11381"/>
                </a:cubicBezTo>
                <a:lnTo>
                  <a:pt x="92570" y="11381"/>
                </a:lnTo>
                <a:lnTo>
                  <a:pt x="92284" y="11667"/>
                </a:lnTo>
                <a:cubicBezTo>
                  <a:pt x="92284" y="11312"/>
                  <a:pt x="92284" y="10951"/>
                  <a:pt x="92358" y="10522"/>
                </a:cubicBezTo>
                <a:close/>
                <a:moveTo>
                  <a:pt x="66653" y="11667"/>
                </a:moveTo>
                <a:lnTo>
                  <a:pt x="66653" y="11810"/>
                </a:lnTo>
                <a:lnTo>
                  <a:pt x="66653" y="12314"/>
                </a:lnTo>
                <a:cubicBezTo>
                  <a:pt x="66584" y="12171"/>
                  <a:pt x="66510" y="12097"/>
                  <a:pt x="66441" y="11954"/>
                </a:cubicBezTo>
                <a:cubicBezTo>
                  <a:pt x="66584" y="11810"/>
                  <a:pt x="66584" y="11810"/>
                  <a:pt x="66584" y="11742"/>
                </a:cubicBezTo>
                <a:cubicBezTo>
                  <a:pt x="66653" y="11742"/>
                  <a:pt x="66653" y="11667"/>
                  <a:pt x="66653" y="11667"/>
                </a:cubicBezTo>
                <a:close/>
                <a:moveTo>
                  <a:pt x="80972" y="12240"/>
                </a:moveTo>
                <a:cubicBezTo>
                  <a:pt x="81008" y="12277"/>
                  <a:pt x="81027" y="12312"/>
                  <a:pt x="81045" y="12338"/>
                </a:cubicBezTo>
                <a:lnTo>
                  <a:pt x="81045" y="12338"/>
                </a:lnTo>
                <a:cubicBezTo>
                  <a:pt x="81040" y="12308"/>
                  <a:pt x="81025" y="12293"/>
                  <a:pt x="80972" y="12240"/>
                </a:cubicBezTo>
                <a:close/>
                <a:moveTo>
                  <a:pt x="56704" y="11026"/>
                </a:moveTo>
                <a:lnTo>
                  <a:pt x="56704" y="11169"/>
                </a:lnTo>
                <a:cubicBezTo>
                  <a:pt x="56630" y="11598"/>
                  <a:pt x="56561" y="11954"/>
                  <a:pt x="56486" y="12383"/>
                </a:cubicBezTo>
                <a:cubicBezTo>
                  <a:pt x="56486" y="12097"/>
                  <a:pt x="56486" y="11810"/>
                  <a:pt x="56418" y="11524"/>
                </a:cubicBezTo>
                <a:cubicBezTo>
                  <a:pt x="56486" y="11312"/>
                  <a:pt x="56561" y="11169"/>
                  <a:pt x="56704" y="11026"/>
                </a:cubicBezTo>
                <a:close/>
                <a:moveTo>
                  <a:pt x="59425" y="11954"/>
                </a:moveTo>
                <a:cubicBezTo>
                  <a:pt x="59425" y="12097"/>
                  <a:pt x="59350" y="12240"/>
                  <a:pt x="59350" y="12383"/>
                </a:cubicBezTo>
                <a:lnTo>
                  <a:pt x="59281" y="12314"/>
                </a:lnTo>
                <a:cubicBezTo>
                  <a:pt x="59350" y="12097"/>
                  <a:pt x="59425" y="12028"/>
                  <a:pt x="59425" y="11954"/>
                </a:cubicBezTo>
                <a:close/>
                <a:moveTo>
                  <a:pt x="88418" y="11885"/>
                </a:moveTo>
                <a:cubicBezTo>
                  <a:pt x="88418" y="12028"/>
                  <a:pt x="88349" y="12240"/>
                  <a:pt x="88275" y="12383"/>
                </a:cubicBezTo>
                <a:cubicBezTo>
                  <a:pt x="88275" y="12314"/>
                  <a:pt x="88275" y="12314"/>
                  <a:pt x="88206" y="12240"/>
                </a:cubicBezTo>
                <a:cubicBezTo>
                  <a:pt x="88275" y="12097"/>
                  <a:pt x="88349" y="11954"/>
                  <a:pt x="88418" y="11885"/>
                </a:cubicBezTo>
                <a:close/>
                <a:moveTo>
                  <a:pt x="85628" y="11312"/>
                </a:moveTo>
                <a:lnTo>
                  <a:pt x="85628" y="11598"/>
                </a:lnTo>
                <a:cubicBezTo>
                  <a:pt x="85697" y="11885"/>
                  <a:pt x="85697" y="12171"/>
                  <a:pt x="85697" y="12458"/>
                </a:cubicBezTo>
                <a:cubicBezTo>
                  <a:pt x="85628" y="12240"/>
                  <a:pt x="85485" y="12028"/>
                  <a:pt x="85411" y="11742"/>
                </a:cubicBezTo>
                <a:cubicBezTo>
                  <a:pt x="85485" y="11667"/>
                  <a:pt x="85485" y="11524"/>
                  <a:pt x="85554" y="11455"/>
                </a:cubicBezTo>
                <a:cubicBezTo>
                  <a:pt x="85554" y="11381"/>
                  <a:pt x="85628" y="11312"/>
                  <a:pt x="85628" y="11312"/>
                </a:cubicBezTo>
                <a:close/>
                <a:moveTo>
                  <a:pt x="96007" y="12240"/>
                </a:moveTo>
                <a:lnTo>
                  <a:pt x="96007" y="12458"/>
                </a:lnTo>
                <a:cubicBezTo>
                  <a:pt x="96007" y="12458"/>
                  <a:pt x="96007" y="12383"/>
                  <a:pt x="95938" y="12383"/>
                </a:cubicBezTo>
                <a:cubicBezTo>
                  <a:pt x="96007" y="12314"/>
                  <a:pt x="96007" y="12314"/>
                  <a:pt x="96007" y="12240"/>
                </a:cubicBezTo>
                <a:close/>
                <a:moveTo>
                  <a:pt x="98441" y="12171"/>
                </a:moveTo>
                <a:cubicBezTo>
                  <a:pt x="98441" y="12314"/>
                  <a:pt x="98516" y="12383"/>
                  <a:pt x="98516" y="12458"/>
                </a:cubicBezTo>
                <a:cubicBezTo>
                  <a:pt x="98516" y="12458"/>
                  <a:pt x="98441" y="12458"/>
                  <a:pt x="98441" y="12383"/>
                </a:cubicBezTo>
                <a:lnTo>
                  <a:pt x="98441" y="12314"/>
                </a:lnTo>
                <a:lnTo>
                  <a:pt x="98441" y="12171"/>
                </a:lnTo>
                <a:close/>
                <a:moveTo>
                  <a:pt x="70662" y="12028"/>
                </a:moveTo>
                <a:cubicBezTo>
                  <a:pt x="70662" y="12097"/>
                  <a:pt x="70737" y="12171"/>
                  <a:pt x="70737" y="12171"/>
                </a:cubicBezTo>
                <a:cubicBezTo>
                  <a:pt x="70662" y="12314"/>
                  <a:pt x="70662" y="12383"/>
                  <a:pt x="70593" y="12526"/>
                </a:cubicBezTo>
                <a:cubicBezTo>
                  <a:pt x="70593" y="12458"/>
                  <a:pt x="70593" y="12383"/>
                  <a:pt x="70519" y="12314"/>
                </a:cubicBezTo>
                <a:cubicBezTo>
                  <a:pt x="70593" y="12240"/>
                  <a:pt x="70662" y="12097"/>
                  <a:pt x="70662" y="12028"/>
                </a:cubicBezTo>
                <a:close/>
                <a:moveTo>
                  <a:pt x="63360" y="12601"/>
                </a:moveTo>
                <a:cubicBezTo>
                  <a:pt x="63360" y="12601"/>
                  <a:pt x="63359" y="12670"/>
                  <a:pt x="63291" y="12670"/>
                </a:cubicBezTo>
                <a:lnTo>
                  <a:pt x="63360" y="12601"/>
                </a:lnTo>
                <a:close/>
                <a:moveTo>
                  <a:pt x="75319" y="12028"/>
                </a:moveTo>
                <a:lnTo>
                  <a:pt x="75319" y="12028"/>
                </a:lnTo>
                <a:cubicBezTo>
                  <a:pt x="75244" y="12240"/>
                  <a:pt x="75244" y="12383"/>
                  <a:pt x="75244" y="12601"/>
                </a:cubicBezTo>
                <a:lnTo>
                  <a:pt x="75176" y="12670"/>
                </a:lnTo>
                <a:lnTo>
                  <a:pt x="75176" y="12314"/>
                </a:lnTo>
                <a:cubicBezTo>
                  <a:pt x="75244" y="12240"/>
                  <a:pt x="75244" y="12097"/>
                  <a:pt x="75319" y="12028"/>
                </a:cubicBezTo>
                <a:close/>
                <a:moveTo>
                  <a:pt x="66367" y="12097"/>
                </a:moveTo>
                <a:cubicBezTo>
                  <a:pt x="66441" y="12240"/>
                  <a:pt x="66510" y="12383"/>
                  <a:pt x="66584" y="12601"/>
                </a:cubicBezTo>
                <a:cubicBezTo>
                  <a:pt x="66510" y="12601"/>
                  <a:pt x="66510" y="12670"/>
                  <a:pt x="66441" y="12744"/>
                </a:cubicBezTo>
                <a:cubicBezTo>
                  <a:pt x="66441" y="12601"/>
                  <a:pt x="66367" y="12383"/>
                  <a:pt x="66298" y="12240"/>
                </a:cubicBezTo>
                <a:cubicBezTo>
                  <a:pt x="66367" y="12171"/>
                  <a:pt x="66367" y="12171"/>
                  <a:pt x="66367" y="12097"/>
                </a:cubicBezTo>
                <a:close/>
                <a:moveTo>
                  <a:pt x="99014" y="11238"/>
                </a:moveTo>
                <a:lnTo>
                  <a:pt x="99014" y="11810"/>
                </a:lnTo>
                <a:cubicBezTo>
                  <a:pt x="99014" y="11885"/>
                  <a:pt x="98945" y="11954"/>
                  <a:pt x="98945" y="12028"/>
                </a:cubicBezTo>
                <a:cubicBezTo>
                  <a:pt x="98871" y="12240"/>
                  <a:pt x="98802" y="12526"/>
                  <a:pt x="98727" y="12744"/>
                </a:cubicBezTo>
                <a:lnTo>
                  <a:pt x="98516" y="12097"/>
                </a:lnTo>
                <a:cubicBezTo>
                  <a:pt x="98727" y="11667"/>
                  <a:pt x="98871" y="11381"/>
                  <a:pt x="99014" y="11238"/>
                </a:cubicBezTo>
                <a:close/>
                <a:moveTo>
                  <a:pt x="65009" y="11524"/>
                </a:moveTo>
                <a:cubicBezTo>
                  <a:pt x="65152" y="11810"/>
                  <a:pt x="65221" y="12097"/>
                  <a:pt x="65295" y="12383"/>
                </a:cubicBezTo>
                <a:lnTo>
                  <a:pt x="65078" y="12601"/>
                </a:lnTo>
                <a:lnTo>
                  <a:pt x="64866" y="12383"/>
                </a:lnTo>
                <a:lnTo>
                  <a:pt x="64866" y="12383"/>
                </a:lnTo>
                <a:cubicBezTo>
                  <a:pt x="64935" y="12526"/>
                  <a:pt x="64935" y="12670"/>
                  <a:pt x="64935" y="12813"/>
                </a:cubicBezTo>
                <a:cubicBezTo>
                  <a:pt x="64866" y="12813"/>
                  <a:pt x="64866" y="12887"/>
                  <a:pt x="64791" y="12887"/>
                </a:cubicBezTo>
                <a:cubicBezTo>
                  <a:pt x="64791" y="12813"/>
                  <a:pt x="64723" y="12670"/>
                  <a:pt x="64723" y="12526"/>
                </a:cubicBezTo>
                <a:cubicBezTo>
                  <a:pt x="64791" y="12240"/>
                  <a:pt x="64866" y="11885"/>
                  <a:pt x="65009" y="11524"/>
                </a:cubicBezTo>
                <a:close/>
                <a:moveTo>
                  <a:pt x="86270" y="12028"/>
                </a:moveTo>
                <a:cubicBezTo>
                  <a:pt x="86344" y="12240"/>
                  <a:pt x="86413" y="12526"/>
                  <a:pt x="86488" y="12813"/>
                </a:cubicBezTo>
                <a:lnTo>
                  <a:pt x="86488" y="12887"/>
                </a:lnTo>
                <a:cubicBezTo>
                  <a:pt x="86413" y="12744"/>
                  <a:pt x="86270" y="12601"/>
                  <a:pt x="86201" y="12383"/>
                </a:cubicBezTo>
                <a:lnTo>
                  <a:pt x="86270" y="12028"/>
                </a:lnTo>
                <a:close/>
                <a:moveTo>
                  <a:pt x="59207" y="12383"/>
                </a:moveTo>
                <a:lnTo>
                  <a:pt x="59207" y="13030"/>
                </a:lnTo>
                <a:cubicBezTo>
                  <a:pt x="59138" y="12887"/>
                  <a:pt x="59138" y="12744"/>
                  <a:pt x="59064" y="12601"/>
                </a:cubicBezTo>
                <a:cubicBezTo>
                  <a:pt x="59064" y="12526"/>
                  <a:pt x="59138" y="12458"/>
                  <a:pt x="59207" y="12383"/>
                </a:cubicBezTo>
                <a:close/>
                <a:moveTo>
                  <a:pt x="78538" y="11598"/>
                </a:moveTo>
                <a:cubicBezTo>
                  <a:pt x="78612" y="11667"/>
                  <a:pt x="78612" y="11742"/>
                  <a:pt x="78681" y="11810"/>
                </a:cubicBezTo>
                <a:cubicBezTo>
                  <a:pt x="78538" y="12240"/>
                  <a:pt x="78394" y="12601"/>
                  <a:pt x="78251" y="13030"/>
                </a:cubicBezTo>
                <a:lnTo>
                  <a:pt x="78251" y="12813"/>
                </a:lnTo>
                <a:cubicBezTo>
                  <a:pt x="78251" y="12458"/>
                  <a:pt x="78394" y="12028"/>
                  <a:pt x="78538" y="11598"/>
                </a:cubicBezTo>
                <a:close/>
                <a:moveTo>
                  <a:pt x="82833" y="12383"/>
                </a:moveTo>
                <a:cubicBezTo>
                  <a:pt x="82833" y="12383"/>
                  <a:pt x="82908" y="12458"/>
                  <a:pt x="82908" y="12526"/>
                </a:cubicBezTo>
                <a:cubicBezTo>
                  <a:pt x="82908" y="12744"/>
                  <a:pt x="82833" y="12887"/>
                  <a:pt x="82833" y="13099"/>
                </a:cubicBezTo>
                <a:cubicBezTo>
                  <a:pt x="82765" y="12956"/>
                  <a:pt x="82690" y="12887"/>
                  <a:pt x="82690" y="12744"/>
                </a:cubicBezTo>
                <a:cubicBezTo>
                  <a:pt x="82765" y="12601"/>
                  <a:pt x="82765" y="12458"/>
                  <a:pt x="82833" y="12383"/>
                </a:cubicBezTo>
                <a:close/>
                <a:moveTo>
                  <a:pt x="90852" y="12601"/>
                </a:moveTo>
                <a:lnTo>
                  <a:pt x="90852" y="12813"/>
                </a:lnTo>
                <a:cubicBezTo>
                  <a:pt x="90783" y="12887"/>
                  <a:pt x="90709" y="13030"/>
                  <a:pt x="90640" y="13174"/>
                </a:cubicBezTo>
                <a:lnTo>
                  <a:pt x="90640" y="13099"/>
                </a:lnTo>
                <a:lnTo>
                  <a:pt x="90640" y="12956"/>
                </a:lnTo>
                <a:cubicBezTo>
                  <a:pt x="90709" y="12813"/>
                  <a:pt x="90783" y="12744"/>
                  <a:pt x="90852" y="12601"/>
                </a:cubicBezTo>
                <a:close/>
                <a:moveTo>
                  <a:pt x="92215" y="13030"/>
                </a:moveTo>
                <a:lnTo>
                  <a:pt x="92215" y="13174"/>
                </a:lnTo>
                <a:cubicBezTo>
                  <a:pt x="92215" y="13242"/>
                  <a:pt x="92141" y="13242"/>
                  <a:pt x="92141" y="13242"/>
                </a:cubicBezTo>
                <a:lnTo>
                  <a:pt x="92141" y="13030"/>
                </a:lnTo>
                <a:close/>
                <a:moveTo>
                  <a:pt x="82547" y="13030"/>
                </a:moveTo>
                <a:cubicBezTo>
                  <a:pt x="82621" y="13174"/>
                  <a:pt x="82621" y="13317"/>
                  <a:pt x="82690" y="13460"/>
                </a:cubicBezTo>
                <a:cubicBezTo>
                  <a:pt x="82621" y="13385"/>
                  <a:pt x="82547" y="13242"/>
                  <a:pt x="82478" y="13174"/>
                </a:cubicBezTo>
                <a:cubicBezTo>
                  <a:pt x="82478" y="13099"/>
                  <a:pt x="82547" y="13030"/>
                  <a:pt x="82547" y="13030"/>
                </a:cubicBezTo>
                <a:close/>
                <a:moveTo>
                  <a:pt x="83337" y="12744"/>
                </a:moveTo>
                <a:cubicBezTo>
                  <a:pt x="83481" y="12956"/>
                  <a:pt x="83549" y="13174"/>
                  <a:pt x="83624" y="13385"/>
                </a:cubicBezTo>
                <a:cubicBezTo>
                  <a:pt x="83549" y="13385"/>
                  <a:pt x="83549" y="13460"/>
                  <a:pt x="83481" y="13529"/>
                </a:cubicBezTo>
                <a:cubicBezTo>
                  <a:pt x="83481" y="13317"/>
                  <a:pt x="83406" y="13030"/>
                  <a:pt x="83337" y="12744"/>
                </a:cubicBezTo>
                <a:close/>
                <a:moveTo>
                  <a:pt x="86413" y="13746"/>
                </a:moveTo>
                <a:lnTo>
                  <a:pt x="86413" y="13890"/>
                </a:lnTo>
                <a:cubicBezTo>
                  <a:pt x="86413" y="13890"/>
                  <a:pt x="86413" y="13815"/>
                  <a:pt x="86344" y="13815"/>
                </a:cubicBezTo>
                <a:lnTo>
                  <a:pt x="86413" y="13746"/>
                </a:lnTo>
                <a:close/>
                <a:moveTo>
                  <a:pt x="80330" y="12240"/>
                </a:moveTo>
                <a:cubicBezTo>
                  <a:pt x="80399" y="12813"/>
                  <a:pt x="80399" y="13317"/>
                  <a:pt x="80330" y="13815"/>
                </a:cubicBezTo>
                <a:cubicBezTo>
                  <a:pt x="80330" y="13746"/>
                  <a:pt x="80256" y="13672"/>
                  <a:pt x="80256" y="13603"/>
                </a:cubicBezTo>
                <a:lnTo>
                  <a:pt x="80256" y="13603"/>
                </a:lnTo>
                <a:cubicBezTo>
                  <a:pt x="80256" y="13672"/>
                  <a:pt x="80256" y="13815"/>
                  <a:pt x="80330" y="13890"/>
                </a:cubicBezTo>
                <a:lnTo>
                  <a:pt x="80330" y="13958"/>
                </a:lnTo>
                <a:cubicBezTo>
                  <a:pt x="80256" y="13815"/>
                  <a:pt x="80256" y="13746"/>
                  <a:pt x="80187" y="13603"/>
                </a:cubicBezTo>
                <a:cubicBezTo>
                  <a:pt x="80256" y="13174"/>
                  <a:pt x="80256" y="12744"/>
                  <a:pt x="80330" y="12240"/>
                </a:cubicBezTo>
                <a:close/>
                <a:moveTo>
                  <a:pt x="82478" y="13242"/>
                </a:moveTo>
                <a:lnTo>
                  <a:pt x="82478" y="14245"/>
                </a:lnTo>
                <a:cubicBezTo>
                  <a:pt x="82404" y="14033"/>
                  <a:pt x="82335" y="13890"/>
                  <a:pt x="82261" y="13746"/>
                </a:cubicBezTo>
                <a:cubicBezTo>
                  <a:pt x="82335" y="13603"/>
                  <a:pt x="82404" y="13385"/>
                  <a:pt x="82478" y="13242"/>
                </a:cubicBezTo>
                <a:close/>
                <a:moveTo>
                  <a:pt x="9377" y="0"/>
                </a:moveTo>
                <a:cubicBezTo>
                  <a:pt x="9022" y="642"/>
                  <a:pt x="8804" y="1861"/>
                  <a:pt x="8592" y="3293"/>
                </a:cubicBezTo>
                <a:lnTo>
                  <a:pt x="8592" y="3293"/>
                </a:lnTo>
                <a:cubicBezTo>
                  <a:pt x="8593" y="3020"/>
                  <a:pt x="8598" y="2698"/>
                  <a:pt x="8661" y="2434"/>
                </a:cubicBezTo>
                <a:lnTo>
                  <a:pt x="8661" y="2434"/>
                </a:lnTo>
                <a:cubicBezTo>
                  <a:pt x="8449" y="2789"/>
                  <a:pt x="8306" y="3293"/>
                  <a:pt x="8163" y="3866"/>
                </a:cubicBezTo>
                <a:cubicBezTo>
                  <a:pt x="8088" y="4009"/>
                  <a:pt x="7945" y="4221"/>
                  <a:pt x="7876" y="4365"/>
                </a:cubicBezTo>
                <a:cubicBezTo>
                  <a:pt x="7802" y="4078"/>
                  <a:pt x="7733" y="3792"/>
                  <a:pt x="7659" y="3580"/>
                </a:cubicBezTo>
                <a:lnTo>
                  <a:pt x="7659" y="3580"/>
                </a:lnTo>
                <a:cubicBezTo>
                  <a:pt x="7733" y="3866"/>
                  <a:pt x="7733" y="4153"/>
                  <a:pt x="7802" y="4508"/>
                </a:cubicBezTo>
                <a:cubicBezTo>
                  <a:pt x="7733" y="4582"/>
                  <a:pt x="7733" y="4651"/>
                  <a:pt x="7659" y="4794"/>
                </a:cubicBezTo>
                <a:cubicBezTo>
                  <a:pt x="7590" y="4869"/>
                  <a:pt x="7590" y="4937"/>
                  <a:pt x="7515" y="5012"/>
                </a:cubicBezTo>
                <a:cubicBezTo>
                  <a:pt x="7515" y="4651"/>
                  <a:pt x="7590" y="4296"/>
                  <a:pt x="7590" y="4009"/>
                </a:cubicBezTo>
                <a:lnTo>
                  <a:pt x="7590" y="4009"/>
                </a:lnTo>
                <a:cubicBezTo>
                  <a:pt x="7447" y="4221"/>
                  <a:pt x="7372" y="4582"/>
                  <a:pt x="7229" y="5012"/>
                </a:cubicBezTo>
                <a:cubicBezTo>
                  <a:pt x="7017" y="3580"/>
                  <a:pt x="6513" y="2005"/>
                  <a:pt x="5797" y="642"/>
                </a:cubicBezTo>
                <a:lnTo>
                  <a:pt x="5797" y="642"/>
                </a:lnTo>
                <a:cubicBezTo>
                  <a:pt x="6084" y="1358"/>
                  <a:pt x="6370" y="2217"/>
                  <a:pt x="6513" y="3219"/>
                </a:cubicBezTo>
                <a:cubicBezTo>
                  <a:pt x="6455" y="3099"/>
                  <a:pt x="6345" y="2930"/>
                  <a:pt x="6267" y="2750"/>
                </a:cubicBezTo>
                <a:lnTo>
                  <a:pt x="6267" y="2750"/>
                </a:lnTo>
                <a:cubicBezTo>
                  <a:pt x="6396" y="3088"/>
                  <a:pt x="6520" y="3477"/>
                  <a:pt x="6588" y="3866"/>
                </a:cubicBezTo>
                <a:cubicBezTo>
                  <a:pt x="6731" y="4508"/>
                  <a:pt x="6799" y="5224"/>
                  <a:pt x="6799" y="5940"/>
                </a:cubicBezTo>
                <a:cubicBezTo>
                  <a:pt x="6799" y="6014"/>
                  <a:pt x="6799" y="6014"/>
                  <a:pt x="6731" y="6083"/>
                </a:cubicBezTo>
                <a:cubicBezTo>
                  <a:pt x="6656" y="6083"/>
                  <a:pt x="6656" y="6014"/>
                  <a:pt x="6656" y="5940"/>
                </a:cubicBezTo>
                <a:lnTo>
                  <a:pt x="6656" y="6157"/>
                </a:lnTo>
                <a:cubicBezTo>
                  <a:pt x="6656" y="6157"/>
                  <a:pt x="6588" y="6226"/>
                  <a:pt x="6588" y="6300"/>
                </a:cubicBezTo>
                <a:cubicBezTo>
                  <a:pt x="6513" y="6226"/>
                  <a:pt x="6513" y="6157"/>
                  <a:pt x="6513" y="6083"/>
                </a:cubicBezTo>
                <a:lnTo>
                  <a:pt x="6513" y="5653"/>
                </a:lnTo>
                <a:lnTo>
                  <a:pt x="6513" y="5510"/>
                </a:lnTo>
                <a:cubicBezTo>
                  <a:pt x="6444" y="5585"/>
                  <a:pt x="6444" y="5728"/>
                  <a:pt x="6370" y="5871"/>
                </a:cubicBezTo>
                <a:cubicBezTo>
                  <a:pt x="6301" y="5728"/>
                  <a:pt x="6158" y="5510"/>
                  <a:pt x="6084" y="5367"/>
                </a:cubicBezTo>
                <a:lnTo>
                  <a:pt x="6084" y="5367"/>
                </a:lnTo>
                <a:lnTo>
                  <a:pt x="6301" y="6014"/>
                </a:lnTo>
                <a:lnTo>
                  <a:pt x="6301" y="6157"/>
                </a:lnTo>
                <a:lnTo>
                  <a:pt x="6084" y="5510"/>
                </a:lnTo>
                <a:lnTo>
                  <a:pt x="6084" y="5367"/>
                </a:lnTo>
                <a:cubicBezTo>
                  <a:pt x="6158" y="4725"/>
                  <a:pt x="6158" y="4009"/>
                  <a:pt x="6227" y="3362"/>
                </a:cubicBezTo>
                <a:lnTo>
                  <a:pt x="6227" y="3362"/>
                </a:lnTo>
                <a:cubicBezTo>
                  <a:pt x="6084" y="3649"/>
                  <a:pt x="5940" y="4153"/>
                  <a:pt x="5797" y="4725"/>
                </a:cubicBezTo>
                <a:lnTo>
                  <a:pt x="5585" y="4078"/>
                </a:lnTo>
                <a:cubicBezTo>
                  <a:pt x="5585" y="4009"/>
                  <a:pt x="5511" y="3935"/>
                  <a:pt x="5511" y="3866"/>
                </a:cubicBezTo>
                <a:cubicBezTo>
                  <a:pt x="5728" y="3437"/>
                  <a:pt x="5872" y="3076"/>
                  <a:pt x="5872" y="3076"/>
                </a:cubicBezTo>
                <a:lnTo>
                  <a:pt x="5872" y="3076"/>
                </a:lnTo>
                <a:cubicBezTo>
                  <a:pt x="5872" y="3076"/>
                  <a:pt x="5654" y="3294"/>
                  <a:pt x="5442" y="3580"/>
                </a:cubicBezTo>
                <a:cubicBezTo>
                  <a:pt x="5382" y="3291"/>
                  <a:pt x="5278" y="3005"/>
                  <a:pt x="5204" y="2717"/>
                </a:cubicBezTo>
                <a:lnTo>
                  <a:pt x="5204" y="2717"/>
                </a:lnTo>
                <a:cubicBezTo>
                  <a:pt x="5255" y="2959"/>
                  <a:pt x="5299" y="3234"/>
                  <a:pt x="5299" y="3505"/>
                </a:cubicBezTo>
                <a:lnTo>
                  <a:pt x="5081" y="3076"/>
                </a:lnTo>
                <a:lnTo>
                  <a:pt x="5299" y="3723"/>
                </a:lnTo>
                <a:cubicBezTo>
                  <a:pt x="5081" y="4078"/>
                  <a:pt x="4795" y="4439"/>
                  <a:pt x="4508" y="4937"/>
                </a:cubicBezTo>
                <a:lnTo>
                  <a:pt x="4508" y="4869"/>
                </a:lnTo>
                <a:cubicBezTo>
                  <a:pt x="4508" y="4794"/>
                  <a:pt x="4440" y="4725"/>
                  <a:pt x="4440" y="4725"/>
                </a:cubicBezTo>
                <a:lnTo>
                  <a:pt x="4440" y="4725"/>
                </a:lnTo>
                <a:cubicBezTo>
                  <a:pt x="4440" y="4794"/>
                  <a:pt x="4508" y="4869"/>
                  <a:pt x="4508" y="5012"/>
                </a:cubicBezTo>
                <a:cubicBezTo>
                  <a:pt x="4440" y="5080"/>
                  <a:pt x="4440" y="5155"/>
                  <a:pt x="4365" y="5298"/>
                </a:cubicBezTo>
                <a:cubicBezTo>
                  <a:pt x="4365" y="5080"/>
                  <a:pt x="4365" y="4937"/>
                  <a:pt x="4440" y="4725"/>
                </a:cubicBezTo>
                <a:cubicBezTo>
                  <a:pt x="4440" y="4153"/>
                  <a:pt x="4508" y="3649"/>
                  <a:pt x="4508" y="3150"/>
                </a:cubicBezTo>
                <a:lnTo>
                  <a:pt x="4508" y="3150"/>
                </a:lnTo>
                <a:cubicBezTo>
                  <a:pt x="4222" y="3723"/>
                  <a:pt x="4010" y="4937"/>
                  <a:pt x="3792" y="6226"/>
                </a:cubicBezTo>
                <a:cubicBezTo>
                  <a:pt x="3792" y="6157"/>
                  <a:pt x="3724" y="6083"/>
                  <a:pt x="3724" y="6014"/>
                </a:cubicBezTo>
                <a:cubicBezTo>
                  <a:pt x="3724" y="5728"/>
                  <a:pt x="3724" y="5510"/>
                  <a:pt x="3792" y="5298"/>
                </a:cubicBezTo>
                <a:lnTo>
                  <a:pt x="3792" y="5298"/>
                </a:lnTo>
                <a:cubicBezTo>
                  <a:pt x="3724" y="5367"/>
                  <a:pt x="3649" y="5510"/>
                  <a:pt x="3581" y="5653"/>
                </a:cubicBezTo>
                <a:lnTo>
                  <a:pt x="3581" y="5585"/>
                </a:lnTo>
                <a:cubicBezTo>
                  <a:pt x="3363" y="5012"/>
                  <a:pt x="3151" y="4508"/>
                  <a:pt x="2790" y="4009"/>
                </a:cubicBezTo>
                <a:lnTo>
                  <a:pt x="2790" y="4009"/>
                </a:lnTo>
                <a:cubicBezTo>
                  <a:pt x="3077" y="4508"/>
                  <a:pt x="3294" y="5155"/>
                  <a:pt x="3437" y="5871"/>
                </a:cubicBezTo>
                <a:cubicBezTo>
                  <a:pt x="3363" y="5940"/>
                  <a:pt x="3363" y="6014"/>
                  <a:pt x="3363" y="6083"/>
                </a:cubicBezTo>
                <a:cubicBezTo>
                  <a:pt x="3294" y="6226"/>
                  <a:pt x="3220" y="6444"/>
                  <a:pt x="3151" y="6587"/>
                </a:cubicBezTo>
                <a:cubicBezTo>
                  <a:pt x="3077" y="5653"/>
                  <a:pt x="2865" y="4508"/>
                  <a:pt x="2435" y="3150"/>
                </a:cubicBezTo>
                <a:lnTo>
                  <a:pt x="2435" y="3150"/>
                </a:lnTo>
                <a:cubicBezTo>
                  <a:pt x="2647" y="3866"/>
                  <a:pt x="2647" y="4869"/>
                  <a:pt x="2647" y="5940"/>
                </a:cubicBezTo>
                <a:cubicBezTo>
                  <a:pt x="2647" y="5871"/>
                  <a:pt x="2578" y="5728"/>
                  <a:pt x="2504" y="5653"/>
                </a:cubicBezTo>
                <a:lnTo>
                  <a:pt x="2504" y="5653"/>
                </a:lnTo>
                <a:cubicBezTo>
                  <a:pt x="2578" y="6014"/>
                  <a:pt x="2578" y="6369"/>
                  <a:pt x="2578" y="6799"/>
                </a:cubicBezTo>
                <a:cubicBezTo>
                  <a:pt x="2504" y="6587"/>
                  <a:pt x="2361" y="6444"/>
                  <a:pt x="2292" y="6226"/>
                </a:cubicBezTo>
                <a:lnTo>
                  <a:pt x="2292" y="6226"/>
                </a:lnTo>
                <a:cubicBezTo>
                  <a:pt x="2361" y="6444"/>
                  <a:pt x="2504" y="6730"/>
                  <a:pt x="2578" y="7016"/>
                </a:cubicBezTo>
                <a:cubicBezTo>
                  <a:pt x="2504" y="7085"/>
                  <a:pt x="2504" y="7160"/>
                  <a:pt x="2504" y="7228"/>
                </a:cubicBezTo>
                <a:cubicBezTo>
                  <a:pt x="2435" y="7303"/>
                  <a:pt x="2435" y="7372"/>
                  <a:pt x="2435" y="7446"/>
                </a:cubicBezTo>
                <a:cubicBezTo>
                  <a:pt x="2217" y="6587"/>
                  <a:pt x="2005" y="5728"/>
                  <a:pt x="1645" y="4937"/>
                </a:cubicBezTo>
                <a:lnTo>
                  <a:pt x="1862" y="2148"/>
                </a:lnTo>
                <a:lnTo>
                  <a:pt x="1862" y="2148"/>
                </a:lnTo>
                <a:cubicBezTo>
                  <a:pt x="1645" y="2578"/>
                  <a:pt x="1433" y="3293"/>
                  <a:pt x="1290" y="4153"/>
                </a:cubicBezTo>
                <a:cubicBezTo>
                  <a:pt x="1215" y="4079"/>
                  <a:pt x="1147" y="4010"/>
                  <a:pt x="1073" y="3869"/>
                </a:cubicBezTo>
                <a:lnTo>
                  <a:pt x="1073" y="3869"/>
                </a:lnTo>
                <a:cubicBezTo>
                  <a:pt x="1147" y="4010"/>
                  <a:pt x="1215" y="4079"/>
                  <a:pt x="1290" y="4221"/>
                </a:cubicBezTo>
                <a:cubicBezTo>
                  <a:pt x="1215" y="4439"/>
                  <a:pt x="1215" y="4651"/>
                  <a:pt x="1146" y="4869"/>
                </a:cubicBezTo>
                <a:cubicBezTo>
                  <a:pt x="1146" y="5012"/>
                  <a:pt x="1072" y="5155"/>
                  <a:pt x="1072" y="5298"/>
                </a:cubicBezTo>
                <a:lnTo>
                  <a:pt x="1003" y="5224"/>
                </a:lnTo>
                <a:lnTo>
                  <a:pt x="1003" y="4937"/>
                </a:lnTo>
                <a:cubicBezTo>
                  <a:pt x="1003" y="5012"/>
                  <a:pt x="1003" y="5080"/>
                  <a:pt x="929" y="5155"/>
                </a:cubicBezTo>
                <a:cubicBezTo>
                  <a:pt x="860" y="5367"/>
                  <a:pt x="717" y="5728"/>
                  <a:pt x="642" y="6083"/>
                </a:cubicBezTo>
                <a:cubicBezTo>
                  <a:pt x="642" y="5871"/>
                  <a:pt x="717" y="5728"/>
                  <a:pt x="717" y="5585"/>
                </a:cubicBezTo>
                <a:lnTo>
                  <a:pt x="717" y="5585"/>
                </a:lnTo>
                <a:cubicBezTo>
                  <a:pt x="642" y="5728"/>
                  <a:pt x="499" y="5940"/>
                  <a:pt x="430" y="6157"/>
                </a:cubicBezTo>
                <a:cubicBezTo>
                  <a:pt x="430" y="6014"/>
                  <a:pt x="356" y="5871"/>
                  <a:pt x="287" y="5796"/>
                </a:cubicBezTo>
                <a:lnTo>
                  <a:pt x="287" y="6083"/>
                </a:lnTo>
                <a:lnTo>
                  <a:pt x="287" y="6512"/>
                </a:lnTo>
                <a:cubicBezTo>
                  <a:pt x="287" y="6444"/>
                  <a:pt x="213" y="6369"/>
                  <a:pt x="144" y="6300"/>
                </a:cubicBezTo>
                <a:lnTo>
                  <a:pt x="144" y="6300"/>
                </a:lnTo>
                <a:cubicBezTo>
                  <a:pt x="213" y="6369"/>
                  <a:pt x="287" y="6512"/>
                  <a:pt x="287" y="6587"/>
                </a:cubicBezTo>
                <a:lnTo>
                  <a:pt x="287" y="6799"/>
                </a:lnTo>
                <a:cubicBezTo>
                  <a:pt x="287" y="6942"/>
                  <a:pt x="213" y="7016"/>
                  <a:pt x="213" y="7160"/>
                </a:cubicBezTo>
                <a:lnTo>
                  <a:pt x="1" y="6730"/>
                </a:lnTo>
                <a:lnTo>
                  <a:pt x="1" y="6799"/>
                </a:lnTo>
                <a:cubicBezTo>
                  <a:pt x="70" y="6942"/>
                  <a:pt x="144" y="7160"/>
                  <a:pt x="213" y="7303"/>
                </a:cubicBezTo>
                <a:cubicBezTo>
                  <a:pt x="144" y="7732"/>
                  <a:pt x="70" y="8087"/>
                  <a:pt x="1" y="8517"/>
                </a:cubicBezTo>
                <a:lnTo>
                  <a:pt x="1" y="15321"/>
                </a:lnTo>
                <a:lnTo>
                  <a:pt x="116197" y="15321"/>
                </a:lnTo>
                <a:lnTo>
                  <a:pt x="116197" y="9090"/>
                </a:lnTo>
                <a:cubicBezTo>
                  <a:pt x="116197" y="8878"/>
                  <a:pt x="116128" y="8735"/>
                  <a:pt x="116053" y="8517"/>
                </a:cubicBezTo>
                <a:cubicBezTo>
                  <a:pt x="116053" y="8374"/>
                  <a:pt x="116053" y="8305"/>
                  <a:pt x="115985" y="8162"/>
                </a:cubicBezTo>
                <a:cubicBezTo>
                  <a:pt x="116053" y="8019"/>
                  <a:pt x="116128" y="7876"/>
                  <a:pt x="116197" y="7658"/>
                </a:cubicBezTo>
                <a:lnTo>
                  <a:pt x="116197" y="6656"/>
                </a:lnTo>
                <a:cubicBezTo>
                  <a:pt x="116053" y="6799"/>
                  <a:pt x="115910" y="7016"/>
                  <a:pt x="115767" y="7228"/>
                </a:cubicBezTo>
                <a:cubicBezTo>
                  <a:pt x="115624" y="6730"/>
                  <a:pt x="115481" y="6300"/>
                  <a:pt x="115269" y="5728"/>
                </a:cubicBezTo>
                <a:lnTo>
                  <a:pt x="115269" y="5728"/>
                </a:lnTo>
                <a:cubicBezTo>
                  <a:pt x="115412" y="6226"/>
                  <a:pt x="115481" y="6942"/>
                  <a:pt x="115481" y="7658"/>
                </a:cubicBezTo>
                <a:cubicBezTo>
                  <a:pt x="115412" y="7801"/>
                  <a:pt x="115337" y="8019"/>
                  <a:pt x="115269" y="8162"/>
                </a:cubicBezTo>
                <a:cubicBezTo>
                  <a:pt x="115269" y="8231"/>
                  <a:pt x="115269" y="8305"/>
                  <a:pt x="115194" y="8374"/>
                </a:cubicBezTo>
                <a:cubicBezTo>
                  <a:pt x="115194" y="8448"/>
                  <a:pt x="115051" y="8517"/>
                  <a:pt x="114839" y="8735"/>
                </a:cubicBezTo>
                <a:lnTo>
                  <a:pt x="114839" y="8660"/>
                </a:lnTo>
                <a:cubicBezTo>
                  <a:pt x="114908" y="7732"/>
                  <a:pt x="114982" y="6656"/>
                  <a:pt x="115126" y="5585"/>
                </a:cubicBezTo>
                <a:lnTo>
                  <a:pt x="115126" y="5585"/>
                </a:lnTo>
                <a:cubicBezTo>
                  <a:pt x="114696" y="6226"/>
                  <a:pt x="114410" y="7801"/>
                  <a:pt x="114192" y="9233"/>
                </a:cubicBezTo>
                <a:cubicBezTo>
                  <a:pt x="114123" y="8374"/>
                  <a:pt x="113906" y="7228"/>
                  <a:pt x="113333" y="5796"/>
                </a:cubicBezTo>
                <a:lnTo>
                  <a:pt x="113333" y="5796"/>
                </a:lnTo>
                <a:cubicBezTo>
                  <a:pt x="113550" y="6656"/>
                  <a:pt x="113619" y="7876"/>
                  <a:pt x="113619" y="8947"/>
                </a:cubicBezTo>
                <a:cubicBezTo>
                  <a:pt x="113476" y="9090"/>
                  <a:pt x="113407" y="9307"/>
                  <a:pt x="113333" y="9594"/>
                </a:cubicBezTo>
                <a:cubicBezTo>
                  <a:pt x="113333" y="9519"/>
                  <a:pt x="113264" y="9451"/>
                  <a:pt x="113264" y="9376"/>
                </a:cubicBezTo>
                <a:cubicBezTo>
                  <a:pt x="113190" y="9021"/>
                  <a:pt x="113121" y="8735"/>
                  <a:pt x="112978" y="8448"/>
                </a:cubicBezTo>
                <a:cubicBezTo>
                  <a:pt x="112760" y="7801"/>
                  <a:pt x="112474" y="7160"/>
                  <a:pt x="112044" y="6587"/>
                </a:cubicBezTo>
                <a:cubicBezTo>
                  <a:pt x="112044" y="6226"/>
                  <a:pt x="112119" y="5940"/>
                  <a:pt x="112119" y="5585"/>
                </a:cubicBezTo>
                <a:lnTo>
                  <a:pt x="112119" y="5585"/>
                </a:lnTo>
                <a:cubicBezTo>
                  <a:pt x="111758" y="6157"/>
                  <a:pt x="111546" y="7302"/>
                  <a:pt x="111328" y="8448"/>
                </a:cubicBezTo>
                <a:lnTo>
                  <a:pt x="111328" y="8448"/>
                </a:lnTo>
                <a:cubicBezTo>
                  <a:pt x="111329" y="8246"/>
                  <a:pt x="111336" y="7996"/>
                  <a:pt x="111403" y="7801"/>
                </a:cubicBezTo>
                <a:lnTo>
                  <a:pt x="111403" y="7801"/>
                </a:lnTo>
                <a:cubicBezTo>
                  <a:pt x="111259" y="8019"/>
                  <a:pt x="111116" y="8305"/>
                  <a:pt x="111042" y="8591"/>
                </a:cubicBezTo>
                <a:cubicBezTo>
                  <a:pt x="110973" y="8517"/>
                  <a:pt x="110899" y="8448"/>
                  <a:pt x="110830" y="8305"/>
                </a:cubicBezTo>
                <a:lnTo>
                  <a:pt x="110830" y="8305"/>
                </a:lnTo>
                <a:cubicBezTo>
                  <a:pt x="110830" y="8517"/>
                  <a:pt x="110830" y="8735"/>
                  <a:pt x="110899" y="8947"/>
                </a:cubicBezTo>
                <a:cubicBezTo>
                  <a:pt x="110687" y="9164"/>
                  <a:pt x="110400" y="9451"/>
                  <a:pt x="110183" y="9737"/>
                </a:cubicBezTo>
                <a:cubicBezTo>
                  <a:pt x="110114" y="9376"/>
                  <a:pt x="110039" y="9021"/>
                  <a:pt x="109896" y="8591"/>
                </a:cubicBezTo>
                <a:cubicBezTo>
                  <a:pt x="109971" y="7732"/>
                  <a:pt x="110039" y="6730"/>
                  <a:pt x="110114" y="5653"/>
                </a:cubicBezTo>
                <a:lnTo>
                  <a:pt x="110114" y="5653"/>
                </a:lnTo>
                <a:cubicBezTo>
                  <a:pt x="109896" y="6083"/>
                  <a:pt x="109684" y="6799"/>
                  <a:pt x="109541" y="7658"/>
                </a:cubicBezTo>
                <a:cubicBezTo>
                  <a:pt x="109255" y="7228"/>
                  <a:pt x="109037" y="6730"/>
                  <a:pt x="108682" y="6300"/>
                </a:cubicBezTo>
                <a:lnTo>
                  <a:pt x="108682" y="6300"/>
                </a:lnTo>
                <a:cubicBezTo>
                  <a:pt x="109037" y="6873"/>
                  <a:pt x="109255" y="7515"/>
                  <a:pt x="109398" y="8231"/>
                </a:cubicBezTo>
                <a:cubicBezTo>
                  <a:pt x="109324" y="8878"/>
                  <a:pt x="109180" y="9663"/>
                  <a:pt x="109112" y="10310"/>
                </a:cubicBezTo>
                <a:cubicBezTo>
                  <a:pt x="109037" y="10092"/>
                  <a:pt x="108894" y="9949"/>
                  <a:pt x="108751" y="9737"/>
                </a:cubicBezTo>
                <a:cubicBezTo>
                  <a:pt x="108968" y="9308"/>
                  <a:pt x="109180" y="8947"/>
                  <a:pt x="109180" y="8947"/>
                </a:cubicBezTo>
                <a:lnTo>
                  <a:pt x="109180" y="8947"/>
                </a:lnTo>
                <a:cubicBezTo>
                  <a:pt x="109180" y="8947"/>
                  <a:pt x="108894" y="9164"/>
                  <a:pt x="108608" y="9519"/>
                </a:cubicBezTo>
                <a:cubicBezTo>
                  <a:pt x="108539" y="9376"/>
                  <a:pt x="108464" y="9164"/>
                  <a:pt x="108396" y="8947"/>
                </a:cubicBezTo>
                <a:lnTo>
                  <a:pt x="108396" y="8947"/>
                </a:lnTo>
                <a:cubicBezTo>
                  <a:pt x="108396" y="9090"/>
                  <a:pt x="108464" y="9233"/>
                  <a:pt x="108464" y="9376"/>
                </a:cubicBezTo>
                <a:cubicBezTo>
                  <a:pt x="108464" y="9307"/>
                  <a:pt x="108396" y="9233"/>
                  <a:pt x="108396" y="9164"/>
                </a:cubicBezTo>
                <a:lnTo>
                  <a:pt x="108396" y="9090"/>
                </a:lnTo>
                <a:cubicBezTo>
                  <a:pt x="108396" y="9090"/>
                  <a:pt x="108321" y="9090"/>
                  <a:pt x="108321" y="9164"/>
                </a:cubicBezTo>
                <a:lnTo>
                  <a:pt x="107892" y="8517"/>
                </a:lnTo>
                <a:lnTo>
                  <a:pt x="107892" y="8517"/>
                </a:lnTo>
                <a:cubicBezTo>
                  <a:pt x="108035" y="8735"/>
                  <a:pt x="108178" y="9021"/>
                  <a:pt x="108252" y="9233"/>
                </a:cubicBezTo>
                <a:cubicBezTo>
                  <a:pt x="108178" y="9376"/>
                  <a:pt x="108178" y="9519"/>
                  <a:pt x="108109" y="9663"/>
                </a:cubicBezTo>
                <a:cubicBezTo>
                  <a:pt x="108035" y="9307"/>
                  <a:pt x="107892" y="9021"/>
                  <a:pt x="107823" y="8660"/>
                </a:cubicBezTo>
                <a:cubicBezTo>
                  <a:pt x="107536" y="7944"/>
                  <a:pt x="107176" y="7085"/>
                  <a:pt x="106603" y="6369"/>
                </a:cubicBezTo>
                <a:lnTo>
                  <a:pt x="106603" y="6369"/>
                </a:lnTo>
                <a:cubicBezTo>
                  <a:pt x="107032" y="7160"/>
                  <a:pt x="107319" y="8162"/>
                  <a:pt x="107536" y="9233"/>
                </a:cubicBezTo>
                <a:cubicBezTo>
                  <a:pt x="107319" y="9806"/>
                  <a:pt x="107176" y="10522"/>
                  <a:pt x="107032" y="11312"/>
                </a:cubicBezTo>
                <a:cubicBezTo>
                  <a:pt x="106964" y="11238"/>
                  <a:pt x="106964" y="11169"/>
                  <a:pt x="106964" y="11094"/>
                </a:cubicBezTo>
                <a:lnTo>
                  <a:pt x="106964" y="10808"/>
                </a:lnTo>
                <a:cubicBezTo>
                  <a:pt x="106964" y="10596"/>
                  <a:pt x="107032" y="10378"/>
                  <a:pt x="107032" y="10167"/>
                </a:cubicBezTo>
                <a:lnTo>
                  <a:pt x="107032" y="10167"/>
                </a:lnTo>
                <a:cubicBezTo>
                  <a:pt x="106964" y="10235"/>
                  <a:pt x="106821" y="10453"/>
                  <a:pt x="106746" y="10665"/>
                </a:cubicBezTo>
                <a:lnTo>
                  <a:pt x="106746" y="10596"/>
                </a:lnTo>
                <a:cubicBezTo>
                  <a:pt x="107032" y="10092"/>
                  <a:pt x="107250" y="9737"/>
                  <a:pt x="107250" y="9737"/>
                </a:cubicBezTo>
                <a:lnTo>
                  <a:pt x="107250" y="9737"/>
                </a:lnTo>
                <a:cubicBezTo>
                  <a:pt x="107250" y="9737"/>
                  <a:pt x="106964" y="9949"/>
                  <a:pt x="106603" y="10310"/>
                </a:cubicBezTo>
                <a:lnTo>
                  <a:pt x="106460" y="10453"/>
                </a:lnTo>
                <a:lnTo>
                  <a:pt x="106173" y="10739"/>
                </a:lnTo>
                <a:cubicBezTo>
                  <a:pt x="106030" y="10310"/>
                  <a:pt x="105887" y="9806"/>
                  <a:pt x="105675" y="9233"/>
                </a:cubicBezTo>
                <a:lnTo>
                  <a:pt x="105675" y="9233"/>
                </a:lnTo>
                <a:cubicBezTo>
                  <a:pt x="105744" y="9594"/>
                  <a:pt x="105818" y="10092"/>
                  <a:pt x="105887" y="10522"/>
                </a:cubicBezTo>
                <a:cubicBezTo>
                  <a:pt x="105887" y="10596"/>
                  <a:pt x="105818" y="10665"/>
                  <a:pt x="105818" y="10665"/>
                </a:cubicBezTo>
                <a:cubicBezTo>
                  <a:pt x="105675" y="10453"/>
                  <a:pt x="105532" y="10167"/>
                  <a:pt x="105314" y="9949"/>
                </a:cubicBezTo>
                <a:cubicBezTo>
                  <a:pt x="105314" y="9594"/>
                  <a:pt x="105389" y="9307"/>
                  <a:pt x="105389" y="8947"/>
                </a:cubicBezTo>
                <a:lnTo>
                  <a:pt x="105389" y="8947"/>
                </a:lnTo>
                <a:cubicBezTo>
                  <a:pt x="105245" y="9233"/>
                  <a:pt x="105102" y="9663"/>
                  <a:pt x="104959" y="10235"/>
                </a:cubicBezTo>
                <a:cubicBezTo>
                  <a:pt x="104885" y="10235"/>
                  <a:pt x="104885" y="10310"/>
                  <a:pt x="104741" y="10378"/>
                </a:cubicBezTo>
                <a:cubicBezTo>
                  <a:pt x="104741" y="10310"/>
                  <a:pt x="104673" y="10235"/>
                  <a:pt x="104673" y="10167"/>
                </a:cubicBezTo>
                <a:cubicBezTo>
                  <a:pt x="105102" y="9164"/>
                  <a:pt x="105675" y="8231"/>
                  <a:pt x="105675" y="8231"/>
                </a:cubicBezTo>
                <a:lnTo>
                  <a:pt x="105675" y="8231"/>
                </a:lnTo>
                <a:cubicBezTo>
                  <a:pt x="105675" y="8231"/>
                  <a:pt x="104885" y="8878"/>
                  <a:pt x="104312" y="9663"/>
                </a:cubicBezTo>
                <a:lnTo>
                  <a:pt x="104243" y="9594"/>
                </a:lnTo>
                <a:lnTo>
                  <a:pt x="104243" y="9594"/>
                </a:lnTo>
                <a:cubicBezTo>
                  <a:pt x="104243" y="9663"/>
                  <a:pt x="104243" y="9663"/>
                  <a:pt x="104312" y="9737"/>
                </a:cubicBezTo>
                <a:cubicBezTo>
                  <a:pt x="104243" y="9737"/>
                  <a:pt x="104243" y="9806"/>
                  <a:pt x="104243" y="9806"/>
                </a:cubicBezTo>
                <a:lnTo>
                  <a:pt x="104243" y="9594"/>
                </a:lnTo>
                <a:cubicBezTo>
                  <a:pt x="104243" y="9233"/>
                  <a:pt x="104312" y="8803"/>
                  <a:pt x="104312" y="8448"/>
                </a:cubicBezTo>
                <a:lnTo>
                  <a:pt x="104312" y="8448"/>
                </a:lnTo>
                <a:cubicBezTo>
                  <a:pt x="104100" y="8878"/>
                  <a:pt x="103882" y="9594"/>
                  <a:pt x="103739" y="10310"/>
                </a:cubicBezTo>
                <a:cubicBezTo>
                  <a:pt x="103670" y="10167"/>
                  <a:pt x="103596" y="10092"/>
                  <a:pt x="103527" y="9949"/>
                </a:cubicBezTo>
                <a:lnTo>
                  <a:pt x="103527" y="9949"/>
                </a:lnTo>
                <a:cubicBezTo>
                  <a:pt x="103596" y="10092"/>
                  <a:pt x="103670" y="10310"/>
                  <a:pt x="103670" y="10522"/>
                </a:cubicBezTo>
                <a:cubicBezTo>
                  <a:pt x="103670" y="10665"/>
                  <a:pt x="103596" y="10808"/>
                  <a:pt x="103596" y="11026"/>
                </a:cubicBezTo>
                <a:cubicBezTo>
                  <a:pt x="103527" y="11169"/>
                  <a:pt x="103527" y="11312"/>
                  <a:pt x="103527" y="11381"/>
                </a:cubicBezTo>
                <a:cubicBezTo>
                  <a:pt x="103453" y="11381"/>
                  <a:pt x="103453" y="11312"/>
                  <a:pt x="103453" y="11312"/>
                </a:cubicBezTo>
                <a:lnTo>
                  <a:pt x="103453" y="11598"/>
                </a:lnTo>
                <a:lnTo>
                  <a:pt x="103453" y="11667"/>
                </a:lnTo>
                <a:cubicBezTo>
                  <a:pt x="103384" y="11598"/>
                  <a:pt x="103310" y="11455"/>
                  <a:pt x="103241" y="11381"/>
                </a:cubicBezTo>
                <a:lnTo>
                  <a:pt x="103241" y="11312"/>
                </a:lnTo>
                <a:lnTo>
                  <a:pt x="103241" y="10808"/>
                </a:lnTo>
                <a:cubicBezTo>
                  <a:pt x="103310" y="10522"/>
                  <a:pt x="103310" y="10310"/>
                  <a:pt x="103310" y="10092"/>
                </a:cubicBezTo>
                <a:lnTo>
                  <a:pt x="103310" y="10092"/>
                </a:lnTo>
                <a:cubicBezTo>
                  <a:pt x="103166" y="10235"/>
                  <a:pt x="103098" y="10522"/>
                  <a:pt x="102954" y="10808"/>
                </a:cubicBezTo>
                <a:cubicBezTo>
                  <a:pt x="102954" y="10739"/>
                  <a:pt x="102880" y="10665"/>
                  <a:pt x="102880" y="10665"/>
                </a:cubicBezTo>
                <a:cubicBezTo>
                  <a:pt x="103098" y="10167"/>
                  <a:pt x="103309" y="9806"/>
                  <a:pt x="103310" y="9806"/>
                </a:cubicBezTo>
                <a:lnTo>
                  <a:pt x="103310" y="9806"/>
                </a:lnTo>
                <a:cubicBezTo>
                  <a:pt x="103309" y="9806"/>
                  <a:pt x="103023" y="10023"/>
                  <a:pt x="102737" y="10378"/>
                </a:cubicBezTo>
                <a:cubicBezTo>
                  <a:pt x="102737" y="9949"/>
                  <a:pt x="102811" y="9594"/>
                  <a:pt x="102811" y="9164"/>
                </a:cubicBezTo>
                <a:lnTo>
                  <a:pt x="102811" y="9164"/>
                </a:lnTo>
                <a:cubicBezTo>
                  <a:pt x="102737" y="9233"/>
                  <a:pt x="102668" y="9376"/>
                  <a:pt x="102594" y="9594"/>
                </a:cubicBezTo>
                <a:cubicBezTo>
                  <a:pt x="102594" y="9594"/>
                  <a:pt x="102450" y="9663"/>
                  <a:pt x="102307" y="9806"/>
                </a:cubicBezTo>
                <a:cubicBezTo>
                  <a:pt x="102164" y="9376"/>
                  <a:pt x="102021" y="8878"/>
                  <a:pt x="101809" y="8374"/>
                </a:cubicBezTo>
                <a:lnTo>
                  <a:pt x="101809" y="8374"/>
                </a:lnTo>
                <a:cubicBezTo>
                  <a:pt x="101952" y="8878"/>
                  <a:pt x="102021" y="9451"/>
                  <a:pt x="102095" y="10092"/>
                </a:cubicBezTo>
                <a:cubicBezTo>
                  <a:pt x="101952" y="10235"/>
                  <a:pt x="101809" y="10378"/>
                  <a:pt x="101666" y="10596"/>
                </a:cubicBezTo>
                <a:cubicBezTo>
                  <a:pt x="101448" y="10092"/>
                  <a:pt x="101162" y="9594"/>
                  <a:pt x="100807" y="9164"/>
                </a:cubicBezTo>
                <a:lnTo>
                  <a:pt x="100807" y="9164"/>
                </a:lnTo>
                <a:cubicBezTo>
                  <a:pt x="101018" y="9519"/>
                  <a:pt x="101162" y="10023"/>
                  <a:pt x="101379" y="10453"/>
                </a:cubicBezTo>
                <a:cubicBezTo>
                  <a:pt x="101305" y="10522"/>
                  <a:pt x="101305" y="10522"/>
                  <a:pt x="101162" y="10596"/>
                </a:cubicBezTo>
                <a:cubicBezTo>
                  <a:pt x="101093" y="10739"/>
                  <a:pt x="100950" y="10883"/>
                  <a:pt x="100807" y="10951"/>
                </a:cubicBezTo>
                <a:lnTo>
                  <a:pt x="100589" y="11169"/>
                </a:lnTo>
                <a:cubicBezTo>
                  <a:pt x="100589" y="11094"/>
                  <a:pt x="100520" y="11026"/>
                  <a:pt x="100520" y="10951"/>
                </a:cubicBezTo>
                <a:cubicBezTo>
                  <a:pt x="100520" y="10596"/>
                  <a:pt x="100520" y="10235"/>
                  <a:pt x="100589" y="9880"/>
                </a:cubicBezTo>
                <a:lnTo>
                  <a:pt x="100589" y="9880"/>
                </a:lnTo>
                <a:cubicBezTo>
                  <a:pt x="100446" y="10023"/>
                  <a:pt x="100377" y="10310"/>
                  <a:pt x="100303" y="10596"/>
                </a:cubicBezTo>
                <a:cubicBezTo>
                  <a:pt x="100091" y="10310"/>
                  <a:pt x="99947" y="10023"/>
                  <a:pt x="99730" y="9737"/>
                </a:cubicBezTo>
                <a:lnTo>
                  <a:pt x="99730" y="9737"/>
                </a:lnTo>
                <a:cubicBezTo>
                  <a:pt x="99873" y="10092"/>
                  <a:pt x="100091" y="10453"/>
                  <a:pt x="100234" y="10808"/>
                </a:cubicBezTo>
                <a:lnTo>
                  <a:pt x="100159" y="10883"/>
                </a:lnTo>
                <a:cubicBezTo>
                  <a:pt x="100091" y="10596"/>
                  <a:pt x="99947" y="10310"/>
                  <a:pt x="99804" y="9949"/>
                </a:cubicBezTo>
                <a:lnTo>
                  <a:pt x="99804" y="9949"/>
                </a:lnTo>
                <a:cubicBezTo>
                  <a:pt x="99947" y="10310"/>
                  <a:pt x="99947" y="10665"/>
                  <a:pt x="100016" y="11026"/>
                </a:cubicBezTo>
                <a:cubicBezTo>
                  <a:pt x="99947" y="10951"/>
                  <a:pt x="99873" y="10808"/>
                  <a:pt x="99804" y="10739"/>
                </a:cubicBezTo>
                <a:lnTo>
                  <a:pt x="99804" y="10739"/>
                </a:lnTo>
                <a:lnTo>
                  <a:pt x="100016" y="11169"/>
                </a:lnTo>
                <a:lnTo>
                  <a:pt x="100016" y="11312"/>
                </a:lnTo>
                <a:cubicBezTo>
                  <a:pt x="99947" y="11169"/>
                  <a:pt x="99873" y="11094"/>
                  <a:pt x="99804" y="11026"/>
                </a:cubicBezTo>
                <a:lnTo>
                  <a:pt x="99804" y="11026"/>
                </a:lnTo>
                <a:cubicBezTo>
                  <a:pt x="99873" y="11095"/>
                  <a:pt x="99947" y="11238"/>
                  <a:pt x="100016" y="11381"/>
                </a:cubicBezTo>
                <a:lnTo>
                  <a:pt x="100016" y="11524"/>
                </a:lnTo>
                <a:cubicBezTo>
                  <a:pt x="99947" y="11524"/>
                  <a:pt x="99947" y="11455"/>
                  <a:pt x="99873" y="11381"/>
                </a:cubicBezTo>
                <a:lnTo>
                  <a:pt x="99873" y="11381"/>
                </a:lnTo>
                <a:cubicBezTo>
                  <a:pt x="99873" y="11455"/>
                  <a:pt x="99947" y="11524"/>
                  <a:pt x="100016" y="11598"/>
                </a:cubicBezTo>
                <a:cubicBezTo>
                  <a:pt x="99947" y="11742"/>
                  <a:pt x="99947" y="11810"/>
                  <a:pt x="99947" y="11954"/>
                </a:cubicBezTo>
                <a:lnTo>
                  <a:pt x="99873" y="11954"/>
                </a:lnTo>
                <a:cubicBezTo>
                  <a:pt x="99804" y="11524"/>
                  <a:pt x="99730" y="11094"/>
                  <a:pt x="99375" y="10739"/>
                </a:cubicBezTo>
                <a:lnTo>
                  <a:pt x="99375" y="10739"/>
                </a:lnTo>
                <a:cubicBezTo>
                  <a:pt x="99443" y="11026"/>
                  <a:pt x="99443" y="11381"/>
                  <a:pt x="99443" y="11742"/>
                </a:cubicBezTo>
                <a:cubicBezTo>
                  <a:pt x="99443" y="11598"/>
                  <a:pt x="99375" y="11455"/>
                  <a:pt x="99375" y="11312"/>
                </a:cubicBezTo>
                <a:lnTo>
                  <a:pt x="99375" y="11169"/>
                </a:lnTo>
                <a:cubicBezTo>
                  <a:pt x="99375" y="11169"/>
                  <a:pt x="99300" y="11169"/>
                  <a:pt x="99300" y="11238"/>
                </a:cubicBezTo>
                <a:lnTo>
                  <a:pt x="99088" y="10378"/>
                </a:lnTo>
                <a:cubicBezTo>
                  <a:pt x="99231" y="10167"/>
                  <a:pt x="99300" y="9949"/>
                  <a:pt x="99300" y="9949"/>
                </a:cubicBezTo>
                <a:lnTo>
                  <a:pt x="99300" y="9949"/>
                </a:lnTo>
                <a:cubicBezTo>
                  <a:pt x="99300" y="9949"/>
                  <a:pt x="99231" y="10092"/>
                  <a:pt x="99014" y="10235"/>
                </a:cubicBezTo>
                <a:lnTo>
                  <a:pt x="99804" y="8660"/>
                </a:lnTo>
                <a:lnTo>
                  <a:pt x="99804" y="8660"/>
                </a:lnTo>
                <a:cubicBezTo>
                  <a:pt x="99804" y="8660"/>
                  <a:pt x="99300" y="9090"/>
                  <a:pt x="98802" y="9737"/>
                </a:cubicBezTo>
                <a:cubicBezTo>
                  <a:pt x="98727" y="9806"/>
                  <a:pt x="98659" y="9949"/>
                  <a:pt x="98584" y="10023"/>
                </a:cubicBezTo>
                <a:cubicBezTo>
                  <a:pt x="98658" y="9459"/>
                  <a:pt x="98725" y="8895"/>
                  <a:pt x="98727" y="8259"/>
                </a:cubicBezTo>
                <a:lnTo>
                  <a:pt x="98727" y="8259"/>
                </a:lnTo>
                <a:cubicBezTo>
                  <a:pt x="98777" y="8150"/>
                  <a:pt x="98802" y="8088"/>
                  <a:pt x="98802" y="8087"/>
                </a:cubicBezTo>
                <a:lnTo>
                  <a:pt x="98802" y="8087"/>
                </a:lnTo>
                <a:cubicBezTo>
                  <a:pt x="98802" y="8088"/>
                  <a:pt x="97370" y="9451"/>
                  <a:pt x="96940" y="10665"/>
                </a:cubicBezTo>
                <a:lnTo>
                  <a:pt x="96940" y="10378"/>
                </a:lnTo>
                <a:cubicBezTo>
                  <a:pt x="97152" y="10023"/>
                  <a:pt x="97295" y="9737"/>
                  <a:pt x="97296" y="9737"/>
                </a:cubicBezTo>
                <a:lnTo>
                  <a:pt x="97296" y="9737"/>
                </a:lnTo>
                <a:lnTo>
                  <a:pt x="97009" y="10023"/>
                </a:lnTo>
                <a:lnTo>
                  <a:pt x="97009" y="9880"/>
                </a:lnTo>
                <a:cubicBezTo>
                  <a:pt x="96940" y="9949"/>
                  <a:pt x="96866" y="10092"/>
                  <a:pt x="96866" y="10167"/>
                </a:cubicBezTo>
                <a:cubicBezTo>
                  <a:pt x="96797" y="10235"/>
                  <a:pt x="96797" y="10235"/>
                  <a:pt x="96723" y="10235"/>
                </a:cubicBezTo>
                <a:cubicBezTo>
                  <a:pt x="96866" y="10092"/>
                  <a:pt x="97009" y="9737"/>
                  <a:pt x="97009" y="9737"/>
                </a:cubicBezTo>
                <a:lnTo>
                  <a:pt x="97009" y="9737"/>
                </a:lnTo>
                <a:lnTo>
                  <a:pt x="96293" y="10453"/>
                </a:lnTo>
                <a:cubicBezTo>
                  <a:pt x="96150" y="9949"/>
                  <a:pt x="96007" y="9376"/>
                  <a:pt x="95795" y="8803"/>
                </a:cubicBezTo>
                <a:lnTo>
                  <a:pt x="95795" y="8803"/>
                </a:lnTo>
                <a:cubicBezTo>
                  <a:pt x="95864" y="9090"/>
                  <a:pt x="95938" y="9451"/>
                  <a:pt x="95938" y="9880"/>
                </a:cubicBezTo>
                <a:cubicBezTo>
                  <a:pt x="95795" y="9519"/>
                  <a:pt x="95577" y="9164"/>
                  <a:pt x="95365" y="8878"/>
                </a:cubicBezTo>
                <a:lnTo>
                  <a:pt x="95365" y="8878"/>
                </a:lnTo>
                <a:cubicBezTo>
                  <a:pt x="95652" y="9376"/>
                  <a:pt x="95864" y="10023"/>
                  <a:pt x="96007" y="10665"/>
                </a:cubicBezTo>
                <a:cubicBezTo>
                  <a:pt x="96081" y="10665"/>
                  <a:pt x="96081" y="10665"/>
                  <a:pt x="96081" y="10739"/>
                </a:cubicBezTo>
                <a:cubicBezTo>
                  <a:pt x="95938" y="10808"/>
                  <a:pt x="95864" y="10951"/>
                  <a:pt x="95795" y="11026"/>
                </a:cubicBezTo>
                <a:cubicBezTo>
                  <a:pt x="95720" y="10739"/>
                  <a:pt x="95652" y="10453"/>
                  <a:pt x="95577" y="10092"/>
                </a:cubicBezTo>
                <a:cubicBezTo>
                  <a:pt x="95577" y="9949"/>
                  <a:pt x="95577" y="9737"/>
                  <a:pt x="95652" y="9519"/>
                </a:cubicBezTo>
                <a:lnTo>
                  <a:pt x="95652" y="9519"/>
                </a:lnTo>
                <a:cubicBezTo>
                  <a:pt x="95577" y="9594"/>
                  <a:pt x="95509" y="9663"/>
                  <a:pt x="95509" y="9806"/>
                </a:cubicBezTo>
                <a:cubicBezTo>
                  <a:pt x="95365" y="9307"/>
                  <a:pt x="95222" y="8735"/>
                  <a:pt x="94936" y="8162"/>
                </a:cubicBezTo>
                <a:lnTo>
                  <a:pt x="94936" y="8162"/>
                </a:lnTo>
                <a:cubicBezTo>
                  <a:pt x="95148" y="8735"/>
                  <a:pt x="95222" y="9451"/>
                  <a:pt x="95222" y="10167"/>
                </a:cubicBezTo>
                <a:lnTo>
                  <a:pt x="95222" y="10235"/>
                </a:lnTo>
                <a:lnTo>
                  <a:pt x="95222" y="10453"/>
                </a:lnTo>
                <a:cubicBezTo>
                  <a:pt x="95148" y="10665"/>
                  <a:pt x="95148" y="10808"/>
                  <a:pt x="95079" y="10951"/>
                </a:cubicBezTo>
                <a:cubicBezTo>
                  <a:pt x="95005" y="10883"/>
                  <a:pt x="95005" y="10739"/>
                  <a:pt x="94936" y="10596"/>
                </a:cubicBezTo>
                <a:lnTo>
                  <a:pt x="94936" y="10596"/>
                </a:lnTo>
                <a:cubicBezTo>
                  <a:pt x="95005" y="10740"/>
                  <a:pt x="95005" y="10951"/>
                  <a:pt x="95079" y="11169"/>
                </a:cubicBezTo>
                <a:cubicBezTo>
                  <a:pt x="95005" y="11238"/>
                  <a:pt x="95005" y="11381"/>
                  <a:pt x="95005" y="11455"/>
                </a:cubicBezTo>
                <a:cubicBezTo>
                  <a:pt x="94970" y="11490"/>
                  <a:pt x="94953" y="11490"/>
                  <a:pt x="94935" y="11490"/>
                </a:cubicBezTo>
                <a:cubicBezTo>
                  <a:pt x="94917" y="11490"/>
                  <a:pt x="94899" y="11490"/>
                  <a:pt x="94861" y="11524"/>
                </a:cubicBezTo>
                <a:lnTo>
                  <a:pt x="94793" y="11455"/>
                </a:lnTo>
                <a:lnTo>
                  <a:pt x="94936" y="11312"/>
                </a:lnTo>
                <a:lnTo>
                  <a:pt x="94793" y="11381"/>
                </a:lnTo>
                <a:cubicBezTo>
                  <a:pt x="94649" y="11238"/>
                  <a:pt x="94506" y="11026"/>
                  <a:pt x="94363" y="10883"/>
                </a:cubicBezTo>
                <a:lnTo>
                  <a:pt x="94363" y="10883"/>
                </a:lnTo>
                <a:cubicBezTo>
                  <a:pt x="94506" y="11094"/>
                  <a:pt x="94575" y="11238"/>
                  <a:pt x="94718" y="11455"/>
                </a:cubicBezTo>
                <a:lnTo>
                  <a:pt x="94649" y="11524"/>
                </a:lnTo>
                <a:cubicBezTo>
                  <a:pt x="94506" y="11381"/>
                  <a:pt x="94432" y="11169"/>
                  <a:pt x="94289" y="11026"/>
                </a:cubicBezTo>
                <a:cubicBezTo>
                  <a:pt x="94718" y="10167"/>
                  <a:pt x="95148" y="9376"/>
                  <a:pt x="95148" y="9376"/>
                </a:cubicBezTo>
                <a:lnTo>
                  <a:pt x="95148" y="9376"/>
                </a:lnTo>
                <a:cubicBezTo>
                  <a:pt x="95148" y="9376"/>
                  <a:pt x="94649" y="9806"/>
                  <a:pt x="94077" y="10453"/>
                </a:cubicBezTo>
                <a:lnTo>
                  <a:pt x="94077" y="10378"/>
                </a:lnTo>
                <a:cubicBezTo>
                  <a:pt x="94077" y="10378"/>
                  <a:pt x="94002" y="10453"/>
                  <a:pt x="94002" y="10522"/>
                </a:cubicBezTo>
                <a:cubicBezTo>
                  <a:pt x="93933" y="10522"/>
                  <a:pt x="93933" y="10453"/>
                  <a:pt x="93859" y="10453"/>
                </a:cubicBezTo>
                <a:lnTo>
                  <a:pt x="93859" y="10453"/>
                </a:lnTo>
                <a:cubicBezTo>
                  <a:pt x="93933" y="10453"/>
                  <a:pt x="93933" y="10522"/>
                  <a:pt x="94002" y="10596"/>
                </a:cubicBezTo>
                <a:lnTo>
                  <a:pt x="93790" y="10808"/>
                </a:lnTo>
                <a:cubicBezTo>
                  <a:pt x="93716" y="10522"/>
                  <a:pt x="93573" y="10167"/>
                  <a:pt x="93430" y="9880"/>
                </a:cubicBezTo>
                <a:lnTo>
                  <a:pt x="93430" y="9880"/>
                </a:lnTo>
                <a:cubicBezTo>
                  <a:pt x="93573" y="10167"/>
                  <a:pt x="93647" y="10596"/>
                  <a:pt x="93647" y="11026"/>
                </a:cubicBezTo>
                <a:cubicBezTo>
                  <a:pt x="93504" y="10665"/>
                  <a:pt x="93361" y="10235"/>
                  <a:pt x="93217" y="9806"/>
                </a:cubicBezTo>
                <a:lnTo>
                  <a:pt x="93217" y="9806"/>
                </a:lnTo>
                <a:cubicBezTo>
                  <a:pt x="93286" y="10092"/>
                  <a:pt x="93361" y="10378"/>
                  <a:pt x="93361" y="10665"/>
                </a:cubicBezTo>
                <a:cubicBezTo>
                  <a:pt x="93286" y="10522"/>
                  <a:pt x="93286" y="10378"/>
                  <a:pt x="93217" y="10167"/>
                </a:cubicBezTo>
                <a:lnTo>
                  <a:pt x="93217" y="10167"/>
                </a:lnTo>
                <a:cubicBezTo>
                  <a:pt x="93286" y="10522"/>
                  <a:pt x="93361" y="10951"/>
                  <a:pt x="93429" y="11381"/>
                </a:cubicBezTo>
                <a:cubicBezTo>
                  <a:pt x="93361" y="11381"/>
                  <a:pt x="93361" y="11455"/>
                  <a:pt x="93361" y="11455"/>
                </a:cubicBezTo>
                <a:cubicBezTo>
                  <a:pt x="93286" y="11381"/>
                  <a:pt x="93217" y="11381"/>
                  <a:pt x="93217" y="11312"/>
                </a:cubicBezTo>
                <a:lnTo>
                  <a:pt x="93217" y="11667"/>
                </a:lnTo>
                <a:lnTo>
                  <a:pt x="93217" y="11742"/>
                </a:lnTo>
                <a:cubicBezTo>
                  <a:pt x="93084" y="11342"/>
                  <a:pt x="92951" y="11001"/>
                  <a:pt x="92758" y="10554"/>
                </a:cubicBezTo>
                <a:lnTo>
                  <a:pt x="92758" y="10554"/>
                </a:lnTo>
                <a:cubicBezTo>
                  <a:pt x="92858" y="10820"/>
                  <a:pt x="92865" y="11127"/>
                  <a:pt x="92931" y="11381"/>
                </a:cubicBezTo>
                <a:cubicBezTo>
                  <a:pt x="92931" y="11381"/>
                  <a:pt x="92857" y="11312"/>
                  <a:pt x="92857" y="11238"/>
                </a:cubicBezTo>
                <a:cubicBezTo>
                  <a:pt x="92788" y="11026"/>
                  <a:pt x="92645" y="10808"/>
                  <a:pt x="92502" y="10665"/>
                </a:cubicBezTo>
                <a:lnTo>
                  <a:pt x="92502" y="10739"/>
                </a:lnTo>
                <a:cubicBezTo>
                  <a:pt x="92427" y="10596"/>
                  <a:pt x="92427" y="10522"/>
                  <a:pt x="92358" y="10453"/>
                </a:cubicBezTo>
                <a:cubicBezTo>
                  <a:pt x="92358" y="9880"/>
                  <a:pt x="92427" y="9233"/>
                  <a:pt x="92502" y="8517"/>
                </a:cubicBezTo>
                <a:lnTo>
                  <a:pt x="92502" y="8517"/>
                </a:lnTo>
                <a:cubicBezTo>
                  <a:pt x="92284" y="8947"/>
                  <a:pt x="92072" y="9737"/>
                  <a:pt x="91854" y="10521"/>
                </a:cubicBezTo>
                <a:lnTo>
                  <a:pt x="91854" y="10521"/>
                </a:lnTo>
                <a:cubicBezTo>
                  <a:pt x="91855" y="10330"/>
                  <a:pt x="91863" y="10142"/>
                  <a:pt x="91929" y="9949"/>
                </a:cubicBezTo>
                <a:lnTo>
                  <a:pt x="91929" y="9949"/>
                </a:lnTo>
                <a:cubicBezTo>
                  <a:pt x="91786" y="10092"/>
                  <a:pt x="91711" y="10235"/>
                  <a:pt x="91642" y="10453"/>
                </a:cubicBezTo>
                <a:cubicBezTo>
                  <a:pt x="91711" y="9737"/>
                  <a:pt x="91786" y="8803"/>
                  <a:pt x="91854" y="7876"/>
                </a:cubicBezTo>
                <a:lnTo>
                  <a:pt x="91854" y="7876"/>
                </a:lnTo>
                <a:cubicBezTo>
                  <a:pt x="91642" y="8305"/>
                  <a:pt x="91425" y="9090"/>
                  <a:pt x="91282" y="9880"/>
                </a:cubicBezTo>
                <a:cubicBezTo>
                  <a:pt x="91213" y="9738"/>
                  <a:pt x="91139" y="9595"/>
                  <a:pt x="91138" y="9452"/>
                </a:cubicBezTo>
                <a:lnTo>
                  <a:pt x="91138" y="9452"/>
                </a:lnTo>
                <a:cubicBezTo>
                  <a:pt x="91139" y="9595"/>
                  <a:pt x="91213" y="9807"/>
                  <a:pt x="91213" y="10023"/>
                </a:cubicBezTo>
                <a:cubicBezTo>
                  <a:pt x="91138" y="10596"/>
                  <a:pt x="91070" y="11169"/>
                  <a:pt x="90995" y="11667"/>
                </a:cubicBezTo>
                <a:cubicBezTo>
                  <a:pt x="90852" y="11455"/>
                  <a:pt x="90640" y="11169"/>
                  <a:pt x="90422" y="10951"/>
                </a:cubicBezTo>
                <a:lnTo>
                  <a:pt x="90422" y="10951"/>
                </a:lnTo>
                <a:cubicBezTo>
                  <a:pt x="90640" y="11238"/>
                  <a:pt x="90783" y="11598"/>
                  <a:pt x="90926" y="11954"/>
                </a:cubicBezTo>
                <a:lnTo>
                  <a:pt x="90926" y="12028"/>
                </a:lnTo>
                <a:cubicBezTo>
                  <a:pt x="90926" y="11954"/>
                  <a:pt x="90852" y="11954"/>
                  <a:pt x="90852" y="11886"/>
                </a:cubicBezTo>
                <a:lnTo>
                  <a:pt x="90852" y="11886"/>
                </a:lnTo>
                <a:cubicBezTo>
                  <a:pt x="90852" y="11954"/>
                  <a:pt x="90926" y="12028"/>
                  <a:pt x="90926" y="12097"/>
                </a:cubicBezTo>
                <a:lnTo>
                  <a:pt x="90926" y="12240"/>
                </a:lnTo>
                <a:lnTo>
                  <a:pt x="90783" y="12097"/>
                </a:lnTo>
                <a:lnTo>
                  <a:pt x="90783" y="12314"/>
                </a:lnTo>
                <a:lnTo>
                  <a:pt x="90497" y="12601"/>
                </a:lnTo>
                <a:cubicBezTo>
                  <a:pt x="90422" y="12314"/>
                  <a:pt x="90279" y="12028"/>
                  <a:pt x="90211" y="11742"/>
                </a:cubicBezTo>
                <a:cubicBezTo>
                  <a:pt x="90279" y="11242"/>
                  <a:pt x="90279" y="10674"/>
                  <a:pt x="90352" y="10039"/>
                </a:cubicBezTo>
                <a:lnTo>
                  <a:pt x="90352" y="10039"/>
                </a:lnTo>
                <a:cubicBezTo>
                  <a:pt x="90347" y="10064"/>
                  <a:pt x="90332" y="10114"/>
                  <a:pt x="90279" y="10167"/>
                </a:cubicBezTo>
                <a:cubicBezTo>
                  <a:pt x="90279" y="10023"/>
                  <a:pt x="90354" y="9806"/>
                  <a:pt x="90354" y="9663"/>
                </a:cubicBezTo>
                <a:lnTo>
                  <a:pt x="90354" y="9663"/>
                </a:lnTo>
                <a:cubicBezTo>
                  <a:pt x="90211" y="9806"/>
                  <a:pt x="90136" y="10023"/>
                  <a:pt x="90067" y="10235"/>
                </a:cubicBezTo>
                <a:cubicBezTo>
                  <a:pt x="90067" y="10023"/>
                  <a:pt x="90067" y="9806"/>
                  <a:pt x="90136" y="9594"/>
                </a:cubicBezTo>
                <a:lnTo>
                  <a:pt x="90136" y="9594"/>
                </a:lnTo>
                <a:cubicBezTo>
                  <a:pt x="89993" y="9806"/>
                  <a:pt x="89850" y="10167"/>
                  <a:pt x="89706" y="10596"/>
                </a:cubicBezTo>
                <a:cubicBezTo>
                  <a:pt x="89638" y="10378"/>
                  <a:pt x="89495" y="10167"/>
                  <a:pt x="89420" y="9949"/>
                </a:cubicBezTo>
                <a:cubicBezTo>
                  <a:pt x="89277" y="9663"/>
                  <a:pt x="89065" y="9451"/>
                  <a:pt x="88922" y="9164"/>
                </a:cubicBezTo>
                <a:lnTo>
                  <a:pt x="88922" y="9164"/>
                </a:lnTo>
                <a:cubicBezTo>
                  <a:pt x="89065" y="9451"/>
                  <a:pt x="89208" y="9737"/>
                  <a:pt x="89277" y="10023"/>
                </a:cubicBezTo>
                <a:lnTo>
                  <a:pt x="89277" y="10092"/>
                </a:lnTo>
                <a:cubicBezTo>
                  <a:pt x="89065" y="9594"/>
                  <a:pt x="88779" y="9021"/>
                  <a:pt x="88418" y="8517"/>
                </a:cubicBezTo>
                <a:lnTo>
                  <a:pt x="88418" y="8517"/>
                </a:lnTo>
                <a:cubicBezTo>
                  <a:pt x="88704" y="9021"/>
                  <a:pt x="88922" y="9663"/>
                  <a:pt x="89065" y="10310"/>
                </a:cubicBezTo>
                <a:lnTo>
                  <a:pt x="88492" y="10883"/>
                </a:lnTo>
                <a:cubicBezTo>
                  <a:pt x="88275" y="11094"/>
                  <a:pt x="88131" y="11238"/>
                  <a:pt x="87988" y="11455"/>
                </a:cubicBezTo>
                <a:lnTo>
                  <a:pt x="87988" y="11238"/>
                </a:lnTo>
                <a:cubicBezTo>
                  <a:pt x="87988" y="11312"/>
                  <a:pt x="87919" y="11381"/>
                  <a:pt x="87845" y="11455"/>
                </a:cubicBezTo>
                <a:cubicBezTo>
                  <a:pt x="87776" y="11381"/>
                  <a:pt x="87776" y="11312"/>
                  <a:pt x="87702" y="11169"/>
                </a:cubicBezTo>
                <a:cubicBezTo>
                  <a:pt x="87776" y="10596"/>
                  <a:pt x="87776" y="9880"/>
                  <a:pt x="87845" y="9164"/>
                </a:cubicBezTo>
                <a:lnTo>
                  <a:pt x="87845" y="9164"/>
                </a:lnTo>
                <a:cubicBezTo>
                  <a:pt x="87702" y="9519"/>
                  <a:pt x="87490" y="10023"/>
                  <a:pt x="87347" y="10665"/>
                </a:cubicBezTo>
                <a:lnTo>
                  <a:pt x="87347" y="10808"/>
                </a:lnTo>
                <a:lnTo>
                  <a:pt x="86917" y="10167"/>
                </a:lnTo>
                <a:lnTo>
                  <a:pt x="86917" y="10167"/>
                </a:lnTo>
                <a:cubicBezTo>
                  <a:pt x="87060" y="10453"/>
                  <a:pt x="87204" y="10665"/>
                  <a:pt x="87272" y="10951"/>
                </a:cubicBezTo>
                <a:lnTo>
                  <a:pt x="87272" y="11026"/>
                </a:lnTo>
                <a:cubicBezTo>
                  <a:pt x="87129" y="10739"/>
                  <a:pt x="86917" y="10453"/>
                  <a:pt x="86699" y="10167"/>
                </a:cubicBezTo>
                <a:lnTo>
                  <a:pt x="86699" y="10167"/>
                </a:lnTo>
                <a:cubicBezTo>
                  <a:pt x="86917" y="10522"/>
                  <a:pt x="87060" y="10883"/>
                  <a:pt x="87204" y="11312"/>
                </a:cubicBezTo>
                <a:cubicBezTo>
                  <a:pt x="87129" y="11598"/>
                  <a:pt x="87060" y="11954"/>
                  <a:pt x="87060" y="12314"/>
                </a:cubicBezTo>
                <a:cubicBezTo>
                  <a:pt x="86843" y="12028"/>
                  <a:pt x="86631" y="11667"/>
                  <a:pt x="86413" y="11381"/>
                </a:cubicBezTo>
                <a:lnTo>
                  <a:pt x="86413" y="11381"/>
                </a:lnTo>
                <a:cubicBezTo>
                  <a:pt x="86631" y="11667"/>
                  <a:pt x="86774" y="12097"/>
                  <a:pt x="86917" y="12526"/>
                </a:cubicBezTo>
                <a:cubicBezTo>
                  <a:pt x="86917" y="12526"/>
                  <a:pt x="86843" y="12526"/>
                  <a:pt x="86774" y="12601"/>
                </a:cubicBezTo>
                <a:cubicBezTo>
                  <a:pt x="86556" y="12097"/>
                  <a:pt x="86201" y="11524"/>
                  <a:pt x="85840" y="10951"/>
                </a:cubicBezTo>
                <a:cubicBezTo>
                  <a:pt x="85984" y="10596"/>
                  <a:pt x="86201" y="10235"/>
                  <a:pt x="86201" y="10235"/>
                </a:cubicBezTo>
                <a:lnTo>
                  <a:pt x="86201" y="10235"/>
                </a:lnTo>
                <a:lnTo>
                  <a:pt x="85697" y="10739"/>
                </a:lnTo>
                <a:cubicBezTo>
                  <a:pt x="85628" y="10453"/>
                  <a:pt x="85485" y="10235"/>
                  <a:pt x="85411" y="9949"/>
                </a:cubicBezTo>
                <a:lnTo>
                  <a:pt x="85411" y="9949"/>
                </a:lnTo>
                <a:cubicBezTo>
                  <a:pt x="85485" y="10235"/>
                  <a:pt x="85554" y="10522"/>
                  <a:pt x="85554" y="10808"/>
                </a:cubicBezTo>
                <a:cubicBezTo>
                  <a:pt x="85485" y="10951"/>
                  <a:pt x="85342" y="11094"/>
                  <a:pt x="85199" y="11238"/>
                </a:cubicBezTo>
                <a:cubicBezTo>
                  <a:pt x="84981" y="10739"/>
                  <a:pt x="84695" y="10235"/>
                  <a:pt x="84340" y="9737"/>
                </a:cubicBezTo>
                <a:lnTo>
                  <a:pt x="84340" y="9737"/>
                </a:lnTo>
                <a:cubicBezTo>
                  <a:pt x="84626" y="10235"/>
                  <a:pt x="84838" y="10883"/>
                  <a:pt x="84981" y="11524"/>
                </a:cubicBezTo>
                <a:cubicBezTo>
                  <a:pt x="84912" y="11598"/>
                  <a:pt x="84912" y="11667"/>
                  <a:pt x="84838" y="11742"/>
                </a:cubicBezTo>
                <a:cubicBezTo>
                  <a:pt x="84769" y="11742"/>
                  <a:pt x="84769" y="11810"/>
                  <a:pt x="84769" y="11810"/>
                </a:cubicBezTo>
                <a:cubicBezTo>
                  <a:pt x="84695" y="11810"/>
                  <a:pt x="84695" y="11742"/>
                  <a:pt x="84627" y="11668"/>
                </a:cubicBezTo>
                <a:lnTo>
                  <a:pt x="84627" y="11668"/>
                </a:lnTo>
                <a:cubicBezTo>
                  <a:pt x="84695" y="11742"/>
                  <a:pt x="84695" y="11811"/>
                  <a:pt x="84695" y="11885"/>
                </a:cubicBezTo>
                <a:cubicBezTo>
                  <a:pt x="84626" y="12028"/>
                  <a:pt x="84483" y="12240"/>
                  <a:pt x="84408" y="12458"/>
                </a:cubicBezTo>
                <a:cubicBezTo>
                  <a:pt x="84408" y="12526"/>
                  <a:pt x="84340" y="12601"/>
                  <a:pt x="84340" y="12670"/>
                </a:cubicBezTo>
                <a:cubicBezTo>
                  <a:pt x="84340" y="12670"/>
                  <a:pt x="84265" y="12670"/>
                  <a:pt x="84265" y="12601"/>
                </a:cubicBezTo>
                <a:cubicBezTo>
                  <a:pt x="84340" y="12383"/>
                  <a:pt x="84340" y="12097"/>
                  <a:pt x="84340" y="11810"/>
                </a:cubicBezTo>
                <a:lnTo>
                  <a:pt x="84340" y="11810"/>
                </a:lnTo>
                <a:cubicBezTo>
                  <a:pt x="84265" y="11954"/>
                  <a:pt x="84197" y="12171"/>
                  <a:pt x="84053" y="12383"/>
                </a:cubicBezTo>
                <a:lnTo>
                  <a:pt x="84053" y="12526"/>
                </a:lnTo>
                <a:cubicBezTo>
                  <a:pt x="83979" y="12670"/>
                  <a:pt x="83910" y="12744"/>
                  <a:pt x="83836" y="12887"/>
                </a:cubicBezTo>
                <a:cubicBezTo>
                  <a:pt x="83767" y="12601"/>
                  <a:pt x="83624" y="12383"/>
                  <a:pt x="83549" y="12097"/>
                </a:cubicBezTo>
                <a:lnTo>
                  <a:pt x="83549" y="12097"/>
                </a:lnTo>
                <a:cubicBezTo>
                  <a:pt x="83624" y="12383"/>
                  <a:pt x="83693" y="12744"/>
                  <a:pt x="83767" y="13099"/>
                </a:cubicBezTo>
                <a:lnTo>
                  <a:pt x="83337" y="12458"/>
                </a:lnTo>
                <a:lnTo>
                  <a:pt x="83120" y="11810"/>
                </a:lnTo>
                <a:cubicBezTo>
                  <a:pt x="83481" y="11238"/>
                  <a:pt x="83767" y="10739"/>
                  <a:pt x="83767" y="10739"/>
                </a:cubicBezTo>
                <a:lnTo>
                  <a:pt x="83767" y="10739"/>
                </a:lnTo>
                <a:cubicBezTo>
                  <a:pt x="83767" y="10739"/>
                  <a:pt x="83406" y="11026"/>
                  <a:pt x="83051" y="11381"/>
                </a:cubicBezTo>
                <a:cubicBezTo>
                  <a:pt x="82930" y="11080"/>
                  <a:pt x="82809" y="10776"/>
                  <a:pt x="82688" y="10429"/>
                </a:cubicBezTo>
                <a:lnTo>
                  <a:pt x="82688" y="10429"/>
                </a:lnTo>
                <a:cubicBezTo>
                  <a:pt x="82786" y="10765"/>
                  <a:pt x="82833" y="11180"/>
                  <a:pt x="82833" y="11598"/>
                </a:cubicBezTo>
                <a:cubicBezTo>
                  <a:pt x="82690" y="11742"/>
                  <a:pt x="82547" y="11954"/>
                  <a:pt x="82404" y="12097"/>
                </a:cubicBezTo>
                <a:lnTo>
                  <a:pt x="82335" y="12171"/>
                </a:lnTo>
                <a:lnTo>
                  <a:pt x="82049" y="11885"/>
                </a:lnTo>
                <a:lnTo>
                  <a:pt x="82049" y="11885"/>
                </a:lnTo>
                <a:cubicBezTo>
                  <a:pt x="82117" y="12028"/>
                  <a:pt x="82192" y="12097"/>
                  <a:pt x="82261" y="12240"/>
                </a:cubicBezTo>
                <a:cubicBezTo>
                  <a:pt x="82117" y="12314"/>
                  <a:pt x="82049" y="12383"/>
                  <a:pt x="81905" y="12526"/>
                </a:cubicBezTo>
                <a:cubicBezTo>
                  <a:pt x="81905" y="12383"/>
                  <a:pt x="81905" y="12240"/>
                  <a:pt x="81974" y="12097"/>
                </a:cubicBezTo>
                <a:cubicBezTo>
                  <a:pt x="81974" y="12028"/>
                  <a:pt x="82049" y="11954"/>
                  <a:pt x="82049" y="11885"/>
                </a:cubicBezTo>
                <a:cubicBezTo>
                  <a:pt x="82404" y="11312"/>
                  <a:pt x="82621" y="10883"/>
                  <a:pt x="82621" y="10883"/>
                </a:cubicBezTo>
                <a:lnTo>
                  <a:pt x="82621" y="10883"/>
                </a:lnTo>
                <a:cubicBezTo>
                  <a:pt x="82621" y="10883"/>
                  <a:pt x="82335" y="11095"/>
                  <a:pt x="81974" y="11455"/>
                </a:cubicBezTo>
                <a:cubicBezTo>
                  <a:pt x="82049" y="10883"/>
                  <a:pt x="82117" y="10310"/>
                  <a:pt x="82192" y="9594"/>
                </a:cubicBezTo>
                <a:lnTo>
                  <a:pt x="82192" y="9594"/>
                </a:lnTo>
                <a:cubicBezTo>
                  <a:pt x="81974" y="9880"/>
                  <a:pt x="81831" y="10378"/>
                  <a:pt x="81688" y="10951"/>
                </a:cubicBezTo>
                <a:cubicBezTo>
                  <a:pt x="81476" y="11312"/>
                  <a:pt x="81333" y="11742"/>
                  <a:pt x="81258" y="12240"/>
                </a:cubicBezTo>
                <a:lnTo>
                  <a:pt x="81115" y="12383"/>
                </a:lnTo>
                <a:cubicBezTo>
                  <a:pt x="81080" y="12383"/>
                  <a:pt x="81063" y="12365"/>
                  <a:pt x="81045" y="12338"/>
                </a:cubicBezTo>
                <a:lnTo>
                  <a:pt x="81045" y="12338"/>
                </a:lnTo>
                <a:cubicBezTo>
                  <a:pt x="81046" y="12350"/>
                  <a:pt x="81046" y="12364"/>
                  <a:pt x="81046" y="12383"/>
                </a:cubicBezTo>
                <a:cubicBezTo>
                  <a:pt x="81046" y="12383"/>
                  <a:pt x="81046" y="12458"/>
                  <a:pt x="81115" y="12458"/>
                </a:cubicBezTo>
                <a:cubicBezTo>
                  <a:pt x="80972" y="12601"/>
                  <a:pt x="80903" y="12744"/>
                  <a:pt x="80829" y="12813"/>
                </a:cubicBezTo>
                <a:cubicBezTo>
                  <a:pt x="80760" y="12526"/>
                  <a:pt x="80686" y="12240"/>
                  <a:pt x="80542" y="11885"/>
                </a:cubicBezTo>
                <a:cubicBezTo>
                  <a:pt x="80685" y="11599"/>
                  <a:pt x="80829" y="11455"/>
                  <a:pt x="80829" y="11455"/>
                </a:cubicBezTo>
                <a:lnTo>
                  <a:pt x="80829" y="11455"/>
                </a:lnTo>
                <a:cubicBezTo>
                  <a:pt x="80829" y="11455"/>
                  <a:pt x="80685" y="11524"/>
                  <a:pt x="80474" y="11742"/>
                </a:cubicBezTo>
                <a:cubicBezTo>
                  <a:pt x="80399" y="11381"/>
                  <a:pt x="80256" y="11094"/>
                  <a:pt x="80113" y="10665"/>
                </a:cubicBezTo>
                <a:lnTo>
                  <a:pt x="80113" y="10665"/>
                </a:lnTo>
                <a:cubicBezTo>
                  <a:pt x="80187" y="11026"/>
                  <a:pt x="80256" y="11455"/>
                  <a:pt x="80330" y="11810"/>
                </a:cubicBezTo>
                <a:cubicBezTo>
                  <a:pt x="80187" y="12028"/>
                  <a:pt x="79970" y="12171"/>
                  <a:pt x="79758" y="12383"/>
                </a:cubicBezTo>
                <a:cubicBezTo>
                  <a:pt x="79758" y="12171"/>
                  <a:pt x="79683" y="12028"/>
                  <a:pt x="79614" y="11885"/>
                </a:cubicBezTo>
                <a:cubicBezTo>
                  <a:pt x="79614" y="11598"/>
                  <a:pt x="79614" y="11312"/>
                  <a:pt x="79683" y="10951"/>
                </a:cubicBezTo>
                <a:cubicBezTo>
                  <a:pt x="79901" y="10378"/>
                  <a:pt x="80187" y="9737"/>
                  <a:pt x="80399" y="9307"/>
                </a:cubicBezTo>
                <a:cubicBezTo>
                  <a:pt x="80617" y="8804"/>
                  <a:pt x="80829" y="8448"/>
                  <a:pt x="80829" y="8448"/>
                </a:cubicBezTo>
                <a:lnTo>
                  <a:pt x="80829" y="8448"/>
                </a:lnTo>
                <a:cubicBezTo>
                  <a:pt x="80828" y="8449"/>
                  <a:pt x="79614" y="9663"/>
                  <a:pt x="79042" y="10808"/>
                </a:cubicBezTo>
                <a:cubicBezTo>
                  <a:pt x="78967" y="10739"/>
                  <a:pt x="78967" y="10665"/>
                  <a:pt x="78967" y="10665"/>
                </a:cubicBezTo>
                <a:cubicBezTo>
                  <a:pt x="79397" y="9594"/>
                  <a:pt x="79901" y="8517"/>
                  <a:pt x="79901" y="8517"/>
                </a:cubicBezTo>
                <a:lnTo>
                  <a:pt x="79901" y="8517"/>
                </a:lnTo>
                <a:cubicBezTo>
                  <a:pt x="79901" y="8517"/>
                  <a:pt x="78967" y="9451"/>
                  <a:pt x="78326" y="10453"/>
                </a:cubicBezTo>
                <a:cubicBezTo>
                  <a:pt x="78681" y="9663"/>
                  <a:pt x="79042" y="9021"/>
                  <a:pt x="79042" y="9021"/>
                </a:cubicBezTo>
                <a:lnTo>
                  <a:pt x="79042" y="9021"/>
                </a:lnTo>
                <a:cubicBezTo>
                  <a:pt x="79041" y="9021"/>
                  <a:pt x="78108" y="9880"/>
                  <a:pt x="77467" y="10808"/>
                </a:cubicBezTo>
                <a:cubicBezTo>
                  <a:pt x="77467" y="10596"/>
                  <a:pt x="77392" y="10378"/>
                  <a:pt x="77323" y="10167"/>
                </a:cubicBezTo>
                <a:cubicBezTo>
                  <a:pt x="77678" y="9376"/>
                  <a:pt x="77965" y="8735"/>
                  <a:pt x="77965" y="8735"/>
                </a:cubicBezTo>
                <a:lnTo>
                  <a:pt x="77965" y="8735"/>
                </a:lnTo>
                <a:cubicBezTo>
                  <a:pt x="77965" y="8735"/>
                  <a:pt x="77610" y="9090"/>
                  <a:pt x="77180" y="9594"/>
                </a:cubicBezTo>
                <a:cubicBezTo>
                  <a:pt x="77106" y="9233"/>
                  <a:pt x="76963" y="8803"/>
                  <a:pt x="76819" y="8305"/>
                </a:cubicBezTo>
                <a:lnTo>
                  <a:pt x="76819" y="8305"/>
                </a:lnTo>
                <a:cubicBezTo>
                  <a:pt x="76894" y="8735"/>
                  <a:pt x="76963" y="9233"/>
                  <a:pt x="77037" y="9806"/>
                </a:cubicBezTo>
                <a:cubicBezTo>
                  <a:pt x="76894" y="9949"/>
                  <a:pt x="76751" y="10167"/>
                  <a:pt x="76607" y="10310"/>
                </a:cubicBezTo>
                <a:cubicBezTo>
                  <a:pt x="76533" y="10378"/>
                  <a:pt x="76533" y="10453"/>
                  <a:pt x="76464" y="10522"/>
                </a:cubicBezTo>
                <a:cubicBezTo>
                  <a:pt x="76321" y="9949"/>
                  <a:pt x="76103" y="9233"/>
                  <a:pt x="75892" y="8305"/>
                </a:cubicBezTo>
                <a:lnTo>
                  <a:pt x="75892" y="8305"/>
                </a:lnTo>
                <a:cubicBezTo>
                  <a:pt x="76035" y="9164"/>
                  <a:pt x="76103" y="10167"/>
                  <a:pt x="76178" y="11094"/>
                </a:cubicBezTo>
                <a:cubicBezTo>
                  <a:pt x="76103" y="11238"/>
                  <a:pt x="76035" y="11381"/>
                  <a:pt x="75960" y="11455"/>
                </a:cubicBezTo>
                <a:cubicBezTo>
                  <a:pt x="75960" y="11598"/>
                  <a:pt x="75892" y="11742"/>
                  <a:pt x="75817" y="11954"/>
                </a:cubicBezTo>
                <a:lnTo>
                  <a:pt x="75817" y="11885"/>
                </a:lnTo>
                <a:cubicBezTo>
                  <a:pt x="75817" y="11810"/>
                  <a:pt x="75817" y="11667"/>
                  <a:pt x="75892" y="11598"/>
                </a:cubicBezTo>
                <a:cubicBezTo>
                  <a:pt x="75817" y="11598"/>
                  <a:pt x="75817" y="11667"/>
                  <a:pt x="75817" y="11742"/>
                </a:cubicBezTo>
                <a:cubicBezTo>
                  <a:pt x="75748" y="11381"/>
                  <a:pt x="75674" y="11094"/>
                  <a:pt x="75531" y="10665"/>
                </a:cubicBezTo>
                <a:cubicBezTo>
                  <a:pt x="75605" y="10596"/>
                  <a:pt x="75748" y="10379"/>
                  <a:pt x="75748" y="10378"/>
                </a:cubicBezTo>
                <a:lnTo>
                  <a:pt x="75748" y="10378"/>
                </a:lnTo>
                <a:cubicBezTo>
                  <a:pt x="75748" y="10379"/>
                  <a:pt x="75605" y="10453"/>
                  <a:pt x="75531" y="10596"/>
                </a:cubicBezTo>
                <a:cubicBezTo>
                  <a:pt x="75387" y="10023"/>
                  <a:pt x="75244" y="9519"/>
                  <a:pt x="75032" y="8803"/>
                </a:cubicBezTo>
                <a:lnTo>
                  <a:pt x="75032" y="8803"/>
                </a:lnTo>
                <a:cubicBezTo>
                  <a:pt x="75176" y="9376"/>
                  <a:pt x="75244" y="10023"/>
                  <a:pt x="75244" y="10665"/>
                </a:cubicBezTo>
                <a:cubicBezTo>
                  <a:pt x="75176" y="10739"/>
                  <a:pt x="75176" y="10883"/>
                  <a:pt x="75101" y="10951"/>
                </a:cubicBezTo>
                <a:cubicBezTo>
                  <a:pt x="74958" y="11094"/>
                  <a:pt x="74889" y="11238"/>
                  <a:pt x="74672" y="11381"/>
                </a:cubicBezTo>
                <a:lnTo>
                  <a:pt x="74672" y="11169"/>
                </a:lnTo>
                <a:cubicBezTo>
                  <a:pt x="74889" y="10808"/>
                  <a:pt x="74958" y="10596"/>
                  <a:pt x="74958" y="10596"/>
                </a:cubicBezTo>
                <a:lnTo>
                  <a:pt x="74958" y="10596"/>
                </a:lnTo>
                <a:lnTo>
                  <a:pt x="74603" y="10951"/>
                </a:lnTo>
                <a:cubicBezTo>
                  <a:pt x="74460" y="10310"/>
                  <a:pt x="74242" y="9519"/>
                  <a:pt x="73956" y="8517"/>
                </a:cubicBezTo>
                <a:lnTo>
                  <a:pt x="73956" y="8517"/>
                </a:lnTo>
                <a:cubicBezTo>
                  <a:pt x="74030" y="8803"/>
                  <a:pt x="74099" y="9164"/>
                  <a:pt x="74099" y="9519"/>
                </a:cubicBezTo>
                <a:cubicBezTo>
                  <a:pt x="74173" y="10023"/>
                  <a:pt x="74242" y="10596"/>
                  <a:pt x="74242" y="11094"/>
                </a:cubicBezTo>
                <a:cubicBezTo>
                  <a:pt x="74173" y="10951"/>
                  <a:pt x="74099" y="10883"/>
                  <a:pt x="73956" y="10739"/>
                </a:cubicBezTo>
                <a:lnTo>
                  <a:pt x="73956" y="10739"/>
                </a:lnTo>
                <a:cubicBezTo>
                  <a:pt x="74099" y="10883"/>
                  <a:pt x="74173" y="11026"/>
                  <a:pt x="74242" y="11238"/>
                </a:cubicBezTo>
                <a:lnTo>
                  <a:pt x="74242" y="11312"/>
                </a:lnTo>
                <a:cubicBezTo>
                  <a:pt x="74030" y="11455"/>
                  <a:pt x="73887" y="11667"/>
                  <a:pt x="73669" y="11885"/>
                </a:cubicBezTo>
                <a:cubicBezTo>
                  <a:pt x="73744" y="11598"/>
                  <a:pt x="73744" y="11312"/>
                  <a:pt x="73744" y="10951"/>
                </a:cubicBezTo>
                <a:lnTo>
                  <a:pt x="73744" y="10951"/>
                </a:lnTo>
                <a:cubicBezTo>
                  <a:pt x="73669" y="11094"/>
                  <a:pt x="73600" y="11238"/>
                  <a:pt x="73526" y="11455"/>
                </a:cubicBezTo>
                <a:cubicBezTo>
                  <a:pt x="73457" y="11312"/>
                  <a:pt x="73457" y="11238"/>
                  <a:pt x="73383" y="11094"/>
                </a:cubicBezTo>
                <a:cubicBezTo>
                  <a:pt x="73744" y="10310"/>
                  <a:pt x="74099" y="9594"/>
                  <a:pt x="74099" y="9519"/>
                </a:cubicBezTo>
                <a:lnTo>
                  <a:pt x="74099" y="9519"/>
                </a:lnTo>
                <a:lnTo>
                  <a:pt x="73383" y="10235"/>
                </a:lnTo>
                <a:cubicBezTo>
                  <a:pt x="73457" y="9519"/>
                  <a:pt x="73526" y="8660"/>
                  <a:pt x="73600" y="7801"/>
                </a:cubicBezTo>
                <a:lnTo>
                  <a:pt x="73600" y="7801"/>
                </a:lnTo>
                <a:cubicBezTo>
                  <a:pt x="73240" y="8448"/>
                  <a:pt x="72953" y="9806"/>
                  <a:pt x="72810" y="11026"/>
                </a:cubicBezTo>
                <a:cubicBezTo>
                  <a:pt x="72667" y="11169"/>
                  <a:pt x="72598" y="11238"/>
                  <a:pt x="72598" y="11381"/>
                </a:cubicBezTo>
                <a:cubicBezTo>
                  <a:pt x="72524" y="11381"/>
                  <a:pt x="72524" y="11381"/>
                  <a:pt x="72524" y="11455"/>
                </a:cubicBezTo>
                <a:cubicBezTo>
                  <a:pt x="72524" y="11381"/>
                  <a:pt x="72455" y="11381"/>
                  <a:pt x="72455" y="11312"/>
                </a:cubicBezTo>
                <a:lnTo>
                  <a:pt x="72455" y="11524"/>
                </a:lnTo>
                <a:cubicBezTo>
                  <a:pt x="72455" y="11598"/>
                  <a:pt x="72455" y="11667"/>
                  <a:pt x="72380" y="11742"/>
                </a:cubicBezTo>
                <a:cubicBezTo>
                  <a:pt x="72380" y="11667"/>
                  <a:pt x="72312" y="11598"/>
                  <a:pt x="72312" y="11524"/>
                </a:cubicBezTo>
                <a:cubicBezTo>
                  <a:pt x="72380" y="10522"/>
                  <a:pt x="72455" y="9307"/>
                  <a:pt x="72598" y="7801"/>
                </a:cubicBezTo>
                <a:lnTo>
                  <a:pt x="72598" y="7801"/>
                </a:lnTo>
                <a:cubicBezTo>
                  <a:pt x="72237" y="8374"/>
                  <a:pt x="72025" y="9451"/>
                  <a:pt x="71808" y="10522"/>
                </a:cubicBezTo>
                <a:cubicBezTo>
                  <a:pt x="71808" y="10453"/>
                  <a:pt x="71739" y="10310"/>
                  <a:pt x="71739" y="10235"/>
                </a:cubicBezTo>
                <a:lnTo>
                  <a:pt x="71739" y="10235"/>
                </a:lnTo>
                <a:cubicBezTo>
                  <a:pt x="71739" y="10379"/>
                  <a:pt x="71808" y="10522"/>
                  <a:pt x="71808" y="10665"/>
                </a:cubicBezTo>
                <a:cubicBezTo>
                  <a:pt x="71739" y="11026"/>
                  <a:pt x="71739" y="11312"/>
                  <a:pt x="71665" y="11598"/>
                </a:cubicBezTo>
                <a:cubicBezTo>
                  <a:pt x="71596" y="11524"/>
                  <a:pt x="71596" y="11455"/>
                  <a:pt x="71521" y="11312"/>
                </a:cubicBezTo>
                <a:cubicBezTo>
                  <a:pt x="71596" y="10522"/>
                  <a:pt x="71665" y="9451"/>
                  <a:pt x="71739" y="8305"/>
                </a:cubicBezTo>
                <a:lnTo>
                  <a:pt x="71739" y="8305"/>
                </a:lnTo>
                <a:cubicBezTo>
                  <a:pt x="71521" y="8735"/>
                  <a:pt x="71309" y="9594"/>
                  <a:pt x="71092" y="10522"/>
                </a:cubicBezTo>
                <a:lnTo>
                  <a:pt x="71092" y="10596"/>
                </a:lnTo>
                <a:cubicBezTo>
                  <a:pt x="70949" y="10167"/>
                  <a:pt x="70805" y="9737"/>
                  <a:pt x="70593" y="9307"/>
                </a:cubicBezTo>
                <a:cubicBezTo>
                  <a:pt x="70593" y="8878"/>
                  <a:pt x="70662" y="8448"/>
                  <a:pt x="70662" y="7944"/>
                </a:cubicBezTo>
                <a:lnTo>
                  <a:pt x="70662" y="7944"/>
                </a:lnTo>
                <a:cubicBezTo>
                  <a:pt x="70593" y="8231"/>
                  <a:pt x="70450" y="8517"/>
                  <a:pt x="70376" y="8878"/>
                </a:cubicBezTo>
                <a:cubicBezTo>
                  <a:pt x="70233" y="8660"/>
                  <a:pt x="70164" y="8448"/>
                  <a:pt x="70021" y="8231"/>
                </a:cubicBezTo>
                <a:lnTo>
                  <a:pt x="70021" y="8231"/>
                </a:lnTo>
                <a:cubicBezTo>
                  <a:pt x="70164" y="8448"/>
                  <a:pt x="70233" y="8735"/>
                  <a:pt x="70307" y="9021"/>
                </a:cubicBezTo>
                <a:cubicBezTo>
                  <a:pt x="70233" y="9233"/>
                  <a:pt x="70164" y="9519"/>
                  <a:pt x="70089" y="9806"/>
                </a:cubicBezTo>
                <a:cubicBezTo>
                  <a:pt x="70021" y="9880"/>
                  <a:pt x="69946" y="10023"/>
                  <a:pt x="69803" y="10092"/>
                </a:cubicBezTo>
                <a:cubicBezTo>
                  <a:pt x="69591" y="9519"/>
                  <a:pt x="69305" y="8878"/>
                  <a:pt x="68944" y="8231"/>
                </a:cubicBezTo>
                <a:lnTo>
                  <a:pt x="68944" y="8231"/>
                </a:lnTo>
                <a:cubicBezTo>
                  <a:pt x="69230" y="8878"/>
                  <a:pt x="69448" y="9594"/>
                  <a:pt x="69660" y="10310"/>
                </a:cubicBezTo>
                <a:cubicBezTo>
                  <a:pt x="69517" y="10453"/>
                  <a:pt x="69373" y="10596"/>
                  <a:pt x="69230" y="10808"/>
                </a:cubicBezTo>
                <a:cubicBezTo>
                  <a:pt x="68944" y="10167"/>
                  <a:pt x="68589" y="9451"/>
                  <a:pt x="68228" y="8735"/>
                </a:cubicBezTo>
                <a:lnTo>
                  <a:pt x="68228" y="8735"/>
                </a:lnTo>
                <a:cubicBezTo>
                  <a:pt x="68514" y="9451"/>
                  <a:pt x="68801" y="10235"/>
                  <a:pt x="68944" y="11026"/>
                </a:cubicBezTo>
                <a:cubicBezTo>
                  <a:pt x="68801" y="11238"/>
                  <a:pt x="68589" y="11381"/>
                  <a:pt x="68446" y="11598"/>
                </a:cubicBezTo>
                <a:cubicBezTo>
                  <a:pt x="68446" y="11455"/>
                  <a:pt x="68371" y="11381"/>
                  <a:pt x="68302" y="11238"/>
                </a:cubicBezTo>
                <a:cubicBezTo>
                  <a:pt x="68371" y="10739"/>
                  <a:pt x="68446" y="10235"/>
                  <a:pt x="68446" y="9737"/>
                </a:cubicBezTo>
                <a:lnTo>
                  <a:pt x="68446" y="9737"/>
                </a:lnTo>
                <a:cubicBezTo>
                  <a:pt x="68302" y="9949"/>
                  <a:pt x="68228" y="10235"/>
                  <a:pt x="68085" y="10596"/>
                </a:cubicBezTo>
                <a:cubicBezTo>
                  <a:pt x="68016" y="10453"/>
                  <a:pt x="68016" y="10310"/>
                  <a:pt x="67942" y="10167"/>
                </a:cubicBezTo>
                <a:lnTo>
                  <a:pt x="67942" y="9949"/>
                </a:lnTo>
                <a:cubicBezTo>
                  <a:pt x="67942" y="9949"/>
                  <a:pt x="67942" y="10023"/>
                  <a:pt x="67873" y="10023"/>
                </a:cubicBezTo>
                <a:cubicBezTo>
                  <a:pt x="67798" y="9806"/>
                  <a:pt x="67655" y="9594"/>
                  <a:pt x="67586" y="9307"/>
                </a:cubicBezTo>
                <a:lnTo>
                  <a:pt x="67586" y="8803"/>
                </a:lnTo>
                <a:cubicBezTo>
                  <a:pt x="67586" y="8878"/>
                  <a:pt x="67512" y="9021"/>
                  <a:pt x="67443" y="9090"/>
                </a:cubicBezTo>
                <a:cubicBezTo>
                  <a:pt x="67369" y="8878"/>
                  <a:pt x="67226" y="8660"/>
                  <a:pt x="67083" y="8448"/>
                </a:cubicBezTo>
                <a:lnTo>
                  <a:pt x="67083" y="8448"/>
                </a:lnTo>
                <a:cubicBezTo>
                  <a:pt x="67226" y="8660"/>
                  <a:pt x="67300" y="8947"/>
                  <a:pt x="67443" y="9233"/>
                </a:cubicBezTo>
                <a:cubicBezTo>
                  <a:pt x="67226" y="9737"/>
                  <a:pt x="67082" y="10453"/>
                  <a:pt x="66939" y="11169"/>
                </a:cubicBezTo>
                <a:cubicBezTo>
                  <a:pt x="66796" y="10665"/>
                  <a:pt x="66653" y="10023"/>
                  <a:pt x="66367" y="9307"/>
                </a:cubicBezTo>
                <a:lnTo>
                  <a:pt x="66367" y="9307"/>
                </a:lnTo>
                <a:cubicBezTo>
                  <a:pt x="66584" y="9949"/>
                  <a:pt x="66653" y="10808"/>
                  <a:pt x="66653" y="11598"/>
                </a:cubicBezTo>
                <a:cubicBezTo>
                  <a:pt x="66584" y="11598"/>
                  <a:pt x="66510" y="11667"/>
                  <a:pt x="66367" y="11810"/>
                </a:cubicBezTo>
                <a:cubicBezTo>
                  <a:pt x="66298" y="11742"/>
                  <a:pt x="66298" y="11667"/>
                  <a:pt x="66223" y="11598"/>
                </a:cubicBezTo>
                <a:cubicBezTo>
                  <a:pt x="66155" y="11524"/>
                  <a:pt x="66155" y="11455"/>
                  <a:pt x="66080" y="11381"/>
                </a:cubicBezTo>
                <a:cubicBezTo>
                  <a:pt x="65937" y="11026"/>
                  <a:pt x="65868" y="10596"/>
                  <a:pt x="65651" y="10167"/>
                </a:cubicBezTo>
                <a:lnTo>
                  <a:pt x="65651" y="10167"/>
                </a:lnTo>
                <a:cubicBezTo>
                  <a:pt x="65794" y="10665"/>
                  <a:pt x="65868" y="11238"/>
                  <a:pt x="65937" y="11810"/>
                </a:cubicBezTo>
                <a:lnTo>
                  <a:pt x="65868" y="11810"/>
                </a:lnTo>
                <a:cubicBezTo>
                  <a:pt x="65725" y="11524"/>
                  <a:pt x="65582" y="11169"/>
                  <a:pt x="65364" y="10808"/>
                </a:cubicBezTo>
                <a:cubicBezTo>
                  <a:pt x="65439" y="10596"/>
                  <a:pt x="65582" y="10378"/>
                  <a:pt x="65651" y="10167"/>
                </a:cubicBezTo>
                <a:cubicBezTo>
                  <a:pt x="66011" y="9519"/>
                  <a:pt x="66223" y="8947"/>
                  <a:pt x="66223" y="8947"/>
                </a:cubicBezTo>
                <a:lnTo>
                  <a:pt x="66223" y="8947"/>
                </a:lnTo>
                <a:cubicBezTo>
                  <a:pt x="66223" y="8947"/>
                  <a:pt x="65582" y="9519"/>
                  <a:pt x="65009" y="10310"/>
                </a:cubicBezTo>
                <a:cubicBezTo>
                  <a:pt x="64935" y="10092"/>
                  <a:pt x="64866" y="9880"/>
                  <a:pt x="64723" y="9737"/>
                </a:cubicBezTo>
                <a:cubicBezTo>
                  <a:pt x="64723" y="9663"/>
                  <a:pt x="64791" y="9663"/>
                  <a:pt x="64791" y="9663"/>
                </a:cubicBezTo>
                <a:lnTo>
                  <a:pt x="64723" y="9663"/>
                </a:lnTo>
                <a:cubicBezTo>
                  <a:pt x="64648" y="9519"/>
                  <a:pt x="64505" y="9308"/>
                  <a:pt x="64436" y="9164"/>
                </a:cubicBezTo>
                <a:lnTo>
                  <a:pt x="64436" y="9164"/>
                </a:lnTo>
                <a:cubicBezTo>
                  <a:pt x="64505" y="9308"/>
                  <a:pt x="64580" y="9519"/>
                  <a:pt x="64648" y="9737"/>
                </a:cubicBezTo>
                <a:cubicBezTo>
                  <a:pt x="64579" y="9806"/>
                  <a:pt x="64362" y="9949"/>
                  <a:pt x="64150" y="10235"/>
                </a:cubicBezTo>
                <a:cubicBezTo>
                  <a:pt x="64150" y="10023"/>
                  <a:pt x="64150" y="9806"/>
                  <a:pt x="64219" y="9594"/>
                </a:cubicBezTo>
                <a:lnTo>
                  <a:pt x="64219" y="9594"/>
                </a:lnTo>
                <a:cubicBezTo>
                  <a:pt x="64007" y="9806"/>
                  <a:pt x="63864" y="10235"/>
                  <a:pt x="63789" y="10596"/>
                </a:cubicBezTo>
                <a:cubicBezTo>
                  <a:pt x="63577" y="10883"/>
                  <a:pt x="63360" y="11094"/>
                  <a:pt x="63148" y="11381"/>
                </a:cubicBezTo>
                <a:lnTo>
                  <a:pt x="63148" y="11312"/>
                </a:lnTo>
                <a:cubicBezTo>
                  <a:pt x="63434" y="10739"/>
                  <a:pt x="63720" y="10310"/>
                  <a:pt x="63720" y="10310"/>
                </a:cubicBezTo>
                <a:lnTo>
                  <a:pt x="63720" y="10310"/>
                </a:lnTo>
                <a:cubicBezTo>
                  <a:pt x="63720" y="10310"/>
                  <a:pt x="63359" y="10522"/>
                  <a:pt x="63004" y="10883"/>
                </a:cubicBezTo>
                <a:lnTo>
                  <a:pt x="63004" y="10739"/>
                </a:lnTo>
                <a:cubicBezTo>
                  <a:pt x="63004" y="10092"/>
                  <a:pt x="63073" y="9451"/>
                  <a:pt x="63148" y="8735"/>
                </a:cubicBezTo>
                <a:lnTo>
                  <a:pt x="63148" y="8735"/>
                </a:lnTo>
                <a:cubicBezTo>
                  <a:pt x="63004" y="8947"/>
                  <a:pt x="62861" y="9376"/>
                  <a:pt x="62718" y="9806"/>
                </a:cubicBezTo>
                <a:cubicBezTo>
                  <a:pt x="62644" y="9451"/>
                  <a:pt x="62500" y="9090"/>
                  <a:pt x="62357" y="8660"/>
                </a:cubicBezTo>
                <a:lnTo>
                  <a:pt x="62357" y="8660"/>
                </a:lnTo>
                <a:cubicBezTo>
                  <a:pt x="62500" y="9164"/>
                  <a:pt x="62575" y="9737"/>
                  <a:pt x="62644" y="10310"/>
                </a:cubicBezTo>
                <a:cubicBezTo>
                  <a:pt x="62500" y="10739"/>
                  <a:pt x="62432" y="11238"/>
                  <a:pt x="62357" y="11667"/>
                </a:cubicBezTo>
                <a:cubicBezTo>
                  <a:pt x="62288" y="11742"/>
                  <a:pt x="62288" y="11810"/>
                  <a:pt x="62214" y="11885"/>
                </a:cubicBezTo>
                <a:lnTo>
                  <a:pt x="62214" y="11742"/>
                </a:lnTo>
                <a:cubicBezTo>
                  <a:pt x="62214" y="11094"/>
                  <a:pt x="62288" y="10310"/>
                  <a:pt x="62357" y="9519"/>
                </a:cubicBezTo>
                <a:lnTo>
                  <a:pt x="62357" y="9519"/>
                </a:lnTo>
                <a:cubicBezTo>
                  <a:pt x="62214" y="9806"/>
                  <a:pt x="62002" y="10310"/>
                  <a:pt x="61928" y="10808"/>
                </a:cubicBezTo>
                <a:cubicBezTo>
                  <a:pt x="61859" y="10739"/>
                  <a:pt x="61859" y="10665"/>
                  <a:pt x="61859" y="10596"/>
                </a:cubicBezTo>
                <a:lnTo>
                  <a:pt x="62002" y="10310"/>
                </a:lnTo>
                <a:lnTo>
                  <a:pt x="62002" y="10310"/>
                </a:lnTo>
                <a:cubicBezTo>
                  <a:pt x="62002" y="10310"/>
                  <a:pt x="61928" y="10379"/>
                  <a:pt x="61784" y="10453"/>
                </a:cubicBezTo>
                <a:cubicBezTo>
                  <a:pt x="61716" y="10310"/>
                  <a:pt x="61716" y="10167"/>
                  <a:pt x="61641" y="10023"/>
                </a:cubicBezTo>
                <a:lnTo>
                  <a:pt x="61641" y="10023"/>
                </a:lnTo>
                <a:cubicBezTo>
                  <a:pt x="61641" y="10167"/>
                  <a:pt x="61716" y="10310"/>
                  <a:pt x="61716" y="10522"/>
                </a:cubicBezTo>
                <a:cubicBezTo>
                  <a:pt x="61641" y="10596"/>
                  <a:pt x="61429" y="10739"/>
                  <a:pt x="61286" y="10951"/>
                </a:cubicBezTo>
                <a:lnTo>
                  <a:pt x="61286" y="10665"/>
                </a:lnTo>
                <a:cubicBezTo>
                  <a:pt x="61286" y="10739"/>
                  <a:pt x="61212" y="10808"/>
                  <a:pt x="61212" y="10883"/>
                </a:cubicBezTo>
                <a:cubicBezTo>
                  <a:pt x="61212" y="10808"/>
                  <a:pt x="61143" y="10808"/>
                  <a:pt x="61143" y="10739"/>
                </a:cubicBezTo>
                <a:cubicBezTo>
                  <a:pt x="61572" y="9949"/>
                  <a:pt x="61859" y="9233"/>
                  <a:pt x="61859" y="9233"/>
                </a:cubicBezTo>
                <a:lnTo>
                  <a:pt x="61859" y="9233"/>
                </a:lnTo>
                <a:cubicBezTo>
                  <a:pt x="61859" y="9233"/>
                  <a:pt x="61498" y="9663"/>
                  <a:pt x="61000" y="10167"/>
                </a:cubicBezTo>
                <a:cubicBezTo>
                  <a:pt x="60925" y="9880"/>
                  <a:pt x="60782" y="9594"/>
                  <a:pt x="60713" y="9308"/>
                </a:cubicBezTo>
                <a:lnTo>
                  <a:pt x="60713" y="9308"/>
                </a:lnTo>
                <a:cubicBezTo>
                  <a:pt x="60782" y="9594"/>
                  <a:pt x="60857" y="9949"/>
                  <a:pt x="60925" y="10310"/>
                </a:cubicBezTo>
                <a:cubicBezTo>
                  <a:pt x="60857" y="10310"/>
                  <a:pt x="60857" y="10310"/>
                  <a:pt x="60857" y="10378"/>
                </a:cubicBezTo>
                <a:cubicBezTo>
                  <a:pt x="60782" y="10167"/>
                  <a:pt x="60639" y="10023"/>
                  <a:pt x="60570" y="9880"/>
                </a:cubicBezTo>
                <a:lnTo>
                  <a:pt x="60570" y="9880"/>
                </a:lnTo>
                <a:cubicBezTo>
                  <a:pt x="60639" y="10023"/>
                  <a:pt x="60713" y="10235"/>
                  <a:pt x="60782" y="10378"/>
                </a:cubicBezTo>
                <a:cubicBezTo>
                  <a:pt x="60713" y="10522"/>
                  <a:pt x="60570" y="10665"/>
                  <a:pt x="60496" y="10808"/>
                </a:cubicBezTo>
                <a:cubicBezTo>
                  <a:pt x="60427" y="10665"/>
                  <a:pt x="60353" y="10522"/>
                  <a:pt x="60284" y="10310"/>
                </a:cubicBezTo>
                <a:cubicBezTo>
                  <a:pt x="60246" y="10272"/>
                  <a:pt x="60227" y="10217"/>
                  <a:pt x="60209" y="10162"/>
                </a:cubicBezTo>
                <a:lnTo>
                  <a:pt x="60209" y="10162"/>
                </a:lnTo>
                <a:cubicBezTo>
                  <a:pt x="60209" y="10164"/>
                  <a:pt x="60209" y="10165"/>
                  <a:pt x="60209" y="10167"/>
                </a:cubicBezTo>
                <a:lnTo>
                  <a:pt x="59997" y="9737"/>
                </a:lnTo>
                <a:cubicBezTo>
                  <a:pt x="60352" y="8947"/>
                  <a:pt x="60639" y="8305"/>
                  <a:pt x="60639" y="8305"/>
                </a:cubicBezTo>
                <a:lnTo>
                  <a:pt x="60639" y="8305"/>
                </a:lnTo>
                <a:lnTo>
                  <a:pt x="60209" y="8735"/>
                </a:lnTo>
                <a:cubicBezTo>
                  <a:pt x="60352" y="8517"/>
                  <a:pt x="60427" y="8305"/>
                  <a:pt x="60427" y="8305"/>
                </a:cubicBezTo>
                <a:lnTo>
                  <a:pt x="60427" y="8305"/>
                </a:lnTo>
                <a:cubicBezTo>
                  <a:pt x="60427" y="8305"/>
                  <a:pt x="60066" y="8660"/>
                  <a:pt x="59637" y="9164"/>
                </a:cubicBezTo>
                <a:cubicBezTo>
                  <a:pt x="59493" y="9376"/>
                  <a:pt x="59281" y="9594"/>
                  <a:pt x="59138" y="9806"/>
                </a:cubicBezTo>
                <a:cubicBezTo>
                  <a:pt x="59138" y="9663"/>
                  <a:pt x="59138" y="9519"/>
                  <a:pt x="59207" y="9376"/>
                </a:cubicBezTo>
                <a:cubicBezTo>
                  <a:pt x="59350" y="9021"/>
                  <a:pt x="59493" y="8735"/>
                  <a:pt x="59493" y="8735"/>
                </a:cubicBezTo>
                <a:lnTo>
                  <a:pt x="59493" y="8735"/>
                </a:lnTo>
                <a:cubicBezTo>
                  <a:pt x="59493" y="8735"/>
                  <a:pt x="59350" y="8803"/>
                  <a:pt x="59207" y="8947"/>
                </a:cubicBezTo>
                <a:cubicBezTo>
                  <a:pt x="59207" y="8660"/>
                  <a:pt x="59281" y="8374"/>
                  <a:pt x="59281" y="8019"/>
                </a:cubicBezTo>
                <a:lnTo>
                  <a:pt x="59281" y="8019"/>
                </a:lnTo>
                <a:cubicBezTo>
                  <a:pt x="59138" y="8374"/>
                  <a:pt x="58995" y="8803"/>
                  <a:pt x="58852" y="9376"/>
                </a:cubicBezTo>
                <a:cubicBezTo>
                  <a:pt x="58709" y="9519"/>
                  <a:pt x="58566" y="9663"/>
                  <a:pt x="58491" y="9806"/>
                </a:cubicBezTo>
                <a:lnTo>
                  <a:pt x="58491" y="9451"/>
                </a:lnTo>
                <a:cubicBezTo>
                  <a:pt x="58422" y="9594"/>
                  <a:pt x="58279" y="9880"/>
                  <a:pt x="58205" y="10092"/>
                </a:cubicBezTo>
                <a:lnTo>
                  <a:pt x="58205" y="10167"/>
                </a:lnTo>
                <a:cubicBezTo>
                  <a:pt x="58205" y="10092"/>
                  <a:pt x="58136" y="10023"/>
                  <a:pt x="58136" y="9949"/>
                </a:cubicBezTo>
                <a:lnTo>
                  <a:pt x="58136" y="9949"/>
                </a:lnTo>
                <a:cubicBezTo>
                  <a:pt x="58136" y="9963"/>
                  <a:pt x="58136" y="9976"/>
                  <a:pt x="58136" y="9989"/>
                </a:cubicBezTo>
                <a:lnTo>
                  <a:pt x="58136" y="9989"/>
                </a:lnTo>
                <a:cubicBezTo>
                  <a:pt x="58037" y="9724"/>
                  <a:pt x="57938" y="9425"/>
                  <a:pt x="57838" y="9094"/>
                </a:cubicBezTo>
                <a:lnTo>
                  <a:pt x="57838" y="9094"/>
                </a:lnTo>
                <a:cubicBezTo>
                  <a:pt x="57940" y="9488"/>
                  <a:pt x="57993" y="9960"/>
                  <a:pt x="57993" y="10378"/>
                </a:cubicBezTo>
                <a:cubicBezTo>
                  <a:pt x="57850" y="10665"/>
                  <a:pt x="57706" y="10883"/>
                  <a:pt x="57563" y="11169"/>
                </a:cubicBezTo>
                <a:cubicBezTo>
                  <a:pt x="57563" y="10808"/>
                  <a:pt x="57420" y="10310"/>
                  <a:pt x="57346" y="9806"/>
                </a:cubicBezTo>
                <a:cubicBezTo>
                  <a:pt x="57346" y="9451"/>
                  <a:pt x="57420" y="9090"/>
                  <a:pt x="57420" y="8660"/>
                </a:cubicBezTo>
                <a:lnTo>
                  <a:pt x="57420" y="8660"/>
                </a:lnTo>
                <a:cubicBezTo>
                  <a:pt x="57346" y="8803"/>
                  <a:pt x="57277" y="9021"/>
                  <a:pt x="57202" y="9233"/>
                </a:cubicBezTo>
                <a:cubicBezTo>
                  <a:pt x="57059" y="8803"/>
                  <a:pt x="56990" y="8448"/>
                  <a:pt x="56847" y="7944"/>
                </a:cubicBezTo>
                <a:lnTo>
                  <a:pt x="56847" y="7944"/>
                </a:lnTo>
                <a:cubicBezTo>
                  <a:pt x="56916" y="8374"/>
                  <a:pt x="56990" y="8878"/>
                  <a:pt x="57059" y="9376"/>
                </a:cubicBezTo>
                <a:cubicBezTo>
                  <a:pt x="56916" y="8947"/>
                  <a:pt x="56773" y="8448"/>
                  <a:pt x="56630" y="7876"/>
                </a:cubicBezTo>
                <a:lnTo>
                  <a:pt x="56630" y="7876"/>
                </a:lnTo>
                <a:cubicBezTo>
                  <a:pt x="56773" y="8591"/>
                  <a:pt x="56847" y="9519"/>
                  <a:pt x="56847" y="10310"/>
                </a:cubicBezTo>
                <a:lnTo>
                  <a:pt x="56847" y="10453"/>
                </a:lnTo>
                <a:cubicBezTo>
                  <a:pt x="56630" y="9737"/>
                  <a:pt x="56274" y="9021"/>
                  <a:pt x="55845" y="8374"/>
                </a:cubicBezTo>
                <a:lnTo>
                  <a:pt x="55845" y="8374"/>
                </a:lnTo>
                <a:cubicBezTo>
                  <a:pt x="56200" y="9021"/>
                  <a:pt x="56418" y="9880"/>
                  <a:pt x="56630" y="10665"/>
                </a:cubicBezTo>
                <a:cubicBezTo>
                  <a:pt x="56486" y="10739"/>
                  <a:pt x="56418" y="10808"/>
                  <a:pt x="56274" y="10951"/>
                </a:cubicBezTo>
                <a:lnTo>
                  <a:pt x="56274" y="10739"/>
                </a:lnTo>
                <a:cubicBezTo>
                  <a:pt x="56343" y="10665"/>
                  <a:pt x="56418" y="10522"/>
                  <a:pt x="56418" y="10522"/>
                </a:cubicBezTo>
                <a:lnTo>
                  <a:pt x="56418" y="10522"/>
                </a:lnTo>
                <a:cubicBezTo>
                  <a:pt x="56418" y="10522"/>
                  <a:pt x="56343" y="10596"/>
                  <a:pt x="56200" y="10665"/>
                </a:cubicBezTo>
                <a:cubicBezTo>
                  <a:pt x="56200" y="10522"/>
                  <a:pt x="56200" y="10378"/>
                  <a:pt x="56131" y="10235"/>
                </a:cubicBezTo>
                <a:cubicBezTo>
                  <a:pt x="56200" y="10167"/>
                  <a:pt x="56274" y="10023"/>
                  <a:pt x="56274" y="10023"/>
                </a:cubicBezTo>
                <a:lnTo>
                  <a:pt x="56274" y="10023"/>
                </a:lnTo>
                <a:lnTo>
                  <a:pt x="56131" y="10167"/>
                </a:lnTo>
                <a:cubicBezTo>
                  <a:pt x="55988" y="9594"/>
                  <a:pt x="55845" y="9021"/>
                  <a:pt x="55627" y="8305"/>
                </a:cubicBezTo>
                <a:lnTo>
                  <a:pt x="55627" y="8305"/>
                </a:lnTo>
                <a:cubicBezTo>
                  <a:pt x="55770" y="8947"/>
                  <a:pt x="55845" y="9663"/>
                  <a:pt x="55845" y="10378"/>
                </a:cubicBezTo>
                <a:lnTo>
                  <a:pt x="55559" y="10665"/>
                </a:lnTo>
                <a:cubicBezTo>
                  <a:pt x="55415" y="10310"/>
                  <a:pt x="55272" y="10023"/>
                  <a:pt x="55054" y="9737"/>
                </a:cubicBezTo>
                <a:lnTo>
                  <a:pt x="55054" y="9737"/>
                </a:lnTo>
                <a:cubicBezTo>
                  <a:pt x="55198" y="10023"/>
                  <a:pt x="55341" y="10378"/>
                  <a:pt x="55484" y="10739"/>
                </a:cubicBezTo>
                <a:cubicBezTo>
                  <a:pt x="55341" y="10883"/>
                  <a:pt x="55129" y="11094"/>
                  <a:pt x="54986" y="11312"/>
                </a:cubicBezTo>
                <a:cubicBezTo>
                  <a:pt x="54986" y="11169"/>
                  <a:pt x="54911" y="11094"/>
                  <a:pt x="54911" y="11026"/>
                </a:cubicBezTo>
                <a:cubicBezTo>
                  <a:pt x="54911" y="11026"/>
                  <a:pt x="54911" y="10951"/>
                  <a:pt x="54843" y="10951"/>
                </a:cubicBezTo>
                <a:cubicBezTo>
                  <a:pt x="54911" y="10739"/>
                  <a:pt x="54911" y="10453"/>
                  <a:pt x="54911" y="10167"/>
                </a:cubicBezTo>
                <a:cubicBezTo>
                  <a:pt x="54986" y="10092"/>
                  <a:pt x="55054" y="9949"/>
                  <a:pt x="55054" y="9949"/>
                </a:cubicBezTo>
                <a:lnTo>
                  <a:pt x="55054" y="9949"/>
                </a:lnTo>
                <a:lnTo>
                  <a:pt x="54986" y="10023"/>
                </a:lnTo>
                <a:cubicBezTo>
                  <a:pt x="54986" y="9806"/>
                  <a:pt x="54986" y="9594"/>
                  <a:pt x="55054" y="9376"/>
                </a:cubicBezTo>
                <a:lnTo>
                  <a:pt x="55054" y="9376"/>
                </a:lnTo>
                <a:cubicBezTo>
                  <a:pt x="54843" y="9594"/>
                  <a:pt x="54768" y="9949"/>
                  <a:pt x="54625" y="10310"/>
                </a:cubicBezTo>
                <a:cubicBezTo>
                  <a:pt x="54556" y="10310"/>
                  <a:pt x="54556" y="10235"/>
                  <a:pt x="54556" y="10235"/>
                </a:cubicBezTo>
                <a:lnTo>
                  <a:pt x="54339" y="9806"/>
                </a:lnTo>
                <a:cubicBezTo>
                  <a:pt x="54339" y="9307"/>
                  <a:pt x="54413" y="8803"/>
                  <a:pt x="54482" y="8231"/>
                </a:cubicBezTo>
                <a:lnTo>
                  <a:pt x="54482" y="8231"/>
                </a:lnTo>
                <a:cubicBezTo>
                  <a:pt x="54339" y="8448"/>
                  <a:pt x="54195" y="8878"/>
                  <a:pt x="54052" y="9307"/>
                </a:cubicBezTo>
                <a:lnTo>
                  <a:pt x="54052" y="9233"/>
                </a:lnTo>
                <a:lnTo>
                  <a:pt x="54127" y="9021"/>
                </a:lnTo>
                <a:lnTo>
                  <a:pt x="54127" y="9021"/>
                </a:lnTo>
                <a:cubicBezTo>
                  <a:pt x="54127" y="9021"/>
                  <a:pt x="54052" y="9164"/>
                  <a:pt x="53983" y="9164"/>
                </a:cubicBezTo>
                <a:lnTo>
                  <a:pt x="53766" y="9376"/>
                </a:lnTo>
                <a:cubicBezTo>
                  <a:pt x="53840" y="8735"/>
                  <a:pt x="53840" y="8087"/>
                  <a:pt x="53909" y="7303"/>
                </a:cubicBezTo>
                <a:lnTo>
                  <a:pt x="53909" y="7303"/>
                </a:lnTo>
                <a:cubicBezTo>
                  <a:pt x="53623" y="7801"/>
                  <a:pt x="53411" y="8878"/>
                  <a:pt x="53267" y="9880"/>
                </a:cubicBezTo>
                <a:lnTo>
                  <a:pt x="53193" y="9949"/>
                </a:lnTo>
                <a:cubicBezTo>
                  <a:pt x="53193" y="9949"/>
                  <a:pt x="53124" y="9949"/>
                  <a:pt x="53124" y="9880"/>
                </a:cubicBezTo>
                <a:cubicBezTo>
                  <a:pt x="53193" y="9090"/>
                  <a:pt x="53267" y="8162"/>
                  <a:pt x="53336" y="7160"/>
                </a:cubicBezTo>
                <a:lnTo>
                  <a:pt x="53336" y="7160"/>
                </a:lnTo>
                <a:cubicBezTo>
                  <a:pt x="53050" y="7658"/>
                  <a:pt x="52838" y="8660"/>
                  <a:pt x="52695" y="9663"/>
                </a:cubicBezTo>
                <a:lnTo>
                  <a:pt x="52477" y="9880"/>
                </a:lnTo>
                <a:lnTo>
                  <a:pt x="52265" y="10092"/>
                </a:lnTo>
                <a:cubicBezTo>
                  <a:pt x="52334" y="9376"/>
                  <a:pt x="52408" y="8517"/>
                  <a:pt x="52477" y="7658"/>
                </a:cubicBezTo>
                <a:lnTo>
                  <a:pt x="52477" y="7658"/>
                </a:lnTo>
                <a:cubicBezTo>
                  <a:pt x="52191" y="8087"/>
                  <a:pt x="51979" y="9021"/>
                  <a:pt x="51836" y="9949"/>
                </a:cubicBezTo>
                <a:cubicBezTo>
                  <a:pt x="51761" y="9880"/>
                  <a:pt x="51692" y="9806"/>
                  <a:pt x="51692" y="9737"/>
                </a:cubicBezTo>
                <a:cubicBezTo>
                  <a:pt x="51549" y="9451"/>
                  <a:pt x="51475" y="9164"/>
                  <a:pt x="51332" y="8878"/>
                </a:cubicBezTo>
                <a:cubicBezTo>
                  <a:pt x="51618" y="8162"/>
                  <a:pt x="51904" y="7372"/>
                  <a:pt x="52122" y="6799"/>
                </a:cubicBezTo>
                <a:cubicBezTo>
                  <a:pt x="52408" y="6157"/>
                  <a:pt x="52551" y="5728"/>
                  <a:pt x="52552" y="5728"/>
                </a:cubicBezTo>
                <a:lnTo>
                  <a:pt x="52552" y="5728"/>
                </a:lnTo>
                <a:cubicBezTo>
                  <a:pt x="52551" y="5728"/>
                  <a:pt x="52334" y="6014"/>
                  <a:pt x="51979" y="6444"/>
                </a:cubicBezTo>
                <a:cubicBezTo>
                  <a:pt x="51979" y="6369"/>
                  <a:pt x="52047" y="6226"/>
                  <a:pt x="52047" y="6226"/>
                </a:cubicBezTo>
                <a:lnTo>
                  <a:pt x="52047" y="6226"/>
                </a:lnTo>
                <a:cubicBezTo>
                  <a:pt x="52047" y="6226"/>
                  <a:pt x="51406" y="6873"/>
                  <a:pt x="50833" y="7801"/>
                </a:cubicBezTo>
                <a:cubicBezTo>
                  <a:pt x="50616" y="8087"/>
                  <a:pt x="50472" y="8374"/>
                  <a:pt x="50329" y="8660"/>
                </a:cubicBezTo>
                <a:cubicBezTo>
                  <a:pt x="50616" y="7944"/>
                  <a:pt x="50902" y="7085"/>
                  <a:pt x="51120" y="6512"/>
                </a:cubicBezTo>
                <a:cubicBezTo>
                  <a:pt x="51406" y="5940"/>
                  <a:pt x="51549" y="5510"/>
                  <a:pt x="51549" y="5510"/>
                </a:cubicBezTo>
                <a:lnTo>
                  <a:pt x="51549" y="5510"/>
                </a:lnTo>
                <a:cubicBezTo>
                  <a:pt x="51549" y="5510"/>
                  <a:pt x="50547" y="6587"/>
                  <a:pt x="49900" y="7801"/>
                </a:cubicBezTo>
                <a:lnTo>
                  <a:pt x="49900" y="7732"/>
                </a:lnTo>
                <a:cubicBezTo>
                  <a:pt x="50043" y="7446"/>
                  <a:pt x="50260" y="7085"/>
                  <a:pt x="50260" y="7085"/>
                </a:cubicBezTo>
                <a:lnTo>
                  <a:pt x="50260" y="7085"/>
                </a:lnTo>
                <a:cubicBezTo>
                  <a:pt x="50260" y="7085"/>
                  <a:pt x="50043" y="7228"/>
                  <a:pt x="49831" y="7515"/>
                </a:cubicBezTo>
                <a:cubicBezTo>
                  <a:pt x="49613" y="7732"/>
                  <a:pt x="49401" y="7944"/>
                  <a:pt x="49184" y="8231"/>
                </a:cubicBezTo>
                <a:cubicBezTo>
                  <a:pt x="49184" y="8231"/>
                  <a:pt x="49184" y="8162"/>
                  <a:pt x="49115" y="8087"/>
                </a:cubicBezTo>
                <a:cubicBezTo>
                  <a:pt x="49041" y="7515"/>
                  <a:pt x="48897" y="6873"/>
                  <a:pt x="48685" y="6014"/>
                </a:cubicBezTo>
                <a:cubicBezTo>
                  <a:pt x="48829" y="5728"/>
                  <a:pt x="49040" y="5224"/>
                  <a:pt x="49041" y="5224"/>
                </a:cubicBezTo>
                <a:lnTo>
                  <a:pt x="49041" y="5224"/>
                </a:lnTo>
                <a:cubicBezTo>
                  <a:pt x="49040" y="5224"/>
                  <a:pt x="48754" y="5510"/>
                  <a:pt x="48611" y="5728"/>
                </a:cubicBezTo>
                <a:cubicBezTo>
                  <a:pt x="48543" y="5585"/>
                  <a:pt x="48542" y="5369"/>
                  <a:pt x="48469" y="5226"/>
                </a:cubicBezTo>
                <a:lnTo>
                  <a:pt x="48469" y="5226"/>
                </a:lnTo>
                <a:cubicBezTo>
                  <a:pt x="48542" y="5369"/>
                  <a:pt x="48542" y="5585"/>
                  <a:pt x="48542" y="5728"/>
                </a:cubicBezTo>
                <a:lnTo>
                  <a:pt x="48399" y="6014"/>
                </a:lnTo>
                <a:cubicBezTo>
                  <a:pt x="48325" y="5940"/>
                  <a:pt x="48325" y="5796"/>
                  <a:pt x="48325" y="5728"/>
                </a:cubicBezTo>
                <a:lnTo>
                  <a:pt x="48325" y="6014"/>
                </a:lnTo>
                <a:cubicBezTo>
                  <a:pt x="48181" y="6226"/>
                  <a:pt x="48038" y="6369"/>
                  <a:pt x="47895" y="6587"/>
                </a:cubicBezTo>
                <a:cubicBezTo>
                  <a:pt x="47826" y="6157"/>
                  <a:pt x="47683" y="5585"/>
                  <a:pt x="47540" y="5012"/>
                </a:cubicBezTo>
                <a:lnTo>
                  <a:pt x="47540" y="5012"/>
                </a:lnTo>
                <a:cubicBezTo>
                  <a:pt x="47609" y="5585"/>
                  <a:pt x="47683" y="6226"/>
                  <a:pt x="47752" y="6873"/>
                </a:cubicBezTo>
                <a:cubicBezTo>
                  <a:pt x="47465" y="7372"/>
                  <a:pt x="47110" y="7876"/>
                  <a:pt x="46967" y="8448"/>
                </a:cubicBezTo>
                <a:cubicBezTo>
                  <a:pt x="46967" y="8591"/>
                  <a:pt x="46893" y="8735"/>
                  <a:pt x="46824" y="8878"/>
                </a:cubicBezTo>
                <a:cubicBezTo>
                  <a:pt x="46824" y="8878"/>
                  <a:pt x="46824" y="8947"/>
                  <a:pt x="46749" y="8947"/>
                </a:cubicBezTo>
                <a:cubicBezTo>
                  <a:pt x="46824" y="8591"/>
                  <a:pt x="46824" y="8231"/>
                  <a:pt x="46893" y="7876"/>
                </a:cubicBezTo>
                <a:lnTo>
                  <a:pt x="46893" y="7876"/>
                </a:lnTo>
                <a:cubicBezTo>
                  <a:pt x="46824" y="8019"/>
                  <a:pt x="46681" y="8231"/>
                  <a:pt x="46606" y="8374"/>
                </a:cubicBezTo>
                <a:cubicBezTo>
                  <a:pt x="46538" y="7876"/>
                  <a:pt x="46394" y="7303"/>
                  <a:pt x="46177" y="6587"/>
                </a:cubicBezTo>
                <a:lnTo>
                  <a:pt x="46177" y="6587"/>
                </a:lnTo>
                <a:cubicBezTo>
                  <a:pt x="46320" y="7303"/>
                  <a:pt x="46394" y="8231"/>
                  <a:pt x="46463" y="9090"/>
                </a:cubicBezTo>
                <a:cubicBezTo>
                  <a:pt x="46394" y="9164"/>
                  <a:pt x="46394" y="9233"/>
                  <a:pt x="46394" y="9376"/>
                </a:cubicBezTo>
                <a:lnTo>
                  <a:pt x="46320" y="9376"/>
                </a:lnTo>
                <a:cubicBezTo>
                  <a:pt x="46251" y="9307"/>
                  <a:pt x="46251" y="9233"/>
                  <a:pt x="46251" y="9164"/>
                </a:cubicBezTo>
                <a:cubicBezTo>
                  <a:pt x="46251" y="8878"/>
                  <a:pt x="46320" y="8591"/>
                  <a:pt x="46320" y="8305"/>
                </a:cubicBezTo>
                <a:lnTo>
                  <a:pt x="46320" y="8305"/>
                </a:lnTo>
                <a:lnTo>
                  <a:pt x="46108" y="8735"/>
                </a:lnTo>
                <a:cubicBezTo>
                  <a:pt x="46034" y="8517"/>
                  <a:pt x="45965" y="8305"/>
                  <a:pt x="45890" y="8162"/>
                </a:cubicBezTo>
                <a:lnTo>
                  <a:pt x="45890" y="8374"/>
                </a:lnTo>
                <a:lnTo>
                  <a:pt x="45890" y="8803"/>
                </a:lnTo>
                <a:lnTo>
                  <a:pt x="45890" y="9307"/>
                </a:lnTo>
                <a:cubicBezTo>
                  <a:pt x="45890" y="9307"/>
                  <a:pt x="45890" y="9234"/>
                  <a:pt x="45823" y="9165"/>
                </a:cubicBezTo>
                <a:lnTo>
                  <a:pt x="45823" y="9165"/>
                </a:lnTo>
                <a:cubicBezTo>
                  <a:pt x="45890" y="9234"/>
                  <a:pt x="45890" y="9308"/>
                  <a:pt x="45890" y="9376"/>
                </a:cubicBezTo>
                <a:lnTo>
                  <a:pt x="45890" y="9519"/>
                </a:lnTo>
                <a:cubicBezTo>
                  <a:pt x="45890" y="9451"/>
                  <a:pt x="45822" y="9307"/>
                  <a:pt x="45822" y="9164"/>
                </a:cubicBezTo>
                <a:cubicBezTo>
                  <a:pt x="45747" y="8305"/>
                  <a:pt x="45535" y="7228"/>
                  <a:pt x="45174" y="5728"/>
                </a:cubicBezTo>
                <a:cubicBezTo>
                  <a:pt x="45249" y="5510"/>
                  <a:pt x="45249" y="5224"/>
                  <a:pt x="45249" y="5012"/>
                </a:cubicBezTo>
                <a:lnTo>
                  <a:pt x="45249" y="5012"/>
                </a:lnTo>
                <a:cubicBezTo>
                  <a:pt x="45249" y="5081"/>
                  <a:pt x="45174" y="5224"/>
                  <a:pt x="45106" y="5367"/>
                </a:cubicBezTo>
                <a:cubicBezTo>
                  <a:pt x="45174" y="5012"/>
                  <a:pt x="45174" y="4725"/>
                  <a:pt x="45174" y="4439"/>
                </a:cubicBezTo>
                <a:lnTo>
                  <a:pt x="45174" y="4439"/>
                </a:lnTo>
                <a:cubicBezTo>
                  <a:pt x="45106" y="4508"/>
                  <a:pt x="45031" y="4725"/>
                  <a:pt x="45031" y="4869"/>
                </a:cubicBezTo>
                <a:cubicBezTo>
                  <a:pt x="44962" y="4794"/>
                  <a:pt x="44962" y="4794"/>
                  <a:pt x="44962" y="4725"/>
                </a:cubicBezTo>
                <a:lnTo>
                  <a:pt x="44962" y="4937"/>
                </a:lnTo>
                <a:cubicBezTo>
                  <a:pt x="44676" y="5796"/>
                  <a:pt x="44458" y="7228"/>
                  <a:pt x="44315" y="8448"/>
                </a:cubicBezTo>
                <a:lnTo>
                  <a:pt x="43960" y="8803"/>
                </a:lnTo>
                <a:cubicBezTo>
                  <a:pt x="44029" y="7589"/>
                  <a:pt x="44172" y="6014"/>
                  <a:pt x="44315" y="4221"/>
                </a:cubicBezTo>
                <a:lnTo>
                  <a:pt x="44315" y="4221"/>
                </a:lnTo>
                <a:cubicBezTo>
                  <a:pt x="43886" y="5012"/>
                  <a:pt x="43599" y="6730"/>
                  <a:pt x="43387" y="8305"/>
                </a:cubicBezTo>
                <a:cubicBezTo>
                  <a:pt x="43387" y="8231"/>
                  <a:pt x="43313" y="8162"/>
                  <a:pt x="43313" y="8088"/>
                </a:cubicBezTo>
                <a:lnTo>
                  <a:pt x="43313" y="8088"/>
                </a:lnTo>
                <a:cubicBezTo>
                  <a:pt x="43313" y="8163"/>
                  <a:pt x="43387" y="8305"/>
                  <a:pt x="43387" y="8374"/>
                </a:cubicBezTo>
                <a:cubicBezTo>
                  <a:pt x="43387" y="8591"/>
                  <a:pt x="43313" y="8878"/>
                  <a:pt x="43313" y="9090"/>
                </a:cubicBezTo>
                <a:cubicBezTo>
                  <a:pt x="43244" y="8947"/>
                  <a:pt x="43244" y="8878"/>
                  <a:pt x="43170" y="8735"/>
                </a:cubicBezTo>
                <a:lnTo>
                  <a:pt x="42740" y="7446"/>
                </a:lnTo>
                <a:cubicBezTo>
                  <a:pt x="42815" y="6942"/>
                  <a:pt x="42815" y="6369"/>
                  <a:pt x="42883" y="5796"/>
                </a:cubicBezTo>
                <a:lnTo>
                  <a:pt x="42883" y="5796"/>
                </a:lnTo>
                <a:cubicBezTo>
                  <a:pt x="42740" y="6014"/>
                  <a:pt x="42671" y="6369"/>
                  <a:pt x="42528" y="6799"/>
                </a:cubicBezTo>
                <a:cubicBezTo>
                  <a:pt x="42385" y="6300"/>
                  <a:pt x="42167" y="5796"/>
                  <a:pt x="41881" y="5298"/>
                </a:cubicBezTo>
                <a:lnTo>
                  <a:pt x="41881" y="5298"/>
                </a:lnTo>
                <a:cubicBezTo>
                  <a:pt x="42099" y="5728"/>
                  <a:pt x="42242" y="6157"/>
                  <a:pt x="42311" y="6656"/>
                </a:cubicBezTo>
                <a:cubicBezTo>
                  <a:pt x="42167" y="6083"/>
                  <a:pt x="41881" y="5510"/>
                  <a:pt x="41669" y="4937"/>
                </a:cubicBezTo>
                <a:cubicBezTo>
                  <a:pt x="41669" y="4582"/>
                  <a:pt x="41669" y="4296"/>
                  <a:pt x="41738" y="3935"/>
                </a:cubicBezTo>
                <a:lnTo>
                  <a:pt x="41738" y="3935"/>
                </a:lnTo>
                <a:cubicBezTo>
                  <a:pt x="41526" y="4296"/>
                  <a:pt x="41383" y="4937"/>
                  <a:pt x="41240" y="5653"/>
                </a:cubicBezTo>
                <a:cubicBezTo>
                  <a:pt x="41096" y="5298"/>
                  <a:pt x="40879" y="4869"/>
                  <a:pt x="40735" y="4508"/>
                </a:cubicBezTo>
                <a:lnTo>
                  <a:pt x="40735" y="4508"/>
                </a:lnTo>
                <a:cubicBezTo>
                  <a:pt x="40879" y="4937"/>
                  <a:pt x="41022" y="5441"/>
                  <a:pt x="41165" y="5940"/>
                </a:cubicBezTo>
                <a:cubicBezTo>
                  <a:pt x="40953" y="6942"/>
                  <a:pt x="40810" y="8087"/>
                  <a:pt x="40735" y="9090"/>
                </a:cubicBezTo>
                <a:cubicBezTo>
                  <a:pt x="40667" y="9021"/>
                  <a:pt x="40667" y="8947"/>
                  <a:pt x="40667" y="8878"/>
                </a:cubicBezTo>
                <a:cubicBezTo>
                  <a:pt x="40667" y="8517"/>
                  <a:pt x="40735" y="8087"/>
                  <a:pt x="40735" y="7732"/>
                </a:cubicBezTo>
                <a:lnTo>
                  <a:pt x="40735" y="7732"/>
                </a:lnTo>
                <a:cubicBezTo>
                  <a:pt x="40667" y="7876"/>
                  <a:pt x="40592" y="8087"/>
                  <a:pt x="40524" y="8305"/>
                </a:cubicBezTo>
                <a:cubicBezTo>
                  <a:pt x="40452" y="8167"/>
                  <a:pt x="40385" y="8029"/>
                  <a:pt x="40381" y="7891"/>
                </a:cubicBezTo>
                <a:lnTo>
                  <a:pt x="40381" y="7891"/>
                </a:lnTo>
                <a:cubicBezTo>
                  <a:pt x="40683" y="7191"/>
                  <a:pt x="40953" y="6656"/>
                  <a:pt x="40953" y="6656"/>
                </a:cubicBezTo>
                <a:lnTo>
                  <a:pt x="40953" y="6656"/>
                </a:lnTo>
                <a:cubicBezTo>
                  <a:pt x="40953" y="6656"/>
                  <a:pt x="40449" y="7085"/>
                  <a:pt x="40020" y="7658"/>
                </a:cubicBezTo>
                <a:cubicBezTo>
                  <a:pt x="39808" y="7160"/>
                  <a:pt x="39590" y="6587"/>
                  <a:pt x="39304" y="6083"/>
                </a:cubicBezTo>
                <a:lnTo>
                  <a:pt x="39304" y="6083"/>
                </a:lnTo>
                <a:cubicBezTo>
                  <a:pt x="39521" y="6587"/>
                  <a:pt x="39664" y="7228"/>
                  <a:pt x="39876" y="7876"/>
                </a:cubicBezTo>
                <a:cubicBezTo>
                  <a:pt x="39733" y="8019"/>
                  <a:pt x="39590" y="8162"/>
                  <a:pt x="39521" y="8374"/>
                </a:cubicBezTo>
                <a:cubicBezTo>
                  <a:pt x="39235" y="7085"/>
                  <a:pt x="38805" y="5585"/>
                  <a:pt x="38158" y="4221"/>
                </a:cubicBezTo>
                <a:lnTo>
                  <a:pt x="38158" y="4221"/>
                </a:lnTo>
                <a:cubicBezTo>
                  <a:pt x="38376" y="4937"/>
                  <a:pt x="38588" y="5796"/>
                  <a:pt x="38805" y="6656"/>
                </a:cubicBezTo>
                <a:cubicBezTo>
                  <a:pt x="38731" y="6730"/>
                  <a:pt x="38301" y="7160"/>
                  <a:pt x="37872" y="7732"/>
                </a:cubicBezTo>
                <a:cubicBezTo>
                  <a:pt x="37728" y="7228"/>
                  <a:pt x="37660" y="6730"/>
                  <a:pt x="37442" y="6157"/>
                </a:cubicBezTo>
                <a:lnTo>
                  <a:pt x="37442" y="6157"/>
                </a:lnTo>
                <a:cubicBezTo>
                  <a:pt x="37585" y="6730"/>
                  <a:pt x="37660" y="7303"/>
                  <a:pt x="37660" y="7944"/>
                </a:cubicBezTo>
                <a:cubicBezTo>
                  <a:pt x="37373" y="8374"/>
                  <a:pt x="37156" y="8803"/>
                  <a:pt x="37013" y="9307"/>
                </a:cubicBezTo>
                <a:cubicBezTo>
                  <a:pt x="36944" y="9376"/>
                  <a:pt x="36944" y="9451"/>
                  <a:pt x="36944" y="9519"/>
                </a:cubicBezTo>
                <a:lnTo>
                  <a:pt x="36944" y="9451"/>
                </a:lnTo>
                <a:cubicBezTo>
                  <a:pt x="36944" y="8735"/>
                  <a:pt x="37013" y="8019"/>
                  <a:pt x="37087" y="7160"/>
                </a:cubicBezTo>
                <a:lnTo>
                  <a:pt x="37087" y="7160"/>
                </a:lnTo>
                <a:cubicBezTo>
                  <a:pt x="36944" y="7446"/>
                  <a:pt x="36801" y="7944"/>
                  <a:pt x="36657" y="8448"/>
                </a:cubicBezTo>
                <a:cubicBezTo>
                  <a:pt x="36583" y="8231"/>
                  <a:pt x="36514" y="7944"/>
                  <a:pt x="36440" y="7658"/>
                </a:cubicBezTo>
                <a:lnTo>
                  <a:pt x="36440" y="7658"/>
                </a:lnTo>
                <a:cubicBezTo>
                  <a:pt x="36514" y="8019"/>
                  <a:pt x="36514" y="8374"/>
                  <a:pt x="36583" y="8735"/>
                </a:cubicBezTo>
                <a:cubicBezTo>
                  <a:pt x="36583" y="8803"/>
                  <a:pt x="36583" y="8803"/>
                  <a:pt x="36514" y="8878"/>
                </a:cubicBezTo>
                <a:cubicBezTo>
                  <a:pt x="36440" y="8517"/>
                  <a:pt x="36297" y="8162"/>
                  <a:pt x="36228" y="7732"/>
                </a:cubicBezTo>
                <a:lnTo>
                  <a:pt x="36228" y="7732"/>
                </a:lnTo>
                <a:cubicBezTo>
                  <a:pt x="36297" y="8231"/>
                  <a:pt x="36371" y="8735"/>
                  <a:pt x="36440" y="9307"/>
                </a:cubicBezTo>
                <a:cubicBezTo>
                  <a:pt x="36371" y="9376"/>
                  <a:pt x="36297" y="9519"/>
                  <a:pt x="36297" y="9594"/>
                </a:cubicBezTo>
                <a:cubicBezTo>
                  <a:pt x="36153" y="9233"/>
                  <a:pt x="36085" y="8878"/>
                  <a:pt x="35941" y="8517"/>
                </a:cubicBezTo>
                <a:cubicBezTo>
                  <a:pt x="35941" y="8374"/>
                  <a:pt x="35941" y="8231"/>
                  <a:pt x="36010" y="8087"/>
                </a:cubicBezTo>
                <a:cubicBezTo>
                  <a:pt x="36228" y="7589"/>
                  <a:pt x="36371" y="7303"/>
                  <a:pt x="36371" y="7303"/>
                </a:cubicBezTo>
                <a:lnTo>
                  <a:pt x="36371" y="7303"/>
                </a:lnTo>
                <a:cubicBezTo>
                  <a:pt x="36371" y="7303"/>
                  <a:pt x="36228" y="7446"/>
                  <a:pt x="36010" y="7589"/>
                </a:cubicBezTo>
                <a:cubicBezTo>
                  <a:pt x="36010" y="7446"/>
                  <a:pt x="36010" y="7228"/>
                  <a:pt x="36085" y="7016"/>
                </a:cubicBezTo>
                <a:cubicBezTo>
                  <a:pt x="36514" y="5797"/>
                  <a:pt x="37012" y="4651"/>
                  <a:pt x="37013" y="4651"/>
                </a:cubicBezTo>
                <a:lnTo>
                  <a:pt x="37013" y="4651"/>
                </a:lnTo>
                <a:cubicBezTo>
                  <a:pt x="37012" y="4651"/>
                  <a:pt x="36869" y="4794"/>
                  <a:pt x="36657" y="5080"/>
                </a:cubicBezTo>
                <a:cubicBezTo>
                  <a:pt x="36726" y="4937"/>
                  <a:pt x="36801" y="4725"/>
                  <a:pt x="36801" y="4725"/>
                </a:cubicBezTo>
                <a:lnTo>
                  <a:pt x="36801" y="4725"/>
                </a:lnTo>
                <a:cubicBezTo>
                  <a:pt x="36801" y="4725"/>
                  <a:pt x="36657" y="4869"/>
                  <a:pt x="36440" y="5155"/>
                </a:cubicBezTo>
                <a:cubicBezTo>
                  <a:pt x="36583" y="4794"/>
                  <a:pt x="36801" y="4296"/>
                  <a:pt x="36801" y="4296"/>
                </a:cubicBezTo>
                <a:lnTo>
                  <a:pt x="36801" y="4296"/>
                </a:lnTo>
                <a:cubicBezTo>
                  <a:pt x="36800" y="4296"/>
                  <a:pt x="35867" y="5224"/>
                  <a:pt x="35226" y="6444"/>
                </a:cubicBezTo>
                <a:cubicBezTo>
                  <a:pt x="35151" y="6301"/>
                  <a:pt x="35151" y="6226"/>
                  <a:pt x="35082" y="6083"/>
                </a:cubicBezTo>
                <a:lnTo>
                  <a:pt x="35082" y="6083"/>
                </a:lnTo>
                <a:cubicBezTo>
                  <a:pt x="35151" y="6226"/>
                  <a:pt x="35151" y="6369"/>
                  <a:pt x="35151" y="6444"/>
                </a:cubicBezTo>
                <a:cubicBezTo>
                  <a:pt x="35008" y="6799"/>
                  <a:pt x="34796" y="7160"/>
                  <a:pt x="34722" y="7515"/>
                </a:cubicBezTo>
                <a:cubicBezTo>
                  <a:pt x="34653" y="7801"/>
                  <a:pt x="34510" y="8231"/>
                  <a:pt x="34435" y="8660"/>
                </a:cubicBezTo>
                <a:cubicBezTo>
                  <a:pt x="34435" y="8231"/>
                  <a:pt x="34510" y="7801"/>
                  <a:pt x="34510" y="7372"/>
                </a:cubicBezTo>
                <a:lnTo>
                  <a:pt x="34578" y="7228"/>
                </a:lnTo>
                <a:lnTo>
                  <a:pt x="34510" y="7303"/>
                </a:lnTo>
                <a:cubicBezTo>
                  <a:pt x="34578" y="6873"/>
                  <a:pt x="34578" y="6369"/>
                  <a:pt x="34653" y="5871"/>
                </a:cubicBezTo>
                <a:cubicBezTo>
                  <a:pt x="34721" y="5797"/>
                  <a:pt x="34722" y="5655"/>
                  <a:pt x="34722" y="5653"/>
                </a:cubicBezTo>
                <a:lnTo>
                  <a:pt x="34722" y="5653"/>
                </a:lnTo>
                <a:cubicBezTo>
                  <a:pt x="34722" y="5654"/>
                  <a:pt x="34721" y="5728"/>
                  <a:pt x="34653" y="5728"/>
                </a:cubicBezTo>
                <a:lnTo>
                  <a:pt x="34653" y="5510"/>
                </a:lnTo>
                <a:cubicBezTo>
                  <a:pt x="34653" y="5585"/>
                  <a:pt x="34578" y="5728"/>
                  <a:pt x="34510" y="5871"/>
                </a:cubicBezTo>
                <a:cubicBezTo>
                  <a:pt x="34366" y="6014"/>
                  <a:pt x="34223" y="6226"/>
                  <a:pt x="34006" y="6512"/>
                </a:cubicBezTo>
                <a:cubicBezTo>
                  <a:pt x="33937" y="6444"/>
                  <a:pt x="33937" y="6369"/>
                  <a:pt x="33937" y="6369"/>
                </a:cubicBezTo>
                <a:lnTo>
                  <a:pt x="34080" y="6083"/>
                </a:lnTo>
                <a:lnTo>
                  <a:pt x="33937" y="6226"/>
                </a:lnTo>
                <a:cubicBezTo>
                  <a:pt x="33794" y="5653"/>
                  <a:pt x="33650" y="4937"/>
                  <a:pt x="33433" y="4221"/>
                </a:cubicBezTo>
                <a:lnTo>
                  <a:pt x="33433" y="4221"/>
                </a:lnTo>
                <a:cubicBezTo>
                  <a:pt x="33576" y="4869"/>
                  <a:pt x="33650" y="5728"/>
                  <a:pt x="33650" y="6512"/>
                </a:cubicBezTo>
                <a:cubicBezTo>
                  <a:pt x="33650" y="6587"/>
                  <a:pt x="33576" y="6587"/>
                  <a:pt x="33507" y="6656"/>
                </a:cubicBezTo>
                <a:cubicBezTo>
                  <a:pt x="33433" y="6157"/>
                  <a:pt x="33290" y="5585"/>
                  <a:pt x="33146" y="4937"/>
                </a:cubicBezTo>
                <a:cubicBezTo>
                  <a:pt x="33290" y="4508"/>
                  <a:pt x="33364" y="4365"/>
                  <a:pt x="33433" y="4221"/>
                </a:cubicBezTo>
                <a:lnTo>
                  <a:pt x="33507" y="4078"/>
                </a:lnTo>
                <a:lnTo>
                  <a:pt x="33433" y="4153"/>
                </a:lnTo>
                <a:cubicBezTo>
                  <a:pt x="33364" y="4221"/>
                  <a:pt x="33290" y="4365"/>
                  <a:pt x="33078" y="4582"/>
                </a:cubicBezTo>
                <a:cubicBezTo>
                  <a:pt x="33004" y="4508"/>
                  <a:pt x="33003" y="4366"/>
                  <a:pt x="32935" y="4223"/>
                </a:cubicBezTo>
                <a:lnTo>
                  <a:pt x="32935" y="4223"/>
                </a:lnTo>
                <a:cubicBezTo>
                  <a:pt x="33003" y="4366"/>
                  <a:pt x="33003" y="4508"/>
                  <a:pt x="33003" y="4651"/>
                </a:cubicBezTo>
                <a:lnTo>
                  <a:pt x="32934" y="4725"/>
                </a:lnTo>
                <a:cubicBezTo>
                  <a:pt x="32860" y="4439"/>
                  <a:pt x="32791" y="4153"/>
                  <a:pt x="32648" y="3792"/>
                </a:cubicBezTo>
                <a:lnTo>
                  <a:pt x="32648" y="3792"/>
                </a:lnTo>
                <a:cubicBezTo>
                  <a:pt x="32717" y="4078"/>
                  <a:pt x="32791" y="4508"/>
                  <a:pt x="32860" y="4869"/>
                </a:cubicBezTo>
                <a:cubicBezTo>
                  <a:pt x="32574" y="5155"/>
                  <a:pt x="32287" y="5585"/>
                  <a:pt x="32075" y="6014"/>
                </a:cubicBezTo>
                <a:lnTo>
                  <a:pt x="32075" y="5441"/>
                </a:lnTo>
                <a:cubicBezTo>
                  <a:pt x="32001" y="5585"/>
                  <a:pt x="31932" y="5871"/>
                  <a:pt x="31789" y="6157"/>
                </a:cubicBezTo>
                <a:cubicBezTo>
                  <a:pt x="31715" y="6014"/>
                  <a:pt x="31715" y="5871"/>
                  <a:pt x="31646" y="5728"/>
                </a:cubicBezTo>
                <a:lnTo>
                  <a:pt x="31646" y="5728"/>
                </a:lnTo>
                <a:cubicBezTo>
                  <a:pt x="31646" y="5871"/>
                  <a:pt x="31715" y="6083"/>
                  <a:pt x="31789" y="6226"/>
                </a:cubicBezTo>
                <a:cubicBezTo>
                  <a:pt x="31789" y="6369"/>
                  <a:pt x="31715" y="6512"/>
                  <a:pt x="31646" y="6730"/>
                </a:cubicBezTo>
                <a:cubicBezTo>
                  <a:pt x="31646" y="6799"/>
                  <a:pt x="31571" y="6942"/>
                  <a:pt x="31571" y="7016"/>
                </a:cubicBezTo>
                <a:cubicBezTo>
                  <a:pt x="31428" y="6444"/>
                  <a:pt x="31285" y="5871"/>
                  <a:pt x="31073" y="5155"/>
                </a:cubicBezTo>
                <a:lnTo>
                  <a:pt x="31073" y="5155"/>
                </a:lnTo>
                <a:cubicBezTo>
                  <a:pt x="31216" y="5728"/>
                  <a:pt x="31285" y="6444"/>
                  <a:pt x="31285" y="7085"/>
                </a:cubicBezTo>
                <a:cubicBezTo>
                  <a:pt x="31285" y="7016"/>
                  <a:pt x="31216" y="6873"/>
                  <a:pt x="31142" y="6730"/>
                </a:cubicBezTo>
                <a:lnTo>
                  <a:pt x="31142" y="6730"/>
                </a:lnTo>
                <a:cubicBezTo>
                  <a:pt x="31142" y="7016"/>
                  <a:pt x="31216" y="7372"/>
                  <a:pt x="31216" y="7732"/>
                </a:cubicBezTo>
                <a:cubicBezTo>
                  <a:pt x="31073" y="7085"/>
                  <a:pt x="30930" y="6444"/>
                  <a:pt x="30643" y="5653"/>
                </a:cubicBezTo>
                <a:lnTo>
                  <a:pt x="30643" y="5653"/>
                </a:lnTo>
                <a:cubicBezTo>
                  <a:pt x="30787" y="6157"/>
                  <a:pt x="30855" y="6730"/>
                  <a:pt x="30855" y="7372"/>
                </a:cubicBezTo>
                <a:cubicBezTo>
                  <a:pt x="30787" y="7228"/>
                  <a:pt x="30787" y="7016"/>
                  <a:pt x="30712" y="6799"/>
                </a:cubicBezTo>
                <a:lnTo>
                  <a:pt x="30712" y="6799"/>
                </a:lnTo>
                <a:cubicBezTo>
                  <a:pt x="30712" y="7016"/>
                  <a:pt x="30787" y="7303"/>
                  <a:pt x="30787" y="7515"/>
                </a:cubicBezTo>
                <a:cubicBezTo>
                  <a:pt x="30787" y="7449"/>
                  <a:pt x="30720" y="7379"/>
                  <a:pt x="30654" y="7250"/>
                </a:cubicBezTo>
                <a:lnTo>
                  <a:pt x="30654" y="7250"/>
                </a:lnTo>
                <a:lnTo>
                  <a:pt x="30855" y="7658"/>
                </a:lnTo>
                <a:lnTo>
                  <a:pt x="30855" y="8087"/>
                </a:lnTo>
                <a:cubicBezTo>
                  <a:pt x="30787" y="7658"/>
                  <a:pt x="30643" y="7303"/>
                  <a:pt x="30500" y="6942"/>
                </a:cubicBezTo>
                <a:lnTo>
                  <a:pt x="30500" y="6942"/>
                </a:lnTo>
                <a:cubicBezTo>
                  <a:pt x="30569" y="7372"/>
                  <a:pt x="30569" y="7801"/>
                  <a:pt x="30569" y="8374"/>
                </a:cubicBezTo>
                <a:cubicBezTo>
                  <a:pt x="30500" y="7944"/>
                  <a:pt x="30426" y="7589"/>
                  <a:pt x="30283" y="7228"/>
                </a:cubicBezTo>
                <a:cubicBezTo>
                  <a:pt x="30357" y="6083"/>
                  <a:pt x="30426" y="4869"/>
                  <a:pt x="30569" y="3437"/>
                </a:cubicBezTo>
                <a:lnTo>
                  <a:pt x="30569" y="3437"/>
                </a:lnTo>
                <a:cubicBezTo>
                  <a:pt x="30283" y="3935"/>
                  <a:pt x="30071" y="4794"/>
                  <a:pt x="29928" y="5796"/>
                </a:cubicBezTo>
                <a:cubicBezTo>
                  <a:pt x="29853" y="5510"/>
                  <a:pt x="29784" y="5155"/>
                  <a:pt x="29710" y="4869"/>
                </a:cubicBezTo>
                <a:cubicBezTo>
                  <a:pt x="29784" y="4439"/>
                  <a:pt x="29784" y="3935"/>
                  <a:pt x="29853" y="3505"/>
                </a:cubicBezTo>
                <a:lnTo>
                  <a:pt x="29853" y="3505"/>
                </a:lnTo>
                <a:cubicBezTo>
                  <a:pt x="29784" y="3649"/>
                  <a:pt x="29641" y="3935"/>
                  <a:pt x="29567" y="4221"/>
                </a:cubicBezTo>
                <a:cubicBezTo>
                  <a:pt x="29498" y="4010"/>
                  <a:pt x="29498" y="3792"/>
                  <a:pt x="29424" y="3580"/>
                </a:cubicBezTo>
                <a:lnTo>
                  <a:pt x="29424" y="3580"/>
                </a:lnTo>
                <a:cubicBezTo>
                  <a:pt x="29498" y="3792"/>
                  <a:pt x="29498" y="4078"/>
                  <a:pt x="29567" y="4365"/>
                </a:cubicBezTo>
                <a:cubicBezTo>
                  <a:pt x="29432" y="4839"/>
                  <a:pt x="29297" y="5434"/>
                  <a:pt x="29163" y="6099"/>
                </a:cubicBezTo>
                <a:lnTo>
                  <a:pt x="29163" y="6099"/>
                </a:lnTo>
                <a:cubicBezTo>
                  <a:pt x="29145" y="6114"/>
                  <a:pt x="29139" y="6137"/>
                  <a:pt x="29138" y="6149"/>
                </a:cubicBezTo>
                <a:lnTo>
                  <a:pt x="29138" y="6149"/>
                </a:lnTo>
                <a:cubicBezTo>
                  <a:pt x="29212" y="5217"/>
                  <a:pt x="29281" y="4149"/>
                  <a:pt x="29355" y="3007"/>
                </a:cubicBezTo>
                <a:lnTo>
                  <a:pt x="29355" y="3007"/>
                </a:lnTo>
                <a:cubicBezTo>
                  <a:pt x="28994" y="3723"/>
                  <a:pt x="28708" y="5367"/>
                  <a:pt x="28496" y="7016"/>
                </a:cubicBezTo>
                <a:lnTo>
                  <a:pt x="28066" y="5510"/>
                </a:lnTo>
                <a:cubicBezTo>
                  <a:pt x="28066" y="5155"/>
                  <a:pt x="28135" y="4794"/>
                  <a:pt x="28135" y="4508"/>
                </a:cubicBezTo>
                <a:lnTo>
                  <a:pt x="28135" y="4508"/>
                </a:lnTo>
                <a:cubicBezTo>
                  <a:pt x="28066" y="4651"/>
                  <a:pt x="27992" y="4869"/>
                  <a:pt x="27923" y="5080"/>
                </a:cubicBezTo>
                <a:lnTo>
                  <a:pt x="27923" y="5012"/>
                </a:lnTo>
                <a:cubicBezTo>
                  <a:pt x="27705" y="4582"/>
                  <a:pt x="27562" y="4153"/>
                  <a:pt x="27350" y="3723"/>
                </a:cubicBezTo>
                <a:lnTo>
                  <a:pt x="27350" y="3723"/>
                </a:lnTo>
                <a:cubicBezTo>
                  <a:pt x="27493" y="4153"/>
                  <a:pt x="27636" y="4725"/>
                  <a:pt x="27780" y="5224"/>
                </a:cubicBezTo>
                <a:cubicBezTo>
                  <a:pt x="27705" y="5441"/>
                  <a:pt x="27636" y="5796"/>
                  <a:pt x="27493" y="6157"/>
                </a:cubicBezTo>
                <a:cubicBezTo>
                  <a:pt x="27493" y="6226"/>
                  <a:pt x="27493" y="6300"/>
                  <a:pt x="27419" y="6369"/>
                </a:cubicBezTo>
                <a:cubicBezTo>
                  <a:pt x="27207" y="5510"/>
                  <a:pt x="26846" y="4651"/>
                  <a:pt x="26416" y="3792"/>
                </a:cubicBezTo>
                <a:lnTo>
                  <a:pt x="26416" y="3792"/>
                </a:lnTo>
                <a:cubicBezTo>
                  <a:pt x="26777" y="4651"/>
                  <a:pt x="27064" y="5796"/>
                  <a:pt x="27207" y="7016"/>
                </a:cubicBezTo>
                <a:cubicBezTo>
                  <a:pt x="27207" y="7085"/>
                  <a:pt x="27132" y="7228"/>
                  <a:pt x="27132" y="7372"/>
                </a:cubicBezTo>
                <a:cubicBezTo>
                  <a:pt x="27064" y="7228"/>
                  <a:pt x="27064" y="7160"/>
                  <a:pt x="27064" y="7085"/>
                </a:cubicBezTo>
                <a:cubicBezTo>
                  <a:pt x="26921" y="6512"/>
                  <a:pt x="26777" y="6014"/>
                  <a:pt x="26560" y="5441"/>
                </a:cubicBezTo>
                <a:lnTo>
                  <a:pt x="26634" y="5367"/>
                </a:lnTo>
                <a:lnTo>
                  <a:pt x="26560" y="5367"/>
                </a:lnTo>
                <a:cubicBezTo>
                  <a:pt x="26491" y="5224"/>
                  <a:pt x="26416" y="5012"/>
                  <a:pt x="26416" y="4869"/>
                </a:cubicBezTo>
                <a:lnTo>
                  <a:pt x="26416" y="4725"/>
                </a:lnTo>
                <a:cubicBezTo>
                  <a:pt x="26416" y="4725"/>
                  <a:pt x="26416" y="4794"/>
                  <a:pt x="26348" y="4794"/>
                </a:cubicBezTo>
                <a:cubicBezTo>
                  <a:pt x="26273" y="4508"/>
                  <a:pt x="26130" y="4221"/>
                  <a:pt x="25987" y="3935"/>
                </a:cubicBezTo>
                <a:cubicBezTo>
                  <a:pt x="26061" y="3580"/>
                  <a:pt x="26061" y="3150"/>
                  <a:pt x="26130" y="2789"/>
                </a:cubicBezTo>
                <a:lnTo>
                  <a:pt x="26130" y="2789"/>
                </a:lnTo>
                <a:cubicBezTo>
                  <a:pt x="25987" y="3007"/>
                  <a:pt x="25918" y="3219"/>
                  <a:pt x="25844" y="3580"/>
                </a:cubicBezTo>
                <a:cubicBezTo>
                  <a:pt x="25632" y="4221"/>
                  <a:pt x="25489" y="5012"/>
                  <a:pt x="25345" y="5796"/>
                </a:cubicBezTo>
                <a:cubicBezTo>
                  <a:pt x="25202" y="5441"/>
                  <a:pt x="25059" y="5080"/>
                  <a:pt x="24916" y="4794"/>
                </a:cubicBezTo>
                <a:lnTo>
                  <a:pt x="24916" y="4794"/>
                </a:lnTo>
                <a:cubicBezTo>
                  <a:pt x="25059" y="5155"/>
                  <a:pt x="25202" y="5653"/>
                  <a:pt x="25345" y="6083"/>
                </a:cubicBezTo>
                <a:lnTo>
                  <a:pt x="25271" y="6157"/>
                </a:lnTo>
                <a:cubicBezTo>
                  <a:pt x="25128" y="5871"/>
                  <a:pt x="24985" y="5510"/>
                  <a:pt x="24841" y="5224"/>
                </a:cubicBezTo>
                <a:lnTo>
                  <a:pt x="24841" y="5224"/>
                </a:lnTo>
                <a:cubicBezTo>
                  <a:pt x="24985" y="5585"/>
                  <a:pt x="25059" y="5940"/>
                  <a:pt x="25202" y="6300"/>
                </a:cubicBezTo>
                <a:cubicBezTo>
                  <a:pt x="24985" y="6656"/>
                  <a:pt x="24773" y="7016"/>
                  <a:pt x="24629" y="7446"/>
                </a:cubicBezTo>
                <a:cubicBezTo>
                  <a:pt x="24412" y="7085"/>
                  <a:pt x="24269" y="6730"/>
                  <a:pt x="24057" y="6369"/>
                </a:cubicBezTo>
                <a:lnTo>
                  <a:pt x="24057" y="6369"/>
                </a:lnTo>
                <a:cubicBezTo>
                  <a:pt x="24200" y="6656"/>
                  <a:pt x="24343" y="7016"/>
                  <a:pt x="24412" y="7372"/>
                </a:cubicBezTo>
                <a:cubicBezTo>
                  <a:pt x="24343" y="7589"/>
                  <a:pt x="24200" y="7944"/>
                  <a:pt x="24057" y="8374"/>
                </a:cubicBezTo>
                <a:cubicBezTo>
                  <a:pt x="23982" y="7732"/>
                  <a:pt x="23839" y="7085"/>
                  <a:pt x="23627" y="6369"/>
                </a:cubicBezTo>
                <a:cubicBezTo>
                  <a:pt x="23839" y="5940"/>
                  <a:pt x="23982" y="5585"/>
                  <a:pt x="23982" y="5585"/>
                </a:cubicBezTo>
                <a:lnTo>
                  <a:pt x="23982" y="5585"/>
                </a:lnTo>
                <a:lnTo>
                  <a:pt x="23553" y="6014"/>
                </a:lnTo>
                <a:cubicBezTo>
                  <a:pt x="23266" y="5080"/>
                  <a:pt x="22911" y="4078"/>
                  <a:pt x="22482" y="3150"/>
                </a:cubicBezTo>
                <a:lnTo>
                  <a:pt x="22482" y="3150"/>
                </a:lnTo>
                <a:cubicBezTo>
                  <a:pt x="22768" y="3866"/>
                  <a:pt x="22980" y="4725"/>
                  <a:pt x="23123" y="5585"/>
                </a:cubicBezTo>
                <a:cubicBezTo>
                  <a:pt x="23054" y="5367"/>
                  <a:pt x="23054" y="5155"/>
                  <a:pt x="22980" y="4937"/>
                </a:cubicBezTo>
                <a:lnTo>
                  <a:pt x="22980" y="4937"/>
                </a:lnTo>
                <a:cubicBezTo>
                  <a:pt x="23054" y="5367"/>
                  <a:pt x="23123" y="5940"/>
                  <a:pt x="23198" y="6512"/>
                </a:cubicBezTo>
                <a:lnTo>
                  <a:pt x="23123" y="6512"/>
                </a:lnTo>
                <a:cubicBezTo>
                  <a:pt x="22980" y="5871"/>
                  <a:pt x="22837" y="5155"/>
                  <a:pt x="22625" y="4365"/>
                </a:cubicBezTo>
                <a:lnTo>
                  <a:pt x="22625" y="4365"/>
                </a:lnTo>
                <a:cubicBezTo>
                  <a:pt x="22768" y="5080"/>
                  <a:pt x="22837" y="6014"/>
                  <a:pt x="22837" y="6942"/>
                </a:cubicBezTo>
                <a:cubicBezTo>
                  <a:pt x="22837" y="7016"/>
                  <a:pt x="22768" y="7016"/>
                  <a:pt x="22768" y="7085"/>
                </a:cubicBezTo>
                <a:cubicBezTo>
                  <a:pt x="22625" y="6587"/>
                  <a:pt x="22482" y="6014"/>
                  <a:pt x="22338" y="5441"/>
                </a:cubicBezTo>
                <a:lnTo>
                  <a:pt x="22338" y="5441"/>
                </a:lnTo>
                <a:cubicBezTo>
                  <a:pt x="22407" y="6014"/>
                  <a:pt x="22482" y="6730"/>
                  <a:pt x="22550" y="7446"/>
                </a:cubicBezTo>
                <a:cubicBezTo>
                  <a:pt x="22407" y="7732"/>
                  <a:pt x="22264" y="8019"/>
                  <a:pt x="22121" y="8374"/>
                </a:cubicBezTo>
                <a:cubicBezTo>
                  <a:pt x="22121" y="8448"/>
                  <a:pt x="22121" y="8591"/>
                  <a:pt x="22052" y="8735"/>
                </a:cubicBezTo>
                <a:cubicBezTo>
                  <a:pt x="22052" y="8660"/>
                  <a:pt x="22052" y="8660"/>
                  <a:pt x="21978" y="8591"/>
                </a:cubicBezTo>
                <a:cubicBezTo>
                  <a:pt x="22052" y="8517"/>
                  <a:pt x="22052" y="8448"/>
                  <a:pt x="22052" y="8374"/>
                </a:cubicBezTo>
                <a:lnTo>
                  <a:pt x="22052" y="8374"/>
                </a:lnTo>
                <a:cubicBezTo>
                  <a:pt x="22052" y="8448"/>
                  <a:pt x="21978" y="8448"/>
                  <a:pt x="21978" y="8448"/>
                </a:cubicBezTo>
                <a:cubicBezTo>
                  <a:pt x="21909" y="8231"/>
                  <a:pt x="21834" y="7944"/>
                  <a:pt x="21766" y="7732"/>
                </a:cubicBezTo>
                <a:lnTo>
                  <a:pt x="21766" y="7732"/>
                </a:lnTo>
                <a:cubicBezTo>
                  <a:pt x="21834" y="7944"/>
                  <a:pt x="21834" y="8231"/>
                  <a:pt x="21909" y="8517"/>
                </a:cubicBezTo>
                <a:cubicBezTo>
                  <a:pt x="21834" y="8448"/>
                  <a:pt x="21834" y="8374"/>
                  <a:pt x="21834" y="8231"/>
                </a:cubicBezTo>
                <a:lnTo>
                  <a:pt x="21834" y="8591"/>
                </a:lnTo>
                <a:lnTo>
                  <a:pt x="21691" y="8735"/>
                </a:lnTo>
                <a:cubicBezTo>
                  <a:pt x="21548" y="8374"/>
                  <a:pt x="21405" y="7944"/>
                  <a:pt x="21193" y="7589"/>
                </a:cubicBezTo>
                <a:lnTo>
                  <a:pt x="21193" y="7589"/>
                </a:lnTo>
                <a:lnTo>
                  <a:pt x="21622" y="8878"/>
                </a:lnTo>
                <a:cubicBezTo>
                  <a:pt x="21479" y="9090"/>
                  <a:pt x="21336" y="9451"/>
                  <a:pt x="21193" y="9737"/>
                </a:cubicBezTo>
                <a:cubicBezTo>
                  <a:pt x="21118" y="9233"/>
                  <a:pt x="21050" y="8735"/>
                  <a:pt x="20975" y="8087"/>
                </a:cubicBezTo>
                <a:cubicBezTo>
                  <a:pt x="21050" y="7876"/>
                  <a:pt x="21118" y="7732"/>
                  <a:pt x="21193" y="7589"/>
                </a:cubicBezTo>
                <a:cubicBezTo>
                  <a:pt x="21336" y="7228"/>
                  <a:pt x="21479" y="6942"/>
                  <a:pt x="21479" y="6942"/>
                </a:cubicBezTo>
                <a:lnTo>
                  <a:pt x="21479" y="6942"/>
                </a:lnTo>
                <a:cubicBezTo>
                  <a:pt x="21479" y="6942"/>
                  <a:pt x="21336" y="7085"/>
                  <a:pt x="21118" y="7372"/>
                </a:cubicBezTo>
                <a:cubicBezTo>
                  <a:pt x="21548" y="6157"/>
                  <a:pt x="22052" y="5081"/>
                  <a:pt x="22052" y="5080"/>
                </a:cubicBezTo>
                <a:lnTo>
                  <a:pt x="22052" y="5080"/>
                </a:lnTo>
                <a:cubicBezTo>
                  <a:pt x="22052" y="5081"/>
                  <a:pt x="21336" y="5797"/>
                  <a:pt x="20689" y="6730"/>
                </a:cubicBezTo>
                <a:cubicBezTo>
                  <a:pt x="20689" y="6512"/>
                  <a:pt x="20620" y="6369"/>
                  <a:pt x="20620" y="6157"/>
                </a:cubicBezTo>
                <a:cubicBezTo>
                  <a:pt x="21050" y="5012"/>
                  <a:pt x="21479" y="4078"/>
                  <a:pt x="21479" y="4078"/>
                </a:cubicBezTo>
                <a:lnTo>
                  <a:pt x="21479" y="4078"/>
                </a:lnTo>
                <a:cubicBezTo>
                  <a:pt x="21479" y="4078"/>
                  <a:pt x="20906" y="4582"/>
                  <a:pt x="20403" y="5367"/>
                </a:cubicBezTo>
                <a:cubicBezTo>
                  <a:pt x="20334" y="5298"/>
                  <a:pt x="20334" y="5298"/>
                  <a:pt x="20334" y="5224"/>
                </a:cubicBezTo>
                <a:lnTo>
                  <a:pt x="20334" y="5367"/>
                </a:lnTo>
                <a:lnTo>
                  <a:pt x="19904" y="6226"/>
                </a:lnTo>
                <a:lnTo>
                  <a:pt x="19904" y="5871"/>
                </a:lnTo>
                <a:lnTo>
                  <a:pt x="20116" y="5441"/>
                </a:lnTo>
                <a:lnTo>
                  <a:pt x="19904" y="5653"/>
                </a:lnTo>
                <a:cubicBezTo>
                  <a:pt x="19973" y="5224"/>
                  <a:pt x="19973" y="4794"/>
                  <a:pt x="20047" y="4296"/>
                </a:cubicBezTo>
                <a:lnTo>
                  <a:pt x="20047" y="4296"/>
                </a:lnTo>
                <a:cubicBezTo>
                  <a:pt x="19830" y="4725"/>
                  <a:pt x="19618" y="5367"/>
                  <a:pt x="19475" y="6083"/>
                </a:cubicBezTo>
                <a:cubicBezTo>
                  <a:pt x="19400" y="6157"/>
                  <a:pt x="19400" y="6300"/>
                  <a:pt x="19331" y="6369"/>
                </a:cubicBezTo>
                <a:cubicBezTo>
                  <a:pt x="19331" y="5796"/>
                  <a:pt x="19400" y="5224"/>
                  <a:pt x="19400" y="4651"/>
                </a:cubicBezTo>
                <a:cubicBezTo>
                  <a:pt x="19761" y="3866"/>
                  <a:pt x="19973" y="3294"/>
                  <a:pt x="19973" y="3293"/>
                </a:cubicBezTo>
                <a:lnTo>
                  <a:pt x="19973" y="3293"/>
                </a:lnTo>
                <a:cubicBezTo>
                  <a:pt x="19973" y="3294"/>
                  <a:pt x="19761" y="3505"/>
                  <a:pt x="19475" y="3866"/>
                </a:cubicBezTo>
                <a:cubicBezTo>
                  <a:pt x="19475" y="3836"/>
                  <a:pt x="19475" y="3808"/>
                  <a:pt x="19479" y="3779"/>
                </a:cubicBezTo>
                <a:lnTo>
                  <a:pt x="19479" y="3779"/>
                </a:lnTo>
                <a:lnTo>
                  <a:pt x="19331" y="4078"/>
                </a:lnTo>
                <a:cubicBezTo>
                  <a:pt x="19045" y="4508"/>
                  <a:pt x="18684" y="5012"/>
                  <a:pt x="18398" y="5585"/>
                </a:cubicBezTo>
                <a:cubicBezTo>
                  <a:pt x="18329" y="5298"/>
                  <a:pt x="18255" y="5012"/>
                  <a:pt x="18111" y="4725"/>
                </a:cubicBezTo>
                <a:lnTo>
                  <a:pt x="18111" y="4725"/>
                </a:lnTo>
                <a:cubicBezTo>
                  <a:pt x="18186" y="5012"/>
                  <a:pt x="18255" y="5441"/>
                  <a:pt x="18329" y="5796"/>
                </a:cubicBezTo>
                <a:cubicBezTo>
                  <a:pt x="18255" y="5940"/>
                  <a:pt x="18186" y="6083"/>
                  <a:pt x="18186" y="6226"/>
                </a:cubicBezTo>
                <a:lnTo>
                  <a:pt x="18186" y="6300"/>
                </a:lnTo>
                <a:cubicBezTo>
                  <a:pt x="18112" y="6084"/>
                  <a:pt x="18043" y="5941"/>
                  <a:pt x="18043" y="5730"/>
                </a:cubicBezTo>
                <a:lnTo>
                  <a:pt x="18043" y="5730"/>
                </a:lnTo>
                <a:cubicBezTo>
                  <a:pt x="18043" y="5941"/>
                  <a:pt x="18111" y="6158"/>
                  <a:pt x="18111" y="6444"/>
                </a:cubicBezTo>
                <a:lnTo>
                  <a:pt x="18111" y="6512"/>
                </a:lnTo>
                <a:cubicBezTo>
                  <a:pt x="17968" y="5653"/>
                  <a:pt x="17756" y="4794"/>
                  <a:pt x="17470" y="3723"/>
                </a:cubicBezTo>
                <a:lnTo>
                  <a:pt x="17470" y="3723"/>
                </a:lnTo>
                <a:cubicBezTo>
                  <a:pt x="17682" y="4651"/>
                  <a:pt x="17756" y="5796"/>
                  <a:pt x="17756" y="7016"/>
                </a:cubicBezTo>
                <a:cubicBezTo>
                  <a:pt x="17613" y="6587"/>
                  <a:pt x="17470" y="6157"/>
                  <a:pt x="17252" y="5796"/>
                </a:cubicBezTo>
                <a:cubicBezTo>
                  <a:pt x="17327" y="5367"/>
                  <a:pt x="17327" y="5012"/>
                  <a:pt x="17396" y="4651"/>
                </a:cubicBezTo>
                <a:lnTo>
                  <a:pt x="17396" y="4651"/>
                </a:lnTo>
                <a:cubicBezTo>
                  <a:pt x="17252" y="4794"/>
                  <a:pt x="17184" y="5080"/>
                  <a:pt x="17109" y="5367"/>
                </a:cubicBezTo>
                <a:cubicBezTo>
                  <a:pt x="17040" y="5155"/>
                  <a:pt x="16897" y="4937"/>
                  <a:pt x="16823" y="4794"/>
                </a:cubicBezTo>
                <a:cubicBezTo>
                  <a:pt x="16754" y="4296"/>
                  <a:pt x="16611" y="3723"/>
                  <a:pt x="16393" y="3076"/>
                </a:cubicBezTo>
                <a:lnTo>
                  <a:pt x="16393" y="3076"/>
                </a:lnTo>
                <a:cubicBezTo>
                  <a:pt x="16536" y="3723"/>
                  <a:pt x="16611" y="4439"/>
                  <a:pt x="16611" y="5155"/>
                </a:cubicBezTo>
                <a:cubicBezTo>
                  <a:pt x="16468" y="4794"/>
                  <a:pt x="16324" y="4439"/>
                  <a:pt x="16107" y="4078"/>
                </a:cubicBezTo>
                <a:lnTo>
                  <a:pt x="16107" y="4078"/>
                </a:lnTo>
                <a:cubicBezTo>
                  <a:pt x="16324" y="4508"/>
                  <a:pt x="16468" y="5080"/>
                  <a:pt x="16611" y="5653"/>
                </a:cubicBezTo>
                <a:cubicBezTo>
                  <a:pt x="16536" y="5728"/>
                  <a:pt x="16393" y="5796"/>
                  <a:pt x="16250" y="6014"/>
                </a:cubicBezTo>
                <a:cubicBezTo>
                  <a:pt x="16181" y="6157"/>
                  <a:pt x="16107" y="6226"/>
                  <a:pt x="16038" y="6300"/>
                </a:cubicBezTo>
                <a:lnTo>
                  <a:pt x="16038" y="6157"/>
                </a:lnTo>
                <a:lnTo>
                  <a:pt x="15964" y="6226"/>
                </a:lnTo>
                <a:lnTo>
                  <a:pt x="15534" y="5367"/>
                </a:lnTo>
                <a:lnTo>
                  <a:pt x="15534" y="5367"/>
                </a:lnTo>
                <a:cubicBezTo>
                  <a:pt x="15677" y="5728"/>
                  <a:pt x="15752" y="6014"/>
                  <a:pt x="15820" y="6369"/>
                </a:cubicBezTo>
                <a:cubicBezTo>
                  <a:pt x="15752" y="6512"/>
                  <a:pt x="15677" y="6656"/>
                  <a:pt x="15609" y="6873"/>
                </a:cubicBezTo>
                <a:lnTo>
                  <a:pt x="15534" y="6942"/>
                </a:lnTo>
                <a:cubicBezTo>
                  <a:pt x="15466" y="6731"/>
                  <a:pt x="15392" y="6446"/>
                  <a:pt x="15323" y="6161"/>
                </a:cubicBezTo>
                <a:lnTo>
                  <a:pt x="15323" y="6161"/>
                </a:lnTo>
                <a:cubicBezTo>
                  <a:pt x="15392" y="6446"/>
                  <a:pt x="15465" y="6732"/>
                  <a:pt x="15465" y="7085"/>
                </a:cubicBezTo>
                <a:cubicBezTo>
                  <a:pt x="15391" y="7160"/>
                  <a:pt x="15322" y="7303"/>
                  <a:pt x="15248" y="7446"/>
                </a:cubicBezTo>
                <a:cubicBezTo>
                  <a:pt x="15179" y="7372"/>
                  <a:pt x="15179" y="7228"/>
                  <a:pt x="15179" y="7160"/>
                </a:cubicBezTo>
                <a:cubicBezTo>
                  <a:pt x="15248" y="7016"/>
                  <a:pt x="15322" y="6730"/>
                  <a:pt x="15322" y="6730"/>
                </a:cubicBezTo>
                <a:lnTo>
                  <a:pt x="15322" y="6730"/>
                </a:lnTo>
                <a:cubicBezTo>
                  <a:pt x="15322" y="6730"/>
                  <a:pt x="15248" y="6873"/>
                  <a:pt x="15179" y="6942"/>
                </a:cubicBezTo>
                <a:cubicBezTo>
                  <a:pt x="15179" y="6873"/>
                  <a:pt x="15248" y="6799"/>
                  <a:pt x="15248" y="6799"/>
                </a:cubicBezTo>
                <a:lnTo>
                  <a:pt x="15248" y="6799"/>
                </a:lnTo>
                <a:cubicBezTo>
                  <a:pt x="15248" y="6799"/>
                  <a:pt x="15104" y="6873"/>
                  <a:pt x="15036" y="6942"/>
                </a:cubicBezTo>
                <a:cubicBezTo>
                  <a:pt x="15179" y="6444"/>
                  <a:pt x="15322" y="5940"/>
                  <a:pt x="15534" y="5367"/>
                </a:cubicBezTo>
                <a:cubicBezTo>
                  <a:pt x="15820" y="4439"/>
                  <a:pt x="16250" y="3505"/>
                  <a:pt x="16393" y="3076"/>
                </a:cubicBezTo>
                <a:lnTo>
                  <a:pt x="16536" y="2789"/>
                </a:lnTo>
                <a:lnTo>
                  <a:pt x="16536" y="2789"/>
                </a:lnTo>
                <a:cubicBezTo>
                  <a:pt x="16536" y="2790"/>
                  <a:pt x="16038" y="3362"/>
                  <a:pt x="15465" y="4153"/>
                </a:cubicBezTo>
                <a:cubicBezTo>
                  <a:pt x="15677" y="3580"/>
                  <a:pt x="15895" y="3219"/>
                  <a:pt x="15895" y="3219"/>
                </a:cubicBezTo>
                <a:lnTo>
                  <a:pt x="15895" y="3219"/>
                </a:lnTo>
                <a:cubicBezTo>
                  <a:pt x="15895" y="3219"/>
                  <a:pt x="15677" y="3362"/>
                  <a:pt x="15465" y="3649"/>
                </a:cubicBezTo>
                <a:cubicBezTo>
                  <a:pt x="15964" y="2148"/>
                  <a:pt x="16611" y="716"/>
                  <a:pt x="16611" y="716"/>
                </a:cubicBezTo>
                <a:lnTo>
                  <a:pt x="16611" y="716"/>
                </a:lnTo>
                <a:cubicBezTo>
                  <a:pt x="16611" y="716"/>
                  <a:pt x="16181" y="1146"/>
                  <a:pt x="15752" y="1787"/>
                </a:cubicBezTo>
                <a:cubicBezTo>
                  <a:pt x="15322" y="2360"/>
                  <a:pt x="14818" y="3219"/>
                  <a:pt x="14606" y="4078"/>
                </a:cubicBezTo>
                <a:cubicBezTo>
                  <a:pt x="14463" y="4439"/>
                  <a:pt x="14389" y="4869"/>
                  <a:pt x="14320" y="5367"/>
                </a:cubicBezTo>
                <a:cubicBezTo>
                  <a:pt x="14245" y="5224"/>
                  <a:pt x="14177" y="5155"/>
                  <a:pt x="14102" y="5012"/>
                </a:cubicBezTo>
                <a:lnTo>
                  <a:pt x="14102" y="5012"/>
                </a:lnTo>
                <a:cubicBezTo>
                  <a:pt x="14177" y="5155"/>
                  <a:pt x="14245" y="5298"/>
                  <a:pt x="14245" y="5441"/>
                </a:cubicBezTo>
                <a:cubicBezTo>
                  <a:pt x="14245" y="5585"/>
                  <a:pt x="14177" y="5653"/>
                  <a:pt x="14102" y="5796"/>
                </a:cubicBezTo>
                <a:lnTo>
                  <a:pt x="14102" y="5871"/>
                </a:lnTo>
                <a:cubicBezTo>
                  <a:pt x="14033" y="5871"/>
                  <a:pt x="14033" y="5940"/>
                  <a:pt x="14033" y="5940"/>
                </a:cubicBezTo>
                <a:cubicBezTo>
                  <a:pt x="14033" y="5653"/>
                  <a:pt x="14102" y="5298"/>
                  <a:pt x="14102" y="4869"/>
                </a:cubicBezTo>
                <a:cubicBezTo>
                  <a:pt x="14177" y="4794"/>
                  <a:pt x="14245" y="4582"/>
                  <a:pt x="14245" y="4582"/>
                </a:cubicBezTo>
                <a:lnTo>
                  <a:pt x="14245" y="4582"/>
                </a:lnTo>
                <a:cubicBezTo>
                  <a:pt x="14245" y="4582"/>
                  <a:pt x="14177" y="4725"/>
                  <a:pt x="14102" y="4725"/>
                </a:cubicBezTo>
                <a:cubicBezTo>
                  <a:pt x="14177" y="4221"/>
                  <a:pt x="14177" y="3649"/>
                  <a:pt x="14245" y="3150"/>
                </a:cubicBezTo>
                <a:lnTo>
                  <a:pt x="14245" y="3150"/>
                </a:lnTo>
                <a:cubicBezTo>
                  <a:pt x="14033" y="3580"/>
                  <a:pt x="13816" y="4365"/>
                  <a:pt x="13673" y="5298"/>
                </a:cubicBezTo>
                <a:lnTo>
                  <a:pt x="13461" y="5510"/>
                </a:lnTo>
                <a:cubicBezTo>
                  <a:pt x="13461" y="5080"/>
                  <a:pt x="13461" y="4651"/>
                  <a:pt x="13386" y="4078"/>
                </a:cubicBezTo>
                <a:cubicBezTo>
                  <a:pt x="13386" y="3580"/>
                  <a:pt x="13461" y="3007"/>
                  <a:pt x="13461" y="2503"/>
                </a:cubicBezTo>
                <a:lnTo>
                  <a:pt x="13461" y="2503"/>
                </a:lnTo>
                <a:cubicBezTo>
                  <a:pt x="13386" y="2646"/>
                  <a:pt x="13317" y="2933"/>
                  <a:pt x="13243" y="3219"/>
                </a:cubicBezTo>
                <a:cubicBezTo>
                  <a:pt x="13100" y="2360"/>
                  <a:pt x="12888" y="1501"/>
                  <a:pt x="12602" y="498"/>
                </a:cubicBezTo>
                <a:lnTo>
                  <a:pt x="12602" y="498"/>
                </a:lnTo>
                <a:cubicBezTo>
                  <a:pt x="12745" y="1214"/>
                  <a:pt x="12813" y="2148"/>
                  <a:pt x="12813" y="3076"/>
                </a:cubicBezTo>
                <a:cubicBezTo>
                  <a:pt x="12813" y="2933"/>
                  <a:pt x="12745" y="2721"/>
                  <a:pt x="12745" y="2578"/>
                </a:cubicBezTo>
                <a:lnTo>
                  <a:pt x="12745" y="2578"/>
                </a:lnTo>
                <a:cubicBezTo>
                  <a:pt x="12745" y="2864"/>
                  <a:pt x="12813" y="3150"/>
                  <a:pt x="12888" y="3505"/>
                </a:cubicBezTo>
                <a:lnTo>
                  <a:pt x="12888" y="4365"/>
                </a:lnTo>
                <a:cubicBezTo>
                  <a:pt x="12745" y="4508"/>
                  <a:pt x="12527" y="4725"/>
                  <a:pt x="12384" y="4937"/>
                </a:cubicBezTo>
                <a:cubicBezTo>
                  <a:pt x="12241" y="4296"/>
                  <a:pt x="12097" y="3649"/>
                  <a:pt x="11886" y="2933"/>
                </a:cubicBezTo>
                <a:lnTo>
                  <a:pt x="11886" y="2933"/>
                </a:lnTo>
                <a:cubicBezTo>
                  <a:pt x="12029" y="3580"/>
                  <a:pt x="12097" y="4439"/>
                  <a:pt x="12097" y="5298"/>
                </a:cubicBezTo>
                <a:cubicBezTo>
                  <a:pt x="12097" y="5367"/>
                  <a:pt x="12029" y="5441"/>
                  <a:pt x="11954" y="5510"/>
                </a:cubicBezTo>
                <a:lnTo>
                  <a:pt x="11954" y="5367"/>
                </a:lnTo>
                <a:cubicBezTo>
                  <a:pt x="11954" y="5224"/>
                  <a:pt x="11954" y="5080"/>
                  <a:pt x="12029" y="5012"/>
                </a:cubicBezTo>
                <a:cubicBezTo>
                  <a:pt x="11954" y="5012"/>
                  <a:pt x="11886" y="5080"/>
                  <a:pt x="11811" y="5155"/>
                </a:cubicBezTo>
                <a:cubicBezTo>
                  <a:pt x="11742" y="4937"/>
                  <a:pt x="11599" y="4725"/>
                  <a:pt x="11525" y="4582"/>
                </a:cubicBezTo>
                <a:lnTo>
                  <a:pt x="11525" y="4582"/>
                </a:lnTo>
                <a:lnTo>
                  <a:pt x="11598" y="4797"/>
                </a:lnTo>
                <a:lnTo>
                  <a:pt x="11598" y="4797"/>
                </a:lnTo>
                <a:cubicBezTo>
                  <a:pt x="11586" y="4818"/>
                  <a:pt x="11513" y="4949"/>
                  <a:pt x="11382" y="5080"/>
                </a:cubicBezTo>
                <a:cubicBezTo>
                  <a:pt x="11313" y="4869"/>
                  <a:pt x="11238" y="4725"/>
                  <a:pt x="11170" y="4508"/>
                </a:cubicBezTo>
                <a:cubicBezTo>
                  <a:pt x="11313" y="4078"/>
                  <a:pt x="11456" y="3723"/>
                  <a:pt x="11456" y="3723"/>
                </a:cubicBezTo>
                <a:lnTo>
                  <a:pt x="11456" y="3723"/>
                </a:lnTo>
                <a:cubicBezTo>
                  <a:pt x="11456" y="3723"/>
                  <a:pt x="11313" y="3935"/>
                  <a:pt x="11026" y="4221"/>
                </a:cubicBezTo>
                <a:cubicBezTo>
                  <a:pt x="10883" y="4009"/>
                  <a:pt x="10809" y="3792"/>
                  <a:pt x="10666" y="3649"/>
                </a:cubicBezTo>
                <a:lnTo>
                  <a:pt x="10666" y="3649"/>
                </a:lnTo>
                <a:cubicBezTo>
                  <a:pt x="10809" y="3866"/>
                  <a:pt x="10883" y="4078"/>
                  <a:pt x="10952" y="4296"/>
                </a:cubicBezTo>
                <a:cubicBezTo>
                  <a:pt x="10952" y="4296"/>
                  <a:pt x="10952" y="4365"/>
                  <a:pt x="10883" y="4365"/>
                </a:cubicBezTo>
                <a:cubicBezTo>
                  <a:pt x="10740" y="3866"/>
                  <a:pt x="10522" y="3362"/>
                  <a:pt x="10236" y="2933"/>
                </a:cubicBezTo>
                <a:lnTo>
                  <a:pt x="10236" y="2933"/>
                </a:lnTo>
                <a:cubicBezTo>
                  <a:pt x="10454" y="3437"/>
                  <a:pt x="10666" y="3935"/>
                  <a:pt x="10740" y="4582"/>
                </a:cubicBezTo>
                <a:cubicBezTo>
                  <a:pt x="10740" y="4582"/>
                  <a:pt x="10666" y="4651"/>
                  <a:pt x="10666" y="4725"/>
                </a:cubicBezTo>
                <a:cubicBezTo>
                  <a:pt x="10597" y="4582"/>
                  <a:pt x="10597" y="4508"/>
                  <a:pt x="10597" y="4439"/>
                </a:cubicBezTo>
                <a:lnTo>
                  <a:pt x="10597" y="4725"/>
                </a:lnTo>
                <a:cubicBezTo>
                  <a:pt x="10597" y="4794"/>
                  <a:pt x="10522" y="4869"/>
                  <a:pt x="10454" y="5012"/>
                </a:cubicBezTo>
                <a:cubicBezTo>
                  <a:pt x="10379" y="4439"/>
                  <a:pt x="10236" y="3935"/>
                  <a:pt x="10024" y="3580"/>
                </a:cubicBezTo>
                <a:lnTo>
                  <a:pt x="10024" y="3580"/>
                </a:lnTo>
                <a:cubicBezTo>
                  <a:pt x="10093" y="4153"/>
                  <a:pt x="10093" y="4869"/>
                  <a:pt x="10024" y="5653"/>
                </a:cubicBezTo>
                <a:cubicBezTo>
                  <a:pt x="10024" y="5728"/>
                  <a:pt x="9950" y="5871"/>
                  <a:pt x="9881" y="5940"/>
                </a:cubicBezTo>
                <a:cubicBezTo>
                  <a:pt x="9881" y="5796"/>
                  <a:pt x="9806" y="5585"/>
                  <a:pt x="9806" y="5441"/>
                </a:cubicBezTo>
                <a:lnTo>
                  <a:pt x="9806" y="5155"/>
                </a:lnTo>
                <a:cubicBezTo>
                  <a:pt x="9806" y="5224"/>
                  <a:pt x="9738" y="5224"/>
                  <a:pt x="9738" y="5298"/>
                </a:cubicBezTo>
                <a:cubicBezTo>
                  <a:pt x="9663" y="4937"/>
                  <a:pt x="9595" y="4508"/>
                  <a:pt x="9451" y="4153"/>
                </a:cubicBezTo>
                <a:cubicBezTo>
                  <a:pt x="9520" y="3437"/>
                  <a:pt x="9595" y="2789"/>
                  <a:pt x="9595" y="2073"/>
                </a:cubicBezTo>
                <a:lnTo>
                  <a:pt x="9595" y="2073"/>
                </a:lnTo>
                <a:cubicBezTo>
                  <a:pt x="9377" y="2434"/>
                  <a:pt x="9234" y="3150"/>
                  <a:pt x="9090" y="4009"/>
                </a:cubicBezTo>
                <a:cubicBezTo>
                  <a:pt x="9090" y="3580"/>
                  <a:pt x="9090" y="3150"/>
                  <a:pt x="9165" y="2721"/>
                </a:cubicBezTo>
                <a:lnTo>
                  <a:pt x="9234" y="2578"/>
                </a:lnTo>
                <a:lnTo>
                  <a:pt x="9234" y="2578"/>
                </a:lnTo>
                <a:lnTo>
                  <a:pt x="9165" y="2646"/>
                </a:lnTo>
                <a:cubicBezTo>
                  <a:pt x="9234" y="1787"/>
                  <a:pt x="9308" y="859"/>
                  <a:pt x="93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a:off x="0" y="4785500"/>
            <a:ext cx="9143961" cy="358000"/>
          </a:xfrm>
          <a:custGeom>
            <a:avLst/>
            <a:gdLst/>
            <a:ahLst/>
            <a:cxnLst/>
            <a:rect l="l" t="t" r="r" b="b"/>
            <a:pathLst>
              <a:path w="95148" h="14320" extrusionOk="0">
                <a:moveTo>
                  <a:pt x="95147" y="0"/>
                </a:moveTo>
                <a:cubicBezTo>
                  <a:pt x="95147" y="0"/>
                  <a:pt x="90783" y="1931"/>
                  <a:pt x="88922" y="2435"/>
                </a:cubicBezTo>
                <a:cubicBezTo>
                  <a:pt x="86986" y="2933"/>
                  <a:pt x="80473" y="5510"/>
                  <a:pt x="78967" y="5510"/>
                </a:cubicBezTo>
                <a:cubicBezTo>
                  <a:pt x="77415" y="5584"/>
                  <a:pt x="72802" y="7877"/>
                  <a:pt x="71847" y="7877"/>
                </a:cubicBezTo>
                <a:cubicBezTo>
                  <a:pt x="71833" y="7877"/>
                  <a:pt x="71820" y="7877"/>
                  <a:pt x="71808" y="7876"/>
                </a:cubicBezTo>
                <a:cubicBezTo>
                  <a:pt x="70997" y="7806"/>
                  <a:pt x="64961" y="4615"/>
                  <a:pt x="62540" y="4615"/>
                </a:cubicBezTo>
                <a:cubicBezTo>
                  <a:pt x="62395" y="4615"/>
                  <a:pt x="62262" y="4627"/>
                  <a:pt x="62145" y="4651"/>
                </a:cubicBezTo>
                <a:cubicBezTo>
                  <a:pt x="59997" y="5012"/>
                  <a:pt x="52763" y="5298"/>
                  <a:pt x="50690" y="5510"/>
                </a:cubicBezTo>
                <a:cubicBezTo>
                  <a:pt x="50628" y="5519"/>
                  <a:pt x="50558" y="5523"/>
                  <a:pt x="50479" y="5523"/>
                </a:cubicBezTo>
                <a:cubicBezTo>
                  <a:pt x="47983" y="5523"/>
                  <a:pt x="37006" y="1269"/>
                  <a:pt x="32287" y="642"/>
                </a:cubicBezTo>
                <a:cubicBezTo>
                  <a:pt x="31557" y="546"/>
                  <a:pt x="30726" y="504"/>
                  <a:pt x="29822" y="504"/>
                </a:cubicBezTo>
                <a:cubicBezTo>
                  <a:pt x="24697" y="504"/>
                  <a:pt x="17237" y="1842"/>
                  <a:pt x="12670" y="2148"/>
                </a:cubicBezTo>
                <a:cubicBezTo>
                  <a:pt x="12212" y="2178"/>
                  <a:pt x="11735" y="2191"/>
                  <a:pt x="11246" y="2191"/>
                </a:cubicBezTo>
                <a:cubicBezTo>
                  <a:pt x="6991" y="2191"/>
                  <a:pt x="1798" y="1170"/>
                  <a:pt x="1" y="785"/>
                </a:cubicBezTo>
                <a:lnTo>
                  <a:pt x="1" y="14319"/>
                </a:lnTo>
                <a:lnTo>
                  <a:pt x="95147" y="14319"/>
                </a:lnTo>
                <a:lnTo>
                  <a:pt x="9514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a:off x="-180375" y="2620750"/>
            <a:ext cx="1597944" cy="2436215"/>
          </a:xfrm>
          <a:custGeom>
            <a:avLst/>
            <a:gdLst/>
            <a:ahLst/>
            <a:cxnLst/>
            <a:rect l="l" t="t" r="r" b="b"/>
            <a:pathLst>
              <a:path w="37581" h="55931" extrusionOk="0">
                <a:moveTo>
                  <a:pt x="32128" y="13237"/>
                </a:moveTo>
                <a:cubicBezTo>
                  <a:pt x="32140" y="13341"/>
                  <a:pt x="32146" y="13445"/>
                  <a:pt x="32146" y="13551"/>
                </a:cubicBezTo>
                <a:lnTo>
                  <a:pt x="32146" y="13551"/>
                </a:lnTo>
                <a:cubicBezTo>
                  <a:pt x="32146" y="13447"/>
                  <a:pt x="32140" y="13343"/>
                  <a:pt x="32128" y="13237"/>
                </a:cubicBezTo>
                <a:close/>
                <a:moveTo>
                  <a:pt x="18564" y="1"/>
                </a:moveTo>
                <a:cubicBezTo>
                  <a:pt x="18902" y="446"/>
                  <a:pt x="18902" y="890"/>
                  <a:pt x="18902" y="1451"/>
                </a:cubicBezTo>
                <a:cubicBezTo>
                  <a:pt x="18786" y="1895"/>
                  <a:pt x="18564" y="2340"/>
                  <a:pt x="18457" y="2892"/>
                </a:cubicBezTo>
                <a:cubicBezTo>
                  <a:pt x="18341" y="3114"/>
                  <a:pt x="18341" y="3336"/>
                  <a:pt x="18234" y="3674"/>
                </a:cubicBezTo>
                <a:cubicBezTo>
                  <a:pt x="18234" y="3897"/>
                  <a:pt x="18234" y="4226"/>
                  <a:pt x="18341" y="4564"/>
                </a:cubicBezTo>
                <a:cubicBezTo>
                  <a:pt x="18341" y="4893"/>
                  <a:pt x="18457" y="5115"/>
                  <a:pt x="18679" y="5338"/>
                </a:cubicBezTo>
                <a:cubicBezTo>
                  <a:pt x="18902" y="5560"/>
                  <a:pt x="19008" y="5676"/>
                  <a:pt x="19231" y="5782"/>
                </a:cubicBezTo>
                <a:cubicBezTo>
                  <a:pt x="19008" y="6449"/>
                  <a:pt x="19008" y="7010"/>
                  <a:pt x="18902" y="7677"/>
                </a:cubicBezTo>
                <a:lnTo>
                  <a:pt x="18564" y="11342"/>
                </a:lnTo>
                <a:cubicBezTo>
                  <a:pt x="18564" y="12231"/>
                  <a:pt x="18457" y="13120"/>
                  <a:pt x="18341" y="14010"/>
                </a:cubicBezTo>
                <a:cubicBezTo>
                  <a:pt x="17896" y="13565"/>
                  <a:pt x="17567" y="13014"/>
                  <a:pt x="17229" y="12453"/>
                </a:cubicBezTo>
                <a:cubicBezTo>
                  <a:pt x="16678" y="11680"/>
                  <a:pt x="16233" y="10897"/>
                  <a:pt x="15895" y="10123"/>
                </a:cubicBezTo>
                <a:cubicBezTo>
                  <a:pt x="16678" y="8789"/>
                  <a:pt x="16785" y="7339"/>
                  <a:pt x="16233" y="6120"/>
                </a:cubicBezTo>
                <a:lnTo>
                  <a:pt x="16233" y="6120"/>
                </a:lnTo>
                <a:cubicBezTo>
                  <a:pt x="16456" y="7232"/>
                  <a:pt x="16118" y="8344"/>
                  <a:pt x="15566" y="9118"/>
                </a:cubicBezTo>
                <a:cubicBezTo>
                  <a:pt x="15566" y="9011"/>
                  <a:pt x="15450" y="9011"/>
                  <a:pt x="15450" y="9011"/>
                </a:cubicBezTo>
                <a:cubicBezTo>
                  <a:pt x="15121" y="8006"/>
                  <a:pt x="14899" y="7117"/>
                  <a:pt x="14783" y="6120"/>
                </a:cubicBezTo>
                <a:lnTo>
                  <a:pt x="14783" y="6005"/>
                </a:lnTo>
                <a:cubicBezTo>
                  <a:pt x="14677" y="5782"/>
                  <a:pt x="14677" y="5453"/>
                  <a:pt x="14677" y="5115"/>
                </a:cubicBezTo>
                <a:cubicBezTo>
                  <a:pt x="14677" y="4786"/>
                  <a:pt x="14561" y="4448"/>
                  <a:pt x="14561" y="4119"/>
                </a:cubicBezTo>
                <a:cubicBezTo>
                  <a:pt x="14561" y="3781"/>
                  <a:pt x="14677" y="3452"/>
                  <a:pt x="14677" y="3114"/>
                </a:cubicBezTo>
                <a:cubicBezTo>
                  <a:pt x="14783" y="2785"/>
                  <a:pt x="14899" y="2563"/>
                  <a:pt x="15006" y="2225"/>
                </a:cubicBezTo>
                <a:cubicBezTo>
                  <a:pt x="15228" y="2002"/>
                  <a:pt x="15450" y="1780"/>
                  <a:pt x="15788" y="1673"/>
                </a:cubicBezTo>
                <a:lnTo>
                  <a:pt x="15673" y="1451"/>
                </a:lnTo>
                <a:cubicBezTo>
                  <a:pt x="15344" y="1557"/>
                  <a:pt x="15006" y="1780"/>
                  <a:pt x="14783" y="2118"/>
                </a:cubicBezTo>
                <a:cubicBezTo>
                  <a:pt x="14561" y="2340"/>
                  <a:pt x="14339" y="2669"/>
                  <a:pt x="14232" y="3007"/>
                </a:cubicBezTo>
                <a:cubicBezTo>
                  <a:pt x="14116" y="3336"/>
                  <a:pt x="14009" y="3674"/>
                  <a:pt x="14009" y="4119"/>
                </a:cubicBezTo>
                <a:lnTo>
                  <a:pt x="14009" y="4893"/>
                </a:lnTo>
                <a:cubicBezTo>
                  <a:pt x="13565" y="4119"/>
                  <a:pt x="13342" y="3114"/>
                  <a:pt x="13449" y="2225"/>
                </a:cubicBezTo>
                <a:lnTo>
                  <a:pt x="13449" y="2225"/>
                </a:lnTo>
                <a:cubicBezTo>
                  <a:pt x="13004" y="3559"/>
                  <a:pt x="13227" y="5231"/>
                  <a:pt x="14009" y="6565"/>
                </a:cubicBezTo>
                <a:cubicBezTo>
                  <a:pt x="14009" y="7455"/>
                  <a:pt x="14116" y="8344"/>
                  <a:pt x="14339" y="9233"/>
                </a:cubicBezTo>
                <a:cubicBezTo>
                  <a:pt x="14561" y="10230"/>
                  <a:pt x="14899" y="11235"/>
                  <a:pt x="15228" y="12231"/>
                </a:cubicBezTo>
                <a:cubicBezTo>
                  <a:pt x="14899" y="12347"/>
                  <a:pt x="14454" y="12453"/>
                  <a:pt x="14116" y="12453"/>
                </a:cubicBezTo>
                <a:cubicBezTo>
                  <a:pt x="13342" y="12347"/>
                  <a:pt x="12675" y="12009"/>
                  <a:pt x="12231" y="11457"/>
                </a:cubicBezTo>
                <a:lnTo>
                  <a:pt x="12231" y="11457"/>
                </a:lnTo>
                <a:cubicBezTo>
                  <a:pt x="12560" y="12124"/>
                  <a:pt x="13227" y="12676"/>
                  <a:pt x="14009" y="12898"/>
                </a:cubicBezTo>
                <a:cubicBezTo>
                  <a:pt x="14232" y="12956"/>
                  <a:pt x="14481" y="12985"/>
                  <a:pt x="14744" y="12985"/>
                </a:cubicBezTo>
                <a:cubicBezTo>
                  <a:pt x="15008" y="12985"/>
                  <a:pt x="15286" y="12956"/>
                  <a:pt x="15566" y="12898"/>
                </a:cubicBezTo>
                <a:cubicBezTo>
                  <a:pt x="15673" y="13014"/>
                  <a:pt x="15673" y="13120"/>
                  <a:pt x="15788" y="13236"/>
                </a:cubicBezTo>
                <a:cubicBezTo>
                  <a:pt x="16340" y="14455"/>
                  <a:pt x="17123" y="15682"/>
                  <a:pt x="18012" y="16678"/>
                </a:cubicBezTo>
                <a:cubicBezTo>
                  <a:pt x="17567" y="19240"/>
                  <a:pt x="17007" y="21686"/>
                  <a:pt x="16233" y="24132"/>
                </a:cubicBezTo>
                <a:lnTo>
                  <a:pt x="15566" y="23465"/>
                </a:lnTo>
                <a:cubicBezTo>
                  <a:pt x="15228" y="23127"/>
                  <a:pt x="14899" y="22798"/>
                  <a:pt x="14561" y="22353"/>
                </a:cubicBezTo>
                <a:cubicBezTo>
                  <a:pt x="14454" y="22237"/>
                  <a:pt x="14454" y="22131"/>
                  <a:pt x="14339" y="22131"/>
                </a:cubicBezTo>
                <a:cubicBezTo>
                  <a:pt x="15228" y="20903"/>
                  <a:pt x="15788" y="19569"/>
                  <a:pt x="16233" y="18128"/>
                </a:cubicBezTo>
                <a:lnTo>
                  <a:pt x="16233" y="18128"/>
                </a:lnTo>
                <a:cubicBezTo>
                  <a:pt x="15673" y="19347"/>
                  <a:pt x="14899" y="20458"/>
                  <a:pt x="14009" y="21464"/>
                </a:cubicBezTo>
                <a:cubicBezTo>
                  <a:pt x="13671" y="21019"/>
                  <a:pt x="13449" y="20458"/>
                  <a:pt x="13342" y="19907"/>
                </a:cubicBezTo>
                <a:cubicBezTo>
                  <a:pt x="13787" y="19018"/>
                  <a:pt x="13894" y="18012"/>
                  <a:pt x="13787" y="17016"/>
                </a:cubicBezTo>
                <a:lnTo>
                  <a:pt x="13787" y="17016"/>
                </a:lnTo>
                <a:cubicBezTo>
                  <a:pt x="13787" y="17790"/>
                  <a:pt x="13449" y="18573"/>
                  <a:pt x="13120" y="19124"/>
                </a:cubicBezTo>
                <a:cubicBezTo>
                  <a:pt x="13004" y="18350"/>
                  <a:pt x="12898" y="17461"/>
                  <a:pt x="13004" y="16572"/>
                </a:cubicBezTo>
                <a:lnTo>
                  <a:pt x="12782" y="16572"/>
                </a:lnTo>
                <a:cubicBezTo>
                  <a:pt x="12560" y="17123"/>
                  <a:pt x="12453" y="17683"/>
                  <a:pt x="12337" y="18350"/>
                </a:cubicBezTo>
                <a:lnTo>
                  <a:pt x="11670" y="16572"/>
                </a:lnTo>
                <a:lnTo>
                  <a:pt x="12337" y="18680"/>
                </a:lnTo>
                <a:lnTo>
                  <a:pt x="12337" y="19791"/>
                </a:lnTo>
                <a:cubicBezTo>
                  <a:pt x="12453" y="20903"/>
                  <a:pt x="12675" y="22131"/>
                  <a:pt x="13227" y="23127"/>
                </a:cubicBezTo>
                <a:cubicBezTo>
                  <a:pt x="13449" y="23687"/>
                  <a:pt x="13787" y="24239"/>
                  <a:pt x="14116" y="24683"/>
                </a:cubicBezTo>
                <a:cubicBezTo>
                  <a:pt x="14454" y="25128"/>
                  <a:pt x="14677" y="25573"/>
                  <a:pt x="14899" y="25911"/>
                </a:cubicBezTo>
                <a:cubicBezTo>
                  <a:pt x="15006" y="26133"/>
                  <a:pt x="15121" y="26356"/>
                  <a:pt x="15228" y="26462"/>
                </a:cubicBezTo>
                <a:lnTo>
                  <a:pt x="15228" y="26907"/>
                </a:lnTo>
                <a:cubicBezTo>
                  <a:pt x="15121" y="27467"/>
                  <a:pt x="14899" y="27912"/>
                  <a:pt x="14677" y="28357"/>
                </a:cubicBezTo>
                <a:cubicBezTo>
                  <a:pt x="14232" y="29469"/>
                  <a:pt x="13787" y="30465"/>
                  <a:pt x="13227" y="31577"/>
                </a:cubicBezTo>
                <a:lnTo>
                  <a:pt x="11563" y="34583"/>
                </a:lnTo>
                <a:cubicBezTo>
                  <a:pt x="10452" y="36584"/>
                  <a:pt x="9117" y="38470"/>
                  <a:pt x="7668" y="40471"/>
                </a:cubicBezTo>
                <a:cubicBezTo>
                  <a:pt x="6333" y="42473"/>
                  <a:pt x="4999" y="44474"/>
                  <a:pt x="3665" y="46591"/>
                </a:cubicBezTo>
                <a:cubicBezTo>
                  <a:pt x="2331" y="48815"/>
                  <a:pt x="1112" y="51038"/>
                  <a:pt x="0" y="53591"/>
                </a:cubicBezTo>
                <a:lnTo>
                  <a:pt x="7000" y="55930"/>
                </a:lnTo>
                <a:cubicBezTo>
                  <a:pt x="7561" y="53813"/>
                  <a:pt x="8335" y="51812"/>
                  <a:pt x="9340" y="49704"/>
                </a:cubicBezTo>
                <a:cubicBezTo>
                  <a:pt x="10229" y="47587"/>
                  <a:pt x="11341" y="45479"/>
                  <a:pt x="12453" y="43362"/>
                </a:cubicBezTo>
                <a:cubicBezTo>
                  <a:pt x="13565" y="41254"/>
                  <a:pt x="14783" y="39030"/>
                  <a:pt x="15788" y="36691"/>
                </a:cubicBezTo>
                <a:lnTo>
                  <a:pt x="17123" y="33356"/>
                </a:lnTo>
                <a:cubicBezTo>
                  <a:pt x="17229" y="33249"/>
                  <a:pt x="17452" y="33133"/>
                  <a:pt x="17567" y="33133"/>
                </a:cubicBezTo>
                <a:cubicBezTo>
                  <a:pt x="18457" y="32804"/>
                  <a:pt x="19453" y="32466"/>
                  <a:pt x="20458" y="32359"/>
                </a:cubicBezTo>
                <a:cubicBezTo>
                  <a:pt x="22237" y="32021"/>
                  <a:pt x="24238" y="32021"/>
                  <a:pt x="26124" y="31915"/>
                </a:cubicBezTo>
                <a:cubicBezTo>
                  <a:pt x="26569" y="32804"/>
                  <a:pt x="27129" y="33578"/>
                  <a:pt x="27903" y="34138"/>
                </a:cubicBezTo>
                <a:cubicBezTo>
                  <a:pt x="28241" y="34468"/>
                  <a:pt x="28686" y="34805"/>
                  <a:pt x="29130" y="34912"/>
                </a:cubicBezTo>
                <a:cubicBezTo>
                  <a:pt x="29270" y="34941"/>
                  <a:pt x="29409" y="34956"/>
                  <a:pt x="29546" y="34956"/>
                </a:cubicBezTo>
                <a:cubicBezTo>
                  <a:pt x="29950" y="34956"/>
                  <a:pt x="30325" y="34829"/>
                  <a:pt x="30571" y="34583"/>
                </a:cubicBezTo>
                <a:lnTo>
                  <a:pt x="30571" y="34583"/>
                </a:lnTo>
                <a:cubicBezTo>
                  <a:pt x="30391" y="34764"/>
                  <a:pt x="30140" y="34845"/>
                  <a:pt x="29878" y="34845"/>
                </a:cubicBezTo>
                <a:cubicBezTo>
                  <a:pt x="29662" y="34845"/>
                  <a:pt x="29438" y="34790"/>
                  <a:pt x="29237" y="34690"/>
                </a:cubicBezTo>
                <a:cubicBezTo>
                  <a:pt x="28792" y="34583"/>
                  <a:pt x="28463" y="34245"/>
                  <a:pt x="28125" y="33916"/>
                </a:cubicBezTo>
                <a:cubicBezTo>
                  <a:pt x="27574" y="33249"/>
                  <a:pt x="27129" y="32582"/>
                  <a:pt x="26907" y="31799"/>
                </a:cubicBezTo>
                <a:cubicBezTo>
                  <a:pt x="27796" y="31799"/>
                  <a:pt x="28792" y="31577"/>
                  <a:pt x="29682" y="31470"/>
                </a:cubicBezTo>
                <a:cubicBezTo>
                  <a:pt x="29904" y="31354"/>
                  <a:pt x="30127" y="31354"/>
                  <a:pt x="30349" y="31248"/>
                </a:cubicBezTo>
                <a:lnTo>
                  <a:pt x="30349" y="31470"/>
                </a:lnTo>
                <a:cubicBezTo>
                  <a:pt x="31221" y="31746"/>
                  <a:pt x="32136" y="31882"/>
                  <a:pt x="33043" y="31882"/>
                </a:cubicBezTo>
                <a:cubicBezTo>
                  <a:pt x="34680" y="31882"/>
                  <a:pt x="36292" y="31439"/>
                  <a:pt x="37580" y="30581"/>
                </a:cubicBezTo>
                <a:lnTo>
                  <a:pt x="37580" y="30581"/>
                </a:lnTo>
                <a:cubicBezTo>
                  <a:pt x="36393" y="31171"/>
                  <a:pt x="35087" y="31490"/>
                  <a:pt x="33804" y="31490"/>
                </a:cubicBezTo>
                <a:cubicBezTo>
                  <a:pt x="32923" y="31490"/>
                  <a:pt x="32053" y="31340"/>
                  <a:pt x="31238" y="31025"/>
                </a:cubicBezTo>
                <a:cubicBezTo>
                  <a:pt x="31799" y="30803"/>
                  <a:pt x="32244" y="30581"/>
                  <a:pt x="32795" y="30358"/>
                </a:cubicBezTo>
                <a:cubicBezTo>
                  <a:pt x="33684" y="29913"/>
                  <a:pt x="34574" y="29246"/>
                  <a:pt x="35357" y="28464"/>
                </a:cubicBezTo>
                <a:cubicBezTo>
                  <a:pt x="36024" y="27574"/>
                  <a:pt x="36575" y="26685"/>
                  <a:pt x="36798" y="25573"/>
                </a:cubicBezTo>
                <a:lnTo>
                  <a:pt x="36575" y="25573"/>
                </a:lnTo>
                <a:cubicBezTo>
                  <a:pt x="36246" y="26578"/>
                  <a:pt x="35686" y="27352"/>
                  <a:pt x="35019" y="28135"/>
                </a:cubicBezTo>
                <a:cubicBezTo>
                  <a:pt x="34690" y="28464"/>
                  <a:pt x="34245" y="28686"/>
                  <a:pt x="33907" y="29024"/>
                </a:cubicBezTo>
                <a:cubicBezTo>
                  <a:pt x="33907" y="28241"/>
                  <a:pt x="34245" y="27467"/>
                  <a:pt x="34690" y="26907"/>
                </a:cubicBezTo>
                <a:lnTo>
                  <a:pt x="34690" y="26907"/>
                </a:lnTo>
                <a:cubicBezTo>
                  <a:pt x="33907" y="27467"/>
                  <a:pt x="33355" y="28357"/>
                  <a:pt x="33133" y="29353"/>
                </a:cubicBezTo>
                <a:lnTo>
                  <a:pt x="32466" y="29691"/>
                </a:lnTo>
                <a:cubicBezTo>
                  <a:pt x="31576" y="30136"/>
                  <a:pt x="30571" y="30358"/>
                  <a:pt x="29575" y="30465"/>
                </a:cubicBezTo>
                <a:cubicBezTo>
                  <a:pt x="29237" y="30465"/>
                  <a:pt x="28908" y="30581"/>
                  <a:pt x="28570" y="30581"/>
                </a:cubicBezTo>
                <a:cubicBezTo>
                  <a:pt x="29015" y="29691"/>
                  <a:pt x="29460" y="28908"/>
                  <a:pt x="30127" y="28241"/>
                </a:cubicBezTo>
                <a:lnTo>
                  <a:pt x="30127" y="28241"/>
                </a:lnTo>
                <a:cubicBezTo>
                  <a:pt x="29237" y="28908"/>
                  <a:pt x="28570" y="29691"/>
                  <a:pt x="27903" y="30581"/>
                </a:cubicBezTo>
                <a:lnTo>
                  <a:pt x="24345" y="30581"/>
                </a:lnTo>
                <a:lnTo>
                  <a:pt x="25235" y="29575"/>
                </a:lnTo>
                <a:cubicBezTo>
                  <a:pt x="25679" y="28908"/>
                  <a:pt x="26240" y="28135"/>
                  <a:pt x="26907" y="27574"/>
                </a:cubicBezTo>
                <a:cubicBezTo>
                  <a:pt x="27236" y="27245"/>
                  <a:pt x="27574" y="27023"/>
                  <a:pt x="27903" y="26800"/>
                </a:cubicBezTo>
                <a:cubicBezTo>
                  <a:pt x="28348" y="26578"/>
                  <a:pt x="28686" y="26356"/>
                  <a:pt x="29130" y="26133"/>
                </a:cubicBezTo>
                <a:cubicBezTo>
                  <a:pt x="29575" y="26018"/>
                  <a:pt x="29904" y="25795"/>
                  <a:pt x="30349" y="25573"/>
                </a:cubicBezTo>
                <a:cubicBezTo>
                  <a:pt x="30687" y="25351"/>
                  <a:pt x="31016" y="25022"/>
                  <a:pt x="31238" y="24684"/>
                </a:cubicBezTo>
                <a:lnTo>
                  <a:pt x="31238" y="24684"/>
                </a:lnTo>
                <a:cubicBezTo>
                  <a:pt x="31016" y="25022"/>
                  <a:pt x="30687" y="25244"/>
                  <a:pt x="30242" y="25466"/>
                </a:cubicBezTo>
                <a:cubicBezTo>
                  <a:pt x="29904" y="25689"/>
                  <a:pt x="29460" y="25795"/>
                  <a:pt x="29015" y="26018"/>
                </a:cubicBezTo>
                <a:cubicBezTo>
                  <a:pt x="28686" y="26133"/>
                  <a:pt x="28241" y="26356"/>
                  <a:pt x="27796" y="26578"/>
                </a:cubicBezTo>
                <a:cubicBezTo>
                  <a:pt x="27458" y="26800"/>
                  <a:pt x="27013" y="27023"/>
                  <a:pt x="26684" y="27352"/>
                </a:cubicBezTo>
                <a:cubicBezTo>
                  <a:pt x="26017" y="27912"/>
                  <a:pt x="25350" y="28579"/>
                  <a:pt x="24790" y="29246"/>
                </a:cubicBezTo>
                <a:lnTo>
                  <a:pt x="23571" y="30581"/>
                </a:lnTo>
                <a:lnTo>
                  <a:pt x="20236" y="30581"/>
                </a:lnTo>
                <a:cubicBezTo>
                  <a:pt x="19569" y="30687"/>
                  <a:pt x="19008" y="30803"/>
                  <a:pt x="18341" y="30910"/>
                </a:cubicBezTo>
                <a:lnTo>
                  <a:pt x="18679" y="30581"/>
                </a:lnTo>
                <a:cubicBezTo>
                  <a:pt x="20787" y="28908"/>
                  <a:pt x="23233" y="27467"/>
                  <a:pt x="25235" y="25573"/>
                </a:cubicBezTo>
                <a:cubicBezTo>
                  <a:pt x="25457" y="25466"/>
                  <a:pt x="25573" y="25244"/>
                  <a:pt x="25679" y="25128"/>
                </a:cubicBezTo>
                <a:cubicBezTo>
                  <a:pt x="27236" y="24799"/>
                  <a:pt x="28570" y="23910"/>
                  <a:pt x="29575" y="22905"/>
                </a:cubicBezTo>
                <a:cubicBezTo>
                  <a:pt x="30571" y="21793"/>
                  <a:pt x="31238" y="20352"/>
                  <a:pt x="31461" y="18902"/>
                </a:cubicBezTo>
                <a:lnTo>
                  <a:pt x="31461" y="18902"/>
                </a:lnTo>
                <a:cubicBezTo>
                  <a:pt x="31132" y="20352"/>
                  <a:pt x="30242" y="21570"/>
                  <a:pt x="29237" y="22575"/>
                </a:cubicBezTo>
                <a:cubicBezTo>
                  <a:pt x="28570" y="23127"/>
                  <a:pt x="27681" y="23572"/>
                  <a:pt x="26907" y="23910"/>
                </a:cubicBezTo>
                <a:cubicBezTo>
                  <a:pt x="28241" y="22353"/>
                  <a:pt x="29237" y="20681"/>
                  <a:pt x="30020" y="18795"/>
                </a:cubicBezTo>
                <a:cubicBezTo>
                  <a:pt x="30465" y="17906"/>
                  <a:pt x="30687" y="16901"/>
                  <a:pt x="31016" y="16011"/>
                </a:cubicBezTo>
                <a:cubicBezTo>
                  <a:pt x="31717" y="15414"/>
                  <a:pt x="32147" y="14459"/>
                  <a:pt x="32146" y="13551"/>
                </a:cubicBezTo>
                <a:lnTo>
                  <a:pt x="32146" y="13551"/>
                </a:lnTo>
                <a:cubicBezTo>
                  <a:pt x="32145" y="14418"/>
                  <a:pt x="31715" y="15181"/>
                  <a:pt x="31016" y="15682"/>
                </a:cubicBezTo>
                <a:cubicBezTo>
                  <a:pt x="31461" y="14010"/>
                  <a:pt x="31576" y="12453"/>
                  <a:pt x="31576" y="10790"/>
                </a:cubicBezTo>
                <a:lnTo>
                  <a:pt x="31576" y="10790"/>
                </a:lnTo>
                <a:cubicBezTo>
                  <a:pt x="31461" y="12569"/>
                  <a:pt x="31238" y="14232"/>
                  <a:pt x="30687" y="15904"/>
                </a:cubicBezTo>
                <a:lnTo>
                  <a:pt x="30571" y="15904"/>
                </a:lnTo>
                <a:lnTo>
                  <a:pt x="30687" y="16011"/>
                </a:lnTo>
                <a:cubicBezTo>
                  <a:pt x="30349" y="16901"/>
                  <a:pt x="30020" y="17790"/>
                  <a:pt x="29575" y="18573"/>
                </a:cubicBezTo>
                <a:cubicBezTo>
                  <a:pt x="29460" y="18902"/>
                  <a:pt x="29237" y="19124"/>
                  <a:pt x="29130" y="19347"/>
                </a:cubicBezTo>
                <a:cubicBezTo>
                  <a:pt x="28241" y="18350"/>
                  <a:pt x="27796" y="16794"/>
                  <a:pt x="28125" y="15344"/>
                </a:cubicBezTo>
                <a:lnTo>
                  <a:pt x="28125" y="15344"/>
                </a:lnTo>
                <a:cubicBezTo>
                  <a:pt x="27574" y="16901"/>
                  <a:pt x="27681" y="18680"/>
                  <a:pt x="28686" y="20129"/>
                </a:cubicBezTo>
                <a:cubicBezTo>
                  <a:pt x="27574" y="21908"/>
                  <a:pt x="26240" y="23572"/>
                  <a:pt x="24567" y="24799"/>
                </a:cubicBezTo>
                <a:cubicBezTo>
                  <a:pt x="24238" y="25128"/>
                  <a:pt x="23794" y="25466"/>
                  <a:pt x="23349" y="25689"/>
                </a:cubicBezTo>
                <a:cubicBezTo>
                  <a:pt x="22904" y="23794"/>
                  <a:pt x="23127" y="21686"/>
                  <a:pt x="24123" y="19907"/>
                </a:cubicBezTo>
                <a:lnTo>
                  <a:pt x="24123" y="19907"/>
                </a:lnTo>
                <a:cubicBezTo>
                  <a:pt x="22789" y="21686"/>
                  <a:pt x="22237" y="24016"/>
                  <a:pt x="22682" y="26240"/>
                </a:cubicBezTo>
                <a:cubicBezTo>
                  <a:pt x="21348" y="27129"/>
                  <a:pt x="19898" y="27912"/>
                  <a:pt x="18457" y="28908"/>
                </a:cubicBezTo>
                <a:cubicBezTo>
                  <a:pt x="19675" y="24354"/>
                  <a:pt x="20342" y="19569"/>
                  <a:pt x="20342" y="15015"/>
                </a:cubicBezTo>
                <a:lnTo>
                  <a:pt x="20342" y="14793"/>
                </a:lnTo>
                <a:cubicBezTo>
                  <a:pt x="20458" y="14677"/>
                  <a:pt x="20680" y="14570"/>
                  <a:pt x="21010" y="14455"/>
                </a:cubicBezTo>
                <a:cubicBezTo>
                  <a:pt x="21454" y="14232"/>
                  <a:pt x="22015" y="14010"/>
                  <a:pt x="22566" y="13788"/>
                </a:cubicBezTo>
                <a:cubicBezTo>
                  <a:pt x="23127" y="13565"/>
                  <a:pt x="23678" y="13236"/>
                  <a:pt x="24016" y="12791"/>
                </a:cubicBezTo>
                <a:cubicBezTo>
                  <a:pt x="24345" y="12231"/>
                  <a:pt x="24567" y="11680"/>
                  <a:pt x="24461" y="11119"/>
                </a:cubicBezTo>
                <a:lnTo>
                  <a:pt x="24461" y="11119"/>
                </a:lnTo>
                <a:cubicBezTo>
                  <a:pt x="24461" y="11680"/>
                  <a:pt x="24238" y="12231"/>
                  <a:pt x="23794" y="12569"/>
                </a:cubicBezTo>
                <a:cubicBezTo>
                  <a:pt x="23456" y="13014"/>
                  <a:pt x="22904" y="13120"/>
                  <a:pt x="22344" y="13343"/>
                </a:cubicBezTo>
                <a:cubicBezTo>
                  <a:pt x="21899" y="13458"/>
                  <a:pt x="21348" y="13565"/>
                  <a:pt x="20680" y="13788"/>
                </a:cubicBezTo>
                <a:cubicBezTo>
                  <a:pt x="20565" y="13788"/>
                  <a:pt x="20458" y="13903"/>
                  <a:pt x="20236" y="13903"/>
                </a:cubicBezTo>
                <a:cubicBezTo>
                  <a:pt x="20236" y="13014"/>
                  <a:pt x="20236" y="12124"/>
                  <a:pt x="20120" y="11342"/>
                </a:cubicBezTo>
                <a:lnTo>
                  <a:pt x="20120" y="9678"/>
                </a:lnTo>
                <a:cubicBezTo>
                  <a:pt x="20236" y="9563"/>
                  <a:pt x="20458" y="9456"/>
                  <a:pt x="20787" y="9340"/>
                </a:cubicBezTo>
                <a:cubicBezTo>
                  <a:pt x="20903" y="9233"/>
                  <a:pt x="21010" y="9118"/>
                  <a:pt x="21232" y="9118"/>
                </a:cubicBezTo>
                <a:cubicBezTo>
                  <a:pt x="21348" y="9011"/>
                  <a:pt x="21570" y="8895"/>
                  <a:pt x="21677" y="8789"/>
                </a:cubicBezTo>
                <a:cubicBezTo>
                  <a:pt x="22015" y="8673"/>
                  <a:pt x="22237" y="8344"/>
                  <a:pt x="22459" y="8122"/>
                </a:cubicBezTo>
                <a:cubicBezTo>
                  <a:pt x="23011" y="7561"/>
                  <a:pt x="23349" y="7010"/>
                  <a:pt x="23456" y="6343"/>
                </a:cubicBezTo>
                <a:cubicBezTo>
                  <a:pt x="23571" y="6005"/>
                  <a:pt x="23678" y="5676"/>
                  <a:pt x="23678" y="5338"/>
                </a:cubicBezTo>
                <a:cubicBezTo>
                  <a:pt x="23678" y="5009"/>
                  <a:pt x="23571" y="4671"/>
                  <a:pt x="23571" y="4341"/>
                </a:cubicBezTo>
                <a:lnTo>
                  <a:pt x="23571" y="5338"/>
                </a:lnTo>
                <a:cubicBezTo>
                  <a:pt x="23456" y="5560"/>
                  <a:pt x="23349" y="5898"/>
                  <a:pt x="23233" y="6227"/>
                </a:cubicBezTo>
                <a:cubicBezTo>
                  <a:pt x="23011" y="6787"/>
                  <a:pt x="22682" y="7339"/>
                  <a:pt x="22121" y="7784"/>
                </a:cubicBezTo>
                <a:cubicBezTo>
                  <a:pt x="21899" y="8006"/>
                  <a:pt x="21677" y="8122"/>
                  <a:pt x="21348" y="8344"/>
                </a:cubicBezTo>
                <a:cubicBezTo>
                  <a:pt x="21232" y="8344"/>
                  <a:pt x="21125" y="8451"/>
                  <a:pt x="21010" y="8451"/>
                </a:cubicBezTo>
                <a:cubicBezTo>
                  <a:pt x="20787" y="8566"/>
                  <a:pt x="20680" y="8566"/>
                  <a:pt x="20458" y="8566"/>
                </a:cubicBezTo>
                <a:cubicBezTo>
                  <a:pt x="20342" y="8673"/>
                  <a:pt x="20236" y="8673"/>
                  <a:pt x="20013" y="8789"/>
                </a:cubicBezTo>
                <a:lnTo>
                  <a:pt x="20013" y="7784"/>
                </a:lnTo>
                <a:cubicBezTo>
                  <a:pt x="20013" y="6565"/>
                  <a:pt x="20120" y="5338"/>
                  <a:pt x="20342" y="4226"/>
                </a:cubicBezTo>
                <a:cubicBezTo>
                  <a:pt x="20680" y="3114"/>
                  <a:pt x="21125" y="2002"/>
                  <a:pt x="21899" y="1113"/>
                </a:cubicBezTo>
                <a:lnTo>
                  <a:pt x="21677" y="1006"/>
                </a:lnTo>
                <a:cubicBezTo>
                  <a:pt x="20787" y="1780"/>
                  <a:pt x="20120" y="2892"/>
                  <a:pt x="19675" y="4003"/>
                </a:cubicBezTo>
                <a:cubicBezTo>
                  <a:pt x="19569" y="4341"/>
                  <a:pt x="19569" y="4564"/>
                  <a:pt x="19453" y="4893"/>
                </a:cubicBezTo>
                <a:cubicBezTo>
                  <a:pt x="19453" y="4893"/>
                  <a:pt x="19346" y="4893"/>
                  <a:pt x="19346" y="4786"/>
                </a:cubicBezTo>
                <a:cubicBezTo>
                  <a:pt x="19231" y="4671"/>
                  <a:pt x="19124" y="4564"/>
                  <a:pt x="19008" y="4341"/>
                </a:cubicBezTo>
                <a:cubicBezTo>
                  <a:pt x="18786" y="4003"/>
                  <a:pt x="18902" y="3452"/>
                  <a:pt x="18902" y="3007"/>
                </a:cubicBezTo>
                <a:cubicBezTo>
                  <a:pt x="19008" y="2447"/>
                  <a:pt x="19124" y="2002"/>
                  <a:pt x="19124" y="1451"/>
                </a:cubicBezTo>
                <a:cubicBezTo>
                  <a:pt x="19124" y="890"/>
                  <a:pt x="18902" y="339"/>
                  <a:pt x="1856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 name="Google Shape;132;p2"/>
          <p:cNvGrpSpPr/>
          <p:nvPr/>
        </p:nvGrpSpPr>
        <p:grpSpPr>
          <a:xfrm rot="427817">
            <a:off x="8033091" y="1960610"/>
            <a:ext cx="1655621" cy="3005222"/>
            <a:chOff x="4813300" y="1919750"/>
            <a:chExt cx="1022925" cy="1856775"/>
          </a:xfrm>
        </p:grpSpPr>
        <p:sp>
          <p:nvSpPr>
            <p:cNvPr id="133" name="Google Shape;133;p2"/>
            <p:cNvSpPr/>
            <p:nvPr/>
          </p:nvSpPr>
          <p:spPr>
            <a:xfrm>
              <a:off x="4813300" y="2497900"/>
              <a:ext cx="1022925" cy="1278625"/>
            </a:xfrm>
            <a:custGeom>
              <a:avLst/>
              <a:gdLst/>
              <a:ahLst/>
              <a:cxnLst/>
              <a:rect l="l" t="t" r="r" b="b"/>
              <a:pathLst>
                <a:path w="40917" h="51145" extrusionOk="0">
                  <a:moveTo>
                    <a:pt x="19462" y="1"/>
                  </a:moveTo>
                  <a:cubicBezTo>
                    <a:pt x="19569" y="446"/>
                    <a:pt x="19462" y="890"/>
                    <a:pt x="19347" y="1219"/>
                  </a:cubicBezTo>
                  <a:cubicBezTo>
                    <a:pt x="19240" y="1442"/>
                    <a:pt x="19018" y="1664"/>
                    <a:pt x="18795" y="1780"/>
                  </a:cubicBezTo>
                  <a:cubicBezTo>
                    <a:pt x="18680" y="1442"/>
                    <a:pt x="18573" y="1113"/>
                    <a:pt x="18573" y="775"/>
                  </a:cubicBezTo>
                  <a:lnTo>
                    <a:pt x="18350" y="890"/>
                  </a:lnTo>
                  <a:cubicBezTo>
                    <a:pt x="18457" y="1780"/>
                    <a:pt x="18457" y="2669"/>
                    <a:pt x="18573" y="3665"/>
                  </a:cubicBezTo>
                  <a:cubicBezTo>
                    <a:pt x="17790" y="3443"/>
                    <a:pt x="17123" y="2892"/>
                    <a:pt x="16901" y="2002"/>
                  </a:cubicBezTo>
                  <a:lnTo>
                    <a:pt x="16901" y="2002"/>
                  </a:lnTo>
                  <a:cubicBezTo>
                    <a:pt x="17016" y="2892"/>
                    <a:pt x="17683" y="3781"/>
                    <a:pt x="18680" y="4110"/>
                  </a:cubicBezTo>
                  <a:cubicBezTo>
                    <a:pt x="18680" y="5338"/>
                    <a:pt x="18795" y="6450"/>
                    <a:pt x="18902" y="7668"/>
                  </a:cubicBezTo>
                  <a:cubicBezTo>
                    <a:pt x="18764" y="7717"/>
                    <a:pt x="18606" y="7745"/>
                    <a:pt x="18436" y="7745"/>
                  </a:cubicBezTo>
                  <a:cubicBezTo>
                    <a:pt x="18200" y="7745"/>
                    <a:pt x="17942" y="7691"/>
                    <a:pt x="17683" y="7561"/>
                  </a:cubicBezTo>
                  <a:cubicBezTo>
                    <a:pt x="17239" y="7446"/>
                    <a:pt x="16794" y="7001"/>
                    <a:pt x="16571" y="6556"/>
                  </a:cubicBezTo>
                  <a:lnTo>
                    <a:pt x="16571" y="6556"/>
                  </a:lnTo>
                  <a:cubicBezTo>
                    <a:pt x="16678" y="7117"/>
                    <a:pt x="17123" y="7561"/>
                    <a:pt x="17568" y="7784"/>
                  </a:cubicBezTo>
                  <a:cubicBezTo>
                    <a:pt x="17894" y="7947"/>
                    <a:pt x="18220" y="8048"/>
                    <a:pt x="18547" y="8048"/>
                  </a:cubicBezTo>
                  <a:cubicBezTo>
                    <a:pt x="18665" y="8048"/>
                    <a:pt x="18783" y="8034"/>
                    <a:pt x="18902" y="8006"/>
                  </a:cubicBezTo>
                  <a:cubicBezTo>
                    <a:pt x="19018" y="9340"/>
                    <a:pt x="19124" y="10559"/>
                    <a:pt x="19240" y="11786"/>
                  </a:cubicBezTo>
                  <a:cubicBezTo>
                    <a:pt x="19124" y="11786"/>
                    <a:pt x="18902" y="11671"/>
                    <a:pt x="18795" y="11671"/>
                  </a:cubicBezTo>
                  <a:cubicBezTo>
                    <a:pt x="18235" y="11448"/>
                    <a:pt x="17790" y="11226"/>
                    <a:pt x="17239" y="10781"/>
                  </a:cubicBezTo>
                  <a:cubicBezTo>
                    <a:pt x="16233" y="10114"/>
                    <a:pt x="15344" y="9225"/>
                    <a:pt x="14570" y="8228"/>
                  </a:cubicBezTo>
                  <a:cubicBezTo>
                    <a:pt x="14125" y="7890"/>
                    <a:pt x="13903" y="7446"/>
                    <a:pt x="13565" y="7001"/>
                  </a:cubicBezTo>
                  <a:cubicBezTo>
                    <a:pt x="13787" y="6672"/>
                    <a:pt x="14125" y="6227"/>
                    <a:pt x="14232" y="5667"/>
                  </a:cubicBezTo>
                  <a:cubicBezTo>
                    <a:pt x="14348" y="5338"/>
                    <a:pt x="14348" y="5000"/>
                    <a:pt x="14125" y="4671"/>
                  </a:cubicBezTo>
                  <a:cubicBezTo>
                    <a:pt x="14010" y="4333"/>
                    <a:pt x="13787" y="4110"/>
                    <a:pt x="13458" y="4110"/>
                  </a:cubicBezTo>
                  <a:cubicBezTo>
                    <a:pt x="13787" y="4110"/>
                    <a:pt x="14010" y="4448"/>
                    <a:pt x="14010" y="4671"/>
                  </a:cubicBezTo>
                  <a:cubicBezTo>
                    <a:pt x="14125" y="5000"/>
                    <a:pt x="14125" y="5338"/>
                    <a:pt x="14010" y="5667"/>
                  </a:cubicBezTo>
                  <a:cubicBezTo>
                    <a:pt x="13903" y="5889"/>
                    <a:pt x="13681" y="6227"/>
                    <a:pt x="13458" y="6450"/>
                  </a:cubicBezTo>
                  <a:cubicBezTo>
                    <a:pt x="13458" y="6556"/>
                    <a:pt x="13343" y="6672"/>
                    <a:pt x="13343" y="6672"/>
                  </a:cubicBezTo>
                  <a:cubicBezTo>
                    <a:pt x="13014" y="6227"/>
                    <a:pt x="12676" y="5667"/>
                    <a:pt x="12347" y="5115"/>
                  </a:cubicBezTo>
                  <a:cubicBezTo>
                    <a:pt x="12231" y="5000"/>
                    <a:pt x="12231" y="4777"/>
                    <a:pt x="12124" y="4671"/>
                  </a:cubicBezTo>
                  <a:cubicBezTo>
                    <a:pt x="12231" y="4333"/>
                    <a:pt x="12453" y="4110"/>
                    <a:pt x="12569" y="3781"/>
                  </a:cubicBezTo>
                  <a:cubicBezTo>
                    <a:pt x="12569" y="3665"/>
                    <a:pt x="12676" y="3559"/>
                    <a:pt x="12676" y="3443"/>
                  </a:cubicBezTo>
                  <a:cubicBezTo>
                    <a:pt x="13236" y="2998"/>
                    <a:pt x="13458" y="2331"/>
                    <a:pt x="13236" y="1780"/>
                  </a:cubicBezTo>
                  <a:lnTo>
                    <a:pt x="13236" y="1780"/>
                  </a:lnTo>
                  <a:cubicBezTo>
                    <a:pt x="13343" y="2109"/>
                    <a:pt x="13120" y="2554"/>
                    <a:pt x="12898" y="2892"/>
                  </a:cubicBezTo>
                  <a:lnTo>
                    <a:pt x="12898" y="2776"/>
                  </a:lnTo>
                  <a:cubicBezTo>
                    <a:pt x="12898" y="2447"/>
                    <a:pt x="12898" y="2002"/>
                    <a:pt x="12791" y="1664"/>
                  </a:cubicBezTo>
                  <a:cubicBezTo>
                    <a:pt x="12569" y="1335"/>
                    <a:pt x="12347" y="997"/>
                    <a:pt x="12009" y="775"/>
                  </a:cubicBezTo>
                  <a:lnTo>
                    <a:pt x="11902" y="997"/>
                  </a:lnTo>
                  <a:cubicBezTo>
                    <a:pt x="12231" y="1219"/>
                    <a:pt x="12347" y="1442"/>
                    <a:pt x="12453" y="1780"/>
                  </a:cubicBezTo>
                  <a:cubicBezTo>
                    <a:pt x="12569" y="2109"/>
                    <a:pt x="12569" y="2447"/>
                    <a:pt x="12569" y="2669"/>
                  </a:cubicBezTo>
                  <a:cubicBezTo>
                    <a:pt x="12453" y="3221"/>
                    <a:pt x="12124" y="3665"/>
                    <a:pt x="11902" y="4110"/>
                  </a:cubicBezTo>
                  <a:cubicBezTo>
                    <a:pt x="11457" y="3336"/>
                    <a:pt x="11235" y="2447"/>
                    <a:pt x="11012" y="1557"/>
                  </a:cubicBezTo>
                  <a:lnTo>
                    <a:pt x="10790" y="1557"/>
                  </a:lnTo>
                  <a:cubicBezTo>
                    <a:pt x="10790" y="2002"/>
                    <a:pt x="10897" y="2447"/>
                    <a:pt x="11012" y="2892"/>
                  </a:cubicBezTo>
                  <a:cubicBezTo>
                    <a:pt x="10956" y="2902"/>
                    <a:pt x="10897" y="2908"/>
                    <a:pt x="10837" y="2908"/>
                  </a:cubicBezTo>
                  <a:cubicBezTo>
                    <a:pt x="10300" y="2908"/>
                    <a:pt x="9644" y="2498"/>
                    <a:pt x="9340" y="2002"/>
                  </a:cubicBezTo>
                  <a:lnTo>
                    <a:pt x="9340" y="2002"/>
                  </a:lnTo>
                  <a:cubicBezTo>
                    <a:pt x="9456" y="2331"/>
                    <a:pt x="9678" y="2669"/>
                    <a:pt x="10007" y="2892"/>
                  </a:cubicBezTo>
                  <a:cubicBezTo>
                    <a:pt x="10345" y="3114"/>
                    <a:pt x="10674" y="3221"/>
                    <a:pt x="11119" y="3221"/>
                  </a:cubicBezTo>
                  <a:cubicBezTo>
                    <a:pt x="11341" y="4003"/>
                    <a:pt x="11564" y="4671"/>
                    <a:pt x="11786" y="5444"/>
                  </a:cubicBezTo>
                  <a:cubicBezTo>
                    <a:pt x="11902" y="5667"/>
                    <a:pt x="12124" y="6005"/>
                    <a:pt x="12231" y="6334"/>
                  </a:cubicBezTo>
                  <a:cubicBezTo>
                    <a:pt x="11955" y="6392"/>
                    <a:pt x="11677" y="6421"/>
                    <a:pt x="11399" y="6421"/>
                  </a:cubicBezTo>
                  <a:cubicBezTo>
                    <a:pt x="11121" y="6421"/>
                    <a:pt x="10843" y="6392"/>
                    <a:pt x="10568" y="6334"/>
                  </a:cubicBezTo>
                  <a:cubicBezTo>
                    <a:pt x="10230" y="6227"/>
                    <a:pt x="9900" y="6005"/>
                    <a:pt x="9562" y="5782"/>
                  </a:cubicBezTo>
                  <a:cubicBezTo>
                    <a:pt x="9340" y="5560"/>
                    <a:pt x="9011" y="5222"/>
                    <a:pt x="8895" y="4893"/>
                  </a:cubicBezTo>
                  <a:lnTo>
                    <a:pt x="8789" y="5000"/>
                  </a:lnTo>
                  <a:cubicBezTo>
                    <a:pt x="8789" y="5338"/>
                    <a:pt x="9011" y="5782"/>
                    <a:pt x="9340" y="6112"/>
                  </a:cubicBezTo>
                  <a:cubicBezTo>
                    <a:pt x="9562" y="6334"/>
                    <a:pt x="9785" y="6450"/>
                    <a:pt x="10007" y="6556"/>
                  </a:cubicBezTo>
                  <a:cubicBezTo>
                    <a:pt x="9637" y="6927"/>
                    <a:pt x="9112" y="7143"/>
                    <a:pt x="8561" y="7143"/>
                  </a:cubicBezTo>
                  <a:cubicBezTo>
                    <a:pt x="8451" y="7143"/>
                    <a:pt x="8339" y="7134"/>
                    <a:pt x="8228" y="7117"/>
                  </a:cubicBezTo>
                  <a:lnTo>
                    <a:pt x="8228" y="7117"/>
                  </a:lnTo>
                  <a:cubicBezTo>
                    <a:pt x="8449" y="7190"/>
                    <a:pt x="8693" y="7227"/>
                    <a:pt x="8942" y="7227"/>
                  </a:cubicBezTo>
                  <a:cubicBezTo>
                    <a:pt x="9447" y="7227"/>
                    <a:pt x="9970" y="7076"/>
                    <a:pt x="10345" y="6779"/>
                  </a:cubicBezTo>
                  <a:lnTo>
                    <a:pt x="10452" y="6779"/>
                  </a:lnTo>
                  <a:cubicBezTo>
                    <a:pt x="10897" y="7001"/>
                    <a:pt x="11235" y="7001"/>
                    <a:pt x="11679" y="7117"/>
                  </a:cubicBezTo>
                  <a:lnTo>
                    <a:pt x="12676" y="7117"/>
                  </a:lnTo>
                  <a:lnTo>
                    <a:pt x="12676" y="7223"/>
                  </a:lnTo>
                  <a:lnTo>
                    <a:pt x="13681" y="8896"/>
                  </a:lnTo>
                  <a:cubicBezTo>
                    <a:pt x="13787" y="9002"/>
                    <a:pt x="13903" y="9118"/>
                    <a:pt x="14010" y="9340"/>
                  </a:cubicBezTo>
                  <a:cubicBezTo>
                    <a:pt x="13426" y="9848"/>
                    <a:pt x="12650" y="10119"/>
                    <a:pt x="11842" y="10119"/>
                  </a:cubicBezTo>
                  <a:cubicBezTo>
                    <a:pt x="11419" y="10119"/>
                    <a:pt x="10986" y="10045"/>
                    <a:pt x="10568" y="9892"/>
                  </a:cubicBezTo>
                  <a:lnTo>
                    <a:pt x="10568" y="9892"/>
                  </a:lnTo>
                  <a:cubicBezTo>
                    <a:pt x="11070" y="10146"/>
                    <a:pt x="11632" y="10269"/>
                    <a:pt x="12164" y="10269"/>
                  </a:cubicBezTo>
                  <a:cubicBezTo>
                    <a:pt x="12339" y="10269"/>
                    <a:pt x="12511" y="10256"/>
                    <a:pt x="12676" y="10230"/>
                  </a:cubicBezTo>
                  <a:cubicBezTo>
                    <a:pt x="13236" y="10114"/>
                    <a:pt x="13787" y="9892"/>
                    <a:pt x="14232" y="9563"/>
                  </a:cubicBezTo>
                  <a:cubicBezTo>
                    <a:pt x="14899" y="10452"/>
                    <a:pt x="15566" y="11226"/>
                    <a:pt x="16456" y="11893"/>
                  </a:cubicBezTo>
                  <a:cubicBezTo>
                    <a:pt x="16901" y="12338"/>
                    <a:pt x="17461" y="12782"/>
                    <a:pt x="18128" y="13120"/>
                  </a:cubicBezTo>
                  <a:cubicBezTo>
                    <a:pt x="18573" y="13227"/>
                    <a:pt x="18902" y="13450"/>
                    <a:pt x="19347" y="13450"/>
                  </a:cubicBezTo>
                  <a:lnTo>
                    <a:pt x="19462" y="13450"/>
                  </a:lnTo>
                  <a:cubicBezTo>
                    <a:pt x="19462" y="13788"/>
                    <a:pt x="19462" y="14117"/>
                    <a:pt x="19569" y="14455"/>
                  </a:cubicBezTo>
                  <a:cubicBezTo>
                    <a:pt x="19685" y="15896"/>
                    <a:pt x="19907" y="17345"/>
                    <a:pt x="20236" y="18902"/>
                  </a:cubicBezTo>
                  <a:cubicBezTo>
                    <a:pt x="19685" y="18786"/>
                    <a:pt x="19124" y="18680"/>
                    <a:pt x="18680" y="18457"/>
                  </a:cubicBezTo>
                  <a:cubicBezTo>
                    <a:pt x="17906" y="18342"/>
                    <a:pt x="17239" y="18013"/>
                    <a:pt x="16571" y="17675"/>
                  </a:cubicBezTo>
                  <a:cubicBezTo>
                    <a:pt x="16456" y="17568"/>
                    <a:pt x="16456" y="17452"/>
                    <a:pt x="16456" y="17452"/>
                  </a:cubicBezTo>
                  <a:cubicBezTo>
                    <a:pt x="16456" y="17007"/>
                    <a:pt x="16571" y="16678"/>
                    <a:pt x="16571" y="16234"/>
                  </a:cubicBezTo>
                  <a:cubicBezTo>
                    <a:pt x="16571" y="15789"/>
                    <a:pt x="16571" y="15344"/>
                    <a:pt x="16349" y="14899"/>
                  </a:cubicBezTo>
                  <a:cubicBezTo>
                    <a:pt x="16128" y="14563"/>
                    <a:pt x="15792" y="14235"/>
                    <a:pt x="15464" y="14013"/>
                  </a:cubicBezTo>
                  <a:lnTo>
                    <a:pt x="15464" y="14013"/>
                  </a:lnTo>
                  <a:cubicBezTo>
                    <a:pt x="15792" y="14235"/>
                    <a:pt x="16127" y="14563"/>
                    <a:pt x="16233" y="15006"/>
                  </a:cubicBezTo>
                  <a:cubicBezTo>
                    <a:pt x="16456" y="15344"/>
                    <a:pt x="16456" y="15789"/>
                    <a:pt x="16349" y="16118"/>
                  </a:cubicBezTo>
                  <a:cubicBezTo>
                    <a:pt x="16233" y="16563"/>
                    <a:pt x="16127" y="17007"/>
                    <a:pt x="16127" y="17452"/>
                  </a:cubicBezTo>
                  <a:cubicBezTo>
                    <a:pt x="15566" y="17007"/>
                    <a:pt x="15122" y="16563"/>
                    <a:pt x="14793" y="16011"/>
                  </a:cubicBezTo>
                  <a:cubicBezTo>
                    <a:pt x="14348" y="15344"/>
                    <a:pt x="14125" y="14561"/>
                    <a:pt x="14232" y="13788"/>
                  </a:cubicBezTo>
                  <a:lnTo>
                    <a:pt x="14010" y="13788"/>
                  </a:lnTo>
                  <a:cubicBezTo>
                    <a:pt x="13903" y="14561"/>
                    <a:pt x="14010" y="15451"/>
                    <a:pt x="14455" y="16234"/>
                  </a:cubicBezTo>
                  <a:cubicBezTo>
                    <a:pt x="14793" y="17007"/>
                    <a:pt x="15460" y="17675"/>
                    <a:pt x="16127" y="18119"/>
                  </a:cubicBezTo>
                  <a:cubicBezTo>
                    <a:pt x="16794" y="18680"/>
                    <a:pt x="17568" y="19009"/>
                    <a:pt x="18350" y="19347"/>
                  </a:cubicBezTo>
                  <a:cubicBezTo>
                    <a:pt x="19018" y="19569"/>
                    <a:pt x="19791" y="19676"/>
                    <a:pt x="20458" y="19898"/>
                  </a:cubicBezTo>
                  <a:cubicBezTo>
                    <a:pt x="20574" y="20343"/>
                    <a:pt x="20681" y="20903"/>
                    <a:pt x="20796" y="21348"/>
                  </a:cubicBezTo>
                  <a:cubicBezTo>
                    <a:pt x="21348" y="23678"/>
                    <a:pt x="22131" y="25902"/>
                    <a:pt x="23127" y="28126"/>
                  </a:cubicBezTo>
                  <a:cubicBezTo>
                    <a:pt x="23572" y="29131"/>
                    <a:pt x="24132" y="30020"/>
                    <a:pt x="24683" y="30910"/>
                  </a:cubicBezTo>
                  <a:cubicBezTo>
                    <a:pt x="23465" y="30465"/>
                    <a:pt x="22353" y="29905"/>
                    <a:pt x="21241" y="29131"/>
                  </a:cubicBezTo>
                  <a:cubicBezTo>
                    <a:pt x="20236" y="28464"/>
                    <a:pt x="19347" y="27574"/>
                    <a:pt x="18457" y="26569"/>
                  </a:cubicBezTo>
                  <a:cubicBezTo>
                    <a:pt x="17683" y="25680"/>
                    <a:pt x="16901" y="24568"/>
                    <a:pt x="16011" y="23456"/>
                  </a:cubicBezTo>
                  <a:cubicBezTo>
                    <a:pt x="15237" y="22344"/>
                    <a:pt x="14348" y="21348"/>
                    <a:pt x="13343" y="20343"/>
                  </a:cubicBezTo>
                  <a:cubicBezTo>
                    <a:pt x="13014" y="20014"/>
                    <a:pt x="12676" y="19676"/>
                    <a:pt x="12231" y="19347"/>
                  </a:cubicBezTo>
                  <a:cubicBezTo>
                    <a:pt x="12569" y="18119"/>
                    <a:pt x="12347" y="16785"/>
                    <a:pt x="11679" y="15789"/>
                  </a:cubicBezTo>
                  <a:lnTo>
                    <a:pt x="11679" y="15789"/>
                  </a:lnTo>
                  <a:cubicBezTo>
                    <a:pt x="12231" y="16785"/>
                    <a:pt x="12231" y="18013"/>
                    <a:pt x="11902" y="19124"/>
                  </a:cubicBezTo>
                  <a:cubicBezTo>
                    <a:pt x="11457" y="18786"/>
                    <a:pt x="11012" y="18457"/>
                    <a:pt x="10568" y="18235"/>
                  </a:cubicBezTo>
                  <a:cubicBezTo>
                    <a:pt x="10568" y="17675"/>
                    <a:pt x="10452" y="17230"/>
                    <a:pt x="10230" y="16901"/>
                  </a:cubicBezTo>
                  <a:cubicBezTo>
                    <a:pt x="10007" y="16456"/>
                    <a:pt x="9678" y="16118"/>
                    <a:pt x="9340" y="15789"/>
                  </a:cubicBezTo>
                  <a:cubicBezTo>
                    <a:pt x="9233" y="15789"/>
                    <a:pt x="9118" y="15673"/>
                    <a:pt x="9011" y="15566"/>
                  </a:cubicBezTo>
                  <a:cubicBezTo>
                    <a:pt x="9233" y="14455"/>
                    <a:pt x="8566" y="13227"/>
                    <a:pt x="7561" y="12676"/>
                  </a:cubicBezTo>
                  <a:lnTo>
                    <a:pt x="7561" y="12676"/>
                  </a:lnTo>
                  <a:cubicBezTo>
                    <a:pt x="8451" y="13343"/>
                    <a:pt x="8789" y="14455"/>
                    <a:pt x="8673" y="15344"/>
                  </a:cubicBezTo>
                  <a:cubicBezTo>
                    <a:pt x="8566" y="15344"/>
                    <a:pt x="8344" y="15228"/>
                    <a:pt x="8228" y="15122"/>
                  </a:cubicBezTo>
                  <a:cubicBezTo>
                    <a:pt x="7784" y="15006"/>
                    <a:pt x="7339" y="14784"/>
                    <a:pt x="7010" y="14677"/>
                  </a:cubicBezTo>
                  <a:lnTo>
                    <a:pt x="6894" y="14899"/>
                  </a:lnTo>
                  <a:cubicBezTo>
                    <a:pt x="7677" y="15344"/>
                    <a:pt x="8451" y="15673"/>
                    <a:pt x="8895" y="16234"/>
                  </a:cubicBezTo>
                  <a:cubicBezTo>
                    <a:pt x="9233" y="16563"/>
                    <a:pt x="9456" y="16901"/>
                    <a:pt x="9562" y="17230"/>
                  </a:cubicBezTo>
                  <a:cubicBezTo>
                    <a:pt x="9562" y="17345"/>
                    <a:pt x="9562" y="17568"/>
                    <a:pt x="9678" y="17675"/>
                  </a:cubicBezTo>
                  <a:cubicBezTo>
                    <a:pt x="8344" y="17007"/>
                    <a:pt x="7116" y="16456"/>
                    <a:pt x="5782" y="16011"/>
                  </a:cubicBezTo>
                  <a:cubicBezTo>
                    <a:pt x="4670" y="15566"/>
                    <a:pt x="3674" y="15228"/>
                    <a:pt x="2562" y="14899"/>
                  </a:cubicBezTo>
                  <a:lnTo>
                    <a:pt x="2447" y="15006"/>
                  </a:lnTo>
                  <a:cubicBezTo>
                    <a:pt x="3007" y="15228"/>
                    <a:pt x="3559" y="15451"/>
                    <a:pt x="4003" y="15673"/>
                  </a:cubicBezTo>
                  <a:cubicBezTo>
                    <a:pt x="3538" y="16075"/>
                    <a:pt x="2949" y="16276"/>
                    <a:pt x="2336" y="16276"/>
                  </a:cubicBezTo>
                  <a:cubicBezTo>
                    <a:pt x="1930" y="16276"/>
                    <a:pt x="1513" y="16188"/>
                    <a:pt x="1113" y="16011"/>
                  </a:cubicBezTo>
                  <a:lnTo>
                    <a:pt x="1113" y="16011"/>
                  </a:lnTo>
                  <a:cubicBezTo>
                    <a:pt x="1673" y="16340"/>
                    <a:pt x="2224" y="16456"/>
                    <a:pt x="2892" y="16456"/>
                  </a:cubicBezTo>
                  <a:cubicBezTo>
                    <a:pt x="3452" y="16456"/>
                    <a:pt x="4003" y="16234"/>
                    <a:pt x="4448" y="15896"/>
                  </a:cubicBezTo>
                  <a:cubicBezTo>
                    <a:pt x="4786" y="16011"/>
                    <a:pt x="5115" y="16234"/>
                    <a:pt x="5453" y="16340"/>
                  </a:cubicBezTo>
                  <a:cubicBezTo>
                    <a:pt x="5231" y="16678"/>
                    <a:pt x="5008" y="17123"/>
                    <a:pt x="4670" y="17452"/>
                  </a:cubicBezTo>
                  <a:cubicBezTo>
                    <a:pt x="4226" y="17897"/>
                    <a:pt x="3897" y="18342"/>
                    <a:pt x="3336" y="18680"/>
                  </a:cubicBezTo>
                  <a:cubicBezTo>
                    <a:pt x="2892" y="19009"/>
                    <a:pt x="2340" y="19231"/>
                    <a:pt x="1780" y="19347"/>
                  </a:cubicBezTo>
                  <a:cubicBezTo>
                    <a:pt x="1228" y="19347"/>
                    <a:pt x="561" y="19231"/>
                    <a:pt x="116" y="18902"/>
                  </a:cubicBezTo>
                  <a:lnTo>
                    <a:pt x="1" y="19009"/>
                  </a:lnTo>
                  <a:cubicBezTo>
                    <a:pt x="445" y="19569"/>
                    <a:pt x="1113" y="19791"/>
                    <a:pt x="1780" y="19791"/>
                  </a:cubicBezTo>
                  <a:cubicBezTo>
                    <a:pt x="2118" y="19791"/>
                    <a:pt x="2447" y="19676"/>
                    <a:pt x="2669" y="19569"/>
                  </a:cubicBezTo>
                  <a:lnTo>
                    <a:pt x="2669" y="19569"/>
                  </a:lnTo>
                  <a:cubicBezTo>
                    <a:pt x="2562" y="20788"/>
                    <a:pt x="2118" y="21899"/>
                    <a:pt x="1335" y="22682"/>
                  </a:cubicBezTo>
                  <a:cubicBezTo>
                    <a:pt x="2340" y="21899"/>
                    <a:pt x="2892" y="20788"/>
                    <a:pt x="3114" y="19453"/>
                  </a:cubicBezTo>
                  <a:cubicBezTo>
                    <a:pt x="3336" y="19347"/>
                    <a:pt x="3559" y="19231"/>
                    <a:pt x="3674" y="19231"/>
                  </a:cubicBezTo>
                  <a:cubicBezTo>
                    <a:pt x="4341" y="18786"/>
                    <a:pt x="4786" y="18457"/>
                    <a:pt x="5231" y="18013"/>
                  </a:cubicBezTo>
                  <a:cubicBezTo>
                    <a:pt x="5676" y="17568"/>
                    <a:pt x="6005" y="17123"/>
                    <a:pt x="6449" y="16785"/>
                  </a:cubicBezTo>
                  <a:cubicBezTo>
                    <a:pt x="7561" y="17345"/>
                    <a:pt x="8566" y="17897"/>
                    <a:pt x="9678" y="18564"/>
                  </a:cubicBezTo>
                  <a:cubicBezTo>
                    <a:pt x="10790" y="19347"/>
                    <a:pt x="11786" y="20121"/>
                    <a:pt x="12569" y="21126"/>
                  </a:cubicBezTo>
                  <a:cubicBezTo>
                    <a:pt x="13343" y="21793"/>
                    <a:pt x="13903" y="22682"/>
                    <a:pt x="14455" y="23572"/>
                  </a:cubicBezTo>
                  <a:cubicBezTo>
                    <a:pt x="14237" y="23585"/>
                    <a:pt x="14020" y="23591"/>
                    <a:pt x="13803" y="23591"/>
                  </a:cubicBezTo>
                  <a:cubicBezTo>
                    <a:pt x="12243" y="23591"/>
                    <a:pt x="10694" y="23254"/>
                    <a:pt x="9233" y="22567"/>
                  </a:cubicBezTo>
                  <a:cubicBezTo>
                    <a:pt x="8566" y="21677"/>
                    <a:pt x="8006" y="20681"/>
                    <a:pt x="7561" y="19676"/>
                  </a:cubicBezTo>
                  <a:lnTo>
                    <a:pt x="7561" y="19676"/>
                  </a:lnTo>
                  <a:lnTo>
                    <a:pt x="8566" y="22344"/>
                  </a:lnTo>
                  <a:cubicBezTo>
                    <a:pt x="7784" y="21899"/>
                    <a:pt x="7010" y="21455"/>
                    <a:pt x="6343" y="20903"/>
                  </a:cubicBezTo>
                  <a:lnTo>
                    <a:pt x="6120" y="21010"/>
                  </a:lnTo>
                  <a:cubicBezTo>
                    <a:pt x="7339" y="22237"/>
                    <a:pt x="8895" y="23127"/>
                    <a:pt x="10568" y="23794"/>
                  </a:cubicBezTo>
                  <a:cubicBezTo>
                    <a:pt x="10452" y="23794"/>
                    <a:pt x="10345" y="23901"/>
                    <a:pt x="10230" y="24016"/>
                  </a:cubicBezTo>
                  <a:cubicBezTo>
                    <a:pt x="10007" y="24239"/>
                    <a:pt x="9785" y="24461"/>
                    <a:pt x="9678" y="24683"/>
                  </a:cubicBezTo>
                  <a:cubicBezTo>
                    <a:pt x="9456" y="24906"/>
                    <a:pt x="9340" y="25128"/>
                    <a:pt x="9118" y="25351"/>
                  </a:cubicBezTo>
                  <a:cubicBezTo>
                    <a:pt x="9011" y="25573"/>
                    <a:pt x="8789" y="25680"/>
                    <a:pt x="8566" y="25795"/>
                  </a:cubicBezTo>
                  <a:cubicBezTo>
                    <a:pt x="8337" y="25839"/>
                    <a:pt x="8109" y="25865"/>
                    <a:pt x="7882" y="25865"/>
                  </a:cubicBezTo>
                  <a:cubicBezTo>
                    <a:pt x="7553" y="25865"/>
                    <a:pt x="7225" y="25811"/>
                    <a:pt x="6894" y="25680"/>
                  </a:cubicBezTo>
                  <a:cubicBezTo>
                    <a:pt x="6345" y="25573"/>
                    <a:pt x="5902" y="25238"/>
                    <a:pt x="5460" y="24911"/>
                  </a:cubicBezTo>
                  <a:lnTo>
                    <a:pt x="5460" y="24911"/>
                  </a:lnTo>
                  <a:cubicBezTo>
                    <a:pt x="5902" y="25238"/>
                    <a:pt x="6345" y="25574"/>
                    <a:pt x="6894" y="25795"/>
                  </a:cubicBezTo>
                  <a:cubicBezTo>
                    <a:pt x="7220" y="25958"/>
                    <a:pt x="7666" y="26059"/>
                    <a:pt x="8102" y="26059"/>
                  </a:cubicBezTo>
                  <a:cubicBezTo>
                    <a:pt x="8260" y="26059"/>
                    <a:pt x="8417" y="26046"/>
                    <a:pt x="8566" y="26018"/>
                  </a:cubicBezTo>
                  <a:cubicBezTo>
                    <a:pt x="8895" y="25902"/>
                    <a:pt x="9118" y="25680"/>
                    <a:pt x="9340" y="25573"/>
                  </a:cubicBezTo>
                  <a:cubicBezTo>
                    <a:pt x="9562" y="25351"/>
                    <a:pt x="9785" y="25128"/>
                    <a:pt x="9900" y="24906"/>
                  </a:cubicBezTo>
                  <a:cubicBezTo>
                    <a:pt x="10123" y="24683"/>
                    <a:pt x="10230" y="24461"/>
                    <a:pt x="10452" y="24239"/>
                  </a:cubicBezTo>
                  <a:cubicBezTo>
                    <a:pt x="10674" y="24123"/>
                    <a:pt x="10897" y="24016"/>
                    <a:pt x="11119" y="24016"/>
                  </a:cubicBezTo>
                  <a:cubicBezTo>
                    <a:pt x="12453" y="24345"/>
                    <a:pt x="13787" y="24568"/>
                    <a:pt x="15122" y="24568"/>
                  </a:cubicBezTo>
                  <a:cubicBezTo>
                    <a:pt x="15789" y="25573"/>
                    <a:pt x="16456" y="26685"/>
                    <a:pt x="17123" y="27681"/>
                  </a:cubicBezTo>
                  <a:cubicBezTo>
                    <a:pt x="18012" y="28793"/>
                    <a:pt x="19018" y="29798"/>
                    <a:pt x="20129" y="30687"/>
                  </a:cubicBezTo>
                  <a:cubicBezTo>
                    <a:pt x="21908" y="32244"/>
                    <a:pt x="24132" y="33240"/>
                    <a:pt x="26462" y="33800"/>
                  </a:cubicBezTo>
                  <a:cubicBezTo>
                    <a:pt x="26578" y="33907"/>
                    <a:pt x="26685" y="34130"/>
                    <a:pt x="26800" y="34245"/>
                  </a:cubicBezTo>
                  <a:cubicBezTo>
                    <a:pt x="28135" y="36131"/>
                    <a:pt x="29469" y="38025"/>
                    <a:pt x="30581" y="39911"/>
                  </a:cubicBezTo>
                  <a:cubicBezTo>
                    <a:pt x="31577" y="41690"/>
                    <a:pt x="32582" y="43585"/>
                    <a:pt x="33133" y="45363"/>
                  </a:cubicBezTo>
                  <a:cubicBezTo>
                    <a:pt x="33694" y="47249"/>
                    <a:pt x="33800" y="49028"/>
                    <a:pt x="33578" y="50700"/>
                  </a:cubicBezTo>
                  <a:lnTo>
                    <a:pt x="40916" y="51145"/>
                  </a:lnTo>
                  <a:cubicBezTo>
                    <a:pt x="40916" y="49695"/>
                    <a:pt x="40809" y="48254"/>
                    <a:pt x="40471" y="46920"/>
                  </a:cubicBezTo>
                  <a:cubicBezTo>
                    <a:pt x="40142" y="45586"/>
                    <a:pt x="39698" y="44252"/>
                    <a:pt x="39137" y="43024"/>
                  </a:cubicBezTo>
                  <a:cubicBezTo>
                    <a:pt x="38025" y="40694"/>
                    <a:pt x="36584" y="38577"/>
                    <a:pt x="35135" y="36691"/>
                  </a:cubicBezTo>
                  <a:cubicBezTo>
                    <a:pt x="33578" y="34797"/>
                    <a:pt x="32022" y="33133"/>
                    <a:pt x="30465" y="31461"/>
                  </a:cubicBezTo>
                  <a:cubicBezTo>
                    <a:pt x="29024" y="29682"/>
                    <a:pt x="27574" y="28019"/>
                    <a:pt x="26462" y="26240"/>
                  </a:cubicBezTo>
                  <a:cubicBezTo>
                    <a:pt x="25466" y="24790"/>
                    <a:pt x="24577" y="23127"/>
                    <a:pt x="23910" y="21348"/>
                  </a:cubicBezTo>
                  <a:cubicBezTo>
                    <a:pt x="24683" y="19569"/>
                    <a:pt x="25351" y="17675"/>
                    <a:pt x="25795" y="15789"/>
                  </a:cubicBezTo>
                  <a:cubicBezTo>
                    <a:pt x="26462" y="15673"/>
                    <a:pt x="27129" y="15344"/>
                    <a:pt x="27690" y="14899"/>
                  </a:cubicBezTo>
                  <a:cubicBezTo>
                    <a:pt x="28357" y="14455"/>
                    <a:pt x="28908" y="13672"/>
                    <a:pt x="29246" y="12782"/>
                  </a:cubicBezTo>
                  <a:lnTo>
                    <a:pt x="29246" y="12782"/>
                  </a:lnTo>
                  <a:cubicBezTo>
                    <a:pt x="28579" y="14232"/>
                    <a:pt x="27245" y="15228"/>
                    <a:pt x="25911" y="15344"/>
                  </a:cubicBezTo>
                  <a:cubicBezTo>
                    <a:pt x="26133" y="14339"/>
                    <a:pt x="26240" y="13343"/>
                    <a:pt x="26356" y="12231"/>
                  </a:cubicBezTo>
                  <a:cubicBezTo>
                    <a:pt x="26800" y="12009"/>
                    <a:pt x="27129" y="11671"/>
                    <a:pt x="27467" y="11342"/>
                  </a:cubicBezTo>
                  <a:cubicBezTo>
                    <a:pt x="27797" y="10897"/>
                    <a:pt x="28135" y="10336"/>
                    <a:pt x="28241" y="9785"/>
                  </a:cubicBezTo>
                  <a:cubicBezTo>
                    <a:pt x="28357" y="9447"/>
                    <a:pt x="28464" y="9118"/>
                    <a:pt x="28464" y="8673"/>
                  </a:cubicBezTo>
                  <a:lnTo>
                    <a:pt x="28464" y="8896"/>
                  </a:lnTo>
                  <a:cubicBezTo>
                    <a:pt x="29246" y="8558"/>
                    <a:pt x="29575" y="7784"/>
                    <a:pt x="29575" y="7117"/>
                  </a:cubicBezTo>
                  <a:lnTo>
                    <a:pt x="29575" y="7117"/>
                  </a:lnTo>
                  <a:cubicBezTo>
                    <a:pt x="29469" y="7668"/>
                    <a:pt x="29024" y="8228"/>
                    <a:pt x="28464" y="8451"/>
                  </a:cubicBezTo>
                  <a:lnTo>
                    <a:pt x="28464" y="8006"/>
                  </a:lnTo>
                  <a:cubicBezTo>
                    <a:pt x="28464" y="7446"/>
                    <a:pt x="28464" y="6779"/>
                    <a:pt x="28357" y="6227"/>
                  </a:cubicBezTo>
                  <a:lnTo>
                    <a:pt x="28135" y="6227"/>
                  </a:lnTo>
                  <a:cubicBezTo>
                    <a:pt x="28241" y="6450"/>
                    <a:pt x="28241" y="6672"/>
                    <a:pt x="28135" y="6894"/>
                  </a:cubicBezTo>
                  <a:cubicBezTo>
                    <a:pt x="27690" y="6894"/>
                    <a:pt x="27023" y="6450"/>
                    <a:pt x="26907" y="5782"/>
                  </a:cubicBezTo>
                  <a:lnTo>
                    <a:pt x="26907" y="5782"/>
                  </a:lnTo>
                  <a:cubicBezTo>
                    <a:pt x="26907" y="6112"/>
                    <a:pt x="27023" y="6450"/>
                    <a:pt x="27245" y="6779"/>
                  </a:cubicBezTo>
                  <a:cubicBezTo>
                    <a:pt x="27467" y="7001"/>
                    <a:pt x="27797" y="7223"/>
                    <a:pt x="28135" y="7339"/>
                  </a:cubicBezTo>
                  <a:lnTo>
                    <a:pt x="28135" y="8006"/>
                  </a:lnTo>
                  <a:cubicBezTo>
                    <a:pt x="28135" y="8558"/>
                    <a:pt x="28019" y="9118"/>
                    <a:pt x="27797" y="9563"/>
                  </a:cubicBezTo>
                  <a:cubicBezTo>
                    <a:pt x="27574" y="10114"/>
                    <a:pt x="27352" y="10559"/>
                    <a:pt x="26907" y="10897"/>
                  </a:cubicBezTo>
                  <a:cubicBezTo>
                    <a:pt x="26800" y="11119"/>
                    <a:pt x="26685" y="11226"/>
                    <a:pt x="26462" y="11342"/>
                  </a:cubicBezTo>
                  <a:cubicBezTo>
                    <a:pt x="26685" y="8896"/>
                    <a:pt x="26578" y="6556"/>
                    <a:pt x="26133" y="4226"/>
                  </a:cubicBezTo>
                  <a:cubicBezTo>
                    <a:pt x="26462" y="3781"/>
                    <a:pt x="26578" y="3221"/>
                    <a:pt x="26578" y="2776"/>
                  </a:cubicBezTo>
                  <a:lnTo>
                    <a:pt x="26578" y="2776"/>
                  </a:lnTo>
                  <a:cubicBezTo>
                    <a:pt x="26462" y="3221"/>
                    <a:pt x="26356" y="3559"/>
                    <a:pt x="26018" y="3781"/>
                  </a:cubicBezTo>
                  <a:cubicBezTo>
                    <a:pt x="25911" y="2998"/>
                    <a:pt x="25689" y="2109"/>
                    <a:pt x="25466" y="1335"/>
                  </a:cubicBezTo>
                  <a:lnTo>
                    <a:pt x="25244" y="1442"/>
                  </a:lnTo>
                  <a:cubicBezTo>
                    <a:pt x="25573" y="2776"/>
                    <a:pt x="25689" y="4226"/>
                    <a:pt x="25795" y="5667"/>
                  </a:cubicBezTo>
                  <a:cubicBezTo>
                    <a:pt x="25466" y="5667"/>
                    <a:pt x="25128" y="5444"/>
                    <a:pt x="24799" y="5338"/>
                  </a:cubicBezTo>
                  <a:cubicBezTo>
                    <a:pt x="24461" y="5000"/>
                    <a:pt x="24132" y="4555"/>
                    <a:pt x="24016" y="4110"/>
                  </a:cubicBezTo>
                  <a:lnTo>
                    <a:pt x="23794" y="4110"/>
                  </a:lnTo>
                  <a:cubicBezTo>
                    <a:pt x="23794" y="4671"/>
                    <a:pt x="24132" y="5222"/>
                    <a:pt x="24461" y="5667"/>
                  </a:cubicBezTo>
                  <a:cubicBezTo>
                    <a:pt x="24799" y="6112"/>
                    <a:pt x="25244" y="6450"/>
                    <a:pt x="25795" y="6556"/>
                  </a:cubicBezTo>
                  <a:cubicBezTo>
                    <a:pt x="25795" y="7446"/>
                    <a:pt x="25689" y="8335"/>
                    <a:pt x="25689" y="9118"/>
                  </a:cubicBezTo>
                  <a:cubicBezTo>
                    <a:pt x="24799" y="8780"/>
                    <a:pt x="24132" y="8006"/>
                    <a:pt x="23687" y="7117"/>
                  </a:cubicBezTo>
                  <a:lnTo>
                    <a:pt x="23687" y="7117"/>
                  </a:lnTo>
                  <a:cubicBezTo>
                    <a:pt x="24016" y="8113"/>
                    <a:pt x="24683" y="9002"/>
                    <a:pt x="25573" y="9563"/>
                  </a:cubicBezTo>
                  <a:cubicBezTo>
                    <a:pt x="25244" y="12782"/>
                    <a:pt x="24354" y="16011"/>
                    <a:pt x="22904" y="18902"/>
                  </a:cubicBezTo>
                  <a:cubicBezTo>
                    <a:pt x="22353" y="17345"/>
                    <a:pt x="21908" y="15789"/>
                    <a:pt x="21464" y="14117"/>
                  </a:cubicBezTo>
                  <a:cubicBezTo>
                    <a:pt x="21019" y="12115"/>
                    <a:pt x="20574" y="10114"/>
                    <a:pt x="20129" y="8006"/>
                  </a:cubicBezTo>
                  <a:cubicBezTo>
                    <a:pt x="20796" y="7339"/>
                    <a:pt x="21241" y="6556"/>
                    <a:pt x="21464" y="5667"/>
                  </a:cubicBezTo>
                  <a:lnTo>
                    <a:pt x="21464" y="5560"/>
                  </a:lnTo>
                  <a:cubicBezTo>
                    <a:pt x="21908" y="5338"/>
                    <a:pt x="22237" y="4777"/>
                    <a:pt x="22353" y="4226"/>
                  </a:cubicBezTo>
                  <a:lnTo>
                    <a:pt x="22353" y="4226"/>
                  </a:lnTo>
                  <a:cubicBezTo>
                    <a:pt x="22131" y="4671"/>
                    <a:pt x="21908" y="4893"/>
                    <a:pt x="21570" y="5115"/>
                  </a:cubicBezTo>
                  <a:cubicBezTo>
                    <a:pt x="21793" y="4226"/>
                    <a:pt x="21686" y="3221"/>
                    <a:pt x="21464" y="2447"/>
                  </a:cubicBezTo>
                  <a:lnTo>
                    <a:pt x="21241" y="2447"/>
                  </a:lnTo>
                  <a:cubicBezTo>
                    <a:pt x="21570" y="4110"/>
                    <a:pt x="21019" y="6005"/>
                    <a:pt x="19907" y="7223"/>
                  </a:cubicBezTo>
                  <a:lnTo>
                    <a:pt x="18902" y="2225"/>
                  </a:lnTo>
                  <a:cubicBezTo>
                    <a:pt x="19240" y="2002"/>
                    <a:pt x="19462" y="1664"/>
                    <a:pt x="19569" y="1335"/>
                  </a:cubicBezTo>
                  <a:cubicBezTo>
                    <a:pt x="19685" y="890"/>
                    <a:pt x="19685" y="330"/>
                    <a:pt x="194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4891125" y="1919750"/>
              <a:ext cx="945100" cy="908850"/>
            </a:xfrm>
            <a:custGeom>
              <a:avLst/>
              <a:gdLst/>
              <a:ahLst/>
              <a:cxnLst/>
              <a:rect l="l" t="t" r="r" b="b"/>
              <a:pathLst>
                <a:path w="37804" h="36354" extrusionOk="0">
                  <a:moveTo>
                    <a:pt x="18128" y="1"/>
                  </a:moveTo>
                  <a:cubicBezTo>
                    <a:pt x="18128" y="108"/>
                    <a:pt x="18128" y="223"/>
                    <a:pt x="18013" y="330"/>
                  </a:cubicBezTo>
                  <a:cubicBezTo>
                    <a:pt x="18013" y="446"/>
                    <a:pt x="17906" y="552"/>
                    <a:pt x="17790" y="775"/>
                  </a:cubicBezTo>
                  <a:cubicBezTo>
                    <a:pt x="17790" y="890"/>
                    <a:pt x="17790" y="1113"/>
                    <a:pt x="17906" y="1219"/>
                  </a:cubicBezTo>
                  <a:cubicBezTo>
                    <a:pt x="17906" y="1335"/>
                    <a:pt x="18013" y="1442"/>
                    <a:pt x="18013" y="1557"/>
                  </a:cubicBezTo>
                  <a:cubicBezTo>
                    <a:pt x="18013" y="1780"/>
                    <a:pt x="17906" y="2109"/>
                    <a:pt x="17790" y="2225"/>
                  </a:cubicBezTo>
                  <a:cubicBezTo>
                    <a:pt x="17568" y="2447"/>
                    <a:pt x="17461" y="2554"/>
                    <a:pt x="17239" y="2669"/>
                  </a:cubicBezTo>
                  <a:cubicBezTo>
                    <a:pt x="16901" y="2109"/>
                    <a:pt x="16572" y="1442"/>
                    <a:pt x="16011" y="997"/>
                  </a:cubicBezTo>
                  <a:lnTo>
                    <a:pt x="15789" y="1113"/>
                  </a:lnTo>
                  <a:cubicBezTo>
                    <a:pt x="16127" y="1442"/>
                    <a:pt x="16234" y="1780"/>
                    <a:pt x="16456" y="2109"/>
                  </a:cubicBezTo>
                  <a:cubicBezTo>
                    <a:pt x="16349" y="2109"/>
                    <a:pt x="16127" y="2002"/>
                    <a:pt x="16011" y="2002"/>
                  </a:cubicBezTo>
                  <a:cubicBezTo>
                    <a:pt x="15789" y="1887"/>
                    <a:pt x="15567" y="1887"/>
                    <a:pt x="15344" y="1887"/>
                  </a:cubicBezTo>
                  <a:cubicBezTo>
                    <a:pt x="15122" y="1780"/>
                    <a:pt x="14900" y="1780"/>
                    <a:pt x="14793" y="1558"/>
                  </a:cubicBezTo>
                  <a:lnTo>
                    <a:pt x="14793" y="1558"/>
                  </a:lnTo>
                  <a:cubicBezTo>
                    <a:pt x="14900" y="1780"/>
                    <a:pt x="15122" y="1887"/>
                    <a:pt x="15344" y="2002"/>
                  </a:cubicBezTo>
                  <a:cubicBezTo>
                    <a:pt x="15567" y="2109"/>
                    <a:pt x="15789" y="2109"/>
                    <a:pt x="15905" y="2225"/>
                  </a:cubicBezTo>
                  <a:cubicBezTo>
                    <a:pt x="16349" y="2447"/>
                    <a:pt x="16572" y="2776"/>
                    <a:pt x="16678" y="3114"/>
                  </a:cubicBezTo>
                  <a:lnTo>
                    <a:pt x="16794" y="2998"/>
                  </a:lnTo>
                  <a:cubicBezTo>
                    <a:pt x="17123" y="3888"/>
                    <a:pt x="17239" y="4777"/>
                    <a:pt x="17123" y="5560"/>
                  </a:cubicBezTo>
                  <a:cubicBezTo>
                    <a:pt x="15460" y="4333"/>
                    <a:pt x="13788" y="3221"/>
                    <a:pt x="12124" y="2109"/>
                  </a:cubicBezTo>
                  <a:lnTo>
                    <a:pt x="12009" y="2331"/>
                  </a:lnTo>
                  <a:cubicBezTo>
                    <a:pt x="12569" y="2892"/>
                    <a:pt x="13236" y="3336"/>
                    <a:pt x="13903" y="3888"/>
                  </a:cubicBezTo>
                  <a:cubicBezTo>
                    <a:pt x="13602" y="3988"/>
                    <a:pt x="13278" y="4043"/>
                    <a:pt x="12951" y="4043"/>
                  </a:cubicBezTo>
                  <a:cubicBezTo>
                    <a:pt x="12553" y="4043"/>
                    <a:pt x="12152" y="3962"/>
                    <a:pt x="11786" y="3781"/>
                  </a:cubicBezTo>
                  <a:lnTo>
                    <a:pt x="11786" y="3781"/>
                  </a:lnTo>
                  <a:cubicBezTo>
                    <a:pt x="12336" y="4147"/>
                    <a:pt x="13114" y="4363"/>
                    <a:pt x="13869" y="4363"/>
                  </a:cubicBezTo>
                  <a:cubicBezTo>
                    <a:pt x="14031" y="4363"/>
                    <a:pt x="14191" y="4353"/>
                    <a:pt x="14348" y="4333"/>
                  </a:cubicBezTo>
                  <a:cubicBezTo>
                    <a:pt x="15789" y="5560"/>
                    <a:pt x="17123" y="6779"/>
                    <a:pt x="18235" y="8228"/>
                  </a:cubicBezTo>
                  <a:cubicBezTo>
                    <a:pt x="19240" y="9225"/>
                    <a:pt x="20014" y="10452"/>
                    <a:pt x="20681" y="11671"/>
                  </a:cubicBezTo>
                  <a:cubicBezTo>
                    <a:pt x="20681" y="11786"/>
                    <a:pt x="20797" y="11893"/>
                    <a:pt x="20797" y="12009"/>
                  </a:cubicBezTo>
                  <a:cubicBezTo>
                    <a:pt x="18902" y="10897"/>
                    <a:pt x="17016" y="9892"/>
                    <a:pt x="14899" y="9118"/>
                  </a:cubicBezTo>
                  <a:lnTo>
                    <a:pt x="14899" y="8896"/>
                  </a:lnTo>
                  <a:cubicBezTo>
                    <a:pt x="14793" y="8558"/>
                    <a:pt x="14570" y="8335"/>
                    <a:pt x="14455" y="8113"/>
                  </a:cubicBezTo>
                  <a:cubicBezTo>
                    <a:pt x="14348" y="7890"/>
                    <a:pt x="14232" y="7668"/>
                    <a:pt x="14232" y="7339"/>
                  </a:cubicBezTo>
                  <a:cubicBezTo>
                    <a:pt x="14126" y="7117"/>
                    <a:pt x="14126" y="6894"/>
                    <a:pt x="14232" y="6557"/>
                  </a:cubicBezTo>
                  <a:lnTo>
                    <a:pt x="14232" y="6557"/>
                  </a:lnTo>
                  <a:cubicBezTo>
                    <a:pt x="14126" y="6894"/>
                    <a:pt x="14010" y="7117"/>
                    <a:pt x="14126" y="7446"/>
                  </a:cubicBezTo>
                  <a:cubicBezTo>
                    <a:pt x="14126" y="7668"/>
                    <a:pt x="14126" y="8006"/>
                    <a:pt x="14232" y="8228"/>
                  </a:cubicBezTo>
                  <a:cubicBezTo>
                    <a:pt x="14348" y="8451"/>
                    <a:pt x="14455" y="8673"/>
                    <a:pt x="14455" y="9002"/>
                  </a:cubicBezTo>
                  <a:cubicBezTo>
                    <a:pt x="14126" y="8896"/>
                    <a:pt x="13788" y="8673"/>
                    <a:pt x="13458" y="8558"/>
                  </a:cubicBezTo>
                  <a:cubicBezTo>
                    <a:pt x="12569" y="6672"/>
                    <a:pt x="10790" y="5222"/>
                    <a:pt x="8789" y="4555"/>
                  </a:cubicBezTo>
                  <a:lnTo>
                    <a:pt x="8789" y="4893"/>
                  </a:lnTo>
                  <a:cubicBezTo>
                    <a:pt x="9456" y="5115"/>
                    <a:pt x="10230" y="5560"/>
                    <a:pt x="10790" y="6112"/>
                  </a:cubicBezTo>
                  <a:cubicBezTo>
                    <a:pt x="10626" y="6154"/>
                    <a:pt x="10446" y="6181"/>
                    <a:pt x="10262" y="6181"/>
                  </a:cubicBezTo>
                  <a:cubicBezTo>
                    <a:pt x="9948" y="6181"/>
                    <a:pt x="9621" y="6102"/>
                    <a:pt x="9340" y="5889"/>
                  </a:cubicBezTo>
                  <a:lnTo>
                    <a:pt x="9340" y="5889"/>
                  </a:lnTo>
                  <a:cubicBezTo>
                    <a:pt x="9688" y="6237"/>
                    <a:pt x="10172" y="6520"/>
                    <a:pt x="10686" y="6520"/>
                  </a:cubicBezTo>
                  <a:cubicBezTo>
                    <a:pt x="10829" y="6520"/>
                    <a:pt x="10974" y="6498"/>
                    <a:pt x="11119" y="6450"/>
                  </a:cubicBezTo>
                  <a:cubicBezTo>
                    <a:pt x="11680" y="7001"/>
                    <a:pt x="12124" y="7668"/>
                    <a:pt x="12453" y="8335"/>
                  </a:cubicBezTo>
                  <a:cubicBezTo>
                    <a:pt x="10230" y="7668"/>
                    <a:pt x="8006" y="7223"/>
                    <a:pt x="5782" y="7001"/>
                  </a:cubicBezTo>
                  <a:cubicBezTo>
                    <a:pt x="5560" y="5782"/>
                    <a:pt x="4671" y="4893"/>
                    <a:pt x="3674" y="4671"/>
                  </a:cubicBezTo>
                  <a:lnTo>
                    <a:pt x="3674" y="4671"/>
                  </a:lnTo>
                  <a:cubicBezTo>
                    <a:pt x="4564" y="5115"/>
                    <a:pt x="5231" y="6005"/>
                    <a:pt x="5231" y="6894"/>
                  </a:cubicBezTo>
                  <a:cubicBezTo>
                    <a:pt x="4564" y="6894"/>
                    <a:pt x="4003" y="6779"/>
                    <a:pt x="3336" y="6779"/>
                  </a:cubicBezTo>
                  <a:lnTo>
                    <a:pt x="3336" y="6672"/>
                  </a:lnTo>
                  <a:cubicBezTo>
                    <a:pt x="2892" y="6672"/>
                    <a:pt x="2563" y="6450"/>
                    <a:pt x="2340" y="6112"/>
                  </a:cubicBezTo>
                  <a:cubicBezTo>
                    <a:pt x="2225" y="5889"/>
                    <a:pt x="2118" y="5667"/>
                    <a:pt x="1895" y="5444"/>
                  </a:cubicBezTo>
                  <a:cubicBezTo>
                    <a:pt x="1895" y="5338"/>
                    <a:pt x="1780" y="5338"/>
                    <a:pt x="1557" y="5222"/>
                  </a:cubicBezTo>
                  <a:cubicBezTo>
                    <a:pt x="1451" y="5222"/>
                    <a:pt x="1335" y="5222"/>
                    <a:pt x="1228" y="5338"/>
                  </a:cubicBezTo>
                  <a:cubicBezTo>
                    <a:pt x="1288" y="5307"/>
                    <a:pt x="1348" y="5292"/>
                    <a:pt x="1406" y="5292"/>
                  </a:cubicBezTo>
                  <a:cubicBezTo>
                    <a:pt x="1562" y="5292"/>
                    <a:pt x="1702" y="5398"/>
                    <a:pt x="1780" y="5560"/>
                  </a:cubicBezTo>
                  <a:lnTo>
                    <a:pt x="2118" y="6227"/>
                  </a:lnTo>
                  <a:cubicBezTo>
                    <a:pt x="2118" y="6450"/>
                    <a:pt x="2340" y="6556"/>
                    <a:pt x="2447" y="6779"/>
                  </a:cubicBezTo>
                  <a:lnTo>
                    <a:pt x="561" y="6779"/>
                  </a:lnTo>
                  <a:lnTo>
                    <a:pt x="561" y="7117"/>
                  </a:lnTo>
                  <a:cubicBezTo>
                    <a:pt x="2669" y="7117"/>
                    <a:pt x="4893" y="7446"/>
                    <a:pt x="7010" y="8006"/>
                  </a:cubicBezTo>
                  <a:cubicBezTo>
                    <a:pt x="5338" y="8558"/>
                    <a:pt x="3559" y="8780"/>
                    <a:pt x="1895" y="8780"/>
                  </a:cubicBezTo>
                  <a:lnTo>
                    <a:pt x="1895" y="9002"/>
                  </a:lnTo>
                  <a:cubicBezTo>
                    <a:pt x="2394" y="9060"/>
                    <a:pt x="2921" y="9089"/>
                    <a:pt x="3449" y="9089"/>
                  </a:cubicBezTo>
                  <a:cubicBezTo>
                    <a:pt x="3977" y="9089"/>
                    <a:pt x="4506" y="9060"/>
                    <a:pt x="5009" y="9002"/>
                  </a:cubicBezTo>
                  <a:lnTo>
                    <a:pt x="5009" y="9002"/>
                  </a:lnTo>
                  <a:lnTo>
                    <a:pt x="4786" y="9340"/>
                  </a:lnTo>
                  <a:cubicBezTo>
                    <a:pt x="4671" y="9563"/>
                    <a:pt x="4448" y="9785"/>
                    <a:pt x="4341" y="10007"/>
                  </a:cubicBezTo>
                  <a:cubicBezTo>
                    <a:pt x="4119" y="10114"/>
                    <a:pt x="3897" y="10336"/>
                    <a:pt x="3674" y="10452"/>
                  </a:cubicBezTo>
                  <a:cubicBezTo>
                    <a:pt x="3452" y="10674"/>
                    <a:pt x="3230" y="10781"/>
                    <a:pt x="3007" y="10781"/>
                  </a:cubicBezTo>
                  <a:cubicBezTo>
                    <a:pt x="3230" y="10781"/>
                    <a:pt x="3559" y="10674"/>
                    <a:pt x="3781" y="10559"/>
                  </a:cubicBezTo>
                  <a:cubicBezTo>
                    <a:pt x="4003" y="10452"/>
                    <a:pt x="4226" y="10336"/>
                    <a:pt x="4448" y="10114"/>
                  </a:cubicBezTo>
                  <a:cubicBezTo>
                    <a:pt x="4671" y="10007"/>
                    <a:pt x="4893" y="9785"/>
                    <a:pt x="5115" y="9563"/>
                  </a:cubicBezTo>
                  <a:lnTo>
                    <a:pt x="5676" y="9002"/>
                  </a:lnTo>
                  <a:lnTo>
                    <a:pt x="5560" y="8896"/>
                  </a:lnTo>
                  <a:cubicBezTo>
                    <a:pt x="6449" y="8780"/>
                    <a:pt x="7339" y="8558"/>
                    <a:pt x="8122" y="8228"/>
                  </a:cubicBezTo>
                  <a:cubicBezTo>
                    <a:pt x="9011" y="8451"/>
                    <a:pt x="9785" y="8780"/>
                    <a:pt x="10674" y="9002"/>
                  </a:cubicBezTo>
                  <a:cubicBezTo>
                    <a:pt x="10452" y="9225"/>
                    <a:pt x="10230" y="9340"/>
                    <a:pt x="10007" y="9340"/>
                  </a:cubicBezTo>
                  <a:lnTo>
                    <a:pt x="9118" y="9340"/>
                  </a:lnTo>
                  <a:cubicBezTo>
                    <a:pt x="8896" y="9340"/>
                    <a:pt x="8566" y="9447"/>
                    <a:pt x="8344" y="9563"/>
                  </a:cubicBezTo>
                  <a:cubicBezTo>
                    <a:pt x="8455" y="9505"/>
                    <a:pt x="8593" y="9476"/>
                    <a:pt x="8731" y="9476"/>
                  </a:cubicBezTo>
                  <a:cubicBezTo>
                    <a:pt x="8869" y="9476"/>
                    <a:pt x="9007" y="9505"/>
                    <a:pt x="9118" y="9563"/>
                  </a:cubicBezTo>
                  <a:lnTo>
                    <a:pt x="10007" y="9563"/>
                  </a:lnTo>
                  <a:cubicBezTo>
                    <a:pt x="10345" y="9563"/>
                    <a:pt x="10790" y="9447"/>
                    <a:pt x="11119" y="9225"/>
                  </a:cubicBezTo>
                  <a:cubicBezTo>
                    <a:pt x="15344" y="10781"/>
                    <a:pt x="19240" y="13120"/>
                    <a:pt x="22460" y="16011"/>
                  </a:cubicBezTo>
                  <a:cubicBezTo>
                    <a:pt x="23349" y="16901"/>
                    <a:pt x="24239" y="17790"/>
                    <a:pt x="25022" y="18680"/>
                  </a:cubicBezTo>
                  <a:cubicBezTo>
                    <a:pt x="20681" y="16234"/>
                    <a:pt x="14455" y="14784"/>
                    <a:pt x="9456" y="14010"/>
                  </a:cubicBezTo>
                  <a:cubicBezTo>
                    <a:pt x="9456" y="13788"/>
                    <a:pt x="9340" y="13565"/>
                    <a:pt x="9118" y="13450"/>
                  </a:cubicBezTo>
                  <a:cubicBezTo>
                    <a:pt x="9011" y="13227"/>
                    <a:pt x="8789" y="13120"/>
                    <a:pt x="8673" y="13005"/>
                  </a:cubicBezTo>
                  <a:cubicBezTo>
                    <a:pt x="8344" y="12782"/>
                    <a:pt x="8122" y="12453"/>
                    <a:pt x="7899" y="12231"/>
                  </a:cubicBezTo>
                  <a:cubicBezTo>
                    <a:pt x="7339" y="11564"/>
                    <a:pt x="7010" y="10897"/>
                    <a:pt x="6787" y="10114"/>
                  </a:cubicBezTo>
                  <a:lnTo>
                    <a:pt x="6787" y="10114"/>
                  </a:lnTo>
                  <a:cubicBezTo>
                    <a:pt x="6894" y="10897"/>
                    <a:pt x="7232" y="11671"/>
                    <a:pt x="7677" y="12338"/>
                  </a:cubicBezTo>
                  <a:cubicBezTo>
                    <a:pt x="7899" y="12676"/>
                    <a:pt x="8122" y="13005"/>
                    <a:pt x="8451" y="13343"/>
                  </a:cubicBezTo>
                  <a:lnTo>
                    <a:pt x="8789" y="13672"/>
                  </a:lnTo>
                  <a:cubicBezTo>
                    <a:pt x="8896" y="13788"/>
                    <a:pt x="8896" y="13894"/>
                    <a:pt x="8896" y="14010"/>
                  </a:cubicBezTo>
                  <a:cubicBezTo>
                    <a:pt x="7232" y="13672"/>
                    <a:pt x="5676" y="13565"/>
                    <a:pt x="4448" y="13450"/>
                  </a:cubicBezTo>
                  <a:lnTo>
                    <a:pt x="4564" y="13343"/>
                  </a:lnTo>
                  <a:cubicBezTo>
                    <a:pt x="3897" y="12560"/>
                    <a:pt x="3007" y="12115"/>
                    <a:pt x="2118" y="11893"/>
                  </a:cubicBezTo>
                  <a:lnTo>
                    <a:pt x="2118" y="11893"/>
                  </a:lnTo>
                  <a:cubicBezTo>
                    <a:pt x="2892" y="12231"/>
                    <a:pt x="3559" y="12676"/>
                    <a:pt x="4003" y="13343"/>
                  </a:cubicBezTo>
                  <a:cubicBezTo>
                    <a:pt x="3336" y="13343"/>
                    <a:pt x="2785" y="13227"/>
                    <a:pt x="2340" y="13227"/>
                  </a:cubicBezTo>
                  <a:lnTo>
                    <a:pt x="2225" y="13120"/>
                  </a:lnTo>
                  <a:lnTo>
                    <a:pt x="2225" y="13227"/>
                  </a:lnTo>
                  <a:cubicBezTo>
                    <a:pt x="1780" y="13227"/>
                    <a:pt x="1557" y="13120"/>
                    <a:pt x="1451" y="13120"/>
                  </a:cubicBezTo>
                  <a:lnTo>
                    <a:pt x="1451" y="13450"/>
                  </a:lnTo>
                  <a:lnTo>
                    <a:pt x="1895" y="13450"/>
                  </a:lnTo>
                  <a:cubicBezTo>
                    <a:pt x="1451" y="13894"/>
                    <a:pt x="784" y="14232"/>
                    <a:pt x="1" y="14339"/>
                  </a:cubicBezTo>
                  <a:cubicBezTo>
                    <a:pt x="118" y="14354"/>
                    <a:pt x="238" y="14362"/>
                    <a:pt x="358" y="14362"/>
                  </a:cubicBezTo>
                  <a:cubicBezTo>
                    <a:pt x="1150" y="14362"/>
                    <a:pt x="1984" y="14044"/>
                    <a:pt x="2563" y="13565"/>
                  </a:cubicBezTo>
                  <a:cubicBezTo>
                    <a:pt x="4119" y="13672"/>
                    <a:pt x="5560" y="13894"/>
                    <a:pt x="7010" y="14117"/>
                  </a:cubicBezTo>
                  <a:cubicBezTo>
                    <a:pt x="6343" y="14784"/>
                    <a:pt x="5560" y="15229"/>
                    <a:pt x="4671" y="15567"/>
                  </a:cubicBezTo>
                  <a:cubicBezTo>
                    <a:pt x="4564" y="15344"/>
                    <a:pt x="4448" y="15229"/>
                    <a:pt x="4226" y="15122"/>
                  </a:cubicBezTo>
                  <a:cubicBezTo>
                    <a:pt x="4003" y="15006"/>
                    <a:pt x="3897" y="15006"/>
                    <a:pt x="3674" y="14899"/>
                  </a:cubicBezTo>
                  <a:cubicBezTo>
                    <a:pt x="3452" y="14784"/>
                    <a:pt x="3230" y="14784"/>
                    <a:pt x="3114" y="14677"/>
                  </a:cubicBezTo>
                  <a:cubicBezTo>
                    <a:pt x="2892" y="14561"/>
                    <a:pt x="2669" y="14455"/>
                    <a:pt x="2563" y="14339"/>
                  </a:cubicBezTo>
                  <a:lnTo>
                    <a:pt x="2563" y="14339"/>
                  </a:lnTo>
                  <a:cubicBezTo>
                    <a:pt x="2669" y="14455"/>
                    <a:pt x="2785" y="14677"/>
                    <a:pt x="3007" y="14784"/>
                  </a:cubicBezTo>
                  <a:cubicBezTo>
                    <a:pt x="3114" y="14899"/>
                    <a:pt x="3336" y="15006"/>
                    <a:pt x="3559" y="15122"/>
                  </a:cubicBezTo>
                  <a:cubicBezTo>
                    <a:pt x="3674" y="15229"/>
                    <a:pt x="3897" y="15344"/>
                    <a:pt x="4003" y="15451"/>
                  </a:cubicBezTo>
                  <a:lnTo>
                    <a:pt x="4226" y="15673"/>
                  </a:lnTo>
                  <a:cubicBezTo>
                    <a:pt x="3902" y="15722"/>
                    <a:pt x="3557" y="15750"/>
                    <a:pt x="3209" y="15750"/>
                  </a:cubicBezTo>
                  <a:cubicBezTo>
                    <a:pt x="2725" y="15750"/>
                    <a:pt x="2235" y="15696"/>
                    <a:pt x="1780" y="15567"/>
                  </a:cubicBezTo>
                  <a:lnTo>
                    <a:pt x="1673" y="15896"/>
                  </a:lnTo>
                  <a:cubicBezTo>
                    <a:pt x="2229" y="16065"/>
                    <a:pt x="2812" y="16149"/>
                    <a:pt x="3394" y="16149"/>
                  </a:cubicBezTo>
                  <a:cubicBezTo>
                    <a:pt x="3977" y="16149"/>
                    <a:pt x="4559" y="16065"/>
                    <a:pt x="5115" y="15896"/>
                  </a:cubicBezTo>
                  <a:lnTo>
                    <a:pt x="5115" y="15896"/>
                  </a:lnTo>
                  <a:cubicBezTo>
                    <a:pt x="4786" y="16563"/>
                    <a:pt x="4119" y="17123"/>
                    <a:pt x="3336" y="17230"/>
                  </a:cubicBezTo>
                  <a:cubicBezTo>
                    <a:pt x="4341" y="17230"/>
                    <a:pt x="5231" y="16563"/>
                    <a:pt x="5676" y="15673"/>
                  </a:cubicBezTo>
                  <a:cubicBezTo>
                    <a:pt x="6449" y="15344"/>
                    <a:pt x="7232" y="14899"/>
                    <a:pt x="7784" y="14339"/>
                  </a:cubicBezTo>
                  <a:cubicBezTo>
                    <a:pt x="9563" y="14677"/>
                    <a:pt x="11342" y="15122"/>
                    <a:pt x="13014" y="15567"/>
                  </a:cubicBezTo>
                  <a:cubicBezTo>
                    <a:pt x="12231" y="16456"/>
                    <a:pt x="11342" y="17123"/>
                    <a:pt x="10345" y="17790"/>
                  </a:cubicBezTo>
                  <a:cubicBezTo>
                    <a:pt x="9456" y="17568"/>
                    <a:pt x="8451" y="17452"/>
                    <a:pt x="7561" y="17452"/>
                  </a:cubicBezTo>
                  <a:cubicBezTo>
                    <a:pt x="8344" y="17568"/>
                    <a:pt x="9011" y="17790"/>
                    <a:pt x="9785" y="18013"/>
                  </a:cubicBezTo>
                  <a:cubicBezTo>
                    <a:pt x="9118" y="18342"/>
                    <a:pt x="8451" y="18564"/>
                    <a:pt x="7677" y="18786"/>
                  </a:cubicBezTo>
                  <a:lnTo>
                    <a:pt x="7784" y="19009"/>
                  </a:lnTo>
                  <a:cubicBezTo>
                    <a:pt x="8122" y="19009"/>
                    <a:pt x="8451" y="18902"/>
                    <a:pt x="8896" y="18902"/>
                  </a:cubicBezTo>
                  <a:cubicBezTo>
                    <a:pt x="8344" y="19569"/>
                    <a:pt x="7677" y="20236"/>
                    <a:pt x="6894" y="20565"/>
                  </a:cubicBezTo>
                  <a:cubicBezTo>
                    <a:pt x="8006" y="20236"/>
                    <a:pt x="8896" y="19569"/>
                    <a:pt x="9563" y="18680"/>
                  </a:cubicBezTo>
                  <a:cubicBezTo>
                    <a:pt x="11342" y="18235"/>
                    <a:pt x="13014" y="17345"/>
                    <a:pt x="14455" y="16011"/>
                  </a:cubicBezTo>
                  <a:cubicBezTo>
                    <a:pt x="19124" y="17452"/>
                    <a:pt x="23572" y="19569"/>
                    <a:pt x="27690" y="22122"/>
                  </a:cubicBezTo>
                  <a:cubicBezTo>
                    <a:pt x="30581" y="26462"/>
                    <a:pt x="32466" y="31354"/>
                    <a:pt x="33133" y="36353"/>
                  </a:cubicBezTo>
                  <a:lnTo>
                    <a:pt x="37803" y="35464"/>
                  </a:lnTo>
                  <a:cubicBezTo>
                    <a:pt x="35802" y="26907"/>
                    <a:pt x="30803" y="19347"/>
                    <a:pt x="24016" y="14117"/>
                  </a:cubicBezTo>
                  <a:cubicBezTo>
                    <a:pt x="24016" y="14117"/>
                    <a:pt x="23910" y="14010"/>
                    <a:pt x="23794" y="14010"/>
                  </a:cubicBezTo>
                  <a:cubicBezTo>
                    <a:pt x="23349" y="12782"/>
                    <a:pt x="22798" y="11786"/>
                    <a:pt x="22131" y="10781"/>
                  </a:cubicBezTo>
                  <a:cubicBezTo>
                    <a:pt x="21241" y="9447"/>
                    <a:pt x="20236" y="8335"/>
                    <a:pt x="19124" y="7339"/>
                  </a:cubicBezTo>
                  <a:cubicBezTo>
                    <a:pt x="18795" y="7001"/>
                    <a:pt x="18457" y="6672"/>
                    <a:pt x="18013" y="6334"/>
                  </a:cubicBezTo>
                  <a:cubicBezTo>
                    <a:pt x="18128" y="5222"/>
                    <a:pt x="17906" y="4110"/>
                    <a:pt x="17461" y="3114"/>
                  </a:cubicBezTo>
                  <a:lnTo>
                    <a:pt x="17461" y="3114"/>
                  </a:lnTo>
                  <a:lnTo>
                    <a:pt x="17568" y="3221"/>
                  </a:lnTo>
                  <a:cubicBezTo>
                    <a:pt x="17683" y="2998"/>
                    <a:pt x="17906" y="2776"/>
                    <a:pt x="18128" y="2447"/>
                  </a:cubicBezTo>
                  <a:cubicBezTo>
                    <a:pt x="18235" y="2225"/>
                    <a:pt x="18351" y="1887"/>
                    <a:pt x="18235" y="1557"/>
                  </a:cubicBezTo>
                  <a:cubicBezTo>
                    <a:pt x="18128" y="1219"/>
                    <a:pt x="17906" y="997"/>
                    <a:pt x="17906" y="775"/>
                  </a:cubicBezTo>
                  <a:cubicBezTo>
                    <a:pt x="18013" y="668"/>
                    <a:pt x="18013" y="552"/>
                    <a:pt x="18128" y="446"/>
                  </a:cubicBezTo>
                  <a:cubicBezTo>
                    <a:pt x="18128" y="223"/>
                    <a:pt x="18235" y="108"/>
                    <a:pt x="181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 name="Google Shape;135;p2"/>
          <p:cNvSpPr/>
          <p:nvPr/>
        </p:nvSpPr>
        <p:spPr>
          <a:xfrm>
            <a:off x="7852963" y="203975"/>
            <a:ext cx="1246945" cy="469660"/>
          </a:xfrm>
          <a:custGeom>
            <a:avLst/>
            <a:gdLst/>
            <a:ahLst/>
            <a:cxnLst/>
            <a:rect l="l" t="t" r="r" b="b"/>
            <a:pathLst>
              <a:path w="24333" h="9165" extrusionOk="0">
                <a:moveTo>
                  <a:pt x="305" y="1"/>
                </a:moveTo>
                <a:cubicBezTo>
                  <a:pt x="1" y="1"/>
                  <a:pt x="83" y="173"/>
                  <a:pt x="83" y="173"/>
                </a:cubicBezTo>
                <a:cubicBezTo>
                  <a:pt x="83" y="173"/>
                  <a:pt x="901" y="314"/>
                  <a:pt x="1315" y="1535"/>
                </a:cubicBezTo>
                <a:cubicBezTo>
                  <a:pt x="1860" y="2766"/>
                  <a:pt x="1718" y="3715"/>
                  <a:pt x="1718" y="3715"/>
                </a:cubicBezTo>
                <a:cubicBezTo>
                  <a:pt x="1718" y="3715"/>
                  <a:pt x="2808" y="4129"/>
                  <a:pt x="3353" y="4946"/>
                </a:cubicBezTo>
                <a:cubicBezTo>
                  <a:pt x="3898" y="5764"/>
                  <a:pt x="4170" y="6853"/>
                  <a:pt x="4170" y="6853"/>
                </a:cubicBezTo>
                <a:cubicBezTo>
                  <a:pt x="4170" y="6853"/>
                  <a:pt x="5533" y="6853"/>
                  <a:pt x="6492" y="7398"/>
                </a:cubicBezTo>
                <a:cubicBezTo>
                  <a:pt x="7309" y="8074"/>
                  <a:pt x="7712" y="8619"/>
                  <a:pt x="7712" y="8619"/>
                </a:cubicBezTo>
                <a:lnTo>
                  <a:pt x="9216" y="8347"/>
                </a:lnTo>
                <a:cubicBezTo>
                  <a:pt x="9489" y="8892"/>
                  <a:pt x="10034" y="9164"/>
                  <a:pt x="10709" y="9164"/>
                </a:cubicBezTo>
                <a:cubicBezTo>
                  <a:pt x="11527" y="9164"/>
                  <a:pt x="12072" y="8761"/>
                  <a:pt x="12344" y="8216"/>
                </a:cubicBezTo>
                <a:cubicBezTo>
                  <a:pt x="13303" y="8216"/>
                  <a:pt x="14666" y="8216"/>
                  <a:pt x="15756" y="7943"/>
                </a:cubicBezTo>
                <a:cubicBezTo>
                  <a:pt x="17794" y="7398"/>
                  <a:pt x="19701" y="6984"/>
                  <a:pt x="19701" y="6984"/>
                </a:cubicBezTo>
                <a:cubicBezTo>
                  <a:pt x="19701" y="6984"/>
                  <a:pt x="19973" y="6581"/>
                  <a:pt x="20518" y="5894"/>
                </a:cubicBezTo>
                <a:cubicBezTo>
                  <a:pt x="21063" y="5219"/>
                  <a:pt x="22153" y="4946"/>
                  <a:pt x="22153" y="4946"/>
                </a:cubicBezTo>
                <a:cubicBezTo>
                  <a:pt x="22153" y="4946"/>
                  <a:pt x="22153" y="4532"/>
                  <a:pt x="22295" y="3856"/>
                </a:cubicBezTo>
                <a:cubicBezTo>
                  <a:pt x="22426" y="3170"/>
                  <a:pt x="24333" y="1949"/>
                  <a:pt x="24333" y="1949"/>
                </a:cubicBezTo>
                <a:lnTo>
                  <a:pt x="24333" y="1949"/>
                </a:lnTo>
                <a:lnTo>
                  <a:pt x="21477" y="2766"/>
                </a:lnTo>
                <a:cubicBezTo>
                  <a:pt x="19570" y="3170"/>
                  <a:pt x="15483" y="5764"/>
                  <a:pt x="15483" y="5764"/>
                </a:cubicBezTo>
                <a:cubicBezTo>
                  <a:pt x="15483" y="5764"/>
                  <a:pt x="14666" y="6581"/>
                  <a:pt x="13303" y="6984"/>
                </a:cubicBezTo>
                <a:cubicBezTo>
                  <a:pt x="12758" y="7126"/>
                  <a:pt x="12344" y="7126"/>
                  <a:pt x="12072" y="7126"/>
                </a:cubicBezTo>
                <a:cubicBezTo>
                  <a:pt x="12072" y="6984"/>
                  <a:pt x="11941" y="6984"/>
                  <a:pt x="11941" y="6853"/>
                </a:cubicBezTo>
                <a:lnTo>
                  <a:pt x="11941" y="5894"/>
                </a:lnTo>
                <a:cubicBezTo>
                  <a:pt x="11669" y="6036"/>
                  <a:pt x="11396" y="6309"/>
                  <a:pt x="11124" y="6581"/>
                </a:cubicBezTo>
                <a:lnTo>
                  <a:pt x="10306" y="6581"/>
                </a:lnTo>
                <a:cubicBezTo>
                  <a:pt x="10034" y="6309"/>
                  <a:pt x="9620" y="6036"/>
                  <a:pt x="9347" y="5894"/>
                </a:cubicBezTo>
                <a:lnTo>
                  <a:pt x="9347" y="5894"/>
                </a:lnTo>
                <a:cubicBezTo>
                  <a:pt x="9489" y="6167"/>
                  <a:pt x="9489" y="6581"/>
                  <a:pt x="9489" y="6984"/>
                </a:cubicBezTo>
                <a:cubicBezTo>
                  <a:pt x="9347" y="7126"/>
                  <a:pt x="9347" y="7257"/>
                  <a:pt x="9216" y="7398"/>
                </a:cubicBezTo>
                <a:cubicBezTo>
                  <a:pt x="8671" y="7257"/>
                  <a:pt x="6895" y="6581"/>
                  <a:pt x="6078" y="5349"/>
                </a:cubicBezTo>
                <a:lnTo>
                  <a:pt x="5129" y="3856"/>
                </a:lnTo>
                <a:cubicBezTo>
                  <a:pt x="5129" y="3856"/>
                  <a:pt x="4312" y="3170"/>
                  <a:pt x="3898" y="2352"/>
                </a:cubicBezTo>
                <a:cubicBezTo>
                  <a:pt x="3353" y="1677"/>
                  <a:pt x="1446" y="42"/>
                  <a:pt x="628" y="42"/>
                </a:cubicBezTo>
                <a:cubicBezTo>
                  <a:pt x="489" y="13"/>
                  <a:pt x="384" y="1"/>
                  <a:pt x="3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a:off x="515850" y="52346"/>
            <a:ext cx="805896" cy="379377"/>
          </a:xfrm>
          <a:custGeom>
            <a:avLst/>
            <a:gdLst/>
            <a:ahLst/>
            <a:cxnLst/>
            <a:rect l="l" t="t" r="r" b="b"/>
            <a:pathLst>
              <a:path w="20839" h="9810" extrusionOk="0">
                <a:moveTo>
                  <a:pt x="12937" y="4905"/>
                </a:moveTo>
                <a:lnTo>
                  <a:pt x="12937" y="4905"/>
                </a:lnTo>
                <a:cubicBezTo>
                  <a:pt x="12937" y="4924"/>
                  <a:pt x="12944" y="4944"/>
                  <a:pt x="12957" y="4967"/>
                </a:cubicBezTo>
                <a:lnTo>
                  <a:pt x="12957" y="4967"/>
                </a:lnTo>
                <a:cubicBezTo>
                  <a:pt x="12951" y="4946"/>
                  <a:pt x="12944" y="4925"/>
                  <a:pt x="12937" y="4905"/>
                </a:cubicBezTo>
                <a:close/>
                <a:moveTo>
                  <a:pt x="20839" y="1"/>
                </a:moveTo>
                <a:lnTo>
                  <a:pt x="19346" y="3815"/>
                </a:lnTo>
                <a:cubicBezTo>
                  <a:pt x="19346" y="3815"/>
                  <a:pt x="18256" y="4633"/>
                  <a:pt x="17842" y="5047"/>
                </a:cubicBezTo>
                <a:cubicBezTo>
                  <a:pt x="17569" y="5319"/>
                  <a:pt x="16348" y="5723"/>
                  <a:pt x="15662" y="5995"/>
                </a:cubicBezTo>
                <a:cubicBezTo>
                  <a:pt x="15531" y="5995"/>
                  <a:pt x="15531" y="5864"/>
                  <a:pt x="15531" y="5864"/>
                </a:cubicBezTo>
                <a:lnTo>
                  <a:pt x="15531" y="5592"/>
                </a:lnTo>
                <a:cubicBezTo>
                  <a:pt x="15531" y="5178"/>
                  <a:pt x="15531" y="4502"/>
                  <a:pt x="15117" y="4088"/>
                </a:cubicBezTo>
                <a:lnTo>
                  <a:pt x="15117" y="4088"/>
                </a:lnTo>
                <a:cubicBezTo>
                  <a:pt x="15259" y="4230"/>
                  <a:pt x="14986" y="4905"/>
                  <a:pt x="14986" y="5047"/>
                </a:cubicBezTo>
                <a:cubicBezTo>
                  <a:pt x="14986" y="5178"/>
                  <a:pt x="14844" y="5178"/>
                  <a:pt x="14844" y="5319"/>
                </a:cubicBezTo>
                <a:cubicBezTo>
                  <a:pt x="14765" y="5291"/>
                  <a:pt x="14691" y="5280"/>
                  <a:pt x="14620" y="5280"/>
                </a:cubicBezTo>
                <a:cubicBezTo>
                  <a:pt x="14329" y="5280"/>
                  <a:pt x="14087" y="5478"/>
                  <a:pt x="13755" y="5592"/>
                </a:cubicBezTo>
                <a:lnTo>
                  <a:pt x="13755" y="5723"/>
                </a:lnTo>
                <a:cubicBezTo>
                  <a:pt x="13624" y="5592"/>
                  <a:pt x="13482" y="5450"/>
                  <a:pt x="13482" y="5319"/>
                </a:cubicBezTo>
                <a:cubicBezTo>
                  <a:pt x="13368" y="5319"/>
                  <a:pt x="13041" y="5114"/>
                  <a:pt x="12957" y="4967"/>
                </a:cubicBezTo>
                <a:lnTo>
                  <a:pt x="12957" y="4967"/>
                </a:lnTo>
                <a:cubicBezTo>
                  <a:pt x="13079" y="5372"/>
                  <a:pt x="13079" y="5884"/>
                  <a:pt x="13079" y="6268"/>
                </a:cubicBezTo>
                <a:lnTo>
                  <a:pt x="13210" y="6268"/>
                </a:lnTo>
                <a:cubicBezTo>
                  <a:pt x="12937" y="6540"/>
                  <a:pt x="12806" y="6682"/>
                  <a:pt x="12665" y="6954"/>
                </a:cubicBezTo>
                <a:cubicBezTo>
                  <a:pt x="12537" y="6985"/>
                  <a:pt x="12388" y="7001"/>
                  <a:pt x="12221" y="7001"/>
                </a:cubicBezTo>
                <a:cubicBezTo>
                  <a:pt x="11675" y="7001"/>
                  <a:pt x="10947" y="6827"/>
                  <a:pt x="10212" y="6409"/>
                </a:cubicBezTo>
                <a:cubicBezTo>
                  <a:pt x="8578" y="5319"/>
                  <a:pt x="8305" y="4774"/>
                  <a:pt x="8305" y="4774"/>
                </a:cubicBezTo>
                <a:cubicBezTo>
                  <a:pt x="8305" y="4774"/>
                  <a:pt x="7760" y="4774"/>
                  <a:pt x="6943" y="4360"/>
                </a:cubicBezTo>
                <a:cubicBezTo>
                  <a:pt x="6125" y="3815"/>
                  <a:pt x="3673" y="2453"/>
                  <a:pt x="3673" y="2453"/>
                </a:cubicBezTo>
                <a:cubicBezTo>
                  <a:pt x="3673" y="2453"/>
                  <a:pt x="2672" y="2167"/>
                  <a:pt x="1809" y="2167"/>
                </a:cubicBezTo>
                <a:cubicBezTo>
                  <a:pt x="1481" y="2167"/>
                  <a:pt x="1174" y="2208"/>
                  <a:pt x="949" y="2322"/>
                </a:cubicBezTo>
                <a:cubicBezTo>
                  <a:pt x="0" y="2725"/>
                  <a:pt x="0" y="2998"/>
                  <a:pt x="0" y="2998"/>
                </a:cubicBezTo>
                <a:cubicBezTo>
                  <a:pt x="0" y="2998"/>
                  <a:pt x="273" y="2862"/>
                  <a:pt x="630" y="2862"/>
                </a:cubicBezTo>
                <a:cubicBezTo>
                  <a:pt x="987" y="2862"/>
                  <a:pt x="1428" y="2998"/>
                  <a:pt x="1766" y="3543"/>
                </a:cubicBezTo>
                <a:cubicBezTo>
                  <a:pt x="2453" y="4774"/>
                  <a:pt x="2725" y="6137"/>
                  <a:pt x="2725" y="6137"/>
                </a:cubicBezTo>
                <a:cubicBezTo>
                  <a:pt x="2725" y="6137"/>
                  <a:pt x="3542" y="6137"/>
                  <a:pt x="4632" y="7085"/>
                </a:cubicBezTo>
                <a:cubicBezTo>
                  <a:pt x="5581" y="8175"/>
                  <a:pt x="5722" y="8720"/>
                  <a:pt x="5722" y="8720"/>
                </a:cubicBezTo>
                <a:cubicBezTo>
                  <a:pt x="5722" y="8720"/>
                  <a:pt x="5891" y="8699"/>
                  <a:pt x="6179" y="8699"/>
                </a:cubicBezTo>
                <a:cubicBezTo>
                  <a:pt x="6622" y="8699"/>
                  <a:pt x="7348" y="8748"/>
                  <a:pt x="8174" y="8992"/>
                </a:cubicBezTo>
                <a:cubicBezTo>
                  <a:pt x="9537" y="9406"/>
                  <a:pt x="9668" y="9810"/>
                  <a:pt x="9668" y="9810"/>
                </a:cubicBezTo>
                <a:cubicBezTo>
                  <a:pt x="9668" y="9810"/>
                  <a:pt x="10485" y="9406"/>
                  <a:pt x="11575" y="8992"/>
                </a:cubicBezTo>
                <a:cubicBezTo>
                  <a:pt x="11847" y="8861"/>
                  <a:pt x="12261" y="8720"/>
                  <a:pt x="12534" y="8589"/>
                </a:cubicBezTo>
                <a:cubicBezTo>
                  <a:pt x="12665" y="8720"/>
                  <a:pt x="12806" y="8720"/>
                  <a:pt x="12806" y="8720"/>
                </a:cubicBezTo>
                <a:cubicBezTo>
                  <a:pt x="13008" y="8791"/>
                  <a:pt x="13177" y="8826"/>
                  <a:pt x="13347" y="8826"/>
                </a:cubicBezTo>
                <a:cubicBezTo>
                  <a:pt x="13518" y="8826"/>
                  <a:pt x="13689" y="8791"/>
                  <a:pt x="13896" y="8720"/>
                </a:cubicBezTo>
                <a:cubicBezTo>
                  <a:pt x="14441" y="8589"/>
                  <a:pt x="14986" y="8175"/>
                  <a:pt x="15259" y="7499"/>
                </a:cubicBezTo>
                <a:cubicBezTo>
                  <a:pt x="16348" y="6954"/>
                  <a:pt x="17711" y="5864"/>
                  <a:pt x="17711" y="5864"/>
                </a:cubicBezTo>
                <a:cubicBezTo>
                  <a:pt x="17711" y="5864"/>
                  <a:pt x="19204" y="4774"/>
                  <a:pt x="19749" y="3957"/>
                </a:cubicBezTo>
                <a:cubicBezTo>
                  <a:pt x="20435" y="2998"/>
                  <a:pt x="20839" y="1"/>
                  <a:pt x="208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37"/>
        <p:cNvGrpSpPr/>
        <p:nvPr/>
      </p:nvGrpSpPr>
      <p:grpSpPr>
        <a:xfrm>
          <a:off x="0" y="0"/>
          <a:ext cx="0" cy="0"/>
          <a:chOff x="0" y="0"/>
          <a:chExt cx="0" cy="0"/>
        </a:xfrm>
      </p:grpSpPr>
      <p:grpSp>
        <p:nvGrpSpPr>
          <p:cNvPr id="138" name="Google Shape;138;p3"/>
          <p:cNvGrpSpPr/>
          <p:nvPr/>
        </p:nvGrpSpPr>
        <p:grpSpPr>
          <a:xfrm>
            <a:off x="198000" y="-159600"/>
            <a:ext cx="8678879" cy="5436439"/>
            <a:chOff x="198000" y="-159600"/>
            <a:chExt cx="8678879" cy="5436439"/>
          </a:xfrm>
        </p:grpSpPr>
        <p:sp>
          <p:nvSpPr>
            <p:cNvPr id="139" name="Google Shape;139;p3"/>
            <p:cNvSpPr/>
            <p:nvPr/>
          </p:nvSpPr>
          <p:spPr>
            <a:xfrm>
              <a:off x="198000" y="-13087"/>
              <a:ext cx="1544124" cy="5095817"/>
            </a:xfrm>
            <a:custGeom>
              <a:avLst/>
              <a:gdLst/>
              <a:ahLst/>
              <a:cxnLst/>
              <a:rect l="l" t="t" r="r" b="b"/>
              <a:pathLst>
                <a:path w="23410" h="62146" extrusionOk="0">
                  <a:moveTo>
                    <a:pt x="0" y="1"/>
                  </a:moveTo>
                  <a:cubicBezTo>
                    <a:pt x="287" y="1146"/>
                    <a:pt x="785" y="2790"/>
                    <a:pt x="1358" y="3581"/>
                  </a:cubicBezTo>
                  <a:cubicBezTo>
                    <a:pt x="2360" y="4869"/>
                    <a:pt x="5510" y="6656"/>
                    <a:pt x="6942" y="8163"/>
                  </a:cubicBezTo>
                  <a:cubicBezTo>
                    <a:pt x="8374" y="9738"/>
                    <a:pt x="8592" y="14102"/>
                    <a:pt x="8661" y="16324"/>
                  </a:cubicBezTo>
                  <a:cubicBezTo>
                    <a:pt x="8735" y="18472"/>
                    <a:pt x="9451" y="23410"/>
                    <a:pt x="9806" y="25557"/>
                  </a:cubicBezTo>
                  <a:cubicBezTo>
                    <a:pt x="10092" y="27350"/>
                    <a:pt x="9594" y="32860"/>
                    <a:pt x="9308" y="36440"/>
                  </a:cubicBezTo>
                  <a:lnTo>
                    <a:pt x="5224" y="34149"/>
                  </a:lnTo>
                  <a:lnTo>
                    <a:pt x="4869" y="34510"/>
                  </a:lnTo>
                  <a:lnTo>
                    <a:pt x="9308" y="37013"/>
                  </a:lnTo>
                  <a:cubicBezTo>
                    <a:pt x="9233" y="37728"/>
                    <a:pt x="9165" y="38301"/>
                    <a:pt x="9165" y="38731"/>
                  </a:cubicBezTo>
                  <a:cubicBezTo>
                    <a:pt x="8947" y="41595"/>
                    <a:pt x="9165" y="51904"/>
                    <a:pt x="8661" y="55484"/>
                  </a:cubicBezTo>
                  <a:cubicBezTo>
                    <a:pt x="8162" y="58995"/>
                    <a:pt x="4726" y="62145"/>
                    <a:pt x="4726" y="62145"/>
                  </a:cubicBezTo>
                  <a:lnTo>
                    <a:pt x="17470" y="61716"/>
                  </a:lnTo>
                  <a:cubicBezTo>
                    <a:pt x="17470" y="61716"/>
                    <a:pt x="14531" y="57993"/>
                    <a:pt x="14102" y="57134"/>
                  </a:cubicBezTo>
                  <a:cubicBezTo>
                    <a:pt x="13890" y="56630"/>
                    <a:pt x="13386" y="50186"/>
                    <a:pt x="13174" y="45249"/>
                  </a:cubicBezTo>
                  <a:lnTo>
                    <a:pt x="16038" y="43531"/>
                  </a:lnTo>
                  <a:lnTo>
                    <a:pt x="15677" y="43244"/>
                  </a:lnTo>
                  <a:lnTo>
                    <a:pt x="13099" y="44676"/>
                  </a:lnTo>
                  <a:cubicBezTo>
                    <a:pt x="12956" y="42242"/>
                    <a:pt x="12888" y="40163"/>
                    <a:pt x="12956" y="39521"/>
                  </a:cubicBezTo>
                  <a:cubicBezTo>
                    <a:pt x="13031" y="37517"/>
                    <a:pt x="13890" y="30214"/>
                    <a:pt x="14033" y="28209"/>
                  </a:cubicBezTo>
                  <a:lnTo>
                    <a:pt x="14033" y="27848"/>
                  </a:lnTo>
                  <a:lnTo>
                    <a:pt x="17968" y="25632"/>
                  </a:lnTo>
                  <a:lnTo>
                    <a:pt x="17613" y="25271"/>
                  </a:lnTo>
                  <a:lnTo>
                    <a:pt x="14102" y="27276"/>
                  </a:lnTo>
                  <a:cubicBezTo>
                    <a:pt x="14176" y="24916"/>
                    <a:pt x="14102" y="20763"/>
                    <a:pt x="14388" y="19687"/>
                  </a:cubicBezTo>
                  <a:cubicBezTo>
                    <a:pt x="14749" y="18398"/>
                    <a:pt x="17109" y="14675"/>
                    <a:pt x="17825" y="13243"/>
                  </a:cubicBezTo>
                  <a:cubicBezTo>
                    <a:pt x="18615" y="11811"/>
                    <a:pt x="20906" y="9451"/>
                    <a:pt x="21548" y="7802"/>
                  </a:cubicBezTo>
                  <a:cubicBezTo>
                    <a:pt x="22120" y="6370"/>
                    <a:pt x="23054" y="1576"/>
                    <a:pt x="23409" y="1"/>
                  </a:cubicBezTo>
                  <a:lnTo>
                    <a:pt x="21765" y="1"/>
                  </a:lnTo>
                  <a:cubicBezTo>
                    <a:pt x="21622" y="1433"/>
                    <a:pt x="21193" y="4297"/>
                    <a:pt x="20689" y="5940"/>
                  </a:cubicBezTo>
                  <a:cubicBezTo>
                    <a:pt x="20047" y="8088"/>
                    <a:pt x="18615" y="9234"/>
                    <a:pt x="16966" y="10809"/>
                  </a:cubicBezTo>
                  <a:cubicBezTo>
                    <a:pt x="15505" y="12269"/>
                    <a:pt x="14414" y="15452"/>
                    <a:pt x="13807" y="15452"/>
                  </a:cubicBezTo>
                  <a:cubicBezTo>
                    <a:pt x="13759" y="15452"/>
                    <a:pt x="13714" y="15433"/>
                    <a:pt x="13672" y="15391"/>
                  </a:cubicBezTo>
                  <a:cubicBezTo>
                    <a:pt x="13174" y="14749"/>
                    <a:pt x="12601" y="9234"/>
                    <a:pt x="11811" y="7160"/>
                  </a:cubicBezTo>
                  <a:cubicBezTo>
                    <a:pt x="11095" y="5156"/>
                    <a:pt x="8019" y="3649"/>
                    <a:pt x="6370" y="2435"/>
                  </a:cubicBezTo>
                  <a:cubicBezTo>
                    <a:pt x="5510" y="1862"/>
                    <a:pt x="4938" y="860"/>
                    <a:pt x="4508" y="1"/>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3"/>
            <p:cNvSpPr/>
            <p:nvPr/>
          </p:nvSpPr>
          <p:spPr>
            <a:xfrm>
              <a:off x="5555722" y="0"/>
              <a:ext cx="1454677" cy="5143407"/>
            </a:xfrm>
            <a:custGeom>
              <a:avLst/>
              <a:gdLst/>
              <a:ahLst/>
              <a:cxnLst/>
              <a:rect l="l" t="t" r="r" b="b"/>
              <a:pathLst>
                <a:path w="21119" h="74672" extrusionOk="0">
                  <a:moveTo>
                    <a:pt x="3219" y="1"/>
                  </a:moveTo>
                  <a:cubicBezTo>
                    <a:pt x="3649" y="2074"/>
                    <a:pt x="4938" y="8947"/>
                    <a:pt x="4938" y="11954"/>
                  </a:cubicBezTo>
                  <a:cubicBezTo>
                    <a:pt x="4938" y="13673"/>
                    <a:pt x="4582" y="17968"/>
                    <a:pt x="4153" y="22482"/>
                  </a:cubicBezTo>
                  <a:lnTo>
                    <a:pt x="355" y="20403"/>
                  </a:lnTo>
                  <a:lnTo>
                    <a:pt x="0" y="20689"/>
                  </a:lnTo>
                  <a:lnTo>
                    <a:pt x="4078" y="23054"/>
                  </a:lnTo>
                  <a:cubicBezTo>
                    <a:pt x="3649" y="27992"/>
                    <a:pt x="3151" y="33078"/>
                    <a:pt x="3076" y="34865"/>
                  </a:cubicBezTo>
                  <a:cubicBezTo>
                    <a:pt x="2864" y="38444"/>
                    <a:pt x="3649" y="40735"/>
                    <a:pt x="4582" y="41669"/>
                  </a:cubicBezTo>
                  <a:cubicBezTo>
                    <a:pt x="5442" y="42528"/>
                    <a:pt x="9021" y="47253"/>
                    <a:pt x="9451" y="48113"/>
                  </a:cubicBezTo>
                  <a:cubicBezTo>
                    <a:pt x="9806" y="49040"/>
                    <a:pt x="10596" y="57489"/>
                    <a:pt x="10522" y="59997"/>
                  </a:cubicBezTo>
                  <a:cubicBezTo>
                    <a:pt x="10453" y="62288"/>
                    <a:pt x="10740" y="71521"/>
                    <a:pt x="10596" y="74671"/>
                  </a:cubicBezTo>
                  <a:lnTo>
                    <a:pt x="17681" y="74671"/>
                  </a:lnTo>
                  <a:cubicBezTo>
                    <a:pt x="17470" y="71664"/>
                    <a:pt x="16679" y="60427"/>
                    <a:pt x="16679" y="58491"/>
                  </a:cubicBezTo>
                  <a:cubicBezTo>
                    <a:pt x="16679" y="56200"/>
                    <a:pt x="17183" y="48611"/>
                    <a:pt x="17681" y="46824"/>
                  </a:cubicBezTo>
                  <a:cubicBezTo>
                    <a:pt x="18186" y="45174"/>
                    <a:pt x="17109" y="37872"/>
                    <a:pt x="16897" y="34006"/>
                  </a:cubicBezTo>
                  <a:lnTo>
                    <a:pt x="21118" y="31646"/>
                  </a:lnTo>
                  <a:lnTo>
                    <a:pt x="20763" y="31285"/>
                  </a:lnTo>
                  <a:lnTo>
                    <a:pt x="16897" y="33433"/>
                  </a:lnTo>
                  <a:lnTo>
                    <a:pt x="16897" y="33364"/>
                  </a:lnTo>
                  <a:cubicBezTo>
                    <a:pt x="16822" y="29784"/>
                    <a:pt x="16822" y="17756"/>
                    <a:pt x="16822" y="14177"/>
                  </a:cubicBezTo>
                  <a:cubicBezTo>
                    <a:pt x="16822" y="11095"/>
                    <a:pt x="16754" y="2435"/>
                    <a:pt x="16679" y="1"/>
                  </a:cubicBezTo>
                  <a:lnTo>
                    <a:pt x="14319" y="1"/>
                  </a:lnTo>
                  <a:cubicBezTo>
                    <a:pt x="14388" y="2790"/>
                    <a:pt x="14463" y="14102"/>
                    <a:pt x="14319" y="16250"/>
                  </a:cubicBezTo>
                  <a:cubicBezTo>
                    <a:pt x="14102" y="18759"/>
                    <a:pt x="13747" y="30214"/>
                    <a:pt x="13529" y="31789"/>
                  </a:cubicBezTo>
                  <a:cubicBezTo>
                    <a:pt x="13317" y="33364"/>
                    <a:pt x="14606" y="41881"/>
                    <a:pt x="14606" y="43742"/>
                  </a:cubicBezTo>
                  <a:cubicBezTo>
                    <a:pt x="14606" y="45678"/>
                    <a:pt x="14388" y="49115"/>
                    <a:pt x="13890" y="49613"/>
                  </a:cubicBezTo>
                  <a:cubicBezTo>
                    <a:pt x="13865" y="49638"/>
                    <a:pt x="13841" y="49650"/>
                    <a:pt x="13817" y="49650"/>
                  </a:cubicBezTo>
                  <a:cubicBezTo>
                    <a:pt x="13356" y="49650"/>
                    <a:pt x="13047" y="45205"/>
                    <a:pt x="12028" y="43026"/>
                  </a:cubicBezTo>
                  <a:cubicBezTo>
                    <a:pt x="10952" y="40735"/>
                    <a:pt x="7229" y="38158"/>
                    <a:pt x="7017" y="32791"/>
                  </a:cubicBezTo>
                  <a:cubicBezTo>
                    <a:pt x="6873" y="27419"/>
                    <a:pt x="9021" y="13386"/>
                    <a:pt x="9021" y="11238"/>
                  </a:cubicBezTo>
                  <a:cubicBezTo>
                    <a:pt x="9021" y="10167"/>
                    <a:pt x="8305" y="6874"/>
                    <a:pt x="7658" y="4079"/>
                  </a:cubicBezTo>
                  <a:lnTo>
                    <a:pt x="11599" y="1788"/>
                  </a:lnTo>
                  <a:lnTo>
                    <a:pt x="11169" y="1502"/>
                  </a:lnTo>
                  <a:lnTo>
                    <a:pt x="7515" y="3506"/>
                  </a:lnTo>
                  <a:cubicBezTo>
                    <a:pt x="7160" y="2074"/>
                    <a:pt x="6799" y="717"/>
                    <a:pt x="6587" y="1"/>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3"/>
            <p:cNvSpPr/>
            <p:nvPr/>
          </p:nvSpPr>
          <p:spPr>
            <a:xfrm>
              <a:off x="2246825" y="-13075"/>
              <a:ext cx="503347" cy="5143407"/>
            </a:xfrm>
            <a:custGeom>
              <a:avLst/>
              <a:gdLst/>
              <a:ahLst/>
              <a:cxnLst/>
              <a:rect l="l" t="t" r="r" b="b"/>
              <a:pathLst>
                <a:path w="8804" h="74672" extrusionOk="0">
                  <a:moveTo>
                    <a:pt x="7801" y="1"/>
                  </a:moveTo>
                  <a:lnTo>
                    <a:pt x="1215" y="70"/>
                  </a:lnTo>
                  <a:cubicBezTo>
                    <a:pt x="1215" y="70"/>
                    <a:pt x="716" y="15105"/>
                    <a:pt x="573" y="23914"/>
                  </a:cubicBezTo>
                  <a:cubicBezTo>
                    <a:pt x="499" y="32717"/>
                    <a:pt x="1215" y="52047"/>
                    <a:pt x="1215" y="56200"/>
                  </a:cubicBezTo>
                  <a:cubicBezTo>
                    <a:pt x="1215" y="60352"/>
                    <a:pt x="0" y="74671"/>
                    <a:pt x="0" y="74671"/>
                  </a:cubicBezTo>
                  <a:lnTo>
                    <a:pt x="8804" y="74671"/>
                  </a:lnTo>
                  <a:cubicBezTo>
                    <a:pt x="8804" y="74671"/>
                    <a:pt x="6513" y="38662"/>
                    <a:pt x="6513" y="30712"/>
                  </a:cubicBezTo>
                  <a:cubicBezTo>
                    <a:pt x="6587" y="22837"/>
                    <a:pt x="7801" y="1"/>
                    <a:pt x="7801" y="1"/>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3"/>
            <p:cNvSpPr/>
            <p:nvPr/>
          </p:nvSpPr>
          <p:spPr>
            <a:xfrm>
              <a:off x="4575675" y="0"/>
              <a:ext cx="678450" cy="5143407"/>
            </a:xfrm>
            <a:custGeom>
              <a:avLst/>
              <a:gdLst/>
              <a:ahLst/>
              <a:cxnLst/>
              <a:rect l="l" t="t" r="r" b="b"/>
              <a:pathLst>
                <a:path w="27138" h="74672" extrusionOk="0">
                  <a:moveTo>
                    <a:pt x="7017" y="1"/>
                  </a:moveTo>
                  <a:cubicBezTo>
                    <a:pt x="7017" y="1"/>
                    <a:pt x="7377" y="9451"/>
                    <a:pt x="7733" y="19400"/>
                  </a:cubicBezTo>
                  <a:lnTo>
                    <a:pt x="1289" y="16107"/>
                  </a:lnTo>
                  <a:lnTo>
                    <a:pt x="0" y="16107"/>
                  </a:lnTo>
                  <a:lnTo>
                    <a:pt x="7876" y="22625"/>
                  </a:lnTo>
                  <a:cubicBezTo>
                    <a:pt x="8162" y="30283"/>
                    <a:pt x="8448" y="37517"/>
                    <a:pt x="8592" y="40449"/>
                  </a:cubicBezTo>
                  <a:cubicBezTo>
                    <a:pt x="9021" y="47683"/>
                    <a:pt x="7303" y="74671"/>
                    <a:pt x="7303" y="74671"/>
                  </a:cubicBezTo>
                  <a:lnTo>
                    <a:pt x="21192" y="74671"/>
                  </a:lnTo>
                  <a:cubicBezTo>
                    <a:pt x="21192" y="74671"/>
                    <a:pt x="20333" y="63577"/>
                    <a:pt x="19692" y="52265"/>
                  </a:cubicBezTo>
                  <a:lnTo>
                    <a:pt x="27138" y="46033"/>
                  </a:lnTo>
                  <a:lnTo>
                    <a:pt x="25849" y="46033"/>
                  </a:lnTo>
                  <a:lnTo>
                    <a:pt x="19549" y="49258"/>
                  </a:lnTo>
                  <a:cubicBezTo>
                    <a:pt x="19262" y="42883"/>
                    <a:pt x="19045" y="36801"/>
                    <a:pt x="19188" y="32860"/>
                  </a:cubicBezTo>
                  <a:lnTo>
                    <a:pt x="23197" y="29498"/>
                  </a:lnTo>
                  <a:lnTo>
                    <a:pt x="21908" y="29498"/>
                  </a:lnTo>
                  <a:lnTo>
                    <a:pt x="19331" y="30855"/>
                  </a:lnTo>
                  <a:cubicBezTo>
                    <a:pt x="19978" y="20259"/>
                    <a:pt x="18260" y="1"/>
                    <a:pt x="18260" y="1"/>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3"/>
            <p:cNvSpPr/>
            <p:nvPr/>
          </p:nvSpPr>
          <p:spPr>
            <a:xfrm>
              <a:off x="6781800" y="-159600"/>
              <a:ext cx="2095079" cy="5303100"/>
            </a:xfrm>
            <a:custGeom>
              <a:avLst/>
              <a:gdLst/>
              <a:ahLst/>
              <a:cxnLst/>
              <a:rect l="l" t="t" r="r" b="b"/>
              <a:pathLst>
                <a:path w="53865" h="136344" extrusionOk="0">
                  <a:moveTo>
                    <a:pt x="35495" y="0"/>
                  </a:moveTo>
                  <a:lnTo>
                    <a:pt x="29603" y="3086"/>
                  </a:lnTo>
                  <a:cubicBezTo>
                    <a:pt x="29603" y="3086"/>
                    <a:pt x="35495" y="45022"/>
                    <a:pt x="36617" y="54280"/>
                  </a:cubicBezTo>
                  <a:cubicBezTo>
                    <a:pt x="37699" y="63208"/>
                    <a:pt x="38520" y="77489"/>
                    <a:pt x="36061" y="77489"/>
                  </a:cubicBezTo>
                  <a:cubicBezTo>
                    <a:pt x="35970" y="77489"/>
                    <a:pt x="35875" y="77470"/>
                    <a:pt x="35775" y="77430"/>
                  </a:cubicBezTo>
                  <a:cubicBezTo>
                    <a:pt x="33104" y="76308"/>
                    <a:pt x="32409" y="73918"/>
                    <a:pt x="30860" y="68172"/>
                  </a:cubicBezTo>
                  <a:cubicBezTo>
                    <a:pt x="29323" y="62415"/>
                    <a:pt x="18516" y="53584"/>
                    <a:pt x="16137" y="50498"/>
                  </a:cubicBezTo>
                  <a:cubicBezTo>
                    <a:pt x="13893" y="47412"/>
                    <a:pt x="9258" y="14723"/>
                    <a:pt x="9258" y="14723"/>
                  </a:cubicBezTo>
                  <a:lnTo>
                    <a:pt x="6879" y="16968"/>
                  </a:lnTo>
                  <a:cubicBezTo>
                    <a:pt x="6879" y="16968"/>
                    <a:pt x="11929" y="32824"/>
                    <a:pt x="12344" y="40118"/>
                  </a:cubicBezTo>
                  <a:cubicBezTo>
                    <a:pt x="12634" y="45078"/>
                    <a:pt x="12141" y="47184"/>
                    <a:pt x="11223" y="47184"/>
                  </a:cubicBezTo>
                  <a:cubicBezTo>
                    <a:pt x="10792" y="47184"/>
                    <a:pt x="10266" y="46718"/>
                    <a:pt x="9685" y="45863"/>
                  </a:cubicBezTo>
                  <a:cubicBezTo>
                    <a:pt x="7721" y="43204"/>
                    <a:pt x="0" y="38569"/>
                    <a:pt x="0" y="38569"/>
                  </a:cubicBezTo>
                  <a:lnTo>
                    <a:pt x="0" y="40118"/>
                  </a:lnTo>
                  <a:cubicBezTo>
                    <a:pt x="0" y="40118"/>
                    <a:pt x="6172" y="43204"/>
                    <a:pt x="8417" y="46570"/>
                  </a:cubicBezTo>
                  <a:cubicBezTo>
                    <a:pt x="10807" y="50072"/>
                    <a:pt x="11222" y="50778"/>
                    <a:pt x="13466" y="52035"/>
                  </a:cubicBezTo>
                  <a:cubicBezTo>
                    <a:pt x="15857" y="53157"/>
                    <a:pt x="23846" y="60452"/>
                    <a:pt x="24969" y="62842"/>
                  </a:cubicBezTo>
                  <a:cubicBezTo>
                    <a:pt x="26237" y="65086"/>
                    <a:pt x="27359" y="68868"/>
                    <a:pt x="27359" y="68868"/>
                  </a:cubicBezTo>
                  <a:lnTo>
                    <a:pt x="17675" y="66208"/>
                  </a:lnTo>
                  <a:lnTo>
                    <a:pt x="17675" y="68587"/>
                  </a:lnTo>
                  <a:cubicBezTo>
                    <a:pt x="17675" y="68587"/>
                    <a:pt x="24969" y="69709"/>
                    <a:pt x="26932" y="70832"/>
                  </a:cubicBezTo>
                  <a:cubicBezTo>
                    <a:pt x="28896" y="71954"/>
                    <a:pt x="30445" y="72380"/>
                    <a:pt x="30860" y="74759"/>
                  </a:cubicBezTo>
                  <a:cubicBezTo>
                    <a:pt x="31141" y="77004"/>
                    <a:pt x="31567" y="78552"/>
                    <a:pt x="33946" y="80931"/>
                  </a:cubicBezTo>
                  <a:cubicBezTo>
                    <a:pt x="36190" y="83176"/>
                    <a:pt x="37032" y="83176"/>
                    <a:pt x="37032" y="89347"/>
                  </a:cubicBezTo>
                  <a:cubicBezTo>
                    <a:pt x="37032" y="95519"/>
                    <a:pt x="38861" y="136344"/>
                    <a:pt x="38861" y="136344"/>
                  </a:cubicBezTo>
                  <a:lnTo>
                    <a:pt x="48119" y="135917"/>
                  </a:lnTo>
                  <a:cubicBezTo>
                    <a:pt x="48119" y="135917"/>
                    <a:pt x="50083" y="134380"/>
                    <a:pt x="50083" y="132831"/>
                  </a:cubicBezTo>
                  <a:cubicBezTo>
                    <a:pt x="50083" y="131294"/>
                    <a:pt x="46570" y="81638"/>
                    <a:pt x="45448" y="74344"/>
                  </a:cubicBezTo>
                  <a:cubicBezTo>
                    <a:pt x="44326" y="67050"/>
                    <a:pt x="41947" y="47827"/>
                    <a:pt x="41947" y="47827"/>
                  </a:cubicBezTo>
                  <a:cubicBezTo>
                    <a:pt x="41947" y="47827"/>
                    <a:pt x="46997" y="46290"/>
                    <a:pt x="48961" y="38850"/>
                  </a:cubicBezTo>
                  <a:cubicBezTo>
                    <a:pt x="50779" y="31556"/>
                    <a:pt x="53865" y="17394"/>
                    <a:pt x="53865" y="17394"/>
                  </a:cubicBezTo>
                  <a:lnTo>
                    <a:pt x="51620" y="16552"/>
                  </a:lnTo>
                  <a:cubicBezTo>
                    <a:pt x="51620" y="16552"/>
                    <a:pt x="48534" y="28470"/>
                    <a:pt x="48119" y="33520"/>
                  </a:cubicBezTo>
                  <a:cubicBezTo>
                    <a:pt x="47693" y="38569"/>
                    <a:pt x="44607" y="41240"/>
                    <a:pt x="44607" y="41240"/>
                  </a:cubicBezTo>
                  <a:lnTo>
                    <a:pt x="41521" y="43484"/>
                  </a:lnTo>
                  <a:lnTo>
                    <a:pt x="35495" y="0"/>
                  </a:ln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3"/>
            <p:cNvSpPr/>
            <p:nvPr/>
          </p:nvSpPr>
          <p:spPr>
            <a:xfrm>
              <a:off x="2854025" y="-133350"/>
              <a:ext cx="1544164" cy="5410189"/>
            </a:xfrm>
            <a:custGeom>
              <a:avLst/>
              <a:gdLst/>
              <a:ahLst/>
              <a:cxnLst/>
              <a:rect l="l" t="t" r="r" b="b"/>
              <a:pathLst>
                <a:path w="33947" h="118951" extrusionOk="0">
                  <a:moveTo>
                    <a:pt x="31276" y="1"/>
                  </a:moveTo>
                  <a:cubicBezTo>
                    <a:pt x="31276" y="1"/>
                    <a:pt x="22444" y="21603"/>
                    <a:pt x="22018" y="26652"/>
                  </a:cubicBezTo>
                  <a:cubicBezTo>
                    <a:pt x="21603" y="31567"/>
                    <a:pt x="18090" y="35495"/>
                    <a:pt x="18090" y="35495"/>
                  </a:cubicBezTo>
                  <a:cubicBezTo>
                    <a:pt x="18090" y="35495"/>
                    <a:pt x="16968" y="1965"/>
                    <a:pt x="16968" y="427"/>
                  </a:cubicBezTo>
                  <a:cubicBezTo>
                    <a:pt x="16968" y="148"/>
                    <a:pt x="16803" y="33"/>
                    <a:pt x="16533" y="33"/>
                  </a:cubicBezTo>
                  <a:cubicBezTo>
                    <a:pt x="15309" y="33"/>
                    <a:pt x="11918" y="2391"/>
                    <a:pt x="11918" y="2391"/>
                  </a:cubicBezTo>
                  <a:cubicBezTo>
                    <a:pt x="11918" y="2391"/>
                    <a:pt x="14309" y="55829"/>
                    <a:pt x="13882" y="58915"/>
                  </a:cubicBezTo>
                  <a:cubicBezTo>
                    <a:pt x="13533" y="61509"/>
                    <a:pt x="13771" y="63810"/>
                    <a:pt x="12522" y="63810"/>
                  </a:cubicBezTo>
                  <a:cubicBezTo>
                    <a:pt x="12285" y="63810"/>
                    <a:pt x="11995" y="63728"/>
                    <a:pt x="11638" y="63549"/>
                  </a:cubicBezTo>
                  <a:cubicBezTo>
                    <a:pt x="9259" y="62427"/>
                    <a:pt x="842" y="42363"/>
                    <a:pt x="842" y="42363"/>
                  </a:cubicBezTo>
                  <a:lnTo>
                    <a:pt x="1" y="45033"/>
                  </a:lnTo>
                  <a:cubicBezTo>
                    <a:pt x="1" y="45033"/>
                    <a:pt x="13882" y="72381"/>
                    <a:pt x="13186" y="78979"/>
                  </a:cubicBezTo>
                  <a:cubicBezTo>
                    <a:pt x="12345" y="85566"/>
                    <a:pt x="13882" y="105204"/>
                    <a:pt x="14724" y="109412"/>
                  </a:cubicBezTo>
                  <a:lnTo>
                    <a:pt x="14724" y="118951"/>
                  </a:lnTo>
                  <a:lnTo>
                    <a:pt x="21603" y="117829"/>
                  </a:lnTo>
                  <a:cubicBezTo>
                    <a:pt x="21603" y="117829"/>
                    <a:pt x="18932" y="48535"/>
                    <a:pt x="19358" y="45033"/>
                  </a:cubicBezTo>
                  <a:cubicBezTo>
                    <a:pt x="19639" y="41667"/>
                    <a:pt x="20896" y="42789"/>
                    <a:pt x="22444" y="39277"/>
                  </a:cubicBezTo>
                  <a:cubicBezTo>
                    <a:pt x="23847" y="35910"/>
                    <a:pt x="23566" y="32824"/>
                    <a:pt x="25104" y="23566"/>
                  </a:cubicBezTo>
                  <a:cubicBezTo>
                    <a:pt x="26652" y="14308"/>
                    <a:pt x="33947" y="1269"/>
                    <a:pt x="33947" y="1269"/>
                  </a:cubicBezTo>
                  <a:lnTo>
                    <a:pt x="31276" y="1"/>
                  </a:ln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 name="Google Shape;145;p3"/>
          <p:cNvSpPr txBox="1">
            <a:spLocks noGrp="1"/>
          </p:cNvSpPr>
          <p:nvPr>
            <p:ph type="title"/>
          </p:nvPr>
        </p:nvSpPr>
        <p:spPr>
          <a:xfrm>
            <a:off x="1660500" y="2511700"/>
            <a:ext cx="5823000" cy="841800"/>
          </a:xfrm>
          <a:prstGeom prst="rect">
            <a:avLst/>
          </a:prstGeom>
          <a:ln>
            <a:noFill/>
          </a:ln>
        </p:spPr>
        <p:txBody>
          <a:bodyPr spcFirstLastPara="1" wrap="square" lIns="91425" tIns="91425" rIns="91425" bIns="91425" anchor="b" anchorCtr="0">
            <a:noAutofit/>
          </a:bodyPr>
          <a:lstStyle>
            <a:lvl1pPr lvl="0" algn="ctr">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r>
              <a:rPr lang="en-US"/>
              <a:t>Click to edit Master title style</a:t>
            </a:r>
            <a:endParaRPr/>
          </a:p>
        </p:txBody>
      </p:sp>
      <p:sp>
        <p:nvSpPr>
          <p:cNvPr id="146" name="Google Shape;146;p3"/>
          <p:cNvSpPr txBox="1">
            <a:spLocks noGrp="1"/>
          </p:cNvSpPr>
          <p:nvPr>
            <p:ph type="title" idx="2" hasCustomPrompt="1"/>
          </p:nvPr>
        </p:nvSpPr>
        <p:spPr>
          <a:xfrm>
            <a:off x="3837575" y="1510350"/>
            <a:ext cx="1468800" cy="10455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6000"/>
              <a:buNone/>
              <a:defRPr sz="7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47" name="Google Shape;147;p3"/>
          <p:cNvSpPr txBox="1">
            <a:spLocks noGrp="1"/>
          </p:cNvSpPr>
          <p:nvPr>
            <p:ph type="subTitle" idx="1"/>
          </p:nvPr>
        </p:nvSpPr>
        <p:spPr>
          <a:xfrm>
            <a:off x="1660500" y="3282150"/>
            <a:ext cx="5823000" cy="351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atin typeface="Darker Grotesque SemiBold"/>
                <a:ea typeface="Darker Grotesque SemiBold"/>
                <a:cs typeface="Darker Grotesque SemiBold"/>
                <a:sym typeface="Darker Grotesque SemiBold"/>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148" name="Google Shape;148;p3"/>
          <p:cNvSpPr/>
          <p:nvPr/>
        </p:nvSpPr>
        <p:spPr>
          <a:xfrm>
            <a:off x="0" y="4604000"/>
            <a:ext cx="5472440" cy="539493"/>
          </a:xfrm>
          <a:custGeom>
            <a:avLst/>
            <a:gdLst/>
            <a:ahLst/>
            <a:cxnLst/>
            <a:rect l="l" t="t" r="r" b="b"/>
            <a:pathLst>
              <a:path w="71596" h="16017" extrusionOk="0">
                <a:moveTo>
                  <a:pt x="19034" y="0"/>
                </a:moveTo>
                <a:cubicBezTo>
                  <a:pt x="16196" y="0"/>
                  <a:pt x="12934" y="573"/>
                  <a:pt x="9738" y="1337"/>
                </a:cubicBezTo>
                <a:cubicBezTo>
                  <a:pt x="6370" y="2127"/>
                  <a:pt x="2218" y="2700"/>
                  <a:pt x="1" y="2986"/>
                </a:cubicBezTo>
                <a:lnTo>
                  <a:pt x="1" y="16017"/>
                </a:lnTo>
                <a:lnTo>
                  <a:pt x="71596" y="16017"/>
                </a:lnTo>
                <a:lnTo>
                  <a:pt x="71596" y="14012"/>
                </a:lnTo>
                <a:cubicBezTo>
                  <a:pt x="70737" y="14078"/>
                  <a:pt x="69679" y="14128"/>
                  <a:pt x="68535" y="14128"/>
                </a:cubicBezTo>
                <a:cubicBezTo>
                  <a:pt x="67200" y="14128"/>
                  <a:pt x="65750" y="14060"/>
                  <a:pt x="64362" y="13869"/>
                </a:cubicBezTo>
                <a:cubicBezTo>
                  <a:pt x="60141" y="13365"/>
                  <a:pt x="54413" y="9355"/>
                  <a:pt x="51904" y="8353"/>
                </a:cubicBezTo>
                <a:cubicBezTo>
                  <a:pt x="49470" y="7282"/>
                  <a:pt x="44459" y="6423"/>
                  <a:pt x="41956" y="4630"/>
                </a:cubicBezTo>
                <a:cubicBezTo>
                  <a:pt x="39447" y="2912"/>
                  <a:pt x="37156" y="2414"/>
                  <a:pt x="34006" y="2414"/>
                </a:cubicBezTo>
                <a:cubicBezTo>
                  <a:pt x="30930" y="2414"/>
                  <a:pt x="26348" y="1554"/>
                  <a:pt x="22911" y="478"/>
                </a:cubicBezTo>
                <a:cubicBezTo>
                  <a:pt x="21766" y="144"/>
                  <a:pt x="20453" y="0"/>
                  <a:pt x="190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3"/>
          <p:cNvSpPr/>
          <p:nvPr/>
        </p:nvSpPr>
        <p:spPr>
          <a:xfrm>
            <a:off x="124724" y="0"/>
            <a:ext cx="588491" cy="4886428"/>
          </a:xfrm>
          <a:custGeom>
            <a:avLst/>
            <a:gdLst/>
            <a:ahLst/>
            <a:cxnLst/>
            <a:rect l="l" t="t" r="r" b="b"/>
            <a:pathLst>
              <a:path w="7590" h="34585" extrusionOk="0">
                <a:moveTo>
                  <a:pt x="2721" y="1"/>
                </a:moveTo>
                <a:cubicBezTo>
                  <a:pt x="2721" y="1"/>
                  <a:pt x="2796" y="2149"/>
                  <a:pt x="2796" y="4658"/>
                </a:cubicBezTo>
                <a:lnTo>
                  <a:pt x="218" y="3226"/>
                </a:lnTo>
                <a:lnTo>
                  <a:pt x="1" y="3369"/>
                </a:lnTo>
                <a:lnTo>
                  <a:pt x="2796" y="5013"/>
                </a:lnTo>
                <a:cubicBezTo>
                  <a:pt x="2796" y="5946"/>
                  <a:pt x="2796" y="6949"/>
                  <a:pt x="2721" y="7876"/>
                </a:cubicBezTo>
                <a:cubicBezTo>
                  <a:pt x="2578" y="11027"/>
                  <a:pt x="2653" y="16256"/>
                  <a:pt x="2721" y="18404"/>
                </a:cubicBezTo>
                <a:lnTo>
                  <a:pt x="218" y="17041"/>
                </a:lnTo>
                <a:lnTo>
                  <a:pt x="1" y="17258"/>
                </a:lnTo>
                <a:lnTo>
                  <a:pt x="2721" y="18759"/>
                </a:lnTo>
                <a:lnTo>
                  <a:pt x="2721" y="19045"/>
                </a:lnTo>
                <a:cubicBezTo>
                  <a:pt x="2721" y="20477"/>
                  <a:pt x="3437" y="27281"/>
                  <a:pt x="3294" y="29143"/>
                </a:cubicBezTo>
                <a:cubicBezTo>
                  <a:pt x="3225" y="31004"/>
                  <a:pt x="2509" y="33295"/>
                  <a:pt x="1576" y="34011"/>
                </a:cubicBezTo>
                <a:lnTo>
                  <a:pt x="7303" y="34584"/>
                </a:lnTo>
                <a:cubicBezTo>
                  <a:pt x="7303" y="34584"/>
                  <a:pt x="6301" y="32007"/>
                  <a:pt x="5871" y="29429"/>
                </a:cubicBezTo>
                <a:cubicBezTo>
                  <a:pt x="5516" y="26777"/>
                  <a:pt x="5156" y="20408"/>
                  <a:pt x="4944" y="18616"/>
                </a:cubicBezTo>
                <a:cubicBezTo>
                  <a:pt x="4869" y="17688"/>
                  <a:pt x="5012" y="15322"/>
                  <a:pt x="5156" y="12963"/>
                </a:cubicBezTo>
                <a:lnTo>
                  <a:pt x="7590" y="11531"/>
                </a:lnTo>
                <a:lnTo>
                  <a:pt x="7378" y="11387"/>
                </a:lnTo>
                <a:lnTo>
                  <a:pt x="6375" y="11886"/>
                </a:lnTo>
                <a:lnTo>
                  <a:pt x="7160" y="10385"/>
                </a:lnTo>
                <a:lnTo>
                  <a:pt x="7017" y="10385"/>
                </a:lnTo>
                <a:lnTo>
                  <a:pt x="6015" y="12103"/>
                </a:lnTo>
                <a:lnTo>
                  <a:pt x="5156" y="12602"/>
                </a:lnTo>
                <a:cubicBezTo>
                  <a:pt x="5299" y="10740"/>
                  <a:pt x="5442" y="8953"/>
                  <a:pt x="5442" y="7876"/>
                </a:cubicBezTo>
                <a:cubicBezTo>
                  <a:pt x="5516" y="5373"/>
                  <a:pt x="5299" y="1"/>
                  <a:pt x="529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3"/>
          <p:cNvSpPr/>
          <p:nvPr/>
        </p:nvSpPr>
        <p:spPr>
          <a:xfrm>
            <a:off x="8225825" y="-12"/>
            <a:ext cx="1342673" cy="4886441"/>
          </a:xfrm>
          <a:custGeom>
            <a:avLst/>
            <a:gdLst/>
            <a:ahLst/>
            <a:cxnLst/>
            <a:rect l="l" t="t" r="r" b="b"/>
            <a:pathLst>
              <a:path w="26518" h="96508" extrusionOk="0">
                <a:moveTo>
                  <a:pt x="842" y="1"/>
                </a:moveTo>
                <a:lnTo>
                  <a:pt x="842" y="1"/>
                </a:lnTo>
                <a:cubicBezTo>
                  <a:pt x="0" y="1684"/>
                  <a:pt x="1684" y="3929"/>
                  <a:pt x="1122" y="5747"/>
                </a:cubicBezTo>
                <a:cubicBezTo>
                  <a:pt x="707" y="5892"/>
                  <a:pt x="561" y="6308"/>
                  <a:pt x="561" y="6734"/>
                </a:cubicBezTo>
                <a:cubicBezTo>
                  <a:pt x="561" y="7149"/>
                  <a:pt x="842" y="7576"/>
                  <a:pt x="1122" y="7856"/>
                </a:cubicBezTo>
                <a:cubicBezTo>
                  <a:pt x="1829" y="8832"/>
                  <a:pt x="2806" y="9674"/>
                  <a:pt x="3367" y="10662"/>
                </a:cubicBezTo>
                <a:cubicBezTo>
                  <a:pt x="3793" y="11357"/>
                  <a:pt x="4074" y="12199"/>
                  <a:pt x="4354" y="13041"/>
                </a:cubicBezTo>
                <a:cubicBezTo>
                  <a:pt x="5611" y="15846"/>
                  <a:pt x="8001" y="17810"/>
                  <a:pt x="8282" y="21176"/>
                </a:cubicBezTo>
                <a:cubicBezTo>
                  <a:pt x="8282" y="22298"/>
                  <a:pt x="8136" y="23286"/>
                  <a:pt x="8417" y="24262"/>
                </a:cubicBezTo>
                <a:cubicBezTo>
                  <a:pt x="8697" y="25104"/>
                  <a:pt x="9404" y="25665"/>
                  <a:pt x="9965" y="26372"/>
                </a:cubicBezTo>
                <a:cubicBezTo>
                  <a:pt x="11368" y="28470"/>
                  <a:pt x="11222" y="31276"/>
                  <a:pt x="10942" y="33947"/>
                </a:cubicBezTo>
                <a:cubicBezTo>
                  <a:pt x="10807" y="36752"/>
                  <a:pt x="10942" y="39412"/>
                  <a:pt x="11087" y="42217"/>
                </a:cubicBezTo>
                <a:lnTo>
                  <a:pt x="11087" y="42778"/>
                </a:lnTo>
                <a:cubicBezTo>
                  <a:pt x="10979" y="42886"/>
                  <a:pt x="10871" y="42933"/>
                  <a:pt x="10770" y="42933"/>
                </a:cubicBezTo>
                <a:cubicBezTo>
                  <a:pt x="10610" y="42933"/>
                  <a:pt x="10470" y="42816"/>
                  <a:pt x="10380" y="42643"/>
                </a:cubicBezTo>
                <a:cubicBezTo>
                  <a:pt x="10100" y="42498"/>
                  <a:pt x="9965" y="42217"/>
                  <a:pt x="9819" y="42082"/>
                </a:cubicBezTo>
                <a:lnTo>
                  <a:pt x="9819" y="42082"/>
                </a:lnTo>
                <a:cubicBezTo>
                  <a:pt x="9539" y="42498"/>
                  <a:pt x="9685" y="43059"/>
                  <a:pt x="9965" y="43485"/>
                </a:cubicBezTo>
                <a:cubicBezTo>
                  <a:pt x="10246" y="43900"/>
                  <a:pt x="10661" y="44327"/>
                  <a:pt x="10942" y="44742"/>
                </a:cubicBezTo>
                <a:cubicBezTo>
                  <a:pt x="11087" y="45168"/>
                  <a:pt x="11222" y="45729"/>
                  <a:pt x="11368" y="46145"/>
                </a:cubicBezTo>
                <a:cubicBezTo>
                  <a:pt x="11783" y="48669"/>
                  <a:pt x="12210" y="51194"/>
                  <a:pt x="12490" y="53865"/>
                </a:cubicBezTo>
                <a:cubicBezTo>
                  <a:pt x="12625" y="54280"/>
                  <a:pt x="12625" y="54841"/>
                  <a:pt x="12905" y="55268"/>
                </a:cubicBezTo>
                <a:cubicBezTo>
                  <a:pt x="12905" y="55402"/>
                  <a:pt x="13051" y="55548"/>
                  <a:pt x="13051" y="55829"/>
                </a:cubicBezTo>
                <a:cubicBezTo>
                  <a:pt x="13186" y="56109"/>
                  <a:pt x="13186" y="56525"/>
                  <a:pt x="13186" y="56951"/>
                </a:cubicBezTo>
                <a:cubicBezTo>
                  <a:pt x="13051" y="57232"/>
                  <a:pt x="13051" y="57512"/>
                  <a:pt x="12905" y="57793"/>
                </a:cubicBezTo>
                <a:cubicBezTo>
                  <a:pt x="12806" y="57999"/>
                  <a:pt x="12629" y="58126"/>
                  <a:pt x="12431" y="58126"/>
                </a:cubicBezTo>
                <a:cubicBezTo>
                  <a:pt x="12359" y="58126"/>
                  <a:pt x="12284" y="58109"/>
                  <a:pt x="12210" y="58073"/>
                </a:cubicBezTo>
                <a:cubicBezTo>
                  <a:pt x="12210" y="57647"/>
                  <a:pt x="11783" y="57366"/>
                  <a:pt x="11503" y="57086"/>
                </a:cubicBezTo>
                <a:cubicBezTo>
                  <a:pt x="10661" y="56244"/>
                  <a:pt x="10661" y="54987"/>
                  <a:pt x="9819" y="54280"/>
                </a:cubicBezTo>
                <a:cubicBezTo>
                  <a:pt x="9539" y="53865"/>
                  <a:pt x="9124" y="53585"/>
                  <a:pt x="8978" y="53158"/>
                </a:cubicBezTo>
                <a:cubicBezTo>
                  <a:pt x="8978" y="52878"/>
                  <a:pt x="8978" y="52597"/>
                  <a:pt x="8843" y="52317"/>
                </a:cubicBezTo>
                <a:cubicBezTo>
                  <a:pt x="8697" y="51194"/>
                  <a:pt x="8001" y="50218"/>
                  <a:pt x="7440" y="49376"/>
                </a:cubicBezTo>
                <a:cubicBezTo>
                  <a:pt x="6733" y="48108"/>
                  <a:pt x="6599" y="46706"/>
                  <a:pt x="5757" y="45449"/>
                </a:cubicBezTo>
                <a:lnTo>
                  <a:pt x="4489" y="44181"/>
                </a:lnTo>
                <a:cubicBezTo>
                  <a:pt x="4489" y="44046"/>
                  <a:pt x="4354" y="44046"/>
                  <a:pt x="4208" y="43900"/>
                </a:cubicBezTo>
                <a:lnTo>
                  <a:pt x="3793" y="43900"/>
                </a:lnTo>
                <a:cubicBezTo>
                  <a:pt x="3513" y="43766"/>
                  <a:pt x="3086" y="43766"/>
                  <a:pt x="2671" y="43766"/>
                </a:cubicBezTo>
                <a:cubicBezTo>
                  <a:pt x="2525" y="43900"/>
                  <a:pt x="2525" y="44181"/>
                  <a:pt x="2525" y="44327"/>
                </a:cubicBezTo>
                <a:cubicBezTo>
                  <a:pt x="2587" y="44311"/>
                  <a:pt x="2649" y="44303"/>
                  <a:pt x="2711" y="44303"/>
                </a:cubicBezTo>
                <a:cubicBezTo>
                  <a:pt x="3207" y="44303"/>
                  <a:pt x="3678" y="44789"/>
                  <a:pt x="3928" y="45168"/>
                </a:cubicBezTo>
                <a:cubicBezTo>
                  <a:pt x="4354" y="45449"/>
                  <a:pt x="4635" y="45864"/>
                  <a:pt x="5050" y="46290"/>
                </a:cubicBezTo>
                <a:cubicBezTo>
                  <a:pt x="5196" y="46425"/>
                  <a:pt x="5331" y="46571"/>
                  <a:pt x="5331" y="46706"/>
                </a:cubicBezTo>
                <a:cubicBezTo>
                  <a:pt x="5477" y="46986"/>
                  <a:pt x="5611" y="47267"/>
                  <a:pt x="5611" y="47547"/>
                </a:cubicBezTo>
                <a:cubicBezTo>
                  <a:pt x="5757" y="48108"/>
                  <a:pt x="6879" y="50499"/>
                  <a:pt x="6038" y="50914"/>
                </a:cubicBezTo>
                <a:lnTo>
                  <a:pt x="5611" y="50914"/>
                </a:lnTo>
                <a:cubicBezTo>
                  <a:pt x="5363" y="50957"/>
                  <a:pt x="5114" y="50975"/>
                  <a:pt x="4862" y="50975"/>
                </a:cubicBezTo>
                <a:cubicBezTo>
                  <a:pt x="4261" y="50975"/>
                  <a:pt x="3640" y="50874"/>
                  <a:pt x="2952" y="50779"/>
                </a:cubicBezTo>
                <a:lnTo>
                  <a:pt x="2525" y="50779"/>
                </a:lnTo>
                <a:cubicBezTo>
                  <a:pt x="2391" y="50779"/>
                  <a:pt x="2245" y="50914"/>
                  <a:pt x="2391" y="51060"/>
                </a:cubicBezTo>
                <a:cubicBezTo>
                  <a:pt x="2391" y="51194"/>
                  <a:pt x="2391" y="51340"/>
                  <a:pt x="2525" y="51475"/>
                </a:cubicBezTo>
                <a:cubicBezTo>
                  <a:pt x="3513" y="52036"/>
                  <a:pt x="4635" y="51901"/>
                  <a:pt x="5477" y="52462"/>
                </a:cubicBezTo>
                <a:cubicBezTo>
                  <a:pt x="6172" y="53023"/>
                  <a:pt x="7014" y="53304"/>
                  <a:pt x="7575" y="54000"/>
                </a:cubicBezTo>
                <a:cubicBezTo>
                  <a:pt x="9124" y="55964"/>
                  <a:pt x="10526" y="58073"/>
                  <a:pt x="11222" y="60452"/>
                </a:cubicBezTo>
                <a:cubicBezTo>
                  <a:pt x="11783" y="62281"/>
                  <a:pt x="11648" y="64099"/>
                  <a:pt x="11648" y="65928"/>
                </a:cubicBezTo>
                <a:cubicBezTo>
                  <a:pt x="11222" y="76163"/>
                  <a:pt x="10942" y="86408"/>
                  <a:pt x="10661" y="96508"/>
                </a:cubicBezTo>
                <a:cubicBezTo>
                  <a:pt x="12490" y="96081"/>
                  <a:pt x="14173" y="95520"/>
                  <a:pt x="15991" y="94959"/>
                </a:cubicBezTo>
                <a:cubicBezTo>
                  <a:pt x="16418" y="94824"/>
                  <a:pt x="16698" y="94824"/>
                  <a:pt x="16979" y="94398"/>
                </a:cubicBezTo>
                <a:cubicBezTo>
                  <a:pt x="17113" y="94117"/>
                  <a:pt x="17259" y="93702"/>
                  <a:pt x="17259" y="93422"/>
                </a:cubicBezTo>
                <a:cubicBezTo>
                  <a:pt x="17394" y="87945"/>
                  <a:pt x="17540" y="82615"/>
                  <a:pt x="16979" y="77285"/>
                </a:cubicBezTo>
                <a:cubicBezTo>
                  <a:pt x="16698" y="75040"/>
                  <a:pt x="16418" y="72796"/>
                  <a:pt x="16418" y="70552"/>
                </a:cubicBezTo>
                <a:cubicBezTo>
                  <a:pt x="16418" y="67331"/>
                  <a:pt x="17113" y="63965"/>
                  <a:pt x="17820" y="60879"/>
                </a:cubicBezTo>
                <a:cubicBezTo>
                  <a:pt x="18236" y="59476"/>
                  <a:pt x="18662" y="58073"/>
                  <a:pt x="18943" y="56805"/>
                </a:cubicBezTo>
                <a:cubicBezTo>
                  <a:pt x="19223" y="55829"/>
                  <a:pt x="19358" y="54841"/>
                  <a:pt x="19504" y="53865"/>
                </a:cubicBezTo>
                <a:cubicBezTo>
                  <a:pt x="19638" y="52597"/>
                  <a:pt x="19919" y="51621"/>
                  <a:pt x="20199" y="50499"/>
                </a:cubicBezTo>
                <a:cubicBezTo>
                  <a:pt x="20345" y="49792"/>
                  <a:pt x="20345" y="49096"/>
                  <a:pt x="20626" y="48389"/>
                </a:cubicBezTo>
                <a:cubicBezTo>
                  <a:pt x="20906" y="47547"/>
                  <a:pt x="21322" y="46852"/>
                  <a:pt x="22029" y="46290"/>
                </a:cubicBezTo>
                <a:cubicBezTo>
                  <a:pt x="22444" y="46010"/>
                  <a:pt x="23005" y="45864"/>
                  <a:pt x="23431" y="45449"/>
                </a:cubicBezTo>
                <a:cubicBezTo>
                  <a:pt x="23712" y="44888"/>
                  <a:pt x="23846" y="44181"/>
                  <a:pt x="23431" y="43766"/>
                </a:cubicBezTo>
                <a:cubicBezTo>
                  <a:pt x="22870" y="44181"/>
                  <a:pt x="22309" y="44461"/>
                  <a:pt x="21748" y="44888"/>
                </a:cubicBezTo>
                <a:cubicBezTo>
                  <a:pt x="22029" y="43766"/>
                  <a:pt x="22163" y="42778"/>
                  <a:pt x="22444" y="41656"/>
                </a:cubicBezTo>
                <a:cubicBezTo>
                  <a:pt x="22590" y="41095"/>
                  <a:pt x="22724" y="40680"/>
                  <a:pt x="22724" y="40119"/>
                </a:cubicBezTo>
                <a:cubicBezTo>
                  <a:pt x="22724" y="39557"/>
                  <a:pt x="22444" y="38850"/>
                  <a:pt x="22163" y="38435"/>
                </a:cubicBezTo>
                <a:lnTo>
                  <a:pt x="21748" y="38435"/>
                </a:lnTo>
                <a:cubicBezTo>
                  <a:pt x="22029" y="42363"/>
                  <a:pt x="19077" y="44888"/>
                  <a:pt x="18382" y="48389"/>
                </a:cubicBezTo>
                <a:cubicBezTo>
                  <a:pt x="18236" y="49231"/>
                  <a:pt x="18101" y="50072"/>
                  <a:pt x="17820" y="50779"/>
                </a:cubicBezTo>
                <a:cubicBezTo>
                  <a:pt x="17675" y="51194"/>
                  <a:pt x="17394" y="51475"/>
                  <a:pt x="17394" y="51901"/>
                </a:cubicBezTo>
                <a:cubicBezTo>
                  <a:pt x="17259" y="52462"/>
                  <a:pt x="17259" y="53158"/>
                  <a:pt x="17113" y="53719"/>
                </a:cubicBezTo>
                <a:cubicBezTo>
                  <a:pt x="16979" y="54280"/>
                  <a:pt x="16698" y="54841"/>
                  <a:pt x="16418" y="55268"/>
                </a:cubicBezTo>
                <a:cubicBezTo>
                  <a:pt x="16272" y="54426"/>
                  <a:pt x="16418" y="53439"/>
                  <a:pt x="16552" y="52597"/>
                </a:cubicBezTo>
                <a:cubicBezTo>
                  <a:pt x="16272" y="52182"/>
                  <a:pt x="16137" y="51621"/>
                  <a:pt x="16272" y="51194"/>
                </a:cubicBezTo>
                <a:cubicBezTo>
                  <a:pt x="16418" y="50779"/>
                  <a:pt x="16698" y="50499"/>
                  <a:pt x="16833" y="50072"/>
                </a:cubicBezTo>
                <a:cubicBezTo>
                  <a:pt x="17394" y="48950"/>
                  <a:pt x="17394" y="47693"/>
                  <a:pt x="17675" y="46571"/>
                </a:cubicBezTo>
                <a:cubicBezTo>
                  <a:pt x="17955" y="45303"/>
                  <a:pt x="18382" y="44181"/>
                  <a:pt x="18516" y="42924"/>
                </a:cubicBezTo>
                <a:cubicBezTo>
                  <a:pt x="18797" y="41375"/>
                  <a:pt x="18516" y="39838"/>
                  <a:pt x="18797" y="38289"/>
                </a:cubicBezTo>
                <a:cubicBezTo>
                  <a:pt x="18943" y="37448"/>
                  <a:pt x="19223" y="36606"/>
                  <a:pt x="19919" y="36045"/>
                </a:cubicBezTo>
                <a:lnTo>
                  <a:pt x="20626" y="35349"/>
                </a:lnTo>
                <a:cubicBezTo>
                  <a:pt x="20761" y="35069"/>
                  <a:pt x="20906" y="34788"/>
                  <a:pt x="20761" y="34362"/>
                </a:cubicBezTo>
                <a:cubicBezTo>
                  <a:pt x="20480" y="34362"/>
                  <a:pt x="20199" y="34642"/>
                  <a:pt x="19919" y="34923"/>
                </a:cubicBezTo>
                <a:cubicBezTo>
                  <a:pt x="19821" y="35128"/>
                  <a:pt x="19566" y="35261"/>
                  <a:pt x="19327" y="35261"/>
                </a:cubicBezTo>
                <a:cubicBezTo>
                  <a:pt x="19239" y="35261"/>
                  <a:pt x="19153" y="35243"/>
                  <a:pt x="19077" y="35203"/>
                </a:cubicBezTo>
                <a:cubicBezTo>
                  <a:pt x="19504" y="33947"/>
                  <a:pt x="20065" y="32679"/>
                  <a:pt x="20345" y="31276"/>
                </a:cubicBezTo>
                <a:cubicBezTo>
                  <a:pt x="20626" y="30154"/>
                  <a:pt x="21602" y="29458"/>
                  <a:pt x="22590" y="28897"/>
                </a:cubicBezTo>
                <a:cubicBezTo>
                  <a:pt x="22870" y="28751"/>
                  <a:pt x="23431" y="28470"/>
                  <a:pt x="23566" y="28055"/>
                </a:cubicBezTo>
                <a:cubicBezTo>
                  <a:pt x="23566" y="27909"/>
                  <a:pt x="23566" y="27775"/>
                  <a:pt x="23712" y="27629"/>
                </a:cubicBezTo>
                <a:cubicBezTo>
                  <a:pt x="23712" y="27561"/>
                  <a:pt x="23782" y="27561"/>
                  <a:pt x="23869" y="27561"/>
                </a:cubicBezTo>
                <a:cubicBezTo>
                  <a:pt x="23956" y="27561"/>
                  <a:pt x="24060" y="27561"/>
                  <a:pt x="24127" y="27494"/>
                </a:cubicBezTo>
                <a:lnTo>
                  <a:pt x="24553" y="27068"/>
                </a:lnTo>
                <a:cubicBezTo>
                  <a:pt x="24688" y="26933"/>
                  <a:pt x="24834" y="26933"/>
                  <a:pt x="24969" y="26933"/>
                </a:cubicBezTo>
                <a:cubicBezTo>
                  <a:pt x="25395" y="26787"/>
                  <a:pt x="25956" y="26507"/>
                  <a:pt x="26517" y="26226"/>
                </a:cubicBezTo>
                <a:cubicBezTo>
                  <a:pt x="26237" y="26226"/>
                  <a:pt x="26237" y="25946"/>
                  <a:pt x="26091" y="25946"/>
                </a:cubicBezTo>
                <a:cubicBezTo>
                  <a:pt x="26046" y="25901"/>
                  <a:pt x="26000" y="25886"/>
                  <a:pt x="25953" y="25886"/>
                </a:cubicBezTo>
                <a:cubicBezTo>
                  <a:pt x="25860" y="25886"/>
                  <a:pt x="25765" y="25946"/>
                  <a:pt x="25676" y="25946"/>
                </a:cubicBezTo>
                <a:cubicBezTo>
                  <a:pt x="24834" y="26091"/>
                  <a:pt x="23992" y="26372"/>
                  <a:pt x="23285" y="26933"/>
                </a:cubicBezTo>
                <a:cubicBezTo>
                  <a:pt x="23151" y="27068"/>
                  <a:pt x="22870" y="27348"/>
                  <a:pt x="22724" y="27348"/>
                </a:cubicBezTo>
                <a:cubicBezTo>
                  <a:pt x="22444" y="27494"/>
                  <a:pt x="22163" y="27494"/>
                  <a:pt x="22029" y="27629"/>
                </a:cubicBezTo>
                <a:cubicBezTo>
                  <a:pt x="21748" y="27629"/>
                  <a:pt x="21602" y="27909"/>
                  <a:pt x="21467" y="28055"/>
                </a:cubicBezTo>
                <a:cubicBezTo>
                  <a:pt x="21322" y="28190"/>
                  <a:pt x="21041" y="28190"/>
                  <a:pt x="20906" y="28190"/>
                </a:cubicBezTo>
                <a:cubicBezTo>
                  <a:pt x="20906" y="27629"/>
                  <a:pt x="20906" y="27068"/>
                  <a:pt x="21041" y="26507"/>
                </a:cubicBezTo>
                <a:cubicBezTo>
                  <a:pt x="21187" y="25946"/>
                  <a:pt x="21041" y="25250"/>
                  <a:pt x="21322" y="24689"/>
                </a:cubicBezTo>
                <a:lnTo>
                  <a:pt x="21748" y="24262"/>
                </a:lnTo>
                <a:cubicBezTo>
                  <a:pt x="21883" y="24128"/>
                  <a:pt x="22029" y="23847"/>
                  <a:pt x="21883" y="23701"/>
                </a:cubicBezTo>
                <a:cubicBezTo>
                  <a:pt x="21748" y="23567"/>
                  <a:pt x="21602" y="23567"/>
                  <a:pt x="21467" y="23421"/>
                </a:cubicBezTo>
                <a:lnTo>
                  <a:pt x="21467" y="23005"/>
                </a:lnTo>
                <a:cubicBezTo>
                  <a:pt x="21187" y="21176"/>
                  <a:pt x="21322" y="19078"/>
                  <a:pt x="21883" y="17249"/>
                </a:cubicBezTo>
                <a:cubicBezTo>
                  <a:pt x="22163" y="16407"/>
                  <a:pt x="22590" y="15431"/>
                  <a:pt x="22163" y="14589"/>
                </a:cubicBezTo>
                <a:lnTo>
                  <a:pt x="22163" y="14589"/>
                </a:lnTo>
                <a:cubicBezTo>
                  <a:pt x="21467" y="15711"/>
                  <a:pt x="20906" y="16968"/>
                  <a:pt x="20761" y="18371"/>
                </a:cubicBezTo>
                <a:cubicBezTo>
                  <a:pt x="20626" y="19078"/>
                  <a:pt x="20626" y="19639"/>
                  <a:pt x="20626" y="20335"/>
                </a:cubicBezTo>
                <a:cubicBezTo>
                  <a:pt x="20480" y="21457"/>
                  <a:pt x="20345" y="22444"/>
                  <a:pt x="20199" y="23567"/>
                </a:cubicBezTo>
                <a:cubicBezTo>
                  <a:pt x="20199" y="24262"/>
                  <a:pt x="20065" y="24969"/>
                  <a:pt x="19919" y="25665"/>
                </a:cubicBezTo>
                <a:cubicBezTo>
                  <a:pt x="19919" y="26226"/>
                  <a:pt x="19784" y="26787"/>
                  <a:pt x="19638" y="27348"/>
                </a:cubicBezTo>
                <a:cubicBezTo>
                  <a:pt x="19358" y="29032"/>
                  <a:pt x="18516" y="30434"/>
                  <a:pt x="17820" y="31983"/>
                </a:cubicBezTo>
                <a:cubicBezTo>
                  <a:pt x="17113" y="33520"/>
                  <a:pt x="16833" y="34923"/>
                  <a:pt x="16552" y="36606"/>
                </a:cubicBezTo>
                <a:cubicBezTo>
                  <a:pt x="16552" y="37728"/>
                  <a:pt x="16552" y="39277"/>
                  <a:pt x="15991" y="40253"/>
                </a:cubicBezTo>
                <a:cubicBezTo>
                  <a:pt x="15711" y="40534"/>
                  <a:pt x="15296" y="40960"/>
                  <a:pt x="15296" y="41375"/>
                </a:cubicBezTo>
                <a:lnTo>
                  <a:pt x="15296" y="42082"/>
                </a:lnTo>
                <a:cubicBezTo>
                  <a:pt x="15430" y="43059"/>
                  <a:pt x="15015" y="43900"/>
                  <a:pt x="15015" y="44888"/>
                </a:cubicBezTo>
                <a:cubicBezTo>
                  <a:pt x="14869" y="45168"/>
                  <a:pt x="15015" y="45449"/>
                  <a:pt x="15015" y="45864"/>
                </a:cubicBezTo>
                <a:cubicBezTo>
                  <a:pt x="15015" y="46145"/>
                  <a:pt x="14869" y="46425"/>
                  <a:pt x="14734" y="46706"/>
                </a:cubicBezTo>
                <a:cubicBezTo>
                  <a:pt x="14589" y="46706"/>
                  <a:pt x="14308" y="46571"/>
                  <a:pt x="14173" y="46290"/>
                </a:cubicBezTo>
                <a:lnTo>
                  <a:pt x="14173" y="45449"/>
                </a:lnTo>
                <a:cubicBezTo>
                  <a:pt x="14173" y="44888"/>
                  <a:pt x="13893" y="44327"/>
                  <a:pt x="13747" y="43766"/>
                </a:cubicBezTo>
                <a:cubicBezTo>
                  <a:pt x="13332" y="42363"/>
                  <a:pt x="13466" y="41095"/>
                  <a:pt x="13466" y="39838"/>
                </a:cubicBezTo>
                <a:cubicBezTo>
                  <a:pt x="13466" y="38289"/>
                  <a:pt x="13332" y="36752"/>
                  <a:pt x="13332" y="35349"/>
                </a:cubicBezTo>
                <a:cubicBezTo>
                  <a:pt x="13466" y="32398"/>
                  <a:pt x="13747" y="29312"/>
                  <a:pt x="13051" y="26507"/>
                </a:cubicBezTo>
                <a:cubicBezTo>
                  <a:pt x="12344" y="24128"/>
                  <a:pt x="10942" y="22444"/>
                  <a:pt x="10380" y="20054"/>
                </a:cubicBezTo>
                <a:cubicBezTo>
                  <a:pt x="10246" y="19078"/>
                  <a:pt x="10100" y="18236"/>
                  <a:pt x="9965" y="17249"/>
                </a:cubicBezTo>
                <a:cubicBezTo>
                  <a:pt x="9685" y="15150"/>
                  <a:pt x="9539" y="13041"/>
                  <a:pt x="9539" y="10942"/>
                </a:cubicBezTo>
                <a:cubicBezTo>
                  <a:pt x="9539" y="10381"/>
                  <a:pt x="9685" y="9820"/>
                  <a:pt x="9965" y="9259"/>
                </a:cubicBezTo>
                <a:cubicBezTo>
                  <a:pt x="10100" y="8978"/>
                  <a:pt x="10380" y="8698"/>
                  <a:pt x="10526" y="8417"/>
                </a:cubicBezTo>
                <a:cubicBezTo>
                  <a:pt x="10661" y="8137"/>
                  <a:pt x="10807" y="7710"/>
                  <a:pt x="10526" y="7430"/>
                </a:cubicBezTo>
                <a:cubicBezTo>
                  <a:pt x="10246" y="7576"/>
                  <a:pt x="9819" y="7856"/>
                  <a:pt x="9685" y="8271"/>
                </a:cubicBezTo>
                <a:cubicBezTo>
                  <a:pt x="8978" y="8137"/>
                  <a:pt x="8562" y="7430"/>
                  <a:pt x="8417" y="6734"/>
                </a:cubicBezTo>
                <a:cubicBezTo>
                  <a:pt x="8282" y="5892"/>
                  <a:pt x="8282" y="5185"/>
                  <a:pt x="8282" y="4490"/>
                </a:cubicBezTo>
                <a:cubicBezTo>
                  <a:pt x="8282" y="3087"/>
                  <a:pt x="8001" y="1684"/>
                  <a:pt x="7440" y="562"/>
                </a:cubicBezTo>
                <a:cubicBezTo>
                  <a:pt x="7294" y="2941"/>
                  <a:pt x="7160" y="5331"/>
                  <a:pt x="7160" y="7710"/>
                </a:cubicBezTo>
                <a:cubicBezTo>
                  <a:pt x="7160" y="8271"/>
                  <a:pt x="7160" y="8698"/>
                  <a:pt x="7294" y="9259"/>
                </a:cubicBezTo>
                <a:lnTo>
                  <a:pt x="7721" y="10101"/>
                </a:lnTo>
                <a:cubicBezTo>
                  <a:pt x="8282" y="11503"/>
                  <a:pt x="8136" y="12906"/>
                  <a:pt x="7856" y="14309"/>
                </a:cubicBezTo>
                <a:cubicBezTo>
                  <a:pt x="6599" y="12199"/>
                  <a:pt x="5050" y="10235"/>
                  <a:pt x="3928" y="7991"/>
                </a:cubicBezTo>
                <a:cubicBezTo>
                  <a:pt x="2671" y="5466"/>
                  <a:pt x="1549" y="2806"/>
                  <a:pt x="84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 name="Google Shape;151;p3"/>
          <p:cNvGrpSpPr/>
          <p:nvPr/>
        </p:nvGrpSpPr>
        <p:grpSpPr>
          <a:xfrm rot="-5400000" flipH="1">
            <a:off x="1473432" y="-662378"/>
            <a:ext cx="746877" cy="2203140"/>
            <a:chOff x="95249" y="1927057"/>
            <a:chExt cx="777511" cy="2293504"/>
          </a:xfrm>
        </p:grpSpPr>
        <p:sp>
          <p:nvSpPr>
            <p:cNvPr id="152" name="Google Shape;152;p3"/>
            <p:cNvSpPr/>
            <p:nvPr/>
          </p:nvSpPr>
          <p:spPr>
            <a:xfrm>
              <a:off x="247860" y="4177823"/>
              <a:ext cx="5005" cy="42738"/>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3"/>
            <p:cNvSpPr/>
            <p:nvPr/>
          </p:nvSpPr>
          <p:spPr>
            <a:xfrm>
              <a:off x="224199" y="4196899"/>
              <a:ext cx="47708" cy="458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3"/>
            <p:cNvSpPr/>
            <p:nvPr/>
          </p:nvSpPr>
          <p:spPr>
            <a:xfrm>
              <a:off x="233754" y="4182373"/>
              <a:ext cx="38153" cy="30067"/>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3"/>
            <p:cNvSpPr/>
            <p:nvPr/>
          </p:nvSpPr>
          <p:spPr>
            <a:xfrm>
              <a:off x="233754" y="4181218"/>
              <a:ext cx="28632" cy="3934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3"/>
            <p:cNvSpPr/>
            <p:nvPr/>
          </p:nvSpPr>
          <p:spPr>
            <a:xfrm>
              <a:off x="667470" y="2637398"/>
              <a:ext cx="9591" cy="47708"/>
            </a:xfrm>
            <a:custGeom>
              <a:avLst/>
              <a:gdLst/>
              <a:ahLst/>
              <a:cxnLst/>
              <a:rect l="l" t="t" r="r" b="b"/>
              <a:pathLst>
                <a:path w="274" h="1363" extrusionOk="0">
                  <a:moveTo>
                    <a:pt x="143" y="0"/>
                  </a:moveTo>
                  <a:cubicBezTo>
                    <a:pt x="143" y="0"/>
                    <a:pt x="1" y="273"/>
                    <a:pt x="1" y="687"/>
                  </a:cubicBezTo>
                  <a:cubicBezTo>
                    <a:pt x="1" y="1090"/>
                    <a:pt x="143" y="1362"/>
                    <a:pt x="143" y="1362"/>
                  </a:cubicBezTo>
                  <a:cubicBezTo>
                    <a:pt x="143" y="1362"/>
                    <a:pt x="273" y="1090"/>
                    <a:pt x="273" y="687"/>
                  </a:cubicBezTo>
                  <a:cubicBezTo>
                    <a:pt x="273" y="273"/>
                    <a:pt x="143" y="0"/>
                    <a:pt x="1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3"/>
            <p:cNvSpPr/>
            <p:nvPr/>
          </p:nvSpPr>
          <p:spPr>
            <a:xfrm>
              <a:off x="648429" y="2656474"/>
              <a:ext cx="47708" cy="4970"/>
            </a:xfrm>
            <a:custGeom>
              <a:avLst/>
              <a:gdLst/>
              <a:ahLst/>
              <a:cxnLst/>
              <a:rect l="l" t="t" r="r" b="b"/>
              <a:pathLst>
                <a:path w="1363" h="142" extrusionOk="0">
                  <a:moveTo>
                    <a:pt x="687" y="0"/>
                  </a:moveTo>
                  <a:cubicBezTo>
                    <a:pt x="272" y="0"/>
                    <a:pt x="0" y="142"/>
                    <a:pt x="0" y="142"/>
                  </a:cubicBezTo>
                  <a:lnTo>
                    <a:pt x="1362" y="142"/>
                  </a:lnTo>
                  <a:cubicBezTo>
                    <a:pt x="1362" y="142"/>
                    <a:pt x="109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3"/>
            <p:cNvSpPr/>
            <p:nvPr/>
          </p:nvSpPr>
          <p:spPr>
            <a:xfrm>
              <a:off x="657950" y="2642333"/>
              <a:ext cx="33602" cy="33217"/>
            </a:xfrm>
            <a:custGeom>
              <a:avLst/>
              <a:gdLst/>
              <a:ahLst/>
              <a:cxnLst/>
              <a:rect l="l" t="t" r="r" b="b"/>
              <a:pathLst>
                <a:path w="960" h="949" extrusionOk="0">
                  <a:moveTo>
                    <a:pt x="960" y="1"/>
                  </a:moveTo>
                  <a:cubicBezTo>
                    <a:pt x="960" y="1"/>
                    <a:pt x="687" y="132"/>
                    <a:pt x="415" y="404"/>
                  </a:cubicBezTo>
                  <a:cubicBezTo>
                    <a:pt x="142" y="676"/>
                    <a:pt x="0" y="818"/>
                    <a:pt x="0" y="949"/>
                  </a:cubicBezTo>
                  <a:cubicBezTo>
                    <a:pt x="0" y="949"/>
                    <a:pt x="273" y="818"/>
                    <a:pt x="545" y="546"/>
                  </a:cubicBezTo>
                  <a:cubicBezTo>
                    <a:pt x="818" y="273"/>
                    <a:pt x="960" y="132"/>
                    <a:pt x="9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3"/>
            <p:cNvSpPr/>
            <p:nvPr/>
          </p:nvSpPr>
          <p:spPr>
            <a:xfrm>
              <a:off x="657950" y="2642333"/>
              <a:ext cx="28632" cy="38188"/>
            </a:xfrm>
            <a:custGeom>
              <a:avLst/>
              <a:gdLst/>
              <a:ahLst/>
              <a:cxnLst/>
              <a:rect l="l" t="t" r="r" b="b"/>
              <a:pathLst>
                <a:path w="818" h="1091" extrusionOk="0">
                  <a:moveTo>
                    <a:pt x="0" y="1"/>
                  </a:moveTo>
                  <a:cubicBezTo>
                    <a:pt x="0" y="1"/>
                    <a:pt x="142" y="273"/>
                    <a:pt x="415" y="546"/>
                  </a:cubicBezTo>
                  <a:cubicBezTo>
                    <a:pt x="545" y="818"/>
                    <a:pt x="818" y="1091"/>
                    <a:pt x="818" y="1091"/>
                  </a:cubicBezTo>
                  <a:lnTo>
                    <a:pt x="545" y="546"/>
                  </a:lnTo>
                  <a:cubicBezTo>
                    <a:pt x="273" y="132"/>
                    <a:pt x="142" y="1"/>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3"/>
            <p:cNvSpPr/>
            <p:nvPr/>
          </p:nvSpPr>
          <p:spPr>
            <a:xfrm>
              <a:off x="114326" y="2685071"/>
              <a:ext cx="5005" cy="43123"/>
            </a:xfrm>
            <a:custGeom>
              <a:avLst/>
              <a:gdLst/>
              <a:ahLst/>
              <a:cxnLst/>
              <a:rect l="l" t="t" r="r" b="b"/>
              <a:pathLst>
                <a:path w="143" h="1232" extrusionOk="0">
                  <a:moveTo>
                    <a:pt x="142" y="0"/>
                  </a:moveTo>
                  <a:cubicBezTo>
                    <a:pt x="1" y="0"/>
                    <a:pt x="1" y="273"/>
                    <a:pt x="1" y="687"/>
                  </a:cubicBezTo>
                  <a:cubicBezTo>
                    <a:pt x="1" y="960"/>
                    <a:pt x="1" y="1232"/>
                    <a:pt x="142" y="1232"/>
                  </a:cubicBezTo>
                  <a:lnTo>
                    <a:pt x="142" y="687"/>
                  </a:lnTo>
                  <a:lnTo>
                    <a:pt x="1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3"/>
            <p:cNvSpPr/>
            <p:nvPr/>
          </p:nvSpPr>
          <p:spPr>
            <a:xfrm>
              <a:off x="95249" y="2704148"/>
              <a:ext cx="47743" cy="5005"/>
            </a:xfrm>
            <a:custGeom>
              <a:avLst/>
              <a:gdLst/>
              <a:ahLst/>
              <a:cxnLst/>
              <a:rect l="l" t="t" r="r" b="b"/>
              <a:pathLst>
                <a:path w="1364" h="143" extrusionOk="0">
                  <a:moveTo>
                    <a:pt x="687" y="0"/>
                  </a:moveTo>
                  <a:cubicBezTo>
                    <a:pt x="273" y="0"/>
                    <a:pt x="1" y="0"/>
                    <a:pt x="1" y="142"/>
                  </a:cubicBezTo>
                  <a:lnTo>
                    <a:pt x="1363" y="142"/>
                  </a:lnTo>
                  <a:cubicBezTo>
                    <a:pt x="1363" y="0"/>
                    <a:pt x="96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3"/>
            <p:cNvSpPr/>
            <p:nvPr/>
          </p:nvSpPr>
          <p:spPr>
            <a:xfrm>
              <a:off x="100220" y="2690042"/>
              <a:ext cx="38188" cy="29857"/>
            </a:xfrm>
            <a:custGeom>
              <a:avLst/>
              <a:gdLst/>
              <a:ahLst/>
              <a:cxnLst/>
              <a:rect l="l" t="t" r="r" b="b"/>
              <a:pathLst>
                <a:path w="1091" h="853" extrusionOk="0">
                  <a:moveTo>
                    <a:pt x="1090" y="0"/>
                  </a:moveTo>
                  <a:cubicBezTo>
                    <a:pt x="1090" y="0"/>
                    <a:pt x="818" y="131"/>
                    <a:pt x="545" y="403"/>
                  </a:cubicBezTo>
                  <a:cubicBezTo>
                    <a:pt x="273" y="545"/>
                    <a:pt x="1" y="818"/>
                    <a:pt x="131" y="818"/>
                  </a:cubicBezTo>
                  <a:cubicBezTo>
                    <a:pt x="131" y="842"/>
                    <a:pt x="141" y="852"/>
                    <a:pt x="158" y="852"/>
                  </a:cubicBezTo>
                  <a:cubicBezTo>
                    <a:pt x="232" y="852"/>
                    <a:pt x="454" y="652"/>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3"/>
            <p:cNvSpPr/>
            <p:nvPr/>
          </p:nvSpPr>
          <p:spPr>
            <a:xfrm>
              <a:off x="104805" y="2688677"/>
              <a:ext cx="28632" cy="39518"/>
            </a:xfrm>
            <a:custGeom>
              <a:avLst/>
              <a:gdLst/>
              <a:ahLst/>
              <a:cxnLst/>
              <a:rect l="l" t="t" r="r" b="b"/>
              <a:pathLst>
                <a:path w="818" h="1129" extrusionOk="0">
                  <a:moveTo>
                    <a:pt x="27" y="0"/>
                  </a:moveTo>
                  <a:cubicBezTo>
                    <a:pt x="10" y="0"/>
                    <a:pt x="0" y="12"/>
                    <a:pt x="0" y="39"/>
                  </a:cubicBezTo>
                  <a:lnTo>
                    <a:pt x="273" y="584"/>
                  </a:lnTo>
                  <a:cubicBezTo>
                    <a:pt x="545" y="857"/>
                    <a:pt x="687" y="1129"/>
                    <a:pt x="818" y="1129"/>
                  </a:cubicBezTo>
                  <a:cubicBezTo>
                    <a:pt x="818" y="987"/>
                    <a:pt x="687" y="715"/>
                    <a:pt x="414" y="442"/>
                  </a:cubicBezTo>
                  <a:cubicBezTo>
                    <a:pt x="300" y="221"/>
                    <a:pt x="99"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3"/>
            <p:cNvSpPr/>
            <p:nvPr/>
          </p:nvSpPr>
          <p:spPr>
            <a:xfrm>
              <a:off x="400436" y="3023826"/>
              <a:ext cx="5005" cy="47708"/>
            </a:xfrm>
            <a:custGeom>
              <a:avLst/>
              <a:gdLst/>
              <a:ahLst/>
              <a:cxnLst/>
              <a:rect l="l" t="t" r="r" b="b"/>
              <a:pathLst>
                <a:path w="143" h="1363" extrusionOk="0">
                  <a:moveTo>
                    <a:pt x="143" y="0"/>
                  </a:moveTo>
                  <a:cubicBezTo>
                    <a:pt x="1" y="0"/>
                    <a:pt x="1" y="273"/>
                    <a:pt x="1" y="676"/>
                  </a:cubicBezTo>
                  <a:cubicBezTo>
                    <a:pt x="1" y="1090"/>
                    <a:pt x="1" y="1363"/>
                    <a:pt x="143" y="1363"/>
                  </a:cubicBezTo>
                  <a:lnTo>
                    <a:pt x="143" y="676"/>
                  </a:lnTo>
                  <a:lnTo>
                    <a:pt x="1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3"/>
            <p:cNvSpPr/>
            <p:nvPr/>
          </p:nvSpPr>
          <p:spPr>
            <a:xfrm>
              <a:off x="381360" y="3042902"/>
              <a:ext cx="47743" cy="4620"/>
            </a:xfrm>
            <a:custGeom>
              <a:avLst/>
              <a:gdLst/>
              <a:ahLst/>
              <a:cxnLst/>
              <a:rect l="l" t="t" r="r" b="b"/>
              <a:pathLst>
                <a:path w="1364" h="132" extrusionOk="0">
                  <a:moveTo>
                    <a:pt x="688" y="0"/>
                  </a:moveTo>
                  <a:cubicBezTo>
                    <a:pt x="273" y="0"/>
                    <a:pt x="1" y="131"/>
                    <a:pt x="1" y="131"/>
                  </a:cubicBezTo>
                  <a:lnTo>
                    <a:pt x="1363" y="131"/>
                  </a:lnTo>
                  <a:cubicBezTo>
                    <a:pt x="1363" y="131"/>
                    <a:pt x="960" y="0"/>
                    <a:pt x="6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3"/>
            <p:cNvSpPr/>
            <p:nvPr/>
          </p:nvSpPr>
          <p:spPr>
            <a:xfrm>
              <a:off x="386330" y="3028411"/>
              <a:ext cx="38188" cy="33602"/>
            </a:xfrm>
            <a:custGeom>
              <a:avLst/>
              <a:gdLst/>
              <a:ahLst/>
              <a:cxnLst/>
              <a:rect l="l" t="t" r="r" b="b"/>
              <a:pathLst>
                <a:path w="1091" h="960" extrusionOk="0">
                  <a:moveTo>
                    <a:pt x="1090" y="0"/>
                  </a:moveTo>
                  <a:cubicBezTo>
                    <a:pt x="1090" y="0"/>
                    <a:pt x="818" y="142"/>
                    <a:pt x="546" y="414"/>
                  </a:cubicBezTo>
                  <a:cubicBezTo>
                    <a:pt x="273" y="687"/>
                    <a:pt x="1" y="818"/>
                    <a:pt x="131" y="959"/>
                  </a:cubicBezTo>
                  <a:cubicBezTo>
                    <a:pt x="131" y="959"/>
                    <a:pt x="404" y="818"/>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3"/>
            <p:cNvSpPr/>
            <p:nvPr/>
          </p:nvSpPr>
          <p:spPr>
            <a:xfrm>
              <a:off x="390915" y="3028411"/>
              <a:ext cx="28632" cy="38188"/>
            </a:xfrm>
            <a:custGeom>
              <a:avLst/>
              <a:gdLst/>
              <a:ahLst/>
              <a:cxnLst/>
              <a:rect l="l" t="t" r="r" b="b"/>
              <a:pathLst>
                <a:path w="818" h="1091" extrusionOk="0">
                  <a:moveTo>
                    <a:pt x="0" y="0"/>
                  </a:moveTo>
                  <a:lnTo>
                    <a:pt x="273" y="545"/>
                  </a:lnTo>
                  <a:cubicBezTo>
                    <a:pt x="545" y="818"/>
                    <a:pt x="687" y="1090"/>
                    <a:pt x="818" y="1090"/>
                  </a:cubicBezTo>
                  <a:cubicBezTo>
                    <a:pt x="818" y="1090"/>
                    <a:pt x="687" y="818"/>
                    <a:pt x="415" y="545"/>
                  </a:cubicBezTo>
                  <a:cubicBezTo>
                    <a:pt x="273" y="142"/>
                    <a:pt x="0"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3"/>
            <p:cNvSpPr/>
            <p:nvPr/>
          </p:nvSpPr>
          <p:spPr>
            <a:xfrm>
              <a:off x="667470" y="3815407"/>
              <a:ext cx="5005" cy="42773"/>
            </a:xfrm>
            <a:custGeom>
              <a:avLst/>
              <a:gdLst/>
              <a:ahLst/>
              <a:cxnLst/>
              <a:rect l="l" t="t" r="r" b="b"/>
              <a:pathLst>
                <a:path w="143" h="1222" extrusionOk="0">
                  <a:moveTo>
                    <a:pt x="1" y="0"/>
                  </a:moveTo>
                  <a:lnTo>
                    <a:pt x="1" y="676"/>
                  </a:lnTo>
                  <a:lnTo>
                    <a:pt x="1" y="1221"/>
                  </a:lnTo>
                  <a:cubicBezTo>
                    <a:pt x="143" y="1221"/>
                    <a:pt x="143" y="949"/>
                    <a:pt x="143" y="676"/>
                  </a:cubicBezTo>
                  <a:cubicBezTo>
                    <a:pt x="143" y="273"/>
                    <a:pt x="143"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3"/>
            <p:cNvSpPr/>
            <p:nvPr/>
          </p:nvSpPr>
          <p:spPr>
            <a:xfrm>
              <a:off x="648429" y="3834483"/>
              <a:ext cx="43123" cy="4620"/>
            </a:xfrm>
            <a:custGeom>
              <a:avLst/>
              <a:gdLst/>
              <a:ahLst/>
              <a:cxnLst/>
              <a:rect l="l" t="t" r="r" b="b"/>
              <a:pathLst>
                <a:path w="1232" h="132" extrusionOk="0">
                  <a:moveTo>
                    <a:pt x="545" y="0"/>
                  </a:moveTo>
                  <a:cubicBezTo>
                    <a:pt x="272" y="0"/>
                    <a:pt x="0" y="0"/>
                    <a:pt x="0" y="131"/>
                  </a:cubicBezTo>
                  <a:lnTo>
                    <a:pt x="1232" y="131"/>
                  </a:lnTo>
                  <a:cubicBezTo>
                    <a:pt x="1232" y="0"/>
                    <a:pt x="959" y="0"/>
                    <a:pt x="5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3"/>
            <p:cNvSpPr/>
            <p:nvPr/>
          </p:nvSpPr>
          <p:spPr>
            <a:xfrm>
              <a:off x="653364" y="3819992"/>
              <a:ext cx="38188" cy="28632"/>
            </a:xfrm>
            <a:custGeom>
              <a:avLst/>
              <a:gdLst/>
              <a:ahLst/>
              <a:cxnLst/>
              <a:rect l="l" t="t" r="r" b="b"/>
              <a:pathLst>
                <a:path w="1091" h="818" extrusionOk="0">
                  <a:moveTo>
                    <a:pt x="1091" y="0"/>
                  </a:moveTo>
                  <a:cubicBezTo>
                    <a:pt x="949" y="0"/>
                    <a:pt x="818" y="142"/>
                    <a:pt x="546" y="414"/>
                  </a:cubicBezTo>
                  <a:cubicBezTo>
                    <a:pt x="818" y="273"/>
                    <a:pt x="1091" y="0"/>
                    <a:pt x="1091" y="0"/>
                  </a:cubicBezTo>
                  <a:close/>
                  <a:moveTo>
                    <a:pt x="546" y="414"/>
                  </a:moveTo>
                  <a:lnTo>
                    <a:pt x="546" y="414"/>
                  </a:lnTo>
                  <a:cubicBezTo>
                    <a:pt x="273" y="545"/>
                    <a:pt x="1" y="818"/>
                    <a:pt x="1" y="818"/>
                  </a:cubicBezTo>
                  <a:cubicBezTo>
                    <a:pt x="131" y="818"/>
                    <a:pt x="273" y="687"/>
                    <a:pt x="546" y="41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3"/>
            <p:cNvSpPr/>
            <p:nvPr/>
          </p:nvSpPr>
          <p:spPr>
            <a:xfrm>
              <a:off x="657950" y="3818802"/>
              <a:ext cx="28632" cy="35983"/>
            </a:xfrm>
            <a:custGeom>
              <a:avLst/>
              <a:gdLst/>
              <a:ahLst/>
              <a:cxnLst/>
              <a:rect l="l" t="t" r="r" b="b"/>
              <a:pathLst>
                <a:path w="818" h="1028" extrusionOk="0">
                  <a:moveTo>
                    <a:pt x="24" y="0"/>
                  </a:moveTo>
                  <a:cubicBezTo>
                    <a:pt x="9" y="0"/>
                    <a:pt x="0" y="11"/>
                    <a:pt x="0" y="34"/>
                  </a:cubicBezTo>
                  <a:lnTo>
                    <a:pt x="273" y="579"/>
                  </a:lnTo>
                  <a:cubicBezTo>
                    <a:pt x="497" y="803"/>
                    <a:pt x="633" y="1027"/>
                    <a:pt x="674" y="1027"/>
                  </a:cubicBezTo>
                  <a:cubicBezTo>
                    <a:pt x="683" y="1027"/>
                    <a:pt x="687" y="1017"/>
                    <a:pt x="687" y="993"/>
                  </a:cubicBezTo>
                  <a:cubicBezTo>
                    <a:pt x="818" y="993"/>
                    <a:pt x="687" y="721"/>
                    <a:pt x="415" y="448"/>
                  </a:cubicBezTo>
                  <a:cubicBezTo>
                    <a:pt x="298" y="224"/>
                    <a:pt x="93" y="0"/>
                    <a:pt x="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3"/>
            <p:cNvSpPr/>
            <p:nvPr/>
          </p:nvSpPr>
          <p:spPr>
            <a:xfrm>
              <a:off x="848678" y="1927057"/>
              <a:ext cx="5005" cy="47708"/>
            </a:xfrm>
            <a:custGeom>
              <a:avLst/>
              <a:gdLst/>
              <a:ahLst/>
              <a:cxnLst/>
              <a:rect l="l" t="t" r="r" b="b"/>
              <a:pathLst>
                <a:path w="143" h="1363" extrusionOk="0">
                  <a:moveTo>
                    <a:pt x="1" y="1"/>
                  </a:moveTo>
                  <a:lnTo>
                    <a:pt x="1" y="676"/>
                  </a:lnTo>
                  <a:lnTo>
                    <a:pt x="1" y="1363"/>
                  </a:lnTo>
                  <a:cubicBezTo>
                    <a:pt x="1" y="1363"/>
                    <a:pt x="143" y="1090"/>
                    <a:pt x="143" y="676"/>
                  </a:cubicBezTo>
                  <a:cubicBezTo>
                    <a:pt x="143" y="273"/>
                    <a:pt x="1"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3"/>
            <p:cNvSpPr/>
            <p:nvPr/>
          </p:nvSpPr>
          <p:spPr>
            <a:xfrm>
              <a:off x="825051" y="1950719"/>
              <a:ext cx="47708" cy="5005"/>
            </a:xfrm>
            <a:custGeom>
              <a:avLst/>
              <a:gdLst/>
              <a:ahLst/>
              <a:cxnLst/>
              <a:rect l="l" t="t" r="r" b="b"/>
              <a:pathLst>
                <a:path w="1363" h="143" extrusionOk="0">
                  <a:moveTo>
                    <a:pt x="0" y="0"/>
                  </a:moveTo>
                  <a:cubicBezTo>
                    <a:pt x="0" y="0"/>
                    <a:pt x="273" y="142"/>
                    <a:pt x="676" y="142"/>
                  </a:cubicBezTo>
                  <a:cubicBezTo>
                    <a:pt x="1090" y="142"/>
                    <a:pt x="1362" y="0"/>
                    <a:pt x="13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3"/>
            <p:cNvSpPr/>
            <p:nvPr/>
          </p:nvSpPr>
          <p:spPr>
            <a:xfrm>
              <a:off x="834572" y="1931642"/>
              <a:ext cx="38188" cy="33602"/>
            </a:xfrm>
            <a:custGeom>
              <a:avLst/>
              <a:gdLst/>
              <a:ahLst/>
              <a:cxnLst/>
              <a:rect l="l" t="t" r="r" b="b"/>
              <a:pathLst>
                <a:path w="1091" h="960" extrusionOk="0">
                  <a:moveTo>
                    <a:pt x="949" y="0"/>
                  </a:moveTo>
                  <a:cubicBezTo>
                    <a:pt x="949" y="0"/>
                    <a:pt x="676" y="142"/>
                    <a:pt x="404" y="415"/>
                  </a:cubicBezTo>
                  <a:cubicBezTo>
                    <a:pt x="131" y="687"/>
                    <a:pt x="1" y="959"/>
                    <a:pt x="1" y="959"/>
                  </a:cubicBezTo>
                  <a:cubicBezTo>
                    <a:pt x="1" y="959"/>
                    <a:pt x="273" y="818"/>
                    <a:pt x="546" y="545"/>
                  </a:cubicBezTo>
                  <a:cubicBezTo>
                    <a:pt x="818" y="273"/>
                    <a:pt x="1090" y="142"/>
                    <a:pt x="9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3"/>
            <p:cNvSpPr/>
            <p:nvPr/>
          </p:nvSpPr>
          <p:spPr>
            <a:xfrm>
              <a:off x="834572" y="1931642"/>
              <a:ext cx="28632" cy="38188"/>
            </a:xfrm>
            <a:custGeom>
              <a:avLst/>
              <a:gdLst/>
              <a:ahLst/>
              <a:cxnLst/>
              <a:rect l="l" t="t" r="r" b="b"/>
              <a:pathLst>
                <a:path w="818" h="1091" extrusionOk="0">
                  <a:moveTo>
                    <a:pt x="131" y="0"/>
                  </a:moveTo>
                  <a:cubicBezTo>
                    <a:pt x="1" y="0"/>
                    <a:pt x="131" y="273"/>
                    <a:pt x="404" y="545"/>
                  </a:cubicBezTo>
                  <a:cubicBezTo>
                    <a:pt x="546" y="959"/>
                    <a:pt x="818" y="1090"/>
                    <a:pt x="818" y="1090"/>
                  </a:cubicBezTo>
                  <a:lnTo>
                    <a:pt x="546" y="545"/>
                  </a:lnTo>
                  <a:cubicBezTo>
                    <a:pt x="273" y="273"/>
                    <a:pt x="131" y="0"/>
                    <a:pt x="1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 name="Google Shape;176;p3"/>
          <p:cNvGrpSpPr/>
          <p:nvPr/>
        </p:nvGrpSpPr>
        <p:grpSpPr>
          <a:xfrm rot="-5400000" flipH="1">
            <a:off x="7761905" y="-616523"/>
            <a:ext cx="699837" cy="2064383"/>
            <a:chOff x="95249" y="1927057"/>
            <a:chExt cx="777511" cy="2293504"/>
          </a:xfrm>
        </p:grpSpPr>
        <p:sp>
          <p:nvSpPr>
            <p:cNvPr id="177" name="Google Shape;177;p3"/>
            <p:cNvSpPr/>
            <p:nvPr/>
          </p:nvSpPr>
          <p:spPr>
            <a:xfrm>
              <a:off x="247860" y="4177823"/>
              <a:ext cx="5005" cy="42738"/>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3"/>
            <p:cNvSpPr/>
            <p:nvPr/>
          </p:nvSpPr>
          <p:spPr>
            <a:xfrm>
              <a:off x="224199" y="4196899"/>
              <a:ext cx="47708" cy="458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3"/>
            <p:cNvSpPr/>
            <p:nvPr/>
          </p:nvSpPr>
          <p:spPr>
            <a:xfrm>
              <a:off x="233754" y="4182373"/>
              <a:ext cx="38153" cy="30067"/>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3"/>
            <p:cNvSpPr/>
            <p:nvPr/>
          </p:nvSpPr>
          <p:spPr>
            <a:xfrm>
              <a:off x="233754" y="4181218"/>
              <a:ext cx="28632" cy="3934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3"/>
            <p:cNvSpPr/>
            <p:nvPr/>
          </p:nvSpPr>
          <p:spPr>
            <a:xfrm>
              <a:off x="667470" y="2637398"/>
              <a:ext cx="9591" cy="47708"/>
            </a:xfrm>
            <a:custGeom>
              <a:avLst/>
              <a:gdLst/>
              <a:ahLst/>
              <a:cxnLst/>
              <a:rect l="l" t="t" r="r" b="b"/>
              <a:pathLst>
                <a:path w="274" h="1363" extrusionOk="0">
                  <a:moveTo>
                    <a:pt x="143" y="0"/>
                  </a:moveTo>
                  <a:cubicBezTo>
                    <a:pt x="143" y="0"/>
                    <a:pt x="1" y="273"/>
                    <a:pt x="1" y="687"/>
                  </a:cubicBezTo>
                  <a:cubicBezTo>
                    <a:pt x="1" y="1090"/>
                    <a:pt x="143" y="1362"/>
                    <a:pt x="143" y="1362"/>
                  </a:cubicBezTo>
                  <a:cubicBezTo>
                    <a:pt x="143" y="1362"/>
                    <a:pt x="273" y="1090"/>
                    <a:pt x="273" y="687"/>
                  </a:cubicBezTo>
                  <a:cubicBezTo>
                    <a:pt x="273" y="273"/>
                    <a:pt x="143" y="0"/>
                    <a:pt x="1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3"/>
            <p:cNvSpPr/>
            <p:nvPr/>
          </p:nvSpPr>
          <p:spPr>
            <a:xfrm>
              <a:off x="648429" y="2656474"/>
              <a:ext cx="47708" cy="4970"/>
            </a:xfrm>
            <a:custGeom>
              <a:avLst/>
              <a:gdLst/>
              <a:ahLst/>
              <a:cxnLst/>
              <a:rect l="l" t="t" r="r" b="b"/>
              <a:pathLst>
                <a:path w="1363" h="142" extrusionOk="0">
                  <a:moveTo>
                    <a:pt x="687" y="0"/>
                  </a:moveTo>
                  <a:cubicBezTo>
                    <a:pt x="272" y="0"/>
                    <a:pt x="0" y="142"/>
                    <a:pt x="0" y="142"/>
                  </a:cubicBezTo>
                  <a:lnTo>
                    <a:pt x="1362" y="142"/>
                  </a:lnTo>
                  <a:cubicBezTo>
                    <a:pt x="1362" y="142"/>
                    <a:pt x="109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3"/>
            <p:cNvSpPr/>
            <p:nvPr/>
          </p:nvSpPr>
          <p:spPr>
            <a:xfrm>
              <a:off x="657950" y="2642333"/>
              <a:ext cx="33602" cy="33217"/>
            </a:xfrm>
            <a:custGeom>
              <a:avLst/>
              <a:gdLst/>
              <a:ahLst/>
              <a:cxnLst/>
              <a:rect l="l" t="t" r="r" b="b"/>
              <a:pathLst>
                <a:path w="960" h="949" extrusionOk="0">
                  <a:moveTo>
                    <a:pt x="960" y="1"/>
                  </a:moveTo>
                  <a:cubicBezTo>
                    <a:pt x="960" y="1"/>
                    <a:pt x="687" y="132"/>
                    <a:pt x="415" y="404"/>
                  </a:cubicBezTo>
                  <a:cubicBezTo>
                    <a:pt x="142" y="676"/>
                    <a:pt x="0" y="818"/>
                    <a:pt x="0" y="949"/>
                  </a:cubicBezTo>
                  <a:cubicBezTo>
                    <a:pt x="0" y="949"/>
                    <a:pt x="273" y="818"/>
                    <a:pt x="545" y="546"/>
                  </a:cubicBezTo>
                  <a:cubicBezTo>
                    <a:pt x="818" y="273"/>
                    <a:pt x="960" y="132"/>
                    <a:pt x="9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3"/>
            <p:cNvSpPr/>
            <p:nvPr/>
          </p:nvSpPr>
          <p:spPr>
            <a:xfrm>
              <a:off x="657950" y="2642333"/>
              <a:ext cx="28632" cy="38188"/>
            </a:xfrm>
            <a:custGeom>
              <a:avLst/>
              <a:gdLst/>
              <a:ahLst/>
              <a:cxnLst/>
              <a:rect l="l" t="t" r="r" b="b"/>
              <a:pathLst>
                <a:path w="818" h="1091" extrusionOk="0">
                  <a:moveTo>
                    <a:pt x="0" y="1"/>
                  </a:moveTo>
                  <a:cubicBezTo>
                    <a:pt x="0" y="1"/>
                    <a:pt x="142" y="273"/>
                    <a:pt x="415" y="546"/>
                  </a:cubicBezTo>
                  <a:cubicBezTo>
                    <a:pt x="545" y="818"/>
                    <a:pt x="818" y="1091"/>
                    <a:pt x="818" y="1091"/>
                  </a:cubicBezTo>
                  <a:lnTo>
                    <a:pt x="545" y="546"/>
                  </a:lnTo>
                  <a:cubicBezTo>
                    <a:pt x="273" y="132"/>
                    <a:pt x="142" y="1"/>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3"/>
            <p:cNvSpPr/>
            <p:nvPr/>
          </p:nvSpPr>
          <p:spPr>
            <a:xfrm>
              <a:off x="114326" y="2685071"/>
              <a:ext cx="5005" cy="43123"/>
            </a:xfrm>
            <a:custGeom>
              <a:avLst/>
              <a:gdLst/>
              <a:ahLst/>
              <a:cxnLst/>
              <a:rect l="l" t="t" r="r" b="b"/>
              <a:pathLst>
                <a:path w="143" h="1232" extrusionOk="0">
                  <a:moveTo>
                    <a:pt x="142" y="0"/>
                  </a:moveTo>
                  <a:cubicBezTo>
                    <a:pt x="1" y="0"/>
                    <a:pt x="1" y="273"/>
                    <a:pt x="1" y="687"/>
                  </a:cubicBezTo>
                  <a:cubicBezTo>
                    <a:pt x="1" y="960"/>
                    <a:pt x="1" y="1232"/>
                    <a:pt x="142" y="1232"/>
                  </a:cubicBezTo>
                  <a:lnTo>
                    <a:pt x="142" y="687"/>
                  </a:lnTo>
                  <a:lnTo>
                    <a:pt x="1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3"/>
            <p:cNvSpPr/>
            <p:nvPr/>
          </p:nvSpPr>
          <p:spPr>
            <a:xfrm>
              <a:off x="95249" y="2704148"/>
              <a:ext cx="47743" cy="5005"/>
            </a:xfrm>
            <a:custGeom>
              <a:avLst/>
              <a:gdLst/>
              <a:ahLst/>
              <a:cxnLst/>
              <a:rect l="l" t="t" r="r" b="b"/>
              <a:pathLst>
                <a:path w="1364" h="143" extrusionOk="0">
                  <a:moveTo>
                    <a:pt x="687" y="0"/>
                  </a:moveTo>
                  <a:cubicBezTo>
                    <a:pt x="273" y="0"/>
                    <a:pt x="1" y="0"/>
                    <a:pt x="1" y="142"/>
                  </a:cubicBezTo>
                  <a:lnTo>
                    <a:pt x="1363" y="142"/>
                  </a:lnTo>
                  <a:cubicBezTo>
                    <a:pt x="1363" y="0"/>
                    <a:pt x="96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3"/>
            <p:cNvSpPr/>
            <p:nvPr/>
          </p:nvSpPr>
          <p:spPr>
            <a:xfrm>
              <a:off x="100220" y="2690042"/>
              <a:ext cx="38188" cy="29857"/>
            </a:xfrm>
            <a:custGeom>
              <a:avLst/>
              <a:gdLst/>
              <a:ahLst/>
              <a:cxnLst/>
              <a:rect l="l" t="t" r="r" b="b"/>
              <a:pathLst>
                <a:path w="1091" h="853" extrusionOk="0">
                  <a:moveTo>
                    <a:pt x="1090" y="0"/>
                  </a:moveTo>
                  <a:cubicBezTo>
                    <a:pt x="1090" y="0"/>
                    <a:pt x="818" y="131"/>
                    <a:pt x="545" y="403"/>
                  </a:cubicBezTo>
                  <a:cubicBezTo>
                    <a:pt x="273" y="545"/>
                    <a:pt x="1" y="818"/>
                    <a:pt x="131" y="818"/>
                  </a:cubicBezTo>
                  <a:cubicBezTo>
                    <a:pt x="131" y="842"/>
                    <a:pt x="141" y="852"/>
                    <a:pt x="158" y="852"/>
                  </a:cubicBezTo>
                  <a:cubicBezTo>
                    <a:pt x="232" y="852"/>
                    <a:pt x="454" y="652"/>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3"/>
            <p:cNvSpPr/>
            <p:nvPr/>
          </p:nvSpPr>
          <p:spPr>
            <a:xfrm>
              <a:off x="104805" y="2688677"/>
              <a:ext cx="28632" cy="39518"/>
            </a:xfrm>
            <a:custGeom>
              <a:avLst/>
              <a:gdLst/>
              <a:ahLst/>
              <a:cxnLst/>
              <a:rect l="l" t="t" r="r" b="b"/>
              <a:pathLst>
                <a:path w="818" h="1129" extrusionOk="0">
                  <a:moveTo>
                    <a:pt x="27" y="0"/>
                  </a:moveTo>
                  <a:cubicBezTo>
                    <a:pt x="10" y="0"/>
                    <a:pt x="0" y="12"/>
                    <a:pt x="0" y="39"/>
                  </a:cubicBezTo>
                  <a:lnTo>
                    <a:pt x="273" y="584"/>
                  </a:lnTo>
                  <a:cubicBezTo>
                    <a:pt x="545" y="857"/>
                    <a:pt x="687" y="1129"/>
                    <a:pt x="818" y="1129"/>
                  </a:cubicBezTo>
                  <a:cubicBezTo>
                    <a:pt x="818" y="987"/>
                    <a:pt x="687" y="715"/>
                    <a:pt x="414" y="442"/>
                  </a:cubicBezTo>
                  <a:cubicBezTo>
                    <a:pt x="300" y="221"/>
                    <a:pt x="99"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3"/>
            <p:cNvSpPr/>
            <p:nvPr/>
          </p:nvSpPr>
          <p:spPr>
            <a:xfrm>
              <a:off x="400436" y="3023826"/>
              <a:ext cx="5005" cy="47708"/>
            </a:xfrm>
            <a:custGeom>
              <a:avLst/>
              <a:gdLst/>
              <a:ahLst/>
              <a:cxnLst/>
              <a:rect l="l" t="t" r="r" b="b"/>
              <a:pathLst>
                <a:path w="143" h="1363" extrusionOk="0">
                  <a:moveTo>
                    <a:pt x="143" y="0"/>
                  </a:moveTo>
                  <a:cubicBezTo>
                    <a:pt x="1" y="0"/>
                    <a:pt x="1" y="273"/>
                    <a:pt x="1" y="676"/>
                  </a:cubicBezTo>
                  <a:cubicBezTo>
                    <a:pt x="1" y="1090"/>
                    <a:pt x="1" y="1363"/>
                    <a:pt x="143" y="1363"/>
                  </a:cubicBezTo>
                  <a:lnTo>
                    <a:pt x="143" y="676"/>
                  </a:lnTo>
                  <a:lnTo>
                    <a:pt x="1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3"/>
            <p:cNvSpPr/>
            <p:nvPr/>
          </p:nvSpPr>
          <p:spPr>
            <a:xfrm>
              <a:off x="381360" y="3042902"/>
              <a:ext cx="47743" cy="4620"/>
            </a:xfrm>
            <a:custGeom>
              <a:avLst/>
              <a:gdLst/>
              <a:ahLst/>
              <a:cxnLst/>
              <a:rect l="l" t="t" r="r" b="b"/>
              <a:pathLst>
                <a:path w="1364" h="132" extrusionOk="0">
                  <a:moveTo>
                    <a:pt x="688" y="0"/>
                  </a:moveTo>
                  <a:cubicBezTo>
                    <a:pt x="273" y="0"/>
                    <a:pt x="1" y="131"/>
                    <a:pt x="1" y="131"/>
                  </a:cubicBezTo>
                  <a:lnTo>
                    <a:pt x="1363" y="131"/>
                  </a:lnTo>
                  <a:cubicBezTo>
                    <a:pt x="1363" y="131"/>
                    <a:pt x="960" y="0"/>
                    <a:pt x="6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3"/>
            <p:cNvSpPr/>
            <p:nvPr/>
          </p:nvSpPr>
          <p:spPr>
            <a:xfrm>
              <a:off x="386330" y="3028411"/>
              <a:ext cx="38188" cy="33602"/>
            </a:xfrm>
            <a:custGeom>
              <a:avLst/>
              <a:gdLst/>
              <a:ahLst/>
              <a:cxnLst/>
              <a:rect l="l" t="t" r="r" b="b"/>
              <a:pathLst>
                <a:path w="1091" h="960" extrusionOk="0">
                  <a:moveTo>
                    <a:pt x="1090" y="0"/>
                  </a:moveTo>
                  <a:cubicBezTo>
                    <a:pt x="1090" y="0"/>
                    <a:pt x="818" y="142"/>
                    <a:pt x="546" y="414"/>
                  </a:cubicBezTo>
                  <a:cubicBezTo>
                    <a:pt x="273" y="687"/>
                    <a:pt x="1" y="818"/>
                    <a:pt x="131" y="959"/>
                  </a:cubicBezTo>
                  <a:cubicBezTo>
                    <a:pt x="131" y="959"/>
                    <a:pt x="404" y="818"/>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3"/>
            <p:cNvSpPr/>
            <p:nvPr/>
          </p:nvSpPr>
          <p:spPr>
            <a:xfrm>
              <a:off x="390915" y="3028411"/>
              <a:ext cx="28632" cy="38188"/>
            </a:xfrm>
            <a:custGeom>
              <a:avLst/>
              <a:gdLst/>
              <a:ahLst/>
              <a:cxnLst/>
              <a:rect l="l" t="t" r="r" b="b"/>
              <a:pathLst>
                <a:path w="818" h="1091" extrusionOk="0">
                  <a:moveTo>
                    <a:pt x="0" y="0"/>
                  </a:moveTo>
                  <a:lnTo>
                    <a:pt x="273" y="545"/>
                  </a:lnTo>
                  <a:cubicBezTo>
                    <a:pt x="545" y="818"/>
                    <a:pt x="687" y="1090"/>
                    <a:pt x="818" y="1090"/>
                  </a:cubicBezTo>
                  <a:cubicBezTo>
                    <a:pt x="818" y="1090"/>
                    <a:pt x="687" y="818"/>
                    <a:pt x="415" y="545"/>
                  </a:cubicBezTo>
                  <a:cubicBezTo>
                    <a:pt x="273" y="142"/>
                    <a:pt x="0"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3"/>
            <p:cNvSpPr/>
            <p:nvPr/>
          </p:nvSpPr>
          <p:spPr>
            <a:xfrm>
              <a:off x="667470" y="3815407"/>
              <a:ext cx="5005" cy="42773"/>
            </a:xfrm>
            <a:custGeom>
              <a:avLst/>
              <a:gdLst/>
              <a:ahLst/>
              <a:cxnLst/>
              <a:rect l="l" t="t" r="r" b="b"/>
              <a:pathLst>
                <a:path w="143" h="1222" extrusionOk="0">
                  <a:moveTo>
                    <a:pt x="1" y="0"/>
                  </a:moveTo>
                  <a:lnTo>
                    <a:pt x="1" y="676"/>
                  </a:lnTo>
                  <a:lnTo>
                    <a:pt x="1" y="1221"/>
                  </a:lnTo>
                  <a:cubicBezTo>
                    <a:pt x="143" y="1221"/>
                    <a:pt x="143" y="949"/>
                    <a:pt x="143" y="676"/>
                  </a:cubicBezTo>
                  <a:cubicBezTo>
                    <a:pt x="143" y="273"/>
                    <a:pt x="143"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3"/>
            <p:cNvSpPr/>
            <p:nvPr/>
          </p:nvSpPr>
          <p:spPr>
            <a:xfrm>
              <a:off x="648429" y="3834483"/>
              <a:ext cx="43123" cy="4620"/>
            </a:xfrm>
            <a:custGeom>
              <a:avLst/>
              <a:gdLst/>
              <a:ahLst/>
              <a:cxnLst/>
              <a:rect l="l" t="t" r="r" b="b"/>
              <a:pathLst>
                <a:path w="1232" h="132" extrusionOk="0">
                  <a:moveTo>
                    <a:pt x="545" y="0"/>
                  </a:moveTo>
                  <a:cubicBezTo>
                    <a:pt x="272" y="0"/>
                    <a:pt x="0" y="0"/>
                    <a:pt x="0" y="131"/>
                  </a:cubicBezTo>
                  <a:lnTo>
                    <a:pt x="1232" y="131"/>
                  </a:lnTo>
                  <a:cubicBezTo>
                    <a:pt x="1232" y="0"/>
                    <a:pt x="959" y="0"/>
                    <a:pt x="5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3"/>
            <p:cNvSpPr/>
            <p:nvPr/>
          </p:nvSpPr>
          <p:spPr>
            <a:xfrm>
              <a:off x="653364" y="3819992"/>
              <a:ext cx="38188" cy="28632"/>
            </a:xfrm>
            <a:custGeom>
              <a:avLst/>
              <a:gdLst/>
              <a:ahLst/>
              <a:cxnLst/>
              <a:rect l="l" t="t" r="r" b="b"/>
              <a:pathLst>
                <a:path w="1091" h="818" extrusionOk="0">
                  <a:moveTo>
                    <a:pt x="1091" y="0"/>
                  </a:moveTo>
                  <a:cubicBezTo>
                    <a:pt x="949" y="0"/>
                    <a:pt x="818" y="142"/>
                    <a:pt x="546" y="414"/>
                  </a:cubicBezTo>
                  <a:cubicBezTo>
                    <a:pt x="818" y="273"/>
                    <a:pt x="1091" y="0"/>
                    <a:pt x="1091" y="0"/>
                  </a:cubicBezTo>
                  <a:close/>
                  <a:moveTo>
                    <a:pt x="546" y="414"/>
                  </a:moveTo>
                  <a:lnTo>
                    <a:pt x="546" y="414"/>
                  </a:lnTo>
                  <a:cubicBezTo>
                    <a:pt x="273" y="545"/>
                    <a:pt x="1" y="818"/>
                    <a:pt x="1" y="818"/>
                  </a:cubicBezTo>
                  <a:cubicBezTo>
                    <a:pt x="131" y="818"/>
                    <a:pt x="273" y="687"/>
                    <a:pt x="546" y="41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3"/>
            <p:cNvSpPr/>
            <p:nvPr/>
          </p:nvSpPr>
          <p:spPr>
            <a:xfrm>
              <a:off x="657950" y="3818802"/>
              <a:ext cx="28632" cy="35983"/>
            </a:xfrm>
            <a:custGeom>
              <a:avLst/>
              <a:gdLst/>
              <a:ahLst/>
              <a:cxnLst/>
              <a:rect l="l" t="t" r="r" b="b"/>
              <a:pathLst>
                <a:path w="818" h="1028" extrusionOk="0">
                  <a:moveTo>
                    <a:pt x="24" y="0"/>
                  </a:moveTo>
                  <a:cubicBezTo>
                    <a:pt x="9" y="0"/>
                    <a:pt x="0" y="11"/>
                    <a:pt x="0" y="34"/>
                  </a:cubicBezTo>
                  <a:lnTo>
                    <a:pt x="273" y="579"/>
                  </a:lnTo>
                  <a:cubicBezTo>
                    <a:pt x="497" y="803"/>
                    <a:pt x="633" y="1027"/>
                    <a:pt x="674" y="1027"/>
                  </a:cubicBezTo>
                  <a:cubicBezTo>
                    <a:pt x="683" y="1027"/>
                    <a:pt x="687" y="1017"/>
                    <a:pt x="687" y="993"/>
                  </a:cubicBezTo>
                  <a:cubicBezTo>
                    <a:pt x="818" y="993"/>
                    <a:pt x="687" y="721"/>
                    <a:pt x="415" y="448"/>
                  </a:cubicBezTo>
                  <a:cubicBezTo>
                    <a:pt x="298" y="224"/>
                    <a:pt x="93" y="0"/>
                    <a:pt x="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3"/>
            <p:cNvSpPr/>
            <p:nvPr/>
          </p:nvSpPr>
          <p:spPr>
            <a:xfrm>
              <a:off x="848678" y="1927057"/>
              <a:ext cx="5005" cy="47708"/>
            </a:xfrm>
            <a:custGeom>
              <a:avLst/>
              <a:gdLst/>
              <a:ahLst/>
              <a:cxnLst/>
              <a:rect l="l" t="t" r="r" b="b"/>
              <a:pathLst>
                <a:path w="143" h="1363" extrusionOk="0">
                  <a:moveTo>
                    <a:pt x="1" y="1"/>
                  </a:moveTo>
                  <a:lnTo>
                    <a:pt x="1" y="676"/>
                  </a:lnTo>
                  <a:lnTo>
                    <a:pt x="1" y="1363"/>
                  </a:lnTo>
                  <a:cubicBezTo>
                    <a:pt x="1" y="1363"/>
                    <a:pt x="143" y="1090"/>
                    <a:pt x="143" y="676"/>
                  </a:cubicBezTo>
                  <a:cubicBezTo>
                    <a:pt x="143" y="273"/>
                    <a:pt x="1"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3"/>
            <p:cNvSpPr/>
            <p:nvPr/>
          </p:nvSpPr>
          <p:spPr>
            <a:xfrm>
              <a:off x="825051" y="1950719"/>
              <a:ext cx="47708" cy="5005"/>
            </a:xfrm>
            <a:custGeom>
              <a:avLst/>
              <a:gdLst/>
              <a:ahLst/>
              <a:cxnLst/>
              <a:rect l="l" t="t" r="r" b="b"/>
              <a:pathLst>
                <a:path w="1363" h="143" extrusionOk="0">
                  <a:moveTo>
                    <a:pt x="0" y="0"/>
                  </a:moveTo>
                  <a:cubicBezTo>
                    <a:pt x="0" y="0"/>
                    <a:pt x="273" y="142"/>
                    <a:pt x="676" y="142"/>
                  </a:cubicBezTo>
                  <a:cubicBezTo>
                    <a:pt x="1090" y="142"/>
                    <a:pt x="1362" y="0"/>
                    <a:pt x="13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3"/>
            <p:cNvSpPr/>
            <p:nvPr/>
          </p:nvSpPr>
          <p:spPr>
            <a:xfrm>
              <a:off x="834572" y="1931642"/>
              <a:ext cx="38188" cy="33602"/>
            </a:xfrm>
            <a:custGeom>
              <a:avLst/>
              <a:gdLst/>
              <a:ahLst/>
              <a:cxnLst/>
              <a:rect l="l" t="t" r="r" b="b"/>
              <a:pathLst>
                <a:path w="1091" h="960" extrusionOk="0">
                  <a:moveTo>
                    <a:pt x="949" y="0"/>
                  </a:moveTo>
                  <a:cubicBezTo>
                    <a:pt x="949" y="0"/>
                    <a:pt x="676" y="142"/>
                    <a:pt x="404" y="415"/>
                  </a:cubicBezTo>
                  <a:cubicBezTo>
                    <a:pt x="131" y="687"/>
                    <a:pt x="1" y="959"/>
                    <a:pt x="1" y="959"/>
                  </a:cubicBezTo>
                  <a:cubicBezTo>
                    <a:pt x="1" y="959"/>
                    <a:pt x="273" y="818"/>
                    <a:pt x="546" y="545"/>
                  </a:cubicBezTo>
                  <a:cubicBezTo>
                    <a:pt x="818" y="273"/>
                    <a:pt x="1090" y="142"/>
                    <a:pt x="9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3"/>
            <p:cNvSpPr/>
            <p:nvPr/>
          </p:nvSpPr>
          <p:spPr>
            <a:xfrm>
              <a:off x="834572" y="1931642"/>
              <a:ext cx="28632" cy="38188"/>
            </a:xfrm>
            <a:custGeom>
              <a:avLst/>
              <a:gdLst/>
              <a:ahLst/>
              <a:cxnLst/>
              <a:rect l="l" t="t" r="r" b="b"/>
              <a:pathLst>
                <a:path w="818" h="1091" extrusionOk="0">
                  <a:moveTo>
                    <a:pt x="131" y="0"/>
                  </a:moveTo>
                  <a:cubicBezTo>
                    <a:pt x="1" y="0"/>
                    <a:pt x="131" y="273"/>
                    <a:pt x="404" y="545"/>
                  </a:cubicBezTo>
                  <a:cubicBezTo>
                    <a:pt x="546" y="959"/>
                    <a:pt x="818" y="1090"/>
                    <a:pt x="818" y="1090"/>
                  </a:cubicBezTo>
                  <a:lnTo>
                    <a:pt x="546" y="545"/>
                  </a:lnTo>
                  <a:cubicBezTo>
                    <a:pt x="273" y="273"/>
                    <a:pt x="131" y="0"/>
                    <a:pt x="1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 name="Google Shape;201;p3"/>
          <p:cNvGrpSpPr/>
          <p:nvPr/>
        </p:nvGrpSpPr>
        <p:grpSpPr>
          <a:xfrm>
            <a:off x="65793" y="255597"/>
            <a:ext cx="75974" cy="84124"/>
            <a:chOff x="7553342" y="94254"/>
            <a:chExt cx="43123" cy="47743"/>
          </a:xfrm>
        </p:grpSpPr>
        <p:sp>
          <p:nvSpPr>
            <p:cNvPr id="202" name="Google Shape;202;p3"/>
            <p:cNvSpPr/>
            <p:nvPr/>
          </p:nvSpPr>
          <p:spPr>
            <a:xfrm rot="-5400000" flipH="1">
              <a:off x="7572401" y="94271"/>
              <a:ext cx="5005" cy="43123"/>
            </a:xfrm>
            <a:custGeom>
              <a:avLst/>
              <a:gdLst/>
              <a:ahLst/>
              <a:cxnLst/>
              <a:rect l="l" t="t" r="r" b="b"/>
              <a:pathLst>
                <a:path w="143" h="1232" extrusionOk="0">
                  <a:moveTo>
                    <a:pt x="142" y="0"/>
                  </a:moveTo>
                  <a:cubicBezTo>
                    <a:pt x="1" y="0"/>
                    <a:pt x="1" y="273"/>
                    <a:pt x="1" y="687"/>
                  </a:cubicBezTo>
                  <a:cubicBezTo>
                    <a:pt x="1" y="960"/>
                    <a:pt x="1" y="1232"/>
                    <a:pt x="142" y="1232"/>
                  </a:cubicBezTo>
                  <a:lnTo>
                    <a:pt x="142" y="687"/>
                  </a:lnTo>
                  <a:lnTo>
                    <a:pt x="1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3"/>
            <p:cNvSpPr/>
            <p:nvPr/>
          </p:nvSpPr>
          <p:spPr>
            <a:xfrm rot="-5400000" flipH="1">
              <a:off x="7551049" y="115623"/>
              <a:ext cx="47743" cy="5005"/>
            </a:xfrm>
            <a:custGeom>
              <a:avLst/>
              <a:gdLst/>
              <a:ahLst/>
              <a:cxnLst/>
              <a:rect l="l" t="t" r="r" b="b"/>
              <a:pathLst>
                <a:path w="1364" h="143" extrusionOk="0">
                  <a:moveTo>
                    <a:pt x="687" y="0"/>
                  </a:moveTo>
                  <a:cubicBezTo>
                    <a:pt x="273" y="0"/>
                    <a:pt x="1" y="0"/>
                    <a:pt x="1" y="142"/>
                  </a:cubicBezTo>
                  <a:lnTo>
                    <a:pt x="1363" y="142"/>
                  </a:lnTo>
                  <a:cubicBezTo>
                    <a:pt x="1363" y="0"/>
                    <a:pt x="96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3"/>
            <p:cNvSpPr/>
            <p:nvPr/>
          </p:nvSpPr>
          <p:spPr>
            <a:xfrm rot="-5400000" flipH="1">
              <a:off x="7554147" y="103389"/>
              <a:ext cx="38188" cy="29857"/>
            </a:xfrm>
            <a:custGeom>
              <a:avLst/>
              <a:gdLst/>
              <a:ahLst/>
              <a:cxnLst/>
              <a:rect l="l" t="t" r="r" b="b"/>
              <a:pathLst>
                <a:path w="1091" h="853" extrusionOk="0">
                  <a:moveTo>
                    <a:pt x="1090" y="0"/>
                  </a:moveTo>
                  <a:cubicBezTo>
                    <a:pt x="1090" y="0"/>
                    <a:pt x="818" y="131"/>
                    <a:pt x="545" y="403"/>
                  </a:cubicBezTo>
                  <a:cubicBezTo>
                    <a:pt x="273" y="545"/>
                    <a:pt x="1" y="818"/>
                    <a:pt x="131" y="818"/>
                  </a:cubicBezTo>
                  <a:cubicBezTo>
                    <a:pt x="131" y="842"/>
                    <a:pt x="141" y="852"/>
                    <a:pt x="158" y="852"/>
                  </a:cubicBezTo>
                  <a:cubicBezTo>
                    <a:pt x="232" y="852"/>
                    <a:pt x="454" y="652"/>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3"/>
            <p:cNvSpPr/>
            <p:nvPr/>
          </p:nvSpPr>
          <p:spPr>
            <a:xfrm rot="-5400000" flipH="1">
              <a:off x="7562390" y="98367"/>
              <a:ext cx="28632" cy="39518"/>
            </a:xfrm>
            <a:custGeom>
              <a:avLst/>
              <a:gdLst/>
              <a:ahLst/>
              <a:cxnLst/>
              <a:rect l="l" t="t" r="r" b="b"/>
              <a:pathLst>
                <a:path w="818" h="1129" extrusionOk="0">
                  <a:moveTo>
                    <a:pt x="27" y="0"/>
                  </a:moveTo>
                  <a:cubicBezTo>
                    <a:pt x="10" y="0"/>
                    <a:pt x="0" y="12"/>
                    <a:pt x="0" y="39"/>
                  </a:cubicBezTo>
                  <a:lnTo>
                    <a:pt x="273" y="584"/>
                  </a:lnTo>
                  <a:cubicBezTo>
                    <a:pt x="545" y="857"/>
                    <a:pt x="687" y="1129"/>
                    <a:pt x="818" y="1129"/>
                  </a:cubicBezTo>
                  <a:cubicBezTo>
                    <a:pt x="818" y="987"/>
                    <a:pt x="687" y="715"/>
                    <a:pt x="414" y="442"/>
                  </a:cubicBezTo>
                  <a:cubicBezTo>
                    <a:pt x="300" y="221"/>
                    <a:pt x="99"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 name="Google Shape;206;p3"/>
          <p:cNvGrpSpPr/>
          <p:nvPr/>
        </p:nvGrpSpPr>
        <p:grpSpPr>
          <a:xfrm>
            <a:off x="8939393" y="1007097"/>
            <a:ext cx="75974" cy="84124"/>
            <a:chOff x="7553342" y="94254"/>
            <a:chExt cx="43123" cy="47743"/>
          </a:xfrm>
        </p:grpSpPr>
        <p:sp>
          <p:nvSpPr>
            <p:cNvPr id="207" name="Google Shape;207;p3"/>
            <p:cNvSpPr/>
            <p:nvPr/>
          </p:nvSpPr>
          <p:spPr>
            <a:xfrm rot="-5400000" flipH="1">
              <a:off x="7572401" y="94271"/>
              <a:ext cx="5005" cy="43123"/>
            </a:xfrm>
            <a:custGeom>
              <a:avLst/>
              <a:gdLst/>
              <a:ahLst/>
              <a:cxnLst/>
              <a:rect l="l" t="t" r="r" b="b"/>
              <a:pathLst>
                <a:path w="143" h="1232" extrusionOk="0">
                  <a:moveTo>
                    <a:pt x="142" y="0"/>
                  </a:moveTo>
                  <a:cubicBezTo>
                    <a:pt x="1" y="0"/>
                    <a:pt x="1" y="273"/>
                    <a:pt x="1" y="687"/>
                  </a:cubicBezTo>
                  <a:cubicBezTo>
                    <a:pt x="1" y="960"/>
                    <a:pt x="1" y="1232"/>
                    <a:pt x="142" y="1232"/>
                  </a:cubicBezTo>
                  <a:lnTo>
                    <a:pt x="142" y="687"/>
                  </a:lnTo>
                  <a:lnTo>
                    <a:pt x="1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3"/>
            <p:cNvSpPr/>
            <p:nvPr/>
          </p:nvSpPr>
          <p:spPr>
            <a:xfrm rot="-5400000" flipH="1">
              <a:off x="7551049" y="115623"/>
              <a:ext cx="47743" cy="5005"/>
            </a:xfrm>
            <a:custGeom>
              <a:avLst/>
              <a:gdLst/>
              <a:ahLst/>
              <a:cxnLst/>
              <a:rect l="l" t="t" r="r" b="b"/>
              <a:pathLst>
                <a:path w="1364" h="143" extrusionOk="0">
                  <a:moveTo>
                    <a:pt x="687" y="0"/>
                  </a:moveTo>
                  <a:cubicBezTo>
                    <a:pt x="273" y="0"/>
                    <a:pt x="1" y="0"/>
                    <a:pt x="1" y="142"/>
                  </a:cubicBezTo>
                  <a:lnTo>
                    <a:pt x="1363" y="142"/>
                  </a:lnTo>
                  <a:cubicBezTo>
                    <a:pt x="1363" y="0"/>
                    <a:pt x="96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3"/>
            <p:cNvSpPr/>
            <p:nvPr/>
          </p:nvSpPr>
          <p:spPr>
            <a:xfrm rot="-5400000" flipH="1">
              <a:off x="7554147" y="103389"/>
              <a:ext cx="38188" cy="29857"/>
            </a:xfrm>
            <a:custGeom>
              <a:avLst/>
              <a:gdLst/>
              <a:ahLst/>
              <a:cxnLst/>
              <a:rect l="l" t="t" r="r" b="b"/>
              <a:pathLst>
                <a:path w="1091" h="853" extrusionOk="0">
                  <a:moveTo>
                    <a:pt x="1090" y="0"/>
                  </a:moveTo>
                  <a:cubicBezTo>
                    <a:pt x="1090" y="0"/>
                    <a:pt x="818" y="131"/>
                    <a:pt x="545" y="403"/>
                  </a:cubicBezTo>
                  <a:cubicBezTo>
                    <a:pt x="273" y="545"/>
                    <a:pt x="1" y="818"/>
                    <a:pt x="131" y="818"/>
                  </a:cubicBezTo>
                  <a:cubicBezTo>
                    <a:pt x="131" y="842"/>
                    <a:pt x="141" y="852"/>
                    <a:pt x="158" y="852"/>
                  </a:cubicBezTo>
                  <a:cubicBezTo>
                    <a:pt x="232" y="852"/>
                    <a:pt x="454" y="652"/>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3"/>
            <p:cNvSpPr/>
            <p:nvPr/>
          </p:nvSpPr>
          <p:spPr>
            <a:xfrm rot="-5400000" flipH="1">
              <a:off x="7562390" y="98367"/>
              <a:ext cx="28632" cy="39518"/>
            </a:xfrm>
            <a:custGeom>
              <a:avLst/>
              <a:gdLst/>
              <a:ahLst/>
              <a:cxnLst/>
              <a:rect l="l" t="t" r="r" b="b"/>
              <a:pathLst>
                <a:path w="818" h="1129" extrusionOk="0">
                  <a:moveTo>
                    <a:pt x="27" y="0"/>
                  </a:moveTo>
                  <a:cubicBezTo>
                    <a:pt x="10" y="0"/>
                    <a:pt x="0" y="12"/>
                    <a:pt x="0" y="39"/>
                  </a:cubicBezTo>
                  <a:lnTo>
                    <a:pt x="273" y="584"/>
                  </a:lnTo>
                  <a:cubicBezTo>
                    <a:pt x="545" y="857"/>
                    <a:pt x="687" y="1129"/>
                    <a:pt x="818" y="1129"/>
                  </a:cubicBezTo>
                  <a:cubicBezTo>
                    <a:pt x="818" y="987"/>
                    <a:pt x="687" y="715"/>
                    <a:pt x="414" y="442"/>
                  </a:cubicBezTo>
                  <a:cubicBezTo>
                    <a:pt x="300" y="221"/>
                    <a:pt x="99"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 name="Google Shape;211;p3"/>
          <p:cNvGrpSpPr/>
          <p:nvPr/>
        </p:nvGrpSpPr>
        <p:grpSpPr>
          <a:xfrm>
            <a:off x="65800" y="1798621"/>
            <a:ext cx="132198" cy="146381"/>
            <a:chOff x="7553342" y="94254"/>
            <a:chExt cx="43123" cy="47743"/>
          </a:xfrm>
        </p:grpSpPr>
        <p:sp>
          <p:nvSpPr>
            <p:cNvPr id="212" name="Google Shape;212;p3"/>
            <p:cNvSpPr/>
            <p:nvPr/>
          </p:nvSpPr>
          <p:spPr>
            <a:xfrm rot="-5400000" flipH="1">
              <a:off x="7572401" y="94271"/>
              <a:ext cx="5005" cy="43123"/>
            </a:xfrm>
            <a:custGeom>
              <a:avLst/>
              <a:gdLst/>
              <a:ahLst/>
              <a:cxnLst/>
              <a:rect l="l" t="t" r="r" b="b"/>
              <a:pathLst>
                <a:path w="143" h="1232" extrusionOk="0">
                  <a:moveTo>
                    <a:pt x="142" y="0"/>
                  </a:moveTo>
                  <a:cubicBezTo>
                    <a:pt x="1" y="0"/>
                    <a:pt x="1" y="273"/>
                    <a:pt x="1" y="687"/>
                  </a:cubicBezTo>
                  <a:cubicBezTo>
                    <a:pt x="1" y="960"/>
                    <a:pt x="1" y="1232"/>
                    <a:pt x="142" y="1232"/>
                  </a:cubicBezTo>
                  <a:lnTo>
                    <a:pt x="142" y="687"/>
                  </a:lnTo>
                  <a:lnTo>
                    <a:pt x="1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rot="-5400000" flipH="1">
              <a:off x="7551049" y="115623"/>
              <a:ext cx="47743" cy="5005"/>
            </a:xfrm>
            <a:custGeom>
              <a:avLst/>
              <a:gdLst/>
              <a:ahLst/>
              <a:cxnLst/>
              <a:rect l="l" t="t" r="r" b="b"/>
              <a:pathLst>
                <a:path w="1364" h="143" extrusionOk="0">
                  <a:moveTo>
                    <a:pt x="687" y="0"/>
                  </a:moveTo>
                  <a:cubicBezTo>
                    <a:pt x="273" y="0"/>
                    <a:pt x="1" y="0"/>
                    <a:pt x="1" y="142"/>
                  </a:cubicBezTo>
                  <a:lnTo>
                    <a:pt x="1363" y="142"/>
                  </a:lnTo>
                  <a:cubicBezTo>
                    <a:pt x="1363" y="0"/>
                    <a:pt x="96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3"/>
            <p:cNvSpPr/>
            <p:nvPr/>
          </p:nvSpPr>
          <p:spPr>
            <a:xfrm rot="-5400000" flipH="1">
              <a:off x="7554147" y="103389"/>
              <a:ext cx="38188" cy="29857"/>
            </a:xfrm>
            <a:custGeom>
              <a:avLst/>
              <a:gdLst/>
              <a:ahLst/>
              <a:cxnLst/>
              <a:rect l="l" t="t" r="r" b="b"/>
              <a:pathLst>
                <a:path w="1091" h="853" extrusionOk="0">
                  <a:moveTo>
                    <a:pt x="1090" y="0"/>
                  </a:moveTo>
                  <a:cubicBezTo>
                    <a:pt x="1090" y="0"/>
                    <a:pt x="818" y="131"/>
                    <a:pt x="545" y="403"/>
                  </a:cubicBezTo>
                  <a:cubicBezTo>
                    <a:pt x="273" y="545"/>
                    <a:pt x="1" y="818"/>
                    <a:pt x="131" y="818"/>
                  </a:cubicBezTo>
                  <a:cubicBezTo>
                    <a:pt x="131" y="842"/>
                    <a:pt x="141" y="852"/>
                    <a:pt x="158" y="852"/>
                  </a:cubicBezTo>
                  <a:cubicBezTo>
                    <a:pt x="232" y="852"/>
                    <a:pt x="454" y="652"/>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3"/>
            <p:cNvSpPr/>
            <p:nvPr/>
          </p:nvSpPr>
          <p:spPr>
            <a:xfrm rot="-5400000" flipH="1">
              <a:off x="7562390" y="98367"/>
              <a:ext cx="28632" cy="39518"/>
            </a:xfrm>
            <a:custGeom>
              <a:avLst/>
              <a:gdLst/>
              <a:ahLst/>
              <a:cxnLst/>
              <a:rect l="l" t="t" r="r" b="b"/>
              <a:pathLst>
                <a:path w="818" h="1129" extrusionOk="0">
                  <a:moveTo>
                    <a:pt x="27" y="0"/>
                  </a:moveTo>
                  <a:cubicBezTo>
                    <a:pt x="10" y="0"/>
                    <a:pt x="0" y="12"/>
                    <a:pt x="0" y="39"/>
                  </a:cubicBezTo>
                  <a:lnTo>
                    <a:pt x="273" y="584"/>
                  </a:lnTo>
                  <a:cubicBezTo>
                    <a:pt x="545" y="857"/>
                    <a:pt x="687" y="1129"/>
                    <a:pt x="818" y="1129"/>
                  </a:cubicBezTo>
                  <a:cubicBezTo>
                    <a:pt x="818" y="987"/>
                    <a:pt x="687" y="715"/>
                    <a:pt x="414" y="442"/>
                  </a:cubicBezTo>
                  <a:cubicBezTo>
                    <a:pt x="300" y="221"/>
                    <a:pt x="99"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6" name="Google Shape;216;p3"/>
          <p:cNvSpPr/>
          <p:nvPr/>
        </p:nvSpPr>
        <p:spPr>
          <a:xfrm>
            <a:off x="1293350" y="4605750"/>
            <a:ext cx="7850761" cy="539553"/>
          </a:xfrm>
          <a:custGeom>
            <a:avLst/>
            <a:gdLst/>
            <a:ahLst/>
            <a:cxnLst/>
            <a:rect l="l" t="t" r="r" b="b"/>
            <a:pathLst>
              <a:path w="285742" h="49028" extrusionOk="0">
                <a:moveTo>
                  <a:pt x="285741" y="0"/>
                </a:moveTo>
                <a:cubicBezTo>
                  <a:pt x="271732" y="1779"/>
                  <a:pt x="253276" y="5559"/>
                  <a:pt x="229820" y="13004"/>
                </a:cubicBezTo>
                <a:cubicBezTo>
                  <a:pt x="174541" y="30372"/>
                  <a:pt x="125139" y="32997"/>
                  <a:pt x="88077" y="32997"/>
                </a:cubicBezTo>
                <a:cubicBezTo>
                  <a:pt x="81010" y="32997"/>
                  <a:pt x="74392" y="32902"/>
                  <a:pt x="68267" y="32795"/>
                </a:cubicBezTo>
                <a:cubicBezTo>
                  <a:pt x="67584" y="32781"/>
                  <a:pt x="66901" y="32774"/>
                  <a:pt x="66218" y="32774"/>
                </a:cubicBezTo>
                <a:cubicBezTo>
                  <a:pt x="39336" y="32774"/>
                  <a:pt x="12795" y="43172"/>
                  <a:pt x="0" y="49027"/>
                </a:cubicBezTo>
                <a:lnTo>
                  <a:pt x="285741" y="49027"/>
                </a:lnTo>
                <a:lnTo>
                  <a:pt x="28574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rot="1017924">
            <a:off x="7324516" y="442480"/>
            <a:ext cx="904218" cy="194029"/>
          </a:xfrm>
          <a:custGeom>
            <a:avLst/>
            <a:gdLst/>
            <a:ahLst/>
            <a:cxnLst/>
            <a:rect l="l" t="t" r="r" b="b"/>
            <a:pathLst>
              <a:path w="36168" h="7761" extrusionOk="0">
                <a:moveTo>
                  <a:pt x="1190" y="7066"/>
                </a:moveTo>
                <a:cubicBezTo>
                  <a:pt x="1187" y="7072"/>
                  <a:pt x="1184" y="7079"/>
                  <a:pt x="1181" y="7085"/>
                </a:cubicBezTo>
                <a:cubicBezTo>
                  <a:pt x="1186" y="7080"/>
                  <a:pt x="1189" y="7073"/>
                  <a:pt x="1190" y="7066"/>
                </a:cubicBezTo>
                <a:close/>
                <a:moveTo>
                  <a:pt x="34958" y="7069"/>
                </a:moveTo>
                <a:cubicBezTo>
                  <a:pt x="34960" y="7075"/>
                  <a:pt x="34962" y="7081"/>
                  <a:pt x="34967" y="7085"/>
                </a:cubicBezTo>
                <a:cubicBezTo>
                  <a:pt x="34964" y="7080"/>
                  <a:pt x="34961" y="7074"/>
                  <a:pt x="34958" y="7069"/>
                </a:cubicBezTo>
                <a:close/>
                <a:moveTo>
                  <a:pt x="12352" y="1"/>
                </a:moveTo>
                <a:cubicBezTo>
                  <a:pt x="5409" y="1"/>
                  <a:pt x="1867" y="2453"/>
                  <a:pt x="1050" y="4219"/>
                </a:cubicBezTo>
                <a:cubicBezTo>
                  <a:pt x="1" y="5928"/>
                  <a:pt x="1223" y="6871"/>
                  <a:pt x="1190" y="7066"/>
                </a:cubicBezTo>
                <a:lnTo>
                  <a:pt x="1190" y="7066"/>
                </a:lnTo>
                <a:cubicBezTo>
                  <a:pt x="1877" y="5716"/>
                  <a:pt x="2904" y="5260"/>
                  <a:pt x="3878" y="5260"/>
                </a:cubicBezTo>
                <a:cubicBezTo>
                  <a:pt x="4267" y="5260"/>
                  <a:pt x="4648" y="5333"/>
                  <a:pt x="4995" y="5450"/>
                </a:cubicBezTo>
                <a:cubicBezTo>
                  <a:pt x="6357" y="5723"/>
                  <a:pt x="7175" y="6540"/>
                  <a:pt x="7175" y="6540"/>
                </a:cubicBezTo>
                <a:cubicBezTo>
                  <a:pt x="7092" y="5242"/>
                  <a:pt x="7770" y="4767"/>
                  <a:pt x="8591" y="4767"/>
                </a:cubicBezTo>
                <a:cubicBezTo>
                  <a:pt x="9066" y="4767"/>
                  <a:pt x="9590" y="4926"/>
                  <a:pt x="10041" y="5178"/>
                </a:cubicBezTo>
                <a:cubicBezTo>
                  <a:pt x="11404" y="5723"/>
                  <a:pt x="12352" y="6943"/>
                  <a:pt x="12493" y="6943"/>
                </a:cubicBezTo>
                <a:cubicBezTo>
                  <a:pt x="12493" y="6163"/>
                  <a:pt x="12762" y="5876"/>
                  <a:pt x="13118" y="5876"/>
                </a:cubicBezTo>
                <a:cubicBezTo>
                  <a:pt x="13384" y="5876"/>
                  <a:pt x="13698" y="6035"/>
                  <a:pt x="13987" y="6268"/>
                </a:cubicBezTo>
                <a:cubicBezTo>
                  <a:pt x="14804" y="6813"/>
                  <a:pt x="15218" y="7761"/>
                  <a:pt x="15218" y="7761"/>
                </a:cubicBezTo>
                <a:cubicBezTo>
                  <a:pt x="15218" y="7079"/>
                  <a:pt x="15400" y="6864"/>
                  <a:pt x="15632" y="6864"/>
                </a:cubicBezTo>
                <a:cubicBezTo>
                  <a:pt x="16000" y="6864"/>
                  <a:pt x="16493" y="7408"/>
                  <a:pt x="16580" y="7488"/>
                </a:cubicBezTo>
                <a:cubicBezTo>
                  <a:pt x="16439" y="6671"/>
                  <a:pt x="16580" y="6126"/>
                  <a:pt x="16711" y="5581"/>
                </a:cubicBezTo>
                <a:cubicBezTo>
                  <a:pt x="16984" y="6268"/>
                  <a:pt x="17529" y="6813"/>
                  <a:pt x="18074" y="6813"/>
                </a:cubicBezTo>
                <a:cubicBezTo>
                  <a:pt x="18618" y="6813"/>
                  <a:pt x="19163" y="6268"/>
                  <a:pt x="19436" y="5581"/>
                </a:cubicBezTo>
                <a:cubicBezTo>
                  <a:pt x="19578" y="6126"/>
                  <a:pt x="19708" y="6671"/>
                  <a:pt x="19578" y="7488"/>
                </a:cubicBezTo>
                <a:cubicBezTo>
                  <a:pt x="19658" y="7408"/>
                  <a:pt x="20153" y="6864"/>
                  <a:pt x="20523" y="6864"/>
                </a:cubicBezTo>
                <a:cubicBezTo>
                  <a:pt x="20756" y="6864"/>
                  <a:pt x="20940" y="7079"/>
                  <a:pt x="20940" y="7761"/>
                </a:cubicBezTo>
                <a:cubicBezTo>
                  <a:pt x="20940" y="7761"/>
                  <a:pt x="21343" y="6813"/>
                  <a:pt x="22161" y="6268"/>
                </a:cubicBezTo>
                <a:cubicBezTo>
                  <a:pt x="22454" y="6035"/>
                  <a:pt x="22794" y="5876"/>
                  <a:pt x="23079" y="5876"/>
                </a:cubicBezTo>
                <a:cubicBezTo>
                  <a:pt x="23460" y="5876"/>
                  <a:pt x="23740" y="6163"/>
                  <a:pt x="23665" y="6943"/>
                </a:cubicBezTo>
                <a:cubicBezTo>
                  <a:pt x="23795" y="6943"/>
                  <a:pt x="24754" y="5723"/>
                  <a:pt x="26117" y="5178"/>
                </a:cubicBezTo>
                <a:cubicBezTo>
                  <a:pt x="26564" y="4926"/>
                  <a:pt x="27087" y="4767"/>
                  <a:pt x="27562" y="4767"/>
                </a:cubicBezTo>
                <a:cubicBezTo>
                  <a:pt x="28382" y="4767"/>
                  <a:pt x="29062" y="5242"/>
                  <a:pt x="28972" y="6540"/>
                </a:cubicBezTo>
                <a:cubicBezTo>
                  <a:pt x="28972" y="6540"/>
                  <a:pt x="29790" y="5723"/>
                  <a:pt x="31152" y="5450"/>
                </a:cubicBezTo>
                <a:cubicBezTo>
                  <a:pt x="31502" y="5333"/>
                  <a:pt x="31885" y="5260"/>
                  <a:pt x="32276" y="5260"/>
                </a:cubicBezTo>
                <a:cubicBezTo>
                  <a:pt x="33254" y="5260"/>
                  <a:pt x="34280" y="5717"/>
                  <a:pt x="34958" y="7069"/>
                </a:cubicBezTo>
                <a:lnTo>
                  <a:pt x="34958" y="7069"/>
                </a:lnTo>
                <a:cubicBezTo>
                  <a:pt x="34921" y="6881"/>
                  <a:pt x="36167" y="5938"/>
                  <a:pt x="35239" y="4219"/>
                </a:cubicBezTo>
                <a:cubicBezTo>
                  <a:pt x="34291" y="2453"/>
                  <a:pt x="30749" y="1"/>
                  <a:pt x="23795" y="1"/>
                </a:cubicBezTo>
                <a:cubicBezTo>
                  <a:pt x="23795" y="1"/>
                  <a:pt x="22302" y="1767"/>
                  <a:pt x="20122" y="2584"/>
                </a:cubicBezTo>
                <a:lnTo>
                  <a:pt x="20122" y="2312"/>
                </a:lnTo>
                <a:cubicBezTo>
                  <a:pt x="20122" y="1908"/>
                  <a:pt x="20395" y="1767"/>
                  <a:pt x="20395" y="1767"/>
                </a:cubicBezTo>
                <a:cubicBezTo>
                  <a:pt x="20323" y="1753"/>
                  <a:pt x="20255" y="1747"/>
                  <a:pt x="20189" y="1747"/>
                </a:cubicBezTo>
                <a:cubicBezTo>
                  <a:pt x="19627" y="1747"/>
                  <a:pt x="19290" y="2209"/>
                  <a:pt x="19163" y="2453"/>
                </a:cubicBezTo>
                <a:cubicBezTo>
                  <a:pt x="18618" y="2181"/>
                  <a:pt x="18074" y="2181"/>
                  <a:pt x="18074" y="2181"/>
                </a:cubicBezTo>
                <a:cubicBezTo>
                  <a:pt x="18074" y="2181"/>
                  <a:pt x="17529" y="2181"/>
                  <a:pt x="16984" y="2453"/>
                </a:cubicBezTo>
                <a:cubicBezTo>
                  <a:pt x="16867" y="2209"/>
                  <a:pt x="16522" y="1747"/>
                  <a:pt x="15966" y="1747"/>
                </a:cubicBezTo>
                <a:cubicBezTo>
                  <a:pt x="15901" y="1747"/>
                  <a:pt x="15834" y="1753"/>
                  <a:pt x="15763" y="1767"/>
                </a:cubicBezTo>
                <a:cubicBezTo>
                  <a:pt x="15763" y="1767"/>
                  <a:pt x="16035" y="1908"/>
                  <a:pt x="16035" y="2312"/>
                </a:cubicBezTo>
                <a:lnTo>
                  <a:pt x="16035" y="2584"/>
                </a:lnTo>
                <a:cubicBezTo>
                  <a:pt x="13987" y="1767"/>
                  <a:pt x="12352" y="1"/>
                  <a:pt x="123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rot="-615558">
            <a:off x="657404" y="171231"/>
            <a:ext cx="763686" cy="302678"/>
          </a:xfrm>
          <a:custGeom>
            <a:avLst/>
            <a:gdLst/>
            <a:ahLst/>
            <a:cxnLst/>
            <a:rect l="l" t="t" r="r" b="b"/>
            <a:pathLst>
              <a:path w="37188" h="14739" extrusionOk="0">
                <a:moveTo>
                  <a:pt x="6922" y="1"/>
                </a:moveTo>
                <a:cubicBezTo>
                  <a:pt x="4515" y="1"/>
                  <a:pt x="1" y="4385"/>
                  <a:pt x="1" y="4385"/>
                </a:cubicBezTo>
                <a:cubicBezTo>
                  <a:pt x="1" y="4385"/>
                  <a:pt x="29" y="4382"/>
                  <a:pt x="81" y="4382"/>
                </a:cubicBezTo>
                <a:cubicBezTo>
                  <a:pt x="402" y="4382"/>
                  <a:pt x="1626" y="4479"/>
                  <a:pt x="2453" y="5889"/>
                </a:cubicBezTo>
                <a:cubicBezTo>
                  <a:pt x="3401" y="7382"/>
                  <a:pt x="2856" y="8613"/>
                  <a:pt x="2856" y="8613"/>
                </a:cubicBezTo>
                <a:cubicBezTo>
                  <a:pt x="2856" y="8613"/>
                  <a:pt x="4330" y="7631"/>
                  <a:pt x="5881" y="7631"/>
                </a:cubicBezTo>
                <a:cubicBezTo>
                  <a:pt x="6331" y="7631"/>
                  <a:pt x="6787" y="7713"/>
                  <a:pt x="7216" y="7927"/>
                </a:cubicBezTo>
                <a:cubicBezTo>
                  <a:pt x="9265" y="8886"/>
                  <a:pt x="9265" y="11065"/>
                  <a:pt x="9265" y="11065"/>
                </a:cubicBezTo>
                <a:cubicBezTo>
                  <a:pt x="9265" y="11065"/>
                  <a:pt x="10148" y="10067"/>
                  <a:pt x="11613" y="10067"/>
                </a:cubicBezTo>
                <a:cubicBezTo>
                  <a:pt x="11775" y="10067"/>
                  <a:pt x="11944" y="10079"/>
                  <a:pt x="12120" y="10106"/>
                </a:cubicBezTo>
                <a:cubicBezTo>
                  <a:pt x="13897" y="10379"/>
                  <a:pt x="14572" y="12831"/>
                  <a:pt x="14572" y="12831"/>
                </a:cubicBezTo>
                <a:cubicBezTo>
                  <a:pt x="14572" y="12831"/>
                  <a:pt x="15115" y="11970"/>
                  <a:pt x="15618" y="11970"/>
                </a:cubicBezTo>
                <a:cubicBezTo>
                  <a:pt x="15681" y="11970"/>
                  <a:pt x="15743" y="11983"/>
                  <a:pt x="15804" y="12014"/>
                </a:cubicBezTo>
                <a:cubicBezTo>
                  <a:pt x="16207" y="12155"/>
                  <a:pt x="17166" y="14193"/>
                  <a:pt x="18659" y="14738"/>
                </a:cubicBezTo>
                <a:cubicBezTo>
                  <a:pt x="20022" y="14193"/>
                  <a:pt x="20981" y="12155"/>
                  <a:pt x="21384" y="12014"/>
                </a:cubicBezTo>
                <a:cubicBezTo>
                  <a:pt x="21445" y="11983"/>
                  <a:pt x="21507" y="11970"/>
                  <a:pt x="21570" y="11970"/>
                </a:cubicBezTo>
                <a:cubicBezTo>
                  <a:pt x="22073" y="11970"/>
                  <a:pt x="22616" y="12831"/>
                  <a:pt x="22616" y="12831"/>
                </a:cubicBezTo>
                <a:cubicBezTo>
                  <a:pt x="22616" y="12831"/>
                  <a:pt x="23291" y="10379"/>
                  <a:pt x="25068" y="10106"/>
                </a:cubicBezTo>
                <a:cubicBezTo>
                  <a:pt x="25244" y="10079"/>
                  <a:pt x="25413" y="10067"/>
                  <a:pt x="25575" y="10067"/>
                </a:cubicBezTo>
                <a:cubicBezTo>
                  <a:pt x="27040" y="10067"/>
                  <a:pt x="27923" y="11065"/>
                  <a:pt x="27923" y="11065"/>
                </a:cubicBezTo>
                <a:cubicBezTo>
                  <a:pt x="27923" y="11065"/>
                  <a:pt x="27923" y="8886"/>
                  <a:pt x="29972" y="7927"/>
                </a:cubicBezTo>
                <a:cubicBezTo>
                  <a:pt x="30401" y="7713"/>
                  <a:pt x="30857" y="7631"/>
                  <a:pt x="31307" y="7631"/>
                </a:cubicBezTo>
                <a:cubicBezTo>
                  <a:pt x="32858" y="7631"/>
                  <a:pt x="34332" y="8613"/>
                  <a:pt x="34332" y="8613"/>
                </a:cubicBezTo>
                <a:cubicBezTo>
                  <a:pt x="34332" y="8613"/>
                  <a:pt x="33787" y="7382"/>
                  <a:pt x="34735" y="5889"/>
                </a:cubicBezTo>
                <a:cubicBezTo>
                  <a:pt x="35562" y="4479"/>
                  <a:pt x="36785" y="4382"/>
                  <a:pt x="37107" y="4382"/>
                </a:cubicBezTo>
                <a:cubicBezTo>
                  <a:pt x="37159" y="4382"/>
                  <a:pt x="37187" y="4385"/>
                  <a:pt x="37187" y="4385"/>
                </a:cubicBezTo>
                <a:cubicBezTo>
                  <a:pt x="37187" y="4385"/>
                  <a:pt x="32673" y="1"/>
                  <a:pt x="30266" y="1"/>
                </a:cubicBezTo>
                <a:cubicBezTo>
                  <a:pt x="30164" y="1"/>
                  <a:pt x="30066" y="9"/>
                  <a:pt x="29972" y="25"/>
                </a:cubicBezTo>
                <a:cubicBezTo>
                  <a:pt x="27520" y="439"/>
                  <a:pt x="25068" y="3709"/>
                  <a:pt x="23291" y="5202"/>
                </a:cubicBezTo>
                <a:cubicBezTo>
                  <a:pt x="21995" y="6306"/>
                  <a:pt x="21063" y="6453"/>
                  <a:pt x="20659" y="6453"/>
                </a:cubicBezTo>
                <a:cubicBezTo>
                  <a:pt x="20513" y="6453"/>
                  <a:pt x="20436" y="6433"/>
                  <a:pt x="20436" y="6433"/>
                </a:cubicBezTo>
                <a:cubicBezTo>
                  <a:pt x="20436" y="6433"/>
                  <a:pt x="21929" y="3840"/>
                  <a:pt x="21253" y="3022"/>
                </a:cubicBezTo>
                <a:lnTo>
                  <a:pt x="21253" y="3022"/>
                </a:lnTo>
                <a:cubicBezTo>
                  <a:pt x="20436" y="3436"/>
                  <a:pt x="19749" y="4657"/>
                  <a:pt x="19749" y="4657"/>
                </a:cubicBezTo>
                <a:cubicBezTo>
                  <a:pt x="19379" y="4508"/>
                  <a:pt x="18967" y="4401"/>
                  <a:pt x="18536" y="4401"/>
                </a:cubicBezTo>
                <a:cubicBezTo>
                  <a:pt x="18179" y="4401"/>
                  <a:pt x="17809" y="4474"/>
                  <a:pt x="17439" y="4657"/>
                </a:cubicBezTo>
                <a:cubicBezTo>
                  <a:pt x="17439" y="4657"/>
                  <a:pt x="16752" y="3436"/>
                  <a:pt x="15935" y="3022"/>
                </a:cubicBezTo>
                <a:lnTo>
                  <a:pt x="15935" y="3022"/>
                </a:lnTo>
                <a:cubicBezTo>
                  <a:pt x="15259" y="3840"/>
                  <a:pt x="16752" y="6433"/>
                  <a:pt x="16752" y="6433"/>
                </a:cubicBezTo>
                <a:cubicBezTo>
                  <a:pt x="16752" y="6433"/>
                  <a:pt x="16675" y="6453"/>
                  <a:pt x="16529" y="6453"/>
                </a:cubicBezTo>
                <a:cubicBezTo>
                  <a:pt x="16125" y="6453"/>
                  <a:pt x="15193" y="6306"/>
                  <a:pt x="13897" y="5202"/>
                </a:cubicBezTo>
                <a:cubicBezTo>
                  <a:pt x="12120" y="3709"/>
                  <a:pt x="9668" y="439"/>
                  <a:pt x="7216" y="25"/>
                </a:cubicBezTo>
                <a:cubicBezTo>
                  <a:pt x="7122" y="9"/>
                  <a:pt x="7024" y="1"/>
                  <a:pt x="69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rot="-615642">
            <a:off x="7663323" y="199035"/>
            <a:ext cx="463996" cy="183899"/>
          </a:xfrm>
          <a:custGeom>
            <a:avLst/>
            <a:gdLst/>
            <a:ahLst/>
            <a:cxnLst/>
            <a:rect l="l" t="t" r="r" b="b"/>
            <a:pathLst>
              <a:path w="37188" h="14739" extrusionOk="0">
                <a:moveTo>
                  <a:pt x="6922" y="1"/>
                </a:moveTo>
                <a:cubicBezTo>
                  <a:pt x="4515" y="1"/>
                  <a:pt x="1" y="4385"/>
                  <a:pt x="1" y="4385"/>
                </a:cubicBezTo>
                <a:cubicBezTo>
                  <a:pt x="1" y="4385"/>
                  <a:pt x="29" y="4382"/>
                  <a:pt x="81" y="4382"/>
                </a:cubicBezTo>
                <a:cubicBezTo>
                  <a:pt x="402" y="4382"/>
                  <a:pt x="1626" y="4479"/>
                  <a:pt x="2453" y="5889"/>
                </a:cubicBezTo>
                <a:cubicBezTo>
                  <a:pt x="3401" y="7382"/>
                  <a:pt x="2856" y="8613"/>
                  <a:pt x="2856" y="8613"/>
                </a:cubicBezTo>
                <a:cubicBezTo>
                  <a:pt x="2856" y="8613"/>
                  <a:pt x="4330" y="7631"/>
                  <a:pt x="5881" y="7631"/>
                </a:cubicBezTo>
                <a:cubicBezTo>
                  <a:pt x="6331" y="7631"/>
                  <a:pt x="6787" y="7713"/>
                  <a:pt x="7216" y="7927"/>
                </a:cubicBezTo>
                <a:cubicBezTo>
                  <a:pt x="9265" y="8886"/>
                  <a:pt x="9265" y="11065"/>
                  <a:pt x="9265" y="11065"/>
                </a:cubicBezTo>
                <a:cubicBezTo>
                  <a:pt x="9265" y="11065"/>
                  <a:pt x="10148" y="10067"/>
                  <a:pt x="11613" y="10067"/>
                </a:cubicBezTo>
                <a:cubicBezTo>
                  <a:pt x="11775" y="10067"/>
                  <a:pt x="11944" y="10079"/>
                  <a:pt x="12120" y="10106"/>
                </a:cubicBezTo>
                <a:cubicBezTo>
                  <a:pt x="13897" y="10379"/>
                  <a:pt x="14572" y="12831"/>
                  <a:pt x="14572" y="12831"/>
                </a:cubicBezTo>
                <a:cubicBezTo>
                  <a:pt x="14572" y="12831"/>
                  <a:pt x="15115" y="11970"/>
                  <a:pt x="15618" y="11970"/>
                </a:cubicBezTo>
                <a:cubicBezTo>
                  <a:pt x="15681" y="11970"/>
                  <a:pt x="15743" y="11983"/>
                  <a:pt x="15804" y="12014"/>
                </a:cubicBezTo>
                <a:cubicBezTo>
                  <a:pt x="16207" y="12155"/>
                  <a:pt x="17166" y="14193"/>
                  <a:pt x="18659" y="14738"/>
                </a:cubicBezTo>
                <a:cubicBezTo>
                  <a:pt x="20022" y="14193"/>
                  <a:pt x="20981" y="12155"/>
                  <a:pt x="21384" y="12014"/>
                </a:cubicBezTo>
                <a:cubicBezTo>
                  <a:pt x="21445" y="11983"/>
                  <a:pt x="21507" y="11970"/>
                  <a:pt x="21570" y="11970"/>
                </a:cubicBezTo>
                <a:cubicBezTo>
                  <a:pt x="22073" y="11970"/>
                  <a:pt x="22616" y="12831"/>
                  <a:pt x="22616" y="12831"/>
                </a:cubicBezTo>
                <a:cubicBezTo>
                  <a:pt x="22616" y="12831"/>
                  <a:pt x="23291" y="10379"/>
                  <a:pt x="25068" y="10106"/>
                </a:cubicBezTo>
                <a:cubicBezTo>
                  <a:pt x="25244" y="10079"/>
                  <a:pt x="25413" y="10067"/>
                  <a:pt x="25575" y="10067"/>
                </a:cubicBezTo>
                <a:cubicBezTo>
                  <a:pt x="27040" y="10067"/>
                  <a:pt x="27923" y="11065"/>
                  <a:pt x="27923" y="11065"/>
                </a:cubicBezTo>
                <a:cubicBezTo>
                  <a:pt x="27923" y="11065"/>
                  <a:pt x="27923" y="8886"/>
                  <a:pt x="29972" y="7927"/>
                </a:cubicBezTo>
                <a:cubicBezTo>
                  <a:pt x="30401" y="7713"/>
                  <a:pt x="30857" y="7631"/>
                  <a:pt x="31307" y="7631"/>
                </a:cubicBezTo>
                <a:cubicBezTo>
                  <a:pt x="32858" y="7631"/>
                  <a:pt x="34332" y="8613"/>
                  <a:pt x="34332" y="8613"/>
                </a:cubicBezTo>
                <a:cubicBezTo>
                  <a:pt x="34332" y="8613"/>
                  <a:pt x="33787" y="7382"/>
                  <a:pt x="34735" y="5889"/>
                </a:cubicBezTo>
                <a:cubicBezTo>
                  <a:pt x="35562" y="4479"/>
                  <a:pt x="36785" y="4382"/>
                  <a:pt x="37107" y="4382"/>
                </a:cubicBezTo>
                <a:cubicBezTo>
                  <a:pt x="37159" y="4382"/>
                  <a:pt x="37187" y="4385"/>
                  <a:pt x="37187" y="4385"/>
                </a:cubicBezTo>
                <a:cubicBezTo>
                  <a:pt x="37187" y="4385"/>
                  <a:pt x="32673" y="1"/>
                  <a:pt x="30266" y="1"/>
                </a:cubicBezTo>
                <a:cubicBezTo>
                  <a:pt x="30164" y="1"/>
                  <a:pt x="30066" y="9"/>
                  <a:pt x="29972" y="25"/>
                </a:cubicBezTo>
                <a:cubicBezTo>
                  <a:pt x="27520" y="439"/>
                  <a:pt x="25068" y="3709"/>
                  <a:pt x="23291" y="5202"/>
                </a:cubicBezTo>
                <a:cubicBezTo>
                  <a:pt x="21995" y="6306"/>
                  <a:pt x="21063" y="6453"/>
                  <a:pt x="20659" y="6453"/>
                </a:cubicBezTo>
                <a:cubicBezTo>
                  <a:pt x="20513" y="6453"/>
                  <a:pt x="20436" y="6433"/>
                  <a:pt x="20436" y="6433"/>
                </a:cubicBezTo>
                <a:cubicBezTo>
                  <a:pt x="20436" y="6433"/>
                  <a:pt x="21929" y="3840"/>
                  <a:pt x="21253" y="3022"/>
                </a:cubicBezTo>
                <a:lnTo>
                  <a:pt x="21253" y="3022"/>
                </a:lnTo>
                <a:cubicBezTo>
                  <a:pt x="20436" y="3436"/>
                  <a:pt x="19749" y="4657"/>
                  <a:pt x="19749" y="4657"/>
                </a:cubicBezTo>
                <a:cubicBezTo>
                  <a:pt x="19379" y="4508"/>
                  <a:pt x="18967" y="4401"/>
                  <a:pt x="18536" y="4401"/>
                </a:cubicBezTo>
                <a:cubicBezTo>
                  <a:pt x="18179" y="4401"/>
                  <a:pt x="17809" y="4474"/>
                  <a:pt x="17439" y="4657"/>
                </a:cubicBezTo>
                <a:cubicBezTo>
                  <a:pt x="17439" y="4657"/>
                  <a:pt x="16752" y="3436"/>
                  <a:pt x="15935" y="3022"/>
                </a:cubicBezTo>
                <a:lnTo>
                  <a:pt x="15935" y="3022"/>
                </a:lnTo>
                <a:cubicBezTo>
                  <a:pt x="15259" y="3840"/>
                  <a:pt x="16752" y="6433"/>
                  <a:pt x="16752" y="6433"/>
                </a:cubicBezTo>
                <a:cubicBezTo>
                  <a:pt x="16752" y="6433"/>
                  <a:pt x="16675" y="6453"/>
                  <a:pt x="16529" y="6453"/>
                </a:cubicBezTo>
                <a:cubicBezTo>
                  <a:pt x="16125" y="6453"/>
                  <a:pt x="15193" y="6306"/>
                  <a:pt x="13897" y="5202"/>
                </a:cubicBezTo>
                <a:cubicBezTo>
                  <a:pt x="12120" y="3709"/>
                  <a:pt x="9668" y="439"/>
                  <a:pt x="7216" y="25"/>
                </a:cubicBezTo>
                <a:cubicBezTo>
                  <a:pt x="7122" y="9"/>
                  <a:pt x="7024" y="1"/>
                  <a:pt x="69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349"/>
        <p:cNvGrpSpPr/>
        <p:nvPr/>
      </p:nvGrpSpPr>
      <p:grpSpPr>
        <a:xfrm>
          <a:off x="0" y="0"/>
          <a:ext cx="0" cy="0"/>
          <a:chOff x="0" y="0"/>
          <a:chExt cx="0" cy="0"/>
        </a:xfrm>
      </p:grpSpPr>
      <p:sp>
        <p:nvSpPr>
          <p:cNvPr id="350" name="Google Shape;350;p6"/>
          <p:cNvSpPr txBox="1">
            <a:spLocks noGrp="1"/>
          </p:cNvSpPr>
          <p:nvPr>
            <p:ph type="title"/>
          </p:nvPr>
        </p:nvSpPr>
        <p:spPr>
          <a:xfrm>
            <a:off x="720000" y="4450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r>
              <a:rPr lang="en-US"/>
              <a:t>Click to edit Master title style</a:t>
            </a:r>
            <a:endParaRPr/>
          </a:p>
        </p:txBody>
      </p:sp>
      <p:sp>
        <p:nvSpPr>
          <p:cNvPr id="351" name="Google Shape;351;p6"/>
          <p:cNvSpPr/>
          <p:nvPr/>
        </p:nvSpPr>
        <p:spPr>
          <a:xfrm>
            <a:off x="-74050" y="-97025"/>
            <a:ext cx="906894" cy="5100916"/>
          </a:xfrm>
          <a:custGeom>
            <a:avLst/>
            <a:gdLst/>
            <a:ahLst/>
            <a:cxnLst/>
            <a:rect l="l" t="t" r="r" b="b"/>
            <a:pathLst>
              <a:path w="33947" h="118951" extrusionOk="0">
                <a:moveTo>
                  <a:pt x="31276" y="1"/>
                </a:moveTo>
                <a:cubicBezTo>
                  <a:pt x="31276" y="1"/>
                  <a:pt x="22444" y="21603"/>
                  <a:pt x="22018" y="26652"/>
                </a:cubicBezTo>
                <a:cubicBezTo>
                  <a:pt x="21603" y="31567"/>
                  <a:pt x="18090" y="35495"/>
                  <a:pt x="18090" y="35495"/>
                </a:cubicBezTo>
                <a:cubicBezTo>
                  <a:pt x="18090" y="35495"/>
                  <a:pt x="16968" y="1965"/>
                  <a:pt x="16968" y="427"/>
                </a:cubicBezTo>
                <a:cubicBezTo>
                  <a:pt x="16968" y="148"/>
                  <a:pt x="16803" y="33"/>
                  <a:pt x="16533" y="33"/>
                </a:cubicBezTo>
                <a:cubicBezTo>
                  <a:pt x="15309" y="33"/>
                  <a:pt x="11918" y="2391"/>
                  <a:pt x="11918" y="2391"/>
                </a:cubicBezTo>
                <a:cubicBezTo>
                  <a:pt x="11918" y="2391"/>
                  <a:pt x="14309" y="55829"/>
                  <a:pt x="13882" y="58915"/>
                </a:cubicBezTo>
                <a:cubicBezTo>
                  <a:pt x="13533" y="61509"/>
                  <a:pt x="13771" y="63810"/>
                  <a:pt x="12522" y="63810"/>
                </a:cubicBezTo>
                <a:cubicBezTo>
                  <a:pt x="12285" y="63810"/>
                  <a:pt x="11995" y="63728"/>
                  <a:pt x="11638" y="63549"/>
                </a:cubicBezTo>
                <a:cubicBezTo>
                  <a:pt x="9259" y="62427"/>
                  <a:pt x="842" y="42363"/>
                  <a:pt x="842" y="42363"/>
                </a:cubicBezTo>
                <a:lnTo>
                  <a:pt x="1" y="45033"/>
                </a:lnTo>
                <a:cubicBezTo>
                  <a:pt x="1" y="45033"/>
                  <a:pt x="13882" y="72381"/>
                  <a:pt x="13186" y="78979"/>
                </a:cubicBezTo>
                <a:cubicBezTo>
                  <a:pt x="12345" y="85566"/>
                  <a:pt x="13882" y="105204"/>
                  <a:pt x="14724" y="109412"/>
                </a:cubicBezTo>
                <a:lnTo>
                  <a:pt x="14724" y="118951"/>
                </a:lnTo>
                <a:lnTo>
                  <a:pt x="21603" y="117829"/>
                </a:lnTo>
                <a:cubicBezTo>
                  <a:pt x="21603" y="117829"/>
                  <a:pt x="18932" y="48535"/>
                  <a:pt x="19358" y="45033"/>
                </a:cubicBezTo>
                <a:cubicBezTo>
                  <a:pt x="19639" y="41667"/>
                  <a:pt x="20896" y="42789"/>
                  <a:pt x="22444" y="39277"/>
                </a:cubicBezTo>
                <a:cubicBezTo>
                  <a:pt x="23847" y="35910"/>
                  <a:pt x="23566" y="32824"/>
                  <a:pt x="25104" y="23566"/>
                </a:cubicBezTo>
                <a:cubicBezTo>
                  <a:pt x="26652" y="14308"/>
                  <a:pt x="33947" y="1269"/>
                  <a:pt x="33947" y="1269"/>
                </a:cubicBezTo>
                <a:lnTo>
                  <a:pt x="31276" y="1"/>
                </a:ln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6"/>
          <p:cNvSpPr/>
          <p:nvPr/>
        </p:nvSpPr>
        <p:spPr>
          <a:xfrm>
            <a:off x="8304825" y="-3887"/>
            <a:ext cx="502148" cy="5076887"/>
          </a:xfrm>
          <a:custGeom>
            <a:avLst/>
            <a:gdLst/>
            <a:ahLst/>
            <a:cxnLst/>
            <a:rect l="l" t="t" r="r" b="b"/>
            <a:pathLst>
              <a:path w="5692" h="41247" extrusionOk="0">
                <a:moveTo>
                  <a:pt x="2217" y="1"/>
                </a:moveTo>
                <a:cubicBezTo>
                  <a:pt x="2217" y="1"/>
                  <a:pt x="2647" y="6375"/>
                  <a:pt x="2578" y="9022"/>
                </a:cubicBezTo>
                <a:cubicBezTo>
                  <a:pt x="2504" y="10024"/>
                  <a:pt x="2504" y="11101"/>
                  <a:pt x="2435" y="12246"/>
                </a:cubicBezTo>
                <a:lnTo>
                  <a:pt x="1003" y="11387"/>
                </a:lnTo>
                <a:lnTo>
                  <a:pt x="785" y="11530"/>
                </a:lnTo>
                <a:lnTo>
                  <a:pt x="2435" y="12458"/>
                </a:lnTo>
                <a:cubicBezTo>
                  <a:pt x="2435" y="14176"/>
                  <a:pt x="2361" y="16038"/>
                  <a:pt x="2435" y="17756"/>
                </a:cubicBezTo>
                <a:cubicBezTo>
                  <a:pt x="2504" y="20620"/>
                  <a:pt x="2361" y="22556"/>
                  <a:pt x="2149" y="24560"/>
                </a:cubicBezTo>
                <a:lnTo>
                  <a:pt x="1003" y="23913"/>
                </a:lnTo>
                <a:lnTo>
                  <a:pt x="785" y="24056"/>
                </a:lnTo>
                <a:lnTo>
                  <a:pt x="2149" y="24772"/>
                </a:lnTo>
                <a:lnTo>
                  <a:pt x="2149" y="24916"/>
                </a:lnTo>
                <a:cubicBezTo>
                  <a:pt x="1931" y="27138"/>
                  <a:pt x="2074" y="31434"/>
                  <a:pt x="2074" y="32722"/>
                </a:cubicBezTo>
                <a:cubicBezTo>
                  <a:pt x="2074" y="34011"/>
                  <a:pt x="2292" y="36016"/>
                  <a:pt x="2149" y="36944"/>
                </a:cubicBezTo>
                <a:cubicBezTo>
                  <a:pt x="2074" y="37946"/>
                  <a:pt x="1576" y="39595"/>
                  <a:pt x="1433" y="39882"/>
                </a:cubicBezTo>
                <a:cubicBezTo>
                  <a:pt x="1289" y="40168"/>
                  <a:pt x="1" y="40523"/>
                  <a:pt x="69" y="40598"/>
                </a:cubicBezTo>
                <a:cubicBezTo>
                  <a:pt x="183" y="40598"/>
                  <a:pt x="975" y="40688"/>
                  <a:pt x="1403" y="40688"/>
                </a:cubicBezTo>
                <a:cubicBezTo>
                  <a:pt x="1514" y="40688"/>
                  <a:pt x="1601" y="40682"/>
                  <a:pt x="1645" y="40666"/>
                </a:cubicBezTo>
                <a:cubicBezTo>
                  <a:pt x="1918" y="40601"/>
                  <a:pt x="2322" y="39877"/>
                  <a:pt x="2607" y="39877"/>
                </a:cubicBezTo>
                <a:cubicBezTo>
                  <a:pt x="2621" y="39877"/>
                  <a:pt x="2634" y="39878"/>
                  <a:pt x="2647" y="39882"/>
                </a:cubicBezTo>
                <a:cubicBezTo>
                  <a:pt x="2933" y="39950"/>
                  <a:pt x="2647" y="40380"/>
                  <a:pt x="2647" y="40598"/>
                </a:cubicBezTo>
                <a:cubicBezTo>
                  <a:pt x="2647" y="40795"/>
                  <a:pt x="2771" y="41247"/>
                  <a:pt x="2904" y="41247"/>
                </a:cubicBezTo>
                <a:cubicBezTo>
                  <a:pt x="2914" y="41247"/>
                  <a:pt x="2924" y="41244"/>
                  <a:pt x="2933" y="41239"/>
                </a:cubicBezTo>
                <a:cubicBezTo>
                  <a:pt x="3008" y="41170"/>
                  <a:pt x="3294" y="40455"/>
                  <a:pt x="3437" y="40380"/>
                </a:cubicBezTo>
                <a:cubicBezTo>
                  <a:pt x="3452" y="40373"/>
                  <a:pt x="3474" y="40370"/>
                  <a:pt x="3502" y="40370"/>
                </a:cubicBezTo>
                <a:cubicBezTo>
                  <a:pt x="3739" y="40370"/>
                  <a:pt x="4395" y="40613"/>
                  <a:pt x="4652" y="40741"/>
                </a:cubicBezTo>
                <a:cubicBezTo>
                  <a:pt x="4918" y="40792"/>
                  <a:pt x="5415" y="40961"/>
                  <a:pt x="5600" y="40961"/>
                </a:cubicBezTo>
                <a:cubicBezTo>
                  <a:pt x="5665" y="40961"/>
                  <a:pt x="5691" y="40940"/>
                  <a:pt x="5654" y="40884"/>
                </a:cubicBezTo>
                <a:cubicBezTo>
                  <a:pt x="5511" y="40666"/>
                  <a:pt x="4726" y="40025"/>
                  <a:pt x="4440" y="39595"/>
                </a:cubicBezTo>
                <a:cubicBezTo>
                  <a:pt x="4153" y="39091"/>
                  <a:pt x="4079" y="36371"/>
                  <a:pt x="4010" y="35013"/>
                </a:cubicBezTo>
                <a:cubicBezTo>
                  <a:pt x="3936" y="33650"/>
                  <a:pt x="3581" y="29211"/>
                  <a:pt x="3437" y="27493"/>
                </a:cubicBezTo>
                <a:lnTo>
                  <a:pt x="5299" y="26491"/>
                </a:lnTo>
                <a:lnTo>
                  <a:pt x="5081" y="26347"/>
                </a:lnTo>
                <a:lnTo>
                  <a:pt x="3437" y="27281"/>
                </a:lnTo>
                <a:cubicBezTo>
                  <a:pt x="3363" y="25488"/>
                  <a:pt x="3581" y="19692"/>
                  <a:pt x="3581" y="17115"/>
                </a:cubicBezTo>
                <a:lnTo>
                  <a:pt x="4938" y="16255"/>
                </a:lnTo>
                <a:lnTo>
                  <a:pt x="4795" y="16181"/>
                </a:lnTo>
                <a:lnTo>
                  <a:pt x="3581" y="16828"/>
                </a:lnTo>
                <a:cubicBezTo>
                  <a:pt x="3581" y="16685"/>
                  <a:pt x="3506" y="16467"/>
                  <a:pt x="3506" y="16324"/>
                </a:cubicBezTo>
                <a:cubicBezTo>
                  <a:pt x="3506" y="14251"/>
                  <a:pt x="3867" y="11456"/>
                  <a:pt x="3936" y="8953"/>
                </a:cubicBezTo>
                <a:cubicBezTo>
                  <a:pt x="4010" y="7521"/>
                  <a:pt x="4010" y="4726"/>
                  <a:pt x="4010" y="2652"/>
                </a:cubicBezTo>
                <a:lnTo>
                  <a:pt x="5299" y="1862"/>
                </a:lnTo>
                <a:lnTo>
                  <a:pt x="5081" y="1719"/>
                </a:lnTo>
                <a:lnTo>
                  <a:pt x="4010" y="2366"/>
                </a:lnTo>
                <a:cubicBezTo>
                  <a:pt x="3936" y="1003"/>
                  <a:pt x="3936" y="1"/>
                  <a:pt x="3936" y="1"/>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6"/>
          <p:cNvSpPr/>
          <p:nvPr/>
        </p:nvSpPr>
        <p:spPr>
          <a:xfrm>
            <a:off x="8762675" y="0"/>
            <a:ext cx="381324" cy="5100799"/>
          </a:xfrm>
          <a:custGeom>
            <a:avLst/>
            <a:gdLst/>
            <a:ahLst/>
            <a:cxnLst/>
            <a:rect l="l" t="t" r="r" b="b"/>
            <a:pathLst>
              <a:path w="4652" h="39739" extrusionOk="0">
                <a:moveTo>
                  <a:pt x="2361" y="1"/>
                </a:moveTo>
                <a:cubicBezTo>
                  <a:pt x="2361" y="1"/>
                  <a:pt x="1433" y="3512"/>
                  <a:pt x="1146" y="4800"/>
                </a:cubicBezTo>
                <a:cubicBezTo>
                  <a:pt x="860" y="6015"/>
                  <a:pt x="1" y="10597"/>
                  <a:pt x="1" y="12246"/>
                </a:cubicBezTo>
                <a:cubicBezTo>
                  <a:pt x="1" y="13821"/>
                  <a:pt x="1576" y="21267"/>
                  <a:pt x="1862" y="22269"/>
                </a:cubicBezTo>
                <a:cubicBezTo>
                  <a:pt x="2149" y="23340"/>
                  <a:pt x="1719" y="28925"/>
                  <a:pt x="1788" y="30357"/>
                </a:cubicBezTo>
                <a:cubicBezTo>
                  <a:pt x="1862" y="31863"/>
                  <a:pt x="1862" y="36084"/>
                  <a:pt x="1719" y="37304"/>
                </a:cubicBezTo>
                <a:cubicBezTo>
                  <a:pt x="1576" y="38450"/>
                  <a:pt x="642" y="39739"/>
                  <a:pt x="642" y="39739"/>
                </a:cubicBezTo>
                <a:lnTo>
                  <a:pt x="4652" y="39739"/>
                </a:lnTo>
                <a:cubicBezTo>
                  <a:pt x="4652" y="39739"/>
                  <a:pt x="4010" y="38805"/>
                  <a:pt x="3936" y="38089"/>
                </a:cubicBezTo>
                <a:cubicBezTo>
                  <a:pt x="3867" y="37373"/>
                  <a:pt x="3792" y="32505"/>
                  <a:pt x="3649" y="30500"/>
                </a:cubicBezTo>
                <a:cubicBezTo>
                  <a:pt x="3437" y="28570"/>
                  <a:pt x="3867" y="23913"/>
                  <a:pt x="3649" y="22269"/>
                </a:cubicBezTo>
                <a:cubicBezTo>
                  <a:pt x="3363" y="20620"/>
                  <a:pt x="1719" y="13678"/>
                  <a:pt x="1719" y="12458"/>
                </a:cubicBezTo>
                <a:cubicBezTo>
                  <a:pt x="1719" y="11313"/>
                  <a:pt x="1719" y="7733"/>
                  <a:pt x="2578" y="5373"/>
                </a:cubicBezTo>
                <a:cubicBezTo>
                  <a:pt x="3363" y="3008"/>
                  <a:pt x="3649" y="1"/>
                  <a:pt x="3649" y="1"/>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4" name="Google Shape;354;p6"/>
          <p:cNvGrpSpPr/>
          <p:nvPr/>
        </p:nvGrpSpPr>
        <p:grpSpPr>
          <a:xfrm>
            <a:off x="1679711" y="95972"/>
            <a:ext cx="41054" cy="45829"/>
            <a:chOff x="2526386" y="189622"/>
            <a:chExt cx="41054" cy="45829"/>
          </a:xfrm>
        </p:grpSpPr>
        <p:sp>
          <p:nvSpPr>
            <p:cNvPr id="355" name="Google Shape;355;p6"/>
            <p:cNvSpPr/>
            <p:nvPr/>
          </p:nvSpPr>
          <p:spPr>
            <a:xfrm rot="-5400000" flipH="1">
              <a:off x="2544509" y="194228"/>
              <a:ext cx="4808" cy="41054"/>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6"/>
            <p:cNvSpPr/>
            <p:nvPr/>
          </p:nvSpPr>
          <p:spPr>
            <a:xfrm rot="-5400000" flipH="1">
              <a:off x="2523999" y="210334"/>
              <a:ext cx="45829" cy="440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6"/>
            <p:cNvSpPr/>
            <p:nvPr/>
          </p:nvSpPr>
          <p:spPr>
            <a:xfrm rot="-5400000" flipH="1">
              <a:off x="2526874" y="202685"/>
              <a:ext cx="36650" cy="28883"/>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6"/>
            <p:cNvSpPr/>
            <p:nvPr/>
          </p:nvSpPr>
          <p:spPr>
            <a:xfrm rot="-5400000" flipH="1">
              <a:off x="2534792" y="193657"/>
              <a:ext cx="27504" cy="3779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 name="Google Shape;359;p6"/>
          <p:cNvGrpSpPr/>
          <p:nvPr/>
        </p:nvGrpSpPr>
        <p:grpSpPr>
          <a:xfrm>
            <a:off x="808538" y="317706"/>
            <a:ext cx="87226" cy="87226"/>
            <a:chOff x="1046654" y="597138"/>
            <a:chExt cx="45829" cy="45829"/>
          </a:xfrm>
        </p:grpSpPr>
        <p:sp>
          <p:nvSpPr>
            <p:cNvPr id="360" name="Google Shape;360;p6"/>
            <p:cNvSpPr/>
            <p:nvPr/>
          </p:nvSpPr>
          <p:spPr>
            <a:xfrm rot="-5400000" flipH="1">
              <a:off x="1064962" y="597121"/>
              <a:ext cx="9213" cy="45829"/>
            </a:xfrm>
            <a:custGeom>
              <a:avLst/>
              <a:gdLst/>
              <a:ahLst/>
              <a:cxnLst/>
              <a:rect l="l" t="t" r="r" b="b"/>
              <a:pathLst>
                <a:path w="274" h="1363" extrusionOk="0">
                  <a:moveTo>
                    <a:pt x="143" y="0"/>
                  </a:moveTo>
                  <a:cubicBezTo>
                    <a:pt x="143" y="0"/>
                    <a:pt x="1" y="273"/>
                    <a:pt x="1" y="687"/>
                  </a:cubicBezTo>
                  <a:cubicBezTo>
                    <a:pt x="1" y="1090"/>
                    <a:pt x="143" y="1362"/>
                    <a:pt x="143" y="1362"/>
                  </a:cubicBezTo>
                  <a:cubicBezTo>
                    <a:pt x="143" y="1362"/>
                    <a:pt x="273" y="1090"/>
                    <a:pt x="273" y="687"/>
                  </a:cubicBezTo>
                  <a:cubicBezTo>
                    <a:pt x="273" y="273"/>
                    <a:pt x="143" y="0"/>
                    <a:pt x="1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6"/>
            <p:cNvSpPr/>
            <p:nvPr/>
          </p:nvSpPr>
          <p:spPr>
            <a:xfrm rot="-5400000" flipH="1">
              <a:off x="1044452" y="617665"/>
              <a:ext cx="45829" cy="4775"/>
            </a:xfrm>
            <a:custGeom>
              <a:avLst/>
              <a:gdLst/>
              <a:ahLst/>
              <a:cxnLst/>
              <a:rect l="l" t="t" r="r" b="b"/>
              <a:pathLst>
                <a:path w="1363" h="142" extrusionOk="0">
                  <a:moveTo>
                    <a:pt x="687" y="0"/>
                  </a:moveTo>
                  <a:cubicBezTo>
                    <a:pt x="272" y="0"/>
                    <a:pt x="0" y="142"/>
                    <a:pt x="0" y="142"/>
                  </a:cubicBezTo>
                  <a:lnTo>
                    <a:pt x="1362" y="142"/>
                  </a:lnTo>
                  <a:cubicBezTo>
                    <a:pt x="1362" y="142"/>
                    <a:pt x="109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6"/>
            <p:cNvSpPr/>
            <p:nvPr/>
          </p:nvSpPr>
          <p:spPr>
            <a:xfrm rot="-5400000" flipH="1">
              <a:off x="1051210" y="606468"/>
              <a:ext cx="32278" cy="31909"/>
            </a:xfrm>
            <a:custGeom>
              <a:avLst/>
              <a:gdLst/>
              <a:ahLst/>
              <a:cxnLst/>
              <a:rect l="l" t="t" r="r" b="b"/>
              <a:pathLst>
                <a:path w="960" h="949" extrusionOk="0">
                  <a:moveTo>
                    <a:pt x="960" y="1"/>
                  </a:moveTo>
                  <a:cubicBezTo>
                    <a:pt x="960" y="1"/>
                    <a:pt x="687" y="132"/>
                    <a:pt x="415" y="404"/>
                  </a:cubicBezTo>
                  <a:cubicBezTo>
                    <a:pt x="142" y="676"/>
                    <a:pt x="0" y="818"/>
                    <a:pt x="0" y="949"/>
                  </a:cubicBezTo>
                  <a:cubicBezTo>
                    <a:pt x="0" y="949"/>
                    <a:pt x="273" y="818"/>
                    <a:pt x="545" y="546"/>
                  </a:cubicBezTo>
                  <a:cubicBezTo>
                    <a:pt x="818" y="273"/>
                    <a:pt x="960" y="132"/>
                    <a:pt x="9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6"/>
            <p:cNvSpPr/>
            <p:nvPr/>
          </p:nvSpPr>
          <p:spPr>
            <a:xfrm rot="-5400000" flipH="1">
              <a:off x="1055984" y="601694"/>
              <a:ext cx="27504" cy="36683"/>
            </a:xfrm>
            <a:custGeom>
              <a:avLst/>
              <a:gdLst/>
              <a:ahLst/>
              <a:cxnLst/>
              <a:rect l="l" t="t" r="r" b="b"/>
              <a:pathLst>
                <a:path w="818" h="1091" extrusionOk="0">
                  <a:moveTo>
                    <a:pt x="0" y="1"/>
                  </a:moveTo>
                  <a:cubicBezTo>
                    <a:pt x="0" y="1"/>
                    <a:pt x="142" y="273"/>
                    <a:pt x="415" y="546"/>
                  </a:cubicBezTo>
                  <a:cubicBezTo>
                    <a:pt x="545" y="818"/>
                    <a:pt x="818" y="1091"/>
                    <a:pt x="818" y="1091"/>
                  </a:cubicBezTo>
                  <a:lnTo>
                    <a:pt x="545" y="546"/>
                  </a:lnTo>
                  <a:cubicBezTo>
                    <a:pt x="273" y="132"/>
                    <a:pt x="142" y="1"/>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 name="Google Shape;364;p6"/>
          <p:cNvGrpSpPr/>
          <p:nvPr/>
        </p:nvGrpSpPr>
        <p:grpSpPr>
          <a:xfrm>
            <a:off x="1092449" y="65753"/>
            <a:ext cx="41424" cy="45862"/>
            <a:chOff x="1092449" y="65753"/>
            <a:chExt cx="41424" cy="45862"/>
          </a:xfrm>
        </p:grpSpPr>
        <p:sp>
          <p:nvSpPr>
            <p:cNvPr id="365" name="Google Shape;365;p6"/>
            <p:cNvSpPr/>
            <p:nvPr/>
          </p:nvSpPr>
          <p:spPr>
            <a:xfrm rot="-5400000" flipH="1">
              <a:off x="1110757" y="65770"/>
              <a:ext cx="4808" cy="41424"/>
            </a:xfrm>
            <a:custGeom>
              <a:avLst/>
              <a:gdLst/>
              <a:ahLst/>
              <a:cxnLst/>
              <a:rect l="l" t="t" r="r" b="b"/>
              <a:pathLst>
                <a:path w="143" h="1232" extrusionOk="0">
                  <a:moveTo>
                    <a:pt x="142" y="0"/>
                  </a:moveTo>
                  <a:cubicBezTo>
                    <a:pt x="1" y="0"/>
                    <a:pt x="1" y="273"/>
                    <a:pt x="1" y="687"/>
                  </a:cubicBezTo>
                  <a:cubicBezTo>
                    <a:pt x="1" y="960"/>
                    <a:pt x="1" y="1232"/>
                    <a:pt x="142" y="1232"/>
                  </a:cubicBezTo>
                  <a:lnTo>
                    <a:pt x="142" y="687"/>
                  </a:lnTo>
                  <a:lnTo>
                    <a:pt x="1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6"/>
            <p:cNvSpPr/>
            <p:nvPr/>
          </p:nvSpPr>
          <p:spPr>
            <a:xfrm rot="-5400000" flipH="1">
              <a:off x="1090247" y="86280"/>
              <a:ext cx="45862" cy="4808"/>
            </a:xfrm>
            <a:custGeom>
              <a:avLst/>
              <a:gdLst/>
              <a:ahLst/>
              <a:cxnLst/>
              <a:rect l="l" t="t" r="r" b="b"/>
              <a:pathLst>
                <a:path w="1364" h="143" extrusionOk="0">
                  <a:moveTo>
                    <a:pt x="687" y="0"/>
                  </a:moveTo>
                  <a:cubicBezTo>
                    <a:pt x="273" y="0"/>
                    <a:pt x="1" y="0"/>
                    <a:pt x="1" y="142"/>
                  </a:cubicBezTo>
                  <a:lnTo>
                    <a:pt x="1363" y="142"/>
                  </a:lnTo>
                  <a:cubicBezTo>
                    <a:pt x="1363" y="0"/>
                    <a:pt x="96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6"/>
            <p:cNvSpPr/>
            <p:nvPr/>
          </p:nvSpPr>
          <p:spPr>
            <a:xfrm rot="-5400000" flipH="1">
              <a:off x="1093222" y="74529"/>
              <a:ext cx="36683" cy="28681"/>
            </a:xfrm>
            <a:custGeom>
              <a:avLst/>
              <a:gdLst/>
              <a:ahLst/>
              <a:cxnLst/>
              <a:rect l="l" t="t" r="r" b="b"/>
              <a:pathLst>
                <a:path w="1091" h="853" extrusionOk="0">
                  <a:moveTo>
                    <a:pt x="1090" y="0"/>
                  </a:moveTo>
                  <a:cubicBezTo>
                    <a:pt x="1090" y="0"/>
                    <a:pt x="818" y="131"/>
                    <a:pt x="545" y="403"/>
                  </a:cubicBezTo>
                  <a:cubicBezTo>
                    <a:pt x="273" y="545"/>
                    <a:pt x="1" y="818"/>
                    <a:pt x="131" y="818"/>
                  </a:cubicBezTo>
                  <a:cubicBezTo>
                    <a:pt x="131" y="842"/>
                    <a:pt x="141" y="852"/>
                    <a:pt x="158" y="852"/>
                  </a:cubicBezTo>
                  <a:cubicBezTo>
                    <a:pt x="232" y="852"/>
                    <a:pt x="454" y="652"/>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6"/>
            <p:cNvSpPr/>
            <p:nvPr/>
          </p:nvSpPr>
          <p:spPr>
            <a:xfrm rot="-5400000" flipH="1">
              <a:off x="1101141" y="69704"/>
              <a:ext cx="27504" cy="37961"/>
            </a:xfrm>
            <a:custGeom>
              <a:avLst/>
              <a:gdLst/>
              <a:ahLst/>
              <a:cxnLst/>
              <a:rect l="l" t="t" r="r" b="b"/>
              <a:pathLst>
                <a:path w="818" h="1129" extrusionOk="0">
                  <a:moveTo>
                    <a:pt x="27" y="0"/>
                  </a:moveTo>
                  <a:cubicBezTo>
                    <a:pt x="10" y="0"/>
                    <a:pt x="0" y="12"/>
                    <a:pt x="0" y="39"/>
                  </a:cubicBezTo>
                  <a:lnTo>
                    <a:pt x="273" y="584"/>
                  </a:lnTo>
                  <a:cubicBezTo>
                    <a:pt x="545" y="857"/>
                    <a:pt x="687" y="1129"/>
                    <a:pt x="818" y="1129"/>
                  </a:cubicBezTo>
                  <a:cubicBezTo>
                    <a:pt x="818" y="987"/>
                    <a:pt x="687" y="715"/>
                    <a:pt x="414" y="442"/>
                  </a:cubicBezTo>
                  <a:cubicBezTo>
                    <a:pt x="300" y="221"/>
                    <a:pt x="99"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 name="Google Shape;369;p6"/>
          <p:cNvGrpSpPr/>
          <p:nvPr/>
        </p:nvGrpSpPr>
        <p:grpSpPr>
          <a:xfrm>
            <a:off x="1417856" y="340591"/>
            <a:ext cx="45829" cy="45862"/>
            <a:chOff x="1417856" y="340591"/>
            <a:chExt cx="45829" cy="45862"/>
          </a:xfrm>
        </p:grpSpPr>
        <p:sp>
          <p:nvSpPr>
            <p:cNvPr id="370" name="Google Shape;370;p6"/>
            <p:cNvSpPr/>
            <p:nvPr/>
          </p:nvSpPr>
          <p:spPr>
            <a:xfrm rot="-5400000" flipH="1">
              <a:off x="1438367" y="338406"/>
              <a:ext cx="4808" cy="45829"/>
            </a:xfrm>
            <a:custGeom>
              <a:avLst/>
              <a:gdLst/>
              <a:ahLst/>
              <a:cxnLst/>
              <a:rect l="l" t="t" r="r" b="b"/>
              <a:pathLst>
                <a:path w="143" h="1363" extrusionOk="0">
                  <a:moveTo>
                    <a:pt x="143" y="0"/>
                  </a:moveTo>
                  <a:cubicBezTo>
                    <a:pt x="1" y="0"/>
                    <a:pt x="1" y="273"/>
                    <a:pt x="1" y="676"/>
                  </a:cubicBezTo>
                  <a:cubicBezTo>
                    <a:pt x="1" y="1090"/>
                    <a:pt x="1" y="1363"/>
                    <a:pt x="143" y="1363"/>
                  </a:cubicBezTo>
                  <a:lnTo>
                    <a:pt x="143" y="676"/>
                  </a:lnTo>
                  <a:lnTo>
                    <a:pt x="1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6"/>
            <p:cNvSpPr/>
            <p:nvPr/>
          </p:nvSpPr>
          <p:spPr>
            <a:xfrm rot="-5400000" flipH="1">
              <a:off x="1415469" y="361303"/>
              <a:ext cx="45862" cy="4438"/>
            </a:xfrm>
            <a:custGeom>
              <a:avLst/>
              <a:gdLst/>
              <a:ahLst/>
              <a:cxnLst/>
              <a:rect l="l" t="t" r="r" b="b"/>
              <a:pathLst>
                <a:path w="1364" h="132" extrusionOk="0">
                  <a:moveTo>
                    <a:pt x="688" y="0"/>
                  </a:moveTo>
                  <a:cubicBezTo>
                    <a:pt x="273" y="0"/>
                    <a:pt x="1" y="131"/>
                    <a:pt x="1" y="131"/>
                  </a:cubicBezTo>
                  <a:lnTo>
                    <a:pt x="1363" y="131"/>
                  </a:lnTo>
                  <a:cubicBezTo>
                    <a:pt x="1363" y="131"/>
                    <a:pt x="960" y="0"/>
                    <a:pt x="6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6"/>
            <p:cNvSpPr/>
            <p:nvPr/>
          </p:nvSpPr>
          <p:spPr>
            <a:xfrm rot="-5400000" flipH="1">
              <a:off x="1420059" y="347568"/>
              <a:ext cx="36683" cy="32278"/>
            </a:xfrm>
            <a:custGeom>
              <a:avLst/>
              <a:gdLst/>
              <a:ahLst/>
              <a:cxnLst/>
              <a:rect l="l" t="t" r="r" b="b"/>
              <a:pathLst>
                <a:path w="1091" h="960" extrusionOk="0">
                  <a:moveTo>
                    <a:pt x="1090" y="0"/>
                  </a:moveTo>
                  <a:cubicBezTo>
                    <a:pt x="1090" y="0"/>
                    <a:pt x="818" y="142"/>
                    <a:pt x="546" y="414"/>
                  </a:cubicBezTo>
                  <a:cubicBezTo>
                    <a:pt x="273" y="687"/>
                    <a:pt x="1" y="818"/>
                    <a:pt x="131" y="959"/>
                  </a:cubicBezTo>
                  <a:cubicBezTo>
                    <a:pt x="131" y="959"/>
                    <a:pt x="404" y="818"/>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6"/>
            <p:cNvSpPr/>
            <p:nvPr/>
          </p:nvSpPr>
          <p:spPr>
            <a:xfrm rot="-5400000" flipH="1">
              <a:off x="1426851" y="345181"/>
              <a:ext cx="27504" cy="36683"/>
            </a:xfrm>
            <a:custGeom>
              <a:avLst/>
              <a:gdLst/>
              <a:ahLst/>
              <a:cxnLst/>
              <a:rect l="l" t="t" r="r" b="b"/>
              <a:pathLst>
                <a:path w="818" h="1091" extrusionOk="0">
                  <a:moveTo>
                    <a:pt x="0" y="0"/>
                  </a:moveTo>
                  <a:lnTo>
                    <a:pt x="273" y="545"/>
                  </a:lnTo>
                  <a:cubicBezTo>
                    <a:pt x="545" y="818"/>
                    <a:pt x="687" y="1090"/>
                    <a:pt x="818" y="1090"/>
                  </a:cubicBezTo>
                  <a:cubicBezTo>
                    <a:pt x="818" y="1090"/>
                    <a:pt x="687" y="818"/>
                    <a:pt x="415" y="545"/>
                  </a:cubicBezTo>
                  <a:cubicBezTo>
                    <a:pt x="273" y="142"/>
                    <a:pt x="0"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 name="Google Shape;374;p6"/>
          <p:cNvGrpSpPr/>
          <p:nvPr/>
        </p:nvGrpSpPr>
        <p:grpSpPr>
          <a:xfrm>
            <a:off x="73365" y="74936"/>
            <a:ext cx="87225" cy="87914"/>
            <a:chOff x="2178250" y="597138"/>
            <a:chExt cx="41088" cy="41424"/>
          </a:xfrm>
        </p:grpSpPr>
        <p:sp>
          <p:nvSpPr>
            <p:cNvPr id="375" name="Google Shape;375;p6"/>
            <p:cNvSpPr/>
            <p:nvPr/>
          </p:nvSpPr>
          <p:spPr>
            <a:xfrm rot="-5400000" flipH="1">
              <a:off x="2196389" y="597289"/>
              <a:ext cx="4808" cy="41088"/>
            </a:xfrm>
            <a:custGeom>
              <a:avLst/>
              <a:gdLst/>
              <a:ahLst/>
              <a:cxnLst/>
              <a:rect l="l" t="t" r="r" b="b"/>
              <a:pathLst>
                <a:path w="143" h="1222" extrusionOk="0">
                  <a:moveTo>
                    <a:pt x="1" y="0"/>
                  </a:moveTo>
                  <a:lnTo>
                    <a:pt x="1" y="676"/>
                  </a:lnTo>
                  <a:lnTo>
                    <a:pt x="1" y="1221"/>
                  </a:lnTo>
                  <a:cubicBezTo>
                    <a:pt x="143" y="1221"/>
                    <a:pt x="143" y="949"/>
                    <a:pt x="143" y="676"/>
                  </a:cubicBezTo>
                  <a:cubicBezTo>
                    <a:pt x="143" y="273"/>
                    <a:pt x="143"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6"/>
            <p:cNvSpPr/>
            <p:nvPr/>
          </p:nvSpPr>
          <p:spPr>
            <a:xfrm rot="-5400000" flipH="1">
              <a:off x="2178081" y="615631"/>
              <a:ext cx="41424" cy="4438"/>
            </a:xfrm>
            <a:custGeom>
              <a:avLst/>
              <a:gdLst/>
              <a:ahLst/>
              <a:cxnLst/>
              <a:rect l="l" t="t" r="r" b="b"/>
              <a:pathLst>
                <a:path w="1232" h="132" extrusionOk="0">
                  <a:moveTo>
                    <a:pt x="545" y="0"/>
                  </a:moveTo>
                  <a:cubicBezTo>
                    <a:pt x="272" y="0"/>
                    <a:pt x="0" y="0"/>
                    <a:pt x="0" y="131"/>
                  </a:cubicBezTo>
                  <a:lnTo>
                    <a:pt x="1232" y="131"/>
                  </a:lnTo>
                  <a:cubicBezTo>
                    <a:pt x="1232" y="0"/>
                    <a:pt x="959" y="0"/>
                    <a:pt x="5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6"/>
            <p:cNvSpPr/>
            <p:nvPr/>
          </p:nvSpPr>
          <p:spPr>
            <a:xfrm rot="-5400000" flipH="1">
              <a:off x="2178065" y="606468"/>
              <a:ext cx="36683" cy="27504"/>
            </a:xfrm>
            <a:custGeom>
              <a:avLst/>
              <a:gdLst/>
              <a:ahLst/>
              <a:cxnLst/>
              <a:rect l="l" t="t" r="r" b="b"/>
              <a:pathLst>
                <a:path w="1091" h="818" extrusionOk="0">
                  <a:moveTo>
                    <a:pt x="1091" y="0"/>
                  </a:moveTo>
                  <a:cubicBezTo>
                    <a:pt x="949" y="0"/>
                    <a:pt x="818" y="142"/>
                    <a:pt x="546" y="414"/>
                  </a:cubicBezTo>
                  <a:cubicBezTo>
                    <a:pt x="818" y="273"/>
                    <a:pt x="1091" y="0"/>
                    <a:pt x="1091" y="0"/>
                  </a:cubicBezTo>
                  <a:close/>
                  <a:moveTo>
                    <a:pt x="546" y="414"/>
                  </a:moveTo>
                  <a:lnTo>
                    <a:pt x="546" y="414"/>
                  </a:lnTo>
                  <a:cubicBezTo>
                    <a:pt x="273" y="545"/>
                    <a:pt x="1" y="818"/>
                    <a:pt x="1" y="818"/>
                  </a:cubicBezTo>
                  <a:cubicBezTo>
                    <a:pt x="131" y="818"/>
                    <a:pt x="273" y="687"/>
                    <a:pt x="546" y="41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6"/>
            <p:cNvSpPr/>
            <p:nvPr/>
          </p:nvSpPr>
          <p:spPr>
            <a:xfrm rot="-5400000" flipH="1">
              <a:off x="2185041" y="602753"/>
              <a:ext cx="27504" cy="34565"/>
            </a:xfrm>
            <a:custGeom>
              <a:avLst/>
              <a:gdLst/>
              <a:ahLst/>
              <a:cxnLst/>
              <a:rect l="l" t="t" r="r" b="b"/>
              <a:pathLst>
                <a:path w="818" h="1028" extrusionOk="0">
                  <a:moveTo>
                    <a:pt x="24" y="0"/>
                  </a:moveTo>
                  <a:cubicBezTo>
                    <a:pt x="9" y="0"/>
                    <a:pt x="0" y="11"/>
                    <a:pt x="0" y="34"/>
                  </a:cubicBezTo>
                  <a:lnTo>
                    <a:pt x="273" y="579"/>
                  </a:lnTo>
                  <a:cubicBezTo>
                    <a:pt x="497" y="803"/>
                    <a:pt x="633" y="1027"/>
                    <a:pt x="674" y="1027"/>
                  </a:cubicBezTo>
                  <a:cubicBezTo>
                    <a:pt x="683" y="1027"/>
                    <a:pt x="687" y="1017"/>
                    <a:pt x="687" y="993"/>
                  </a:cubicBezTo>
                  <a:cubicBezTo>
                    <a:pt x="818" y="993"/>
                    <a:pt x="687" y="721"/>
                    <a:pt x="415" y="448"/>
                  </a:cubicBezTo>
                  <a:cubicBezTo>
                    <a:pt x="298" y="224"/>
                    <a:pt x="93" y="0"/>
                    <a:pt x="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 name="Google Shape;379;p6"/>
          <p:cNvGrpSpPr/>
          <p:nvPr/>
        </p:nvGrpSpPr>
        <p:grpSpPr>
          <a:xfrm>
            <a:off x="440501" y="614401"/>
            <a:ext cx="45827" cy="45828"/>
            <a:chOff x="440501" y="614401"/>
            <a:chExt cx="45827" cy="45828"/>
          </a:xfrm>
        </p:grpSpPr>
        <p:sp>
          <p:nvSpPr>
            <p:cNvPr id="380" name="Google Shape;380;p6"/>
            <p:cNvSpPr/>
            <p:nvPr/>
          </p:nvSpPr>
          <p:spPr>
            <a:xfrm rot="-5400000" flipH="1">
              <a:off x="461010" y="616587"/>
              <a:ext cx="4808" cy="45827"/>
            </a:xfrm>
            <a:custGeom>
              <a:avLst/>
              <a:gdLst/>
              <a:ahLst/>
              <a:cxnLst/>
              <a:rect l="l" t="t" r="r" b="b"/>
              <a:pathLst>
                <a:path w="143" h="1363" extrusionOk="0">
                  <a:moveTo>
                    <a:pt x="1" y="1"/>
                  </a:moveTo>
                  <a:lnTo>
                    <a:pt x="1" y="676"/>
                  </a:lnTo>
                  <a:lnTo>
                    <a:pt x="1" y="1363"/>
                  </a:lnTo>
                  <a:cubicBezTo>
                    <a:pt x="1" y="1363"/>
                    <a:pt x="143" y="1090"/>
                    <a:pt x="143" y="676"/>
                  </a:cubicBezTo>
                  <a:cubicBezTo>
                    <a:pt x="143" y="273"/>
                    <a:pt x="1"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6"/>
            <p:cNvSpPr/>
            <p:nvPr/>
          </p:nvSpPr>
          <p:spPr>
            <a:xfrm rot="-5400000" flipH="1">
              <a:off x="442720" y="634911"/>
              <a:ext cx="45827" cy="4808"/>
            </a:xfrm>
            <a:custGeom>
              <a:avLst/>
              <a:gdLst/>
              <a:ahLst/>
              <a:cxnLst/>
              <a:rect l="l" t="t" r="r" b="b"/>
              <a:pathLst>
                <a:path w="1363" h="143" extrusionOk="0">
                  <a:moveTo>
                    <a:pt x="0" y="0"/>
                  </a:moveTo>
                  <a:cubicBezTo>
                    <a:pt x="0" y="0"/>
                    <a:pt x="273" y="142"/>
                    <a:pt x="676" y="142"/>
                  </a:cubicBezTo>
                  <a:cubicBezTo>
                    <a:pt x="1090" y="142"/>
                    <a:pt x="1362" y="0"/>
                    <a:pt x="13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6"/>
            <p:cNvSpPr/>
            <p:nvPr/>
          </p:nvSpPr>
          <p:spPr>
            <a:xfrm rot="-5400000" flipH="1">
              <a:off x="442703" y="625749"/>
              <a:ext cx="36682" cy="32278"/>
            </a:xfrm>
            <a:custGeom>
              <a:avLst/>
              <a:gdLst/>
              <a:ahLst/>
              <a:cxnLst/>
              <a:rect l="l" t="t" r="r" b="b"/>
              <a:pathLst>
                <a:path w="1091" h="960" extrusionOk="0">
                  <a:moveTo>
                    <a:pt x="949" y="0"/>
                  </a:moveTo>
                  <a:cubicBezTo>
                    <a:pt x="949" y="0"/>
                    <a:pt x="676" y="142"/>
                    <a:pt x="404" y="415"/>
                  </a:cubicBezTo>
                  <a:cubicBezTo>
                    <a:pt x="131" y="687"/>
                    <a:pt x="1" y="959"/>
                    <a:pt x="1" y="959"/>
                  </a:cubicBezTo>
                  <a:cubicBezTo>
                    <a:pt x="1" y="959"/>
                    <a:pt x="273" y="818"/>
                    <a:pt x="546" y="545"/>
                  </a:cubicBezTo>
                  <a:cubicBezTo>
                    <a:pt x="818" y="273"/>
                    <a:pt x="1090" y="142"/>
                    <a:pt x="9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6"/>
            <p:cNvSpPr/>
            <p:nvPr/>
          </p:nvSpPr>
          <p:spPr>
            <a:xfrm rot="-5400000" flipH="1">
              <a:off x="449495" y="618957"/>
              <a:ext cx="27503" cy="36682"/>
            </a:xfrm>
            <a:custGeom>
              <a:avLst/>
              <a:gdLst/>
              <a:ahLst/>
              <a:cxnLst/>
              <a:rect l="l" t="t" r="r" b="b"/>
              <a:pathLst>
                <a:path w="818" h="1091" extrusionOk="0">
                  <a:moveTo>
                    <a:pt x="131" y="0"/>
                  </a:moveTo>
                  <a:cubicBezTo>
                    <a:pt x="1" y="0"/>
                    <a:pt x="131" y="273"/>
                    <a:pt x="404" y="545"/>
                  </a:cubicBezTo>
                  <a:cubicBezTo>
                    <a:pt x="546" y="959"/>
                    <a:pt x="818" y="1090"/>
                    <a:pt x="818" y="1090"/>
                  </a:cubicBezTo>
                  <a:lnTo>
                    <a:pt x="546" y="545"/>
                  </a:lnTo>
                  <a:cubicBezTo>
                    <a:pt x="273" y="273"/>
                    <a:pt x="131" y="0"/>
                    <a:pt x="1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4" name="Google Shape;384;p6"/>
          <p:cNvGrpSpPr/>
          <p:nvPr/>
        </p:nvGrpSpPr>
        <p:grpSpPr>
          <a:xfrm>
            <a:off x="9071111" y="95972"/>
            <a:ext cx="41053" cy="45828"/>
            <a:chOff x="2526386" y="189622"/>
            <a:chExt cx="41053" cy="45828"/>
          </a:xfrm>
        </p:grpSpPr>
        <p:sp>
          <p:nvSpPr>
            <p:cNvPr id="385" name="Google Shape;385;p6"/>
            <p:cNvSpPr/>
            <p:nvPr/>
          </p:nvSpPr>
          <p:spPr>
            <a:xfrm rot="-5400000" flipH="1">
              <a:off x="2544509" y="194229"/>
              <a:ext cx="4808" cy="41053"/>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6"/>
            <p:cNvSpPr/>
            <p:nvPr/>
          </p:nvSpPr>
          <p:spPr>
            <a:xfrm rot="-5400000" flipH="1">
              <a:off x="2524000" y="210333"/>
              <a:ext cx="45827" cy="440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6"/>
            <p:cNvSpPr/>
            <p:nvPr/>
          </p:nvSpPr>
          <p:spPr>
            <a:xfrm rot="-5400000" flipH="1">
              <a:off x="2526874" y="202685"/>
              <a:ext cx="36649" cy="28882"/>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6"/>
            <p:cNvSpPr/>
            <p:nvPr/>
          </p:nvSpPr>
          <p:spPr>
            <a:xfrm rot="-5400000" flipH="1">
              <a:off x="2534792" y="193657"/>
              <a:ext cx="27503" cy="37792"/>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 name="Google Shape;389;p6"/>
          <p:cNvGrpSpPr/>
          <p:nvPr/>
        </p:nvGrpSpPr>
        <p:grpSpPr>
          <a:xfrm>
            <a:off x="8719763" y="673431"/>
            <a:ext cx="87223" cy="87223"/>
            <a:chOff x="1046654" y="597138"/>
            <a:chExt cx="45827" cy="45827"/>
          </a:xfrm>
        </p:grpSpPr>
        <p:sp>
          <p:nvSpPr>
            <p:cNvPr id="390" name="Google Shape;390;p6"/>
            <p:cNvSpPr/>
            <p:nvPr/>
          </p:nvSpPr>
          <p:spPr>
            <a:xfrm rot="-5400000" flipH="1">
              <a:off x="1064961" y="597121"/>
              <a:ext cx="9213" cy="45827"/>
            </a:xfrm>
            <a:custGeom>
              <a:avLst/>
              <a:gdLst/>
              <a:ahLst/>
              <a:cxnLst/>
              <a:rect l="l" t="t" r="r" b="b"/>
              <a:pathLst>
                <a:path w="274" h="1363" extrusionOk="0">
                  <a:moveTo>
                    <a:pt x="143" y="0"/>
                  </a:moveTo>
                  <a:cubicBezTo>
                    <a:pt x="143" y="0"/>
                    <a:pt x="1" y="273"/>
                    <a:pt x="1" y="687"/>
                  </a:cubicBezTo>
                  <a:cubicBezTo>
                    <a:pt x="1" y="1090"/>
                    <a:pt x="143" y="1362"/>
                    <a:pt x="143" y="1362"/>
                  </a:cubicBezTo>
                  <a:cubicBezTo>
                    <a:pt x="143" y="1362"/>
                    <a:pt x="273" y="1090"/>
                    <a:pt x="273" y="687"/>
                  </a:cubicBezTo>
                  <a:cubicBezTo>
                    <a:pt x="273" y="273"/>
                    <a:pt x="143" y="0"/>
                    <a:pt x="1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6"/>
            <p:cNvSpPr/>
            <p:nvPr/>
          </p:nvSpPr>
          <p:spPr>
            <a:xfrm rot="-5400000" flipH="1">
              <a:off x="1044452" y="617664"/>
              <a:ext cx="45827" cy="4774"/>
            </a:xfrm>
            <a:custGeom>
              <a:avLst/>
              <a:gdLst/>
              <a:ahLst/>
              <a:cxnLst/>
              <a:rect l="l" t="t" r="r" b="b"/>
              <a:pathLst>
                <a:path w="1363" h="142" extrusionOk="0">
                  <a:moveTo>
                    <a:pt x="687" y="0"/>
                  </a:moveTo>
                  <a:cubicBezTo>
                    <a:pt x="272" y="0"/>
                    <a:pt x="0" y="142"/>
                    <a:pt x="0" y="142"/>
                  </a:cubicBezTo>
                  <a:lnTo>
                    <a:pt x="1362" y="142"/>
                  </a:lnTo>
                  <a:cubicBezTo>
                    <a:pt x="1362" y="142"/>
                    <a:pt x="109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6"/>
            <p:cNvSpPr/>
            <p:nvPr/>
          </p:nvSpPr>
          <p:spPr>
            <a:xfrm rot="-5400000" flipH="1">
              <a:off x="1051210" y="606468"/>
              <a:ext cx="32278" cy="31908"/>
            </a:xfrm>
            <a:custGeom>
              <a:avLst/>
              <a:gdLst/>
              <a:ahLst/>
              <a:cxnLst/>
              <a:rect l="l" t="t" r="r" b="b"/>
              <a:pathLst>
                <a:path w="960" h="949" extrusionOk="0">
                  <a:moveTo>
                    <a:pt x="960" y="1"/>
                  </a:moveTo>
                  <a:cubicBezTo>
                    <a:pt x="960" y="1"/>
                    <a:pt x="687" y="132"/>
                    <a:pt x="415" y="404"/>
                  </a:cubicBezTo>
                  <a:cubicBezTo>
                    <a:pt x="142" y="676"/>
                    <a:pt x="0" y="818"/>
                    <a:pt x="0" y="949"/>
                  </a:cubicBezTo>
                  <a:cubicBezTo>
                    <a:pt x="0" y="949"/>
                    <a:pt x="273" y="818"/>
                    <a:pt x="545" y="546"/>
                  </a:cubicBezTo>
                  <a:cubicBezTo>
                    <a:pt x="818" y="273"/>
                    <a:pt x="960" y="132"/>
                    <a:pt x="9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6"/>
            <p:cNvSpPr/>
            <p:nvPr/>
          </p:nvSpPr>
          <p:spPr>
            <a:xfrm rot="-5400000" flipH="1">
              <a:off x="1055984" y="601694"/>
              <a:ext cx="27503" cy="36682"/>
            </a:xfrm>
            <a:custGeom>
              <a:avLst/>
              <a:gdLst/>
              <a:ahLst/>
              <a:cxnLst/>
              <a:rect l="l" t="t" r="r" b="b"/>
              <a:pathLst>
                <a:path w="818" h="1091" extrusionOk="0">
                  <a:moveTo>
                    <a:pt x="0" y="1"/>
                  </a:moveTo>
                  <a:cubicBezTo>
                    <a:pt x="0" y="1"/>
                    <a:pt x="142" y="273"/>
                    <a:pt x="415" y="546"/>
                  </a:cubicBezTo>
                  <a:cubicBezTo>
                    <a:pt x="545" y="818"/>
                    <a:pt x="818" y="1091"/>
                    <a:pt x="818" y="1091"/>
                  </a:cubicBezTo>
                  <a:lnTo>
                    <a:pt x="545" y="546"/>
                  </a:lnTo>
                  <a:cubicBezTo>
                    <a:pt x="273" y="132"/>
                    <a:pt x="142" y="1"/>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 name="Google Shape;394;p6"/>
          <p:cNvGrpSpPr/>
          <p:nvPr/>
        </p:nvGrpSpPr>
        <p:grpSpPr>
          <a:xfrm>
            <a:off x="8392049" y="65753"/>
            <a:ext cx="41423" cy="45861"/>
            <a:chOff x="1092449" y="65753"/>
            <a:chExt cx="41423" cy="45861"/>
          </a:xfrm>
        </p:grpSpPr>
        <p:sp>
          <p:nvSpPr>
            <p:cNvPr id="395" name="Google Shape;395;p6"/>
            <p:cNvSpPr/>
            <p:nvPr/>
          </p:nvSpPr>
          <p:spPr>
            <a:xfrm rot="-5400000" flipH="1">
              <a:off x="1110757" y="65771"/>
              <a:ext cx="4808" cy="41423"/>
            </a:xfrm>
            <a:custGeom>
              <a:avLst/>
              <a:gdLst/>
              <a:ahLst/>
              <a:cxnLst/>
              <a:rect l="l" t="t" r="r" b="b"/>
              <a:pathLst>
                <a:path w="143" h="1232" extrusionOk="0">
                  <a:moveTo>
                    <a:pt x="142" y="0"/>
                  </a:moveTo>
                  <a:cubicBezTo>
                    <a:pt x="1" y="0"/>
                    <a:pt x="1" y="273"/>
                    <a:pt x="1" y="687"/>
                  </a:cubicBezTo>
                  <a:cubicBezTo>
                    <a:pt x="1" y="960"/>
                    <a:pt x="1" y="1232"/>
                    <a:pt x="142" y="1232"/>
                  </a:cubicBezTo>
                  <a:lnTo>
                    <a:pt x="142" y="687"/>
                  </a:lnTo>
                  <a:lnTo>
                    <a:pt x="1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6"/>
            <p:cNvSpPr/>
            <p:nvPr/>
          </p:nvSpPr>
          <p:spPr>
            <a:xfrm rot="-5400000" flipH="1">
              <a:off x="1090247" y="86280"/>
              <a:ext cx="45861" cy="4808"/>
            </a:xfrm>
            <a:custGeom>
              <a:avLst/>
              <a:gdLst/>
              <a:ahLst/>
              <a:cxnLst/>
              <a:rect l="l" t="t" r="r" b="b"/>
              <a:pathLst>
                <a:path w="1364" h="143" extrusionOk="0">
                  <a:moveTo>
                    <a:pt x="687" y="0"/>
                  </a:moveTo>
                  <a:cubicBezTo>
                    <a:pt x="273" y="0"/>
                    <a:pt x="1" y="0"/>
                    <a:pt x="1" y="142"/>
                  </a:cubicBezTo>
                  <a:lnTo>
                    <a:pt x="1363" y="142"/>
                  </a:lnTo>
                  <a:cubicBezTo>
                    <a:pt x="1363" y="0"/>
                    <a:pt x="96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6"/>
            <p:cNvSpPr/>
            <p:nvPr/>
          </p:nvSpPr>
          <p:spPr>
            <a:xfrm rot="-5400000" flipH="1">
              <a:off x="1093223" y="74529"/>
              <a:ext cx="36682" cy="28680"/>
            </a:xfrm>
            <a:custGeom>
              <a:avLst/>
              <a:gdLst/>
              <a:ahLst/>
              <a:cxnLst/>
              <a:rect l="l" t="t" r="r" b="b"/>
              <a:pathLst>
                <a:path w="1091" h="853" extrusionOk="0">
                  <a:moveTo>
                    <a:pt x="1090" y="0"/>
                  </a:moveTo>
                  <a:cubicBezTo>
                    <a:pt x="1090" y="0"/>
                    <a:pt x="818" y="131"/>
                    <a:pt x="545" y="403"/>
                  </a:cubicBezTo>
                  <a:cubicBezTo>
                    <a:pt x="273" y="545"/>
                    <a:pt x="1" y="818"/>
                    <a:pt x="131" y="818"/>
                  </a:cubicBezTo>
                  <a:cubicBezTo>
                    <a:pt x="131" y="842"/>
                    <a:pt x="141" y="852"/>
                    <a:pt x="158" y="852"/>
                  </a:cubicBezTo>
                  <a:cubicBezTo>
                    <a:pt x="232" y="852"/>
                    <a:pt x="454" y="652"/>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6"/>
            <p:cNvSpPr/>
            <p:nvPr/>
          </p:nvSpPr>
          <p:spPr>
            <a:xfrm rot="-5400000" flipH="1">
              <a:off x="1101141" y="69704"/>
              <a:ext cx="27503" cy="37960"/>
            </a:xfrm>
            <a:custGeom>
              <a:avLst/>
              <a:gdLst/>
              <a:ahLst/>
              <a:cxnLst/>
              <a:rect l="l" t="t" r="r" b="b"/>
              <a:pathLst>
                <a:path w="818" h="1129" extrusionOk="0">
                  <a:moveTo>
                    <a:pt x="27" y="0"/>
                  </a:moveTo>
                  <a:cubicBezTo>
                    <a:pt x="10" y="0"/>
                    <a:pt x="0" y="12"/>
                    <a:pt x="0" y="39"/>
                  </a:cubicBezTo>
                  <a:lnTo>
                    <a:pt x="273" y="584"/>
                  </a:lnTo>
                  <a:cubicBezTo>
                    <a:pt x="545" y="857"/>
                    <a:pt x="687" y="1129"/>
                    <a:pt x="818" y="1129"/>
                  </a:cubicBezTo>
                  <a:cubicBezTo>
                    <a:pt x="818" y="987"/>
                    <a:pt x="687" y="715"/>
                    <a:pt x="414" y="442"/>
                  </a:cubicBezTo>
                  <a:cubicBezTo>
                    <a:pt x="300" y="221"/>
                    <a:pt x="99"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 name="Google Shape;399;p6"/>
          <p:cNvGrpSpPr/>
          <p:nvPr/>
        </p:nvGrpSpPr>
        <p:grpSpPr>
          <a:xfrm>
            <a:off x="8809256" y="340591"/>
            <a:ext cx="45827" cy="45861"/>
            <a:chOff x="1417856" y="340591"/>
            <a:chExt cx="45827" cy="45861"/>
          </a:xfrm>
        </p:grpSpPr>
        <p:sp>
          <p:nvSpPr>
            <p:cNvPr id="400" name="Google Shape;400;p6"/>
            <p:cNvSpPr/>
            <p:nvPr/>
          </p:nvSpPr>
          <p:spPr>
            <a:xfrm rot="-5400000" flipH="1">
              <a:off x="1438366" y="338406"/>
              <a:ext cx="4808" cy="45827"/>
            </a:xfrm>
            <a:custGeom>
              <a:avLst/>
              <a:gdLst/>
              <a:ahLst/>
              <a:cxnLst/>
              <a:rect l="l" t="t" r="r" b="b"/>
              <a:pathLst>
                <a:path w="143" h="1363" extrusionOk="0">
                  <a:moveTo>
                    <a:pt x="143" y="0"/>
                  </a:moveTo>
                  <a:cubicBezTo>
                    <a:pt x="1" y="0"/>
                    <a:pt x="1" y="273"/>
                    <a:pt x="1" y="676"/>
                  </a:cubicBezTo>
                  <a:cubicBezTo>
                    <a:pt x="1" y="1090"/>
                    <a:pt x="1" y="1363"/>
                    <a:pt x="143" y="1363"/>
                  </a:cubicBezTo>
                  <a:lnTo>
                    <a:pt x="143" y="676"/>
                  </a:lnTo>
                  <a:lnTo>
                    <a:pt x="1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6"/>
            <p:cNvSpPr/>
            <p:nvPr/>
          </p:nvSpPr>
          <p:spPr>
            <a:xfrm rot="-5400000" flipH="1">
              <a:off x="1415470" y="361303"/>
              <a:ext cx="45861" cy="4438"/>
            </a:xfrm>
            <a:custGeom>
              <a:avLst/>
              <a:gdLst/>
              <a:ahLst/>
              <a:cxnLst/>
              <a:rect l="l" t="t" r="r" b="b"/>
              <a:pathLst>
                <a:path w="1364" h="132" extrusionOk="0">
                  <a:moveTo>
                    <a:pt x="688" y="0"/>
                  </a:moveTo>
                  <a:cubicBezTo>
                    <a:pt x="273" y="0"/>
                    <a:pt x="1" y="131"/>
                    <a:pt x="1" y="131"/>
                  </a:cubicBezTo>
                  <a:lnTo>
                    <a:pt x="1363" y="131"/>
                  </a:lnTo>
                  <a:cubicBezTo>
                    <a:pt x="1363" y="131"/>
                    <a:pt x="960" y="0"/>
                    <a:pt x="6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6"/>
            <p:cNvSpPr/>
            <p:nvPr/>
          </p:nvSpPr>
          <p:spPr>
            <a:xfrm rot="-5400000" flipH="1">
              <a:off x="1420059" y="347568"/>
              <a:ext cx="36682" cy="32278"/>
            </a:xfrm>
            <a:custGeom>
              <a:avLst/>
              <a:gdLst/>
              <a:ahLst/>
              <a:cxnLst/>
              <a:rect l="l" t="t" r="r" b="b"/>
              <a:pathLst>
                <a:path w="1091" h="960" extrusionOk="0">
                  <a:moveTo>
                    <a:pt x="1090" y="0"/>
                  </a:moveTo>
                  <a:cubicBezTo>
                    <a:pt x="1090" y="0"/>
                    <a:pt x="818" y="142"/>
                    <a:pt x="546" y="414"/>
                  </a:cubicBezTo>
                  <a:cubicBezTo>
                    <a:pt x="273" y="687"/>
                    <a:pt x="1" y="818"/>
                    <a:pt x="131" y="959"/>
                  </a:cubicBezTo>
                  <a:cubicBezTo>
                    <a:pt x="131" y="959"/>
                    <a:pt x="404" y="818"/>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6"/>
            <p:cNvSpPr/>
            <p:nvPr/>
          </p:nvSpPr>
          <p:spPr>
            <a:xfrm rot="-5400000" flipH="1">
              <a:off x="1426850" y="345181"/>
              <a:ext cx="27503" cy="36682"/>
            </a:xfrm>
            <a:custGeom>
              <a:avLst/>
              <a:gdLst/>
              <a:ahLst/>
              <a:cxnLst/>
              <a:rect l="l" t="t" r="r" b="b"/>
              <a:pathLst>
                <a:path w="818" h="1091" extrusionOk="0">
                  <a:moveTo>
                    <a:pt x="0" y="0"/>
                  </a:moveTo>
                  <a:lnTo>
                    <a:pt x="273" y="545"/>
                  </a:lnTo>
                  <a:cubicBezTo>
                    <a:pt x="545" y="818"/>
                    <a:pt x="687" y="1090"/>
                    <a:pt x="818" y="1090"/>
                  </a:cubicBezTo>
                  <a:cubicBezTo>
                    <a:pt x="818" y="1090"/>
                    <a:pt x="687" y="818"/>
                    <a:pt x="415" y="545"/>
                  </a:cubicBezTo>
                  <a:cubicBezTo>
                    <a:pt x="273" y="142"/>
                    <a:pt x="0"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4" name="Google Shape;404;p6"/>
          <p:cNvGrpSpPr/>
          <p:nvPr/>
        </p:nvGrpSpPr>
        <p:grpSpPr>
          <a:xfrm>
            <a:off x="8304815" y="319574"/>
            <a:ext cx="87223" cy="87912"/>
            <a:chOff x="2178250" y="597138"/>
            <a:chExt cx="41087" cy="41423"/>
          </a:xfrm>
        </p:grpSpPr>
        <p:sp>
          <p:nvSpPr>
            <p:cNvPr id="405" name="Google Shape;405;p6"/>
            <p:cNvSpPr/>
            <p:nvPr/>
          </p:nvSpPr>
          <p:spPr>
            <a:xfrm rot="-5400000" flipH="1">
              <a:off x="2196389" y="597289"/>
              <a:ext cx="4808" cy="41087"/>
            </a:xfrm>
            <a:custGeom>
              <a:avLst/>
              <a:gdLst/>
              <a:ahLst/>
              <a:cxnLst/>
              <a:rect l="l" t="t" r="r" b="b"/>
              <a:pathLst>
                <a:path w="143" h="1222" extrusionOk="0">
                  <a:moveTo>
                    <a:pt x="1" y="0"/>
                  </a:moveTo>
                  <a:lnTo>
                    <a:pt x="1" y="676"/>
                  </a:lnTo>
                  <a:lnTo>
                    <a:pt x="1" y="1221"/>
                  </a:lnTo>
                  <a:cubicBezTo>
                    <a:pt x="143" y="1221"/>
                    <a:pt x="143" y="949"/>
                    <a:pt x="143" y="676"/>
                  </a:cubicBezTo>
                  <a:cubicBezTo>
                    <a:pt x="143" y="273"/>
                    <a:pt x="143"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6"/>
            <p:cNvSpPr/>
            <p:nvPr/>
          </p:nvSpPr>
          <p:spPr>
            <a:xfrm rot="-5400000" flipH="1">
              <a:off x="2178082" y="615630"/>
              <a:ext cx="41423" cy="4438"/>
            </a:xfrm>
            <a:custGeom>
              <a:avLst/>
              <a:gdLst/>
              <a:ahLst/>
              <a:cxnLst/>
              <a:rect l="l" t="t" r="r" b="b"/>
              <a:pathLst>
                <a:path w="1232" h="132" extrusionOk="0">
                  <a:moveTo>
                    <a:pt x="545" y="0"/>
                  </a:moveTo>
                  <a:cubicBezTo>
                    <a:pt x="272" y="0"/>
                    <a:pt x="0" y="0"/>
                    <a:pt x="0" y="131"/>
                  </a:cubicBezTo>
                  <a:lnTo>
                    <a:pt x="1232" y="131"/>
                  </a:lnTo>
                  <a:cubicBezTo>
                    <a:pt x="1232" y="0"/>
                    <a:pt x="959" y="0"/>
                    <a:pt x="5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6"/>
            <p:cNvSpPr/>
            <p:nvPr/>
          </p:nvSpPr>
          <p:spPr>
            <a:xfrm rot="-5400000" flipH="1">
              <a:off x="2178065" y="606468"/>
              <a:ext cx="36682" cy="27503"/>
            </a:xfrm>
            <a:custGeom>
              <a:avLst/>
              <a:gdLst/>
              <a:ahLst/>
              <a:cxnLst/>
              <a:rect l="l" t="t" r="r" b="b"/>
              <a:pathLst>
                <a:path w="1091" h="818" extrusionOk="0">
                  <a:moveTo>
                    <a:pt x="1091" y="0"/>
                  </a:moveTo>
                  <a:cubicBezTo>
                    <a:pt x="949" y="0"/>
                    <a:pt x="818" y="142"/>
                    <a:pt x="546" y="414"/>
                  </a:cubicBezTo>
                  <a:cubicBezTo>
                    <a:pt x="818" y="273"/>
                    <a:pt x="1091" y="0"/>
                    <a:pt x="1091" y="0"/>
                  </a:cubicBezTo>
                  <a:close/>
                  <a:moveTo>
                    <a:pt x="546" y="414"/>
                  </a:moveTo>
                  <a:lnTo>
                    <a:pt x="546" y="414"/>
                  </a:lnTo>
                  <a:cubicBezTo>
                    <a:pt x="273" y="545"/>
                    <a:pt x="1" y="818"/>
                    <a:pt x="1" y="818"/>
                  </a:cubicBezTo>
                  <a:cubicBezTo>
                    <a:pt x="131" y="818"/>
                    <a:pt x="273" y="687"/>
                    <a:pt x="546" y="41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6"/>
            <p:cNvSpPr/>
            <p:nvPr/>
          </p:nvSpPr>
          <p:spPr>
            <a:xfrm rot="-5400000" flipH="1">
              <a:off x="2185041" y="602753"/>
              <a:ext cx="27503" cy="34564"/>
            </a:xfrm>
            <a:custGeom>
              <a:avLst/>
              <a:gdLst/>
              <a:ahLst/>
              <a:cxnLst/>
              <a:rect l="l" t="t" r="r" b="b"/>
              <a:pathLst>
                <a:path w="818" h="1028" extrusionOk="0">
                  <a:moveTo>
                    <a:pt x="24" y="0"/>
                  </a:moveTo>
                  <a:cubicBezTo>
                    <a:pt x="9" y="0"/>
                    <a:pt x="0" y="11"/>
                    <a:pt x="0" y="34"/>
                  </a:cubicBezTo>
                  <a:lnTo>
                    <a:pt x="273" y="579"/>
                  </a:lnTo>
                  <a:cubicBezTo>
                    <a:pt x="497" y="803"/>
                    <a:pt x="633" y="1027"/>
                    <a:pt x="674" y="1027"/>
                  </a:cubicBezTo>
                  <a:cubicBezTo>
                    <a:pt x="683" y="1027"/>
                    <a:pt x="687" y="1017"/>
                    <a:pt x="687" y="993"/>
                  </a:cubicBezTo>
                  <a:cubicBezTo>
                    <a:pt x="818" y="993"/>
                    <a:pt x="687" y="721"/>
                    <a:pt x="415" y="448"/>
                  </a:cubicBezTo>
                  <a:cubicBezTo>
                    <a:pt x="298" y="224"/>
                    <a:pt x="93" y="0"/>
                    <a:pt x="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9" name="Google Shape;409;p6"/>
          <p:cNvSpPr/>
          <p:nvPr/>
        </p:nvSpPr>
        <p:spPr>
          <a:xfrm flipH="1">
            <a:off x="4446227" y="4661300"/>
            <a:ext cx="4697772" cy="482192"/>
          </a:xfrm>
          <a:custGeom>
            <a:avLst/>
            <a:gdLst/>
            <a:ahLst/>
            <a:cxnLst/>
            <a:rect l="l" t="t" r="r" b="b"/>
            <a:pathLst>
              <a:path w="71596" h="16017" extrusionOk="0">
                <a:moveTo>
                  <a:pt x="19034" y="0"/>
                </a:moveTo>
                <a:cubicBezTo>
                  <a:pt x="16196" y="0"/>
                  <a:pt x="12934" y="573"/>
                  <a:pt x="9738" y="1337"/>
                </a:cubicBezTo>
                <a:cubicBezTo>
                  <a:pt x="6370" y="2127"/>
                  <a:pt x="2218" y="2700"/>
                  <a:pt x="1" y="2986"/>
                </a:cubicBezTo>
                <a:lnTo>
                  <a:pt x="1" y="16017"/>
                </a:lnTo>
                <a:lnTo>
                  <a:pt x="71596" y="16017"/>
                </a:lnTo>
                <a:lnTo>
                  <a:pt x="71596" y="14012"/>
                </a:lnTo>
                <a:cubicBezTo>
                  <a:pt x="70737" y="14078"/>
                  <a:pt x="69679" y="14128"/>
                  <a:pt x="68535" y="14128"/>
                </a:cubicBezTo>
                <a:cubicBezTo>
                  <a:pt x="67200" y="14128"/>
                  <a:pt x="65750" y="14060"/>
                  <a:pt x="64362" y="13869"/>
                </a:cubicBezTo>
                <a:cubicBezTo>
                  <a:pt x="60141" y="13365"/>
                  <a:pt x="54413" y="9355"/>
                  <a:pt x="51904" y="8353"/>
                </a:cubicBezTo>
                <a:cubicBezTo>
                  <a:pt x="49470" y="7282"/>
                  <a:pt x="44459" y="6423"/>
                  <a:pt x="41956" y="4630"/>
                </a:cubicBezTo>
                <a:cubicBezTo>
                  <a:pt x="39447" y="2912"/>
                  <a:pt x="37156" y="2414"/>
                  <a:pt x="34006" y="2414"/>
                </a:cubicBezTo>
                <a:cubicBezTo>
                  <a:pt x="30930" y="2414"/>
                  <a:pt x="26348" y="1554"/>
                  <a:pt x="22911" y="478"/>
                </a:cubicBezTo>
                <a:cubicBezTo>
                  <a:pt x="21766" y="144"/>
                  <a:pt x="20453" y="0"/>
                  <a:pt x="190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6"/>
          <p:cNvSpPr/>
          <p:nvPr/>
        </p:nvSpPr>
        <p:spPr>
          <a:xfrm>
            <a:off x="0" y="4826424"/>
            <a:ext cx="9144062" cy="317057"/>
          </a:xfrm>
          <a:custGeom>
            <a:avLst/>
            <a:gdLst/>
            <a:ahLst/>
            <a:cxnLst/>
            <a:rect l="l" t="t" r="r" b="b"/>
            <a:pathLst>
              <a:path w="71596" h="16017" extrusionOk="0">
                <a:moveTo>
                  <a:pt x="19034" y="0"/>
                </a:moveTo>
                <a:cubicBezTo>
                  <a:pt x="16196" y="0"/>
                  <a:pt x="12934" y="573"/>
                  <a:pt x="9738" y="1337"/>
                </a:cubicBezTo>
                <a:cubicBezTo>
                  <a:pt x="6370" y="2127"/>
                  <a:pt x="2218" y="2700"/>
                  <a:pt x="1" y="2986"/>
                </a:cubicBezTo>
                <a:lnTo>
                  <a:pt x="1" y="16017"/>
                </a:lnTo>
                <a:lnTo>
                  <a:pt x="71596" y="16017"/>
                </a:lnTo>
                <a:lnTo>
                  <a:pt x="71596" y="14012"/>
                </a:lnTo>
                <a:cubicBezTo>
                  <a:pt x="70737" y="14078"/>
                  <a:pt x="69679" y="14128"/>
                  <a:pt x="68535" y="14128"/>
                </a:cubicBezTo>
                <a:cubicBezTo>
                  <a:pt x="67200" y="14128"/>
                  <a:pt x="65750" y="14060"/>
                  <a:pt x="64362" y="13869"/>
                </a:cubicBezTo>
                <a:cubicBezTo>
                  <a:pt x="60141" y="13365"/>
                  <a:pt x="54413" y="9355"/>
                  <a:pt x="51904" y="8353"/>
                </a:cubicBezTo>
                <a:cubicBezTo>
                  <a:pt x="49470" y="7282"/>
                  <a:pt x="44459" y="6423"/>
                  <a:pt x="41956" y="4630"/>
                </a:cubicBezTo>
                <a:cubicBezTo>
                  <a:pt x="39447" y="2912"/>
                  <a:pt x="37156" y="2414"/>
                  <a:pt x="34006" y="2414"/>
                </a:cubicBezTo>
                <a:cubicBezTo>
                  <a:pt x="30930" y="2414"/>
                  <a:pt x="26348" y="1554"/>
                  <a:pt x="22911" y="478"/>
                </a:cubicBezTo>
                <a:cubicBezTo>
                  <a:pt x="21766" y="144"/>
                  <a:pt x="20453" y="0"/>
                  <a:pt x="190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1" name="Google Shape;411;p6"/>
          <p:cNvGrpSpPr/>
          <p:nvPr/>
        </p:nvGrpSpPr>
        <p:grpSpPr>
          <a:xfrm rot="-426034">
            <a:off x="86467" y="201042"/>
            <a:ext cx="633477" cy="251071"/>
            <a:chOff x="232208" y="206425"/>
            <a:chExt cx="1361825" cy="539742"/>
          </a:xfrm>
        </p:grpSpPr>
        <p:sp>
          <p:nvSpPr>
            <p:cNvPr id="412" name="Google Shape;412;p6"/>
            <p:cNvSpPr/>
            <p:nvPr/>
          </p:nvSpPr>
          <p:spPr>
            <a:xfrm>
              <a:off x="232208" y="206425"/>
              <a:ext cx="1361825" cy="539742"/>
            </a:xfrm>
            <a:custGeom>
              <a:avLst/>
              <a:gdLst/>
              <a:ahLst/>
              <a:cxnLst/>
              <a:rect l="l" t="t" r="r" b="b"/>
              <a:pathLst>
                <a:path w="37188" h="14739" extrusionOk="0">
                  <a:moveTo>
                    <a:pt x="6922" y="1"/>
                  </a:moveTo>
                  <a:cubicBezTo>
                    <a:pt x="4515" y="1"/>
                    <a:pt x="1" y="4385"/>
                    <a:pt x="1" y="4385"/>
                  </a:cubicBezTo>
                  <a:cubicBezTo>
                    <a:pt x="1" y="4385"/>
                    <a:pt x="29" y="4382"/>
                    <a:pt x="81" y="4382"/>
                  </a:cubicBezTo>
                  <a:cubicBezTo>
                    <a:pt x="402" y="4382"/>
                    <a:pt x="1626" y="4479"/>
                    <a:pt x="2453" y="5889"/>
                  </a:cubicBezTo>
                  <a:cubicBezTo>
                    <a:pt x="3401" y="7382"/>
                    <a:pt x="2856" y="8613"/>
                    <a:pt x="2856" y="8613"/>
                  </a:cubicBezTo>
                  <a:cubicBezTo>
                    <a:pt x="2856" y="8613"/>
                    <a:pt x="4330" y="7631"/>
                    <a:pt x="5881" y="7631"/>
                  </a:cubicBezTo>
                  <a:cubicBezTo>
                    <a:pt x="6331" y="7631"/>
                    <a:pt x="6787" y="7713"/>
                    <a:pt x="7216" y="7927"/>
                  </a:cubicBezTo>
                  <a:cubicBezTo>
                    <a:pt x="9265" y="8886"/>
                    <a:pt x="9265" y="11065"/>
                    <a:pt x="9265" y="11065"/>
                  </a:cubicBezTo>
                  <a:cubicBezTo>
                    <a:pt x="9265" y="11065"/>
                    <a:pt x="10148" y="10067"/>
                    <a:pt x="11613" y="10067"/>
                  </a:cubicBezTo>
                  <a:cubicBezTo>
                    <a:pt x="11775" y="10067"/>
                    <a:pt x="11944" y="10079"/>
                    <a:pt x="12120" y="10106"/>
                  </a:cubicBezTo>
                  <a:cubicBezTo>
                    <a:pt x="13897" y="10379"/>
                    <a:pt x="14572" y="12831"/>
                    <a:pt x="14572" y="12831"/>
                  </a:cubicBezTo>
                  <a:cubicBezTo>
                    <a:pt x="14572" y="12831"/>
                    <a:pt x="15115" y="11970"/>
                    <a:pt x="15618" y="11970"/>
                  </a:cubicBezTo>
                  <a:cubicBezTo>
                    <a:pt x="15681" y="11970"/>
                    <a:pt x="15743" y="11983"/>
                    <a:pt x="15804" y="12014"/>
                  </a:cubicBezTo>
                  <a:cubicBezTo>
                    <a:pt x="16207" y="12155"/>
                    <a:pt x="17166" y="14193"/>
                    <a:pt x="18659" y="14738"/>
                  </a:cubicBezTo>
                  <a:cubicBezTo>
                    <a:pt x="20022" y="14193"/>
                    <a:pt x="20981" y="12155"/>
                    <a:pt x="21384" y="12014"/>
                  </a:cubicBezTo>
                  <a:cubicBezTo>
                    <a:pt x="21445" y="11983"/>
                    <a:pt x="21507" y="11970"/>
                    <a:pt x="21570" y="11970"/>
                  </a:cubicBezTo>
                  <a:cubicBezTo>
                    <a:pt x="22073" y="11970"/>
                    <a:pt x="22616" y="12831"/>
                    <a:pt x="22616" y="12831"/>
                  </a:cubicBezTo>
                  <a:cubicBezTo>
                    <a:pt x="22616" y="12831"/>
                    <a:pt x="23291" y="10379"/>
                    <a:pt x="25068" y="10106"/>
                  </a:cubicBezTo>
                  <a:cubicBezTo>
                    <a:pt x="25244" y="10079"/>
                    <a:pt x="25413" y="10067"/>
                    <a:pt x="25575" y="10067"/>
                  </a:cubicBezTo>
                  <a:cubicBezTo>
                    <a:pt x="27040" y="10067"/>
                    <a:pt x="27923" y="11065"/>
                    <a:pt x="27923" y="11065"/>
                  </a:cubicBezTo>
                  <a:cubicBezTo>
                    <a:pt x="27923" y="11065"/>
                    <a:pt x="27923" y="8886"/>
                    <a:pt x="29972" y="7927"/>
                  </a:cubicBezTo>
                  <a:cubicBezTo>
                    <a:pt x="30401" y="7713"/>
                    <a:pt x="30857" y="7631"/>
                    <a:pt x="31307" y="7631"/>
                  </a:cubicBezTo>
                  <a:cubicBezTo>
                    <a:pt x="32858" y="7631"/>
                    <a:pt x="34332" y="8613"/>
                    <a:pt x="34332" y="8613"/>
                  </a:cubicBezTo>
                  <a:cubicBezTo>
                    <a:pt x="34332" y="8613"/>
                    <a:pt x="33787" y="7382"/>
                    <a:pt x="34735" y="5889"/>
                  </a:cubicBezTo>
                  <a:cubicBezTo>
                    <a:pt x="35562" y="4479"/>
                    <a:pt x="36785" y="4382"/>
                    <a:pt x="37107" y="4382"/>
                  </a:cubicBezTo>
                  <a:cubicBezTo>
                    <a:pt x="37159" y="4382"/>
                    <a:pt x="37187" y="4385"/>
                    <a:pt x="37187" y="4385"/>
                  </a:cubicBezTo>
                  <a:cubicBezTo>
                    <a:pt x="37187" y="4385"/>
                    <a:pt x="32673" y="1"/>
                    <a:pt x="30266" y="1"/>
                  </a:cubicBezTo>
                  <a:cubicBezTo>
                    <a:pt x="30164" y="1"/>
                    <a:pt x="30066" y="9"/>
                    <a:pt x="29972" y="25"/>
                  </a:cubicBezTo>
                  <a:cubicBezTo>
                    <a:pt x="27520" y="439"/>
                    <a:pt x="25068" y="3709"/>
                    <a:pt x="23291" y="5202"/>
                  </a:cubicBezTo>
                  <a:cubicBezTo>
                    <a:pt x="21995" y="6306"/>
                    <a:pt x="21063" y="6453"/>
                    <a:pt x="20659" y="6453"/>
                  </a:cubicBezTo>
                  <a:cubicBezTo>
                    <a:pt x="20513" y="6453"/>
                    <a:pt x="20436" y="6433"/>
                    <a:pt x="20436" y="6433"/>
                  </a:cubicBezTo>
                  <a:cubicBezTo>
                    <a:pt x="20436" y="6433"/>
                    <a:pt x="21929" y="3840"/>
                    <a:pt x="21253" y="3022"/>
                  </a:cubicBezTo>
                  <a:lnTo>
                    <a:pt x="21253" y="3022"/>
                  </a:lnTo>
                  <a:cubicBezTo>
                    <a:pt x="20436" y="3436"/>
                    <a:pt x="19749" y="4657"/>
                    <a:pt x="19749" y="4657"/>
                  </a:cubicBezTo>
                  <a:cubicBezTo>
                    <a:pt x="19379" y="4508"/>
                    <a:pt x="18967" y="4401"/>
                    <a:pt x="18536" y="4401"/>
                  </a:cubicBezTo>
                  <a:cubicBezTo>
                    <a:pt x="18179" y="4401"/>
                    <a:pt x="17809" y="4474"/>
                    <a:pt x="17439" y="4657"/>
                  </a:cubicBezTo>
                  <a:cubicBezTo>
                    <a:pt x="17439" y="4657"/>
                    <a:pt x="16752" y="3436"/>
                    <a:pt x="15935" y="3022"/>
                  </a:cubicBezTo>
                  <a:lnTo>
                    <a:pt x="15935" y="3022"/>
                  </a:lnTo>
                  <a:cubicBezTo>
                    <a:pt x="15259" y="3840"/>
                    <a:pt x="16752" y="6433"/>
                    <a:pt x="16752" y="6433"/>
                  </a:cubicBezTo>
                  <a:cubicBezTo>
                    <a:pt x="16752" y="6433"/>
                    <a:pt x="16675" y="6453"/>
                    <a:pt x="16529" y="6453"/>
                  </a:cubicBezTo>
                  <a:cubicBezTo>
                    <a:pt x="16125" y="6453"/>
                    <a:pt x="15193" y="6306"/>
                    <a:pt x="13897" y="5202"/>
                  </a:cubicBezTo>
                  <a:cubicBezTo>
                    <a:pt x="12120" y="3709"/>
                    <a:pt x="9668" y="439"/>
                    <a:pt x="7216" y="25"/>
                  </a:cubicBezTo>
                  <a:cubicBezTo>
                    <a:pt x="7122" y="9"/>
                    <a:pt x="7024" y="1"/>
                    <a:pt x="69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3" name="Google Shape;413;p6"/>
            <p:cNvGrpSpPr/>
            <p:nvPr/>
          </p:nvGrpSpPr>
          <p:grpSpPr>
            <a:xfrm rot="612083">
              <a:off x="872938" y="394726"/>
              <a:ext cx="89972" cy="49127"/>
              <a:chOff x="3467344" y="1694749"/>
              <a:chExt cx="114969" cy="62784"/>
            </a:xfrm>
          </p:grpSpPr>
          <p:sp>
            <p:nvSpPr>
              <p:cNvPr id="414" name="Google Shape;414;p6"/>
              <p:cNvSpPr/>
              <p:nvPr/>
            </p:nvSpPr>
            <p:spPr>
              <a:xfrm>
                <a:off x="3545727" y="1694749"/>
                <a:ext cx="36586" cy="56634"/>
              </a:xfrm>
              <a:custGeom>
                <a:avLst/>
                <a:gdLst/>
                <a:ahLst/>
                <a:cxnLst/>
                <a:rect l="l" t="t" r="r" b="b"/>
                <a:pathLst>
                  <a:path w="1053" h="1630" extrusionOk="0">
                    <a:moveTo>
                      <a:pt x="828" y="1"/>
                    </a:moveTo>
                    <a:cubicBezTo>
                      <a:pt x="627" y="552"/>
                      <a:pt x="76" y="853"/>
                      <a:pt x="76" y="853"/>
                    </a:cubicBezTo>
                    <a:cubicBezTo>
                      <a:pt x="51" y="1103"/>
                      <a:pt x="25" y="1379"/>
                      <a:pt x="0" y="1630"/>
                    </a:cubicBezTo>
                    <a:cubicBezTo>
                      <a:pt x="1053" y="1304"/>
                      <a:pt x="828" y="1"/>
                      <a:pt x="8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6"/>
              <p:cNvSpPr/>
              <p:nvPr/>
            </p:nvSpPr>
            <p:spPr>
              <a:xfrm>
                <a:off x="3467344" y="1713928"/>
                <a:ext cx="46211" cy="43605"/>
              </a:xfrm>
              <a:custGeom>
                <a:avLst/>
                <a:gdLst/>
                <a:ahLst/>
                <a:cxnLst/>
                <a:rect l="l" t="t" r="r" b="b"/>
                <a:pathLst>
                  <a:path w="1330" h="1255" extrusionOk="0">
                    <a:moveTo>
                      <a:pt x="1" y="0"/>
                    </a:moveTo>
                    <a:lnTo>
                      <a:pt x="1" y="0"/>
                    </a:lnTo>
                    <a:cubicBezTo>
                      <a:pt x="1" y="0"/>
                      <a:pt x="218" y="1255"/>
                      <a:pt x="1268" y="1255"/>
                    </a:cubicBezTo>
                    <a:cubicBezTo>
                      <a:pt x="1288" y="1255"/>
                      <a:pt x="1308" y="1254"/>
                      <a:pt x="1329" y="1253"/>
                    </a:cubicBezTo>
                    <a:cubicBezTo>
                      <a:pt x="1204" y="1003"/>
                      <a:pt x="1104" y="777"/>
                      <a:pt x="978" y="526"/>
                    </a:cubicBezTo>
                    <a:cubicBezTo>
                      <a:pt x="978" y="526"/>
                      <a:pt x="377" y="45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16" name="Google Shape;416;p6"/>
          <p:cNvSpPr/>
          <p:nvPr/>
        </p:nvSpPr>
        <p:spPr>
          <a:xfrm rot="-492317">
            <a:off x="8484300" y="149027"/>
            <a:ext cx="535981" cy="166705"/>
          </a:xfrm>
          <a:custGeom>
            <a:avLst/>
            <a:gdLst/>
            <a:ahLst/>
            <a:cxnLst/>
            <a:rect l="l" t="t" r="r" b="b"/>
            <a:pathLst>
              <a:path w="36168" h="7761" extrusionOk="0">
                <a:moveTo>
                  <a:pt x="1190" y="7066"/>
                </a:moveTo>
                <a:cubicBezTo>
                  <a:pt x="1187" y="7072"/>
                  <a:pt x="1184" y="7079"/>
                  <a:pt x="1181" y="7085"/>
                </a:cubicBezTo>
                <a:cubicBezTo>
                  <a:pt x="1186" y="7080"/>
                  <a:pt x="1189" y="7073"/>
                  <a:pt x="1190" y="7066"/>
                </a:cubicBezTo>
                <a:close/>
                <a:moveTo>
                  <a:pt x="34958" y="7069"/>
                </a:moveTo>
                <a:cubicBezTo>
                  <a:pt x="34960" y="7075"/>
                  <a:pt x="34962" y="7081"/>
                  <a:pt x="34967" y="7085"/>
                </a:cubicBezTo>
                <a:cubicBezTo>
                  <a:pt x="34964" y="7080"/>
                  <a:pt x="34961" y="7074"/>
                  <a:pt x="34958" y="7069"/>
                </a:cubicBezTo>
                <a:close/>
                <a:moveTo>
                  <a:pt x="12352" y="1"/>
                </a:moveTo>
                <a:cubicBezTo>
                  <a:pt x="5409" y="1"/>
                  <a:pt x="1867" y="2453"/>
                  <a:pt x="1050" y="4219"/>
                </a:cubicBezTo>
                <a:cubicBezTo>
                  <a:pt x="1" y="5928"/>
                  <a:pt x="1223" y="6871"/>
                  <a:pt x="1190" y="7066"/>
                </a:cubicBezTo>
                <a:lnTo>
                  <a:pt x="1190" y="7066"/>
                </a:lnTo>
                <a:cubicBezTo>
                  <a:pt x="1877" y="5716"/>
                  <a:pt x="2904" y="5260"/>
                  <a:pt x="3878" y="5260"/>
                </a:cubicBezTo>
                <a:cubicBezTo>
                  <a:pt x="4267" y="5260"/>
                  <a:pt x="4648" y="5333"/>
                  <a:pt x="4995" y="5450"/>
                </a:cubicBezTo>
                <a:cubicBezTo>
                  <a:pt x="6357" y="5723"/>
                  <a:pt x="7175" y="6540"/>
                  <a:pt x="7175" y="6540"/>
                </a:cubicBezTo>
                <a:cubicBezTo>
                  <a:pt x="7092" y="5242"/>
                  <a:pt x="7770" y="4767"/>
                  <a:pt x="8591" y="4767"/>
                </a:cubicBezTo>
                <a:cubicBezTo>
                  <a:pt x="9066" y="4767"/>
                  <a:pt x="9590" y="4926"/>
                  <a:pt x="10041" y="5178"/>
                </a:cubicBezTo>
                <a:cubicBezTo>
                  <a:pt x="11404" y="5723"/>
                  <a:pt x="12352" y="6943"/>
                  <a:pt x="12493" y="6943"/>
                </a:cubicBezTo>
                <a:cubicBezTo>
                  <a:pt x="12493" y="6163"/>
                  <a:pt x="12762" y="5876"/>
                  <a:pt x="13118" y="5876"/>
                </a:cubicBezTo>
                <a:cubicBezTo>
                  <a:pt x="13384" y="5876"/>
                  <a:pt x="13698" y="6035"/>
                  <a:pt x="13987" y="6268"/>
                </a:cubicBezTo>
                <a:cubicBezTo>
                  <a:pt x="14804" y="6813"/>
                  <a:pt x="15218" y="7761"/>
                  <a:pt x="15218" y="7761"/>
                </a:cubicBezTo>
                <a:cubicBezTo>
                  <a:pt x="15218" y="7079"/>
                  <a:pt x="15400" y="6864"/>
                  <a:pt x="15632" y="6864"/>
                </a:cubicBezTo>
                <a:cubicBezTo>
                  <a:pt x="16000" y="6864"/>
                  <a:pt x="16493" y="7408"/>
                  <a:pt x="16580" y="7488"/>
                </a:cubicBezTo>
                <a:cubicBezTo>
                  <a:pt x="16439" y="6671"/>
                  <a:pt x="16580" y="6126"/>
                  <a:pt x="16711" y="5581"/>
                </a:cubicBezTo>
                <a:cubicBezTo>
                  <a:pt x="16984" y="6268"/>
                  <a:pt x="17529" y="6813"/>
                  <a:pt x="18074" y="6813"/>
                </a:cubicBezTo>
                <a:cubicBezTo>
                  <a:pt x="18618" y="6813"/>
                  <a:pt x="19163" y="6268"/>
                  <a:pt x="19436" y="5581"/>
                </a:cubicBezTo>
                <a:cubicBezTo>
                  <a:pt x="19578" y="6126"/>
                  <a:pt x="19708" y="6671"/>
                  <a:pt x="19578" y="7488"/>
                </a:cubicBezTo>
                <a:cubicBezTo>
                  <a:pt x="19658" y="7408"/>
                  <a:pt x="20153" y="6864"/>
                  <a:pt x="20523" y="6864"/>
                </a:cubicBezTo>
                <a:cubicBezTo>
                  <a:pt x="20756" y="6864"/>
                  <a:pt x="20940" y="7079"/>
                  <a:pt x="20940" y="7761"/>
                </a:cubicBezTo>
                <a:cubicBezTo>
                  <a:pt x="20940" y="7761"/>
                  <a:pt x="21343" y="6813"/>
                  <a:pt x="22161" y="6268"/>
                </a:cubicBezTo>
                <a:cubicBezTo>
                  <a:pt x="22454" y="6035"/>
                  <a:pt x="22794" y="5876"/>
                  <a:pt x="23079" y="5876"/>
                </a:cubicBezTo>
                <a:cubicBezTo>
                  <a:pt x="23460" y="5876"/>
                  <a:pt x="23740" y="6163"/>
                  <a:pt x="23665" y="6943"/>
                </a:cubicBezTo>
                <a:cubicBezTo>
                  <a:pt x="23795" y="6943"/>
                  <a:pt x="24754" y="5723"/>
                  <a:pt x="26117" y="5178"/>
                </a:cubicBezTo>
                <a:cubicBezTo>
                  <a:pt x="26564" y="4926"/>
                  <a:pt x="27087" y="4767"/>
                  <a:pt x="27562" y="4767"/>
                </a:cubicBezTo>
                <a:cubicBezTo>
                  <a:pt x="28382" y="4767"/>
                  <a:pt x="29062" y="5242"/>
                  <a:pt x="28972" y="6540"/>
                </a:cubicBezTo>
                <a:cubicBezTo>
                  <a:pt x="28972" y="6540"/>
                  <a:pt x="29790" y="5723"/>
                  <a:pt x="31152" y="5450"/>
                </a:cubicBezTo>
                <a:cubicBezTo>
                  <a:pt x="31502" y="5333"/>
                  <a:pt x="31885" y="5260"/>
                  <a:pt x="32276" y="5260"/>
                </a:cubicBezTo>
                <a:cubicBezTo>
                  <a:pt x="33254" y="5260"/>
                  <a:pt x="34280" y="5717"/>
                  <a:pt x="34958" y="7069"/>
                </a:cubicBezTo>
                <a:lnTo>
                  <a:pt x="34958" y="7069"/>
                </a:lnTo>
                <a:cubicBezTo>
                  <a:pt x="34921" y="6881"/>
                  <a:pt x="36167" y="5938"/>
                  <a:pt x="35239" y="4219"/>
                </a:cubicBezTo>
                <a:cubicBezTo>
                  <a:pt x="34291" y="2453"/>
                  <a:pt x="30749" y="1"/>
                  <a:pt x="23795" y="1"/>
                </a:cubicBezTo>
                <a:cubicBezTo>
                  <a:pt x="23795" y="1"/>
                  <a:pt x="22302" y="1767"/>
                  <a:pt x="20122" y="2584"/>
                </a:cubicBezTo>
                <a:lnTo>
                  <a:pt x="20122" y="2312"/>
                </a:lnTo>
                <a:cubicBezTo>
                  <a:pt x="20122" y="1908"/>
                  <a:pt x="20395" y="1767"/>
                  <a:pt x="20395" y="1767"/>
                </a:cubicBezTo>
                <a:cubicBezTo>
                  <a:pt x="20323" y="1753"/>
                  <a:pt x="20255" y="1747"/>
                  <a:pt x="20189" y="1747"/>
                </a:cubicBezTo>
                <a:cubicBezTo>
                  <a:pt x="19627" y="1747"/>
                  <a:pt x="19290" y="2209"/>
                  <a:pt x="19163" y="2453"/>
                </a:cubicBezTo>
                <a:cubicBezTo>
                  <a:pt x="18618" y="2181"/>
                  <a:pt x="18074" y="2181"/>
                  <a:pt x="18074" y="2181"/>
                </a:cubicBezTo>
                <a:cubicBezTo>
                  <a:pt x="18074" y="2181"/>
                  <a:pt x="17529" y="2181"/>
                  <a:pt x="16984" y="2453"/>
                </a:cubicBezTo>
                <a:cubicBezTo>
                  <a:pt x="16867" y="2209"/>
                  <a:pt x="16522" y="1747"/>
                  <a:pt x="15966" y="1747"/>
                </a:cubicBezTo>
                <a:cubicBezTo>
                  <a:pt x="15901" y="1747"/>
                  <a:pt x="15834" y="1753"/>
                  <a:pt x="15763" y="1767"/>
                </a:cubicBezTo>
                <a:cubicBezTo>
                  <a:pt x="15763" y="1767"/>
                  <a:pt x="16035" y="1908"/>
                  <a:pt x="16035" y="2312"/>
                </a:cubicBezTo>
                <a:lnTo>
                  <a:pt x="16035" y="2584"/>
                </a:lnTo>
                <a:cubicBezTo>
                  <a:pt x="13987" y="1767"/>
                  <a:pt x="12352" y="1"/>
                  <a:pt x="123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417"/>
        <p:cNvGrpSpPr/>
        <p:nvPr/>
      </p:nvGrpSpPr>
      <p:grpSpPr>
        <a:xfrm>
          <a:off x="0" y="0"/>
          <a:ext cx="0" cy="0"/>
          <a:chOff x="0" y="0"/>
          <a:chExt cx="0" cy="0"/>
        </a:xfrm>
      </p:grpSpPr>
      <p:sp>
        <p:nvSpPr>
          <p:cNvPr id="418" name="Google Shape;418;p7"/>
          <p:cNvSpPr txBox="1">
            <a:spLocks noGrp="1"/>
          </p:cNvSpPr>
          <p:nvPr>
            <p:ph type="title"/>
          </p:nvPr>
        </p:nvSpPr>
        <p:spPr>
          <a:xfrm>
            <a:off x="720000" y="4450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r>
              <a:rPr lang="en-US"/>
              <a:t>Click to edit Master title style</a:t>
            </a:r>
            <a:endParaRPr/>
          </a:p>
        </p:txBody>
      </p:sp>
      <p:sp>
        <p:nvSpPr>
          <p:cNvPr id="419" name="Google Shape;419;p7"/>
          <p:cNvSpPr txBox="1">
            <a:spLocks noGrp="1"/>
          </p:cNvSpPr>
          <p:nvPr>
            <p:ph type="body" idx="1"/>
          </p:nvPr>
        </p:nvSpPr>
        <p:spPr>
          <a:xfrm>
            <a:off x="4311725" y="1913300"/>
            <a:ext cx="4015200" cy="21519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Char char="●"/>
              <a:defRPr sz="1400"/>
            </a:lvl1pPr>
            <a:lvl2pPr marL="914400" lvl="1" indent="-317500" rtl="0">
              <a:lnSpc>
                <a:spcPct val="115000"/>
              </a:lnSpc>
              <a:spcBef>
                <a:spcPts val="0"/>
              </a:spcBef>
              <a:spcAft>
                <a:spcPts val="0"/>
              </a:spcAft>
              <a:buSzPts val="1400"/>
              <a:buChar char="○"/>
              <a:defRPr/>
            </a:lvl2pPr>
            <a:lvl3pPr marL="1371600" lvl="2" indent="-317500" rtl="0">
              <a:lnSpc>
                <a:spcPct val="115000"/>
              </a:lnSpc>
              <a:spcBef>
                <a:spcPts val="0"/>
              </a:spcBef>
              <a:spcAft>
                <a:spcPts val="0"/>
              </a:spcAft>
              <a:buSzPts val="1400"/>
              <a:buChar char="■"/>
              <a:defRPr/>
            </a:lvl3pPr>
            <a:lvl4pPr marL="1828800" lvl="3" indent="-317500" rtl="0">
              <a:lnSpc>
                <a:spcPct val="115000"/>
              </a:lnSpc>
              <a:spcBef>
                <a:spcPts val="0"/>
              </a:spcBef>
              <a:spcAft>
                <a:spcPts val="0"/>
              </a:spcAft>
              <a:buSzPts val="1400"/>
              <a:buChar char="●"/>
              <a:defRPr/>
            </a:lvl4pPr>
            <a:lvl5pPr marL="2286000" lvl="4" indent="-317500" rtl="0">
              <a:lnSpc>
                <a:spcPct val="115000"/>
              </a:lnSpc>
              <a:spcBef>
                <a:spcPts val="0"/>
              </a:spcBef>
              <a:spcAft>
                <a:spcPts val="0"/>
              </a:spcAft>
              <a:buSzPts val="1400"/>
              <a:buChar char="○"/>
              <a:defRPr/>
            </a:lvl5pPr>
            <a:lvl6pPr marL="2743200" lvl="5" indent="-317500" rtl="0">
              <a:lnSpc>
                <a:spcPct val="115000"/>
              </a:lnSpc>
              <a:spcBef>
                <a:spcPts val="0"/>
              </a:spcBef>
              <a:spcAft>
                <a:spcPts val="0"/>
              </a:spcAft>
              <a:buSzPts val="1400"/>
              <a:buChar char="■"/>
              <a:defRPr/>
            </a:lvl6pPr>
            <a:lvl7pPr marL="3200400" lvl="6" indent="-317500" rtl="0">
              <a:lnSpc>
                <a:spcPct val="115000"/>
              </a:lnSpc>
              <a:spcBef>
                <a:spcPts val="0"/>
              </a:spcBef>
              <a:spcAft>
                <a:spcPts val="0"/>
              </a:spcAft>
              <a:buSzPts val="1400"/>
              <a:buChar char="●"/>
              <a:defRPr/>
            </a:lvl7pPr>
            <a:lvl8pPr marL="3657600" lvl="7" indent="-317500" rtl="0">
              <a:lnSpc>
                <a:spcPct val="115000"/>
              </a:lnSpc>
              <a:spcBef>
                <a:spcPts val="0"/>
              </a:spcBef>
              <a:spcAft>
                <a:spcPts val="0"/>
              </a:spcAft>
              <a:buSzPts val="1400"/>
              <a:buChar char="○"/>
              <a:defRPr/>
            </a:lvl8pPr>
            <a:lvl9pPr marL="4114800" lvl="8" indent="-317500" rtl="0">
              <a:lnSpc>
                <a:spcPct val="115000"/>
              </a:lnSpc>
              <a:spcBef>
                <a:spcPts val="0"/>
              </a:spcBef>
              <a:spcAft>
                <a:spcPts val="0"/>
              </a:spcAft>
              <a:buSzPts val="1400"/>
              <a:buChar char="■"/>
              <a:defRPr/>
            </a:lvl9pPr>
          </a:lstStyle>
          <a:p>
            <a:pPr lvl="0"/>
            <a:r>
              <a:rPr lang="en-US"/>
              <a:t>Click to edit Master text styles</a:t>
            </a:r>
          </a:p>
        </p:txBody>
      </p:sp>
      <p:sp>
        <p:nvSpPr>
          <p:cNvPr id="420" name="Google Shape;420;p7"/>
          <p:cNvSpPr>
            <a:spLocks noGrp="1"/>
          </p:cNvSpPr>
          <p:nvPr>
            <p:ph type="pic" idx="2"/>
          </p:nvPr>
        </p:nvSpPr>
        <p:spPr>
          <a:xfrm>
            <a:off x="1250775" y="1560050"/>
            <a:ext cx="2862000" cy="2858400"/>
          </a:xfrm>
          <a:prstGeom prst="ellipse">
            <a:avLst/>
          </a:prstGeom>
          <a:noFill/>
          <a:ln>
            <a:noFill/>
          </a:ln>
        </p:spPr>
        <p:txBody>
          <a:bodyPr/>
          <a:lstStyle/>
          <a:p>
            <a:r>
              <a:rPr lang="en-US"/>
              <a:t>Click icon to add picture</a:t>
            </a:r>
          </a:p>
        </p:txBody>
      </p:sp>
      <p:sp>
        <p:nvSpPr>
          <p:cNvPr id="421" name="Google Shape;421;p7"/>
          <p:cNvSpPr/>
          <p:nvPr/>
        </p:nvSpPr>
        <p:spPr>
          <a:xfrm>
            <a:off x="431175" y="-3887"/>
            <a:ext cx="502148" cy="5076887"/>
          </a:xfrm>
          <a:custGeom>
            <a:avLst/>
            <a:gdLst/>
            <a:ahLst/>
            <a:cxnLst/>
            <a:rect l="l" t="t" r="r" b="b"/>
            <a:pathLst>
              <a:path w="5692" h="41247" extrusionOk="0">
                <a:moveTo>
                  <a:pt x="2217" y="1"/>
                </a:moveTo>
                <a:cubicBezTo>
                  <a:pt x="2217" y="1"/>
                  <a:pt x="2647" y="6375"/>
                  <a:pt x="2578" y="9022"/>
                </a:cubicBezTo>
                <a:cubicBezTo>
                  <a:pt x="2504" y="10024"/>
                  <a:pt x="2504" y="11101"/>
                  <a:pt x="2435" y="12246"/>
                </a:cubicBezTo>
                <a:lnTo>
                  <a:pt x="1003" y="11387"/>
                </a:lnTo>
                <a:lnTo>
                  <a:pt x="785" y="11530"/>
                </a:lnTo>
                <a:lnTo>
                  <a:pt x="2435" y="12458"/>
                </a:lnTo>
                <a:cubicBezTo>
                  <a:pt x="2435" y="14176"/>
                  <a:pt x="2361" y="16038"/>
                  <a:pt x="2435" y="17756"/>
                </a:cubicBezTo>
                <a:cubicBezTo>
                  <a:pt x="2504" y="20620"/>
                  <a:pt x="2361" y="22556"/>
                  <a:pt x="2149" y="24560"/>
                </a:cubicBezTo>
                <a:lnTo>
                  <a:pt x="1003" y="23913"/>
                </a:lnTo>
                <a:lnTo>
                  <a:pt x="785" y="24056"/>
                </a:lnTo>
                <a:lnTo>
                  <a:pt x="2149" y="24772"/>
                </a:lnTo>
                <a:lnTo>
                  <a:pt x="2149" y="24916"/>
                </a:lnTo>
                <a:cubicBezTo>
                  <a:pt x="1931" y="27138"/>
                  <a:pt x="2074" y="31434"/>
                  <a:pt x="2074" y="32722"/>
                </a:cubicBezTo>
                <a:cubicBezTo>
                  <a:pt x="2074" y="34011"/>
                  <a:pt x="2292" y="36016"/>
                  <a:pt x="2149" y="36944"/>
                </a:cubicBezTo>
                <a:cubicBezTo>
                  <a:pt x="2074" y="37946"/>
                  <a:pt x="1576" y="39595"/>
                  <a:pt x="1433" y="39882"/>
                </a:cubicBezTo>
                <a:cubicBezTo>
                  <a:pt x="1289" y="40168"/>
                  <a:pt x="1" y="40523"/>
                  <a:pt x="69" y="40598"/>
                </a:cubicBezTo>
                <a:cubicBezTo>
                  <a:pt x="183" y="40598"/>
                  <a:pt x="975" y="40688"/>
                  <a:pt x="1403" y="40688"/>
                </a:cubicBezTo>
                <a:cubicBezTo>
                  <a:pt x="1514" y="40688"/>
                  <a:pt x="1601" y="40682"/>
                  <a:pt x="1645" y="40666"/>
                </a:cubicBezTo>
                <a:cubicBezTo>
                  <a:pt x="1918" y="40601"/>
                  <a:pt x="2322" y="39877"/>
                  <a:pt x="2607" y="39877"/>
                </a:cubicBezTo>
                <a:cubicBezTo>
                  <a:pt x="2621" y="39877"/>
                  <a:pt x="2634" y="39878"/>
                  <a:pt x="2647" y="39882"/>
                </a:cubicBezTo>
                <a:cubicBezTo>
                  <a:pt x="2933" y="39950"/>
                  <a:pt x="2647" y="40380"/>
                  <a:pt x="2647" y="40598"/>
                </a:cubicBezTo>
                <a:cubicBezTo>
                  <a:pt x="2647" y="40795"/>
                  <a:pt x="2771" y="41247"/>
                  <a:pt x="2904" y="41247"/>
                </a:cubicBezTo>
                <a:cubicBezTo>
                  <a:pt x="2914" y="41247"/>
                  <a:pt x="2924" y="41244"/>
                  <a:pt x="2933" y="41239"/>
                </a:cubicBezTo>
                <a:cubicBezTo>
                  <a:pt x="3008" y="41170"/>
                  <a:pt x="3294" y="40455"/>
                  <a:pt x="3437" y="40380"/>
                </a:cubicBezTo>
                <a:cubicBezTo>
                  <a:pt x="3452" y="40373"/>
                  <a:pt x="3474" y="40370"/>
                  <a:pt x="3502" y="40370"/>
                </a:cubicBezTo>
                <a:cubicBezTo>
                  <a:pt x="3739" y="40370"/>
                  <a:pt x="4395" y="40613"/>
                  <a:pt x="4652" y="40741"/>
                </a:cubicBezTo>
                <a:cubicBezTo>
                  <a:pt x="4918" y="40792"/>
                  <a:pt x="5415" y="40961"/>
                  <a:pt x="5600" y="40961"/>
                </a:cubicBezTo>
                <a:cubicBezTo>
                  <a:pt x="5665" y="40961"/>
                  <a:pt x="5691" y="40940"/>
                  <a:pt x="5654" y="40884"/>
                </a:cubicBezTo>
                <a:cubicBezTo>
                  <a:pt x="5511" y="40666"/>
                  <a:pt x="4726" y="40025"/>
                  <a:pt x="4440" y="39595"/>
                </a:cubicBezTo>
                <a:cubicBezTo>
                  <a:pt x="4153" y="39091"/>
                  <a:pt x="4079" y="36371"/>
                  <a:pt x="4010" y="35013"/>
                </a:cubicBezTo>
                <a:cubicBezTo>
                  <a:pt x="3936" y="33650"/>
                  <a:pt x="3581" y="29211"/>
                  <a:pt x="3437" y="27493"/>
                </a:cubicBezTo>
                <a:lnTo>
                  <a:pt x="5299" y="26491"/>
                </a:lnTo>
                <a:lnTo>
                  <a:pt x="5081" y="26347"/>
                </a:lnTo>
                <a:lnTo>
                  <a:pt x="3437" y="27281"/>
                </a:lnTo>
                <a:cubicBezTo>
                  <a:pt x="3363" y="25488"/>
                  <a:pt x="3581" y="19692"/>
                  <a:pt x="3581" y="17115"/>
                </a:cubicBezTo>
                <a:lnTo>
                  <a:pt x="4938" y="16255"/>
                </a:lnTo>
                <a:lnTo>
                  <a:pt x="4795" y="16181"/>
                </a:lnTo>
                <a:lnTo>
                  <a:pt x="3581" y="16828"/>
                </a:lnTo>
                <a:cubicBezTo>
                  <a:pt x="3581" y="16685"/>
                  <a:pt x="3506" y="16467"/>
                  <a:pt x="3506" y="16324"/>
                </a:cubicBezTo>
                <a:cubicBezTo>
                  <a:pt x="3506" y="14251"/>
                  <a:pt x="3867" y="11456"/>
                  <a:pt x="3936" y="8953"/>
                </a:cubicBezTo>
                <a:cubicBezTo>
                  <a:pt x="4010" y="7521"/>
                  <a:pt x="4010" y="4726"/>
                  <a:pt x="4010" y="2652"/>
                </a:cubicBezTo>
                <a:lnTo>
                  <a:pt x="5299" y="1862"/>
                </a:lnTo>
                <a:lnTo>
                  <a:pt x="5081" y="1719"/>
                </a:lnTo>
                <a:lnTo>
                  <a:pt x="4010" y="2366"/>
                </a:lnTo>
                <a:cubicBezTo>
                  <a:pt x="3936" y="1003"/>
                  <a:pt x="3936" y="1"/>
                  <a:pt x="3936" y="1"/>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7"/>
          <p:cNvSpPr/>
          <p:nvPr/>
        </p:nvSpPr>
        <p:spPr>
          <a:xfrm>
            <a:off x="8174525" y="-37200"/>
            <a:ext cx="314405" cy="5076856"/>
          </a:xfrm>
          <a:custGeom>
            <a:avLst/>
            <a:gdLst/>
            <a:ahLst/>
            <a:cxnLst/>
            <a:rect l="l" t="t" r="r" b="b"/>
            <a:pathLst>
              <a:path w="4652" h="39739" extrusionOk="0">
                <a:moveTo>
                  <a:pt x="2361" y="1"/>
                </a:moveTo>
                <a:cubicBezTo>
                  <a:pt x="2361" y="1"/>
                  <a:pt x="1433" y="3512"/>
                  <a:pt x="1146" y="4800"/>
                </a:cubicBezTo>
                <a:cubicBezTo>
                  <a:pt x="860" y="6015"/>
                  <a:pt x="1" y="10597"/>
                  <a:pt x="1" y="12246"/>
                </a:cubicBezTo>
                <a:cubicBezTo>
                  <a:pt x="1" y="13821"/>
                  <a:pt x="1576" y="21267"/>
                  <a:pt x="1862" y="22269"/>
                </a:cubicBezTo>
                <a:cubicBezTo>
                  <a:pt x="2149" y="23340"/>
                  <a:pt x="1719" y="28925"/>
                  <a:pt x="1788" y="30357"/>
                </a:cubicBezTo>
                <a:cubicBezTo>
                  <a:pt x="1862" y="31863"/>
                  <a:pt x="1862" y="36084"/>
                  <a:pt x="1719" y="37304"/>
                </a:cubicBezTo>
                <a:cubicBezTo>
                  <a:pt x="1576" y="38450"/>
                  <a:pt x="642" y="39739"/>
                  <a:pt x="642" y="39739"/>
                </a:cubicBezTo>
                <a:lnTo>
                  <a:pt x="4652" y="39739"/>
                </a:lnTo>
                <a:cubicBezTo>
                  <a:pt x="4652" y="39739"/>
                  <a:pt x="4010" y="38805"/>
                  <a:pt x="3936" y="38089"/>
                </a:cubicBezTo>
                <a:cubicBezTo>
                  <a:pt x="3867" y="37373"/>
                  <a:pt x="3792" y="32505"/>
                  <a:pt x="3649" y="30500"/>
                </a:cubicBezTo>
                <a:cubicBezTo>
                  <a:pt x="3437" y="28570"/>
                  <a:pt x="3867" y="23913"/>
                  <a:pt x="3649" y="22269"/>
                </a:cubicBezTo>
                <a:cubicBezTo>
                  <a:pt x="3363" y="20620"/>
                  <a:pt x="1719" y="13678"/>
                  <a:pt x="1719" y="12458"/>
                </a:cubicBezTo>
                <a:cubicBezTo>
                  <a:pt x="1719" y="11313"/>
                  <a:pt x="1719" y="7733"/>
                  <a:pt x="2578" y="5373"/>
                </a:cubicBezTo>
                <a:cubicBezTo>
                  <a:pt x="3363" y="3008"/>
                  <a:pt x="3649" y="1"/>
                  <a:pt x="3649" y="1"/>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7"/>
          <p:cNvSpPr/>
          <p:nvPr/>
        </p:nvSpPr>
        <p:spPr>
          <a:xfrm>
            <a:off x="8385952" y="-37200"/>
            <a:ext cx="635924" cy="5143515"/>
          </a:xfrm>
          <a:custGeom>
            <a:avLst/>
            <a:gdLst/>
            <a:ahLst/>
            <a:cxnLst/>
            <a:rect l="l" t="t" r="r" b="b"/>
            <a:pathLst>
              <a:path w="6024" h="40179" extrusionOk="0">
                <a:moveTo>
                  <a:pt x="2805" y="1"/>
                </a:moveTo>
                <a:lnTo>
                  <a:pt x="2805" y="8523"/>
                </a:lnTo>
                <a:lnTo>
                  <a:pt x="2805" y="8735"/>
                </a:lnTo>
                <a:lnTo>
                  <a:pt x="1230" y="7807"/>
                </a:lnTo>
                <a:lnTo>
                  <a:pt x="1087" y="7951"/>
                </a:lnTo>
                <a:lnTo>
                  <a:pt x="2805" y="8953"/>
                </a:lnTo>
                <a:cubicBezTo>
                  <a:pt x="2662" y="11599"/>
                  <a:pt x="1659" y="16181"/>
                  <a:pt x="1585" y="17831"/>
                </a:cubicBezTo>
                <a:cubicBezTo>
                  <a:pt x="1585" y="18472"/>
                  <a:pt x="1659" y="19978"/>
                  <a:pt x="1803" y="21697"/>
                </a:cubicBezTo>
                <a:lnTo>
                  <a:pt x="153" y="20838"/>
                </a:lnTo>
                <a:lnTo>
                  <a:pt x="10" y="20981"/>
                </a:lnTo>
                <a:lnTo>
                  <a:pt x="1803" y="21983"/>
                </a:lnTo>
                <a:cubicBezTo>
                  <a:pt x="1946" y="24561"/>
                  <a:pt x="2158" y="27568"/>
                  <a:pt x="2232" y="29068"/>
                </a:cubicBezTo>
                <a:cubicBezTo>
                  <a:pt x="2232" y="29784"/>
                  <a:pt x="2301" y="30500"/>
                  <a:pt x="2301" y="31147"/>
                </a:cubicBezTo>
                <a:lnTo>
                  <a:pt x="943" y="30431"/>
                </a:lnTo>
                <a:lnTo>
                  <a:pt x="800" y="30574"/>
                </a:lnTo>
                <a:lnTo>
                  <a:pt x="2301" y="31359"/>
                </a:lnTo>
                <a:cubicBezTo>
                  <a:pt x="2301" y="33077"/>
                  <a:pt x="2232" y="34441"/>
                  <a:pt x="2232" y="34939"/>
                </a:cubicBezTo>
                <a:cubicBezTo>
                  <a:pt x="2158" y="35655"/>
                  <a:pt x="1516" y="38450"/>
                  <a:pt x="1230" y="38736"/>
                </a:cubicBezTo>
                <a:cubicBezTo>
                  <a:pt x="869" y="39023"/>
                  <a:pt x="296" y="39452"/>
                  <a:pt x="84" y="39595"/>
                </a:cubicBezTo>
                <a:cubicBezTo>
                  <a:pt x="0" y="39637"/>
                  <a:pt x="33" y="39655"/>
                  <a:pt x="135" y="39655"/>
                </a:cubicBezTo>
                <a:cubicBezTo>
                  <a:pt x="383" y="39655"/>
                  <a:pt x="1037" y="39554"/>
                  <a:pt x="1442" y="39452"/>
                </a:cubicBezTo>
                <a:cubicBezTo>
                  <a:pt x="1946" y="39309"/>
                  <a:pt x="2375" y="38948"/>
                  <a:pt x="2805" y="38948"/>
                </a:cubicBezTo>
                <a:cubicBezTo>
                  <a:pt x="2832" y="38944"/>
                  <a:pt x="2860" y="38942"/>
                  <a:pt x="2888" y="38942"/>
                </a:cubicBezTo>
                <a:cubicBezTo>
                  <a:pt x="3306" y="38942"/>
                  <a:pt x="3830" y="39396"/>
                  <a:pt x="4162" y="39664"/>
                </a:cubicBezTo>
                <a:cubicBezTo>
                  <a:pt x="4420" y="39921"/>
                  <a:pt x="5370" y="40179"/>
                  <a:pt x="5664" y="40179"/>
                </a:cubicBezTo>
                <a:cubicBezTo>
                  <a:pt x="5698" y="40179"/>
                  <a:pt x="5723" y="40175"/>
                  <a:pt x="5737" y="40168"/>
                </a:cubicBezTo>
                <a:cubicBezTo>
                  <a:pt x="5881" y="40094"/>
                  <a:pt x="4735" y="39664"/>
                  <a:pt x="4449" y="39023"/>
                </a:cubicBezTo>
                <a:cubicBezTo>
                  <a:pt x="4094" y="38307"/>
                  <a:pt x="3590" y="37087"/>
                  <a:pt x="3664" y="36084"/>
                </a:cubicBezTo>
                <a:cubicBezTo>
                  <a:pt x="3733" y="35013"/>
                  <a:pt x="3733" y="33152"/>
                  <a:pt x="3664" y="32150"/>
                </a:cubicBezTo>
                <a:cubicBezTo>
                  <a:pt x="3590" y="31216"/>
                  <a:pt x="3590" y="28352"/>
                  <a:pt x="3303" y="26565"/>
                </a:cubicBezTo>
                <a:cubicBezTo>
                  <a:pt x="3091" y="25059"/>
                  <a:pt x="2948" y="21193"/>
                  <a:pt x="2874" y="19331"/>
                </a:cubicBezTo>
                <a:lnTo>
                  <a:pt x="4592" y="18329"/>
                </a:lnTo>
                <a:lnTo>
                  <a:pt x="4449" y="18186"/>
                </a:lnTo>
                <a:lnTo>
                  <a:pt x="2874" y="19045"/>
                </a:lnTo>
                <a:lnTo>
                  <a:pt x="2874" y="18472"/>
                </a:lnTo>
                <a:cubicBezTo>
                  <a:pt x="2948" y="17327"/>
                  <a:pt x="3234" y="15322"/>
                  <a:pt x="3590" y="13604"/>
                </a:cubicBezTo>
                <a:cubicBezTo>
                  <a:pt x="3876" y="11817"/>
                  <a:pt x="4019" y="9526"/>
                  <a:pt x="4094" y="8162"/>
                </a:cubicBezTo>
                <a:cubicBezTo>
                  <a:pt x="4162" y="7733"/>
                  <a:pt x="4094" y="6519"/>
                  <a:pt x="4094" y="5230"/>
                </a:cubicBezTo>
                <a:lnTo>
                  <a:pt x="6024" y="4084"/>
                </a:lnTo>
                <a:lnTo>
                  <a:pt x="5881" y="3941"/>
                </a:lnTo>
                <a:lnTo>
                  <a:pt x="4094" y="4944"/>
                </a:lnTo>
                <a:cubicBezTo>
                  <a:pt x="4019" y="2653"/>
                  <a:pt x="3950" y="1"/>
                  <a:pt x="3950" y="1"/>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7"/>
          <p:cNvSpPr/>
          <p:nvPr/>
        </p:nvSpPr>
        <p:spPr>
          <a:xfrm>
            <a:off x="110075" y="0"/>
            <a:ext cx="381324" cy="5100799"/>
          </a:xfrm>
          <a:custGeom>
            <a:avLst/>
            <a:gdLst/>
            <a:ahLst/>
            <a:cxnLst/>
            <a:rect l="l" t="t" r="r" b="b"/>
            <a:pathLst>
              <a:path w="4652" h="39739" extrusionOk="0">
                <a:moveTo>
                  <a:pt x="2361" y="1"/>
                </a:moveTo>
                <a:cubicBezTo>
                  <a:pt x="2361" y="1"/>
                  <a:pt x="1433" y="3512"/>
                  <a:pt x="1146" y="4800"/>
                </a:cubicBezTo>
                <a:cubicBezTo>
                  <a:pt x="860" y="6015"/>
                  <a:pt x="1" y="10597"/>
                  <a:pt x="1" y="12246"/>
                </a:cubicBezTo>
                <a:cubicBezTo>
                  <a:pt x="1" y="13821"/>
                  <a:pt x="1576" y="21267"/>
                  <a:pt x="1862" y="22269"/>
                </a:cubicBezTo>
                <a:cubicBezTo>
                  <a:pt x="2149" y="23340"/>
                  <a:pt x="1719" y="28925"/>
                  <a:pt x="1788" y="30357"/>
                </a:cubicBezTo>
                <a:cubicBezTo>
                  <a:pt x="1862" y="31863"/>
                  <a:pt x="1862" y="36084"/>
                  <a:pt x="1719" y="37304"/>
                </a:cubicBezTo>
                <a:cubicBezTo>
                  <a:pt x="1576" y="38450"/>
                  <a:pt x="642" y="39739"/>
                  <a:pt x="642" y="39739"/>
                </a:cubicBezTo>
                <a:lnTo>
                  <a:pt x="4652" y="39739"/>
                </a:lnTo>
                <a:cubicBezTo>
                  <a:pt x="4652" y="39739"/>
                  <a:pt x="4010" y="38805"/>
                  <a:pt x="3936" y="38089"/>
                </a:cubicBezTo>
                <a:cubicBezTo>
                  <a:pt x="3867" y="37373"/>
                  <a:pt x="3792" y="32505"/>
                  <a:pt x="3649" y="30500"/>
                </a:cubicBezTo>
                <a:cubicBezTo>
                  <a:pt x="3437" y="28570"/>
                  <a:pt x="3867" y="23913"/>
                  <a:pt x="3649" y="22269"/>
                </a:cubicBezTo>
                <a:cubicBezTo>
                  <a:pt x="3363" y="20620"/>
                  <a:pt x="1719" y="13678"/>
                  <a:pt x="1719" y="12458"/>
                </a:cubicBezTo>
                <a:cubicBezTo>
                  <a:pt x="1719" y="11313"/>
                  <a:pt x="1719" y="7733"/>
                  <a:pt x="2578" y="5373"/>
                </a:cubicBezTo>
                <a:cubicBezTo>
                  <a:pt x="3363" y="3008"/>
                  <a:pt x="3649" y="1"/>
                  <a:pt x="3649" y="1"/>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7"/>
          <p:cNvSpPr/>
          <p:nvPr/>
        </p:nvSpPr>
        <p:spPr>
          <a:xfrm>
            <a:off x="0" y="4858825"/>
            <a:ext cx="9144062" cy="284675"/>
          </a:xfrm>
          <a:custGeom>
            <a:avLst/>
            <a:gdLst/>
            <a:ahLst/>
            <a:cxnLst/>
            <a:rect l="l" t="t" r="r" b="b"/>
            <a:pathLst>
              <a:path w="71596" h="11387" extrusionOk="0">
                <a:moveTo>
                  <a:pt x="1" y="0"/>
                </a:moveTo>
                <a:lnTo>
                  <a:pt x="1" y="11386"/>
                </a:lnTo>
                <a:lnTo>
                  <a:pt x="71596" y="11386"/>
                </a:lnTo>
                <a:lnTo>
                  <a:pt x="71596" y="4153"/>
                </a:lnTo>
                <a:lnTo>
                  <a:pt x="69019" y="3866"/>
                </a:lnTo>
                <a:cubicBezTo>
                  <a:pt x="69019" y="3866"/>
                  <a:pt x="60792" y="495"/>
                  <a:pt x="59846" y="495"/>
                </a:cubicBezTo>
                <a:cubicBezTo>
                  <a:pt x="59817" y="495"/>
                  <a:pt x="59795" y="498"/>
                  <a:pt x="59780" y="504"/>
                </a:cubicBezTo>
                <a:cubicBezTo>
                  <a:pt x="59282" y="790"/>
                  <a:pt x="56487" y="2795"/>
                  <a:pt x="55702" y="2795"/>
                </a:cubicBezTo>
                <a:cubicBezTo>
                  <a:pt x="54843" y="2795"/>
                  <a:pt x="53554" y="3081"/>
                  <a:pt x="52695" y="3293"/>
                </a:cubicBezTo>
                <a:cubicBezTo>
                  <a:pt x="51862" y="3432"/>
                  <a:pt x="44041" y="6528"/>
                  <a:pt x="43164" y="6528"/>
                </a:cubicBezTo>
                <a:cubicBezTo>
                  <a:pt x="43136" y="6528"/>
                  <a:pt x="43115" y="6525"/>
                  <a:pt x="43101" y="6518"/>
                </a:cubicBezTo>
                <a:cubicBezTo>
                  <a:pt x="42677" y="6303"/>
                  <a:pt x="30113" y="931"/>
                  <a:pt x="28964" y="931"/>
                </a:cubicBezTo>
                <a:cubicBezTo>
                  <a:pt x="28949" y="931"/>
                  <a:pt x="28936" y="932"/>
                  <a:pt x="28925" y="934"/>
                </a:cubicBezTo>
                <a:cubicBezTo>
                  <a:pt x="28018" y="1073"/>
                  <a:pt x="19209" y="3374"/>
                  <a:pt x="17987" y="3374"/>
                </a:cubicBezTo>
                <a:cubicBezTo>
                  <a:pt x="17951" y="3374"/>
                  <a:pt x="17922" y="3372"/>
                  <a:pt x="17900" y="3368"/>
                </a:cubicBezTo>
                <a:cubicBezTo>
                  <a:pt x="17171" y="3167"/>
                  <a:pt x="13707" y="2787"/>
                  <a:pt x="12780" y="2787"/>
                </a:cubicBezTo>
                <a:cubicBezTo>
                  <a:pt x="12701" y="2787"/>
                  <a:pt x="12641" y="2789"/>
                  <a:pt x="12602" y="2795"/>
                </a:cubicBezTo>
                <a:cubicBezTo>
                  <a:pt x="12239" y="2916"/>
                  <a:pt x="9583" y="3342"/>
                  <a:pt x="8376" y="3342"/>
                </a:cubicBezTo>
                <a:cubicBezTo>
                  <a:pt x="8151" y="3342"/>
                  <a:pt x="7977" y="3327"/>
                  <a:pt x="7876" y="3293"/>
                </a:cubicBezTo>
                <a:cubicBezTo>
                  <a:pt x="7516" y="3081"/>
                  <a:pt x="3008" y="1220"/>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6" name="Google Shape;426;p7"/>
          <p:cNvGrpSpPr/>
          <p:nvPr/>
        </p:nvGrpSpPr>
        <p:grpSpPr>
          <a:xfrm rot="1125472">
            <a:off x="8276948" y="249173"/>
            <a:ext cx="718244" cy="284667"/>
            <a:chOff x="232208" y="206425"/>
            <a:chExt cx="1361825" cy="539742"/>
          </a:xfrm>
        </p:grpSpPr>
        <p:sp>
          <p:nvSpPr>
            <p:cNvPr id="427" name="Google Shape;427;p7"/>
            <p:cNvSpPr/>
            <p:nvPr/>
          </p:nvSpPr>
          <p:spPr>
            <a:xfrm>
              <a:off x="232208" y="206425"/>
              <a:ext cx="1361825" cy="539742"/>
            </a:xfrm>
            <a:custGeom>
              <a:avLst/>
              <a:gdLst/>
              <a:ahLst/>
              <a:cxnLst/>
              <a:rect l="l" t="t" r="r" b="b"/>
              <a:pathLst>
                <a:path w="37188" h="14739" extrusionOk="0">
                  <a:moveTo>
                    <a:pt x="6922" y="1"/>
                  </a:moveTo>
                  <a:cubicBezTo>
                    <a:pt x="4515" y="1"/>
                    <a:pt x="1" y="4385"/>
                    <a:pt x="1" y="4385"/>
                  </a:cubicBezTo>
                  <a:cubicBezTo>
                    <a:pt x="1" y="4385"/>
                    <a:pt x="29" y="4382"/>
                    <a:pt x="81" y="4382"/>
                  </a:cubicBezTo>
                  <a:cubicBezTo>
                    <a:pt x="402" y="4382"/>
                    <a:pt x="1626" y="4479"/>
                    <a:pt x="2453" y="5889"/>
                  </a:cubicBezTo>
                  <a:cubicBezTo>
                    <a:pt x="3401" y="7382"/>
                    <a:pt x="2856" y="8613"/>
                    <a:pt x="2856" y="8613"/>
                  </a:cubicBezTo>
                  <a:cubicBezTo>
                    <a:pt x="2856" y="8613"/>
                    <a:pt x="4330" y="7631"/>
                    <a:pt x="5881" y="7631"/>
                  </a:cubicBezTo>
                  <a:cubicBezTo>
                    <a:pt x="6331" y="7631"/>
                    <a:pt x="6787" y="7713"/>
                    <a:pt x="7216" y="7927"/>
                  </a:cubicBezTo>
                  <a:cubicBezTo>
                    <a:pt x="9265" y="8886"/>
                    <a:pt x="9265" y="11065"/>
                    <a:pt x="9265" y="11065"/>
                  </a:cubicBezTo>
                  <a:cubicBezTo>
                    <a:pt x="9265" y="11065"/>
                    <a:pt x="10148" y="10067"/>
                    <a:pt x="11613" y="10067"/>
                  </a:cubicBezTo>
                  <a:cubicBezTo>
                    <a:pt x="11775" y="10067"/>
                    <a:pt x="11944" y="10079"/>
                    <a:pt x="12120" y="10106"/>
                  </a:cubicBezTo>
                  <a:cubicBezTo>
                    <a:pt x="13897" y="10379"/>
                    <a:pt x="14572" y="12831"/>
                    <a:pt x="14572" y="12831"/>
                  </a:cubicBezTo>
                  <a:cubicBezTo>
                    <a:pt x="14572" y="12831"/>
                    <a:pt x="15115" y="11970"/>
                    <a:pt x="15618" y="11970"/>
                  </a:cubicBezTo>
                  <a:cubicBezTo>
                    <a:pt x="15681" y="11970"/>
                    <a:pt x="15743" y="11983"/>
                    <a:pt x="15804" y="12014"/>
                  </a:cubicBezTo>
                  <a:cubicBezTo>
                    <a:pt x="16207" y="12155"/>
                    <a:pt x="17166" y="14193"/>
                    <a:pt x="18659" y="14738"/>
                  </a:cubicBezTo>
                  <a:cubicBezTo>
                    <a:pt x="20022" y="14193"/>
                    <a:pt x="20981" y="12155"/>
                    <a:pt x="21384" y="12014"/>
                  </a:cubicBezTo>
                  <a:cubicBezTo>
                    <a:pt x="21445" y="11983"/>
                    <a:pt x="21507" y="11970"/>
                    <a:pt x="21570" y="11970"/>
                  </a:cubicBezTo>
                  <a:cubicBezTo>
                    <a:pt x="22073" y="11970"/>
                    <a:pt x="22616" y="12831"/>
                    <a:pt x="22616" y="12831"/>
                  </a:cubicBezTo>
                  <a:cubicBezTo>
                    <a:pt x="22616" y="12831"/>
                    <a:pt x="23291" y="10379"/>
                    <a:pt x="25068" y="10106"/>
                  </a:cubicBezTo>
                  <a:cubicBezTo>
                    <a:pt x="25244" y="10079"/>
                    <a:pt x="25413" y="10067"/>
                    <a:pt x="25575" y="10067"/>
                  </a:cubicBezTo>
                  <a:cubicBezTo>
                    <a:pt x="27040" y="10067"/>
                    <a:pt x="27923" y="11065"/>
                    <a:pt x="27923" y="11065"/>
                  </a:cubicBezTo>
                  <a:cubicBezTo>
                    <a:pt x="27923" y="11065"/>
                    <a:pt x="27923" y="8886"/>
                    <a:pt x="29972" y="7927"/>
                  </a:cubicBezTo>
                  <a:cubicBezTo>
                    <a:pt x="30401" y="7713"/>
                    <a:pt x="30857" y="7631"/>
                    <a:pt x="31307" y="7631"/>
                  </a:cubicBezTo>
                  <a:cubicBezTo>
                    <a:pt x="32858" y="7631"/>
                    <a:pt x="34332" y="8613"/>
                    <a:pt x="34332" y="8613"/>
                  </a:cubicBezTo>
                  <a:cubicBezTo>
                    <a:pt x="34332" y="8613"/>
                    <a:pt x="33787" y="7382"/>
                    <a:pt x="34735" y="5889"/>
                  </a:cubicBezTo>
                  <a:cubicBezTo>
                    <a:pt x="35562" y="4479"/>
                    <a:pt x="36785" y="4382"/>
                    <a:pt x="37107" y="4382"/>
                  </a:cubicBezTo>
                  <a:cubicBezTo>
                    <a:pt x="37159" y="4382"/>
                    <a:pt x="37187" y="4385"/>
                    <a:pt x="37187" y="4385"/>
                  </a:cubicBezTo>
                  <a:cubicBezTo>
                    <a:pt x="37187" y="4385"/>
                    <a:pt x="32673" y="1"/>
                    <a:pt x="30266" y="1"/>
                  </a:cubicBezTo>
                  <a:cubicBezTo>
                    <a:pt x="30164" y="1"/>
                    <a:pt x="30066" y="9"/>
                    <a:pt x="29972" y="25"/>
                  </a:cubicBezTo>
                  <a:cubicBezTo>
                    <a:pt x="27520" y="439"/>
                    <a:pt x="25068" y="3709"/>
                    <a:pt x="23291" y="5202"/>
                  </a:cubicBezTo>
                  <a:cubicBezTo>
                    <a:pt x="21995" y="6306"/>
                    <a:pt x="21063" y="6453"/>
                    <a:pt x="20659" y="6453"/>
                  </a:cubicBezTo>
                  <a:cubicBezTo>
                    <a:pt x="20513" y="6453"/>
                    <a:pt x="20436" y="6433"/>
                    <a:pt x="20436" y="6433"/>
                  </a:cubicBezTo>
                  <a:cubicBezTo>
                    <a:pt x="20436" y="6433"/>
                    <a:pt x="21929" y="3840"/>
                    <a:pt x="21253" y="3022"/>
                  </a:cubicBezTo>
                  <a:lnTo>
                    <a:pt x="21253" y="3022"/>
                  </a:lnTo>
                  <a:cubicBezTo>
                    <a:pt x="20436" y="3436"/>
                    <a:pt x="19749" y="4657"/>
                    <a:pt x="19749" y="4657"/>
                  </a:cubicBezTo>
                  <a:cubicBezTo>
                    <a:pt x="19379" y="4508"/>
                    <a:pt x="18967" y="4401"/>
                    <a:pt x="18536" y="4401"/>
                  </a:cubicBezTo>
                  <a:cubicBezTo>
                    <a:pt x="18179" y="4401"/>
                    <a:pt x="17809" y="4474"/>
                    <a:pt x="17439" y="4657"/>
                  </a:cubicBezTo>
                  <a:cubicBezTo>
                    <a:pt x="17439" y="4657"/>
                    <a:pt x="16752" y="3436"/>
                    <a:pt x="15935" y="3022"/>
                  </a:cubicBezTo>
                  <a:lnTo>
                    <a:pt x="15935" y="3022"/>
                  </a:lnTo>
                  <a:cubicBezTo>
                    <a:pt x="15259" y="3840"/>
                    <a:pt x="16752" y="6433"/>
                    <a:pt x="16752" y="6433"/>
                  </a:cubicBezTo>
                  <a:cubicBezTo>
                    <a:pt x="16752" y="6433"/>
                    <a:pt x="16675" y="6453"/>
                    <a:pt x="16529" y="6453"/>
                  </a:cubicBezTo>
                  <a:cubicBezTo>
                    <a:pt x="16125" y="6453"/>
                    <a:pt x="15193" y="6306"/>
                    <a:pt x="13897" y="5202"/>
                  </a:cubicBezTo>
                  <a:cubicBezTo>
                    <a:pt x="12120" y="3709"/>
                    <a:pt x="9668" y="439"/>
                    <a:pt x="7216" y="25"/>
                  </a:cubicBezTo>
                  <a:cubicBezTo>
                    <a:pt x="7122" y="9"/>
                    <a:pt x="7024" y="1"/>
                    <a:pt x="69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8" name="Google Shape;428;p7"/>
            <p:cNvGrpSpPr/>
            <p:nvPr/>
          </p:nvGrpSpPr>
          <p:grpSpPr>
            <a:xfrm rot="612083">
              <a:off x="872938" y="394726"/>
              <a:ext cx="89972" cy="49127"/>
              <a:chOff x="3467344" y="1694749"/>
              <a:chExt cx="114969" cy="62784"/>
            </a:xfrm>
          </p:grpSpPr>
          <p:sp>
            <p:nvSpPr>
              <p:cNvPr id="429" name="Google Shape;429;p7"/>
              <p:cNvSpPr/>
              <p:nvPr/>
            </p:nvSpPr>
            <p:spPr>
              <a:xfrm>
                <a:off x="3545727" y="1694749"/>
                <a:ext cx="36586" cy="56634"/>
              </a:xfrm>
              <a:custGeom>
                <a:avLst/>
                <a:gdLst/>
                <a:ahLst/>
                <a:cxnLst/>
                <a:rect l="l" t="t" r="r" b="b"/>
                <a:pathLst>
                  <a:path w="1053" h="1630" extrusionOk="0">
                    <a:moveTo>
                      <a:pt x="828" y="1"/>
                    </a:moveTo>
                    <a:cubicBezTo>
                      <a:pt x="627" y="552"/>
                      <a:pt x="76" y="853"/>
                      <a:pt x="76" y="853"/>
                    </a:cubicBezTo>
                    <a:cubicBezTo>
                      <a:pt x="51" y="1103"/>
                      <a:pt x="25" y="1379"/>
                      <a:pt x="0" y="1630"/>
                    </a:cubicBezTo>
                    <a:cubicBezTo>
                      <a:pt x="1053" y="1304"/>
                      <a:pt x="828" y="1"/>
                      <a:pt x="8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7"/>
              <p:cNvSpPr/>
              <p:nvPr/>
            </p:nvSpPr>
            <p:spPr>
              <a:xfrm>
                <a:off x="3467344" y="1713928"/>
                <a:ext cx="46211" cy="43605"/>
              </a:xfrm>
              <a:custGeom>
                <a:avLst/>
                <a:gdLst/>
                <a:ahLst/>
                <a:cxnLst/>
                <a:rect l="l" t="t" r="r" b="b"/>
                <a:pathLst>
                  <a:path w="1330" h="1255" extrusionOk="0">
                    <a:moveTo>
                      <a:pt x="1" y="0"/>
                    </a:moveTo>
                    <a:lnTo>
                      <a:pt x="1" y="0"/>
                    </a:lnTo>
                    <a:cubicBezTo>
                      <a:pt x="1" y="0"/>
                      <a:pt x="218" y="1255"/>
                      <a:pt x="1268" y="1255"/>
                    </a:cubicBezTo>
                    <a:cubicBezTo>
                      <a:pt x="1288" y="1255"/>
                      <a:pt x="1308" y="1254"/>
                      <a:pt x="1329" y="1253"/>
                    </a:cubicBezTo>
                    <a:cubicBezTo>
                      <a:pt x="1204" y="1003"/>
                      <a:pt x="1104" y="777"/>
                      <a:pt x="978" y="526"/>
                    </a:cubicBezTo>
                    <a:cubicBezTo>
                      <a:pt x="978" y="526"/>
                      <a:pt x="377" y="45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31" name="Google Shape;431;p7"/>
          <p:cNvSpPr/>
          <p:nvPr/>
        </p:nvSpPr>
        <p:spPr>
          <a:xfrm rot="-1670350">
            <a:off x="140647" y="200019"/>
            <a:ext cx="1016716" cy="382945"/>
          </a:xfrm>
          <a:custGeom>
            <a:avLst/>
            <a:gdLst/>
            <a:ahLst/>
            <a:cxnLst/>
            <a:rect l="l" t="t" r="r" b="b"/>
            <a:pathLst>
              <a:path w="24333" h="9165" extrusionOk="0">
                <a:moveTo>
                  <a:pt x="305" y="1"/>
                </a:moveTo>
                <a:cubicBezTo>
                  <a:pt x="1" y="1"/>
                  <a:pt x="83" y="173"/>
                  <a:pt x="83" y="173"/>
                </a:cubicBezTo>
                <a:cubicBezTo>
                  <a:pt x="83" y="173"/>
                  <a:pt x="901" y="314"/>
                  <a:pt x="1315" y="1535"/>
                </a:cubicBezTo>
                <a:cubicBezTo>
                  <a:pt x="1860" y="2766"/>
                  <a:pt x="1718" y="3715"/>
                  <a:pt x="1718" y="3715"/>
                </a:cubicBezTo>
                <a:cubicBezTo>
                  <a:pt x="1718" y="3715"/>
                  <a:pt x="2808" y="4129"/>
                  <a:pt x="3353" y="4946"/>
                </a:cubicBezTo>
                <a:cubicBezTo>
                  <a:pt x="3898" y="5764"/>
                  <a:pt x="4170" y="6853"/>
                  <a:pt x="4170" y="6853"/>
                </a:cubicBezTo>
                <a:cubicBezTo>
                  <a:pt x="4170" y="6853"/>
                  <a:pt x="5533" y="6853"/>
                  <a:pt x="6492" y="7398"/>
                </a:cubicBezTo>
                <a:cubicBezTo>
                  <a:pt x="7309" y="8074"/>
                  <a:pt x="7712" y="8619"/>
                  <a:pt x="7712" y="8619"/>
                </a:cubicBezTo>
                <a:lnTo>
                  <a:pt x="9216" y="8347"/>
                </a:lnTo>
                <a:cubicBezTo>
                  <a:pt x="9489" y="8892"/>
                  <a:pt x="10034" y="9164"/>
                  <a:pt x="10709" y="9164"/>
                </a:cubicBezTo>
                <a:cubicBezTo>
                  <a:pt x="11527" y="9164"/>
                  <a:pt x="12072" y="8761"/>
                  <a:pt x="12344" y="8216"/>
                </a:cubicBezTo>
                <a:cubicBezTo>
                  <a:pt x="13303" y="8216"/>
                  <a:pt x="14666" y="8216"/>
                  <a:pt x="15756" y="7943"/>
                </a:cubicBezTo>
                <a:cubicBezTo>
                  <a:pt x="17794" y="7398"/>
                  <a:pt x="19701" y="6984"/>
                  <a:pt x="19701" y="6984"/>
                </a:cubicBezTo>
                <a:cubicBezTo>
                  <a:pt x="19701" y="6984"/>
                  <a:pt x="19973" y="6581"/>
                  <a:pt x="20518" y="5894"/>
                </a:cubicBezTo>
                <a:cubicBezTo>
                  <a:pt x="21063" y="5219"/>
                  <a:pt x="22153" y="4946"/>
                  <a:pt x="22153" y="4946"/>
                </a:cubicBezTo>
                <a:cubicBezTo>
                  <a:pt x="22153" y="4946"/>
                  <a:pt x="22153" y="4532"/>
                  <a:pt x="22295" y="3856"/>
                </a:cubicBezTo>
                <a:cubicBezTo>
                  <a:pt x="22426" y="3170"/>
                  <a:pt x="24333" y="1949"/>
                  <a:pt x="24333" y="1949"/>
                </a:cubicBezTo>
                <a:lnTo>
                  <a:pt x="24333" y="1949"/>
                </a:lnTo>
                <a:lnTo>
                  <a:pt x="21477" y="2766"/>
                </a:lnTo>
                <a:cubicBezTo>
                  <a:pt x="19570" y="3170"/>
                  <a:pt x="15483" y="5764"/>
                  <a:pt x="15483" y="5764"/>
                </a:cubicBezTo>
                <a:cubicBezTo>
                  <a:pt x="15483" y="5764"/>
                  <a:pt x="14666" y="6581"/>
                  <a:pt x="13303" y="6984"/>
                </a:cubicBezTo>
                <a:cubicBezTo>
                  <a:pt x="12758" y="7126"/>
                  <a:pt x="12344" y="7126"/>
                  <a:pt x="12072" y="7126"/>
                </a:cubicBezTo>
                <a:cubicBezTo>
                  <a:pt x="12072" y="6984"/>
                  <a:pt x="11941" y="6984"/>
                  <a:pt x="11941" y="6853"/>
                </a:cubicBezTo>
                <a:lnTo>
                  <a:pt x="11941" y="5894"/>
                </a:lnTo>
                <a:cubicBezTo>
                  <a:pt x="11669" y="6036"/>
                  <a:pt x="11396" y="6309"/>
                  <a:pt x="11124" y="6581"/>
                </a:cubicBezTo>
                <a:lnTo>
                  <a:pt x="10306" y="6581"/>
                </a:lnTo>
                <a:cubicBezTo>
                  <a:pt x="10034" y="6309"/>
                  <a:pt x="9620" y="6036"/>
                  <a:pt x="9347" y="5894"/>
                </a:cubicBezTo>
                <a:lnTo>
                  <a:pt x="9347" y="5894"/>
                </a:lnTo>
                <a:cubicBezTo>
                  <a:pt x="9489" y="6167"/>
                  <a:pt x="9489" y="6581"/>
                  <a:pt x="9489" y="6984"/>
                </a:cubicBezTo>
                <a:cubicBezTo>
                  <a:pt x="9347" y="7126"/>
                  <a:pt x="9347" y="7257"/>
                  <a:pt x="9216" y="7398"/>
                </a:cubicBezTo>
                <a:cubicBezTo>
                  <a:pt x="8671" y="7257"/>
                  <a:pt x="6895" y="6581"/>
                  <a:pt x="6078" y="5349"/>
                </a:cubicBezTo>
                <a:lnTo>
                  <a:pt x="5129" y="3856"/>
                </a:lnTo>
                <a:cubicBezTo>
                  <a:pt x="5129" y="3856"/>
                  <a:pt x="4312" y="3170"/>
                  <a:pt x="3898" y="2352"/>
                </a:cubicBezTo>
                <a:cubicBezTo>
                  <a:pt x="3353" y="1677"/>
                  <a:pt x="1446" y="42"/>
                  <a:pt x="628" y="42"/>
                </a:cubicBezTo>
                <a:cubicBezTo>
                  <a:pt x="489" y="13"/>
                  <a:pt x="384" y="1"/>
                  <a:pt x="3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2" name="Google Shape;432;p7"/>
          <p:cNvGrpSpPr/>
          <p:nvPr/>
        </p:nvGrpSpPr>
        <p:grpSpPr>
          <a:xfrm rot="-5400000" flipH="1">
            <a:off x="847724" y="-711368"/>
            <a:ext cx="777511" cy="2293504"/>
            <a:chOff x="95249" y="1927057"/>
            <a:chExt cx="777511" cy="2293504"/>
          </a:xfrm>
        </p:grpSpPr>
        <p:sp>
          <p:nvSpPr>
            <p:cNvPr id="433" name="Google Shape;433;p7"/>
            <p:cNvSpPr/>
            <p:nvPr/>
          </p:nvSpPr>
          <p:spPr>
            <a:xfrm>
              <a:off x="247860" y="4177823"/>
              <a:ext cx="5005" cy="42738"/>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7"/>
            <p:cNvSpPr/>
            <p:nvPr/>
          </p:nvSpPr>
          <p:spPr>
            <a:xfrm>
              <a:off x="224199" y="4196899"/>
              <a:ext cx="47708" cy="458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7"/>
            <p:cNvSpPr/>
            <p:nvPr/>
          </p:nvSpPr>
          <p:spPr>
            <a:xfrm>
              <a:off x="233754" y="4182373"/>
              <a:ext cx="38153" cy="30067"/>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7"/>
            <p:cNvSpPr/>
            <p:nvPr/>
          </p:nvSpPr>
          <p:spPr>
            <a:xfrm>
              <a:off x="233754" y="4181218"/>
              <a:ext cx="28632" cy="3934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7"/>
            <p:cNvSpPr/>
            <p:nvPr/>
          </p:nvSpPr>
          <p:spPr>
            <a:xfrm>
              <a:off x="667470" y="2637398"/>
              <a:ext cx="9591" cy="47708"/>
            </a:xfrm>
            <a:custGeom>
              <a:avLst/>
              <a:gdLst/>
              <a:ahLst/>
              <a:cxnLst/>
              <a:rect l="l" t="t" r="r" b="b"/>
              <a:pathLst>
                <a:path w="274" h="1363" extrusionOk="0">
                  <a:moveTo>
                    <a:pt x="143" y="0"/>
                  </a:moveTo>
                  <a:cubicBezTo>
                    <a:pt x="143" y="0"/>
                    <a:pt x="1" y="273"/>
                    <a:pt x="1" y="687"/>
                  </a:cubicBezTo>
                  <a:cubicBezTo>
                    <a:pt x="1" y="1090"/>
                    <a:pt x="143" y="1362"/>
                    <a:pt x="143" y="1362"/>
                  </a:cubicBezTo>
                  <a:cubicBezTo>
                    <a:pt x="143" y="1362"/>
                    <a:pt x="273" y="1090"/>
                    <a:pt x="273" y="687"/>
                  </a:cubicBezTo>
                  <a:cubicBezTo>
                    <a:pt x="273" y="273"/>
                    <a:pt x="143" y="0"/>
                    <a:pt x="1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7"/>
            <p:cNvSpPr/>
            <p:nvPr/>
          </p:nvSpPr>
          <p:spPr>
            <a:xfrm>
              <a:off x="648429" y="2656474"/>
              <a:ext cx="47708" cy="4970"/>
            </a:xfrm>
            <a:custGeom>
              <a:avLst/>
              <a:gdLst/>
              <a:ahLst/>
              <a:cxnLst/>
              <a:rect l="l" t="t" r="r" b="b"/>
              <a:pathLst>
                <a:path w="1363" h="142" extrusionOk="0">
                  <a:moveTo>
                    <a:pt x="687" y="0"/>
                  </a:moveTo>
                  <a:cubicBezTo>
                    <a:pt x="272" y="0"/>
                    <a:pt x="0" y="142"/>
                    <a:pt x="0" y="142"/>
                  </a:cubicBezTo>
                  <a:lnTo>
                    <a:pt x="1362" y="142"/>
                  </a:lnTo>
                  <a:cubicBezTo>
                    <a:pt x="1362" y="142"/>
                    <a:pt x="109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7"/>
            <p:cNvSpPr/>
            <p:nvPr/>
          </p:nvSpPr>
          <p:spPr>
            <a:xfrm>
              <a:off x="657950" y="2642333"/>
              <a:ext cx="33602" cy="33217"/>
            </a:xfrm>
            <a:custGeom>
              <a:avLst/>
              <a:gdLst/>
              <a:ahLst/>
              <a:cxnLst/>
              <a:rect l="l" t="t" r="r" b="b"/>
              <a:pathLst>
                <a:path w="960" h="949" extrusionOk="0">
                  <a:moveTo>
                    <a:pt x="960" y="1"/>
                  </a:moveTo>
                  <a:cubicBezTo>
                    <a:pt x="960" y="1"/>
                    <a:pt x="687" y="132"/>
                    <a:pt x="415" y="404"/>
                  </a:cubicBezTo>
                  <a:cubicBezTo>
                    <a:pt x="142" y="676"/>
                    <a:pt x="0" y="818"/>
                    <a:pt x="0" y="949"/>
                  </a:cubicBezTo>
                  <a:cubicBezTo>
                    <a:pt x="0" y="949"/>
                    <a:pt x="273" y="818"/>
                    <a:pt x="545" y="546"/>
                  </a:cubicBezTo>
                  <a:cubicBezTo>
                    <a:pt x="818" y="273"/>
                    <a:pt x="960" y="132"/>
                    <a:pt x="9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7"/>
            <p:cNvSpPr/>
            <p:nvPr/>
          </p:nvSpPr>
          <p:spPr>
            <a:xfrm>
              <a:off x="657950" y="2642333"/>
              <a:ext cx="28632" cy="38188"/>
            </a:xfrm>
            <a:custGeom>
              <a:avLst/>
              <a:gdLst/>
              <a:ahLst/>
              <a:cxnLst/>
              <a:rect l="l" t="t" r="r" b="b"/>
              <a:pathLst>
                <a:path w="818" h="1091" extrusionOk="0">
                  <a:moveTo>
                    <a:pt x="0" y="1"/>
                  </a:moveTo>
                  <a:cubicBezTo>
                    <a:pt x="0" y="1"/>
                    <a:pt x="142" y="273"/>
                    <a:pt x="415" y="546"/>
                  </a:cubicBezTo>
                  <a:cubicBezTo>
                    <a:pt x="545" y="818"/>
                    <a:pt x="818" y="1091"/>
                    <a:pt x="818" y="1091"/>
                  </a:cubicBezTo>
                  <a:lnTo>
                    <a:pt x="545" y="546"/>
                  </a:lnTo>
                  <a:cubicBezTo>
                    <a:pt x="273" y="132"/>
                    <a:pt x="142" y="1"/>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7"/>
            <p:cNvSpPr/>
            <p:nvPr/>
          </p:nvSpPr>
          <p:spPr>
            <a:xfrm>
              <a:off x="114326" y="2685071"/>
              <a:ext cx="5005" cy="43123"/>
            </a:xfrm>
            <a:custGeom>
              <a:avLst/>
              <a:gdLst/>
              <a:ahLst/>
              <a:cxnLst/>
              <a:rect l="l" t="t" r="r" b="b"/>
              <a:pathLst>
                <a:path w="143" h="1232" extrusionOk="0">
                  <a:moveTo>
                    <a:pt x="142" y="0"/>
                  </a:moveTo>
                  <a:cubicBezTo>
                    <a:pt x="1" y="0"/>
                    <a:pt x="1" y="273"/>
                    <a:pt x="1" y="687"/>
                  </a:cubicBezTo>
                  <a:cubicBezTo>
                    <a:pt x="1" y="960"/>
                    <a:pt x="1" y="1232"/>
                    <a:pt x="142" y="1232"/>
                  </a:cubicBezTo>
                  <a:lnTo>
                    <a:pt x="142" y="687"/>
                  </a:lnTo>
                  <a:lnTo>
                    <a:pt x="1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7"/>
            <p:cNvSpPr/>
            <p:nvPr/>
          </p:nvSpPr>
          <p:spPr>
            <a:xfrm>
              <a:off x="95249" y="2704148"/>
              <a:ext cx="47743" cy="5005"/>
            </a:xfrm>
            <a:custGeom>
              <a:avLst/>
              <a:gdLst/>
              <a:ahLst/>
              <a:cxnLst/>
              <a:rect l="l" t="t" r="r" b="b"/>
              <a:pathLst>
                <a:path w="1364" h="143" extrusionOk="0">
                  <a:moveTo>
                    <a:pt x="687" y="0"/>
                  </a:moveTo>
                  <a:cubicBezTo>
                    <a:pt x="273" y="0"/>
                    <a:pt x="1" y="0"/>
                    <a:pt x="1" y="142"/>
                  </a:cubicBezTo>
                  <a:lnTo>
                    <a:pt x="1363" y="142"/>
                  </a:lnTo>
                  <a:cubicBezTo>
                    <a:pt x="1363" y="0"/>
                    <a:pt x="96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7"/>
            <p:cNvSpPr/>
            <p:nvPr/>
          </p:nvSpPr>
          <p:spPr>
            <a:xfrm>
              <a:off x="100220" y="2690042"/>
              <a:ext cx="38188" cy="29857"/>
            </a:xfrm>
            <a:custGeom>
              <a:avLst/>
              <a:gdLst/>
              <a:ahLst/>
              <a:cxnLst/>
              <a:rect l="l" t="t" r="r" b="b"/>
              <a:pathLst>
                <a:path w="1091" h="853" extrusionOk="0">
                  <a:moveTo>
                    <a:pt x="1090" y="0"/>
                  </a:moveTo>
                  <a:cubicBezTo>
                    <a:pt x="1090" y="0"/>
                    <a:pt x="818" y="131"/>
                    <a:pt x="545" y="403"/>
                  </a:cubicBezTo>
                  <a:cubicBezTo>
                    <a:pt x="273" y="545"/>
                    <a:pt x="1" y="818"/>
                    <a:pt x="131" y="818"/>
                  </a:cubicBezTo>
                  <a:cubicBezTo>
                    <a:pt x="131" y="842"/>
                    <a:pt x="141" y="852"/>
                    <a:pt x="158" y="852"/>
                  </a:cubicBezTo>
                  <a:cubicBezTo>
                    <a:pt x="232" y="852"/>
                    <a:pt x="454" y="652"/>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7"/>
            <p:cNvSpPr/>
            <p:nvPr/>
          </p:nvSpPr>
          <p:spPr>
            <a:xfrm>
              <a:off x="104805" y="2688677"/>
              <a:ext cx="28632" cy="39518"/>
            </a:xfrm>
            <a:custGeom>
              <a:avLst/>
              <a:gdLst/>
              <a:ahLst/>
              <a:cxnLst/>
              <a:rect l="l" t="t" r="r" b="b"/>
              <a:pathLst>
                <a:path w="818" h="1129" extrusionOk="0">
                  <a:moveTo>
                    <a:pt x="27" y="0"/>
                  </a:moveTo>
                  <a:cubicBezTo>
                    <a:pt x="10" y="0"/>
                    <a:pt x="0" y="12"/>
                    <a:pt x="0" y="39"/>
                  </a:cubicBezTo>
                  <a:lnTo>
                    <a:pt x="273" y="584"/>
                  </a:lnTo>
                  <a:cubicBezTo>
                    <a:pt x="545" y="857"/>
                    <a:pt x="687" y="1129"/>
                    <a:pt x="818" y="1129"/>
                  </a:cubicBezTo>
                  <a:cubicBezTo>
                    <a:pt x="818" y="987"/>
                    <a:pt x="687" y="715"/>
                    <a:pt x="414" y="442"/>
                  </a:cubicBezTo>
                  <a:cubicBezTo>
                    <a:pt x="300" y="221"/>
                    <a:pt x="99"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7"/>
            <p:cNvSpPr/>
            <p:nvPr/>
          </p:nvSpPr>
          <p:spPr>
            <a:xfrm>
              <a:off x="400436" y="3023826"/>
              <a:ext cx="5005" cy="47708"/>
            </a:xfrm>
            <a:custGeom>
              <a:avLst/>
              <a:gdLst/>
              <a:ahLst/>
              <a:cxnLst/>
              <a:rect l="l" t="t" r="r" b="b"/>
              <a:pathLst>
                <a:path w="143" h="1363" extrusionOk="0">
                  <a:moveTo>
                    <a:pt x="143" y="0"/>
                  </a:moveTo>
                  <a:cubicBezTo>
                    <a:pt x="1" y="0"/>
                    <a:pt x="1" y="273"/>
                    <a:pt x="1" y="676"/>
                  </a:cubicBezTo>
                  <a:cubicBezTo>
                    <a:pt x="1" y="1090"/>
                    <a:pt x="1" y="1363"/>
                    <a:pt x="143" y="1363"/>
                  </a:cubicBezTo>
                  <a:lnTo>
                    <a:pt x="143" y="676"/>
                  </a:lnTo>
                  <a:lnTo>
                    <a:pt x="1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7"/>
            <p:cNvSpPr/>
            <p:nvPr/>
          </p:nvSpPr>
          <p:spPr>
            <a:xfrm>
              <a:off x="381360" y="3042902"/>
              <a:ext cx="47743" cy="4620"/>
            </a:xfrm>
            <a:custGeom>
              <a:avLst/>
              <a:gdLst/>
              <a:ahLst/>
              <a:cxnLst/>
              <a:rect l="l" t="t" r="r" b="b"/>
              <a:pathLst>
                <a:path w="1364" h="132" extrusionOk="0">
                  <a:moveTo>
                    <a:pt x="688" y="0"/>
                  </a:moveTo>
                  <a:cubicBezTo>
                    <a:pt x="273" y="0"/>
                    <a:pt x="1" y="131"/>
                    <a:pt x="1" y="131"/>
                  </a:cubicBezTo>
                  <a:lnTo>
                    <a:pt x="1363" y="131"/>
                  </a:lnTo>
                  <a:cubicBezTo>
                    <a:pt x="1363" y="131"/>
                    <a:pt x="960" y="0"/>
                    <a:pt x="6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7"/>
            <p:cNvSpPr/>
            <p:nvPr/>
          </p:nvSpPr>
          <p:spPr>
            <a:xfrm>
              <a:off x="386330" y="3028411"/>
              <a:ext cx="38188" cy="33602"/>
            </a:xfrm>
            <a:custGeom>
              <a:avLst/>
              <a:gdLst/>
              <a:ahLst/>
              <a:cxnLst/>
              <a:rect l="l" t="t" r="r" b="b"/>
              <a:pathLst>
                <a:path w="1091" h="960" extrusionOk="0">
                  <a:moveTo>
                    <a:pt x="1090" y="0"/>
                  </a:moveTo>
                  <a:cubicBezTo>
                    <a:pt x="1090" y="0"/>
                    <a:pt x="818" y="142"/>
                    <a:pt x="546" y="414"/>
                  </a:cubicBezTo>
                  <a:cubicBezTo>
                    <a:pt x="273" y="687"/>
                    <a:pt x="1" y="818"/>
                    <a:pt x="131" y="959"/>
                  </a:cubicBezTo>
                  <a:cubicBezTo>
                    <a:pt x="131" y="959"/>
                    <a:pt x="404" y="818"/>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7"/>
            <p:cNvSpPr/>
            <p:nvPr/>
          </p:nvSpPr>
          <p:spPr>
            <a:xfrm>
              <a:off x="390915" y="3028411"/>
              <a:ext cx="28632" cy="38188"/>
            </a:xfrm>
            <a:custGeom>
              <a:avLst/>
              <a:gdLst/>
              <a:ahLst/>
              <a:cxnLst/>
              <a:rect l="l" t="t" r="r" b="b"/>
              <a:pathLst>
                <a:path w="818" h="1091" extrusionOk="0">
                  <a:moveTo>
                    <a:pt x="0" y="0"/>
                  </a:moveTo>
                  <a:lnTo>
                    <a:pt x="273" y="545"/>
                  </a:lnTo>
                  <a:cubicBezTo>
                    <a:pt x="545" y="818"/>
                    <a:pt x="687" y="1090"/>
                    <a:pt x="818" y="1090"/>
                  </a:cubicBezTo>
                  <a:cubicBezTo>
                    <a:pt x="818" y="1090"/>
                    <a:pt x="687" y="818"/>
                    <a:pt x="415" y="545"/>
                  </a:cubicBezTo>
                  <a:cubicBezTo>
                    <a:pt x="273" y="142"/>
                    <a:pt x="0"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7"/>
            <p:cNvSpPr/>
            <p:nvPr/>
          </p:nvSpPr>
          <p:spPr>
            <a:xfrm>
              <a:off x="848678" y="1927057"/>
              <a:ext cx="5005" cy="47708"/>
            </a:xfrm>
            <a:custGeom>
              <a:avLst/>
              <a:gdLst/>
              <a:ahLst/>
              <a:cxnLst/>
              <a:rect l="l" t="t" r="r" b="b"/>
              <a:pathLst>
                <a:path w="143" h="1363" extrusionOk="0">
                  <a:moveTo>
                    <a:pt x="1" y="1"/>
                  </a:moveTo>
                  <a:lnTo>
                    <a:pt x="1" y="676"/>
                  </a:lnTo>
                  <a:lnTo>
                    <a:pt x="1" y="1363"/>
                  </a:lnTo>
                  <a:cubicBezTo>
                    <a:pt x="1" y="1363"/>
                    <a:pt x="143" y="1090"/>
                    <a:pt x="143" y="676"/>
                  </a:cubicBezTo>
                  <a:cubicBezTo>
                    <a:pt x="143" y="273"/>
                    <a:pt x="1"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7"/>
            <p:cNvSpPr/>
            <p:nvPr/>
          </p:nvSpPr>
          <p:spPr>
            <a:xfrm>
              <a:off x="825051" y="1950719"/>
              <a:ext cx="47708" cy="5005"/>
            </a:xfrm>
            <a:custGeom>
              <a:avLst/>
              <a:gdLst/>
              <a:ahLst/>
              <a:cxnLst/>
              <a:rect l="l" t="t" r="r" b="b"/>
              <a:pathLst>
                <a:path w="1363" h="143" extrusionOk="0">
                  <a:moveTo>
                    <a:pt x="0" y="0"/>
                  </a:moveTo>
                  <a:cubicBezTo>
                    <a:pt x="0" y="0"/>
                    <a:pt x="273" y="142"/>
                    <a:pt x="676" y="142"/>
                  </a:cubicBezTo>
                  <a:cubicBezTo>
                    <a:pt x="1090" y="142"/>
                    <a:pt x="1362" y="0"/>
                    <a:pt x="13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7"/>
            <p:cNvSpPr/>
            <p:nvPr/>
          </p:nvSpPr>
          <p:spPr>
            <a:xfrm>
              <a:off x="834572" y="1931642"/>
              <a:ext cx="38188" cy="33602"/>
            </a:xfrm>
            <a:custGeom>
              <a:avLst/>
              <a:gdLst/>
              <a:ahLst/>
              <a:cxnLst/>
              <a:rect l="l" t="t" r="r" b="b"/>
              <a:pathLst>
                <a:path w="1091" h="960" extrusionOk="0">
                  <a:moveTo>
                    <a:pt x="949" y="0"/>
                  </a:moveTo>
                  <a:cubicBezTo>
                    <a:pt x="949" y="0"/>
                    <a:pt x="676" y="142"/>
                    <a:pt x="404" y="415"/>
                  </a:cubicBezTo>
                  <a:cubicBezTo>
                    <a:pt x="131" y="687"/>
                    <a:pt x="1" y="959"/>
                    <a:pt x="1" y="959"/>
                  </a:cubicBezTo>
                  <a:cubicBezTo>
                    <a:pt x="1" y="959"/>
                    <a:pt x="273" y="818"/>
                    <a:pt x="546" y="545"/>
                  </a:cubicBezTo>
                  <a:cubicBezTo>
                    <a:pt x="818" y="273"/>
                    <a:pt x="1090" y="142"/>
                    <a:pt x="9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7"/>
            <p:cNvSpPr/>
            <p:nvPr/>
          </p:nvSpPr>
          <p:spPr>
            <a:xfrm>
              <a:off x="834572" y="1931642"/>
              <a:ext cx="28632" cy="38188"/>
            </a:xfrm>
            <a:custGeom>
              <a:avLst/>
              <a:gdLst/>
              <a:ahLst/>
              <a:cxnLst/>
              <a:rect l="l" t="t" r="r" b="b"/>
              <a:pathLst>
                <a:path w="818" h="1091" extrusionOk="0">
                  <a:moveTo>
                    <a:pt x="131" y="0"/>
                  </a:moveTo>
                  <a:cubicBezTo>
                    <a:pt x="1" y="0"/>
                    <a:pt x="131" y="273"/>
                    <a:pt x="404" y="545"/>
                  </a:cubicBezTo>
                  <a:cubicBezTo>
                    <a:pt x="546" y="959"/>
                    <a:pt x="818" y="1090"/>
                    <a:pt x="818" y="1090"/>
                  </a:cubicBezTo>
                  <a:lnTo>
                    <a:pt x="546" y="545"/>
                  </a:lnTo>
                  <a:cubicBezTo>
                    <a:pt x="273" y="273"/>
                    <a:pt x="131" y="0"/>
                    <a:pt x="1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3" name="Google Shape;453;p7"/>
          <p:cNvGrpSpPr/>
          <p:nvPr/>
        </p:nvGrpSpPr>
        <p:grpSpPr>
          <a:xfrm rot="-5400000" flipH="1">
            <a:off x="7979104" y="251768"/>
            <a:ext cx="91438" cy="91438"/>
            <a:chOff x="224199" y="4177823"/>
            <a:chExt cx="47708" cy="42738"/>
          </a:xfrm>
        </p:grpSpPr>
        <p:sp>
          <p:nvSpPr>
            <p:cNvPr id="454" name="Google Shape;454;p7"/>
            <p:cNvSpPr/>
            <p:nvPr/>
          </p:nvSpPr>
          <p:spPr>
            <a:xfrm>
              <a:off x="247860" y="4177823"/>
              <a:ext cx="5005" cy="42738"/>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7"/>
            <p:cNvSpPr/>
            <p:nvPr/>
          </p:nvSpPr>
          <p:spPr>
            <a:xfrm>
              <a:off x="224199" y="4196899"/>
              <a:ext cx="47708" cy="458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7"/>
            <p:cNvSpPr/>
            <p:nvPr/>
          </p:nvSpPr>
          <p:spPr>
            <a:xfrm>
              <a:off x="233754" y="4182373"/>
              <a:ext cx="38153" cy="30067"/>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7"/>
            <p:cNvSpPr/>
            <p:nvPr/>
          </p:nvSpPr>
          <p:spPr>
            <a:xfrm>
              <a:off x="233754" y="4181218"/>
              <a:ext cx="28632" cy="3934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 name="Google Shape;458;p7"/>
          <p:cNvGrpSpPr/>
          <p:nvPr/>
        </p:nvGrpSpPr>
        <p:grpSpPr>
          <a:xfrm rot="-5400000" flipH="1">
            <a:off x="431182" y="141249"/>
            <a:ext cx="182881" cy="182880"/>
            <a:chOff x="224199" y="4177823"/>
            <a:chExt cx="47708" cy="42738"/>
          </a:xfrm>
        </p:grpSpPr>
        <p:sp>
          <p:nvSpPr>
            <p:cNvPr id="459" name="Google Shape;459;p7"/>
            <p:cNvSpPr/>
            <p:nvPr/>
          </p:nvSpPr>
          <p:spPr>
            <a:xfrm>
              <a:off x="247860" y="4177823"/>
              <a:ext cx="5005" cy="42738"/>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7"/>
            <p:cNvSpPr/>
            <p:nvPr/>
          </p:nvSpPr>
          <p:spPr>
            <a:xfrm>
              <a:off x="224199" y="4196899"/>
              <a:ext cx="47708" cy="458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7"/>
            <p:cNvSpPr/>
            <p:nvPr/>
          </p:nvSpPr>
          <p:spPr>
            <a:xfrm>
              <a:off x="233754" y="4182373"/>
              <a:ext cx="38153" cy="30067"/>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7"/>
            <p:cNvSpPr/>
            <p:nvPr/>
          </p:nvSpPr>
          <p:spPr>
            <a:xfrm>
              <a:off x="233754" y="4181218"/>
              <a:ext cx="28632" cy="3934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 name="Google Shape;463;p7"/>
          <p:cNvGrpSpPr/>
          <p:nvPr/>
        </p:nvGrpSpPr>
        <p:grpSpPr>
          <a:xfrm rot="-5400000" flipH="1">
            <a:off x="8907570" y="798179"/>
            <a:ext cx="146303" cy="146305"/>
            <a:chOff x="224199" y="4177823"/>
            <a:chExt cx="47708" cy="42738"/>
          </a:xfrm>
        </p:grpSpPr>
        <p:sp>
          <p:nvSpPr>
            <p:cNvPr id="464" name="Google Shape;464;p7"/>
            <p:cNvSpPr/>
            <p:nvPr/>
          </p:nvSpPr>
          <p:spPr>
            <a:xfrm>
              <a:off x="247860" y="4177823"/>
              <a:ext cx="5005" cy="42738"/>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7"/>
            <p:cNvSpPr/>
            <p:nvPr/>
          </p:nvSpPr>
          <p:spPr>
            <a:xfrm>
              <a:off x="224199" y="4196899"/>
              <a:ext cx="47708" cy="458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7"/>
            <p:cNvSpPr/>
            <p:nvPr/>
          </p:nvSpPr>
          <p:spPr>
            <a:xfrm>
              <a:off x="233754" y="4182373"/>
              <a:ext cx="38153" cy="30067"/>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7"/>
            <p:cNvSpPr/>
            <p:nvPr/>
          </p:nvSpPr>
          <p:spPr>
            <a:xfrm>
              <a:off x="233754" y="4181218"/>
              <a:ext cx="28632" cy="3934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 name="Google Shape;468;p7"/>
          <p:cNvGrpSpPr/>
          <p:nvPr/>
        </p:nvGrpSpPr>
        <p:grpSpPr>
          <a:xfrm rot="-5400000" flipH="1">
            <a:off x="8935004" y="100768"/>
            <a:ext cx="91438" cy="91438"/>
            <a:chOff x="224199" y="4177823"/>
            <a:chExt cx="47708" cy="42738"/>
          </a:xfrm>
        </p:grpSpPr>
        <p:sp>
          <p:nvSpPr>
            <p:cNvPr id="469" name="Google Shape;469;p7"/>
            <p:cNvSpPr/>
            <p:nvPr/>
          </p:nvSpPr>
          <p:spPr>
            <a:xfrm>
              <a:off x="247860" y="4177823"/>
              <a:ext cx="5005" cy="42738"/>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7"/>
            <p:cNvSpPr/>
            <p:nvPr/>
          </p:nvSpPr>
          <p:spPr>
            <a:xfrm>
              <a:off x="224199" y="4196899"/>
              <a:ext cx="47708" cy="458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7"/>
            <p:cNvSpPr/>
            <p:nvPr/>
          </p:nvSpPr>
          <p:spPr>
            <a:xfrm>
              <a:off x="233754" y="4182373"/>
              <a:ext cx="38153" cy="30067"/>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7"/>
            <p:cNvSpPr/>
            <p:nvPr/>
          </p:nvSpPr>
          <p:spPr>
            <a:xfrm>
              <a:off x="233754" y="4181218"/>
              <a:ext cx="28632" cy="3934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 name="Google Shape;473;p7"/>
          <p:cNvGrpSpPr/>
          <p:nvPr/>
        </p:nvGrpSpPr>
        <p:grpSpPr>
          <a:xfrm rot="-5400000" flipH="1">
            <a:off x="8530080" y="699368"/>
            <a:ext cx="64010" cy="64009"/>
            <a:chOff x="224199" y="4177823"/>
            <a:chExt cx="47708" cy="42738"/>
          </a:xfrm>
        </p:grpSpPr>
        <p:sp>
          <p:nvSpPr>
            <p:cNvPr id="474" name="Google Shape;474;p7"/>
            <p:cNvSpPr/>
            <p:nvPr/>
          </p:nvSpPr>
          <p:spPr>
            <a:xfrm>
              <a:off x="247860" y="4177823"/>
              <a:ext cx="5005" cy="42738"/>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7"/>
            <p:cNvSpPr/>
            <p:nvPr/>
          </p:nvSpPr>
          <p:spPr>
            <a:xfrm>
              <a:off x="224199" y="4196899"/>
              <a:ext cx="47708" cy="458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7"/>
            <p:cNvSpPr/>
            <p:nvPr/>
          </p:nvSpPr>
          <p:spPr>
            <a:xfrm>
              <a:off x="233754" y="4182373"/>
              <a:ext cx="38153" cy="30067"/>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7"/>
            <p:cNvSpPr/>
            <p:nvPr/>
          </p:nvSpPr>
          <p:spPr>
            <a:xfrm>
              <a:off x="233754" y="4181218"/>
              <a:ext cx="28632" cy="3934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 name="Google Shape;478;p7"/>
          <p:cNvGrpSpPr/>
          <p:nvPr/>
        </p:nvGrpSpPr>
        <p:grpSpPr>
          <a:xfrm rot="-5400000" flipH="1">
            <a:off x="8149080" y="89768"/>
            <a:ext cx="64010" cy="64009"/>
            <a:chOff x="224199" y="4177823"/>
            <a:chExt cx="47708" cy="42738"/>
          </a:xfrm>
        </p:grpSpPr>
        <p:sp>
          <p:nvSpPr>
            <p:cNvPr id="479" name="Google Shape;479;p7"/>
            <p:cNvSpPr/>
            <p:nvPr/>
          </p:nvSpPr>
          <p:spPr>
            <a:xfrm>
              <a:off x="247860" y="4177823"/>
              <a:ext cx="5005" cy="42738"/>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7"/>
            <p:cNvSpPr/>
            <p:nvPr/>
          </p:nvSpPr>
          <p:spPr>
            <a:xfrm>
              <a:off x="224199" y="4196899"/>
              <a:ext cx="47708" cy="458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7"/>
            <p:cNvSpPr/>
            <p:nvPr/>
          </p:nvSpPr>
          <p:spPr>
            <a:xfrm>
              <a:off x="233754" y="4182373"/>
              <a:ext cx="38153" cy="30067"/>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7"/>
            <p:cNvSpPr/>
            <p:nvPr/>
          </p:nvSpPr>
          <p:spPr>
            <a:xfrm>
              <a:off x="233754" y="4181218"/>
              <a:ext cx="28632" cy="3934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 name="Google Shape;483;p7"/>
          <p:cNvGrpSpPr/>
          <p:nvPr/>
        </p:nvGrpSpPr>
        <p:grpSpPr>
          <a:xfrm rot="-5400000" flipH="1">
            <a:off x="7691880" y="318368"/>
            <a:ext cx="64010" cy="64009"/>
            <a:chOff x="224199" y="4177823"/>
            <a:chExt cx="47708" cy="42738"/>
          </a:xfrm>
        </p:grpSpPr>
        <p:sp>
          <p:nvSpPr>
            <p:cNvPr id="484" name="Google Shape;484;p7"/>
            <p:cNvSpPr/>
            <p:nvPr/>
          </p:nvSpPr>
          <p:spPr>
            <a:xfrm>
              <a:off x="247860" y="4177823"/>
              <a:ext cx="5005" cy="42738"/>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7"/>
            <p:cNvSpPr/>
            <p:nvPr/>
          </p:nvSpPr>
          <p:spPr>
            <a:xfrm>
              <a:off x="224199" y="4196899"/>
              <a:ext cx="47708" cy="458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7"/>
            <p:cNvSpPr/>
            <p:nvPr/>
          </p:nvSpPr>
          <p:spPr>
            <a:xfrm>
              <a:off x="233754" y="4182373"/>
              <a:ext cx="38153" cy="30067"/>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7"/>
            <p:cNvSpPr/>
            <p:nvPr/>
          </p:nvSpPr>
          <p:spPr>
            <a:xfrm>
              <a:off x="233754" y="4181218"/>
              <a:ext cx="28632" cy="3934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546"/>
        <p:cNvGrpSpPr/>
        <p:nvPr/>
      </p:nvGrpSpPr>
      <p:grpSpPr>
        <a:xfrm>
          <a:off x="0" y="0"/>
          <a:ext cx="0" cy="0"/>
          <a:chOff x="0" y="0"/>
          <a:chExt cx="0" cy="0"/>
        </a:xfrm>
      </p:grpSpPr>
      <p:sp>
        <p:nvSpPr>
          <p:cNvPr id="547" name="Google Shape;547;p9"/>
          <p:cNvSpPr/>
          <p:nvPr/>
        </p:nvSpPr>
        <p:spPr>
          <a:xfrm>
            <a:off x="-229140" y="106238"/>
            <a:ext cx="1354546" cy="4931026"/>
          </a:xfrm>
          <a:custGeom>
            <a:avLst/>
            <a:gdLst/>
            <a:ahLst/>
            <a:cxnLst/>
            <a:rect l="l" t="t" r="r" b="b"/>
            <a:pathLst>
              <a:path w="29593" h="107729" extrusionOk="0">
                <a:moveTo>
                  <a:pt x="977" y="0"/>
                </a:moveTo>
                <a:cubicBezTo>
                  <a:pt x="1" y="1964"/>
                  <a:pt x="1965" y="4354"/>
                  <a:pt x="1258" y="6452"/>
                </a:cubicBezTo>
                <a:cubicBezTo>
                  <a:pt x="842" y="6598"/>
                  <a:pt x="562" y="7159"/>
                  <a:pt x="697" y="7575"/>
                </a:cubicBezTo>
                <a:cubicBezTo>
                  <a:pt x="697" y="8001"/>
                  <a:pt x="977" y="8416"/>
                  <a:pt x="1258" y="8843"/>
                </a:cubicBezTo>
                <a:cubicBezTo>
                  <a:pt x="2099" y="9965"/>
                  <a:pt x="3087" y="10806"/>
                  <a:pt x="3783" y="12063"/>
                </a:cubicBezTo>
                <a:cubicBezTo>
                  <a:pt x="4344" y="12770"/>
                  <a:pt x="4624" y="13747"/>
                  <a:pt x="4905" y="14588"/>
                </a:cubicBezTo>
                <a:cubicBezTo>
                  <a:pt x="6173" y="17674"/>
                  <a:pt x="8978" y="19919"/>
                  <a:pt x="9259" y="23711"/>
                </a:cubicBezTo>
                <a:cubicBezTo>
                  <a:pt x="9259" y="24834"/>
                  <a:pt x="9113" y="26090"/>
                  <a:pt x="9393" y="27213"/>
                </a:cubicBezTo>
                <a:cubicBezTo>
                  <a:pt x="9820" y="28054"/>
                  <a:pt x="10516" y="28761"/>
                  <a:pt x="11077" y="29457"/>
                </a:cubicBezTo>
                <a:cubicBezTo>
                  <a:pt x="12760" y="31701"/>
                  <a:pt x="12479" y="35068"/>
                  <a:pt x="12345" y="37873"/>
                </a:cubicBezTo>
                <a:cubicBezTo>
                  <a:pt x="12064" y="41105"/>
                  <a:pt x="12199" y="44045"/>
                  <a:pt x="12479" y="47131"/>
                </a:cubicBezTo>
                <a:cubicBezTo>
                  <a:pt x="12479" y="47412"/>
                  <a:pt x="12479" y="47558"/>
                  <a:pt x="12345" y="47692"/>
                </a:cubicBezTo>
                <a:cubicBezTo>
                  <a:pt x="12272" y="47832"/>
                  <a:pt x="12132" y="47903"/>
                  <a:pt x="11974" y="47903"/>
                </a:cubicBezTo>
                <a:cubicBezTo>
                  <a:pt x="11817" y="47903"/>
                  <a:pt x="11643" y="47832"/>
                  <a:pt x="11503" y="47692"/>
                </a:cubicBezTo>
                <a:cubicBezTo>
                  <a:pt x="11357" y="47412"/>
                  <a:pt x="11223" y="47131"/>
                  <a:pt x="10942" y="46851"/>
                </a:cubicBezTo>
                <a:lnTo>
                  <a:pt x="10942" y="46851"/>
                </a:lnTo>
                <a:cubicBezTo>
                  <a:pt x="10661" y="47412"/>
                  <a:pt x="10796" y="48119"/>
                  <a:pt x="11077" y="48534"/>
                </a:cubicBezTo>
                <a:cubicBezTo>
                  <a:pt x="11503" y="49095"/>
                  <a:pt x="11918" y="49375"/>
                  <a:pt x="12199" y="49937"/>
                </a:cubicBezTo>
                <a:cubicBezTo>
                  <a:pt x="12479" y="50363"/>
                  <a:pt x="12625" y="50924"/>
                  <a:pt x="12625" y="51485"/>
                </a:cubicBezTo>
                <a:cubicBezTo>
                  <a:pt x="13186" y="54291"/>
                  <a:pt x="13602" y="57231"/>
                  <a:pt x="14028" y="60036"/>
                </a:cubicBezTo>
                <a:cubicBezTo>
                  <a:pt x="14028" y="60597"/>
                  <a:pt x="14163" y="61158"/>
                  <a:pt x="14309" y="61719"/>
                </a:cubicBezTo>
                <a:cubicBezTo>
                  <a:pt x="14443" y="61865"/>
                  <a:pt x="14589" y="62000"/>
                  <a:pt x="14589" y="62280"/>
                </a:cubicBezTo>
                <a:cubicBezTo>
                  <a:pt x="14724" y="62707"/>
                  <a:pt x="14724" y="63122"/>
                  <a:pt x="14724" y="63548"/>
                </a:cubicBezTo>
                <a:cubicBezTo>
                  <a:pt x="14724" y="63829"/>
                  <a:pt x="14589" y="64244"/>
                  <a:pt x="14443" y="64525"/>
                </a:cubicBezTo>
                <a:cubicBezTo>
                  <a:pt x="14345" y="64730"/>
                  <a:pt x="14169" y="64863"/>
                  <a:pt x="13971" y="64863"/>
                </a:cubicBezTo>
                <a:cubicBezTo>
                  <a:pt x="13899" y="64863"/>
                  <a:pt x="13823" y="64845"/>
                  <a:pt x="13747" y="64805"/>
                </a:cubicBezTo>
                <a:cubicBezTo>
                  <a:pt x="13602" y="64390"/>
                  <a:pt x="13186" y="64110"/>
                  <a:pt x="12760" y="63683"/>
                </a:cubicBezTo>
                <a:cubicBezTo>
                  <a:pt x="12064" y="62841"/>
                  <a:pt x="11918" y="61439"/>
                  <a:pt x="11077" y="60462"/>
                </a:cubicBezTo>
                <a:cubicBezTo>
                  <a:pt x="10661" y="60182"/>
                  <a:pt x="10235" y="59756"/>
                  <a:pt x="10100" y="59194"/>
                </a:cubicBezTo>
                <a:cubicBezTo>
                  <a:pt x="9955" y="58914"/>
                  <a:pt x="9955" y="58633"/>
                  <a:pt x="9955" y="58353"/>
                </a:cubicBezTo>
                <a:cubicBezTo>
                  <a:pt x="9820" y="57096"/>
                  <a:pt x="8978" y="56108"/>
                  <a:pt x="8417" y="55132"/>
                </a:cubicBezTo>
                <a:cubicBezTo>
                  <a:pt x="7576" y="53729"/>
                  <a:pt x="7430" y="52046"/>
                  <a:pt x="6453" y="50778"/>
                </a:cubicBezTo>
                <a:lnTo>
                  <a:pt x="5051" y="49375"/>
                </a:lnTo>
                <a:cubicBezTo>
                  <a:pt x="5051" y="49241"/>
                  <a:pt x="4905" y="49095"/>
                  <a:pt x="4770" y="48960"/>
                </a:cubicBezTo>
                <a:lnTo>
                  <a:pt x="4344" y="48960"/>
                </a:lnTo>
                <a:cubicBezTo>
                  <a:pt x="3928" y="48960"/>
                  <a:pt x="3502" y="48814"/>
                  <a:pt x="3087" y="48814"/>
                </a:cubicBezTo>
                <a:cubicBezTo>
                  <a:pt x="2941" y="48960"/>
                  <a:pt x="2806" y="49241"/>
                  <a:pt x="2941" y="49521"/>
                </a:cubicBezTo>
                <a:cubicBezTo>
                  <a:pt x="3003" y="49505"/>
                  <a:pt x="3065" y="49498"/>
                  <a:pt x="3127" y="49498"/>
                </a:cubicBezTo>
                <a:cubicBezTo>
                  <a:pt x="3624" y="49498"/>
                  <a:pt x="4110" y="49984"/>
                  <a:pt x="4490" y="50363"/>
                </a:cubicBezTo>
                <a:cubicBezTo>
                  <a:pt x="4905" y="50778"/>
                  <a:pt x="5185" y="51205"/>
                  <a:pt x="5612" y="51620"/>
                </a:cubicBezTo>
                <a:cubicBezTo>
                  <a:pt x="5746" y="51766"/>
                  <a:pt x="5892" y="51900"/>
                  <a:pt x="6027" y="52181"/>
                </a:cubicBezTo>
                <a:cubicBezTo>
                  <a:pt x="6173" y="52461"/>
                  <a:pt x="6307" y="52742"/>
                  <a:pt x="6307" y="53022"/>
                </a:cubicBezTo>
                <a:cubicBezTo>
                  <a:pt x="6588" y="53729"/>
                  <a:pt x="7576" y="56389"/>
                  <a:pt x="6734" y="56815"/>
                </a:cubicBezTo>
                <a:lnTo>
                  <a:pt x="6307" y="56815"/>
                </a:lnTo>
                <a:cubicBezTo>
                  <a:pt x="6024" y="56855"/>
                  <a:pt x="5739" y="56871"/>
                  <a:pt x="5455" y="56871"/>
                </a:cubicBezTo>
                <a:cubicBezTo>
                  <a:pt x="4759" y="56871"/>
                  <a:pt x="4060" y="56773"/>
                  <a:pt x="3367" y="56670"/>
                </a:cubicBezTo>
                <a:lnTo>
                  <a:pt x="2941" y="56670"/>
                </a:lnTo>
                <a:cubicBezTo>
                  <a:pt x="2806" y="56670"/>
                  <a:pt x="2660" y="56815"/>
                  <a:pt x="2660" y="57096"/>
                </a:cubicBezTo>
                <a:cubicBezTo>
                  <a:pt x="2660" y="57231"/>
                  <a:pt x="2806" y="57377"/>
                  <a:pt x="2941" y="57377"/>
                </a:cubicBezTo>
                <a:cubicBezTo>
                  <a:pt x="3928" y="58072"/>
                  <a:pt x="5185" y="57938"/>
                  <a:pt x="6173" y="58633"/>
                </a:cubicBezTo>
                <a:cubicBezTo>
                  <a:pt x="6869" y="59194"/>
                  <a:pt x="7856" y="59475"/>
                  <a:pt x="8552" y="60317"/>
                </a:cubicBezTo>
                <a:cubicBezTo>
                  <a:pt x="10235" y="62426"/>
                  <a:pt x="11784" y="64805"/>
                  <a:pt x="12625" y="67476"/>
                </a:cubicBezTo>
                <a:cubicBezTo>
                  <a:pt x="13186" y="69440"/>
                  <a:pt x="13040" y="71538"/>
                  <a:pt x="13040" y="73648"/>
                </a:cubicBezTo>
                <a:cubicBezTo>
                  <a:pt x="12625" y="85004"/>
                  <a:pt x="12199" y="96372"/>
                  <a:pt x="11918" y="107728"/>
                </a:cubicBezTo>
                <a:cubicBezTo>
                  <a:pt x="13882" y="107167"/>
                  <a:pt x="15846" y="106471"/>
                  <a:pt x="17956" y="105910"/>
                </a:cubicBezTo>
                <a:cubicBezTo>
                  <a:pt x="18371" y="105910"/>
                  <a:pt x="18651" y="105764"/>
                  <a:pt x="18932" y="105349"/>
                </a:cubicBezTo>
                <a:cubicBezTo>
                  <a:pt x="19212" y="105069"/>
                  <a:pt x="19212" y="104642"/>
                  <a:pt x="19212" y="104227"/>
                </a:cubicBezTo>
                <a:cubicBezTo>
                  <a:pt x="19358" y="98190"/>
                  <a:pt x="19493" y="92164"/>
                  <a:pt x="18932" y="86272"/>
                </a:cubicBezTo>
                <a:cubicBezTo>
                  <a:pt x="18797" y="83747"/>
                  <a:pt x="18371" y="81223"/>
                  <a:pt x="18371" y="78698"/>
                </a:cubicBezTo>
                <a:cubicBezTo>
                  <a:pt x="18371" y="75051"/>
                  <a:pt x="19078" y="71404"/>
                  <a:pt x="19919" y="67891"/>
                </a:cubicBezTo>
                <a:lnTo>
                  <a:pt x="21176" y="63268"/>
                </a:lnTo>
                <a:cubicBezTo>
                  <a:pt x="21457" y="62280"/>
                  <a:pt x="21603" y="61158"/>
                  <a:pt x="21737" y="60036"/>
                </a:cubicBezTo>
                <a:cubicBezTo>
                  <a:pt x="22018" y="58779"/>
                  <a:pt x="22298" y="57657"/>
                  <a:pt x="22579" y="56254"/>
                </a:cubicBezTo>
                <a:cubicBezTo>
                  <a:pt x="22725" y="55547"/>
                  <a:pt x="22860" y="54706"/>
                  <a:pt x="23005" y="54010"/>
                </a:cubicBezTo>
                <a:cubicBezTo>
                  <a:pt x="23286" y="53022"/>
                  <a:pt x="23847" y="52327"/>
                  <a:pt x="24689" y="51766"/>
                </a:cubicBezTo>
                <a:cubicBezTo>
                  <a:pt x="25104" y="51339"/>
                  <a:pt x="25665" y="51205"/>
                  <a:pt x="26091" y="50643"/>
                </a:cubicBezTo>
                <a:cubicBezTo>
                  <a:pt x="26507" y="50217"/>
                  <a:pt x="26652" y="49241"/>
                  <a:pt x="26226" y="48814"/>
                </a:cubicBezTo>
                <a:lnTo>
                  <a:pt x="26226" y="48814"/>
                </a:lnTo>
                <a:cubicBezTo>
                  <a:pt x="25530" y="49241"/>
                  <a:pt x="24969" y="49656"/>
                  <a:pt x="24262" y="50082"/>
                </a:cubicBezTo>
                <a:cubicBezTo>
                  <a:pt x="24543" y="48814"/>
                  <a:pt x="24823" y="47692"/>
                  <a:pt x="25104" y="46570"/>
                </a:cubicBezTo>
                <a:cubicBezTo>
                  <a:pt x="25250" y="45874"/>
                  <a:pt x="25384" y="45313"/>
                  <a:pt x="25384" y="44752"/>
                </a:cubicBezTo>
                <a:cubicBezTo>
                  <a:pt x="25384" y="44045"/>
                  <a:pt x="25104" y="43349"/>
                  <a:pt x="24689" y="42923"/>
                </a:cubicBezTo>
                <a:lnTo>
                  <a:pt x="24262" y="42923"/>
                </a:lnTo>
                <a:cubicBezTo>
                  <a:pt x="24689" y="47277"/>
                  <a:pt x="21322" y="50082"/>
                  <a:pt x="20480" y="54010"/>
                </a:cubicBezTo>
                <a:cubicBezTo>
                  <a:pt x="20335" y="54852"/>
                  <a:pt x="20200" y="55828"/>
                  <a:pt x="19919" y="56670"/>
                </a:cubicBezTo>
                <a:cubicBezTo>
                  <a:pt x="19774" y="57096"/>
                  <a:pt x="19493" y="57511"/>
                  <a:pt x="19358" y="57938"/>
                </a:cubicBezTo>
                <a:cubicBezTo>
                  <a:pt x="19212" y="58633"/>
                  <a:pt x="19212" y="59340"/>
                  <a:pt x="19078" y="60036"/>
                </a:cubicBezTo>
                <a:cubicBezTo>
                  <a:pt x="18932" y="60597"/>
                  <a:pt x="18651" y="61158"/>
                  <a:pt x="18236" y="61719"/>
                </a:cubicBezTo>
                <a:cubicBezTo>
                  <a:pt x="18236" y="60743"/>
                  <a:pt x="18371" y="59756"/>
                  <a:pt x="18517" y="58779"/>
                </a:cubicBezTo>
                <a:cubicBezTo>
                  <a:pt x="18090" y="58218"/>
                  <a:pt x="18090" y="57657"/>
                  <a:pt x="18236" y="57096"/>
                </a:cubicBezTo>
                <a:cubicBezTo>
                  <a:pt x="18371" y="56670"/>
                  <a:pt x="18651" y="56254"/>
                  <a:pt x="18797" y="55828"/>
                </a:cubicBezTo>
                <a:cubicBezTo>
                  <a:pt x="19493" y="54706"/>
                  <a:pt x="19358" y="53303"/>
                  <a:pt x="19639" y="52046"/>
                </a:cubicBezTo>
                <a:cubicBezTo>
                  <a:pt x="20054" y="50643"/>
                  <a:pt x="20480" y="49241"/>
                  <a:pt x="20761" y="47838"/>
                </a:cubicBezTo>
                <a:cubicBezTo>
                  <a:pt x="20896" y="46155"/>
                  <a:pt x="20761" y="44472"/>
                  <a:pt x="21042" y="42788"/>
                </a:cubicBezTo>
                <a:cubicBezTo>
                  <a:pt x="21176" y="41801"/>
                  <a:pt x="21603" y="40959"/>
                  <a:pt x="22164" y="40263"/>
                </a:cubicBezTo>
                <a:cubicBezTo>
                  <a:pt x="22444" y="39983"/>
                  <a:pt x="22725" y="39837"/>
                  <a:pt x="23005" y="39556"/>
                </a:cubicBezTo>
                <a:cubicBezTo>
                  <a:pt x="23286" y="39276"/>
                  <a:pt x="23421" y="38861"/>
                  <a:pt x="23286" y="38434"/>
                </a:cubicBezTo>
                <a:cubicBezTo>
                  <a:pt x="22860" y="38434"/>
                  <a:pt x="22579" y="38715"/>
                  <a:pt x="22298" y="38995"/>
                </a:cubicBezTo>
                <a:cubicBezTo>
                  <a:pt x="22100" y="39194"/>
                  <a:pt x="21834" y="39392"/>
                  <a:pt x="21597" y="39392"/>
                </a:cubicBezTo>
                <a:cubicBezTo>
                  <a:pt x="21498" y="39392"/>
                  <a:pt x="21404" y="39358"/>
                  <a:pt x="21322" y="39276"/>
                </a:cubicBezTo>
                <a:cubicBezTo>
                  <a:pt x="21883" y="37873"/>
                  <a:pt x="22444" y="36470"/>
                  <a:pt x="22725" y="34933"/>
                </a:cubicBezTo>
                <a:cubicBezTo>
                  <a:pt x="23005" y="33665"/>
                  <a:pt x="24128" y="32823"/>
                  <a:pt x="25104" y="32262"/>
                </a:cubicBezTo>
                <a:cubicBezTo>
                  <a:pt x="25665" y="32128"/>
                  <a:pt x="26091" y="31847"/>
                  <a:pt x="26226" y="31286"/>
                </a:cubicBezTo>
                <a:cubicBezTo>
                  <a:pt x="26372" y="31140"/>
                  <a:pt x="26372" y="31006"/>
                  <a:pt x="26372" y="31006"/>
                </a:cubicBezTo>
                <a:cubicBezTo>
                  <a:pt x="26507" y="30725"/>
                  <a:pt x="26787" y="30860"/>
                  <a:pt x="26933" y="30725"/>
                </a:cubicBezTo>
                <a:cubicBezTo>
                  <a:pt x="27068" y="30579"/>
                  <a:pt x="27214" y="30299"/>
                  <a:pt x="27348" y="30164"/>
                </a:cubicBezTo>
                <a:cubicBezTo>
                  <a:pt x="27494" y="30164"/>
                  <a:pt x="27629" y="30018"/>
                  <a:pt x="27775" y="30018"/>
                </a:cubicBezTo>
                <a:cubicBezTo>
                  <a:pt x="28470" y="29883"/>
                  <a:pt x="29031" y="29737"/>
                  <a:pt x="29593" y="29322"/>
                </a:cubicBezTo>
                <a:cubicBezTo>
                  <a:pt x="29312" y="29322"/>
                  <a:pt x="29177" y="29042"/>
                  <a:pt x="29031" y="28896"/>
                </a:cubicBezTo>
                <a:lnTo>
                  <a:pt x="28616" y="28896"/>
                </a:lnTo>
                <a:cubicBezTo>
                  <a:pt x="27629" y="29176"/>
                  <a:pt x="26787" y="29457"/>
                  <a:pt x="25945" y="30164"/>
                </a:cubicBezTo>
                <a:cubicBezTo>
                  <a:pt x="25811" y="30299"/>
                  <a:pt x="25530" y="30444"/>
                  <a:pt x="25250" y="30579"/>
                </a:cubicBezTo>
                <a:cubicBezTo>
                  <a:pt x="25104" y="30725"/>
                  <a:pt x="24823" y="30725"/>
                  <a:pt x="24543" y="30860"/>
                </a:cubicBezTo>
                <a:cubicBezTo>
                  <a:pt x="24408" y="31006"/>
                  <a:pt x="24128" y="31140"/>
                  <a:pt x="23982" y="31286"/>
                </a:cubicBezTo>
                <a:cubicBezTo>
                  <a:pt x="23887" y="31381"/>
                  <a:pt x="23719" y="31481"/>
                  <a:pt x="23531" y="31481"/>
                </a:cubicBezTo>
                <a:cubicBezTo>
                  <a:pt x="23452" y="31481"/>
                  <a:pt x="23369" y="31464"/>
                  <a:pt x="23286" y="31421"/>
                </a:cubicBezTo>
                <a:cubicBezTo>
                  <a:pt x="23286" y="30725"/>
                  <a:pt x="23421" y="30299"/>
                  <a:pt x="23566" y="29603"/>
                </a:cubicBezTo>
                <a:cubicBezTo>
                  <a:pt x="23701" y="29042"/>
                  <a:pt x="23566" y="28200"/>
                  <a:pt x="23847" y="27639"/>
                </a:cubicBezTo>
                <a:lnTo>
                  <a:pt x="24262" y="27213"/>
                </a:lnTo>
                <a:cubicBezTo>
                  <a:pt x="24543" y="26932"/>
                  <a:pt x="24543" y="26652"/>
                  <a:pt x="24408" y="26517"/>
                </a:cubicBezTo>
                <a:cubicBezTo>
                  <a:pt x="24408" y="26371"/>
                  <a:pt x="24128" y="26236"/>
                  <a:pt x="23982" y="26090"/>
                </a:cubicBezTo>
                <a:lnTo>
                  <a:pt x="23982" y="25810"/>
                </a:lnTo>
                <a:cubicBezTo>
                  <a:pt x="23566" y="23566"/>
                  <a:pt x="23847" y="21321"/>
                  <a:pt x="24408" y="19357"/>
                </a:cubicBezTo>
                <a:cubicBezTo>
                  <a:pt x="24689" y="18381"/>
                  <a:pt x="25104" y="17259"/>
                  <a:pt x="24823" y="16271"/>
                </a:cubicBezTo>
                <a:lnTo>
                  <a:pt x="24823" y="16271"/>
                </a:lnTo>
                <a:cubicBezTo>
                  <a:pt x="23982" y="17540"/>
                  <a:pt x="23421" y="19077"/>
                  <a:pt x="23140" y="20480"/>
                </a:cubicBezTo>
                <a:cubicBezTo>
                  <a:pt x="23005" y="21321"/>
                  <a:pt x="23005" y="22028"/>
                  <a:pt x="23005" y="22724"/>
                </a:cubicBezTo>
                <a:cubicBezTo>
                  <a:pt x="22860" y="23992"/>
                  <a:pt x="22725" y="25114"/>
                  <a:pt x="22579" y="26236"/>
                </a:cubicBezTo>
                <a:cubicBezTo>
                  <a:pt x="22444" y="27078"/>
                  <a:pt x="22444" y="27920"/>
                  <a:pt x="22298" y="28615"/>
                </a:cubicBezTo>
                <a:cubicBezTo>
                  <a:pt x="22164" y="29322"/>
                  <a:pt x="22164" y="30018"/>
                  <a:pt x="22018" y="30579"/>
                </a:cubicBezTo>
                <a:cubicBezTo>
                  <a:pt x="21603" y="32408"/>
                  <a:pt x="20615" y="34091"/>
                  <a:pt x="19919" y="35775"/>
                </a:cubicBezTo>
                <a:cubicBezTo>
                  <a:pt x="19078" y="37458"/>
                  <a:pt x="18797" y="38995"/>
                  <a:pt x="18517" y="40959"/>
                </a:cubicBezTo>
                <a:cubicBezTo>
                  <a:pt x="18517" y="42081"/>
                  <a:pt x="18517" y="43765"/>
                  <a:pt x="17810" y="44887"/>
                </a:cubicBezTo>
                <a:cubicBezTo>
                  <a:pt x="17529" y="45313"/>
                  <a:pt x="17114" y="45728"/>
                  <a:pt x="17114" y="46289"/>
                </a:cubicBezTo>
                <a:lnTo>
                  <a:pt x="17114" y="46996"/>
                </a:lnTo>
                <a:cubicBezTo>
                  <a:pt x="17249" y="47973"/>
                  <a:pt x="16688" y="48960"/>
                  <a:pt x="16688" y="50082"/>
                </a:cubicBezTo>
                <a:lnTo>
                  <a:pt x="16688" y="51205"/>
                </a:lnTo>
                <a:cubicBezTo>
                  <a:pt x="16688" y="51485"/>
                  <a:pt x="16688" y="51766"/>
                  <a:pt x="16553" y="52181"/>
                </a:cubicBezTo>
                <a:cubicBezTo>
                  <a:pt x="16272" y="52181"/>
                  <a:pt x="15992" y="51900"/>
                  <a:pt x="15846" y="51620"/>
                </a:cubicBezTo>
                <a:lnTo>
                  <a:pt x="15846" y="50643"/>
                </a:lnTo>
                <a:cubicBezTo>
                  <a:pt x="15846" y="50082"/>
                  <a:pt x="15565" y="49375"/>
                  <a:pt x="15285" y="48814"/>
                </a:cubicBezTo>
                <a:cubicBezTo>
                  <a:pt x="14870" y="47277"/>
                  <a:pt x="15004" y="45874"/>
                  <a:pt x="15004" y="44472"/>
                </a:cubicBezTo>
                <a:cubicBezTo>
                  <a:pt x="15004" y="42788"/>
                  <a:pt x="14870" y="41105"/>
                  <a:pt x="14870" y="39422"/>
                </a:cubicBezTo>
                <a:cubicBezTo>
                  <a:pt x="15004" y="36190"/>
                  <a:pt x="15431" y="32823"/>
                  <a:pt x="14589" y="29603"/>
                </a:cubicBezTo>
                <a:cubicBezTo>
                  <a:pt x="13882" y="26932"/>
                  <a:pt x="12345" y="24968"/>
                  <a:pt x="11638" y="22443"/>
                </a:cubicBezTo>
                <a:cubicBezTo>
                  <a:pt x="11503" y="21321"/>
                  <a:pt x="11223" y="20345"/>
                  <a:pt x="11077" y="19357"/>
                </a:cubicBezTo>
                <a:cubicBezTo>
                  <a:pt x="10796" y="16978"/>
                  <a:pt x="10661" y="14734"/>
                  <a:pt x="10661" y="12344"/>
                </a:cubicBezTo>
                <a:cubicBezTo>
                  <a:pt x="10796" y="11648"/>
                  <a:pt x="10796" y="10941"/>
                  <a:pt x="11077" y="10380"/>
                </a:cubicBezTo>
                <a:cubicBezTo>
                  <a:pt x="11357" y="10100"/>
                  <a:pt x="11638" y="9819"/>
                  <a:pt x="11784" y="9538"/>
                </a:cubicBezTo>
                <a:cubicBezTo>
                  <a:pt x="11918" y="9123"/>
                  <a:pt x="12064" y="8697"/>
                  <a:pt x="11784" y="8416"/>
                </a:cubicBezTo>
                <a:cubicBezTo>
                  <a:pt x="11357" y="8562"/>
                  <a:pt x="11077" y="8843"/>
                  <a:pt x="10796" y="9258"/>
                </a:cubicBezTo>
                <a:cubicBezTo>
                  <a:pt x="10100" y="9123"/>
                  <a:pt x="9539" y="8282"/>
                  <a:pt x="9393" y="7440"/>
                </a:cubicBezTo>
                <a:cubicBezTo>
                  <a:pt x="9259" y="6733"/>
                  <a:pt x="9259" y="5891"/>
                  <a:pt x="9259" y="5050"/>
                </a:cubicBezTo>
                <a:cubicBezTo>
                  <a:pt x="9259" y="3512"/>
                  <a:pt x="8832" y="1964"/>
                  <a:pt x="8271" y="707"/>
                </a:cubicBezTo>
                <a:cubicBezTo>
                  <a:pt x="8137" y="3367"/>
                  <a:pt x="8137" y="6037"/>
                  <a:pt x="7991" y="8697"/>
                </a:cubicBezTo>
                <a:cubicBezTo>
                  <a:pt x="7991" y="9258"/>
                  <a:pt x="7991" y="9819"/>
                  <a:pt x="8137" y="10380"/>
                </a:cubicBezTo>
                <a:cubicBezTo>
                  <a:pt x="8271" y="10661"/>
                  <a:pt x="8552" y="11087"/>
                  <a:pt x="8698" y="11368"/>
                </a:cubicBezTo>
                <a:cubicBezTo>
                  <a:pt x="9259" y="12770"/>
                  <a:pt x="9113" y="14454"/>
                  <a:pt x="8832" y="16137"/>
                </a:cubicBezTo>
                <a:cubicBezTo>
                  <a:pt x="7295" y="13612"/>
                  <a:pt x="5612" y="11368"/>
                  <a:pt x="4344" y="8977"/>
                </a:cubicBezTo>
                <a:cubicBezTo>
                  <a:pt x="2941" y="6172"/>
                  <a:pt x="1819" y="3086"/>
                  <a:pt x="977"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9"/>
          <p:cNvSpPr/>
          <p:nvPr/>
        </p:nvSpPr>
        <p:spPr>
          <a:xfrm flipH="1">
            <a:off x="861666" y="3628716"/>
            <a:ext cx="413284" cy="1408554"/>
          </a:xfrm>
          <a:custGeom>
            <a:avLst/>
            <a:gdLst/>
            <a:ahLst/>
            <a:cxnLst/>
            <a:rect l="l" t="t" r="r" b="b"/>
            <a:pathLst>
              <a:path w="29738" h="89774" extrusionOk="0">
                <a:moveTo>
                  <a:pt x="16552" y="0"/>
                </a:moveTo>
                <a:cubicBezTo>
                  <a:pt x="16552" y="842"/>
                  <a:pt x="16552" y="1818"/>
                  <a:pt x="16698" y="2660"/>
                </a:cubicBezTo>
                <a:cubicBezTo>
                  <a:pt x="16698" y="3647"/>
                  <a:pt x="16979" y="4624"/>
                  <a:pt x="16979" y="5611"/>
                </a:cubicBezTo>
                <a:cubicBezTo>
                  <a:pt x="16833" y="6172"/>
                  <a:pt x="16833" y="6733"/>
                  <a:pt x="16698" y="7429"/>
                </a:cubicBezTo>
                <a:lnTo>
                  <a:pt x="16698" y="8832"/>
                </a:lnTo>
                <a:cubicBezTo>
                  <a:pt x="16552" y="9258"/>
                  <a:pt x="16552" y="9819"/>
                  <a:pt x="16418" y="10235"/>
                </a:cubicBezTo>
                <a:cubicBezTo>
                  <a:pt x="16418" y="10235"/>
                  <a:pt x="16418" y="10380"/>
                  <a:pt x="16272" y="10380"/>
                </a:cubicBezTo>
                <a:cubicBezTo>
                  <a:pt x="16137" y="10796"/>
                  <a:pt x="16137" y="11076"/>
                  <a:pt x="16137" y="11503"/>
                </a:cubicBezTo>
                <a:cubicBezTo>
                  <a:pt x="16272" y="11918"/>
                  <a:pt x="16418" y="12198"/>
                  <a:pt x="16418" y="12625"/>
                </a:cubicBezTo>
                <a:cubicBezTo>
                  <a:pt x="16552" y="13040"/>
                  <a:pt x="16418" y="13466"/>
                  <a:pt x="16272" y="13747"/>
                </a:cubicBezTo>
                <a:cubicBezTo>
                  <a:pt x="16137" y="15004"/>
                  <a:pt x="16272" y="16552"/>
                  <a:pt x="15576" y="17529"/>
                </a:cubicBezTo>
                <a:cubicBezTo>
                  <a:pt x="14588" y="16406"/>
                  <a:pt x="14027" y="15150"/>
                  <a:pt x="13612" y="13601"/>
                </a:cubicBezTo>
                <a:cubicBezTo>
                  <a:pt x="13612" y="13321"/>
                  <a:pt x="13466" y="13186"/>
                  <a:pt x="13466" y="12905"/>
                </a:cubicBezTo>
                <a:lnTo>
                  <a:pt x="13893" y="11637"/>
                </a:lnTo>
                <a:cubicBezTo>
                  <a:pt x="14308" y="10661"/>
                  <a:pt x="14308" y="9539"/>
                  <a:pt x="14027" y="8551"/>
                </a:cubicBezTo>
                <a:cubicBezTo>
                  <a:pt x="13893" y="8551"/>
                  <a:pt x="13747" y="8697"/>
                  <a:pt x="13747" y="8978"/>
                </a:cubicBezTo>
                <a:cubicBezTo>
                  <a:pt x="13612" y="9258"/>
                  <a:pt x="13747" y="9393"/>
                  <a:pt x="13612" y="9673"/>
                </a:cubicBezTo>
                <a:cubicBezTo>
                  <a:pt x="13612" y="9954"/>
                  <a:pt x="13466" y="10100"/>
                  <a:pt x="13332" y="10380"/>
                </a:cubicBezTo>
                <a:cubicBezTo>
                  <a:pt x="13051" y="10796"/>
                  <a:pt x="12905" y="11503"/>
                  <a:pt x="12771" y="12198"/>
                </a:cubicBezTo>
                <a:cubicBezTo>
                  <a:pt x="12490" y="11918"/>
                  <a:pt x="12344" y="11637"/>
                  <a:pt x="12064" y="11357"/>
                </a:cubicBezTo>
                <a:cubicBezTo>
                  <a:pt x="12064" y="11357"/>
                  <a:pt x="11929" y="11222"/>
                  <a:pt x="11929" y="11076"/>
                </a:cubicBezTo>
                <a:cubicBezTo>
                  <a:pt x="11783" y="10942"/>
                  <a:pt x="11783" y="10661"/>
                  <a:pt x="11783" y="10380"/>
                </a:cubicBezTo>
                <a:cubicBezTo>
                  <a:pt x="11503" y="10100"/>
                  <a:pt x="11368" y="9819"/>
                  <a:pt x="11222" y="9393"/>
                </a:cubicBezTo>
                <a:cubicBezTo>
                  <a:pt x="11222" y="9258"/>
                  <a:pt x="11222" y="8978"/>
                  <a:pt x="11087" y="8832"/>
                </a:cubicBezTo>
                <a:lnTo>
                  <a:pt x="10807" y="8551"/>
                </a:lnTo>
                <a:cubicBezTo>
                  <a:pt x="10661" y="8551"/>
                  <a:pt x="10526" y="8417"/>
                  <a:pt x="10380" y="8417"/>
                </a:cubicBezTo>
                <a:cubicBezTo>
                  <a:pt x="10246" y="8271"/>
                  <a:pt x="10100" y="8136"/>
                  <a:pt x="9965" y="8136"/>
                </a:cubicBezTo>
                <a:cubicBezTo>
                  <a:pt x="10100" y="8697"/>
                  <a:pt x="10100" y="9258"/>
                  <a:pt x="10246" y="9673"/>
                </a:cubicBezTo>
                <a:cubicBezTo>
                  <a:pt x="10380" y="10235"/>
                  <a:pt x="10661" y="10661"/>
                  <a:pt x="10941" y="11222"/>
                </a:cubicBezTo>
                <a:cubicBezTo>
                  <a:pt x="10941" y="11503"/>
                  <a:pt x="11087" y="11783"/>
                  <a:pt x="11222" y="12064"/>
                </a:cubicBezTo>
                <a:cubicBezTo>
                  <a:pt x="11503" y="12344"/>
                  <a:pt x="11648" y="12625"/>
                  <a:pt x="11783" y="12905"/>
                </a:cubicBezTo>
                <a:cubicBezTo>
                  <a:pt x="12490" y="14027"/>
                  <a:pt x="12905" y="15430"/>
                  <a:pt x="13186" y="16833"/>
                </a:cubicBezTo>
                <a:cubicBezTo>
                  <a:pt x="13332" y="17248"/>
                  <a:pt x="13332" y="17675"/>
                  <a:pt x="13612" y="18090"/>
                </a:cubicBezTo>
                <a:cubicBezTo>
                  <a:pt x="13747" y="18516"/>
                  <a:pt x="14027" y="18931"/>
                  <a:pt x="14173" y="19358"/>
                </a:cubicBezTo>
                <a:cubicBezTo>
                  <a:pt x="14308" y="19773"/>
                  <a:pt x="14454" y="20334"/>
                  <a:pt x="14588" y="20761"/>
                </a:cubicBezTo>
                <a:cubicBezTo>
                  <a:pt x="14734" y="21737"/>
                  <a:pt x="15295" y="22578"/>
                  <a:pt x="15711" y="23566"/>
                </a:cubicBezTo>
                <a:cubicBezTo>
                  <a:pt x="16418" y="25249"/>
                  <a:pt x="16272" y="27213"/>
                  <a:pt x="15991" y="29177"/>
                </a:cubicBezTo>
                <a:cubicBezTo>
                  <a:pt x="15857" y="30153"/>
                  <a:pt x="15857" y="30995"/>
                  <a:pt x="15576" y="31982"/>
                </a:cubicBezTo>
                <a:cubicBezTo>
                  <a:pt x="15150" y="30995"/>
                  <a:pt x="14173" y="30434"/>
                  <a:pt x="13893" y="29311"/>
                </a:cubicBezTo>
                <a:cubicBezTo>
                  <a:pt x="13893" y="29177"/>
                  <a:pt x="13893" y="28896"/>
                  <a:pt x="13747" y="28750"/>
                </a:cubicBezTo>
                <a:cubicBezTo>
                  <a:pt x="13747" y="28616"/>
                  <a:pt x="13612" y="28616"/>
                  <a:pt x="13466" y="28470"/>
                </a:cubicBezTo>
                <a:lnTo>
                  <a:pt x="12625" y="28055"/>
                </a:lnTo>
                <a:lnTo>
                  <a:pt x="12625" y="28055"/>
                </a:lnTo>
                <a:cubicBezTo>
                  <a:pt x="12490" y="28335"/>
                  <a:pt x="12625" y="28616"/>
                  <a:pt x="12771" y="28750"/>
                </a:cubicBezTo>
                <a:cubicBezTo>
                  <a:pt x="12905" y="29031"/>
                  <a:pt x="13051" y="29177"/>
                  <a:pt x="13186" y="29311"/>
                </a:cubicBezTo>
                <a:cubicBezTo>
                  <a:pt x="13612" y="30018"/>
                  <a:pt x="13612" y="30995"/>
                  <a:pt x="14027" y="31702"/>
                </a:cubicBezTo>
                <a:cubicBezTo>
                  <a:pt x="14173" y="32117"/>
                  <a:pt x="14308" y="32263"/>
                  <a:pt x="14454" y="32543"/>
                </a:cubicBezTo>
                <a:cubicBezTo>
                  <a:pt x="15015" y="33665"/>
                  <a:pt x="15015" y="35068"/>
                  <a:pt x="15430" y="36190"/>
                </a:cubicBezTo>
                <a:lnTo>
                  <a:pt x="15857" y="37447"/>
                </a:lnTo>
                <a:cubicBezTo>
                  <a:pt x="15991" y="38008"/>
                  <a:pt x="15991" y="38569"/>
                  <a:pt x="15991" y="39276"/>
                </a:cubicBezTo>
                <a:cubicBezTo>
                  <a:pt x="15991" y="40253"/>
                  <a:pt x="15991" y="41375"/>
                  <a:pt x="15857" y="42497"/>
                </a:cubicBezTo>
                <a:cubicBezTo>
                  <a:pt x="15857" y="43339"/>
                  <a:pt x="15576" y="44046"/>
                  <a:pt x="15430" y="44887"/>
                </a:cubicBezTo>
                <a:cubicBezTo>
                  <a:pt x="15295" y="46425"/>
                  <a:pt x="15015" y="47827"/>
                  <a:pt x="14869" y="49230"/>
                </a:cubicBezTo>
                <a:cubicBezTo>
                  <a:pt x="14734" y="50633"/>
                  <a:pt x="14869" y="52181"/>
                  <a:pt x="14588" y="53584"/>
                </a:cubicBezTo>
                <a:cubicBezTo>
                  <a:pt x="14308" y="55682"/>
                  <a:pt x="14173" y="57792"/>
                  <a:pt x="14308" y="59891"/>
                </a:cubicBezTo>
                <a:cubicBezTo>
                  <a:pt x="14308" y="60452"/>
                  <a:pt x="14173" y="61013"/>
                  <a:pt x="13893" y="61293"/>
                </a:cubicBezTo>
                <a:cubicBezTo>
                  <a:pt x="13747" y="60878"/>
                  <a:pt x="13466" y="60598"/>
                  <a:pt x="13466" y="60036"/>
                </a:cubicBezTo>
                <a:cubicBezTo>
                  <a:pt x="13466" y="59891"/>
                  <a:pt x="13466" y="59756"/>
                  <a:pt x="13332" y="59610"/>
                </a:cubicBezTo>
                <a:cubicBezTo>
                  <a:pt x="13332" y="59404"/>
                  <a:pt x="13253" y="59277"/>
                  <a:pt x="13158" y="59277"/>
                </a:cubicBezTo>
                <a:cubicBezTo>
                  <a:pt x="13124" y="59277"/>
                  <a:pt x="13087" y="59294"/>
                  <a:pt x="13051" y="59329"/>
                </a:cubicBezTo>
                <a:lnTo>
                  <a:pt x="13051" y="59475"/>
                </a:lnTo>
                <a:cubicBezTo>
                  <a:pt x="12905" y="59891"/>
                  <a:pt x="12905" y="60452"/>
                  <a:pt x="13051" y="60878"/>
                </a:cubicBezTo>
                <a:cubicBezTo>
                  <a:pt x="13051" y="61013"/>
                  <a:pt x="13186" y="61159"/>
                  <a:pt x="13186" y="61439"/>
                </a:cubicBezTo>
                <a:lnTo>
                  <a:pt x="13186" y="61854"/>
                </a:lnTo>
                <a:cubicBezTo>
                  <a:pt x="13186" y="62561"/>
                  <a:pt x="13186" y="63122"/>
                  <a:pt x="13332" y="63818"/>
                </a:cubicBezTo>
                <a:cubicBezTo>
                  <a:pt x="13332" y="64379"/>
                  <a:pt x="13466" y="65086"/>
                  <a:pt x="13186" y="65647"/>
                </a:cubicBezTo>
                <a:lnTo>
                  <a:pt x="12771" y="64806"/>
                </a:lnTo>
                <a:cubicBezTo>
                  <a:pt x="12490" y="64099"/>
                  <a:pt x="12209" y="63403"/>
                  <a:pt x="12064" y="62696"/>
                </a:cubicBezTo>
                <a:cubicBezTo>
                  <a:pt x="11783" y="61854"/>
                  <a:pt x="11783" y="61159"/>
                  <a:pt x="11368" y="60452"/>
                </a:cubicBezTo>
                <a:cubicBezTo>
                  <a:pt x="11222" y="60317"/>
                  <a:pt x="11087" y="60036"/>
                  <a:pt x="11087" y="59756"/>
                </a:cubicBezTo>
                <a:cubicBezTo>
                  <a:pt x="10941" y="59475"/>
                  <a:pt x="10941" y="59049"/>
                  <a:pt x="10941" y="58768"/>
                </a:cubicBezTo>
                <a:cubicBezTo>
                  <a:pt x="10941" y="58488"/>
                  <a:pt x="10807" y="58073"/>
                  <a:pt x="10661" y="57792"/>
                </a:cubicBezTo>
                <a:cubicBezTo>
                  <a:pt x="10246" y="56670"/>
                  <a:pt x="9819" y="55402"/>
                  <a:pt x="9404" y="54145"/>
                </a:cubicBezTo>
                <a:cubicBezTo>
                  <a:pt x="8978" y="53023"/>
                  <a:pt x="9404" y="52035"/>
                  <a:pt x="9258" y="50913"/>
                </a:cubicBezTo>
                <a:lnTo>
                  <a:pt x="8843" y="49656"/>
                </a:lnTo>
                <a:lnTo>
                  <a:pt x="8697" y="49656"/>
                </a:lnTo>
                <a:cubicBezTo>
                  <a:pt x="8697" y="50352"/>
                  <a:pt x="8697" y="51059"/>
                  <a:pt x="8562" y="51755"/>
                </a:cubicBezTo>
                <a:cubicBezTo>
                  <a:pt x="8282" y="51340"/>
                  <a:pt x="8136" y="50779"/>
                  <a:pt x="8001" y="50217"/>
                </a:cubicBezTo>
                <a:cubicBezTo>
                  <a:pt x="7721" y="48669"/>
                  <a:pt x="7721" y="47131"/>
                  <a:pt x="7855" y="45583"/>
                </a:cubicBezTo>
                <a:cubicBezTo>
                  <a:pt x="7855" y="44887"/>
                  <a:pt x="8001" y="44326"/>
                  <a:pt x="8136" y="43765"/>
                </a:cubicBezTo>
                <a:cubicBezTo>
                  <a:pt x="8282" y="43204"/>
                  <a:pt x="8562" y="42643"/>
                  <a:pt x="8978" y="42497"/>
                </a:cubicBezTo>
                <a:cubicBezTo>
                  <a:pt x="9258" y="42362"/>
                  <a:pt x="9404" y="42362"/>
                  <a:pt x="9539" y="42216"/>
                </a:cubicBezTo>
                <a:cubicBezTo>
                  <a:pt x="9819" y="41936"/>
                  <a:pt x="10100" y="41375"/>
                  <a:pt x="10380" y="41240"/>
                </a:cubicBezTo>
                <a:lnTo>
                  <a:pt x="10380" y="40814"/>
                </a:lnTo>
                <a:cubicBezTo>
                  <a:pt x="10246" y="40814"/>
                  <a:pt x="9965" y="40814"/>
                  <a:pt x="9819" y="40960"/>
                </a:cubicBezTo>
                <a:cubicBezTo>
                  <a:pt x="9685" y="41094"/>
                  <a:pt x="9539" y="41240"/>
                  <a:pt x="9404" y="41240"/>
                </a:cubicBezTo>
                <a:cubicBezTo>
                  <a:pt x="8978" y="41655"/>
                  <a:pt x="8562" y="41801"/>
                  <a:pt x="8136" y="41936"/>
                </a:cubicBezTo>
                <a:lnTo>
                  <a:pt x="8001" y="41936"/>
                </a:lnTo>
                <a:cubicBezTo>
                  <a:pt x="7855" y="41801"/>
                  <a:pt x="7855" y="41655"/>
                  <a:pt x="7855" y="41375"/>
                </a:cubicBezTo>
                <a:cubicBezTo>
                  <a:pt x="7855" y="40679"/>
                  <a:pt x="7855" y="39837"/>
                  <a:pt x="7575" y="39276"/>
                </a:cubicBezTo>
                <a:cubicBezTo>
                  <a:pt x="7294" y="38569"/>
                  <a:pt x="6733" y="38008"/>
                  <a:pt x="6879" y="37167"/>
                </a:cubicBezTo>
                <a:lnTo>
                  <a:pt x="6879" y="37167"/>
                </a:lnTo>
                <a:cubicBezTo>
                  <a:pt x="6599" y="37313"/>
                  <a:pt x="6599" y="37728"/>
                  <a:pt x="6599" y="38154"/>
                </a:cubicBezTo>
                <a:cubicBezTo>
                  <a:pt x="6879" y="39276"/>
                  <a:pt x="7160" y="40679"/>
                  <a:pt x="7014" y="41936"/>
                </a:cubicBezTo>
                <a:cubicBezTo>
                  <a:pt x="7014" y="43058"/>
                  <a:pt x="6599" y="44046"/>
                  <a:pt x="6599" y="45168"/>
                </a:cubicBezTo>
                <a:cubicBezTo>
                  <a:pt x="6599" y="46009"/>
                  <a:pt x="6733" y="46986"/>
                  <a:pt x="6453" y="47693"/>
                </a:cubicBezTo>
                <a:cubicBezTo>
                  <a:pt x="5757" y="46851"/>
                  <a:pt x="5196" y="45729"/>
                  <a:pt x="4635" y="44887"/>
                </a:cubicBezTo>
                <a:cubicBezTo>
                  <a:pt x="4074" y="43900"/>
                  <a:pt x="4208" y="42497"/>
                  <a:pt x="4354" y="41375"/>
                </a:cubicBezTo>
                <a:lnTo>
                  <a:pt x="4354" y="41375"/>
                </a:lnTo>
                <a:cubicBezTo>
                  <a:pt x="4074" y="41655"/>
                  <a:pt x="3793" y="42216"/>
                  <a:pt x="3647" y="42777"/>
                </a:cubicBezTo>
                <a:cubicBezTo>
                  <a:pt x="3513" y="43339"/>
                  <a:pt x="3647" y="43900"/>
                  <a:pt x="3647" y="44461"/>
                </a:cubicBezTo>
                <a:cubicBezTo>
                  <a:pt x="3086" y="43619"/>
                  <a:pt x="2671" y="42643"/>
                  <a:pt x="1964" y="42216"/>
                </a:cubicBezTo>
                <a:cubicBezTo>
                  <a:pt x="1684" y="42082"/>
                  <a:pt x="1403" y="42082"/>
                  <a:pt x="1268" y="41936"/>
                </a:cubicBezTo>
                <a:cubicBezTo>
                  <a:pt x="1122" y="41801"/>
                  <a:pt x="1122" y="41655"/>
                  <a:pt x="988" y="41521"/>
                </a:cubicBezTo>
                <a:cubicBezTo>
                  <a:pt x="707" y="41094"/>
                  <a:pt x="146" y="40960"/>
                  <a:pt x="0" y="40253"/>
                </a:cubicBezTo>
                <a:lnTo>
                  <a:pt x="0" y="40253"/>
                </a:lnTo>
                <a:cubicBezTo>
                  <a:pt x="146" y="40960"/>
                  <a:pt x="427" y="41655"/>
                  <a:pt x="842" y="42082"/>
                </a:cubicBezTo>
                <a:cubicBezTo>
                  <a:pt x="988" y="42362"/>
                  <a:pt x="1122" y="42497"/>
                  <a:pt x="1268" y="42643"/>
                </a:cubicBezTo>
                <a:cubicBezTo>
                  <a:pt x="1268" y="42923"/>
                  <a:pt x="1403" y="43204"/>
                  <a:pt x="1549" y="43339"/>
                </a:cubicBezTo>
                <a:cubicBezTo>
                  <a:pt x="1684" y="43484"/>
                  <a:pt x="1829" y="43484"/>
                  <a:pt x="1964" y="43484"/>
                </a:cubicBezTo>
                <a:cubicBezTo>
                  <a:pt x="2245" y="43619"/>
                  <a:pt x="2390" y="43900"/>
                  <a:pt x="2525" y="44326"/>
                </a:cubicBezTo>
                <a:cubicBezTo>
                  <a:pt x="3793" y="46290"/>
                  <a:pt x="4769" y="48669"/>
                  <a:pt x="5757" y="50913"/>
                </a:cubicBezTo>
                <a:cubicBezTo>
                  <a:pt x="6172" y="51620"/>
                  <a:pt x="6453" y="52316"/>
                  <a:pt x="6599" y="53023"/>
                </a:cubicBezTo>
                <a:cubicBezTo>
                  <a:pt x="6733" y="53719"/>
                  <a:pt x="6733" y="54280"/>
                  <a:pt x="7014" y="54987"/>
                </a:cubicBezTo>
                <a:cubicBezTo>
                  <a:pt x="7160" y="55402"/>
                  <a:pt x="7575" y="55828"/>
                  <a:pt x="7294" y="56243"/>
                </a:cubicBezTo>
                <a:cubicBezTo>
                  <a:pt x="6976" y="56029"/>
                  <a:pt x="6652" y="55735"/>
                  <a:pt x="6331" y="55735"/>
                </a:cubicBezTo>
                <a:cubicBezTo>
                  <a:pt x="6233" y="55735"/>
                  <a:pt x="6135" y="55763"/>
                  <a:pt x="6038" y="55828"/>
                </a:cubicBezTo>
                <a:cubicBezTo>
                  <a:pt x="6318" y="56524"/>
                  <a:pt x="6733" y="57231"/>
                  <a:pt x="7294" y="57646"/>
                </a:cubicBezTo>
                <a:cubicBezTo>
                  <a:pt x="7440" y="57927"/>
                  <a:pt x="7721" y="58073"/>
                  <a:pt x="7855" y="58207"/>
                </a:cubicBezTo>
                <a:cubicBezTo>
                  <a:pt x="8562" y="59049"/>
                  <a:pt x="8697" y="60171"/>
                  <a:pt x="8978" y="61293"/>
                </a:cubicBezTo>
                <a:cubicBezTo>
                  <a:pt x="8978" y="61434"/>
                  <a:pt x="9374" y="63130"/>
                  <a:pt x="9272" y="63130"/>
                </a:cubicBezTo>
                <a:cubicBezTo>
                  <a:pt x="9268" y="63130"/>
                  <a:pt x="9263" y="63127"/>
                  <a:pt x="9258" y="63122"/>
                </a:cubicBezTo>
                <a:cubicBezTo>
                  <a:pt x="8697" y="62842"/>
                  <a:pt x="8136" y="62415"/>
                  <a:pt x="7721" y="61854"/>
                </a:cubicBezTo>
                <a:cubicBezTo>
                  <a:pt x="7294" y="61439"/>
                  <a:pt x="7014" y="61013"/>
                  <a:pt x="7160" y="60452"/>
                </a:cubicBezTo>
                <a:cubicBezTo>
                  <a:pt x="6879" y="60171"/>
                  <a:pt x="6599" y="60036"/>
                  <a:pt x="6318" y="60036"/>
                </a:cubicBezTo>
                <a:lnTo>
                  <a:pt x="6318" y="60598"/>
                </a:lnTo>
                <a:cubicBezTo>
                  <a:pt x="5476" y="60452"/>
                  <a:pt x="5050" y="59329"/>
                  <a:pt x="4489" y="58634"/>
                </a:cubicBezTo>
                <a:cubicBezTo>
                  <a:pt x="4354" y="58488"/>
                  <a:pt x="4074" y="58353"/>
                  <a:pt x="3928" y="58207"/>
                </a:cubicBezTo>
                <a:cubicBezTo>
                  <a:pt x="3793" y="57792"/>
                  <a:pt x="3647" y="57366"/>
                  <a:pt x="3513" y="56805"/>
                </a:cubicBezTo>
                <a:cubicBezTo>
                  <a:pt x="3367" y="56389"/>
                  <a:pt x="3086" y="55963"/>
                  <a:pt x="2671" y="55828"/>
                </a:cubicBezTo>
                <a:lnTo>
                  <a:pt x="2671" y="55828"/>
                </a:lnTo>
                <a:cubicBezTo>
                  <a:pt x="2806" y="56524"/>
                  <a:pt x="2806" y="57085"/>
                  <a:pt x="2952" y="57646"/>
                </a:cubicBezTo>
                <a:cubicBezTo>
                  <a:pt x="2952" y="58353"/>
                  <a:pt x="3086" y="58768"/>
                  <a:pt x="2671" y="59049"/>
                </a:cubicBezTo>
                <a:cubicBezTo>
                  <a:pt x="2525" y="59195"/>
                  <a:pt x="2671" y="59610"/>
                  <a:pt x="2806" y="59610"/>
                </a:cubicBezTo>
                <a:cubicBezTo>
                  <a:pt x="3086" y="59756"/>
                  <a:pt x="3232" y="59756"/>
                  <a:pt x="3513" y="59756"/>
                </a:cubicBezTo>
                <a:cubicBezTo>
                  <a:pt x="4074" y="59891"/>
                  <a:pt x="4354" y="60732"/>
                  <a:pt x="4769" y="61159"/>
                </a:cubicBezTo>
                <a:cubicBezTo>
                  <a:pt x="5050" y="61293"/>
                  <a:pt x="5196" y="61439"/>
                  <a:pt x="5476" y="61574"/>
                </a:cubicBezTo>
                <a:cubicBezTo>
                  <a:pt x="5757" y="61720"/>
                  <a:pt x="5892" y="62000"/>
                  <a:pt x="6038" y="62281"/>
                </a:cubicBezTo>
                <a:cubicBezTo>
                  <a:pt x="6599" y="62977"/>
                  <a:pt x="7014" y="63683"/>
                  <a:pt x="7440" y="64379"/>
                </a:cubicBezTo>
                <a:cubicBezTo>
                  <a:pt x="7855" y="64940"/>
                  <a:pt x="8136" y="65501"/>
                  <a:pt x="8562" y="66062"/>
                </a:cubicBezTo>
                <a:cubicBezTo>
                  <a:pt x="9819" y="68172"/>
                  <a:pt x="10526" y="70697"/>
                  <a:pt x="10807" y="73357"/>
                </a:cubicBezTo>
                <a:cubicBezTo>
                  <a:pt x="10941" y="73783"/>
                  <a:pt x="10941" y="74198"/>
                  <a:pt x="11087" y="74625"/>
                </a:cubicBezTo>
                <a:cubicBezTo>
                  <a:pt x="11368" y="74905"/>
                  <a:pt x="11503" y="75040"/>
                  <a:pt x="11648" y="75320"/>
                </a:cubicBezTo>
                <a:cubicBezTo>
                  <a:pt x="11783" y="75601"/>
                  <a:pt x="11783" y="75881"/>
                  <a:pt x="11783" y="76162"/>
                </a:cubicBezTo>
                <a:cubicBezTo>
                  <a:pt x="11929" y="77711"/>
                  <a:pt x="12209" y="79394"/>
                  <a:pt x="12344" y="80931"/>
                </a:cubicBezTo>
                <a:cubicBezTo>
                  <a:pt x="12771" y="83176"/>
                  <a:pt x="13051" y="85285"/>
                  <a:pt x="13332" y="87530"/>
                </a:cubicBezTo>
                <a:cubicBezTo>
                  <a:pt x="13466" y="88091"/>
                  <a:pt x="15576" y="88506"/>
                  <a:pt x="15991" y="88652"/>
                </a:cubicBezTo>
                <a:cubicBezTo>
                  <a:pt x="16979" y="89067"/>
                  <a:pt x="17955" y="89213"/>
                  <a:pt x="18797" y="89347"/>
                </a:cubicBezTo>
                <a:cubicBezTo>
                  <a:pt x="19638" y="89493"/>
                  <a:pt x="20345" y="89774"/>
                  <a:pt x="21041" y="89774"/>
                </a:cubicBezTo>
                <a:cubicBezTo>
                  <a:pt x="22028" y="89774"/>
                  <a:pt x="23005" y="89628"/>
                  <a:pt x="23992" y="89493"/>
                </a:cubicBezTo>
                <a:cubicBezTo>
                  <a:pt x="24127" y="87384"/>
                  <a:pt x="23712" y="85285"/>
                  <a:pt x="23566" y="83041"/>
                </a:cubicBezTo>
                <a:cubicBezTo>
                  <a:pt x="23431" y="81919"/>
                  <a:pt x="23431" y="80797"/>
                  <a:pt x="23431" y="79674"/>
                </a:cubicBezTo>
                <a:cubicBezTo>
                  <a:pt x="23285" y="77565"/>
                  <a:pt x="23151" y="75601"/>
                  <a:pt x="23151" y="73502"/>
                </a:cubicBezTo>
                <a:cubicBezTo>
                  <a:pt x="23005" y="72234"/>
                  <a:pt x="23005" y="70832"/>
                  <a:pt x="23151" y="69575"/>
                </a:cubicBezTo>
                <a:cubicBezTo>
                  <a:pt x="23285" y="66624"/>
                  <a:pt x="23992" y="63818"/>
                  <a:pt x="24127" y="60878"/>
                </a:cubicBezTo>
                <a:cubicBezTo>
                  <a:pt x="24273" y="59891"/>
                  <a:pt x="24273" y="58768"/>
                  <a:pt x="24969" y="58073"/>
                </a:cubicBezTo>
                <a:cubicBezTo>
                  <a:pt x="25249" y="57792"/>
                  <a:pt x="25676" y="57646"/>
                  <a:pt x="25956" y="57366"/>
                </a:cubicBezTo>
                <a:cubicBezTo>
                  <a:pt x="26371" y="57085"/>
                  <a:pt x="26517" y="56389"/>
                  <a:pt x="26237" y="56109"/>
                </a:cubicBezTo>
                <a:cubicBezTo>
                  <a:pt x="26156" y="56081"/>
                  <a:pt x="26071" y="56069"/>
                  <a:pt x="25983" y="56069"/>
                </a:cubicBezTo>
                <a:cubicBezTo>
                  <a:pt x="25608" y="56069"/>
                  <a:pt x="25196" y="56296"/>
                  <a:pt x="24969" y="56524"/>
                </a:cubicBezTo>
                <a:cubicBezTo>
                  <a:pt x="24770" y="56722"/>
                  <a:pt x="24572" y="56921"/>
                  <a:pt x="24373" y="56921"/>
                </a:cubicBezTo>
                <a:cubicBezTo>
                  <a:pt x="24291" y="56921"/>
                  <a:pt x="24209" y="56887"/>
                  <a:pt x="24127" y="56805"/>
                </a:cubicBezTo>
                <a:cubicBezTo>
                  <a:pt x="24553" y="54841"/>
                  <a:pt x="24553" y="52742"/>
                  <a:pt x="24407" y="50779"/>
                </a:cubicBezTo>
                <a:lnTo>
                  <a:pt x="24127" y="50779"/>
                </a:lnTo>
                <a:cubicBezTo>
                  <a:pt x="24127" y="51901"/>
                  <a:pt x="23566" y="52877"/>
                  <a:pt x="23431" y="53999"/>
                </a:cubicBezTo>
                <a:cubicBezTo>
                  <a:pt x="22724" y="56524"/>
                  <a:pt x="23285" y="59475"/>
                  <a:pt x="22590" y="62000"/>
                </a:cubicBezTo>
                <a:cubicBezTo>
                  <a:pt x="22444" y="62281"/>
                  <a:pt x="22309" y="62415"/>
                  <a:pt x="22163" y="62561"/>
                </a:cubicBezTo>
                <a:cubicBezTo>
                  <a:pt x="21883" y="62561"/>
                  <a:pt x="21748" y="62135"/>
                  <a:pt x="21748" y="61854"/>
                </a:cubicBezTo>
                <a:cubicBezTo>
                  <a:pt x="21041" y="57927"/>
                  <a:pt x="21187" y="53719"/>
                  <a:pt x="21187" y="49791"/>
                </a:cubicBezTo>
                <a:lnTo>
                  <a:pt x="21187" y="47973"/>
                </a:lnTo>
                <a:cubicBezTo>
                  <a:pt x="21467" y="47266"/>
                  <a:pt x="21748" y="46570"/>
                  <a:pt x="21883" y="45863"/>
                </a:cubicBezTo>
                <a:cubicBezTo>
                  <a:pt x="22028" y="45022"/>
                  <a:pt x="22028" y="43900"/>
                  <a:pt x="22444" y="43204"/>
                </a:cubicBezTo>
                <a:cubicBezTo>
                  <a:pt x="22590" y="42923"/>
                  <a:pt x="22870" y="42643"/>
                  <a:pt x="23151" y="42362"/>
                </a:cubicBezTo>
                <a:cubicBezTo>
                  <a:pt x="23285" y="42082"/>
                  <a:pt x="23566" y="41655"/>
                  <a:pt x="23431" y="41240"/>
                </a:cubicBezTo>
                <a:cubicBezTo>
                  <a:pt x="23431" y="41094"/>
                  <a:pt x="23285" y="40960"/>
                  <a:pt x="23151" y="40679"/>
                </a:cubicBezTo>
                <a:cubicBezTo>
                  <a:pt x="23005" y="40253"/>
                  <a:pt x="23005" y="39557"/>
                  <a:pt x="23285" y="39130"/>
                </a:cubicBezTo>
                <a:cubicBezTo>
                  <a:pt x="23566" y="38850"/>
                  <a:pt x="23846" y="38569"/>
                  <a:pt x="23566" y="38289"/>
                </a:cubicBezTo>
                <a:cubicBezTo>
                  <a:pt x="23550" y="38273"/>
                  <a:pt x="23530" y="38266"/>
                  <a:pt x="23505" y="38266"/>
                </a:cubicBezTo>
                <a:cubicBezTo>
                  <a:pt x="23073" y="38266"/>
                  <a:pt x="21306" y="40414"/>
                  <a:pt x="21041" y="40679"/>
                </a:cubicBezTo>
                <a:lnTo>
                  <a:pt x="20760" y="40679"/>
                </a:lnTo>
                <a:cubicBezTo>
                  <a:pt x="20480" y="39411"/>
                  <a:pt x="20480" y="38154"/>
                  <a:pt x="21322" y="37313"/>
                </a:cubicBezTo>
                <a:cubicBezTo>
                  <a:pt x="21467" y="37032"/>
                  <a:pt x="21748" y="36751"/>
                  <a:pt x="21883" y="36471"/>
                </a:cubicBezTo>
                <a:cubicBezTo>
                  <a:pt x="22028" y="36044"/>
                  <a:pt x="21883" y="35629"/>
                  <a:pt x="21883" y="35203"/>
                </a:cubicBezTo>
                <a:cubicBezTo>
                  <a:pt x="22028" y="34081"/>
                  <a:pt x="22724" y="33385"/>
                  <a:pt x="23005" y="32397"/>
                </a:cubicBezTo>
                <a:cubicBezTo>
                  <a:pt x="23431" y="31275"/>
                  <a:pt x="23712" y="30299"/>
                  <a:pt x="24273" y="29177"/>
                </a:cubicBezTo>
                <a:cubicBezTo>
                  <a:pt x="24407" y="28750"/>
                  <a:pt x="24688" y="28189"/>
                  <a:pt x="25114" y="27909"/>
                </a:cubicBezTo>
                <a:cubicBezTo>
                  <a:pt x="25249" y="27774"/>
                  <a:pt x="25395" y="27774"/>
                  <a:pt x="25530" y="27628"/>
                </a:cubicBezTo>
                <a:cubicBezTo>
                  <a:pt x="25676" y="27348"/>
                  <a:pt x="25676" y="27213"/>
                  <a:pt x="25676" y="26932"/>
                </a:cubicBezTo>
                <a:lnTo>
                  <a:pt x="24969" y="26932"/>
                </a:lnTo>
                <a:cubicBezTo>
                  <a:pt x="24969" y="26506"/>
                  <a:pt x="25249" y="26225"/>
                  <a:pt x="25530" y="25945"/>
                </a:cubicBezTo>
                <a:cubicBezTo>
                  <a:pt x="26091" y="25530"/>
                  <a:pt x="26371" y="24823"/>
                  <a:pt x="26652" y="24127"/>
                </a:cubicBezTo>
                <a:cubicBezTo>
                  <a:pt x="27213" y="22859"/>
                  <a:pt x="28055" y="21883"/>
                  <a:pt x="28896" y="20895"/>
                </a:cubicBezTo>
                <a:cubicBezTo>
                  <a:pt x="29323" y="20480"/>
                  <a:pt x="29457" y="19638"/>
                  <a:pt x="29738" y="19077"/>
                </a:cubicBezTo>
                <a:lnTo>
                  <a:pt x="29738" y="18931"/>
                </a:lnTo>
                <a:lnTo>
                  <a:pt x="29603" y="18931"/>
                </a:lnTo>
                <a:cubicBezTo>
                  <a:pt x="29603" y="18797"/>
                  <a:pt x="29323" y="18797"/>
                  <a:pt x="29177" y="18797"/>
                </a:cubicBezTo>
                <a:lnTo>
                  <a:pt x="28896" y="19212"/>
                </a:lnTo>
                <a:cubicBezTo>
                  <a:pt x="28762" y="19358"/>
                  <a:pt x="28481" y="19358"/>
                  <a:pt x="28335" y="19492"/>
                </a:cubicBezTo>
                <a:cubicBezTo>
                  <a:pt x="27920" y="19773"/>
                  <a:pt x="27639" y="20334"/>
                  <a:pt x="27359" y="20761"/>
                </a:cubicBezTo>
                <a:cubicBezTo>
                  <a:pt x="27078" y="21176"/>
                  <a:pt x="26932" y="21456"/>
                  <a:pt x="26652" y="21737"/>
                </a:cubicBezTo>
                <a:cubicBezTo>
                  <a:pt x="26371" y="22163"/>
                  <a:pt x="25956" y="22444"/>
                  <a:pt x="25530" y="22859"/>
                </a:cubicBezTo>
                <a:cubicBezTo>
                  <a:pt x="25395" y="23005"/>
                  <a:pt x="24834" y="24127"/>
                  <a:pt x="24688" y="24127"/>
                </a:cubicBezTo>
                <a:cubicBezTo>
                  <a:pt x="24407" y="24127"/>
                  <a:pt x="24127" y="23846"/>
                  <a:pt x="24127" y="23420"/>
                </a:cubicBezTo>
                <a:cubicBezTo>
                  <a:pt x="23992" y="23140"/>
                  <a:pt x="23992" y="22724"/>
                  <a:pt x="23992" y="22444"/>
                </a:cubicBezTo>
                <a:cubicBezTo>
                  <a:pt x="23992" y="21737"/>
                  <a:pt x="24127" y="21041"/>
                  <a:pt x="24127" y="20334"/>
                </a:cubicBezTo>
                <a:lnTo>
                  <a:pt x="24127" y="19638"/>
                </a:lnTo>
                <a:cubicBezTo>
                  <a:pt x="24407" y="18797"/>
                  <a:pt x="25530" y="18516"/>
                  <a:pt x="25810" y="17529"/>
                </a:cubicBezTo>
                <a:lnTo>
                  <a:pt x="25810" y="17248"/>
                </a:lnTo>
                <a:cubicBezTo>
                  <a:pt x="25676" y="17113"/>
                  <a:pt x="25530" y="17113"/>
                  <a:pt x="25395" y="17113"/>
                </a:cubicBezTo>
                <a:cubicBezTo>
                  <a:pt x="25249" y="17113"/>
                  <a:pt x="25114" y="17248"/>
                  <a:pt x="25114" y="17394"/>
                </a:cubicBezTo>
                <a:cubicBezTo>
                  <a:pt x="24834" y="17675"/>
                  <a:pt x="24688" y="17955"/>
                  <a:pt x="24407" y="18236"/>
                </a:cubicBezTo>
                <a:lnTo>
                  <a:pt x="24273" y="18370"/>
                </a:lnTo>
                <a:cubicBezTo>
                  <a:pt x="23992" y="18370"/>
                  <a:pt x="23992" y="18090"/>
                  <a:pt x="23992" y="17809"/>
                </a:cubicBezTo>
                <a:cubicBezTo>
                  <a:pt x="24127" y="16406"/>
                  <a:pt x="23431" y="15284"/>
                  <a:pt x="23566" y="13882"/>
                </a:cubicBezTo>
                <a:cubicBezTo>
                  <a:pt x="23566" y="13321"/>
                  <a:pt x="23712" y="12625"/>
                  <a:pt x="23712" y="12064"/>
                </a:cubicBezTo>
                <a:lnTo>
                  <a:pt x="23151" y="12064"/>
                </a:lnTo>
                <a:cubicBezTo>
                  <a:pt x="23005" y="12198"/>
                  <a:pt x="23005" y="12625"/>
                  <a:pt x="23005" y="12905"/>
                </a:cubicBezTo>
                <a:lnTo>
                  <a:pt x="23005" y="15284"/>
                </a:lnTo>
                <a:cubicBezTo>
                  <a:pt x="23005" y="16126"/>
                  <a:pt x="23151" y="16833"/>
                  <a:pt x="22870" y="17809"/>
                </a:cubicBezTo>
                <a:cubicBezTo>
                  <a:pt x="22870" y="17809"/>
                  <a:pt x="22724" y="17955"/>
                  <a:pt x="22724" y="18090"/>
                </a:cubicBezTo>
                <a:lnTo>
                  <a:pt x="22724" y="18651"/>
                </a:lnTo>
                <a:cubicBezTo>
                  <a:pt x="22590" y="19919"/>
                  <a:pt x="22444" y="21041"/>
                  <a:pt x="22444" y="22298"/>
                </a:cubicBezTo>
                <a:lnTo>
                  <a:pt x="22444" y="23981"/>
                </a:lnTo>
                <a:cubicBezTo>
                  <a:pt x="22444" y="24408"/>
                  <a:pt x="22590" y="24542"/>
                  <a:pt x="22444" y="24969"/>
                </a:cubicBezTo>
                <a:cubicBezTo>
                  <a:pt x="22444" y="25103"/>
                  <a:pt x="22444" y="25103"/>
                  <a:pt x="22309" y="25249"/>
                </a:cubicBezTo>
                <a:cubicBezTo>
                  <a:pt x="22163" y="25384"/>
                  <a:pt x="22028" y="25530"/>
                  <a:pt x="21883" y="25530"/>
                </a:cubicBezTo>
                <a:cubicBezTo>
                  <a:pt x="21883" y="26371"/>
                  <a:pt x="21883" y="27348"/>
                  <a:pt x="21602" y="28189"/>
                </a:cubicBezTo>
                <a:cubicBezTo>
                  <a:pt x="21602" y="28335"/>
                  <a:pt x="21467" y="28616"/>
                  <a:pt x="21467" y="28896"/>
                </a:cubicBezTo>
                <a:cubicBezTo>
                  <a:pt x="21322" y="29177"/>
                  <a:pt x="21467" y="29592"/>
                  <a:pt x="21322" y="29873"/>
                </a:cubicBezTo>
                <a:cubicBezTo>
                  <a:pt x="21322" y="30153"/>
                  <a:pt x="21187" y="30299"/>
                  <a:pt x="21041" y="30579"/>
                </a:cubicBezTo>
                <a:lnTo>
                  <a:pt x="20199" y="32263"/>
                </a:lnTo>
                <a:cubicBezTo>
                  <a:pt x="20065" y="32543"/>
                  <a:pt x="19784" y="32958"/>
                  <a:pt x="19638" y="33239"/>
                </a:cubicBezTo>
                <a:cubicBezTo>
                  <a:pt x="19638" y="33385"/>
                  <a:pt x="19504" y="33520"/>
                  <a:pt x="19358" y="33520"/>
                </a:cubicBezTo>
                <a:cubicBezTo>
                  <a:pt x="19285" y="33568"/>
                  <a:pt x="19219" y="33590"/>
                  <a:pt x="19158" y="33590"/>
                </a:cubicBezTo>
                <a:cubicBezTo>
                  <a:pt x="18517" y="33590"/>
                  <a:pt x="18529" y="31092"/>
                  <a:pt x="18662" y="30579"/>
                </a:cubicBezTo>
                <a:cubicBezTo>
                  <a:pt x="18797" y="29873"/>
                  <a:pt x="18797" y="29031"/>
                  <a:pt x="18662" y="28335"/>
                </a:cubicBezTo>
                <a:cubicBezTo>
                  <a:pt x="18662" y="27494"/>
                  <a:pt x="18516" y="26787"/>
                  <a:pt x="18662" y="25945"/>
                </a:cubicBezTo>
                <a:cubicBezTo>
                  <a:pt x="18662" y="24542"/>
                  <a:pt x="19223" y="23285"/>
                  <a:pt x="19223" y="21883"/>
                </a:cubicBezTo>
                <a:lnTo>
                  <a:pt x="19223" y="20480"/>
                </a:lnTo>
                <a:lnTo>
                  <a:pt x="19638" y="19638"/>
                </a:lnTo>
                <a:cubicBezTo>
                  <a:pt x="20065" y="18931"/>
                  <a:pt x="20065" y="17955"/>
                  <a:pt x="19784" y="17248"/>
                </a:cubicBezTo>
                <a:lnTo>
                  <a:pt x="19784" y="17248"/>
                </a:lnTo>
                <a:cubicBezTo>
                  <a:pt x="19638" y="17675"/>
                  <a:pt x="19504" y="18090"/>
                  <a:pt x="19223" y="18516"/>
                </a:cubicBezTo>
                <a:cubicBezTo>
                  <a:pt x="18943" y="19212"/>
                  <a:pt x="18662" y="19919"/>
                  <a:pt x="18516" y="20761"/>
                </a:cubicBezTo>
                <a:cubicBezTo>
                  <a:pt x="18516" y="21322"/>
                  <a:pt x="18516" y="21883"/>
                  <a:pt x="18236" y="22444"/>
                </a:cubicBezTo>
                <a:cubicBezTo>
                  <a:pt x="18236" y="22298"/>
                  <a:pt x="18236" y="22298"/>
                  <a:pt x="18101" y="22298"/>
                </a:cubicBezTo>
                <a:cubicBezTo>
                  <a:pt x="17955" y="21322"/>
                  <a:pt x="17674" y="20480"/>
                  <a:pt x="17820" y="19492"/>
                </a:cubicBezTo>
                <a:lnTo>
                  <a:pt x="18236" y="17809"/>
                </a:lnTo>
                <a:cubicBezTo>
                  <a:pt x="18236" y="17394"/>
                  <a:pt x="18236" y="16968"/>
                  <a:pt x="18381" y="16552"/>
                </a:cubicBezTo>
                <a:lnTo>
                  <a:pt x="18381" y="11076"/>
                </a:lnTo>
                <a:cubicBezTo>
                  <a:pt x="18516" y="9819"/>
                  <a:pt x="18797" y="8551"/>
                  <a:pt x="19223" y="7294"/>
                </a:cubicBezTo>
                <a:cubicBezTo>
                  <a:pt x="19223" y="7149"/>
                  <a:pt x="19358" y="6868"/>
                  <a:pt x="19358" y="6733"/>
                </a:cubicBezTo>
                <a:cubicBezTo>
                  <a:pt x="19784" y="6026"/>
                  <a:pt x="20199" y="5331"/>
                  <a:pt x="20760" y="4904"/>
                </a:cubicBezTo>
                <a:cubicBezTo>
                  <a:pt x="20906" y="4770"/>
                  <a:pt x="21041" y="4624"/>
                  <a:pt x="21041" y="4489"/>
                </a:cubicBezTo>
                <a:cubicBezTo>
                  <a:pt x="21187" y="4063"/>
                  <a:pt x="20906" y="3928"/>
                  <a:pt x="20626" y="3782"/>
                </a:cubicBezTo>
                <a:cubicBezTo>
                  <a:pt x="20199" y="3782"/>
                  <a:pt x="19784" y="4063"/>
                  <a:pt x="19504" y="4489"/>
                </a:cubicBezTo>
                <a:cubicBezTo>
                  <a:pt x="19077" y="4904"/>
                  <a:pt x="18943" y="5331"/>
                  <a:pt x="18662" y="5746"/>
                </a:cubicBezTo>
                <a:cubicBezTo>
                  <a:pt x="18558" y="5849"/>
                  <a:pt x="18461" y="5947"/>
                  <a:pt x="18360" y="5947"/>
                </a:cubicBezTo>
                <a:cubicBezTo>
                  <a:pt x="18319" y="5947"/>
                  <a:pt x="18278" y="5931"/>
                  <a:pt x="18236" y="5892"/>
                </a:cubicBezTo>
                <a:cubicBezTo>
                  <a:pt x="18101" y="5892"/>
                  <a:pt x="18101" y="5746"/>
                  <a:pt x="18101" y="5746"/>
                </a:cubicBezTo>
                <a:cubicBezTo>
                  <a:pt x="17540" y="4343"/>
                  <a:pt x="17394" y="2940"/>
                  <a:pt x="17259" y="1403"/>
                </a:cubicBezTo>
                <a:lnTo>
                  <a:pt x="17259" y="842"/>
                </a:lnTo>
                <a:cubicBezTo>
                  <a:pt x="17113" y="561"/>
                  <a:pt x="16698" y="281"/>
                  <a:pt x="16833"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9"/>
          <p:cNvSpPr/>
          <p:nvPr/>
        </p:nvSpPr>
        <p:spPr>
          <a:xfrm>
            <a:off x="8275325" y="-67275"/>
            <a:ext cx="906894" cy="4799375"/>
          </a:xfrm>
          <a:custGeom>
            <a:avLst/>
            <a:gdLst/>
            <a:ahLst/>
            <a:cxnLst/>
            <a:rect l="l" t="t" r="r" b="b"/>
            <a:pathLst>
              <a:path w="33947" h="118951" extrusionOk="0">
                <a:moveTo>
                  <a:pt x="31276" y="1"/>
                </a:moveTo>
                <a:cubicBezTo>
                  <a:pt x="31276" y="1"/>
                  <a:pt x="22444" y="21603"/>
                  <a:pt x="22018" y="26652"/>
                </a:cubicBezTo>
                <a:cubicBezTo>
                  <a:pt x="21603" y="31567"/>
                  <a:pt x="18090" y="35495"/>
                  <a:pt x="18090" y="35495"/>
                </a:cubicBezTo>
                <a:cubicBezTo>
                  <a:pt x="18090" y="35495"/>
                  <a:pt x="16968" y="1965"/>
                  <a:pt x="16968" y="427"/>
                </a:cubicBezTo>
                <a:cubicBezTo>
                  <a:pt x="16968" y="148"/>
                  <a:pt x="16803" y="33"/>
                  <a:pt x="16533" y="33"/>
                </a:cubicBezTo>
                <a:cubicBezTo>
                  <a:pt x="15309" y="33"/>
                  <a:pt x="11918" y="2391"/>
                  <a:pt x="11918" y="2391"/>
                </a:cubicBezTo>
                <a:cubicBezTo>
                  <a:pt x="11918" y="2391"/>
                  <a:pt x="14309" y="55829"/>
                  <a:pt x="13882" y="58915"/>
                </a:cubicBezTo>
                <a:cubicBezTo>
                  <a:pt x="13533" y="61509"/>
                  <a:pt x="13771" y="63810"/>
                  <a:pt x="12522" y="63810"/>
                </a:cubicBezTo>
                <a:cubicBezTo>
                  <a:pt x="12285" y="63810"/>
                  <a:pt x="11995" y="63728"/>
                  <a:pt x="11638" y="63549"/>
                </a:cubicBezTo>
                <a:cubicBezTo>
                  <a:pt x="9259" y="62427"/>
                  <a:pt x="842" y="42363"/>
                  <a:pt x="842" y="42363"/>
                </a:cubicBezTo>
                <a:lnTo>
                  <a:pt x="1" y="45033"/>
                </a:lnTo>
                <a:cubicBezTo>
                  <a:pt x="1" y="45033"/>
                  <a:pt x="13882" y="72381"/>
                  <a:pt x="13186" y="78979"/>
                </a:cubicBezTo>
                <a:cubicBezTo>
                  <a:pt x="12345" y="85566"/>
                  <a:pt x="13882" y="105204"/>
                  <a:pt x="14724" y="109412"/>
                </a:cubicBezTo>
                <a:lnTo>
                  <a:pt x="14724" y="118951"/>
                </a:lnTo>
                <a:lnTo>
                  <a:pt x="21603" y="117829"/>
                </a:lnTo>
                <a:cubicBezTo>
                  <a:pt x="21603" y="117829"/>
                  <a:pt x="18932" y="48535"/>
                  <a:pt x="19358" y="45033"/>
                </a:cubicBezTo>
                <a:cubicBezTo>
                  <a:pt x="19639" y="41667"/>
                  <a:pt x="20896" y="42789"/>
                  <a:pt x="22444" y="39277"/>
                </a:cubicBezTo>
                <a:cubicBezTo>
                  <a:pt x="23847" y="35910"/>
                  <a:pt x="23566" y="32824"/>
                  <a:pt x="25104" y="23566"/>
                </a:cubicBezTo>
                <a:cubicBezTo>
                  <a:pt x="26652" y="14308"/>
                  <a:pt x="33947" y="1269"/>
                  <a:pt x="33947" y="1269"/>
                </a:cubicBezTo>
                <a:lnTo>
                  <a:pt x="31276" y="1"/>
                </a:ln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9"/>
          <p:cNvSpPr/>
          <p:nvPr/>
        </p:nvSpPr>
        <p:spPr>
          <a:xfrm flipH="1">
            <a:off x="-173" y="4424575"/>
            <a:ext cx="9144123" cy="606790"/>
          </a:xfrm>
          <a:custGeom>
            <a:avLst/>
            <a:gdLst/>
            <a:ahLst/>
            <a:cxnLst/>
            <a:rect l="l" t="t" r="r" b="b"/>
            <a:pathLst>
              <a:path w="116197" h="15322" extrusionOk="0">
                <a:moveTo>
                  <a:pt x="5156" y="2503"/>
                </a:moveTo>
                <a:cubicBezTo>
                  <a:pt x="5169" y="2575"/>
                  <a:pt x="5186" y="2646"/>
                  <a:pt x="5204" y="2717"/>
                </a:cubicBezTo>
                <a:lnTo>
                  <a:pt x="5204" y="2717"/>
                </a:lnTo>
                <a:cubicBezTo>
                  <a:pt x="5188" y="2642"/>
                  <a:pt x="5172" y="2571"/>
                  <a:pt x="5156" y="2503"/>
                </a:cubicBezTo>
                <a:close/>
                <a:moveTo>
                  <a:pt x="6227" y="2646"/>
                </a:moveTo>
                <a:lnTo>
                  <a:pt x="6227" y="2646"/>
                </a:lnTo>
                <a:cubicBezTo>
                  <a:pt x="6239" y="2681"/>
                  <a:pt x="6252" y="2716"/>
                  <a:pt x="6267" y="2750"/>
                </a:cubicBezTo>
                <a:lnTo>
                  <a:pt x="6267" y="2750"/>
                </a:lnTo>
                <a:cubicBezTo>
                  <a:pt x="6254" y="2715"/>
                  <a:pt x="6240" y="2680"/>
                  <a:pt x="6227" y="2646"/>
                </a:cubicBezTo>
                <a:close/>
                <a:moveTo>
                  <a:pt x="25701" y="3293"/>
                </a:moveTo>
                <a:lnTo>
                  <a:pt x="25701" y="3293"/>
                </a:lnTo>
                <a:cubicBezTo>
                  <a:pt x="25775" y="3437"/>
                  <a:pt x="25775" y="3505"/>
                  <a:pt x="25844" y="3580"/>
                </a:cubicBezTo>
                <a:cubicBezTo>
                  <a:pt x="25775" y="3505"/>
                  <a:pt x="25775" y="3362"/>
                  <a:pt x="25701" y="3293"/>
                </a:cubicBezTo>
                <a:close/>
                <a:moveTo>
                  <a:pt x="19543" y="3649"/>
                </a:moveTo>
                <a:lnTo>
                  <a:pt x="19543" y="3649"/>
                </a:lnTo>
                <a:cubicBezTo>
                  <a:pt x="19502" y="3693"/>
                  <a:pt x="19486" y="3736"/>
                  <a:pt x="19479" y="3779"/>
                </a:cubicBezTo>
                <a:lnTo>
                  <a:pt x="19479" y="3779"/>
                </a:lnTo>
                <a:lnTo>
                  <a:pt x="19543" y="3649"/>
                </a:lnTo>
                <a:close/>
                <a:moveTo>
                  <a:pt x="10597" y="4439"/>
                </a:moveTo>
                <a:lnTo>
                  <a:pt x="10597" y="4439"/>
                </a:lnTo>
                <a:cubicBezTo>
                  <a:pt x="10597" y="4439"/>
                  <a:pt x="10597" y="4439"/>
                  <a:pt x="10597" y="4439"/>
                </a:cubicBezTo>
                <a:close/>
                <a:moveTo>
                  <a:pt x="44962" y="4725"/>
                </a:moveTo>
                <a:lnTo>
                  <a:pt x="44962" y="4725"/>
                </a:lnTo>
                <a:cubicBezTo>
                  <a:pt x="44962" y="4725"/>
                  <a:pt x="44962" y="4725"/>
                  <a:pt x="44962" y="4725"/>
                </a:cubicBezTo>
                <a:close/>
                <a:moveTo>
                  <a:pt x="44962" y="4725"/>
                </a:moveTo>
                <a:lnTo>
                  <a:pt x="44962" y="4725"/>
                </a:lnTo>
                <a:cubicBezTo>
                  <a:pt x="44962" y="4725"/>
                  <a:pt x="44962" y="4725"/>
                  <a:pt x="44962" y="4725"/>
                </a:cubicBezTo>
                <a:close/>
                <a:moveTo>
                  <a:pt x="44962" y="4725"/>
                </a:moveTo>
                <a:lnTo>
                  <a:pt x="44962" y="4725"/>
                </a:lnTo>
                <a:cubicBezTo>
                  <a:pt x="44962" y="4725"/>
                  <a:pt x="44962" y="4725"/>
                  <a:pt x="44962" y="4725"/>
                </a:cubicBezTo>
                <a:close/>
                <a:moveTo>
                  <a:pt x="44962" y="4725"/>
                </a:moveTo>
                <a:lnTo>
                  <a:pt x="44962" y="4725"/>
                </a:lnTo>
                <a:cubicBezTo>
                  <a:pt x="44962" y="4725"/>
                  <a:pt x="44962" y="4725"/>
                  <a:pt x="44962" y="4725"/>
                </a:cubicBezTo>
                <a:close/>
                <a:moveTo>
                  <a:pt x="1003" y="4937"/>
                </a:moveTo>
                <a:cubicBezTo>
                  <a:pt x="1003" y="4937"/>
                  <a:pt x="1003" y="4937"/>
                  <a:pt x="1003" y="4937"/>
                </a:cubicBezTo>
                <a:lnTo>
                  <a:pt x="1003" y="4937"/>
                </a:lnTo>
                <a:close/>
                <a:moveTo>
                  <a:pt x="9451" y="4296"/>
                </a:moveTo>
                <a:cubicBezTo>
                  <a:pt x="9451" y="4439"/>
                  <a:pt x="9520" y="4651"/>
                  <a:pt x="9520" y="4869"/>
                </a:cubicBezTo>
                <a:cubicBezTo>
                  <a:pt x="9451" y="4937"/>
                  <a:pt x="9451" y="5012"/>
                  <a:pt x="9377" y="5155"/>
                </a:cubicBezTo>
                <a:cubicBezTo>
                  <a:pt x="9377" y="4869"/>
                  <a:pt x="9451" y="4582"/>
                  <a:pt x="9451" y="4296"/>
                </a:cubicBezTo>
                <a:close/>
                <a:moveTo>
                  <a:pt x="11095" y="4651"/>
                </a:moveTo>
                <a:cubicBezTo>
                  <a:pt x="11095" y="4869"/>
                  <a:pt x="11170" y="5080"/>
                  <a:pt x="11238" y="5224"/>
                </a:cubicBezTo>
                <a:lnTo>
                  <a:pt x="11170" y="5224"/>
                </a:lnTo>
                <a:cubicBezTo>
                  <a:pt x="11170" y="5080"/>
                  <a:pt x="11095" y="4937"/>
                  <a:pt x="11026" y="4725"/>
                </a:cubicBezTo>
                <a:lnTo>
                  <a:pt x="11095" y="4651"/>
                </a:lnTo>
                <a:close/>
                <a:moveTo>
                  <a:pt x="20334" y="5224"/>
                </a:moveTo>
                <a:lnTo>
                  <a:pt x="20334" y="5224"/>
                </a:lnTo>
                <a:cubicBezTo>
                  <a:pt x="20334" y="5224"/>
                  <a:pt x="20334" y="5224"/>
                  <a:pt x="20334" y="5224"/>
                </a:cubicBezTo>
                <a:close/>
                <a:moveTo>
                  <a:pt x="20334" y="5224"/>
                </a:moveTo>
                <a:lnTo>
                  <a:pt x="20334" y="5224"/>
                </a:lnTo>
                <a:cubicBezTo>
                  <a:pt x="20334" y="5224"/>
                  <a:pt x="20334" y="5224"/>
                  <a:pt x="20334" y="5224"/>
                </a:cubicBezTo>
                <a:close/>
                <a:moveTo>
                  <a:pt x="20334" y="5224"/>
                </a:moveTo>
                <a:lnTo>
                  <a:pt x="20334" y="5224"/>
                </a:lnTo>
                <a:cubicBezTo>
                  <a:pt x="20334" y="5224"/>
                  <a:pt x="20334" y="5224"/>
                  <a:pt x="20334" y="5224"/>
                </a:cubicBezTo>
                <a:close/>
                <a:moveTo>
                  <a:pt x="25987" y="4153"/>
                </a:moveTo>
                <a:lnTo>
                  <a:pt x="26205" y="5012"/>
                </a:lnTo>
                <a:lnTo>
                  <a:pt x="25918" y="5298"/>
                </a:lnTo>
                <a:cubicBezTo>
                  <a:pt x="25918" y="4937"/>
                  <a:pt x="25987" y="4582"/>
                  <a:pt x="25987" y="4153"/>
                </a:cubicBezTo>
                <a:close/>
                <a:moveTo>
                  <a:pt x="11598" y="4798"/>
                </a:moveTo>
                <a:lnTo>
                  <a:pt x="11742" y="5224"/>
                </a:lnTo>
                <a:cubicBezTo>
                  <a:pt x="11668" y="5298"/>
                  <a:pt x="11599" y="5367"/>
                  <a:pt x="11599" y="5510"/>
                </a:cubicBezTo>
                <a:cubicBezTo>
                  <a:pt x="11525" y="5367"/>
                  <a:pt x="11525" y="5224"/>
                  <a:pt x="11456" y="5080"/>
                </a:cubicBezTo>
                <a:lnTo>
                  <a:pt x="11456" y="5080"/>
                </a:lnTo>
                <a:cubicBezTo>
                  <a:pt x="11456" y="5224"/>
                  <a:pt x="11525" y="5367"/>
                  <a:pt x="11525" y="5510"/>
                </a:cubicBezTo>
                <a:cubicBezTo>
                  <a:pt x="11525" y="5441"/>
                  <a:pt x="11456" y="5367"/>
                  <a:pt x="11382" y="5224"/>
                </a:cubicBezTo>
                <a:cubicBezTo>
                  <a:pt x="11456" y="5155"/>
                  <a:pt x="11456" y="5155"/>
                  <a:pt x="11456" y="5080"/>
                </a:cubicBezTo>
                <a:cubicBezTo>
                  <a:pt x="11519" y="5017"/>
                  <a:pt x="11588" y="4827"/>
                  <a:pt x="11598" y="4798"/>
                </a:cubicBezTo>
                <a:close/>
                <a:moveTo>
                  <a:pt x="34653" y="5510"/>
                </a:moveTo>
                <a:cubicBezTo>
                  <a:pt x="34653" y="5510"/>
                  <a:pt x="34653" y="5510"/>
                  <a:pt x="34653" y="5510"/>
                </a:cubicBezTo>
                <a:lnTo>
                  <a:pt x="34653" y="5510"/>
                </a:lnTo>
                <a:close/>
                <a:moveTo>
                  <a:pt x="34653" y="5510"/>
                </a:moveTo>
                <a:cubicBezTo>
                  <a:pt x="34653" y="5510"/>
                  <a:pt x="34653" y="5510"/>
                  <a:pt x="34653" y="5510"/>
                </a:cubicBezTo>
                <a:lnTo>
                  <a:pt x="34653" y="5510"/>
                </a:lnTo>
                <a:close/>
                <a:moveTo>
                  <a:pt x="34653" y="5510"/>
                </a:moveTo>
                <a:cubicBezTo>
                  <a:pt x="34653" y="5510"/>
                  <a:pt x="34653" y="5510"/>
                  <a:pt x="34653" y="5510"/>
                </a:cubicBezTo>
                <a:lnTo>
                  <a:pt x="34653" y="5510"/>
                </a:lnTo>
                <a:close/>
                <a:moveTo>
                  <a:pt x="10883" y="5155"/>
                </a:moveTo>
                <a:cubicBezTo>
                  <a:pt x="10883" y="5224"/>
                  <a:pt x="10952" y="5441"/>
                  <a:pt x="10952" y="5585"/>
                </a:cubicBezTo>
                <a:cubicBezTo>
                  <a:pt x="10952" y="5585"/>
                  <a:pt x="10883" y="5585"/>
                  <a:pt x="10883" y="5653"/>
                </a:cubicBezTo>
                <a:cubicBezTo>
                  <a:pt x="10883" y="5510"/>
                  <a:pt x="10809" y="5441"/>
                  <a:pt x="10809" y="5298"/>
                </a:cubicBezTo>
                <a:cubicBezTo>
                  <a:pt x="10809" y="5224"/>
                  <a:pt x="10883" y="5155"/>
                  <a:pt x="10883" y="5155"/>
                </a:cubicBezTo>
                <a:close/>
                <a:moveTo>
                  <a:pt x="11886" y="5585"/>
                </a:moveTo>
                <a:lnTo>
                  <a:pt x="11886" y="5653"/>
                </a:lnTo>
                <a:cubicBezTo>
                  <a:pt x="11886" y="5653"/>
                  <a:pt x="11886" y="5728"/>
                  <a:pt x="11811" y="5728"/>
                </a:cubicBezTo>
                <a:cubicBezTo>
                  <a:pt x="11811" y="5728"/>
                  <a:pt x="11886" y="5653"/>
                  <a:pt x="11886" y="5585"/>
                </a:cubicBezTo>
                <a:close/>
                <a:moveTo>
                  <a:pt x="16823" y="4869"/>
                </a:moveTo>
                <a:lnTo>
                  <a:pt x="16823" y="4869"/>
                </a:lnTo>
                <a:cubicBezTo>
                  <a:pt x="16897" y="5080"/>
                  <a:pt x="16966" y="5224"/>
                  <a:pt x="17040" y="5510"/>
                </a:cubicBezTo>
                <a:lnTo>
                  <a:pt x="17040" y="5728"/>
                </a:lnTo>
                <a:lnTo>
                  <a:pt x="16823" y="4869"/>
                </a:lnTo>
                <a:close/>
                <a:moveTo>
                  <a:pt x="33078" y="5080"/>
                </a:moveTo>
                <a:cubicBezTo>
                  <a:pt x="33078" y="5298"/>
                  <a:pt x="33146" y="5510"/>
                  <a:pt x="33146" y="5728"/>
                </a:cubicBezTo>
                <a:cubicBezTo>
                  <a:pt x="33146" y="5585"/>
                  <a:pt x="33078" y="5367"/>
                  <a:pt x="33003" y="5224"/>
                </a:cubicBezTo>
                <a:cubicBezTo>
                  <a:pt x="33078" y="5155"/>
                  <a:pt x="33078" y="5155"/>
                  <a:pt x="33078" y="5080"/>
                </a:cubicBezTo>
                <a:close/>
                <a:moveTo>
                  <a:pt x="48325" y="5728"/>
                </a:moveTo>
                <a:lnTo>
                  <a:pt x="48325" y="5728"/>
                </a:lnTo>
                <a:cubicBezTo>
                  <a:pt x="48325" y="5728"/>
                  <a:pt x="48325" y="5728"/>
                  <a:pt x="48325" y="5728"/>
                </a:cubicBezTo>
                <a:close/>
                <a:moveTo>
                  <a:pt x="48325" y="5728"/>
                </a:moveTo>
                <a:lnTo>
                  <a:pt x="48325" y="5728"/>
                </a:lnTo>
                <a:cubicBezTo>
                  <a:pt x="48325" y="5728"/>
                  <a:pt x="48325" y="5728"/>
                  <a:pt x="48325" y="5728"/>
                </a:cubicBezTo>
                <a:close/>
                <a:moveTo>
                  <a:pt x="48325" y="5728"/>
                </a:moveTo>
                <a:lnTo>
                  <a:pt x="48325" y="5728"/>
                </a:lnTo>
                <a:cubicBezTo>
                  <a:pt x="48325" y="5728"/>
                  <a:pt x="48325" y="5728"/>
                  <a:pt x="48325" y="5728"/>
                </a:cubicBezTo>
                <a:close/>
                <a:moveTo>
                  <a:pt x="12813" y="4794"/>
                </a:moveTo>
                <a:lnTo>
                  <a:pt x="12813" y="5012"/>
                </a:lnTo>
                <a:cubicBezTo>
                  <a:pt x="12745" y="5224"/>
                  <a:pt x="12602" y="5510"/>
                  <a:pt x="12527" y="5796"/>
                </a:cubicBezTo>
                <a:lnTo>
                  <a:pt x="12527" y="5653"/>
                </a:lnTo>
                <a:lnTo>
                  <a:pt x="12527" y="5585"/>
                </a:lnTo>
                <a:cubicBezTo>
                  <a:pt x="12602" y="5298"/>
                  <a:pt x="12745" y="5012"/>
                  <a:pt x="12813" y="4794"/>
                </a:cubicBezTo>
                <a:close/>
                <a:moveTo>
                  <a:pt x="9520" y="5155"/>
                </a:moveTo>
                <a:cubicBezTo>
                  <a:pt x="9520" y="5367"/>
                  <a:pt x="9595" y="5510"/>
                  <a:pt x="9595" y="5728"/>
                </a:cubicBezTo>
                <a:cubicBezTo>
                  <a:pt x="9520" y="5796"/>
                  <a:pt x="9520" y="5871"/>
                  <a:pt x="9520" y="5940"/>
                </a:cubicBezTo>
                <a:lnTo>
                  <a:pt x="9451" y="5871"/>
                </a:lnTo>
                <a:cubicBezTo>
                  <a:pt x="9520" y="5653"/>
                  <a:pt x="9520" y="5441"/>
                  <a:pt x="9520" y="5155"/>
                </a:cubicBezTo>
                <a:close/>
                <a:moveTo>
                  <a:pt x="16107" y="5510"/>
                </a:moveTo>
                <a:cubicBezTo>
                  <a:pt x="16181" y="5653"/>
                  <a:pt x="16181" y="5871"/>
                  <a:pt x="16250" y="6014"/>
                </a:cubicBezTo>
                <a:cubicBezTo>
                  <a:pt x="16250" y="5871"/>
                  <a:pt x="16181" y="5653"/>
                  <a:pt x="16107" y="5510"/>
                </a:cubicBezTo>
                <a:close/>
                <a:moveTo>
                  <a:pt x="10740" y="5510"/>
                </a:moveTo>
                <a:lnTo>
                  <a:pt x="10740" y="5796"/>
                </a:lnTo>
                <a:cubicBezTo>
                  <a:pt x="10666" y="5940"/>
                  <a:pt x="10597" y="6014"/>
                  <a:pt x="10522" y="6083"/>
                </a:cubicBezTo>
                <a:lnTo>
                  <a:pt x="10522" y="6014"/>
                </a:lnTo>
                <a:cubicBezTo>
                  <a:pt x="10597" y="5796"/>
                  <a:pt x="10666" y="5653"/>
                  <a:pt x="10740" y="5510"/>
                </a:cubicBezTo>
                <a:close/>
                <a:moveTo>
                  <a:pt x="26273" y="5155"/>
                </a:moveTo>
                <a:cubicBezTo>
                  <a:pt x="26273" y="5298"/>
                  <a:pt x="26348" y="5441"/>
                  <a:pt x="26348" y="5585"/>
                </a:cubicBezTo>
                <a:cubicBezTo>
                  <a:pt x="26205" y="5728"/>
                  <a:pt x="26061" y="5940"/>
                  <a:pt x="25844" y="6226"/>
                </a:cubicBezTo>
                <a:lnTo>
                  <a:pt x="25844" y="6083"/>
                </a:lnTo>
                <a:cubicBezTo>
                  <a:pt x="26061" y="5653"/>
                  <a:pt x="26130" y="5367"/>
                  <a:pt x="26273" y="5155"/>
                </a:cubicBezTo>
                <a:close/>
                <a:moveTo>
                  <a:pt x="29143" y="6195"/>
                </a:moveTo>
                <a:lnTo>
                  <a:pt x="29143" y="6195"/>
                </a:lnTo>
                <a:cubicBezTo>
                  <a:pt x="29141" y="6205"/>
                  <a:pt x="29139" y="6216"/>
                  <a:pt x="29137" y="6226"/>
                </a:cubicBezTo>
                <a:cubicBezTo>
                  <a:pt x="29137" y="6214"/>
                  <a:pt x="29139" y="6204"/>
                  <a:pt x="29143" y="6195"/>
                </a:cubicBezTo>
                <a:close/>
                <a:moveTo>
                  <a:pt x="1576" y="5367"/>
                </a:moveTo>
                <a:cubicBezTo>
                  <a:pt x="1645" y="5585"/>
                  <a:pt x="1719" y="5796"/>
                  <a:pt x="1788" y="6083"/>
                </a:cubicBezTo>
                <a:cubicBezTo>
                  <a:pt x="1719" y="6157"/>
                  <a:pt x="1719" y="6226"/>
                  <a:pt x="1645" y="6300"/>
                </a:cubicBezTo>
                <a:cubicBezTo>
                  <a:pt x="1645" y="6157"/>
                  <a:pt x="1576" y="6083"/>
                  <a:pt x="1576" y="5940"/>
                </a:cubicBezTo>
                <a:lnTo>
                  <a:pt x="1576" y="5367"/>
                </a:lnTo>
                <a:close/>
                <a:moveTo>
                  <a:pt x="11026" y="6083"/>
                </a:moveTo>
                <a:cubicBezTo>
                  <a:pt x="11026" y="6226"/>
                  <a:pt x="11095" y="6369"/>
                  <a:pt x="11095" y="6444"/>
                </a:cubicBezTo>
                <a:lnTo>
                  <a:pt x="11095" y="6512"/>
                </a:lnTo>
                <a:cubicBezTo>
                  <a:pt x="11026" y="6369"/>
                  <a:pt x="11026" y="6300"/>
                  <a:pt x="11026" y="6157"/>
                </a:cubicBezTo>
                <a:lnTo>
                  <a:pt x="11026" y="6083"/>
                </a:lnTo>
                <a:close/>
                <a:moveTo>
                  <a:pt x="16611" y="5728"/>
                </a:moveTo>
                <a:lnTo>
                  <a:pt x="16611" y="5796"/>
                </a:lnTo>
                <a:lnTo>
                  <a:pt x="16611" y="6300"/>
                </a:lnTo>
                <a:lnTo>
                  <a:pt x="16393" y="6512"/>
                </a:lnTo>
                <a:lnTo>
                  <a:pt x="16393" y="6300"/>
                </a:lnTo>
                <a:cubicBezTo>
                  <a:pt x="16536" y="6014"/>
                  <a:pt x="16536" y="5871"/>
                  <a:pt x="16611" y="5728"/>
                </a:cubicBezTo>
                <a:close/>
                <a:moveTo>
                  <a:pt x="6799" y="6083"/>
                </a:moveTo>
                <a:cubicBezTo>
                  <a:pt x="6874" y="6157"/>
                  <a:pt x="6874" y="6300"/>
                  <a:pt x="6874" y="6444"/>
                </a:cubicBezTo>
                <a:cubicBezTo>
                  <a:pt x="6874" y="6300"/>
                  <a:pt x="6799" y="6226"/>
                  <a:pt x="6799" y="6157"/>
                </a:cubicBezTo>
                <a:lnTo>
                  <a:pt x="6799" y="6157"/>
                </a:lnTo>
                <a:cubicBezTo>
                  <a:pt x="6799" y="6300"/>
                  <a:pt x="6874" y="6444"/>
                  <a:pt x="6874" y="6587"/>
                </a:cubicBezTo>
                <a:cubicBezTo>
                  <a:pt x="6799" y="6444"/>
                  <a:pt x="6799" y="6369"/>
                  <a:pt x="6731" y="6226"/>
                </a:cubicBezTo>
                <a:cubicBezTo>
                  <a:pt x="6731" y="6226"/>
                  <a:pt x="6799" y="6226"/>
                  <a:pt x="6799" y="6157"/>
                </a:cubicBezTo>
                <a:lnTo>
                  <a:pt x="6799" y="6083"/>
                </a:lnTo>
                <a:close/>
                <a:moveTo>
                  <a:pt x="6731" y="6300"/>
                </a:moveTo>
                <a:cubicBezTo>
                  <a:pt x="6731" y="6444"/>
                  <a:pt x="6799" y="6512"/>
                  <a:pt x="6799" y="6656"/>
                </a:cubicBezTo>
                <a:lnTo>
                  <a:pt x="6731" y="6730"/>
                </a:lnTo>
                <a:cubicBezTo>
                  <a:pt x="6731" y="6587"/>
                  <a:pt x="6656" y="6512"/>
                  <a:pt x="6656" y="6444"/>
                </a:cubicBezTo>
                <a:cubicBezTo>
                  <a:pt x="6656" y="6369"/>
                  <a:pt x="6731" y="6369"/>
                  <a:pt x="6731" y="6300"/>
                </a:cubicBezTo>
                <a:close/>
                <a:moveTo>
                  <a:pt x="16324" y="6512"/>
                </a:moveTo>
                <a:lnTo>
                  <a:pt x="16324" y="6656"/>
                </a:lnTo>
                <a:lnTo>
                  <a:pt x="16181" y="6799"/>
                </a:lnTo>
                <a:cubicBezTo>
                  <a:pt x="16181" y="6656"/>
                  <a:pt x="16250" y="6587"/>
                  <a:pt x="16324" y="6512"/>
                </a:cubicBezTo>
                <a:close/>
                <a:moveTo>
                  <a:pt x="1788" y="6226"/>
                </a:moveTo>
                <a:cubicBezTo>
                  <a:pt x="1788" y="6444"/>
                  <a:pt x="1862" y="6656"/>
                  <a:pt x="1862" y="6873"/>
                </a:cubicBezTo>
                <a:lnTo>
                  <a:pt x="1788" y="6942"/>
                </a:lnTo>
                <a:lnTo>
                  <a:pt x="1788" y="6656"/>
                </a:lnTo>
                <a:lnTo>
                  <a:pt x="1788" y="6226"/>
                </a:lnTo>
                <a:close/>
                <a:moveTo>
                  <a:pt x="5368" y="4221"/>
                </a:moveTo>
                <a:cubicBezTo>
                  <a:pt x="5442" y="5012"/>
                  <a:pt x="5442" y="5871"/>
                  <a:pt x="5368" y="6730"/>
                </a:cubicBezTo>
                <a:lnTo>
                  <a:pt x="5368" y="6942"/>
                </a:lnTo>
                <a:cubicBezTo>
                  <a:pt x="5368" y="6873"/>
                  <a:pt x="5299" y="6799"/>
                  <a:pt x="5299" y="6656"/>
                </a:cubicBezTo>
                <a:cubicBezTo>
                  <a:pt x="5299" y="6369"/>
                  <a:pt x="5299" y="6014"/>
                  <a:pt x="5368" y="5653"/>
                </a:cubicBezTo>
                <a:lnTo>
                  <a:pt x="5368" y="5653"/>
                </a:lnTo>
                <a:cubicBezTo>
                  <a:pt x="5299" y="5796"/>
                  <a:pt x="5224" y="6014"/>
                  <a:pt x="5081" y="6300"/>
                </a:cubicBezTo>
                <a:lnTo>
                  <a:pt x="5081" y="6157"/>
                </a:lnTo>
                <a:cubicBezTo>
                  <a:pt x="5224" y="5796"/>
                  <a:pt x="5368" y="5510"/>
                  <a:pt x="5368" y="5510"/>
                </a:cubicBezTo>
                <a:lnTo>
                  <a:pt x="5368" y="5510"/>
                </a:lnTo>
                <a:cubicBezTo>
                  <a:pt x="5367" y="5510"/>
                  <a:pt x="5224" y="5653"/>
                  <a:pt x="5012" y="5940"/>
                </a:cubicBezTo>
                <a:cubicBezTo>
                  <a:pt x="4938" y="5796"/>
                  <a:pt x="4938" y="5728"/>
                  <a:pt x="4869" y="5585"/>
                </a:cubicBezTo>
                <a:cubicBezTo>
                  <a:pt x="5012" y="5080"/>
                  <a:pt x="5224" y="4651"/>
                  <a:pt x="5368" y="4221"/>
                </a:cubicBezTo>
                <a:close/>
                <a:moveTo>
                  <a:pt x="7733" y="6587"/>
                </a:moveTo>
                <a:lnTo>
                  <a:pt x="7733" y="7016"/>
                </a:lnTo>
                <a:cubicBezTo>
                  <a:pt x="7659" y="7016"/>
                  <a:pt x="7659" y="7016"/>
                  <a:pt x="7659" y="7085"/>
                </a:cubicBezTo>
                <a:lnTo>
                  <a:pt x="7659" y="7016"/>
                </a:lnTo>
                <a:cubicBezTo>
                  <a:pt x="7659" y="6873"/>
                  <a:pt x="7733" y="6730"/>
                  <a:pt x="7733" y="6587"/>
                </a:cubicBezTo>
                <a:close/>
                <a:moveTo>
                  <a:pt x="10809" y="6730"/>
                </a:moveTo>
                <a:lnTo>
                  <a:pt x="10809" y="7085"/>
                </a:lnTo>
                <a:cubicBezTo>
                  <a:pt x="10809" y="7016"/>
                  <a:pt x="10740" y="6942"/>
                  <a:pt x="10740" y="6873"/>
                </a:cubicBezTo>
                <a:cubicBezTo>
                  <a:pt x="10740" y="6799"/>
                  <a:pt x="10809" y="6730"/>
                  <a:pt x="10809" y="6730"/>
                </a:cubicBezTo>
                <a:close/>
                <a:moveTo>
                  <a:pt x="6513" y="6730"/>
                </a:moveTo>
                <a:cubicBezTo>
                  <a:pt x="6588" y="6799"/>
                  <a:pt x="6588" y="6873"/>
                  <a:pt x="6588" y="6942"/>
                </a:cubicBezTo>
                <a:cubicBezTo>
                  <a:pt x="6588" y="7016"/>
                  <a:pt x="6513" y="7085"/>
                  <a:pt x="6513" y="7160"/>
                </a:cubicBezTo>
                <a:cubicBezTo>
                  <a:pt x="6513" y="7085"/>
                  <a:pt x="6444" y="7016"/>
                  <a:pt x="6444" y="6942"/>
                </a:cubicBezTo>
                <a:cubicBezTo>
                  <a:pt x="6444" y="6873"/>
                  <a:pt x="6513" y="6799"/>
                  <a:pt x="6513" y="6730"/>
                </a:cubicBezTo>
                <a:close/>
                <a:moveTo>
                  <a:pt x="16611" y="6656"/>
                </a:moveTo>
                <a:lnTo>
                  <a:pt x="16611" y="7228"/>
                </a:lnTo>
                <a:cubicBezTo>
                  <a:pt x="16536" y="7160"/>
                  <a:pt x="16536" y="7016"/>
                  <a:pt x="16536" y="6873"/>
                </a:cubicBezTo>
                <a:cubicBezTo>
                  <a:pt x="16536" y="6799"/>
                  <a:pt x="16536" y="6799"/>
                  <a:pt x="16611" y="6656"/>
                </a:cubicBezTo>
                <a:close/>
                <a:moveTo>
                  <a:pt x="30643" y="7228"/>
                </a:moveTo>
                <a:cubicBezTo>
                  <a:pt x="30647" y="7236"/>
                  <a:pt x="30650" y="7243"/>
                  <a:pt x="30654" y="7250"/>
                </a:cubicBezTo>
                <a:lnTo>
                  <a:pt x="30654" y="7250"/>
                </a:lnTo>
                <a:lnTo>
                  <a:pt x="30643" y="7228"/>
                </a:lnTo>
                <a:close/>
                <a:moveTo>
                  <a:pt x="26560" y="6942"/>
                </a:moveTo>
                <a:cubicBezTo>
                  <a:pt x="26634" y="7085"/>
                  <a:pt x="26634" y="7160"/>
                  <a:pt x="26634" y="7303"/>
                </a:cubicBezTo>
                <a:cubicBezTo>
                  <a:pt x="26634" y="7228"/>
                  <a:pt x="26560" y="7228"/>
                  <a:pt x="26560" y="7160"/>
                </a:cubicBezTo>
                <a:lnTo>
                  <a:pt x="26560" y="6942"/>
                </a:lnTo>
                <a:close/>
                <a:moveTo>
                  <a:pt x="16393" y="7228"/>
                </a:moveTo>
                <a:lnTo>
                  <a:pt x="16393" y="7372"/>
                </a:lnTo>
                <a:cubicBezTo>
                  <a:pt x="16393" y="7303"/>
                  <a:pt x="16324" y="7303"/>
                  <a:pt x="16324" y="7303"/>
                </a:cubicBezTo>
                <a:cubicBezTo>
                  <a:pt x="16324" y="7303"/>
                  <a:pt x="16324" y="7228"/>
                  <a:pt x="16393" y="7228"/>
                </a:cubicBezTo>
                <a:close/>
                <a:moveTo>
                  <a:pt x="20477" y="6369"/>
                </a:moveTo>
                <a:cubicBezTo>
                  <a:pt x="20546" y="6587"/>
                  <a:pt x="20546" y="6799"/>
                  <a:pt x="20546" y="7016"/>
                </a:cubicBezTo>
                <a:lnTo>
                  <a:pt x="20334" y="7446"/>
                </a:lnTo>
                <a:cubicBezTo>
                  <a:pt x="20259" y="7372"/>
                  <a:pt x="20259" y="7303"/>
                  <a:pt x="20191" y="7228"/>
                </a:cubicBezTo>
                <a:cubicBezTo>
                  <a:pt x="20334" y="6942"/>
                  <a:pt x="20403" y="6656"/>
                  <a:pt x="20477" y="6369"/>
                </a:cubicBezTo>
                <a:close/>
                <a:moveTo>
                  <a:pt x="34292" y="6656"/>
                </a:moveTo>
                <a:cubicBezTo>
                  <a:pt x="34223" y="6873"/>
                  <a:pt x="34223" y="7160"/>
                  <a:pt x="34149" y="7446"/>
                </a:cubicBezTo>
                <a:cubicBezTo>
                  <a:pt x="34149" y="7372"/>
                  <a:pt x="34080" y="7228"/>
                  <a:pt x="34080" y="7160"/>
                </a:cubicBezTo>
                <a:cubicBezTo>
                  <a:pt x="34149" y="6942"/>
                  <a:pt x="34223" y="6799"/>
                  <a:pt x="34292" y="6656"/>
                </a:cubicBezTo>
                <a:close/>
                <a:moveTo>
                  <a:pt x="29567" y="7303"/>
                </a:moveTo>
                <a:cubicBezTo>
                  <a:pt x="29567" y="7370"/>
                  <a:pt x="29567" y="7443"/>
                  <a:pt x="29636" y="7510"/>
                </a:cubicBezTo>
                <a:lnTo>
                  <a:pt x="29636" y="7510"/>
                </a:lnTo>
                <a:cubicBezTo>
                  <a:pt x="29629" y="7446"/>
                  <a:pt x="29611" y="7388"/>
                  <a:pt x="29567" y="7303"/>
                </a:cubicBezTo>
                <a:close/>
                <a:moveTo>
                  <a:pt x="48611" y="6157"/>
                </a:moveTo>
                <a:cubicBezTo>
                  <a:pt x="48685" y="6587"/>
                  <a:pt x="48685" y="7016"/>
                  <a:pt x="48754" y="7515"/>
                </a:cubicBezTo>
                <a:cubicBezTo>
                  <a:pt x="48685" y="7160"/>
                  <a:pt x="48611" y="6873"/>
                  <a:pt x="48468" y="6512"/>
                </a:cubicBezTo>
                <a:cubicBezTo>
                  <a:pt x="48542" y="6300"/>
                  <a:pt x="48542" y="6300"/>
                  <a:pt x="48611" y="6157"/>
                </a:cubicBezTo>
                <a:close/>
                <a:moveTo>
                  <a:pt x="49756" y="7446"/>
                </a:moveTo>
                <a:cubicBezTo>
                  <a:pt x="49756" y="7515"/>
                  <a:pt x="49756" y="7515"/>
                  <a:pt x="49831" y="7515"/>
                </a:cubicBezTo>
                <a:cubicBezTo>
                  <a:pt x="49831" y="7515"/>
                  <a:pt x="49756" y="7515"/>
                  <a:pt x="49756" y="7446"/>
                </a:cubicBezTo>
                <a:close/>
                <a:moveTo>
                  <a:pt x="26416" y="5796"/>
                </a:moveTo>
                <a:cubicBezTo>
                  <a:pt x="26491" y="6083"/>
                  <a:pt x="26491" y="6444"/>
                  <a:pt x="26560" y="6730"/>
                </a:cubicBezTo>
                <a:cubicBezTo>
                  <a:pt x="26491" y="6799"/>
                  <a:pt x="26491" y="6873"/>
                  <a:pt x="26416" y="6942"/>
                </a:cubicBezTo>
                <a:cubicBezTo>
                  <a:pt x="26348" y="7160"/>
                  <a:pt x="26273" y="7372"/>
                  <a:pt x="26273" y="7589"/>
                </a:cubicBezTo>
                <a:cubicBezTo>
                  <a:pt x="26130" y="7372"/>
                  <a:pt x="26061" y="7160"/>
                  <a:pt x="25918" y="6942"/>
                </a:cubicBezTo>
                <a:cubicBezTo>
                  <a:pt x="26130" y="6512"/>
                  <a:pt x="26273" y="6083"/>
                  <a:pt x="26416" y="5796"/>
                </a:cubicBezTo>
                <a:close/>
                <a:moveTo>
                  <a:pt x="1931" y="7016"/>
                </a:moveTo>
                <a:cubicBezTo>
                  <a:pt x="1931" y="7215"/>
                  <a:pt x="1931" y="7418"/>
                  <a:pt x="1992" y="7617"/>
                </a:cubicBezTo>
                <a:lnTo>
                  <a:pt x="1992" y="7617"/>
                </a:lnTo>
                <a:cubicBezTo>
                  <a:pt x="1982" y="7602"/>
                  <a:pt x="1963" y="7589"/>
                  <a:pt x="1931" y="7589"/>
                </a:cubicBezTo>
                <a:cubicBezTo>
                  <a:pt x="1931" y="7446"/>
                  <a:pt x="1931" y="7303"/>
                  <a:pt x="1862" y="7160"/>
                </a:cubicBezTo>
                <a:cubicBezTo>
                  <a:pt x="1862" y="7085"/>
                  <a:pt x="1931" y="7085"/>
                  <a:pt x="1931" y="7016"/>
                </a:cubicBezTo>
                <a:close/>
                <a:moveTo>
                  <a:pt x="29567" y="7446"/>
                </a:moveTo>
                <a:cubicBezTo>
                  <a:pt x="29567" y="7515"/>
                  <a:pt x="29641" y="7589"/>
                  <a:pt x="29641" y="7658"/>
                </a:cubicBezTo>
                <a:cubicBezTo>
                  <a:pt x="29641" y="7602"/>
                  <a:pt x="29641" y="7557"/>
                  <a:pt x="29637" y="7515"/>
                </a:cubicBezTo>
                <a:lnTo>
                  <a:pt x="29637" y="7515"/>
                </a:lnTo>
                <a:cubicBezTo>
                  <a:pt x="29638" y="7515"/>
                  <a:pt x="29640" y="7515"/>
                  <a:pt x="29641" y="7515"/>
                </a:cubicBezTo>
                <a:cubicBezTo>
                  <a:pt x="29639" y="7513"/>
                  <a:pt x="29638" y="7512"/>
                  <a:pt x="29636" y="7510"/>
                </a:cubicBezTo>
                <a:lnTo>
                  <a:pt x="29636" y="7510"/>
                </a:lnTo>
                <a:cubicBezTo>
                  <a:pt x="29636" y="7511"/>
                  <a:pt x="29636" y="7513"/>
                  <a:pt x="29637" y="7515"/>
                </a:cubicBezTo>
                <a:lnTo>
                  <a:pt x="29637" y="7515"/>
                </a:lnTo>
                <a:cubicBezTo>
                  <a:pt x="29567" y="7512"/>
                  <a:pt x="29567" y="7447"/>
                  <a:pt x="29567" y="7446"/>
                </a:cubicBezTo>
                <a:close/>
                <a:moveTo>
                  <a:pt x="29641" y="5940"/>
                </a:moveTo>
                <a:cubicBezTo>
                  <a:pt x="29710" y="6512"/>
                  <a:pt x="29710" y="7085"/>
                  <a:pt x="29710" y="7658"/>
                </a:cubicBezTo>
                <a:lnTo>
                  <a:pt x="29641" y="7658"/>
                </a:lnTo>
                <a:lnTo>
                  <a:pt x="29641" y="7732"/>
                </a:lnTo>
                <a:cubicBezTo>
                  <a:pt x="29641" y="7658"/>
                  <a:pt x="29567" y="7589"/>
                  <a:pt x="29567" y="7515"/>
                </a:cubicBezTo>
                <a:lnTo>
                  <a:pt x="29567" y="7446"/>
                </a:lnTo>
                <a:lnTo>
                  <a:pt x="29567" y="7303"/>
                </a:lnTo>
                <a:cubicBezTo>
                  <a:pt x="29567" y="6873"/>
                  <a:pt x="29641" y="6369"/>
                  <a:pt x="29641" y="5940"/>
                </a:cubicBezTo>
                <a:close/>
                <a:moveTo>
                  <a:pt x="50759" y="7589"/>
                </a:moveTo>
                <a:cubicBezTo>
                  <a:pt x="50759" y="7658"/>
                  <a:pt x="50759" y="7732"/>
                  <a:pt x="50833" y="7801"/>
                </a:cubicBezTo>
                <a:cubicBezTo>
                  <a:pt x="50833" y="7732"/>
                  <a:pt x="50759" y="7658"/>
                  <a:pt x="50759" y="7589"/>
                </a:cubicBezTo>
                <a:close/>
                <a:moveTo>
                  <a:pt x="32860" y="5585"/>
                </a:moveTo>
                <a:cubicBezTo>
                  <a:pt x="32934" y="6083"/>
                  <a:pt x="32934" y="6587"/>
                  <a:pt x="32934" y="7085"/>
                </a:cubicBezTo>
                <a:cubicBezTo>
                  <a:pt x="32860" y="7303"/>
                  <a:pt x="32791" y="7515"/>
                  <a:pt x="32648" y="7801"/>
                </a:cubicBezTo>
                <a:cubicBezTo>
                  <a:pt x="32574" y="7515"/>
                  <a:pt x="32505" y="7228"/>
                  <a:pt x="32362" y="6873"/>
                </a:cubicBezTo>
                <a:lnTo>
                  <a:pt x="32362" y="6873"/>
                </a:lnTo>
                <a:cubicBezTo>
                  <a:pt x="32430" y="7160"/>
                  <a:pt x="32505" y="7515"/>
                  <a:pt x="32574" y="7876"/>
                </a:cubicBezTo>
                <a:lnTo>
                  <a:pt x="32362" y="7228"/>
                </a:lnTo>
                <a:lnTo>
                  <a:pt x="32362" y="7228"/>
                </a:lnTo>
                <a:cubicBezTo>
                  <a:pt x="32362" y="7372"/>
                  <a:pt x="32430" y="7515"/>
                  <a:pt x="32430" y="7732"/>
                </a:cubicBezTo>
                <a:cubicBezTo>
                  <a:pt x="32362" y="7515"/>
                  <a:pt x="32362" y="7372"/>
                  <a:pt x="32287" y="7228"/>
                </a:cubicBezTo>
                <a:cubicBezTo>
                  <a:pt x="32287" y="7085"/>
                  <a:pt x="32362" y="7016"/>
                  <a:pt x="32362" y="6873"/>
                </a:cubicBezTo>
                <a:cubicBezTo>
                  <a:pt x="32574" y="6369"/>
                  <a:pt x="32717" y="5940"/>
                  <a:pt x="32860" y="5585"/>
                </a:cubicBezTo>
                <a:close/>
                <a:moveTo>
                  <a:pt x="41669" y="5012"/>
                </a:moveTo>
                <a:cubicBezTo>
                  <a:pt x="41881" y="5728"/>
                  <a:pt x="42099" y="6656"/>
                  <a:pt x="42311" y="7515"/>
                </a:cubicBezTo>
                <a:lnTo>
                  <a:pt x="41955" y="7876"/>
                </a:lnTo>
                <a:cubicBezTo>
                  <a:pt x="41812" y="7446"/>
                  <a:pt x="41669" y="7016"/>
                  <a:pt x="41526" y="6512"/>
                </a:cubicBezTo>
                <a:cubicBezTo>
                  <a:pt x="41595" y="6014"/>
                  <a:pt x="41595" y="5585"/>
                  <a:pt x="41669" y="5012"/>
                </a:cubicBezTo>
                <a:close/>
                <a:moveTo>
                  <a:pt x="4726" y="7016"/>
                </a:moveTo>
                <a:lnTo>
                  <a:pt x="4726" y="7944"/>
                </a:lnTo>
                <a:cubicBezTo>
                  <a:pt x="4726" y="7801"/>
                  <a:pt x="4652" y="7658"/>
                  <a:pt x="4583" y="7446"/>
                </a:cubicBezTo>
                <a:lnTo>
                  <a:pt x="4583" y="7303"/>
                </a:lnTo>
                <a:cubicBezTo>
                  <a:pt x="4652" y="7228"/>
                  <a:pt x="4652" y="7085"/>
                  <a:pt x="4726" y="7016"/>
                </a:cubicBezTo>
                <a:close/>
                <a:moveTo>
                  <a:pt x="24486" y="7446"/>
                </a:moveTo>
                <a:cubicBezTo>
                  <a:pt x="24486" y="7515"/>
                  <a:pt x="24486" y="7589"/>
                  <a:pt x="24555" y="7658"/>
                </a:cubicBezTo>
                <a:cubicBezTo>
                  <a:pt x="24555" y="7658"/>
                  <a:pt x="24486" y="7658"/>
                  <a:pt x="24486" y="7732"/>
                </a:cubicBezTo>
                <a:cubicBezTo>
                  <a:pt x="24486" y="7801"/>
                  <a:pt x="24486" y="7944"/>
                  <a:pt x="24412" y="8019"/>
                </a:cubicBezTo>
                <a:cubicBezTo>
                  <a:pt x="24412" y="7876"/>
                  <a:pt x="24486" y="7658"/>
                  <a:pt x="24486" y="7446"/>
                </a:cubicBezTo>
                <a:close/>
                <a:moveTo>
                  <a:pt x="20191" y="7372"/>
                </a:moveTo>
                <a:lnTo>
                  <a:pt x="20191" y="7732"/>
                </a:lnTo>
                <a:cubicBezTo>
                  <a:pt x="20116" y="7801"/>
                  <a:pt x="20047" y="7944"/>
                  <a:pt x="19973" y="8087"/>
                </a:cubicBezTo>
                <a:cubicBezTo>
                  <a:pt x="20047" y="7876"/>
                  <a:pt x="20116" y="7589"/>
                  <a:pt x="20191" y="7372"/>
                </a:cubicBezTo>
                <a:close/>
                <a:moveTo>
                  <a:pt x="25918" y="7016"/>
                </a:moveTo>
                <a:cubicBezTo>
                  <a:pt x="25987" y="7303"/>
                  <a:pt x="26061" y="7589"/>
                  <a:pt x="26130" y="7944"/>
                </a:cubicBezTo>
                <a:lnTo>
                  <a:pt x="26130" y="8162"/>
                </a:lnTo>
                <a:cubicBezTo>
                  <a:pt x="26061" y="7801"/>
                  <a:pt x="25918" y="7515"/>
                  <a:pt x="25844" y="7160"/>
                </a:cubicBezTo>
                <a:cubicBezTo>
                  <a:pt x="25844" y="7085"/>
                  <a:pt x="25844" y="7085"/>
                  <a:pt x="25918" y="7016"/>
                </a:cubicBezTo>
                <a:close/>
                <a:moveTo>
                  <a:pt x="21834" y="8231"/>
                </a:moveTo>
                <a:lnTo>
                  <a:pt x="21834" y="8231"/>
                </a:lnTo>
                <a:cubicBezTo>
                  <a:pt x="21834" y="8231"/>
                  <a:pt x="21834" y="8231"/>
                  <a:pt x="21834" y="8231"/>
                </a:cubicBezTo>
                <a:close/>
                <a:moveTo>
                  <a:pt x="21834" y="8231"/>
                </a:moveTo>
                <a:lnTo>
                  <a:pt x="21834" y="8231"/>
                </a:lnTo>
                <a:cubicBezTo>
                  <a:pt x="21834" y="8231"/>
                  <a:pt x="21834" y="8231"/>
                  <a:pt x="21834" y="8231"/>
                </a:cubicBezTo>
                <a:close/>
                <a:moveTo>
                  <a:pt x="21834" y="8231"/>
                </a:moveTo>
                <a:lnTo>
                  <a:pt x="21834" y="8231"/>
                </a:lnTo>
                <a:cubicBezTo>
                  <a:pt x="21834" y="8231"/>
                  <a:pt x="21834" y="8231"/>
                  <a:pt x="21834" y="8231"/>
                </a:cubicBezTo>
                <a:close/>
                <a:moveTo>
                  <a:pt x="21834" y="8231"/>
                </a:moveTo>
                <a:lnTo>
                  <a:pt x="21834" y="8231"/>
                </a:lnTo>
                <a:cubicBezTo>
                  <a:pt x="21834" y="8231"/>
                  <a:pt x="21834" y="8231"/>
                  <a:pt x="21834" y="8231"/>
                </a:cubicBezTo>
                <a:close/>
                <a:moveTo>
                  <a:pt x="21834" y="8231"/>
                </a:moveTo>
                <a:lnTo>
                  <a:pt x="21834" y="8231"/>
                </a:lnTo>
                <a:cubicBezTo>
                  <a:pt x="21834" y="8231"/>
                  <a:pt x="21834" y="8231"/>
                  <a:pt x="21834" y="8231"/>
                </a:cubicBezTo>
                <a:close/>
                <a:moveTo>
                  <a:pt x="21834" y="8231"/>
                </a:moveTo>
                <a:lnTo>
                  <a:pt x="21834" y="8231"/>
                </a:lnTo>
                <a:cubicBezTo>
                  <a:pt x="21834" y="8231"/>
                  <a:pt x="21834" y="8231"/>
                  <a:pt x="21834" y="8231"/>
                </a:cubicBezTo>
                <a:close/>
                <a:moveTo>
                  <a:pt x="3649" y="7085"/>
                </a:moveTo>
                <a:lnTo>
                  <a:pt x="3649" y="7303"/>
                </a:lnTo>
                <a:lnTo>
                  <a:pt x="3649" y="7732"/>
                </a:lnTo>
                <a:cubicBezTo>
                  <a:pt x="3581" y="7876"/>
                  <a:pt x="3581" y="8019"/>
                  <a:pt x="3581" y="8231"/>
                </a:cubicBezTo>
                <a:cubicBezTo>
                  <a:pt x="3534" y="8231"/>
                  <a:pt x="3517" y="8259"/>
                  <a:pt x="3510" y="8281"/>
                </a:cubicBezTo>
                <a:lnTo>
                  <a:pt x="3510" y="8281"/>
                </a:lnTo>
                <a:cubicBezTo>
                  <a:pt x="3581" y="7859"/>
                  <a:pt x="3582" y="7439"/>
                  <a:pt x="3649" y="7085"/>
                </a:cubicBezTo>
                <a:close/>
                <a:moveTo>
                  <a:pt x="1719" y="8019"/>
                </a:moveTo>
                <a:lnTo>
                  <a:pt x="1719" y="8305"/>
                </a:lnTo>
                <a:lnTo>
                  <a:pt x="1645" y="8231"/>
                </a:lnTo>
                <a:cubicBezTo>
                  <a:pt x="1645" y="8087"/>
                  <a:pt x="1645" y="8087"/>
                  <a:pt x="1719" y="8019"/>
                </a:cubicBezTo>
                <a:close/>
                <a:moveTo>
                  <a:pt x="45174" y="6300"/>
                </a:moveTo>
                <a:cubicBezTo>
                  <a:pt x="45249" y="7016"/>
                  <a:pt x="45249" y="7801"/>
                  <a:pt x="45249" y="8517"/>
                </a:cubicBezTo>
                <a:lnTo>
                  <a:pt x="45031" y="8087"/>
                </a:lnTo>
                <a:cubicBezTo>
                  <a:pt x="45106" y="7515"/>
                  <a:pt x="45106" y="6942"/>
                  <a:pt x="45174" y="6300"/>
                </a:cubicBezTo>
                <a:close/>
                <a:moveTo>
                  <a:pt x="16107" y="7944"/>
                </a:moveTo>
                <a:lnTo>
                  <a:pt x="16107" y="8591"/>
                </a:lnTo>
                <a:cubicBezTo>
                  <a:pt x="16038" y="8517"/>
                  <a:pt x="16038" y="8448"/>
                  <a:pt x="15964" y="8374"/>
                </a:cubicBezTo>
                <a:lnTo>
                  <a:pt x="15964" y="8305"/>
                </a:lnTo>
                <a:lnTo>
                  <a:pt x="15964" y="8231"/>
                </a:lnTo>
                <a:cubicBezTo>
                  <a:pt x="16038" y="8162"/>
                  <a:pt x="16038" y="8019"/>
                  <a:pt x="16107" y="7944"/>
                </a:cubicBezTo>
                <a:close/>
                <a:moveTo>
                  <a:pt x="41451" y="7446"/>
                </a:moveTo>
                <a:cubicBezTo>
                  <a:pt x="41526" y="7732"/>
                  <a:pt x="41595" y="8019"/>
                  <a:pt x="41595" y="8305"/>
                </a:cubicBezTo>
                <a:cubicBezTo>
                  <a:pt x="41526" y="8374"/>
                  <a:pt x="41451" y="8448"/>
                  <a:pt x="41383" y="8591"/>
                </a:cubicBezTo>
                <a:cubicBezTo>
                  <a:pt x="41383" y="8231"/>
                  <a:pt x="41451" y="7801"/>
                  <a:pt x="41451" y="7446"/>
                </a:cubicBezTo>
                <a:close/>
                <a:moveTo>
                  <a:pt x="1645" y="8374"/>
                </a:moveTo>
                <a:lnTo>
                  <a:pt x="1645" y="8591"/>
                </a:lnTo>
                <a:cubicBezTo>
                  <a:pt x="1645" y="8660"/>
                  <a:pt x="1645" y="8660"/>
                  <a:pt x="1576" y="8735"/>
                </a:cubicBezTo>
                <a:cubicBezTo>
                  <a:pt x="1576" y="8591"/>
                  <a:pt x="1576" y="8517"/>
                  <a:pt x="1645" y="8374"/>
                </a:cubicBezTo>
                <a:close/>
                <a:moveTo>
                  <a:pt x="17252" y="6157"/>
                </a:moveTo>
                <a:cubicBezTo>
                  <a:pt x="17396" y="6942"/>
                  <a:pt x="17539" y="7732"/>
                  <a:pt x="17682" y="8591"/>
                </a:cubicBezTo>
                <a:cubicBezTo>
                  <a:pt x="17613" y="8660"/>
                  <a:pt x="17613" y="8660"/>
                  <a:pt x="17613" y="8735"/>
                </a:cubicBezTo>
                <a:cubicBezTo>
                  <a:pt x="17613" y="8660"/>
                  <a:pt x="17539" y="8517"/>
                  <a:pt x="17539" y="8448"/>
                </a:cubicBezTo>
                <a:cubicBezTo>
                  <a:pt x="17470" y="7944"/>
                  <a:pt x="17327" y="7446"/>
                  <a:pt x="17184" y="6873"/>
                </a:cubicBezTo>
                <a:cubicBezTo>
                  <a:pt x="17184" y="6656"/>
                  <a:pt x="17252" y="6444"/>
                  <a:pt x="17252" y="6157"/>
                </a:cubicBezTo>
                <a:close/>
                <a:moveTo>
                  <a:pt x="40381" y="7892"/>
                </a:moveTo>
                <a:cubicBezTo>
                  <a:pt x="40384" y="8095"/>
                  <a:pt x="40449" y="8236"/>
                  <a:pt x="40449" y="8448"/>
                </a:cubicBezTo>
                <a:cubicBezTo>
                  <a:pt x="40449" y="8517"/>
                  <a:pt x="40380" y="8660"/>
                  <a:pt x="40380" y="8735"/>
                </a:cubicBezTo>
                <a:cubicBezTo>
                  <a:pt x="40306" y="8591"/>
                  <a:pt x="40237" y="8374"/>
                  <a:pt x="40237" y="8231"/>
                </a:cubicBezTo>
                <a:cubicBezTo>
                  <a:pt x="40285" y="8115"/>
                  <a:pt x="40333" y="8001"/>
                  <a:pt x="40381" y="7892"/>
                </a:cubicBezTo>
                <a:close/>
                <a:moveTo>
                  <a:pt x="40020" y="8735"/>
                </a:moveTo>
                <a:cubicBezTo>
                  <a:pt x="40019" y="8742"/>
                  <a:pt x="40018" y="8749"/>
                  <a:pt x="40017" y="8756"/>
                </a:cubicBezTo>
                <a:lnTo>
                  <a:pt x="40017" y="8756"/>
                </a:lnTo>
                <a:cubicBezTo>
                  <a:pt x="40019" y="8750"/>
                  <a:pt x="40020" y="8743"/>
                  <a:pt x="40020" y="8735"/>
                </a:cubicBezTo>
                <a:close/>
                <a:moveTo>
                  <a:pt x="32144" y="7589"/>
                </a:moveTo>
                <a:cubicBezTo>
                  <a:pt x="32219" y="7801"/>
                  <a:pt x="32287" y="8087"/>
                  <a:pt x="32287" y="8374"/>
                </a:cubicBezTo>
                <a:cubicBezTo>
                  <a:pt x="32219" y="8231"/>
                  <a:pt x="32144" y="8087"/>
                  <a:pt x="32075" y="8019"/>
                </a:cubicBezTo>
                <a:lnTo>
                  <a:pt x="32075" y="8019"/>
                </a:lnTo>
                <a:lnTo>
                  <a:pt x="32287" y="8448"/>
                </a:lnTo>
                <a:cubicBezTo>
                  <a:pt x="32144" y="8517"/>
                  <a:pt x="32075" y="8660"/>
                  <a:pt x="31932" y="8803"/>
                </a:cubicBezTo>
                <a:cubicBezTo>
                  <a:pt x="32001" y="8591"/>
                  <a:pt x="32075" y="8374"/>
                  <a:pt x="32075" y="8231"/>
                </a:cubicBezTo>
                <a:lnTo>
                  <a:pt x="32075" y="8231"/>
                </a:lnTo>
                <a:cubicBezTo>
                  <a:pt x="32075" y="8231"/>
                  <a:pt x="32001" y="8305"/>
                  <a:pt x="31932" y="8305"/>
                </a:cubicBezTo>
                <a:cubicBezTo>
                  <a:pt x="32001" y="8087"/>
                  <a:pt x="32075" y="7801"/>
                  <a:pt x="32144" y="7589"/>
                </a:cubicBezTo>
                <a:close/>
                <a:moveTo>
                  <a:pt x="42311" y="7658"/>
                </a:moveTo>
                <a:lnTo>
                  <a:pt x="42311" y="7732"/>
                </a:lnTo>
                <a:cubicBezTo>
                  <a:pt x="42242" y="8087"/>
                  <a:pt x="42167" y="8448"/>
                  <a:pt x="42167" y="8803"/>
                </a:cubicBezTo>
                <a:cubicBezTo>
                  <a:pt x="42099" y="8591"/>
                  <a:pt x="42099" y="8448"/>
                  <a:pt x="42024" y="8231"/>
                </a:cubicBezTo>
                <a:cubicBezTo>
                  <a:pt x="42167" y="8019"/>
                  <a:pt x="42242" y="7801"/>
                  <a:pt x="42311" y="7658"/>
                </a:cubicBezTo>
                <a:close/>
                <a:moveTo>
                  <a:pt x="49688" y="8231"/>
                </a:moveTo>
                <a:lnTo>
                  <a:pt x="49688" y="8231"/>
                </a:lnTo>
                <a:cubicBezTo>
                  <a:pt x="49613" y="8374"/>
                  <a:pt x="49613" y="8517"/>
                  <a:pt x="49545" y="8660"/>
                </a:cubicBezTo>
                <a:cubicBezTo>
                  <a:pt x="49545" y="8735"/>
                  <a:pt x="49545" y="8803"/>
                  <a:pt x="49470" y="8803"/>
                </a:cubicBezTo>
                <a:cubicBezTo>
                  <a:pt x="49545" y="8592"/>
                  <a:pt x="49613" y="8374"/>
                  <a:pt x="49688" y="8231"/>
                </a:cubicBezTo>
                <a:close/>
                <a:moveTo>
                  <a:pt x="16038" y="8591"/>
                </a:moveTo>
                <a:cubicBezTo>
                  <a:pt x="16038" y="8660"/>
                  <a:pt x="16107" y="8735"/>
                  <a:pt x="16107" y="8803"/>
                </a:cubicBezTo>
                <a:cubicBezTo>
                  <a:pt x="16107" y="8803"/>
                  <a:pt x="16107" y="8878"/>
                  <a:pt x="16038" y="8878"/>
                </a:cubicBezTo>
                <a:lnTo>
                  <a:pt x="16038" y="8591"/>
                </a:lnTo>
                <a:close/>
                <a:moveTo>
                  <a:pt x="26560" y="7228"/>
                </a:moveTo>
                <a:cubicBezTo>
                  <a:pt x="26560" y="7303"/>
                  <a:pt x="26634" y="7446"/>
                  <a:pt x="26634" y="7515"/>
                </a:cubicBezTo>
                <a:cubicBezTo>
                  <a:pt x="26703" y="7944"/>
                  <a:pt x="26777" y="8374"/>
                  <a:pt x="26777" y="8803"/>
                </a:cubicBezTo>
                <a:lnTo>
                  <a:pt x="26777" y="8878"/>
                </a:lnTo>
                <a:cubicBezTo>
                  <a:pt x="26703" y="8593"/>
                  <a:pt x="26635" y="8376"/>
                  <a:pt x="26561" y="8092"/>
                </a:cubicBezTo>
                <a:lnTo>
                  <a:pt x="26561" y="8092"/>
                </a:lnTo>
                <a:cubicBezTo>
                  <a:pt x="26635" y="8376"/>
                  <a:pt x="26703" y="8593"/>
                  <a:pt x="26703" y="8878"/>
                </a:cubicBezTo>
                <a:lnTo>
                  <a:pt x="26491" y="8231"/>
                </a:lnTo>
                <a:cubicBezTo>
                  <a:pt x="26491" y="7876"/>
                  <a:pt x="26560" y="7589"/>
                  <a:pt x="26560" y="7228"/>
                </a:cubicBezTo>
                <a:close/>
                <a:moveTo>
                  <a:pt x="111328" y="8735"/>
                </a:moveTo>
                <a:cubicBezTo>
                  <a:pt x="111328" y="8803"/>
                  <a:pt x="111259" y="8947"/>
                  <a:pt x="111259" y="9021"/>
                </a:cubicBezTo>
                <a:lnTo>
                  <a:pt x="111259" y="8947"/>
                </a:lnTo>
                <a:lnTo>
                  <a:pt x="111259" y="8803"/>
                </a:lnTo>
                <a:lnTo>
                  <a:pt x="111328" y="8735"/>
                </a:lnTo>
                <a:close/>
                <a:moveTo>
                  <a:pt x="27992" y="6226"/>
                </a:moveTo>
                <a:cubicBezTo>
                  <a:pt x="28135" y="7016"/>
                  <a:pt x="28209" y="7801"/>
                  <a:pt x="28278" y="8591"/>
                </a:cubicBezTo>
                <a:cubicBezTo>
                  <a:pt x="28209" y="8735"/>
                  <a:pt x="28066" y="8878"/>
                  <a:pt x="27992" y="9090"/>
                </a:cubicBezTo>
                <a:cubicBezTo>
                  <a:pt x="27992" y="8803"/>
                  <a:pt x="27923" y="8517"/>
                  <a:pt x="27848" y="8231"/>
                </a:cubicBezTo>
                <a:cubicBezTo>
                  <a:pt x="27923" y="7589"/>
                  <a:pt x="27923" y="6942"/>
                  <a:pt x="27992" y="6226"/>
                </a:cubicBezTo>
                <a:close/>
                <a:moveTo>
                  <a:pt x="57775" y="8878"/>
                </a:moveTo>
                <a:lnTo>
                  <a:pt x="57775" y="8878"/>
                </a:lnTo>
                <a:cubicBezTo>
                  <a:pt x="57796" y="8951"/>
                  <a:pt x="57817" y="9023"/>
                  <a:pt x="57838" y="9094"/>
                </a:cubicBezTo>
                <a:lnTo>
                  <a:pt x="57838" y="9094"/>
                </a:lnTo>
                <a:cubicBezTo>
                  <a:pt x="57819" y="9019"/>
                  <a:pt x="57798" y="8946"/>
                  <a:pt x="57775" y="8878"/>
                </a:cubicBezTo>
                <a:close/>
                <a:moveTo>
                  <a:pt x="44172" y="9090"/>
                </a:moveTo>
                <a:cubicBezTo>
                  <a:pt x="44172" y="9090"/>
                  <a:pt x="44172" y="9164"/>
                  <a:pt x="44247" y="9164"/>
                </a:cubicBezTo>
                <a:cubicBezTo>
                  <a:pt x="44247" y="9090"/>
                  <a:pt x="44172" y="9090"/>
                  <a:pt x="44172" y="9090"/>
                </a:cubicBezTo>
                <a:close/>
                <a:moveTo>
                  <a:pt x="115194" y="8517"/>
                </a:moveTo>
                <a:lnTo>
                  <a:pt x="115194" y="8517"/>
                </a:lnTo>
                <a:cubicBezTo>
                  <a:pt x="115126" y="8660"/>
                  <a:pt x="115051" y="8947"/>
                  <a:pt x="114982" y="9164"/>
                </a:cubicBezTo>
                <a:cubicBezTo>
                  <a:pt x="114982" y="9090"/>
                  <a:pt x="114982" y="9021"/>
                  <a:pt x="114908" y="8947"/>
                </a:cubicBezTo>
                <a:cubicBezTo>
                  <a:pt x="115126" y="8660"/>
                  <a:pt x="115126" y="8591"/>
                  <a:pt x="115194" y="8517"/>
                </a:cubicBezTo>
                <a:close/>
                <a:moveTo>
                  <a:pt x="21909" y="8947"/>
                </a:moveTo>
                <a:cubicBezTo>
                  <a:pt x="21909" y="9021"/>
                  <a:pt x="21909" y="9021"/>
                  <a:pt x="21978" y="9090"/>
                </a:cubicBezTo>
                <a:cubicBezTo>
                  <a:pt x="21909" y="9164"/>
                  <a:pt x="21909" y="9164"/>
                  <a:pt x="21909" y="9233"/>
                </a:cubicBezTo>
                <a:lnTo>
                  <a:pt x="21909" y="9090"/>
                </a:lnTo>
                <a:lnTo>
                  <a:pt x="21909" y="8947"/>
                </a:lnTo>
                <a:close/>
                <a:moveTo>
                  <a:pt x="29498" y="8448"/>
                </a:moveTo>
                <a:cubicBezTo>
                  <a:pt x="29498" y="8591"/>
                  <a:pt x="29567" y="8735"/>
                  <a:pt x="29567" y="8878"/>
                </a:cubicBezTo>
                <a:lnTo>
                  <a:pt x="29567" y="9307"/>
                </a:lnTo>
                <a:cubicBezTo>
                  <a:pt x="29498" y="9307"/>
                  <a:pt x="29498" y="9376"/>
                  <a:pt x="29498" y="9376"/>
                </a:cubicBezTo>
                <a:lnTo>
                  <a:pt x="29498" y="8448"/>
                </a:lnTo>
                <a:close/>
                <a:moveTo>
                  <a:pt x="43170" y="8878"/>
                </a:moveTo>
                <a:cubicBezTo>
                  <a:pt x="43244" y="9021"/>
                  <a:pt x="43244" y="9090"/>
                  <a:pt x="43313" y="9233"/>
                </a:cubicBezTo>
                <a:lnTo>
                  <a:pt x="43313" y="9376"/>
                </a:lnTo>
                <a:cubicBezTo>
                  <a:pt x="43244" y="9233"/>
                  <a:pt x="43244" y="9021"/>
                  <a:pt x="43170" y="8878"/>
                </a:cubicBezTo>
                <a:close/>
                <a:moveTo>
                  <a:pt x="49401" y="8947"/>
                </a:moveTo>
                <a:lnTo>
                  <a:pt x="49401" y="9021"/>
                </a:lnTo>
                <a:lnTo>
                  <a:pt x="49401" y="9233"/>
                </a:lnTo>
                <a:cubicBezTo>
                  <a:pt x="49401" y="9164"/>
                  <a:pt x="49327" y="9090"/>
                  <a:pt x="49327" y="9090"/>
                </a:cubicBezTo>
                <a:lnTo>
                  <a:pt x="49327" y="9090"/>
                </a:lnTo>
                <a:cubicBezTo>
                  <a:pt x="49327" y="9164"/>
                  <a:pt x="49327" y="9233"/>
                  <a:pt x="49401" y="9307"/>
                </a:cubicBezTo>
                <a:cubicBezTo>
                  <a:pt x="49327" y="9307"/>
                  <a:pt x="49327" y="9376"/>
                  <a:pt x="49327" y="9376"/>
                </a:cubicBezTo>
                <a:lnTo>
                  <a:pt x="49327" y="9164"/>
                </a:lnTo>
                <a:lnTo>
                  <a:pt x="49327" y="9090"/>
                </a:lnTo>
                <a:cubicBezTo>
                  <a:pt x="49327" y="9021"/>
                  <a:pt x="49401" y="9021"/>
                  <a:pt x="49401" y="8947"/>
                </a:cubicBezTo>
                <a:close/>
                <a:moveTo>
                  <a:pt x="51263" y="9164"/>
                </a:moveTo>
                <a:cubicBezTo>
                  <a:pt x="51263" y="9233"/>
                  <a:pt x="51263" y="9307"/>
                  <a:pt x="51332" y="9376"/>
                </a:cubicBezTo>
                <a:cubicBezTo>
                  <a:pt x="51263" y="9376"/>
                  <a:pt x="51263" y="9307"/>
                  <a:pt x="51188" y="9233"/>
                </a:cubicBezTo>
                <a:cubicBezTo>
                  <a:pt x="51263" y="9233"/>
                  <a:pt x="51263" y="9164"/>
                  <a:pt x="51263" y="9164"/>
                </a:cubicBezTo>
                <a:close/>
                <a:moveTo>
                  <a:pt x="44315" y="8660"/>
                </a:moveTo>
                <a:lnTo>
                  <a:pt x="44315" y="8660"/>
                </a:lnTo>
                <a:cubicBezTo>
                  <a:pt x="44247" y="8803"/>
                  <a:pt x="44247" y="8947"/>
                  <a:pt x="44247" y="9164"/>
                </a:cubicBezTo>
                <a:cubicBezTo>
                  <a:pt x="44103" y="9233"/>
                  <a:pt x="44029" y="9376"/>
                  <a:pt x="43960" y="9451"/>
                </a:cubicBezTo>
                <a:lnTo>
                  <a:pt x="43960" y="9376"/>
                </a:lnTo>
                <a:lnTo>
                  <a:pt x="43960" y="9307"/>
                </a:lnTo>
                <a:cubicBezTo>
                  <a:pt x="44103" y="9021"/>
                  <a:pt x="44247" y="8735"/>
                  <a:pt x="44315" y="8660"/>
                </a:cubicBezTo>
                <a:close/>
                <a:moveTo>
                  <a:pt x="48468" y="6656"/>
                </a:moveTo>
                <a:cubicBezTo>
                  <a:pt x="48542" y="7446"/>
                  <a:pt x="48542" y="8374"/>
                  <a:pt x="48542" y="9164"/>
                </a:cubicBezTo>
                <a:cubicBezTo>
                  <a:pt x="48468" y="9307"/>
                  <a:pt x="48468" y="9376"/>
                  <a:pt x="48399" y="9451"/>
                </a:cubicBezTo>
                <a:cubicBezTo>
                  <a:pt x="48325" y="8878"/>
                  <a:pt x="48256" y="8305"/>
                  <a:pt x="48113" y="7446"/>
                </a:cubicBezTo>
                <a:cubicBezTo>
                  <a:pt x="48181" y="7160"/>
                  <a:pt x="48325" y="6873"/>
                  <a:pt x="48468" y="6656"/>
                </a:cubicBezTo>
                <a:close/>
                <a:moveTo>
                  <a:pt x="38805" y="6730"/>
                </a:moveTo>
                <a:cubicBezTo>
                  <a:pt x="38948" y="7372"/>
                  <a:pt x="39017" y="8087"/>
                  <a:pt x="39092" y="8803"/>
                </a:cubicBezTo>
                <a:lnTo>
                  <a:pt x="38874" y="9021"/>
                </a:lnTo>
                <a:cubicBezTo>
                  <a:pt x="38805" y="8878"/>
                  <a:pt x="38805" y="8660"/>
                  <a:pt x="38731" y="8448"/>
                </a:cubicBezTo>
                <a:lnTo>
                  <a:pt x="38731" y="8448"/>
                </a:lnTo>
                <a:cubicBezTo>
                  <a:pt x="38731" y="8660"/>
                  <a:pt x="38805" y="8878"/>
                  <a:pt x="38805" y="9090"/>
                </a:cubicBezTo>
                <a:cubicBezTo>
                  <a:pt x="38731" y="9307"/>
                  <a:pt x="38588" y="9451"/>
                  <a:pt x="38519" y="9594"/>
                </a:cubicBezTo>
                <a:cubicBezTo>
                  <a:pt x="38444" y="9594"/>
                  <a:pt x="38444" y="9519"/>
                  <a:pt x="38444" y="9451"/>
                </a:cubicBezTo>
                <a:cubicBezTo>
                  <a:pt x="38444" y="9090"/>
                  <a:pt x="38519" y="8660"/>
                  <a:pt x="38519" y="8231"/>
                </a:cubicBezTo>
                <a:lnTo>
                  <a:pt x="38519" y="8231"/>
                </a:lnTo>
                <a:cubicBezTo>
                  <a:pt x="38444" y="8374"/>
                  <a:pt x="38301" y="8660"/>
                  <a:pt x="38233" y="9021"/>
                </a:cubicBezTo>
                <a:cubicBezTo>
                  <a:pt x="38158" y="8878"/>
                  <a:pt x="38089" y="8735"/>
                  <a:pt x="38089" y="8660"/>
                </a:cubicBezTo>
                <a:cubicBezTo>
                  <a:pt x="38015" y="8591"/>
                  <a:pt x="38015" y="8517"/>
                  <a:pt x="38015" y="8448"/>
                </a:cubicBezTo>
                <a:cubicBezTo>
                  <a:pt x="38376" y="7589"/>
                  <a:pt x="38731" y="6873"/>
                  <a:pt x="38805" y="6730"/>
                </a:cubicBezTo>
                <a:close/>
                <a:moveTo>
                  <a:pt x="25701" y="9376"/>
                </a:moveTo>
                <a:cubicBezTo>
                  <a:pt x="25701" y="9519"/>
                  <a:pt x="25701" y="9594"/>
                  <a:pt x="25775" y="9663"/>
                </a:cubicBezTo>
                <a:cubicBezTo>
                  <a:pt x="25701" y="9594"/>
                  <a:pt x="25701" y="9519"/>
                  <a:pt x="25701" y="9451"/>
                </a:cubicBezTo>
                <a:lnTo>
                  <a:pt x="25701" y="9376"/>
                </a:lnTo>
                <a:close/>
                <a:moveTo>
                  <a:pt x="35941" y="8591"/>
                </a:moveTo>
                <a:cubicBezTo>
                  <a:pt x="36010" y="8947"/>
                  <a:pt x="36085" y="9307"/>
                  <a:pt x="36085" y="9663"/>
                </a:cubicBezTo>
                <a:lnTo>
                  <a:pt x="36085" y="9663"/>
                </a:lnTo>
                <a:cubicBezTo>
                  <a:pt x="36010" y="9663"/>
                  <a:pt x="36010" y="9663"/>
                  <a:pt x="36010" y="9594"/>
                </a:cubicBezTo>
                <a:cubicBezTo>
                  <a:pt x="36010" y="9519"/>
                  <a:pt x="36010" y="9451"/>
                  <a:pt x="35941" y="9451"/>
                </a:cubicBezTo>
                <a:lnTo>
                  <a:pt x="35941" y="9519"/>
                </a:lnTo>
                <a:cubicBezTo>
                  <a:pt x="35941" y="9451"/>
                  <a:pt x="35941" y="9376"/>
                  <a:pt x="35867" y="9307"/>
                </a:cubicBezTo>
                <a:cubicBezTo>
                  <a:pt x="35941" y="9090"/>
                  <a:pt x="35941" y="8878"/>
                  <a:pt x="35941" y="8591"/>
                </a:cubicBezTo>
                <a:close/>
                <a:moveTo>
                  <a:pt x="1645" y="8660"/>
                </a:moveTo>
                <a:cubicBezTo>
                  <a:pt x="1719" y="8735"/>
                  <a:pt x="1719" y="8878"/>
                  <a:pt x="1719" y="9021"/>
                </a:cubicBezTo>
                <a:cubicBezTo>
                  <a:pt x="1719" y="9164"/>
                  <a:pt x="1645" y="9307"/>
                  <a:pt x="1645" y="9451"/>
                </a:cubicBezTo>
                <a:lnTo>
                  <a:pt x="1645" y="9663"/>
                </a:lnTo>
                <a:cubicBezTo>
                  <a:pt x="1645" y="9594"/>
                  <a:pt x="1645" y="9519"/>
                  <a:pt x="1576" y="9451"/>
                </a:cubicBezTo>
                <a:lnTo>
                  <a:pt x="1645" y="9376"/>
                </a:lnTo>
                <a:lnTo>
                  <a:pt x="1645" y="8660"/>
                </a:lnTo>
                <a:close/>
                <a:moveTo>
                  <a:pt x="47826" y="8305"/>
                </a:moveTo>
                <a:cubicBezTo>
                  <a:pt x="47826" y="8735"/>
                  <a:pt x="47826" y="9233"/>
                  <a:pt x="47752" y="9594"/>
                </a:cubicBezTo>
                <a:lnTo>
                  <a:pt x="47752" y="9663"/>
                </a:lnTo>
                <a:lnTo>
                  <a:pt x="47683" y="9737"/>
                </a:lnTo>
                <a:cubicBezTo>
                  <a:pt x="47752" y="9451"/>
                  <a:pt x="47752" y="9164"/>
                  <a:pt x="47752" y="8878"/>
                </a:cubicBezTo>
                <a:lnTo>
                  <a:pt x="47752" y="8878"/>
                </a:lnTo>
                <a:cubicBezTo>
                  <a:pt x="47609" y="9021"/>
                  <a:pt x="47540" y="9307"/>
                  <a:pt x="47465" y="9663"/>
                </a:cubicBezTo>
                <a:cubicBezTo>
                  <a:pt x="47540" y="9233"/>
                  <a:pt x="47609" y="8735"/>
                  <a:pt x="47826" y="8305"/>
                </a:cubicBezTo>
                <a:close/>
                <a:moveTo>
                  <a:pt x="51045" y="9737"/>
                </a:moveTo>
                <a:lnTo>
                  <a:pt x="51051" y="9748"/>
                </a:lnTo>
                <a:lnTo>
                  <a:pt x="51051" y="9748"/>
                </a:lnTo>
                <a:cubicBezTo>
                  <a:pt x="51049" y="9744"/>
                  <a:pt x="51047" y="9741"/>
                  <a:pt x="51045" y="9737"/>
                </a:cubicBezTo>
                <a:close/>
                <a:moveTo>
                  <a:pt x="41669" y="9021"/>
                </a:moveTo>
                <a:cubicBezTo>
                  <a:pt x="41738" y="9307"/>
                  <a:pt x="41738" y="9519"/>
                  <a:pt x="41738" y="9737"/>
                </a:cubicBezTo>
                <a:lnTo>
                  <a:pt x="41738" y="9806"/>
                </a:lnTo>
                <a:cubicBezTo>
                  <a:pt x="41669" y="9806"/>
                  <a:pt x="41669" y="9737"/>
                  <a:pt x="41669" y="9737"/>
                </a:cubicBezTo>
                <a:cubicBezTo>
                  <a:pt x="41669" y="9594"/>
                  <a:pt x="41595" y="9519"/>
                  <a:pt x="41526" y="9376"/>
                </a:cubicBezTo>
                <a:cubicBezTo>
                  <a:pt x="41595" y="9233"/>
                  <a:pt x="41669" y="9164"/>
                  <a:pt x="41669" y="9021"/>
                </a:cubicBezTo>
                <a:close/>
                <a:moveTo>
                  <a:pt x="37661" y="9531"/>
                </a:moveTo>
                <a:cubicBezTo>
                  <a:pt x="37660" y="9552"/>
                  <a:pt x="37660" y="9573"/>
                  <a:pt x="37660" y="9594"/>
                </a:cubicBezTo>
                <a:lnTo>
                  <a:pt x="37660" y="9737"/>
                </a:lnTo>
                <a:cubicBezTo>
                  <a:pt x="37660" y="9806"/>
                  <a:pt x="37585" y="9806"/>
                  <a:pt x="37517" y="9880"/>
                </a:cubicBezTo>
                <a:cubicBezTo>
                  <a:pt x="37563" y="9783"/>
                  <a:pt x="37613" y="9651"/>
                  <a:pt x="37661" y="9531"/>
                </a:cubicBezTo>
                <a:close/>
                <a:moveTo>
                  <a:pt x="52408" y="9594"/>
                </a:moveTo>
                <a:cubicBezTo>
                  <a:pt x="52408" y="9663"/>
                  <a:pt x="52408" y="9806"/>
                  <a:pt x="52477" y="9880"/>
                </a:cubicBezTo>
                <a:cubicBezTo>
                  <a:pt x="52477" y="9806"/>
                  <a:pt x="52408" y="9663"/>
                  <a:pt x="52408" y="9594"/>
                </a:cubicBezTo>
                <a:close/>
                <a:moveTo>
                  <a:pt x="108321" y="9451"/>
                </a:moveTo>
                <a:cubicBezTo>
                  <a:pt x="108396" y="9519"/>
                  <a:pt x="108396" y="9594"/>
                  <a:pt x="108464" y="9663"/>
                </a:cubicBezTo>
                <a:cubicBezTo>
                  <a:pt x="108396" y="9737"/>
                  <a:pt x="108321" y="9806"/>
                  <a:pt x="108321" y="9880"/>
                </a:cubicBezTo>
                <a:lnTo>
                  <a:pt x="108321" y="9451"/>
                </a:lnTo>
                <a:close/>
                <a:moveTo>
                  <a:pt x="53124" y="9949"/>
                </a:moveTo>
                <a:lnTo>
                  <a:pt x="53193" y="10023"/>
                </a:lnTo>
                <a:lnTo>
                  <a:pt x="53124" y="10023"/>
                </a:lnTo>
                <a:lnTo>
                  <a:pt x="53124" y="9949"/>
                </a:lnTo>
                <a:close/>
                <a:moveTo>
                  <a:pt x="102525" y="9747"/>
                </a:moveTo>
                <a:cubicBezTo>
                  <a:pt x="102525" y="9813"/>
                  <a:pt x="102521" y="9887"/>
                  <a:pt x="102450" y="10023"/>
                </a:cubicBezTo>
                <a:lnTo>
                  <a:pt x="102450" y="9949"/>
                </a:lnTo>
                <a:cubicBezTo>
                  <a:pt x="102521" y="9883"/>
                  <a:pt x="102525" y="9813"/>
                  <a:pt x="102525" y="9747"/>
                </a:cubicBezTo>
                <a:close/>
                <a:moveTo>
                  <a:pt x="90354" y="10023"/>
                </a:moveTo>
                <a:cubicBezTo>
                  <a:pt x="90353" y="10029"/>
                  <a:pt x="90352" y="10034"/>
                  <a:pt x="90352" y="10039"/>
                </a:cubicBezTo>
                <a:lnTo>
                  <a:pt x="90352" y="10039"/>
                </a:lnTo>
                <a:cubicBezTo>
                  <a:pt x="90354" y="10029"/>
                  <a:pt x="90354" y="10023"/>
                  <a:pt x="90354" y="10023"/>
                </a:cubicBezTo>
                <a:close/>
                <a:moveTo>
                  <a:pt x="41526" y="9519"/>
                </a:moveTo>
                <a:lnTo>
                  <a:pt x="41526" y="9663"/>
                </a:lnTo>
                <a:cubicBezTo>
                  <a:pt x="41526" y="9737"/>
                  <a:pt x="41595" y="9880"/>
                  <a:pt x="41595" y="9949"/>
                </a:cubicBezTo>
                <a:lnTo>
                  <a:pt x="41451" y="10092"/>
                </a:lnTo>
                <a:cubicBezTo>
                  <a:pt x="41451" y="9949"/>
                  <a:pt x="41451" y="9737"/>
                  <a:pt x="41526" y="9519"/>
                </a:cubicBezTo>
                <a:lnTo>
                  <a:pt x="41526" y="9519"/>
                </a:lnTo>
                <a:lnTo>
                  <a:pt x="41451" y="9594"/>
                </a:lnTo>
                <a:lnTo>
                  <a:pt x="41451" y="9519"/>
                </a:lnTo>
                <a:close/>
                <a:moveTo>
                  <a:pt x="51692" y="9880"/>
                </a:moveTo>
                <a:cubicBezTo>
                  <a:pt x="51761" y="9880"/>
                  <a:pt x="51761" y="9949"/>
                  <a:pt x="51761" y="10023"/>
                </a:cubicBezTo>
                <a:lnTo>
                  <a:pt x="51761" y="10092"/>
                </a:lnTo>
                <a:cubicBezTo>
                  <a:pt x="51761" y="10023"/>
                  <a:pt x="51761" y="9949"/>
                  <a:pt x="51692" y="9880"/>
                </a:cubicBezTo>
                <a:close/>
                <a:moveTo>
                  <a:pt x="60141" y="10023"/>
                </a:moveTo>
                <a:cubicBezTo>
                  <a:pt x="60175" y="10057"/>
                  <a:pt x="60192" y="10109"/>
                  <a:pt x="60209" y="10162"/>
                </a:cubicBezTo>
                <a:lnTo>
                  <a:pt x="60209" y="10162"/>
                </a:lnTo>
                <a:cubicBezTo>
                  <a:pt x="60209" y="10089"/>
                  <a:pt x="60208" y="10023"/>
                  <a:pt x="60141" y="10023"/>
                </a:cubicBezTo>
                <a:close/>
                <a:moveTo>
                  <a:pt x="26416" y="9090"/>
                </a:moveTo>
                <a:cubicBezTo>
                  <a:pt x="26491" y="9451"/>
                  <a:pt x="26560" y="9806"/>
                  <a:pt x="26560" y="10167"/>
                </a:cubicBezTo>
                <a:cubicBezTo>
                  <a:pt x="26560" y="10092"/>
                  <a:pt x="26491" y="9949"/>
                  <a:pt x="26416" y="9880"/>
                </a:cubicBezTo>
                <a:cubicBezTo>
                  <a:pt x="26416" y="9806"/>
                  <a:pt x="26416" y="9663"/>
                  <a:pt x="26348" y="9594"/>
                </a:cubicBezTo>
                <a:cubicBezTo>
                  <a:pt x="26416" y="9451"/>
                  <a:pt x="26416" y="9233"/>
                  <a:pt x="26416" y="9090"/>
                </a:cubicBezTo>
                <a:close/>
                <a:moveTo>
                  <a:pt x="102382" y="10023"/>
                </a:moveTo>
                <a:cubicBezTo>
                  <a:pt x="102450" y="10023"/>
                  <a:pt x="102450" y="10092"/>
                  <a:pt x="102450" y="10092"/>
                </a:cubicBezTo>
                <a:lnTo>
                  <a:pt x="102450" y="10167"/>
                </a:lnTo>
                <a:cubicBezTo>
                  <a:pt x="102382" y="10092"/>
                  <a:pt x="102382" y="10092"/>
                  <a:pt x="102382" y="10023"/>
                </a:cubicBezTo>
                <a:close/>
                <a:moveTo>
                  <a:pt x="89351" y="10092"/>
                </a:moveTo>
                <a:lnTo>
                  <a:pt x="89351" y="10310"/>
                </a:lnTo>
                <a:cubicBezTo>
                  <a:pt x="89351" y="10235"/>
                  <a:pt x="89351" y="10235"/>
                  <a:pt x="89277" y="10167"/>
                </a:cubicBezTo>
                <a:cubicBezTo>
                  <a:pt x="89277" y="10167"/>
                  <a:pt x="89351" y="10167"/>
                  <a:pt x="89351" y="10092"/>
                </a:cubicBezTo>
                <a:close/>
                <a:moveTo>
                  <a:pt x="51188" y="9376"/>
                </a:moveTo>
                <a:lnTo>
                  <a:pt x="51406" y="10023"/>
                </a:lnTo>
                <a:cubicBezTo>
                  <a:pt x="51332" y="10023"/>
                  <a:pt x="51332" y="10092"/>
                  <a:pt x="51263" y="10167"/>
                </a:cubicBezTo>
                <a:lnTo>
                  <a:pt x="51051" y="9748"/>
                </a:lnTo>
                <a:lnTo>
                  <a:pt x="51051" y="9748"/>
                </a:lnTo>
                <a:cubicBezTo>
                  <a:pt x="51120" y="9888"/>
                  <a:pt x="51121" y="10027"/>
                  <a:pt x="51188" y="10167"/>
                </a:cubicBezTo>
                <a:lnTo>
                  <a:pt x="50976" y="10378"/>
                </a:lnTo>
                <a:lnTo>
                  <a:pt x="50976" y="10235"/>
                </a:lnTo>
                <a:cubicBezTo>
                  <a:pt x="50976" y="10092"/>
                  <a:pt x="51045" y="9949"/>
                  <a:pt x="51045" y="9737"/>
                </a:cubicBezTo>
                <a:cubicBezTo>
                  <a:pt x="51120" y="9594"/>
                  <a:pt x="51120" y="9519"/>
                  <a:pt x="51188" y="9376"/>
                </a:cubicBezTo>
                <a:close/>
                <a:moveTo>
                  <a:pt x="112617" y="10378"/>
                </a:moveTo>
                <a:cubicBezTo>
                  <a:pt x="112617" y="10378"/>
                  <a:pt x="112617" y="10378"/>
                  <a:pt x="112617" y="10378"/>
                </a:cubicBezTo>
                <a:lnTo>
                  <a:pt x="112617" y="10378"/>
                </a:lnTo>
                <a:close/>
                <a:moveTo>
                  <a:pt x="112617" y="10378"/>
                </a:moveTo>
                <a:cubicBezTo>
                  <a:pt x="112617" y="10378"/>
                  <a:pt x="112617" y="10378"/>
                  <a:pt x="112617" y="10378"/>
                </a:cubicBezTo>
                <a:lnTo>
                  <a:pt x="112617" y="10378"/>
                </a:lnTo>
                <a:close/>
                <a:moveTo>
                  <a:pt x="82621" y="10235"/>
                </a:moveTo>
                <a:cubicBezTo>
                  <a:pt x="82644" y="10302"/>
                  <a:pt x="82666" y="10366"/>
                  <a:pt x="82688" y="10429"/>
                </a:cubicBezTo>
                <a:lnTo>
                  <a:pt x="82688" y="10429"/>
                </a:lnTo>
                <a:cubicBezTo>
                  <a:pt x="82668" y="10361"/>
                  <a:pt x="82646" y="10296"/>
                  <a:pt x="82621" y="10235"/>
                </a:cubicBezTo>
                <a:close/>
                <a:moveTo>
                  <a:pt x="45031" y="8517"/>
                </a:moveTo>
                <a:cubicBezTo>
                  <a:pt x="45031" y="9164"/>
                  <a:pt x="45031" y="9806"/>
                  <a:pt x="44962" y="10453"/>
                </a:cubicBezTo>
                <a:lnTo>
                  <a:pt x="44888" y="10378"/>
                </a:lnTo>
                <a:cubicBezTo>
                  <a:pt x="44962" y="9880"/>
                  <a:pt x="44962" y="9233"/>
                  <a:pt x="45031" y="8517"/>
                </a:cubicBezTo>
                <a:close/>
                <a:moveTo>
                  <a:pt x="112044" y="6656"/>
                </a:moveTo>
                <a:cubicBezTo>
                  <a:pt x="112405" y="7372"/>
                  <a:pt x="112617" y="8231"/>
                  <a:pt x="112760" y="9164"/>
                </a:cubicBezTo>
                <a:cubicBezTo>
                  <a:pt x="112548" y="9233"/>
                  <a:pt x="112405" y="9451"/>
                  <a:pt x="112262" y="9663"/>
                </a:cubicBezTo>
                <a:cubicBezTo>
                  <a:pt x="112044" y="9880"/>
                  <a:pt x="111901" y="10167"/>
                  <a:pt x="111758" y="10453"/>
                </a:cubicBezTo>
                <a:lnTo>
                  <a:pt x="111758" y="10378"/>
                </a:lnTo>
                <a:cubicBezTo>
                  <a:pt x="111832" y="10023"/>
                  <a:pt x="111832" y="9519"/>
                  <a:pt x="111832" y="9021"/>
                </a:cubicBezTo>
                <a:cubicBezTo>
                  <a:pt x="111975" y="8878"/>
                  <a:pt x="112044" y="8735"/>
                  <a:pt x="112044" y="8735"/>
                </a:cubicBezTo>
                <a:lnTo>
                  <a:pt x="112044" y="8735"/>
                </a:lnTo>
                <a:lnTo>
                  <a:pt x="111901" y="8878"/>
                </a:lnTo>
                <a:cubicBezTo>
                  <a:pt x="111901" y="8162"/>
                  <a:pt x="111975" y="7446"/>
                  <a:pt x="112044" y="6656"/>
                </a:cubicBezTo>
                <a:close/>
                <a:moveTo>
                  <a:pt x="70021" y="10235"/>
                </a:moveTo>
                <a:lnTo>
                  <a:pt x="70021" y="10522"/>
                </a:lnTo>
                <a:cubicBezTo>
                  <a:pt x="70021" y="10453"/>
                  <a:pt x="69946" y="10453"/>
                  <a:pt x="69946" y="10453"/>
                </a:cubicBezTo>
                <a:cubicBezTo>
                  <a:pt x="69946" y="10378"/>
                  <a:pt x="70021" y="10310"/>
                  <a:pt x="70021" y="10235"/>
                </a:cubicBezTo>
                <a:close/>
                <a:moveTo>
                  <a:pt x="104885" y="10378"/>
                </a:moveTo>
                <a:lnTo>
                  <a:pt x="104885" y="10522"/>
                </a:lnTo>
                <a:cubicBezTo>
                  <a:pt x="104885" y="10522"/>
                  <a:pt x="104816" y="10522"/>
                  <a:pt x="104816" y="10453"/>
                </a:cubicBezTo>
                <a:cubicBezTo>
                  <a:pt x="104885" y="10453"/>
                  <a:pt x="104885" y="10453"/>
                  <a:pt x="104885" y="10378"/>
                </a:cubicBezTo>
                <a:close/>
                <a:moveTo>
                  <a:pt x="92713" y="10453"/>
                </a:moveTo>
                <a:cubicBezTo>
                  <a:pt x="92729" y="10487"/>
                  <a:pt x="92743" y="10521"/>
                  <a:pt x="92758" y="10554"/>
                </a:cubicBezTo>
                <a:lnTo>
                  <a:pt x="92758" y="10554"/>
                </a:lnTo>
                <a:cubicBezTo>
                  <a:pt x="92745" y="10520"/>
                  <a:pt x="92730" y="10486"/>
                  <a:pt x="92713" y="10453"/>
                </a:cubicBezTo>
                <a:close/>
                <a:moveTo>
                  <a:pt x="110687" y="9949"/>
                </a:moveTo>
                <a:cubicBezTo>
                  <a:pt x="110687" y="10023"/>
                  <a:pt x="110612" y="10167"/>
                  <a:pt x="110612" y="10235"/>
                </a:cubicBezTo>
                <a:cubicBezTo>
                  <a:pt x="110543" y="10378"/>
                  <a:pt x="110469" y="10453"/>
                  <a:pt x="110400" y="10596"/>
                </a:cubicBezTo>
                <a:cubicBezTo>
                  <a:pt x="110469" y="10378"/>
                  <a:pt x="110612" y="10167"/>
                  <a:pt x="110687" y="9949"/>
                </a:cubicBezTo>
                <a:close/>
                <a:moveTo>
                  <a:pt x="54270" y="10092"/>
                </a:moveTo>
                <a:cubicBezTo>
                  <a:pt x="54339" y="10235"/>
                  <a:pt x="54413" y="10378"/>
                  <a:pt x="54413" y="10522"/>
                </a:cubicBezTo>
                <a:lnTo>
                  <a:pt x="54270" y="10665"/>
                </a:lnTo>
                <a:lnTo>
                  <a:pt x="54270" y="10092"/>
                </a:lnTo>
                <a:close/>
                <a:moveTo>
                  <a:pt x="67512" y="9594"/>
                </a:moveTo>
                <a:cubicBezTo>
                  <a:pt x="67655" y="9880"/>
                  <a:pt x="67655" y="10092"/>
                  <a:pt x="67730" y="10378"/>
                </a:cubicBezTo>
                <a:cubicBezTo>
                  <a:pt x="67730" y="10453"/>
                  <a:pt x="67655" y="10522"/>
                  <a:pt x="67655" y="10665"/>
                </a:cubicBezTo>
                <a:cubicBezTo>
                  <a:pt x="67586" y="10522"/>
                  <a:pt x="67586" y="10378"/>
                  <a:pt x="67512" y="10167"/>
                </a:cubicBezTo>
                <a:lnTo>
                  <a:pt x="67512" y="9594"/>
                </a:lnTo>
                <a:close/>
                <a:moveTo>
                  <a:pt x="87272" y="10522"/>
                </a:moveTo>
                <a:cubicBezTo>
                  <a:pt x="87272" y="10596"/>
                  <a:pt x="87272" y="10665"/>
                  <a:pt x="87347" y="10665"/>
                </a:cubicBezTo>
                <a:cubicBezTo>
                  <a:pt x="87347" y="10596"/>
                  <a:pt x="87272" y="10522"/>
                  <a:pt x="87272" y="10522"/>
                </a:cubicBezTo>
                <a:close/>
                <a:moveTo>
                  <a:pt x="104598" y="10310"/>
                </a:moveTo>
                <a:lnTo>
                  <a:pt x="104598" y="10453"/>
                </a:lnTo>
                <a:cubicBezTo>
                  <a:pt x="104598" y="10453"/>
                  <a:pt x="104598" y="10522"/>
                  <a:pt x="104530" y="10596"/>
                </a:cubicBezTo>
                <a:lnTo>
                  <a:pt x="104455" y="10665"/>
                </a:lnTo>
                <a:cubicBezTo>
                  <a:pt x="104530" y="10596"/>
                  <a:pt x="104530" y="10453"/>
                  <a:pt x="104598" y="10310"/>
                </a:cubicBezTo>
                <a:close/>
                <a:moveTo>
                  <a:pt x="112760" y="9233"/>
                </a:moveTo>
                <a:cubicBezTo>
                  <a:pt x="112760" y="9376"/>
                  <a:pt x="112835" y="9519"/>
                  <a:pt x="112835" y="9737"/>
                </a:cubicBezTo>
                <a:cubicBezTo>
                  <a:pt x="112835" y="9949"/>
                  <a:pt x="112760" y="10167"/>
                  <a:pt x="112760" y="10378"/>
                </a:cubicBezTo>
                <a:cubicBezTo>
                  <a:pt x="112691" y="10453"/>
                  <a:pt x="112691" y="10522"/>
                  <a:pt x="112617" y="10596"/>
                </a:cubicBezTo>
                <a:lnTo>
                  <a:pt x="112617" y="10378"/>
                </a:lnTo>
                <a:cubicBezTo>
                  <a:pt x="112617" y="10453"/>
                  <a:pt x="112548" y="10596"/>
                  <a:pt x="112474" y="10665"/>
                </a:cubicBezTo>
                <a:cubicBezTo>
                  <a:pt x="112474" y="10596"/>
                  <a:pt x="112405" y="10596"/>
                  <a:pt x="112405" y="10522"/>
                </a:cubicBezTo>
                <a:cubicBezTo>
                  <a:pt x="112474" y="10092"/>
                  <a:pt x="112617" y="9663"/>
                  <a:pt x="112760" y="9233"/>
                </a:cubicBezTo>
                <a:close/>
                <a:moveTo>
                  <a:pt x="40020" y="8660"/>
                </a:moveTo>
                <a:cubicBezTo>
                  <a:pt x="40094" y="8947"/>
                  <a:pt x="40163" y="9233"/>
                  <a:pt x="40163" y="9594"/>
                </a:cubicBezTo>
                <a:cubicBezTo>
                  <a:pt x="40094" y="9949"/>
                  <a:pt x="40094" y="10310"/>
                  <a:pt x="40020" y="10665"/>
                </a:cubicBezTo>
                <a:cubicBezTo>
                  <a:pt x="40020" y="10739"/>
                  <a:pt x="39951" y="10739"/>
                  <a:pt x="39951" y="10739"/>
                </a:cubicBezTo>
                <a:cubicBezTo>
                  <a:pt x="39951" y="10665"/>
                  <a:pt x="39876" y="10522"/>
                  <a:pt x="39876" y="10378"/>
                </a:cubicBezTo>
                <a:cubicBezTo>
                  <a:pt x="39950" y="9886"/>
                  <a:pt x="39951" y="9322"/>
                  <a:pt x="40017" y="8756"/>
                </a:cubicBezTo>
                <a:lnTo>
                  <a:pt x="40017" y="8756"/>
                </a:lnTo>
                <a:cubicBezTo>
                  <a:pt x="40005" y="8804"/>
                  <a:pt x="39951" y="8812"/>
                  <a:pt x="39951" y="8877"/>
                </a:cubicBezTo>
                <a:lnTo>
                  <a:pt x="39951" y="8877"/>
                </a:lnTo>
                <a:cubicBezTo>
                  <a:pt x="39951" y="8803"/>
                  <a:pt x="40020" y="8734"/>
                  <a:pt x="40020" y="8660"/>
                </a:cubicBezTo>
                <a:close/>
                <a:moveTo>
                  <a:pt x="47683" y="10310"/>
                </a:moveTo>
                <a:lnTo>
                  <a:pt x="47683" y="10808"/>
                </a:lnTo>
                <a:lnTo>
                  <a:pt x="47609" y="10808"/>
                </a:lnTo>
                <a:lnTo>
                  <a:pt x="47609" y="10739"/>
                </a:lnTo>
                <a:cubicBezTo>
                  <a:pt x="47609" y="10596"/>
                  <a:pt x="47683" y="10453"/>
                  <a:pt x="47683" y="10310"/>
                </a:cubicBezTo>
                <a:close/>
                <a:moveTo>
                  <a:pt x="107680" y="10092"/>
                </a:moveTo>
                <a:lnTo>
                  <a:pt x="107680" y="10378"/>
                </a:lnTo>
                <a:cubicBezTo>
                  <a:pt x="107680" y="10453"/>
                  <a:pt x="107680" y="10522"/>
                  <a:pt x="107748" y="10596"/>
                </a:cubicBezTo>
                <a:cubicBezTo>
                  <a:pt x="107680" y="10665"/>
                  <a:pt x="107605" y="10739"/>
                  <a:pt x="107605" y="10808"/>
                </a:cubicBezTo>
                <a:cubicBezTo>
                  <a:pt x="107605" y="10596"/>
                  <a:pt x="107605" y="10378"/>
                  <a:pt x="107680" y="10092"/>
                </a:cubicBezTo>
                <a:close/>
                <a:moveTo>
                  <a:pt x="22550" y="9376"/>
                </a:moveTo>
                <a:cubicBezTo>
                  <a:pt x="22550" y="9880"/>
                  <a:pt x="22550" y="10378"/>
                  <a:pt x="22482" y="10883"/>
                </a:cubicBezTo>
                <a:cubicBezTo>
                  <a:pt x="22482" y="10739"/>
                  <a:pt x="22482" y="10665"/>
                  <a:pt x="22407" y="10522"/>
                </a:cubicBezTo>
                <a:cubicBezTo>
                  <a:pt x="22407" y="10378"/>
                  <a:pt x="22482" y="10235"/>
                  <a:pt x="22482" y="10167"/>
                </a:cubicBezTo>
                <a:cubicBezTo>
                  <a:pt x="22482" y="9880"/>
                  <a:pt x="22482" y="9663"/>
                  <a:pt x="22550" y="9376"/>
                </a:cubicBezTo>
                <a:close/>
                <a:moveTo>
                  <a:pt x="51406" y="10092"/>
                </a:moveTo>
                <a:cubicBezTo>
                  <a:pt x="51475" y="10310"/>
                  <a:pt x="51475" y="10453"/>
                  <a:pt x="51549" y="10665"/>
                </a:cubicBezTo>
                <a:cubicBezTo>
                  <a:pt x="51475" y="10739"/>
                  <a:pt x="51475" y="10808"/>
                  <a:pt x="51475" y="10883"/>
                </a:cubicBezTo>
                <a:cubicBezTo>
                  <a:pt x="51406" y="10665"/>
                  <a:pt x="51332" y="10522"/>
                  <a:pt x="51263" y="10310"/>
                </a:cubicBezTo>
                <a:cubicBezTo>
                  <a:pt x="51332" y="10167"/>
                  <a:pt x="51406" y="10167"/>
                  <a:pt x="51406" y="10092"/>
                </a:cubicBezTo>
                <a:close/>
                <a:moveTo>
                  <a:pt x="51618" y="10808"/>
                </a:moveTo>
                <a:lnTo>
                  <a:pt x="51618" y="10883"/>
                </a:lnTo>
                <a:lnTo>
                  <a:pt x="51549" y="10883"/>
                </a:lnTo>
                <a:lnTo>
                  <a:pt x="51549" y="10808"/>
                </a:lnTo>
                <a:close/>
                <a:moveTo>
                  <a:pt x="112405" y="10596"/>
                </a:moveTo>
                <a:cubicBezTo>
                  <a:pt x="112405" y="10596"/>
                  <a:pt x="112405" y="10665"/>
                  <a:pt x="112474" y="10739"/>
                </a:cubicBezTo>
                <a:cubicBezTo>
                  <a:pt x="112474" y="10808"/>
                  <a:pt x="112405" y="10808"/>
                  <a:pt x="112405" y="10883"/>
                </a:cubicBezTo>
                <a:cubicBezTo>
                  <a:pt x="112405" y="10808"/>
                  <a:pt x="112330" y="10739"/>
                  <a:pt x="112330" y="10665"/>
                </a:cubicBezTo>
                <a:cubicBezTo>
                  <a:pt x="112330" y="10665"/>
                  <a:pt x="112330" y="10596"/>
                  <a:pt x="112405" y="10596"/>
                </a:cubicBezTo>
                <a:close/>
                <a:moveTo>
                  <a:pt x="97582" y="10883"/>
                </a:moveTo>
                <a:lnTo>
                  <a:pt x="97582" y="10951"/>
                </a:lnTo>
                <a:cubicBezTo>
                  <a:pt x="97582" y="10883"/>
                  <a:pt x="97582" y="10883"/>
                  <a:pt x="97513" y="10883"/>
                </a:cubicBezTo>
                <a:close/>
                <a:moveTo>
                  <a:pt x="101379" y="10522"/>
                </a:moveTo>
                <a:cubicBezTo>
                  <a:pt x="101379" y="10596"/>
                  <a:pt x="101448" y="10665"/>
                  <a:pt x="101448" y="10808"/>
                </a:cubicBezTo>
                <a:lnTo>
                  <a:pt x="101305" y="10951"/>
                </a:lnTo>
                <a:cubicBezTo>
                  <a:pt x="101305" y="10883"/>
                  <a:pt x="101305" y="10808"/>
                  <a:pt x="101236" y="10739"/>
                </a:cubicBezTo>
                <a:cubicBezTo>
                  <a:pt x="101305" y="10665"/>
                  <a:pt x="101305" y="10596"/>
                  <a:pt x="101379" y="10522"/>
                </a:cubicBezTo>
                <a:close/>
                <a:moveTo>
                  <a:pt x="106677" y="10665"/>
                </a:moveTo>
                <a:lnTo>
                  <a:pt x="106677" y="10808"/>
                </a:lnTo>
                <a:lnTo>
                  <a:pt x="106677" y="10951"/>
                </a:lnTo>
                <a:cubicBezTo>
                  <a:pt x="106677" y="10883"/>
                  <a:pt x="106603" y="10883"/>
                  <a:pt x="106603" y="10808"/>
                </a:cubicBezTo>
                <a:cubicBezTo>
                  <a:pt x="106677" y="10739"/>
                  <a:pt x="106677" y="10739"/>
                  <a:pt x="106677" y="10665"/>
                </a:cubicBezTo>
                <a:close/>
                <a:moveTo>
                  <a:pt x="26491" y="10378"/>
                </a:moveTo>
                <a:lnTo>
                  <a:pt x="26491" y="10378"/>
                </a:lnTo>
                <a:cubicBezTo>
                  <a:pt x="26560" y="10522"/>
                  <a:pt x="26560" y="10596"/>
                  <a:pt x="26560" y="10739"/>
                </a:cubicBezTo>
                <a:lnTo>
                  <a:pt x="26560" y="11026"/>
                </a:lnTo>
                <a:cubicBezTo>
                  <a:pt x="26560" y="10808"/>
                  <a:pt x="26491" y="10596"/>
                  <a:pt x="26491" y="10378"/>
                </a:cubicBezTo>
                <a:close/>
                <a:moveTo>
                  <a:pt x="52552" y="10310"/>
                </a:moveTo>
                <a:lnTo>
                  <a:pt x="52552" y="10453"/>
                </a:lnTo>
                <a:cubicBezTo>
                  <a:pt x="52552" y="10596"/>
                  <a:pt x="52477" y="10739"/>
                  <a:pt x="52477" y="10883"/>
                </a:cubicBezTo>
                <a:cubicBezTo>
                  <a:pt x="52477" y="10883"/>
                  <a:pt x="52408" y="10951"/>
                  <a:pt x="52408" y="11026"/>
                </a:cubicBezTo>
                <a:cubicBezTo>
                  <a:pt x="52334" y="10951"/>
                  <a:pt x="52334" y="10883"/>
                  <a:pt x="52265" y="10808"/>
                </a:cubicBezTo>
                <a:cubicBezTo>
                  <a:pt x="52334" y="10665"/>
                  <a:pt x="52477" y="10453"/>
                  <a:pt x="52552" y="10310"/>
                </a:cubicBezTo>
                <a:close/>
                <a:moveTo>
                  <a:pt x="37660" y="9880"/>
                </a:moveTo>
                <a:cubicBezTo>
                  <a:pt x="37660" y="10310"/>
                  <a:pt x="37585" y="10739"/>
                  <a:pt x="37517" y="11094"/>
                </a:cubicBezTo>
                <a:cubicBezTo>
                  <a:pt x="37517" y="10951"/>
                  <a:pt x="37442" y="10808"/>
                  <a:pt x="37373" y="10596"/>
                </a:cubicBezTo>
                <a:lnTo>
                  <a:pt x="37373" y="10453"/>
                </a:lnTo>
                <a:cubicBezTo>
                  <a:pt x="37585" y="10092"/>
                  <a:pt x="37585" y="10023"/>
                  <a:pt x="37660" y="9880"/>
                </a:cubicBezTo>
                <a:close/>
                <a:moveTo>
                  <a:pt x="40020" y="10808"/>
                </a:moveTo>
                <a:cubicBezTo>
                  <a:pt x="39951" y="10883"/>
                  <a:pt x="39951" y="11026"/>
                  <a:pt x="39951" y="11094"/>
                </a:cubicBezTo>
                <a:lnTo>
                  <a:pt x="39951" y="10883"/>
                </a:lnTo>
                <a:lnTo>
                  <a:pt x="40020" y="10808"/>
                </a:lnTo>
                <a:close/>
                <a:moveTo>
                  <a:pt x="55845" y="10808"/>
                </a:moveTo>
                <a:lnTo>
                  <a:pt x="55845" y="10951"/>
                </a:lnTo>
                <a:cubicBezTo>
                  <a:pt x="55845" y="11026"/>
                  <a:pt x="55845" y="11026"/>
                  <a:pt x="55770" y="11094"/>
                </a:cubicBezTo>
                <a:lnTo>
                  <a:pt x="55770" y="11026"/>
                </a:lnTo>
                <a:cubicBezTo>
                  <a:pt x="55770" y="10951"/>
                  <a:pt x="55845" y="10883"/>
                  <a:pt x="55845" y="10808"/>
                </a:cubicBezTo>
                <a:close/>
                <a:moveTo>
                  <a:pt x="58566" y="10596"/>
                </a:moveTo>
                <a:cubicBezTo>
                  <a:pt x="58566" y="10739"/>
                  <a:pt x="58565" y="10883"/>
                  <a:pt x="58491" y="11094"/>
                </a:cubicBezTo>
                <a:cubicBezTo>
                  <a:pt x="58491" y="11026"/>
                  <a:pt x="58491" y="10951"/>
                  <a:pt x="58422" y="10883"/>
                </a:cubicBezTo>
                <a:cubicBezTo>
                  <a:pt x="58491" y="10808"/>
                  <a:pt x="58565" y="10665"/>
                  <a:pt x="58566" y="10596"/>
                </a:cubicBezTo>
                <a:close/>
                <a:moveTo>
                  <a:pt x="51188" y="10453"/>
                </a:moveTo>
                <a:cubicBezTo>
                  <a:pt x="51263" y="10665"/>
                  <a:pt x="51263" y="10883"/>
                  <a:pt x="51263" y="11094"/>
                </a:cubicBezTo>
                <a:lnTo>
                  <a:pt x="51263" y="11169"/>
                </a:lnTo>
                <a:cubicBezTo>
                  <a:pt x="51188" y="11026"/>
                  <a:pt x="51120" y="10883"/>
                  <a:pt x="51120" y="10665"/>
                </a:cubicBezTo>
                <a:cubicBezTo>
                  <a:pt x="51120" y="10596"/>
                  <a:pt x="51188" y="10522"/>
                  <a:pt x="51188" y="10453"/>
                </a:cubicBezTo>
                <a:close/>
                <a:moveTo>
                  <a:pt x="98566" y="8591"/>
                </a:moveTo>
                <a:cubicBezTo>
                  <a:pt x="98357" y="9158"/>
                  <a:pt x="98186" y="10018"/>
                  <a:pt x="98011" y="10883"/>
                </a:cubicBezTo>
                <a:cubicBezTo>
                  <a:pt x="97943" y="10951"/>
                  <a:pt x="97943" y="11026"/>
                  <a:pt x="97868" y="11094"/>
                </a:cubicBezTo>
                <a:lnTo>
                  <a:pt x="97868" y="11169"/>
                </a:lnTo>
                <a:cubicBezTo>
                  <a:pt x="97800" y="11169"/>
                  <a:pt x="97800" y="11169"/>
                  <a:pt x="97800" y="11094"/>
                </a:cubicBezTo>
                <a:cubicBezTo>
                  <a:pt x="97800" y="10808"/>
                  <a:pt x="97868" y="10522"/>
                  <a:pt x="97868" y="10235"/>
                </a:cubicBezTo>
                <a:lnTo>
                  <a:pt x="97868" y="10235"/>
                </a:lnTo>
                <a:cubicBezTo>
                  <a:pt x="97800" y="10378"/>
                  <a:pt x="97656" y="10596"/>
                  <a:pt x="97582" y="10808"/>
                </a:cubicBezTo>
                <a:cubicBezTo>
                  <a:pt x="97800" y="10167"/>
                  <a:pt x="98155" y="9519"/>
                  <a:pt x="98372" y="8947"/>
                </a:cubicBezTo>
                <a:cubicBezTo>
                  <a:pt x="98446" y="8818"/>
                  <a:pt x="98511" y="8698"/>
                  <a:pt x="98566" y="8591"/>
                </a:cubicBezTo>
                <a:close/>
                <a:moveTo>
                  <a:pt x="106534" y="10883"/>
                </a:moveTo>
                <a:lnTo>
                  <a:pt x="106603" y="10951"/>
                </a:lnTo>
                <a:lnTo>
                  <a:pt x="106603" y="11094"/>
                </a:lnTo>
                <a:lnTo>
                  <a:pt x="106534" y="11169"/>
                </a:lnTo>
                <a:lnTo>
                  <a:pt x="106534" y="11094"/>
                </a:lnTo>
                <a:cubicBezTo>
                  <a:pt x="106534" y="11094"/>
                  <a:pt x="106603" y="11026"/>
                  <a:pt x="106603" y="10951"/>
                </a:cubicBezTo>
                <a:lnTo>
                  <a:pt x="106603" y="10951"/>
                </a:lnTo>
                <a:cubicBezTo>
                  <a:pt x="106603" y="10951"/>
                  <a:pt x="106534" y="11026"/>
                  <a:pt x="106460" y="11026"/>
                </a:cubicBezTo>
                <a:cubicBezTo>
                  <a:pt x="106534" y="11026"/>
                  <a:pt x="106534" y="10951"/>
                  <a:pt x="106534" y="10883"/>
                </a:cubicBezTo>
                <a:close/>
                <a:moveTo>
                  <a:pt x="102095" y="10596"/>
                </a:moveTo>
                <a:lnTo>
                  <a:pt x="102095" y="11094"/>
                </a:lnTo>
                <a:lnTo>
                  <a:pt x="101952" y="11238"/>
                </a:lnTo>
                <a:cubicBezTo>
                  <a:pt x="101952" y="11169"/>
                  <a:pt x="101878" y="11094"/>
                  <a:pt x="101878" y="11026"/>
                </a:cubicBezTo>
                <a:lnTo>
                  <a:pt x="102095" y="10596"/>
                </a:lnTo>
                <a:close/>
                <a:moveTo>
                  <a:pt x="87988" y="11238"/>
                </a:moveTo>
                <a:cubicBezTo>
                  <a:pt x="87988" y="11238"/>
                  <a:pt x="87988" y="11238"/>
                  <a:pt x="87988" y="11238"/>
                </a:cubicBezTo>
                <a:lnTo>
                  <a:pt x="87988" y="11238"/>
                </a:lnTo>
                <a:close/>
                <a:moveTo>
                  <a:pt x="78898" y="10739"/>
                </a:moveTo>
                <a:cubicBezTo>
                  <a:pt x="78898" y="10808"/>
                  <a:pt x="78967" y="10883"/>
                  <a:pt x="78967" y="10883"/>
                </a:cubicBezTo>
                <a:cubicBezTo>
                  <a:pt x="78898" y="11026"/>
                  <a:pt x="78824" y="11094"/>
                  <a:pt x="78824" y="11238"/>
                </a:cubicBezTo>
                <a:lnTo>
                  <a:pt x="78824" y="11312"/>
                </a:lnTo>
                <a:cubicBezTo>
                  <a:pt x="78755" y="11238"/>
                  <a:pt x="78755" y="11169"/>
                  <a:pt x="78755" y="11094"/>
                </a:cubicBezTo>
                <a:cubicBezTo>
                  <a:pt x="78824" y="11026"/>
                  <a:pt x="78824" y="10883"/>
                  <a:pt x="78898" y="10739"/>
                </a:cubicBezTo>
                <a:close/>
                <a:moveTo>
                  <a:pt x="104741" y="10739"/>
                </a:moveTo>
                <a:lnTo>
                  <a:pt x="104741" y="10883"/>
                </a:lnTo>
                <a:lnTo>
                  <a:pt x="104741" y="11169"/>
                </a:lnTo>
                <a:cubicBezTo>
                  <a:pt x="104673" y="11238"/>
                  <a:pt x="104598" y="11238"/>
                  <a:pt x="104598" y="11312"/>
                </a:cubicBezTo>
                <a:lnTo>
                  <a:pt x="104598" y="10883"/>
                </a:lnTo>
                <a:cubicBezTo>
                  <a:pt x="104673" y="10808"/>
                  <a:pt x="104673" y="10739"/>
                  <a:pt x="104741" y="10739"/>
                </a:cubicBezTo>
                <a:close/>
                <a:moveTo>
                  <a:pt x="106460" y="11169"/>
                </a:moveTo>
                <a:lnTo>
                  <a:pt x="106460" y="11238"/>
                </a:lnTo>
                <a:lnTo>
                  <a:pt x="106391" y="11312"/>
                </a:lnTo>
                <a:cubicBezTo>
                  <a:pt x="106460" y="11238"/>
                  <a:pt x="106460" y="11238"/>
                  <a:pt x="106460" y="11169"/>
                </a:cubicBezTo>
                <a:close/>
                <a:moveTo>
                  <a:pt x="108539" y="10092"/>
                </a:moveTo>
                <a:cubicBezTo>
                  <a:pt x="108608" y="10092"/>
                  <a:pt x="108608" y="10167"/>
                  <a:pt x="108608" y="10167"/>
                </a:cubicBezTo>
                <a:lnTo>
                  <a:pt x="108608" y="11312"/>
                </a:lnTo>
                <a:cubicBezTo>
                  <a:pt x="108539" y="11094"/>
                  <a:pt x="108396" y="10883"/>
                  <a:pt x="108321" y="10596"/>
                </a:cubicBezTo>
                <a:cubicBezTo>
                  <a:pt x="108396" y="10378"/>
                  <a:pt x="108464" y="10235"/>
                  <a:pt x="108539" y="10092"/>
                </a:cubicBezTo>
                <a:close/>
                <a:moveTo>
                  <a:pt x="53983" y="9307"/>
                </a:moveTo>
                <a:lnTo>
                  <a:pt x="54052" y="9376"/>
                </a:lnTo>
                <a:cubicBezTo>
                  <a:pt x="53909" y="9949"/>
                  <a:pt x="53766" y="10665"/>
                  <a:pt x="53623" y="11381"/>
                </a:cubicBezTo>
                <a:cubicBezTo>
                  <a:pt x="53623" y="10883"/>
                  <a:pt x="53697" y="10378"/>
                  <a:pt x="53766" y="9806"/>
                </a:cubicBezTo>
                <a:cubicBezTo>
                  <a:pt x="53909" y="9451"/>
                  <a:pt x="53909" y="9451"/>
                  <a:pt x="53983" y="9307"/>
                </a:cubicBezTo>
                <a:close/>
                <a:moveTo>
                  <a:pt x="61000" y="11169"/>
                </a:moveTo>
                <a:lnTo>
                  <a:pt x="61000" y="11238"/>
                </a:lnTo>
                <a:lnTo>
                  <a:pt x="60857" y="11381"/>
                </a:lnTo>
                <a:cubicBezTo>
                  <a:pt x="60925" y="11312"/>
                  <a:pt x="60925" y="11238"/>
                  <a:pt x="61000" y="11169"/>
                </a:cubicBezTo>
                <a:close/>
                <a:moveTo>
                  <a:pt x="67873" y="10883"/>
                </a:moveTo>
                <a:cubicBezTo>
                  <a:pt x="67873" y="10951"/>
                  <a:pt x="67942" y="11094"/>
                  <a:pt x="67942" y="11238"/>
                </a:cubicBezTo>
                <a:cubicBezTo>
                  <a:pt x="67942" y="11238"/>
                  <a:pt x="67873" y="11312"/>
                  <a:pt x="67873" y="11381"/>
                </a:cubicBezTo>
                <a:lnTo>
                  <a:pt x="67873" y="11169"/>
                </a:lnTo>
                <a:lnTo>
                  <a:pt x="67873" y="10883"/>
                </a:lnTo>
                <a:close/>
                <a:moveTo>
                  <a:pt x="89134" y="10522"/>
                </a:moveTo>
                <a:cubicBezTo>
                  <a:pt x="89134" y="10596"/>
                  <a:pt x="89134" y="10665"/>
                  <a:pt x="89208" y="10739"/>
                </a:cubicBezTo>
                <a:cubicBezTo>
                  <a:pt x="89065" y="10883"/>
                  <a:pt x="88991" y="11094"/>
                  <a:pt x="88922" y="11381"/>
                </a:cubicBezTo>
                <a:cubicBezTo>
                  <a:pt x="88922" y="11312"/>
                  <a:pt x="88847" y="11238"/>
                  <a:pt x="88847" y="11169"/>
                </a:cubicBezTo>
                <a:lnTo>
                  <a:pt x="88847" y="11026"/>
                </a:lnTo>
                <a:cubicBezTo>
                  <a:pt x="88991" y="10739"/>
                  <a:pt x="89065" y="10665"/>
                  <a:pt x="89134" y="10522"/>
                </a:cubicBezTo>
                <a:close/>
                <a:moveTo>
                  <a:pt x="70519" y="9663"/>
                </a:moveTo>
                <a:cubicBezTo>
                  <a:pt x="70593" y="9806"/>
                  <a:pt x="70593" y="9949"/>
                  <a:pt x="70662" y="10092"/>
                </a:cubicBezTo>
                <a:cubicBezTo>
                  <a:pt x="70737" y="10453"/>
                  <a:pt x="70737" y="10808"/>
                  <a:pt x="70737" y="11094"/>
                </a:cubicBezTo>
                <a:cubicBezTo>
                  <a:pt x="70662" y="11238"/>
                  <a:pt x="70519" y="11381"/>
                  <a:pt x="70450" y="11455"/>
                </a:cubicBezTo>
                <a:cubicBezTo>
                  <a:pt x="70450" y="10951"/>
                  <a:pt x="70519" y="10378"/>
                  <a:pt x="70519" y="9663"/>
                </a:cubicBezTo>
                <a:close/>
                <a:moveTo>
                  <a:pt x="59923" y="9806"/>
                </a:moveTo>
                <a:cubicBezTo>
                  <a:pt x="60066" y="10235"/>
                  <a:pt x="60209" y="10665"/>
                  <a:pt x="60284" y="11026"/>
                </a:cubicBezTo>
                <a:cubicBezTo>
                  <a:pt x="60209" y="11094"/>
                  <a:pt x="60209" y="11238"/>
                  <a:pt x="60141" y="11312"/>
                </a:cubicBezTo>
                <a:cubicBezTo>
                  <a:pt x="60141" y="11094"/>
                  <a:pt x="60141" y="10951"/>
                  <a:pt x="60209" y="10739"/>
                </a:cubicBezTo>
                <a:lnTo>
                  <a:pt x="60209" y="10739"/>
                </a:lnTo>
                <a:cubicBezTo>
                  <a:pt x="60141" y="10883"/>
                  <a:pt x="60066" y="10951"/>
                  <a:pt x="59997" y="11094"/>
                </a:cubicBezTo>
                <a:lnTo>
                  <a:pt x="59923" y="11026"/>
                </a:lnTo>
                <a:lnTo>
                  <a:pt x="59923" y="11026"/>
                </a:lnTo>
                <a:cubicBezTo>
                  <a:pt x="59923" y="11094"/>
                  <a:pt x="59923" y="11169"/>
                  <a:pt x="59997" y="11238"/>
                </a:cubicBezTo>
                <a:cubicBezTo>
                  <a:pt x="59923" y="11312"/>
                  <a:pt x="59854" y="11381"/>
                  <a:pt x="59854" y="11524"/>
                </a:cubicBezTo>
                <a:cubicBezTo>
                  <a:pt x="59854" y="11238"/>
                  <a:pt x="59923" y="11026"/>
                  <a:pt x="59923" y="10808"/>
                </a:cubicBezTo>
                <a:lnTo>
                  <a:pt x="59923" y="10808"/>
                </a:lnTo>
                <a:cubicBezTo>
                  <a:pt x="59780" y="10951"/>
                  <a:pt x="59711" y="11169"/>
                  <a:pt x="59637" y="11381"/>
                </a:cubicBezTo>
                <a:lnTo>
                  <a:pt x="59425" y="10951"/>
                </a:lnTo>
                <a:cubicBezTo>
                  <a:pt x="59568" y="10596"/>
                  <a:pt x="59780" y="10167"/>
                  <a:pt x="59923" y="9806"/>
                </a:cubicBezTo>
                <a:close/>
                <a:moveTo>
                  <a:pt x="67512" y="10235"/>
                </a:moveTo>
                <a:cubicBezTo>
                  <a:pt x="67512" y="10378"/>
                  <a:pt x="67586" y="10596"/>
                  <a:pt x="67586" y="10739"/>
                </a:cubicBezTo>
                <a:cubicBezTo>
                  <a:pt x="67512" y="10951"/>
                  <a:pt x="67443" y="11238"/>
                  <a:pt x="67369" y="11524"/>
                </a:cubicBezTo>
                <a:cubicBezTo>
                  <a:pt x="67443" y="11094"/>
                  <a:pt x="67443" y="10665"/>
                  <a:pt x="67512" y="10235"/>
                </a:cubicBezTo>
                <a:close/>
                <a:moveTo>
                  <a:pt x="88847" y="11238"/>
                </a:moveTo>
                <a:cubicBezTo>
                  <a:pt x="88847" y="11312"/>
                  <a:pt x="88922" y="11381"/>
                  <a:pt x="88922" y="11455"/>
                </a:cubicBezTo>
                <a:lnTo>
                  <a:pt x="88922" y="11524"/>
                </a:lnTo>
                <a:cubicBezTo>
                  <a:pt x="88847" y="11455"/>
                  <a:pt x="88847" y="11381"/>
                  <a:pt x="88847" y="11312"/>
                </a:cubicBezTo>
                <a:lnTo>
                  <a:pt x="88847" y="11238"/>
                </a:lnTo>
                <a:close/>
                <a:moveTo>
                  <a:pt x="89277" y="11312"/>
                </a:moveTo>
                <a:lnTo>
                  <a:pt x="89351" y="11381"/>
                </a:lnTo>
                <a:cubicBezTo>
                  <a:pt x="89277" y="11455"/>
                  <a:pt x="89277" y="11455"/>
                  <a:pt x="89277" y="11524"/>
                </a:cubicBezTo>
                <a:lnTo>
                  <a:pt x="89277" y="11312"/>
                </a:lnTo>
                <a:close/>
                <a:moveTo>
                  <a:pt x="98945" y="10596"/>
                </a:moveTo>
                <a:cubicBezTo>
                  <a:pt x="99014" y="10739"/>
                  <a:pt x="99014" y="10951"/>
                  <a:pt x="99014" y="11094"/>
                </a:cubicBezTo>
                <a:cubicBezTo>
                  <a:pt x="98883" y="11225"/>
                  <a:pt x="98752" y="11356"/>
                  <a:pt x="98513" y="11543"/>
                </a:cubicBezTo>
                <a:lnTo>
                  <a:pt x="98513" y="11543"/>
                </a:lnTo>
                <a:cubicBezTo>
                  <a:pt x="98516" y="11532"/>
                  <a:pt x="98516" y="11524"/>
                  <a:pt x="98516" y="11524"/>
                </a:cubicBezTo>
                <a:lnTo>
                  <a:pt x="98516" y="11455"/>
                </a:lnTo>
                <a:cubicBezTo>
                  <a:pt x="98659" y="11094"/>
                  <a:pt x="98802" y="10883"/>
                  <a:pt x="98945" y="10596"/>
                </a:cubicBezTo>
                <a:close/>
                <a:moveTo>
                  <a:pt x="85554" y="11455"/>
                </a:moveTo>
                <a:cubicBezTo>
                  <a:pt x="85554" y="11524"/>
                  <a:pt x="85628" y="11598"/>
                  <a:pt x="85628" y="11598"/>
                </a:cubicBezTo>
                <a:cubicBezTo>
                  <a:pt x="85628" y="11524"/>
                  <a:pt x="85628" y="11455"/>
                  <a:pt x="85554" y="11455"/>
                </a:cubicBezTo>
                <a:close/>
                <a:moveTo>
                  <a:pt x="102737" y="10883"/>
                </a:moveTo>
                <a:cubicBezTo>
                  <a:pt x="102737" y="11026"/>
                  <a:pt x="102811" y="11094"/>
                  <a:pt x="102811" y="11238"/>
                </a:cubicBezTo>
                <a:cubicBezTo>
                  <a:pt x="102811" y="11312"/>
                  <a:pt x="102811" y="11455"/>
                  <a:pt x="102737" y="11598"/>
                </a:cubicBezTo>
                <a:cubicBezTo>
                  <a:pt x="102737" y="11524"/>
                  <a:pt x="102668" y="11455"/>
                  <a:pt x="102668" y="11381"/>
                </a:cubicBezTo>
                <a:lnTo>
                  <a:pt x="102668" y="11094"/>
                </a:lnTo>
                <a:lnTo>
                  <a:pt x="102668" y="11026"/>
                </a:lnTo>
                <a:cubicBezTo>
                  <a:pt x="102668" y="10951"/>
                  <a:pt x="102737" y="10951"/>
                  <a:pt x="102737" y="10883"/>
                </a:cubicBezTo>
                <a:close/>
                <a:moveTo>
                  <a:pt x="59425" y="11598"/>
                </a:moveTo>
                <a:cubicBezTo>
                  <a:pt x="59425" y="11599"/>
                  <a:pt x="59425" y="11651"/>
                  <a:pt x="59471" y="11664"/>
                </a:cubicBezTo>
                <a:lnTo>
                  <a:pt x="59471" y="11664"/>
                </a:lnTo>
                <a:cubicBezTo>
                  <a:pt x="59461" y="11642"/>
                  <a:pt x="59446" y="11620"/>
                  <a:pt x="59425" y="11598"/>
                </a:cubicBezTo>
                <a:close/>
                <a:moveTo>
                  <a:pt x="76819" y="11238"/>
                </a:moveTo>
                <a:cubicBezTo>
                  <a:pt x="76819" y="11381"/>
                  <a:pt x="76751" y="11524"/>
                  <a:pt x="76751" y="11667"/>
                </a:cubicBezTo>
                <a:cubicBezTo>
                  <a:pt x="76676" y="11667"/>
                  <a:pt x="76676" y="11667"/>
                  <a:pt x="76676" y="11598"/>
                </a:cubicBezTo>
                <a:cubicBezTo>
                  <a:pt x="76751" y="11524"/>
                  <a:pt x="76751" y="11381"/>
                  <a:pt x="76819" y="11238"/>
                </a:cubicBezTo>
                <a:close/>
                <a:moveTo>
                  <a:pt x="78755" y="11169"/>
                </a:moveTo>
                <a:lnTo>
                  <a:pt x="78755" y="11455"/>
                </a:lnTo>
                <a:cubicBezTo>
                  <a:pt x="78755" y="11524"/>
                  <a:pt x="78681" y="11598"/>
                  <a:pt x="78681" y="11667"/>
                </a:cubicBezTo>
                <a:cubicBezTo>
                  <a:pt x="78681" y="11667"/>
                  <a:pt x="78612" y="11598"/>
                  <a:pt x="78612" y="11524"/>
                </a:cubicBezTo>
                <a:cubicBezTo>
                  <a:pt x="78612" y="11455"/>
                  <a:pt x="78681" y="11312"/>
                  <a:pt x="78755" y="11169"/>
                </a:cubicBezTo>
                <a:close/>
                <a:moveTo>
                  <a:pt x="94718" y="11598"/>
                </a:moveTo>
                <a:cubicBezTo>
                  <a:pt x="94718" y="11598"/>
                  <a:pt x="94793" y="11598"/>
                  <a:pt x="94793" y="11667"/>
                </a:cubicBezTo>
                <a:lnTo>
                  <a:pt x="94718" y="11667"/>
                </a:lnTo>
                <a:lnTo>
                  <a:pt x="94718" y="11598"/>
                </a:lnTo>
                <a:close/>
                <a:moveTo>
                  <a:pt x="94220" y="11094"/>
                </a:moveTo>
                <a:cubicBezTo>
                  <a:pt x="94289" y="11238"/>
                  <a:pt x="94363" y="11381"/>
                  <a:pt x="94363" y="11524"/>
                </a:cubicBezTo>
                <a:cubicBezTo>
                  <a:pt x="94289" y="11598"/>
                  <a:pt x="94220" y="11667"/>
                  <a:pt x="94077" y="11742"/>
                </a:cubicBezTo>
                <a:cubicBezTo>
                  <a:pt x="94077" y="11667"/>
                  <a:pt x="94077" y="11598"/>
                  <a:pt x="94002" y="11524"/>
                </a:cubicBezTo>
                <a:lnTo>
                  <a:pt x="94220" y="11094"/>
                </a:lnTo>
                <a:close/>
                <a:moveTo>
                  <a:pt x="101236" y="10808"/>
                </a:moveTo>
                <a:lnTo>
                  <a:pt x="101236" y="11026"/>
                </a:lnTo>
                <a:cubicBezTo>
                  <a:pt x="101162" y="11094"/>
                  <a:pt x="101162" y="11169"/>
                  <a:pt x="101093" y="11238"/>
                </a:cubicBezTo>
                <a:cubicBezTo>
                  <a:pt x="101093" y="11238"/>
                  <a:pt x="101093" y="11169"/>
                  <a:pt x="101018" y="11094"/>
                </a:cubicBezTo>
                <a:lnTo>
                  <a:pt x="101018" y="11094"/>
                </a:lnTo>
                <a:cubicBezTo>
                  <a:pt x="101018" y="11169"/>
                  <a:pt x="101093" y="11238"/>
                  <a:pt x="101093" y="11312"/>
                </a:cubicBezTo>
                <a:cubicBezTo>
                  <a:pt x="100950" y="11455"/>
                  <a:pt x="100875" y="11598"/>
                  <a:pt x="100807" y="11742"/>
                </a:cubicBezTo>
                <a:cubicBezTo>
                  <a:pt x="100807" y="11742"/>
                  <a:pt x="100807" y="11667"/>
                  <a:pt x="100732" y="11598"/>
                </a:cubicBezTo>
                <a:cubicBezTo>
                  <a:pt x="100875" y="11455"/>
                  <a:pt x="100950" y="11312"/>
                  <a:pt x="101018" y="11094"/>
                </a:cubicBezTo>
                <a:cubicBezTo>
                  <a:pt x="101093" y="11026"/>
                  <a:pt x="101162" y="10883"/>
                  <a:pt x="101236" y="10808"/>
                </a:cubicBezTo>
                <a:close/>
                <a:moveTo>
                  <a:pt x="101666" y="11524"/>
                </a:moveTo>
                <a:lnTo>
                  <a:pt x="101666" y="11742"/>
                </a:lnTo>
                <a:cubicBezTo>
                  <a:pt x="101666" y="11742"/>
                  <a:pt x="101591" y="11667"/>
                  <a:pt x="101591" y="11598"/>
                </a:cubicBezTo>
                <a:lnTo>
                  <a:pt x="101666" y="11524"/>
                </a:lnTo>
                <a:close/>
                <a:moveTo>
                  <a:pt x="102668" y="11598"/>
                </a:moveTo>
                <a:cubicBezTo>
                  <a:pt x="102737" y="11598"/>
                  <a:pt x="102737" y="11667"/>
                  <a:pt x="102737" y="11667"/>
                </a:cubicBezTo>
                <a:lnTo>
                  <a:pt x="102737" y="11742"/>
                </a:lnTo>
                <a:cubicBezTo>
                  <a:pt x="102737" y="11667"/>
                  <a:pt x="102737" y="11667"/>
                  <a:pt x="102668" y="11598"/>
                </a:cubicBezTo>
                <a:close/>
                <a:moveTo>
                  <a:pt x="105314" y="10023"/>
                </a:moveTo>
                <a:cubicBezTo>
                  <a:pt x="105457" y="10235"/>
                  <a:pt x="105601" y="10596"/>
                  <a:pt x="105675" y="10883"/>
                </a:cubicBezTo>
                <a:lnTo>
                  <a:pt x="105457" y="11742"/>
                </a:lnTo>
                <a:cubicBezTo>
                  <a:pt x="105389" y="11524"/>
                  <a:pt x="105314" y="11381"/>
                  <a:pt x="105245" y="11238"/>
                </a:cubicBezTo>
                <a:cubicBezTo>
                  <a:pt x="105245" y="11238"/>
                  <a:pt x="105245" y="11169"/>
                  <a:pt x="105171" y="11169"/>
                </a:cubicBezTo>
                <a:cubicBezTo>
                  <a:pt x="105245" y="10808"/>
                  <a:pt x="105245" y="10378"/>
                  <a:pt x="105314" y="10023"/>
                </a:cubicBezTo>
                <a:close/>
                <a:moveTo>
                  <a:pt x="66584" y="11742"/>
                </a:moveTo>
                <a:cubicBezTo>
                  <a:pt x="66653" y="11742"/>
                  <a:pt x="66653" y="11810"/>
                  <a:pt x="66653" y="11810"/>
                </a:cubicBezTo>
                <a:cubicBezTo>
                  <a:pt x="66653" y="11742"/>
                  <a:pt x="66653" y="11742"/>
                  <a:pt x="66584" y="11742"/>
                </a:cubicBezTo>
                <a:close/>
                <a:moveTo>
                  <a:pt x="88779" y="11667"/>
                </a:moveTo>
                <a:cubicBezTo>
                  <a:pt x="88779" y="11667"/>
                  <a:pt x="88847" y="11742"/>
                  <a:pt x="88847" y="11810"/>
                </a:cubicBezTo>
                <a:cubicBezTo>
                  <a:pt x="88779" y="11810"/>
                  <a:pt x="88779" y="11810"/>
                  <a:pt x="88779" y="11742"/>
                </a:cubicBezTo>
                <a:lnTo>
                  <a:pt x="88779" y="11667"/>
                </a:lnTo>
                <a:close/>
                <a:moveTo>
                  <a:pt x="94432" y="11598"/>
                </a:moveTo>
                <a:lnTo>
                  <a:pt x="94432" y="11742"/>
                </a:lnTo>
                <a:cubicBezTo>
                  <a:pt x="94432" y="11742"/>
                  <a:pt x="94363" y="11742"/>
                  <a:pt x="94363" y="11810"/>
                </a:cubicBezTo>
                <a:cubicBezTo>
                  <a:pt x="94363" y="11742"/>
                  <a:pt x="94363" y="11667"/>
                  <a:pt x="94432" y="11598"/>
                </a:cubicBezTo>
                <a:close/>
                <a:moveTo>
                  <a:pt x="106460" y="11598"/>
                </a:moveTo>
                <a:lnTo>
                  <a:pt x="106460" y="11810"/>
                </a:lnTo>
                <a:cubicBezTo>
                  <a:pt x="106391" y="11810"/>
                  <a:pt x="106391" y="11742"/>
                  <a:pt x="106391" y="11742"/>
                </a:cubicBezTo>
                <a:cubicBezTo>
                  <a:pt x="106460" y="11667"/>
                  <a:pt x="106460" y="11667"/>
                  <a:pt x="106460" y="11598"/>
                </a:cubicBezTo>
                <a:close/>
                <a:moveTo>
                  <a:pt x="64648" y="9806"/>
                </a:moveTo>
                <a:cubicBezTo>
                  <a:pt x="64791" y="10023"/>
                  <a:pt x="64866" y="10235"/>
                  <a:pt x="64866" y="10453"/>
                </a:cubicBezTo>
                <a:cubicBezTo>
                  <a:pt x="64866" y="10522"/>
                  <a:pt x="64791" y="10596"/>
                  <a:pt x="64791" y="10665"/>
                </a:cubicBezTo>
                <a:cubicBezTo>
                  <a:pt x="64648" y="10522"/>
                  <a:pt x="64580" y="10379"/>
                  <a:pt x="64505" y="10235"/>
                </a:cubicBezTo>
                <a:lnTo>
                  <a:pt x="64505" y="10235"/>
                </a:lnTo>
                <a:cubicBezTo>
                  <a:pt x="64580" y="10379"/>
                  <a:pt x="64648" y="10596"/>
                  <a:pt x="64723" y="10739"/>
                </a:cubicBezTo>
                <a:cubicBezTo>
                  <a:pt x="64579" y="10951"/>
                  <a:pt x="64436" y="11238"/>
                  <a:pt x="64362" y="11455"/>
                </a:cubicBezTo>
                <a:cubicBezTo>
                  <a:pt x="64293" y="11381"/>
                  <a:pt x="64293" y="11238"/>
                  <a:pt x="64219" y="11169"/>
                </a:cubicBezTo>
                <a:lnTo>
                  <a:pt x="64219" y="11169"/>
                </a:lnTo>
                <a:cubicBezTo>
                  <a:pt x="64219" y="11238"/>
                  <a:pt x="64293" y="11381"/>
                  <a:pt x="64293" y="11524"/>
                </a:cubicBezTo>
                <a:cubicBezTo>
                  <a:pt x="64219" y="11667"/>
                  <a:pt x="64075" y="11742"/>
                  <a:pt x="64007" y="11885"/>
                </a:cubicBezTo>
                <a:cubicBezTo>
                  <a:pt x="64007" y="11598"/>
                  <a:pt x="64007" y="11312"/>
                  <a:pt x="64075" y="11026"/>
                </a:cubicBezTo>
                <a:cubicBezTo>
                  <a:pt x="64362" y="10378"/>
                  <a:pt x="64579" y="10023"/>
                  <a:pt x="64648" y="9806"/>
                </a:cubicBezTo>
                <a:close/>
                <a:moveTo>
                  <a:pt x="66223" y="11667"/>
                </a:moveTo>
                <a:cubicBezTo>
                  <a:pt x="66223" y="11742"/>
                  <a:pt x="66223" y="11810"/>
                  <a:pt x="66298" y="11885"/>
                </a:cubicBezTo>
                <a:lnTo>
                  <a:pt x="66223" y="11885"/>
                </a:lnTo>
                <a:cubicBezTo>
                  <a:pt x="66223" y="11810"/>
                  <a:pt x="66223" y="11742"/>
                  <a:pt x="66155" y="11667"/>
                </a:cubicBezTo>
                <a:close/>
                <a:moveTo>
                  <a:pt x="97513" y="10951"/>
                </a:moveTo>
                <a:lnTo>
                  <a:pt x="97513" y="11026"/>
                </a:lnTo>
                <a:cubicBezTo>
                  <a:pt x="97439" y="11238"/>
                  <a:pt x="97370" y="11524"/>
                  <a:pt x="97296" y="11810"/>
                </a:cubicBezTo>
                <a:lnTo>
                  <a:pt x="97227" y="11885"/>
                </a:lnTo>
                <a:cubicBezTo>
                  <a:pt x="97296" y="11598"/>
                  <a:pt x="97370" y="11312"/>
                  <a:pt x="97513" y="10951"/>
                </a:cubicBezTo>
                <a:close/>
                <a:moveTo>
                  <a:pt x="108332" y="10831"/>
                </a:moveTo>
                <a:cubicBezTo>
                  <a:pt x="108464" y="11117"/>
                  <a:pt x="108466" y="11534"/>
                  <a:pt x="108539" y="11885"/>
                </a:cubicBezTo>
                <a:lnTo>
                  <a:pt x="108464" y="11885"/>
                </a:lnTo>
                <a:cubicBezTo>
                  <a:pt x="108464" y="11667"/>
                  <a:pt x="108464" y="11524"/>
                  <a:pt x="108396" y="11312"/>
                </a:cubicBezTo>
                <a:cubicBezTo>
                  <a:pt x="108396" y="11176"/>
                  <a:pt x="108396" y="10974"/>
                  <a:pt x="108332" y="10831"/>
                </a:cubicBezTo>
                <a:close/>
                <a:moveTo>
                  <a:pt x="61784" y="10665"/>
                </a:moveTo>
                <a:lnTo>
                  <a:pt x="61784" y="11094"/>
                </a:lnTo>
                <a:cubicBezTo>
                  <a:pt x="61784" y="11381"/>
                  <a:pt x="61716" y="11667"/>
                  <a:pt x="61641" y="11954"/>
                </a:cubicBezTo>
                <a:cubicBezTo>
                  <a:pt x="61573" y="11810"/>
                  <a:pt x="61498" y="11598"/>
                  <a:pt x="61355" y="11381"/>
                </a:cubicBezTo>
                <a:cubicBezTo>
                  <a:pt x="61498" y="11094"/>
                  <a:pt x="61641" y="10883"/>
                  <a:pt x="61784" y="10665"/>
                </a:cubicBezTo>
                <a:close/>
                <a:moveTo>
                  <a:pt x="72237" y="11742"/>
                </a:moveTo>
                <a:cubicBezTo>
                  <a:pt x="72312" y="11810"/>
                  <a:pt x="72312" y="11885"/>
                  <a:pt x="72312" y="11885"/>
                </a:cubicBezTo>
                <a:lnTo>
                  <a:pt x="72312" y="11954"/>
                </a:lnTo>
                <a:lnTo>
                  <a:pt x="72237" y="11885"/>
                </a:lnTo>
                <a:lnTo>
                  <a:pt x="72237" y="11742"/>
                </a:lnTo>
                <a:close/>
                <a:moveTo>
                  <a:pt x="77822" y="11598"/>
                </a:moveTo>
                <a:cubicBezTo>
                  <a:pt x="77753" y="11742"/>
                  <a:pt x="77753" y="11810"/>
                  <a:pt x="77679" y="11954"/>
                </a:cubicBezTo>
                <a:lnTo>
                  <a:pt x="77679" y="11885"/>
                </a:lnTo>
                <a:cubicBezTo>
                  <a:pt x="77753" y="11810"/>
                  <a:pt x="77753" y="11667"/>
                  <a:pt x="77822" y="11598"/>
                </a:cubicBezTo>
                <a:close/>
                <a:moveTo>
                  <a:pt x="69734" y="10883"/>
                </a:moveTo>
                <a:cubicBezTo>
                  <a:pt x="69803" y="11026"/>
                  <a:pt x="69803" y="11238"/>
                  <a:pt x="69878" y="11381"/>
                </a:cubicBezTo>
                <a:cubicBezTo>
                  <a:pt x="69803" y="11455"/>
                  <a:pt x="69803" y="11524"/>
                  <a:pt x="69803" y="11598"/>
                </a:cubicBezTo>
                <a:cubicBezTo>
                  <a:pt x="69734" y="11742"/>
                  <a:pt x="69660" y="11885"/>
                  <a:pt x="69660" y="12028"/>
                </a:cubicBezTo>
                <a:cubicBezTo>
                  <a:pt x="69591" y="11885"/>
                  <a:pt x="69517" y="11667"/>
                  <a:pt x="69448" y="11455"/>
                </a:cubicBezTo>
                <a:cubicBezTo>
                  <a:pt x="69517" y="11238"/>
                  <a:pt x="69660" y="11094"/>
                  <a:pt x="69734" y="10883"/>
                </a:cubicBezTo>
                <a:close/>
                <a:moveTo>
                  <a:pt x="70805" y="11810"/>
                </a:moveTo>
                <a:lnTo>
                  <a:pt x="70805" y="12028"/>
                </a:lnTo>
                <a:lnTo>
                  <a:pt x="70737" y="11954"/>
                </a:lnTo>
                <a:cubicBezTo>
                  <a:pt x="70737" y="11885"/>
                  <a:pt x="70737" y="11885"/>
                  <a:pt x="70805" y="11810"/>
                </a:cubicBezTo>
                <a:close/>
                <a:moveTo>
                  <a:pt x="75319" y="11455"/>
                </a:moveTo>
                <a:lnTo>
                  <a:pt x="75319" y="12028"/>
                </a:lnTo>
                <a:lnTo>
                  <a:pt x="75244" y="12028"/>
                </a:lnTo>
                <a:cubicBezTo>
                  <a:pt x="75244" y="11885"/>
                  <a:pt x="75244" y="11667"/>
                  <a:pt x="75319" y="11455"/>
                </a:cubicBezTo>
                <a:close/>
                <a:moveTo>
                  <a:pt x="85772" y="10951"/>
                </a:moveTo>
                <a:cubicBezTo>
                  <a:pt x="85984" y="11238"/>
                  <a:pt x="86058" y="11524"/>
                  <a:pt x="86201" y="11810"/>
                </a:cubicBezTo>
                <a:cubicBezTo>
                  <a:pt x="86127" y="11885"/>
                  <a:pt x="86127" y="11954"/>
                  <a:pt x="86058" y="12028"/>
                </a:cubicBezTo>
                <a:cubicBezTo>
                  <a:pt x="85984" y="11742"/>
                  <a:pt x="85915" y="11381"/>
                  <a:pt x="85772" y="11026"/>
                </a:cubicBezTo>
                <a:lnTo>
                  <a:pt x="85772" y="10951"/>
                </a:lnTo>
                <a:close/>
                <a:moveTo>
                  <a:pt x="104598" y="11742"/>
                </a:moveTo>
                <a:lnTo>
                  <a:pt x="104598" y="11810"/>
                </a:lnTo>
                <a:cubicBezTo>
                  <a:pt x="104598" y="11885"/>
                  <a:pt x="104598" y="11954"/>
                  <a:pt x="104530" y="12028"/>
                </a:cubicBezTo>
                <a:lnTo>
                  <a:pt x="104530" y="11954"/>
                </a:lnTo>
                <a:lnTo>
                  <a:pt x="104530" y="11885"/>
                </a:lnTo>
                <a:cubicBezTo>
                  <a:pt x="104530" y="11810"/>
                  <a:pt x="104598" y="11810"/>
                  <a:pt x="104598" y="11742"/>
                </a:cubicBezTo>
                <a:close/>
                <a:moveTo>
                  <a:pt x="88779" y="11954"/>
                </a:moveTo>
                <a:lnTo>
                  <a:pt x="88779" y="12028"/>
                </a:lnTo>
                <a:lnTo>
                  <a:pt x="88779" y="12097"/>
                </a:lnTo>
                <a:lnTo>
                  <a:pt x="88704" y="12097"/>
                </a:lnTo>
                <a:cubicBezTo>
                  <a:pt x="88779" y="12028"/>
                  <a:pt x="88779" y="12028"/>
                  <a:pt x="88779" y="11954"/>
                </a:cubicBezTo>
                <a:close/>
                <a:moveTo>
                  <a:pt x="37299" y="11381"/>
                </a:moveTo>
                <a:cubicBezTo>
                  <a:pt x="37299" y="11524"/>
                  <a:pt x="37373" y="11667"/>
                  <a:pt x="37373" y="11810"/>
                </a:cubicBezTo>
                <a:lnTo>
                  <a:pt x="37373" y="11885"/>
                </a:lnTo>
                <a:cubicBezTo>
                  <a:pt x="37373" y="12028"/>
                  <a:pt x="37299" y="12097"/>
                  <a:pt x="37230" y="12240"/>
                </a:cubicBezTo>
                <a:cubicBezTo>
                  <a:pt x="37230" y="11954"/>
                  <a:pt x="37299" y="11667"/>
                  <a:pt x="37299" y="11381"/>
                </a:cubicBezTo>
                <a:close/>
                <a:moveTo>
                  <a:pt x="59350" y="11238"/>
                </a:moveTo>
                <a:cubicBezTo>
                  <a:pt x="59350" y="11381"/>
                  <a:pt x="59425" y="11524"/>
                  <a:pt x="59493" y="11667"/>
                </a:cubicBezTo>
                <a:cubicBezTo>
                  <a:pt x="59485" y="11667"/>
                  <a:pt x="59478" y="11666"/>
                  <a:pt x="59471" y="11664"/>
                </a:cubicBezTo>
                <a:lnTo>
                  <a:pt x="59471" y="11664"/>
                </a:lnTo>
                <a:cubicBezTo>
                  <a:pt x="59493" y="11713"/>
                  <a:pt x="59493" y="11763"/>
                  <a:pt x="59493" y="11810"/>
                </a:cubicBezTo>
                <a:lnTo>
                  <a:pt x="59493" y="11885"/>
                </a:lnTo>
                <a:cubicBezTo>
                  <a:pt x="59425" y="11954"/>
                  <a:pt x="59281" y="12028"/>
                  <a:pt x="58995" y="12240"/>
                </a:cubicBezTo>
                <a:cubicBezTo>
                  <a:pt x="59064" y="11954"/>
                  <a:pt x="59207" y="11598"/>
                  <a:pt x="59350" y="11238"/>
                </a:cubicBezTo>
                <a:close/>
                <a:moveTo>
                  <a:pt x="73314" y="11524"/>
                </a:moveTo>
                <a:lnTo>
                  <a:pt x="73314" y="12028"/>
                </a:lnTo>
                <a:cubicBezTo>
                  <a:pt x="73314" y="12097"/>
                  <a:pt x="73314" y="12171"/>
                  <a:pt x="73240" y="12240"/>
                </a:cubicBezTo>
                <a:cubicBezTo>
                  <a:pt x="73240" y="12028"/>
                  <a:pt x="73314" y="11810"/>
                  <a:pt x="73314" y="11524"/>
                </a:cubicBezTo>
                <a:close/>
                <a:moveTo>
                  <a:pt x="92358" y="10522"/>
                </a:moveTo>
                <a:cubicBezTo>
                  <a:pt x="92427" y="10665"/>
                  <a:pt x="92502" y="10883"/>
                  <a:pt x="92570" y="11026"/>
                </a:cubicBezTo>
                <a:lnTo>
                  <a:pt x="92570" y="11312"/>
                </a:lnTo>
                <a:cubicBezTo>
                  <a:pt x="92570" y="11238"/>
                  <a:pt x="92502" y="11169"/>
                  <a:pt x="92427" y="11026"/>
                </a:cubicBezTo>
                <a:lnTo>
                  <a:pt x="92427" y="11026"/>
                </a:lnTo>
                <a:cubicBezTo>
                  <a:pt x="92502" y="11169"/>
                  <a:pt x="92502" y="11312"/>
                  <a:pt x="92570" y="11381"/>
                </a:cubicBezTo>
                <a:lnTo>
                  <a:pt x="92570" y="11524"/>
                </a:lnTo>
                <a:lnTo>
                  <a:pt x="92570" y="12097"/>
                </a:lnTo>
                <a:cubicBezTo>
                  <a:pt x="92502" y="12171"/>
                  <a:pt x="92502" y="12171"/>
                  <a:pt x="92358" y="12240"/>
                </a:cubicBezTo>
                <a:cubicBezTo>
                  <a:pt x="92358" y="12097"/>
                  <a:pt x="92284" y="12028"/>
                  <a:pt x="92284" y="11885"/>
                </a:cubicBezTo>
                <a:cubicBezTo>
                  <a:pt x="92427" y="11667"/>
                  <a:pt x="92570" y="11455"/>
                  <a:pt x="92570" y="11381"/>
                </a:cubicBezTo>
                <a:lnTo>
                  <a:pt x="92570" y="11381"/>
                </a:lnTo>
                <a:lnTo>
                  <a:pt x="92284" y="11667"/>
                </a:lnTo>
                <a:cubicBezTo>
                  <a:pt x="92284" y="11312"/>
                  <a:pt x="92284" y="10951"/>
                  <a:pt x="92358" y="10522"/>
                </a:cubicBezTo>
                <a:close/>
                <a:moveTo>
                  <a:pt x="66653" y="11667"/>
                </a:moveTo>
                <a:lnTo>
                  <a:pt x="66653" y="11810"/>
                </a:lnTo>
                <a:lnTo>
                  <a:pt x="66653" y="12314"/>
                </a:lnTo>
                <a:cubicBezTo>
                  <a:pt x="66584" y="12171"/>
                  <a:pt x="66510" y="12097"/>
                  <a:pt x="66441" y="11954"/>
                </a:cubicBezTo>
                <a:cubicBezTo>
                  <a:pt x="66584" y="11810"/>
                  <a:pt x="66584" y="11810"/>
                  <a:pt x="66584" y="11742"/>
                </a:cubicBezTo>
                <a:cubicBezTo>
                  <a:pt x="66653" y="11742"/>
                  <a:pt x="66653" y="11667"/>
                  <a:pt x="66653" y="11667"/>
                </a:cubicBezTo>
                <a:close/>
                <a:moveTo>
                  <a:pt x="80972" y="12240"/>
                </a:moveTo>
                <a:cubicBezTo>
                  <a:pt x="81008" y="12277"/>
                  <a:pt x="81027" y="12312"/>
                  <a:pt x="81045" y="12338"/>
                </a:cubicBezTo>
                <a:lnTo>
                  <a:pt x="81045" y="12338"/>
                </a:lnTo>
                <a:cubicBezTo>
                  <a:pt x="81040" y="12308"/>
                  <a:pt x="81025" y="12293"/>
                  <a:pt x="80972" y="12240"/>
                </a:cubicBezTo>
                <a:close/>
                <a:moveTo>
                  <a:pt x="56704" y="11026"/>
                </a:moveTo>
                <a:lnTo>
                  <a:pt x="56704" y="11169"/>
                </a:lnTo>
                <a:cubicBezTo>
                  <a:pt x="56630" y="11598"/>
                  <a:pt x="56561" y="11954"/>
                  <a:pt x="56486" y="12383"/>
                </a:cubicBezTo>
                <a:cubicBezTo>
                  <a:pt x="56486" y="12097"/>
                  <a:pt x="56486" y="11810"/>
                  <a:pt x="56418" y="11524"/>
                </a:cubicBezTo>
                <a:cubicBezTo>
                  <a:pt x="56486" y="11312"/>
                  <a:pt x="56561" y="11169"/>
                  <a:pt x="56704" y="11026"/>
                </a:cubicBezTo>
                <a:close/>
                <a:moveTo>
                  <a:pt x="59425" y="11954"/>
                </a:moveTo>
                <a:cubicBezTo>
                  <a:pt x="59425" y="12097"/>
                  <a:pt x="59350" y="12240"/>
                  <a:pt x="59350" y="12383"/>
                </a:cubicBezTo>
                <a:lnTo>
                  <a:pt x="59281" y="12314"/>
                </a:lnTo>
                <a:cubicBezTo>
                  <a:pt x="59350" y="12097"/>
                  <a:pt x="59425" y="12028"/>
                  <a:pt x="59425" y="11954"/>
                </a:cubicBezTo>
                <a:close/>
                <a:moveTo>
                  <a:pt x="88418" y="11885"/>
                </a:moveTo>
                <a:cubicBezTo>
                  <a:pt x="88418" y="12028"/>
                  <a:pt x="88349" y="12240"/>
                  <a:pt x="88275" y="12383"/>
                </a:cubicBezTo>
                <a:cubicBezTo>
                  <a:pt x="88275" y="12314"/>
                  <a:pt x="88275" y="12314"/>
                  <a:pt x="88206" y="12240"/>
                </a:cubicBezTo>
                <a:cubicBezTo>
                  <a:pt x="88275" y="12097"/>
                  <a:pt x="88349" y="11954"/>
                  <a:pt x="88418" y="11885"/>
                </a:cubicBezTo>
                <a:close/>
                <a:moveTo>
                  <a:pt x="85628" y="11312"/>
                </a:moveTo>
                <a:lnTo>
                  <a:pt x="85628" y="11598"/>
                </a:lnTo>
                <a:cubicBezTo>
                  <a:pt x="85697" y="11885"/>
                  <a:pt x="85697" y="12171"/>
                  <a:pt x="85697" y="12458"/>
                </a:cubicBezTo>
                <a:cubicBezTo>
                  <a:pt x="85628" y="12240"/>
                  <a:pt x="85485" y="12028"/>
                  <a:pt x="85411" y="11742"/>
                </a:cubicBezTo>
                <a:cubicBezTo>
                  <a:pt x="85485" y="11667"/>
                  <a:pt x="85485" y="11524"/>
                  <a:pt x="85554" y="11455"/>
                </a:cubicBezTo>
                <a:cubicBezTo>
                  <a:pt x="85554" y="11381"/>
                  <a:pt x="85628" y="11312"/>
                  <a:pt x="85628" y="11312"/>
                </a:cubicBezTo>
                <a:close/>
                <a:moveTo>
                  <a:pt x="96007" y="12240"/>
                </a:moveTo>
                <a:lnTo>
                  <a:pt x="96007" y="12458"/>
                </a:lnTo>
                <a:cubicBezTo>
                  <a:pt x="96007" y="12458"/>
                  <a:pt x="96007" y="12383"/>
                  <a:pt x="95938" y="12383"/>
                </a:cubicBezTo>
                <a:cubicBezTo>
                  <a:pt x="96007" y="12314"/>
                  <a:pt x="96007" y="12314"/>
                  <a:pt x="96007" y="12240"/>
                </a:cubicBezTo>
                <a:close/>
                <a:moveTo>
                  <a:pt x="98441" y="12171"/>
                </a:moveTo>
                <a:cubicBezTo>
                  <a:pt x="98441" y="12314"/>
                  <a:pt x="98516" y="12383"/>
                  <a:pt x="98516" y="12458"/>
                </a:cubicBezTo>
                <a:cubicBezTo>
                  <a:pt x="98516" y="12458"/>
                  <a:pt x="98441" y="12458"/>
                  <a:pt x="98441" y="12383"/>
                </a:cubicBezTo>
                <a:lnTo>
                  <a:pt x="98441" y="12314"/>
                </a:lnTo>
                <a:lnTo>
                  <a:pt x="98441" y="12171"/>
                </a:lnTo>
                <a:close/>
                <a:moveTo>
                  <a:pt x="70662" y="12028"/>
                </a:moveTo>
                <a:cubicBezTo>
                  <a:pt x="70662" y="12097"/>
                  <a:pt x="70737" y="12171"/>
                  <a:pt x="70737" y="12171"/>
                </a:cubicBezTo>
                <a:cubicBezTo>
                  <a:pt x="70662" y="12314"/>
                  <a:pt x="70662" y="12383"/>
                  <a:pt x="70593" y="12526"/>
                </a:cubicBezTo>
                <a:cubicBezTo>
                  <a:pt x="70593" y="12458"/>
                  <a:pt x="70593" y="12383"/>
                  <a:pt x="70519" y="12314"/>
                </a:cubicBezTo>
                <a:cubicBezTo>
                  <a:pt x="70593" y="12240"/>
                  <a:pt x="70662" y="12097"/>
                  <a:pt x="70662" y="12028"/>
                </a:cubicBezTo>
                <a:close/>
                <a:moveTo>
                  <a:pt x="63360" y="12601"/>
                </a:moveTo>
                <a:cubicBezTo>
                  <a:pt x="63360" y="12601"/>
                  <a:pt x="63359" y="12670"/>
                  <a:pt x="63291" y="12670"/>
                </a:cubicBezTo>
                <a:lnTo>
                  <a:pt x="63360" y="12601"/>
                </a:lnTo>
                <a:close/>
                <a:moveTo>
                  <a:pt x="75319" y="12028"/>
                </a:moveTo>
                <a:lnTo>
                  <a:pt x="75319" y="12028"/>
                </a:lnTo>
                <a:cubicBezTo>
                  <a:pt x="75244" y="12240"/>
                  <a:pt x="75244" y="12383"/>
                  <a:pt x="75244" y="12601"/>
                </a:cubicBezTo>
                <a:lnTo>
                  <a:pt x="75176" y="12670"/>
                </a:lnTo>
                <a:lnTo>
                  <a:pt x="75176" y="12314"/>
                </a:lnTo>
                <a:cubicBezTo>
                  <a:pt x="75244" y="12240"/>
                  <a:pt x="75244" y="12097"/>
                  <a:pt x="75319" y="12028"/>
                </a:cubicBezTo>
                <a:close/>
                <a:moveTo>
                  <a:pt x="66367" y="12097"/>
                </a:moveTo>
                <a:cubicBezTo>
                  <a:pt x="66441" y="12240"/>
                  <a:pt x="66510" y="12383"/>
                  <a:pt x="66584" y="12601"/>
                </a:cubicBezTo>
                <a:cubicBezTo>
                  <a:pt x="66510" y="12601"/>
                  <a:pt x="66510" y="12670"/>
                  <a:pt x="66441" y="12744"/>
                </a:cubicBezTo>
                <a:cubicBezTo>
                  <a:pt x="66441" y="12601"/>
                  <a:pt x="66367" y="12383"/>
                  <a:pt x="66298" y="12240"/>
                </a:cubicBezTo>
                <a:cubicBezTo>
                  <a:pt x="66367" y="12171"/>
                  <a:pt x="66367" y="12171"/>
                  <a:pt x="66367" y="12097"/>
                </a:cubicBezTo>
                <a:close/>
                <a:moveTo>
                  <a:pt x="99014" y="11238"/>
                </a:moveTo>
                <a:lnTo>
                  <a:pt x="99014" y="11810"/>
                </a:lnTo>
                <a:cubicBezTo>
                  <a:pt x="99014" y="11885"/>
                  <a:pt x="98945" y="11954"/>
                  <a:pt x="98945" y="12028"/>
                </a:cubicBezTo>
                <a:cubicBezTo>
                  <a:pt x="98871" y="12240"/>
                  <a:pt x="98802" y="12526"/>
                  <a:pt x="98727" y="12744"/>
                </a:cubicBezTo>
                <a:lnTo>
                  <a:pt x="98516" y="12097"/>
                </a:lnTo>
                <a:cubicBezTo>
                  <a:pt x="98727" y="11667"/>
                  <a:pt x="98871" y="11381"/>
                  <a:pt x="99014" y="11238"/>
                </a:cubicBezTo>
                <a:close/>
                <a:moveTo>
                  <a:pt x="65009" y="11524"/>
                </a:moveTo>
                <a:cubicBezTo>
                  <a:pt x="65152" y="11810"/>
                  <a:pt x="65221" y="12097"/>
                  <a:pt x="65295" y="12383"/>
                </a:cubicBezTo>
                <a:lnTo>
                  <a:pt x="65078" y="12601"/>
                </a:lnTo>
                <a:lnTo>
                  <a:pt x="64866" y="12383"/>
                </a:lnTo>
                <a:lnTo>
                  <a:pt x="64866" y="12383"/>
                </a:lnTo>
                <a:cubicBezTo>
                  <a:pt x="64935" y="12526"/>
                  <a:pt x="64935" y="12670"/>
                  <a:pt x="64935" y="12813"/>
                </a:cubicBezTo>
                <a:cubicBezTo>
                  <a:pt x="64866" y="12813"/>
                  <a:pt x="64866" y="12887"/>
                  <a:pt x="64791" y="12887"/>
                </a:cubicBezTo>
                <a:cubicBezTo>
                  <a:pt x="64791" y="12813"/>
                  <a:pt x="64723" y="12670"/>
                  <a:pt x="64723" y="12526"/>
                </a:cubicBezTo>
                <a:cubicBezTo>
                  <a:pt x="64791" y="12240"/>
                  <a:pt x="64866" y="11885"/>
                  <a:pt x="65009" y="11524"/>
                </a:cubicBezTo>
                <a:close/>
                <a:moveTo>
                  <a:pt x="86270" y="12028"/>
                </a:moveTo>
                <a:cubicBezTo>
                  <a:pt x="86344" y="12240"/>
                  <a:pt x="86413" y="12526"/>
                  <a:pt x="86488" y="12813"/>
                </a:cubicBezTo>
                <a:lnTo>
                  <a:pt x="86488" y="12887"/>
                </a:lnTo>
                <a:cubicBezTo>
                  <a:pt x="86413" y="12744"/>
                  <a:pt x="86270" y="12601"/>
                  <a:pt x="86201" y="12383"/>
                </a:cubicBezTo>
                <a:lnTo>
                  <a:pt x="86270" y="12028"/>
                </a:lnTo>
                <a:close/>
                <a:moveTo>
                  <a:pt x="59207" y="12383"/>
                </a:moveTo>
                <a:lnTo>
                  <a:pt x="59207" y="13030"/>
                </a:lnTo>
                <a:cubicBezTo>
                  <a:pt x="59138" y="12887"/>
                  <a:pt x="59138" y="12744"/>
                  <a:pt x="59064" y="12601"/>
                </a:cubicBezTo>
                <a:cubicBezTo>
                  <a:pt x="59064" y="12526"/>
                  <a:pt x="59138" y="12458"/>
                  <a:pt x="59207" y="12383"/>
                </a:cubicBezTo>
                <a:close/>
                <a:moveTo>
                  <a:pt x="78538" y="11598"/>
                </a:moveTo>
                <a:cubicBezTo>
                  <a:pt x="78612" y="11667"/>
                  <a:pt x="78612" y="11742"/>
                  <a:pt x="78681" y="11810"/>
                </a:cubicBezTo>
                <a:cubicBezTo>
                  <a:pt x="78538" y="12240"/>
                  <a:pt x="78394" y="12601"/>
                  <a:pt x="78251" y="13030"/>
                </a:cubicBezTo>
                <a:lnTo>
                  <a:pt x="78251" y="12813"/>
                </a:lnTo>
                <a:cubicBezTo>
                  <a:pt x="78251" y="12458"/>
                  <a:pt x="78394" y="12028"/>
                  <a:pt x="78538" y="11598"/>
                </a:cubicBezTo>
                <a:close/>
                <a:moveTo>
                  <a:pt x="82833" y="12383"/>
                </a:moveTo>
                <a:cubicBezTo>
                  <a:pt x="82833" y="12383"/>
                  <a:pt x="82908" y="12458"/>
                  <a:pt x="82908" y="12526"/>
                </a:cubicBezTo>
                <a:cubicBezTo>
                  <a:pt x="82908" y="12744"/>
                  <a:pt x="82833" y="12887"/>
                  <a:pt x="82833" y="13099"/>
                </a:cubicBezTo>
                <a:cubicBezTo>
                  <a:pt x="82765" y="12956"/>
                  <a:pt x="82690" y="12887"/>
                  <a:pt x="82690" y="12744"/>
                </a:cubicBezTo>
                <a:cubicBezTo>
                  <a:pt x="82765" y="12601"/>
                  <a:pt x="82765" y="12458"/>
                  <a:pt x="82833" y="12383"/>
                </a:cubicBezTo>
                <a:close/>
                <a:moveTo>
                  <a:pt x="90852" y="12601"/>
                </a:moveTo>
                <a:lnTo>
                  <a:pt x="90852" y="12813"/>
                </a:lnTo>
                <a:cubicBezTo>
                  <a:pt x="90783" y="12887"/>
                  <a:pt x="90709" y="13030"/>
                  <a:pt x="90640" y="13174"/>
                </a:cubicBezTo>
                <a:lnTo>
                  <a:pt x="90640" y="13099"/>
                </a:lnTo>
                <a:lnTo>
                  <a:pt x="90640" y="12956"/>
                </a:lnTo>
                <a:cubicBezTo>
                  <a:pt x="90709" y="12813"/>
                  <a:pt x="90783" y="12744"/>
                  <a:pt x="90852" y="12601"/>
                </a:cubicBezTo>
                <a:close/>
                <a:moveTo>
                  <a:pt x="92215" y="13030"/>
                </a:moveTo>
                <a:lnTo>
                  <a:pt x="92215" y="13174"/>
                </a:lnTo>
                <a:cubicBezTo>
                  <a:pt x="92215" y="13242"/>
                  <a:pt x="92141" y="13242"/>
                  <a:pt x="92141" y="13242"/>
                </a:cubicBezTo>
                <a:lnTo>
                  <a:pt x="92141" y="13030"/>
                </a:lnTo>
                <a:close/>
                <a:moveTo>
                  <a:pt x="82547" y="13030"/>
                </a:moveTo>
                <a:cubicBezTo>
                  <a:pt x="82621" y="13174"/>
                  <a:pt x="82621" y="13317"/>
                  <a:pt x="82690" y="13460"/>
                </a:cubicBezTo>
                <a:cubicBezTo>
                  <a:pt x="82621" y="13385"/>
                  <a:pt x="82547" y="13242"/>
                  <a:pt x="82478" y="13174"/>
                </a:cubicBezTo>
                <a:cubicBezTo>
                  <a:pt x="82478" y="13099"/>
                  <a:pt x="82547" y="13030"/>
                  <a:pt x="82547" y="13030"/>
                </a:cubicBezTo>
                <a:close/>
                <a:moveTo>
                  <a:pt x="83337" y="12744"/>
                </a:moveTo>
                <a:cubicBezTo>
                  <a:pt x="83481" y="12956"/>
                  <a:pt x="83549" y="13174"/>
                  <a:pt x="83624" y="13385"/>
                </a:cubicBezTo>
                <a:cubicBezTo>
                  <a:pt x="83549" y="13385"/>
                  <a:pt x="83549" y="13460"/>
                  <a:pt x="83481" y="13529"/>
                </a:cubicBezTo>
                <a:cubicBezTo>
                  <a:pt x="83481" y="13317"/>
                  <a:pt x="83406" y="13030"/>
                  <a:pt x="83337" y="12744"/>
                </a:cubicBezTo>
                <a:close/>
                <a:moveTo>
                  <a:pt x="86413" y="13746"/>
                </a:moveTo>
                <a:lnTo>
                  <a:pt x="86413" y="13890"/>
                </a:lnTo>
                <a:cubicBezTo>
                  <a:pt x="86413" y="13890"/>
                  <a:pt x="86413" y="13815"/>
                  <a:pt x="86344" y="13815"/>
                </a:cubicBezTo>
                <a:lnTo>
                  <a:pt x="86413" y="13746"/>
                </a:lnTo>
                <a:close/>
                <a:moveTo>
                  <a:pt x="80330" y="12240"/>
                </a:moveTo>
                <a:cubicBezTo>
                  <a:pt x="80399" y="12813"/>
                  <a:pt x="80399" y="13317"/>
                  <a:pt x="80330" y="13815"/>
                </a:cubicBezTo>
                <a:cubicBezTo>
                  <a:pt x="80330" y="13746"/>
                  <a:pt x="80256" y="13672"/>
                  <a:pt x="80256" y="13603"/>
                </a:cubicBezTo>
                <a:lnTo>
                  <a:pt x="80256" y="13603"/>
                </a:lnTo>
                <a:cubicBezTo>
                  <a:pt x="80256" y="13672"/>
                  <a:pt x="80256" y="13815"/>
                  <a:pt x="80330" y="13890"/>
                </a:cubicBezTo>
                <a:lnTo>
                  <a:pt x="80330" y="13958"/>
                </a:lnTo>
                <a:cubicBezTo>
                  <a:pt x="80256" y="13815"/>
                  <a:pt x="80256" y="13746"/>
                  <a:pt x="80187" y="13603"/>
                </a:cubicBezTo>
                <a:cubicBezTo>
                  <a:pt x="80256" y="13174"/>
                  <a:pt x="80256" y="12744"/>
                  <a:pt x="80330" y="12240"/>
                </a:cubicBezTo>
                <a:close/>
                <a:moveTo>
                  <a:pt x="82478" y="13242"/>
                </a:moveTo>
                <a:lnTo>
                  <a:pt x="82478" y="14245"/>
                </a:lnTo>
                <a:cubicBezTo>
                  <a:pt x="82404" y="14033"/>
                  <a:pt x="82335" y="13890"/>
                  <a:pt x="82261" y="13746"/>
                </a:cubicBezTo>
                <a:cubicBezTo>
                  <a:pt x="82335" y="13603"/>
                  <a:pt x="82404" y="13385"/>
                  <a:pt x="82478" y="13242"/>
                </a:cubicBezTo>
                <a:close/>
                <a:moveTo>
                  <a:pt x="9377" y="0"/>
                </a:moveTo>
                <a:cubicBezTo>
                  <a:pt x="9022" y="642"/>
                  <a:pt x="8804" y="1861"/>
                  <a:pt x="8592" y="3293"/>
                </a:cubicBezTo>
                <a:lnTo>
                  <a:pt x="8592" y="3293"/>
                </a:lnTo>
                <a:cubicBezTo>
                  <a:pt x="8593" y="3020"/>
                  <a:pt x="8598" y="2698"/>
                  <a:pt x="8661" y="2434"/>
                </a:cubicBezTo>
                <a:lnTo>
                  <a:pt x="8661" y="2434"/>
                </a:lnTo>
                <a:cubicBezTo>
                  <a:pt x="8449" y="2789"/>
                  <a:pt x="8306" y="3293"/>
                  <a:pt x="8163" y="3866"/>
                </a:cubicBezTo>
                <a:cubicBezTo>
                  <a:pt x="8088" y="4009"/>
                  <a:pt x="7945" y="4221"/>
                  <a:pt x="7876" y="4365"/>
                </a:cubicBezTo>
                <a:cubicBezTo>
                  <a:pt x="7802" y="4078"/>
                  <a:pt x="7733" y="3792"/>
                  <a:pt x="7659" y="3580"/>
                </a:cubicBezTo>
                <a:lnTo>
                  <a:pt x="7659" y="3580"/>
                </a:lnTo>
                <a:cubicBezTo>
                  <a:pt x="7733" y="3866"/>
                  <a:pt x="7733" y="4153"/>
                  <a:pt x="7802" y="4508"/>
                </a:cubicBezTo>
                <a:cubicBezTo>
                  <a:pt x="7733" y="4582"/>
                  <a:pt x="7733" y="4651"/>
                  <a:pt x="7659" y="4794"/>
                </a:cubicBezTo>
                <a:cubicBezTo>
                  <a:pt x="7590" y="4869"/>
                  <a:pt x="7590" y="4937"/>
                  <a:pt x="7515" y="5012"/>
                </a:cubicBezTo>
                <a:cubicBezTo>
                  <a:pt x="7515" y="4651"/>
                  <a:pt x="7590" y="4296"/>
                  <a:pt x="7590" y="4009"/>
                </a:cubicBezTo>
                <a:lnTo>
                  <a:pt x="7590" y="4009"/>
                </a:lnTo>
                <a:cubicBezTo>
                  <a:pt x="7447" y="4221"/>
                  <a:pt x="7372" y="4582"/>
                  <a:pt x="7229" y="5012"/>
                </a:cubicBezTo>
                <a:cubicBezTo>
                  <a:pt x="7017" y="3580"/>
                  <a:pt x="6513" y="2005"/>
                  <a:pt x="5797" y="642"/>
                </a:cubicBezTo>
                <a:lnTo>
                  <a:pt x="5797" y="642"/>
                </a:lnTo>
                <a:cubicBezTo>
                  <a:pt x="6084" y="1358"/>
                  <a:pt x="6370" y="2217"/>
                  <a:pt x="6513" y="3219"/>
                </a:cubicBezTo>
                <a:cubicBezTo>
                  <a:pt x="6455" y="3099"/>
                  <a:pt x="6345" y="2930"/>
                  <a:pt x="6267" y="2750"/>
                </a:cubicBezTo>
                <a:lnTo>
                  <a:pt x="6267" y="2750"/>
                </a:lnTo>
                <a:cubicBezTo>
                  <a:pt x="6396" y="3088"/>
                  <a:pt x="6520" y="3477"/>
                  <a:pt x="6588" y="3866"/>
                </a:cubicBezTo>
                <a:cubicBezTo>
                  <a:pt x="6731" y="4508"/>
                  <a:pt x="6799" y="5224"/>
                  <a:pt x="6799" y="5940"/>
                </a:cubicBezTo>
                <a:cubicBezTo>
                  <a:pt x="6799" y="6014"/>
                  <a:pt x="6799" y="6014"/>
                  <a:pt x="6731" y="6083"/>
                </a:cubicBezTo>
                <a:cubicBezTo>
                  <a:pt x="6656" y="6083"/>
                  <a:pt x="6656" y="6014"/>
                  <a:pt x="6656" y="5940"/>
                </a:cubicBezTo>
                <a:lnTo>
                  <a:pt x="6656" y="6157"/>
                </a:lnTo>
                <a:cubicBezTo>
                  <a:pt x="6656" y="6157"/>
                  <a:pt x="6588" y="6226"/>
                  <a:pt x="6588" y="6300"/>
                </a:cubicBezTo>
                <a:cubicBezTo>
                  <a:pt x="6513" y="6226"/>
                  <a:pt x="6513" y="6157"/>
                  <a:pt x="6513" y="6083"/>
                </a:cubicBezTo>
                <a:lnTo>
                  <a:pt x="6513" y="5653"/>
                </a:lnTo>
                <a:lnTo>
                  <a:pt x="6513" y="5510"/>
                </a:lnTo>
                <a:cubicBezTo>
                  <a:pt x="6444" y="5585"/>
                  <a:pt x="6444" y="5728"/>
                  <a:pt x="6370" y="5871"/>
                </a:cubicBezTo>
                <a:cubicBezTo>
                  <a:pt x="6301" y="5728"/>
                  <a:pt x="6158" y="5510"/>
                  <a:pt x="6084" y="5367"/>
                </a:cubicBezTo>
                <a:lnTo>
                  <a:pt x="6084" y="5367"/>
                </a:lnTo>
                <a:lnTo>
                  <a:pt x="6301" y="6014"/>
                </a:lnTo>
                <a:lnTo>
                  <a:pt x="6301" y="6157"/>
                </a:lnTo>
                <a:lnTo>
                  <a:pt x="6084" y="5510"/>
                </a:lnTo>
                <a:lnTo>
                  <a:pt x="6084" y="5367"/>
                </a:lnTo>
                <a:cubicBezTo>
                  <a:pt x="6158" y="4725"/>
                  <a:pt x="6158" y="4009"/>
                  <a:pt x="6227" y="3362"/>
                </a:cubicBezTo>
                <a:lnTo>
                  <a:pt x="6227" y="3362"/>
                </a:lnTo>
                <a:cubicBezTo>
                  <a:pt x="6084" y="3649"/>
                  <a:pt x="5940" y="4153"/>
                  <a:pt x="5797" y="4725"/>
                </a:cubicBezTo>
                <a:lnTo>
                  <a:pt x="5585" y="4078"/>
                </a:lnTo>
                <a:cubicBezTo>
                  <a:pt x="5585" y="4009"/>
                  <a:pt x="5511" y="3935"/>
                  <a:pt x="5511" y="3866"/>
                </a:cubicBezTo>
                <a:cubicBezTo>
                  <a:pt x="5728" y="3437"/>
                  <a:pt x="5872" y="3076"/>
                  <a:pt x="5872" y="3076"/>
                </a:cubicBezTo>
                <a:lnTo>
                  <a:pt x="5872" y="3076"/>
                </a:lnTo>
                <a:cubicBezTo>
                  <a:pt x="5872" y="3076"/>
                  <a:pt x="5654" y="3294"/>
                  <a:pt x="5442" y="3580"/>
                </a:cubicBezTo>
                <a:cubicBezTo>
                  <a:pt x="5382" y="3291"/>
                  <a:pt x="5278" y="3005"/>
                  <a:pt x="5204" y="2717"/>
                </a:cubicBezTo>
                <a:lnTo>
                  <a:pt x="5204" y="2717"/>
                </a:lnTo>
                <a:cubicBezTo>
                  <a:pt x="5255" y="2959"/>
                  <a:pt x="5299" y="3234"/>
                  <a:pt x="5299" y="3505"/>
                </a:cubicBezTo>
                <a:lnTo>
                  <a:pt x="5081" y="3076"/>
                </a:lnTo>
                <a:lnTo>
                  <a:pt x="5299" y="3723"/>
                </a:lnTo>
                <a:cubicBezTo>
                  <a:pt x="5081" y="4078"/>
                  <a:pt x="4795" y="4439"/>
                  <a:pt x="4508" y="4937"/>
                </a:cubicBezTo>
                <a:lnTo>
                  <a:pt x="4508" y="4869"/>
                </a:lnTo>
                <a:cubicBezTo>
                  <a:pt x="4508" y="4794"/>
                  <a:pt x="4440" y="4725"/>
                  <a:pt x="4440" y="4725"/>
                </a:cubicBezTo>
                <a:lnTo>
                  <a:pt x="4440" y="4725"/>
                </a:lnTo>
                <a:cubicBezTo>
                  <a:pt x="4440" y="4794"/>
                  <a:pt x="4508" y="4869"/>
                  <a:pt x="4508" y="5012"/>
                </a:cubicBezTo>
                <a:cubicBezTo>
                  <a:pt x="4440" y="5080"/>
                  <a:pt x="4440" y="5155"/>
                  <a:pt x="4365" y="5298"/>
                </a:cubicBezTo>
                <a:cubicBezTo>
                  <a:pt x="4365" y="5080"/>
                  <a:pt x="4365" y="4937"/>
                  <a:pt x="4440" y="4725"/>
                </a:cubicBezTo>
                <a:cubicBezTo>
                  <a:pt x="4440" y="4153"/>
                  <a:pt x="4508" y="3649"/>
                  <a:pt x="4508" y="3150"/>
                </a:cubicBezTo>
                <a:lnTo>
                  <a:pt x="4508" y="3150"/>
                </a:lnTo>
                <a:cubicBezTo>
                  <a:pt x="4222" y="3723"/>
                  <a:pt x="4010" y="4937"/>
                  <a:pt x="3792" y="6226"/>
                </a:cubicBezTo>
                <a:cubicBezTo>
                  <a:pt x="3792" y="6157"/>
                  <a:pt x="3724" y="6083"/>
                  <a:pt x="3724" y="6014"/>
                </a:cubicBezTo>
                <a:cubicBezTo>
                  <a:pt x="3724" y="5728"/>
                  <a:pt x="3724" y="5510"/>
                  <a:pt x="3792" y="5298"/>
                </a:cubicBezTo>
                <a:lnTo>
                  <a:pt x="3792" y="5298"/>
                </a:lnTo>
                <a:cubicBezTo>
                  <a:pt x="3724" y="5367"/>
                  <a:pt x="3649" y="5510"/>
                  <a:pt x="3581" y="5653"/>
                </a:cubicBezTo>
                <a:lnTo>
                  <a:pt x="3581" y="5585"/>
                </a:lnTo>
                <a:cubicBezTo>
                  <a:pt x="3363" y="5012"/>
                  <a:pt x="3151" y="4508"/>
                  <a:pt x="2790" y="4009"/>
                </a:cubicBezTo>
                <a:lnTo>
                  <a:pt x="2790" y="4009"/>
                </a:lnTo>
                <a:cubicBezTo>
                  <a:pt x="3077" y="4508"/>
                  <a:pt x="3294" y="5155"/>
                  <a:pt x="3437" y="5871"/>
                </a:cubicBezTo>
                <a:cubicBezTo>
                  <a:pt x="3363" y="5940"/>
                  <a:pt x="3363" y="6014"/>
                  <a:pt x="3363" y="6083"/>
                </a:cubicBezTo>
                <a:cubicBezTo>
                  <a:pt x="3294" y="6226"/>
                  <a:pt x="3220" y="6444"/>
                  <a:pt x="3151" y="6587"/>
                </a:cubicBezTo>
                <a:cubicBezTo>
                  <a:pt x="3077" y="5653"/>
                  <a:pt x="2865" y="4508"/>
                  <a:pt x="2435" y="3150"/>
                </a:cubicBezTo>
                <a:lnTo>
                  <a:pt x="2435" y="3150"/>
                </a:lnTo>
                <a:cubicBezTo>
                  <a:pt x="2647" y="3866"/>
                  <a:pt x="2647" y="4869"/>
                  <a:pt x="2647" y="5940"/>
                </a:cubicBezTo>
                <a:cubicBezTo>
                  <a:pt x="2647" y="5871"/>
                  <a:pt x="2578" y="5728"/>
                  <a:pt x="2504" y="5653"/>
                </a:cubicBezTo>
                <a:lnTo>
                  <a:pt x="2504" y="5653"/>
                </a:lnTo>
                <a:cubicBezTo>
                  <a:pt x="2578" y="6014"/>
                  <a:pt x="2578" y="6369"/>
                  <a:pt x="2578" y="6799"/>
                </a:cubicBezTo>
                <a:cubicBezTo>
                  <a:pt x="2504" y="6587"/>
                  <a:pt x="2361" y="6444"/>
                  <a:pt x="2292" y="6226"/>
                </a:cubicBezTo>
                <a:lnTo>
                  <a:pt x="2292" y="6226"/>
                </a:lnTo>
                <a:cubicBezTo>
                  <a:pt x="2361" y="6444"/>
                  <a:pt x="2504" y="6730"/>
                  <a:pt x="2578" y="7016"/>
                </a:cubicBezTo>
                <a:cubicBezTo>
                  <a:pt x="2504" y="7085"/>
                  <a:pt x="2504" y="7160"/>
                  <a:pt x="2504" y="7228"/>
                </a:cubicBezTo>
                <a:cubicBezTo>
                  <a:pt x="2435" y="7303"/>
                  <a:pt x="2435" y="7372"/>
                  <a:pt x="2435" y="7446"/>
                </a:cubicBezTo>
                <a:cubicBezTo>
                  <a:pt x="2217" y="6587"/>
                  <a:pt x="2005" y="5728"/>
                  <a:pt x="1645" y="4937"/>
                </a:cubicBezTo>
                <a:lnTo>
                  <a:pt x="1862" y="2148"/>
                </a:lnTo>
                <a:lnTo>
                  <a:pt x="1862" y="2148"/>
                </a:lnTo>
                <a:cubicBezTo>
                  <a:pt x="1645" y="2578"/>
                  <a:pt x="1433" y="3293"/>
                  <a:pt x="1290" y="4153"/>
                </a:cubicBezTo>
                <a:cubicBezTo>
                  <a:pt x="1215" y="4079"/>
                  <a:pt x="1147" y="4010"/>
                  <a:pt x="1073" y="3869"/>
                </a:cubicBezTo>
                <a:lnTo>
                  <a:pt x="1073" y="3869"/>
                </a:lnTo>
                <a:cubicBezTo>
                  <a:pt x="1147" y="4010"/>
                  <a:pt x="1215" y="4079"/>
                  <a:pt x="1290" y="4221"/>
                </a:cubicBezTo>
                <a:cubicBezTo>
                  <a:pt x="1215" y="4439"/>
                  <a:pt x="1215" y="4651"/>
                  <a:pt x="1146" y="4869"/>
                </a:cubicBezTo>
                <a:cubicBezTo>
                  <a:pt x="1146" y="5012"/>
                  <a:pt x="1072" y="5155"/>
                  <a:pt x="1072" y="5298"/>
                </a:cubicBezTo>
                <a:lnTo>
                  <a:pt x="1003" y="5224"/>
                </a:lnTo>
                <a:lnTo>
                  <a:pt x="1003" y="4937"/>
                </a:lnTo>
                <a:cubicBezTo>
                  <a:pt x="1003" y="5012"/>
                  <a:pt x="1003" y="5080"/>
                  <a:pt x="929" y="5155"/>
                </a:cubicBezTo>
                <a:cubicBezTo>
                  <a:pt x="860" y="5367"/>
                  <a:pt x="717" y="5728"/>
                  <a:pt x="642" y="6083"/>
                </a:cubicBezTo>
                <a:cubicBezTo>
                  <a:pt x="642" y="5871"/>
                  <a:pt x="717" y="5728"/>
                  <a:pt x="717" y="5585"/>
                </a:cubicBezTo>
                <a:lnTo>
                  <a:pt x="717" y="5585"/>
                </a:lnTo>
                <a:cubicBezTo>
                  <a:pt x="642" y="5728"/>
                  <a:pt x="499" y="5940"/>
                  <a:pt x="430" y="6157"/>
                </a:cubicBezTo>
                <a:cubicBezTo>
                  <a:pt x="430" y="6014"/>
                  <a:pt x="356" y="5871"/>
                  <a:pt x="287" y="5796"/>
                </a:cubicBezTo>
                <a:lnTo>
                  <a:pt x="287" y="6083"/>
                </a:lnTo>
                <a:lnTo>
                  <a:pt x="287" y="6512"/>
                </a:lnTo>
                <a:cubicBezTo>
                  <a:pt x="287" y="6444"/>
                  <a:pt x="213" y="6369"/>
                  <a:pt x="144" y="6300"/>
                </a:cubicBezTo>
                <a:lnTo>
                  <a:pt x="144" y="6300"/>
                </a:lnTo>
                <a:cubicBezTo>
                  <a:pt x="213" y="6369"/>
                  <a:pt x="287" y="6512"/>
                  <a:pt x="287" y="6587"/>
                </a:cubicBezTo>
                <a:lnTo>
                  <a:pt x="287" y="6799"/>
                </a:lnTo>
                <a:cubicBezTo>
                  <a:pt x="287" y="6942"/>
                  <a:pt x="213" y="7016"/>
                  <a:pt x="213" y="7160"/>
                </a:cubicBezTo>
                <a:lnTo>
                  <a:pt x="1" y="6730"/>
                </a:lnTo>
                <a:lnTo>
                  <a:pt x="1" y="6799"/>
                </a:lnTo>
                <a:cubicBezTo>
                  <a:pt x="70" y="6942"/>
                  <a:pt x="144" y="7160"/>
                  <a:pt x="213" y="7303"/>
                </a:cubicBezTo>
                <a:cubicBezTo>
                  <a:pt x="144" y="7732"/>
                  <a:pt x="70" y="8087"/>
                  <a:pt x="1" y="8517"/>
                </a:cubicBezTo>
                <a:lnTo>
                  <a:pt x="1" y="15321"/>
                </a:lnTo>
                <a:lnTo>
                  <a:pt x="116197" y="15321"/>
                </a:lnTo>
                <a:lnTo>
                  <a:pt x="116197" y="9090"/>
                </a:lnTo>
                <a:cubicBezTo>
                  <a:pt x="116197" y="8878"/>
                  <a:pt x="116128" y="8735"/>
                  <a:pt x="116053" y="8517"/>
                </a:cubicBezTo>
                <a:cubicBezTo>
                  <a:pt x="116053" y="8374"/>
                  <a:pt x="116053" y="8305"/>
                  <a:pt x="115985" y="8162"/>
                </a:cubicBezTo>
                <a:cubicBezTo>
                  <a:pt x="116053" y="8019"/>
                  <a:pt x="116128" y="7876"/>
                  <a:pt x="116197" y="7658"/>
                </a:cubicBezTo>
                <a:lnTo>
                  <a:pt x="116197" y="6656"/>
                </a:lnTo>
                <a:cubicBezTo>
                  <a:pt x="116053" y="6799"/>
                  <a:pt x="115910" y="7016"/>
                  <a:pt x="115767" y="7228"/>
                </a:cubicBezTo>
                <a:cubicBezTo>
                  <a:pt x="115624" y="6730"/>
                  <a:pt x="115481" y="6300"/>
                  <a:pt x="115269" y="5728"/>
                </a:cubicBezTo>
                <a:lnTo>
                  <a:pt x="115269" y="5728"/>
                </a:lnTo>
                <a:cubicBezTo>
                  <a:pt x="115412" y="6226"/>
                  <a:pt x="115481" y="6942"/>
                  <a:pt x="115481" y="7658"/>
                </a:cubicBezTo>
                <a:cubicBezTo>
                  <a:pt x="115412" y="7801"/>
                  <a:pt x="115337" y="8019"/>
                  <a:pt x="115269" y="8162"/>
                </a:cubicBezTo>
                <a:cubicBezTo>
                  <a:pt x="115269" y="8231"/>
                  <a:pt x="115269" y="8305"/>
                  <a:pt x="115194" y="8374"/>
                </a:cubicBezTo>
                <a:cubicBezTo>
                  <a:pt x="115194" y="8448"/>
                  <a:pt x="115051" y="8517"/>
                  <a:pt x="114839" y="8735"/>
                </a:cubicBezTo>
                <a:lnTo>
                  <a:pt x="114839" y="8660"/>
                </a:lnTo>
                <a:cubicBezTo>
                  <a:pt x="114908" y="7732"/>
                  <a:pt x="114982" y="6656"/>
                  <a:pt x="115126" y="5585"/>
                </a:cubicBezTo>
                <a:lnTo>
                  <a:pt x="115126" y="5585"/>
                </a:lnTo>
                <a:cubicBezTo>
                  <a:pt x="114696" y="6226"/>
                  <a:pt x="114410" y="7801"/>
                  <a:pt x="114192" y="9233"/>
                </a:cubicBezTo>
                <a:cubicBezTo>
                  <a:pt x="114123" y="8374"/>
                  <a:pt x="113906" y="7228"/>
                  <a:pt x="113333" y="5796"/>
                </a:cubicBezTo>
                <a:lnTo>
                  <a:pt x="113333" y="5796"/>
                </a:lnTo>
                <a:cubicBezTo>
                  <a:pt x="113550" y="6656"/>
                  <a:pt x="113619" y="7876"/>
                  <a:pt x="113619" y="8947"/>
                </a:cubicBezTo>
                <a:cubicBezTo>
                  <a:pt x="113476" y="9090"/>
                  <a:pt x="113407" y="9307"/>
                  <a:pt x="113333" y="9594"/>
                </a:cubicBezTo>
                <a:cubicBezTo>
                  <a:pt x="113333" y="9519"/>
                  <a:pt x="113264" y="9451"/>
                  <a:pt x="113264" y="9376"/>
                </a:cubicBezTo>
                <a:cubicBezTo>
                  <a:pt x="113190" y="9021"/>
                  <a:pt x="113121" y="8735"/>
                  <a:pt x="112978" y="8448"/>
                </a:cubicBezTo>
                <a:cubicBezTo>
                  <a:pt x="112760" y="7801"/>
                  <a:pt x="112474" y="7160"/>
                  <a:pt x="112044" y="6587"/>
                </a:cubicBezTo>
                <a:cubicBezTo>
                  <a:pt x="112044" y="6226"/>
                  <a:pt x="112119" y="5940"/>
                  <a:pt x="112119" y="5585"/>
                </a:cubicBezTo>
                <a:lnTo>
                  <a:pt x="112119" y="5585"/>
                </a:lnTo>
                <a:cubicBezTo>
                  <a:pt x="111758" y="6157"/>
                  <a:pt x="111546" y="7302"/>
                  <a:pt x="111328" y="8448"/>
                </a:cubicBezTo>
                <a:lnTo>
                  <a:pt x="111328" y="8448"/>
                </a:lnTo>
                <a:cubicBezTo>
                  <a:pt x="111329" y="8246"/>
                  <a:pt x="111336" y="7996"/>
                  <a:pt x="111403" y="7801"/>
                </a:cubicBezTo>
                <a:lnTo>
                  <a:pt x="111403" y="7801"/>
                </a:lnTo>
                <a:cubicBezTo>
                  <a:pt x="111259" y="8019"/>
                  <a:pt x="111116" y="8305"/>
                  <a:pt x="111042" y="8591"/>
                </a:cubicBezTo>
                <a:cubicBezTo>
                  <a:pt x="110973" y="8517"/>
                  <a:pt x="110899" y="8448"/>
                  <a:pt x="110830" y="8305"/>
                </a:cubicBezTo>
                <a:lnTo>
                  <a:pt x="110830" y="8305"/>
                </a:lnTo>
                <a:cubicBezTo>
                  <a:pt x="110830" y="8517"/>
                  <a:pt x="110830" y="8735"/>
                  <a:pt x="110899" y="8947"/>
                </a:cubicBezTo>
                <a:cubicBezTo>
                  <a:pt x="110687" y="9164"/>
                  <a:pt x="110400" y="9451"/>
                  <a:pt x="110183" y="9737"/>
                </a:cubicBezTo>
                <a:cubicBezTo>
                  <a:pt x="110114" y="9376"/>
                  <a:pt x="110039" y="9021"/>
                  <a:pt x="109896" y="8591"/>
                </a:cubicBezTo>
                <a:cubicBezTo>
                  <a:pt x="109971" y="7732"/>
                  <a:pt x="110039" y="6730"/>
                  <a:pt x="110114" y="5653"/>
                </a:cubicBezTo>
                <a:lnTo>
                  <a:pt x="110114" y="5653"/>
                </a:lnTo>
                <a:cubicBezTo>
                  <a:pt x="109896" y="6083"/>
                  <a:pt x="109684" y="6799"/>
                  <a:pt x="109541" y="7658"/>
                </a:cubicBezTo>
                <a:cubicBezTo>
                  <a:pt x="109255" y="7228"/>
                  <a:pt x="109037" y="6730"/>
                  <a:pt x="108682" y="6300"/>
                </a:cubicBezTo>
                <a:lnTo>
                  <a:pt x="108682" y="6300"/>
                </a:lnTo>
                <a:cubicBezTo>
                  <a:pt x="109037" y="6873"/>
                  <a:pt x="109255" y="7515"/>
                  <a:pt x="109398" y="8231"/>
                </a:cubicBezTo>
                <a:cubicBezTo>
                  <a:pt x="109324" y="8878"/>
                  <a:pt x="109180" y="9663"/>
                  <a:pt x="109112" y="10310"/>
                </a:cubicBezTo>
                <a:cubicBezTo>
                  <a:pt x="109037" y="10092"/>
                  <a:pt x="108894" y="9949"/>
                  <a:pt x="108751" y="9737"/>
                </a:cubicBezTo>
                <a:cubicBezTo>
                  <a:pt x="108968" y="9308"/>
                  <a:pt x="109180" y="8947"/>
                  <a:pt x="109180" y="8947"/>
                </a:cubicBezTo>
                <a:lnTo>
                  <a:pt x="109180" y="8947"/>
                </a:lnTo>
                <a:cubicBezTo>
                  <a:pt x="109180" y="8947"/>
                  <a:pt x="108894" y="9164"/>
                  <a:pt x="108608" y="9519"/>
                </a:cubicBezTo>
                <a:cubicBezTo>
                  <a:pt x="108539" y="9376"/>
                  <a:pt x="108464" y="9164"/>
                  <a:pt x="108396" y="8947"/>
                </a:cubicBezTo>
                <a:lnTo>
                  <a:pt x="108396" y="8947"/>
                </a:lnTo>
                <a:cubicBezTo>
                  <a:pt x="108396" y="9090"/>
                  <a:pt x="108464" y="9233"/>
                  <a:pt x="108464" y="9376"/>
                </a:cubicBezTo>
                <a:cubicBezTo>
                  <a:pt x="108464" y="9307"/>
                  <a:pt x="108396" y="9233"/>
                  <a:pt x="108396" y="9164"/>
                </a:cubicBezTo>
                <a:lnTo>
                  <a:pt x="108396" y="9090"/>
                </a:lnTo>
                <a:cubicBezTo>
                  <a:pt x="108396" y="9090"/>
                  <a:pt x="108321" y="9090"/>
                  <a:pt x="108321" y="9164"/>
                </a:cubicBezTo>
                <a:lnTo>
                  <a:pt x="107892" y="8517"/>
                </a:lnTo>
                <a:lnTo>
                  <a:pt x="107892" y="8517"/>
                </a:lnTo>
                <a:cubicBezTo>
                  <a:pt x="108035" y="8735"/>
                  <a:pt x="108178" y="9021"/>
                  <a:pt x="108252" y="9233"/>
                </a:cubicBezTo>
                <a:cubicBezTo>
                  <a:pt x="108178" y="9376"/>
                  <a:pt x="108178" y="9519"/>
                  <a:pt x="108109" y="9663"/>
                </a:cubicBezTo>
                <a:cubicBezTo>
                  <a:pt x="108035" y="9307"/>
                  <a:pt x="107892" y="9021"/>
                  <a:pt x="107823" y="8660"/>
                </a:cubicBezTo>
                <a:cubicBezTo>
                  <a:pt x="107536" y="7944"/>
                  <a:pt x="107176" y="7085"/>
                  <a:pt x="106603" y="6369"/>
                </a:cubicBezTo>
                <a:lnTo>
                  <a:pt x="106603" y="6369"/>
                </a:lnTo>
                <a:cubicBezTo>
                  <a:pt x="107032" y="7160"/>
                  <a:pt x="107319" y="8162"/>
                  <a:pt x="107536" y="9233"/>
                </a:cubicBezTo>
                <a:cubicBezTo>
                  <a:pt x="107319" y="9806"/>
                  <a:pt x="107176" y="10522"/>
                  <a:pt x="107032" y="11312"/>
                </a:cubicBezTo>
                <a:cubicBezTo>
                  <a:pt x="106964" y="11238"/>
                  <a:pt x="106964" y="11169"/>
                  <a:pt x="106964" y="11094"/>
                </a:cubicBezTo>
                <a:lnTo>
                  <a:pt x="106964" y="10808"/>
                </a:lnTo>
                <a:cubicBezTo>
                  <a:pt x="106964" y="10596"/>
                  <a:pt x="107032" y="10378"/>
                  <a:pt x="107032" y="10167"/>
                </a:cubicBezTo>
                <a:lnTo>
                  <a:pt x="107032" y="10167"/>
                </a:lnTo>
                <a:cubicBezTo>
                  <a:pt x="106964" y="10235"/>
                  <a:pt x="106821" y="10453"/>
                  <a:pt x="106746" y="10665"/>
                </a:cubicBezTo>
                <a:lnTo>
                  <a:pt x="106746" y="10596"/>
                </a:lnTo>
                <a:cubicBezTo>
                  <a:pt x="107032" y="10092"/>
                  <a:pt x="107250" y="9737"/>
                  <a:pt x="107250" y="9737"/>
                </a:cubicBezTo>
                <a:lnTo>
                  <a:pt x="107250" y="9737"/>
                </a:lnTo>
                <a:cubicBezTo>
                  <a:pt x="107250" y="9737"/>
                  <a:pt x="106964" y="9949"/>
                  <a:pt x="106603" y="10310"/>
                </a:cubicBezTo>
                <a:lnTo>
                  <a:pt x="106460" y="10453"/>
                </a:lnTo>
                <a:lnTo>
                  <a:pt x="106173" y="10739"/>
                </a:lnTo>
                <a:cubicBezTo>
                  <a:pt x="106030" y="10310"/>
                  <a:pt x="105887" y="9806"/>
                  <a:pt x="105675" y="9233"/>
                </a:cubicBezTo>
                <a:lnTo>
                  <a:pt x="105675" y="9233"/>
                </a:lnTo>
                <a:cubicBezTo>
                  <a:pt x="105744" y="9594"/>
                  <a:pt x="105818" y="10092"/>
                  <a:pt x="105887" y="10522"/>
                </a:cubicBezTo>
                <a:cubicBezTo>
                  <a:pt x="105887" y="10596"/>
                  <a:pt x="105818" y="10665"/>
                  <a:pt x="105818" y="10665"/>
                </a:cubicBezTo>
                <a:cubicBezTo>
                  <a:pt x="105675" y="10453"/>
                  <a:pt x="105532" y="10167"/>
                  <a:pt x="105314" y="9949"/>
                </a:cubicBezTo>
                <a:cubicBezTo>
                  <a:pt x="105314" y="9594"/>
                  <a:pt x="105389" y="9307"/>
                  <a:pt x="105389" y="8947"/>
                </a:cubicBezTo>
                <a:lnTo>
                  <a:pt x="105389" y="8947"/>
                </a:lnTo>
                <a:cubicBezTo>
                  <a:pt x="105245" y="9233"/>
                  <a:pt x="105102" y="9663"/>
                  <a:pt x="104959" y="10235"/>
                </a:cubicBezTo>
                <a:cubicBezTo>
                  <a:pt x="104885" y="10235"/>
                  <a:pt x="104885" y="10310"/>
                  <a:pt x="104741" y="10378"/>
                </a:cubicBezTo>
                <a:cubicBezTo>
                  <a:pt x="104741" y="10310"/>
                  <a:pt x="104673" y="10235"/>
                  <a:pt x="104673" y="10167"/>
                </a:cubicBezTo>
                <a:cubicBezTo>
                  <a:pt x="105102" y="9164"/>
                  <a:pt x="105675" y="8231"/>
                  <a:pt x="105675" y="8231"/>
                </a:cubicBezTo>
                <a:lnTo>
                  <a:pt x="105675" y="8231"/>
                </a:lnTo>
                <a:cubicBezTo>
                  <a:pt x="105675" y="8231"/>
                  <a:pt x="104885" y="8878"/>
                  <a:pt x="104312" y="9663"/>
                </a:cubicBezTo>
                <a:lnTo>
                  <a:pt x="104243" y="9594"/>
                </a:lnTo>
                <a:lnTo>
                  <a:pt x="104243" y="9594"/>
                </a:lnTo>
                <a:cubicBezTo>
                  <a:pt x="104243" y="9663"/>
                  <a:pt x="104243" y="9663"/>
                  <a:pt x="104312" y="9737"/>
                </a:cubicBezTo>
                <a:cubicBezTo>
                  <a:pt x="104243" y="9737"/>
                  <a:pt x="104243" y="9806"/>
                  <a:pt x="104243" y="9806"/>
                </a:cubicBezTo>
                <a:lnTo>
                  <a:pt x="104243" y="9594"/>
                </a:lnTo>
                <a:cubicBezTo>
                  <a:pt x="104243" y="9233"/>
                  <a:pt x="104312" y="8803"/>
                  <a:pt x="104312" y="8448"/>
                </a:cubicBezTo>
                <a:lnTo>
                  <a:pt x="104312" y="8448"/>
                </a:lnTo>
                <a:cubicBezTo>
                  <a:pt x="104100" y="8878"/>
                  <a:pt x="103882" y="9594"/>
                  <a:pt x="103739" y="10310"/>
                </a:cubicBezTo>
                <a:cubicBezTo>
                  <a:pt x="103670" y="10167"/>
                  <a:pt x="103596" y="10092"/>
                  <a:pt x="103527" y="9949"/>
                </a:cubicBezTo>
                <a:lnTo>
                  <a:pt x="103527" y="9949"/>
                </a:lnTo>
                <a:cubicBezTo>
                  <a:pt x="103596" y="10092"/>
                  <a:pt x="103670" y="10310"/>
                  <a:pt x="103670" y="10522"/>
                </a:cubicBezTo>
                <a:cubicBezTo>
                  <a:pt x="103670" y="10665"/>
                  <a:pt x="103596" y="10808"/>
                  <a:pt x="103596" y="11026"/>
                </a:cubicBezTo>
                <a:cubicBezTo>
                  <a:pt x="103527" y="11169"/>
                  <a:pt x="103527" y="11312"/>
                  <a:pt x="103527" y="11381"/>
                </a:cubicBezTo>
                <a:cubicBezTo>
                  <a:pt x="103453" y="11381"/>
                  <a:pt x="103453" y="11312"/>
                  <a:pt x="103453" y="11312"/>
                </a:cubicBezTo>
                <a:lnTo>
                  <a:pt x="103453" y="11598"/>
                </a:lnTo>
                <a:lnTo>
                  <a:pt x="103453" y="11667"/>
                </a:lnTo>
                <a:cubicBezTo>
                  <a:pt x="103384" y="11598"/>
                  <a:pt x="103310" y="11455"/>
                  <a:pt x="103241" y="11381"/>
                </a:cubicBezTo>
                <a:lnTo>
                  <a:pt x="103241" y="11312"/>
                </a:lnTo>
                <a:lnTo>
                  <a:pt x="103241" y="10808"/>
                </a:lnTo>
                <a:cubicBezTo>
                  <a:pt x="103310" y="10522"/>
                  <a:pt x="103310" y="10310"/>
                  <a:pt x="103310" y="10092"/>
                </a:cubicBezTo>
                <a:lnTo>
                  <a:pt x="103310" y="10092"/>
                </a:lnTo>
                <a:cubicBezTo>
                  <a:pt x="103166" y="10235"/>
                  <a:pt x="103098" y="10522"/>
                  <a:pt x="102954" y="10808"/>
                </a:cubicBezTo>
                <a:cubicBezTo>
                  <a:pt x="102954" y="10739"/>
                  <a:pt x="102880" y="10665"/>
                  <a:pt x="102880" y="10665"/>
                </a:cubicBezTo>
                <a:cubicBezTo>
                  <a:pt x="103098" y="10167"/>
                  <a:pt x="103309" y="9806"/>
                  <a:pt x="103310" y="9806"/>
                </a:cubicBezTo>
                <a:lnTo>
                  <a:pt x="103310" y="9806"/>
                </a:lnTo>
                <a:cubicBezTo>
                  <a:pt x="103309" y="9806"/>
                  <a:pt x="103023" y="10023"/>
                  <a:pt x="102737" y="10378"/>
                </a:cubicBezTo>
                <a:cubicBezTo>
                  <a:pt x="102737" y="9949"/>
                  <a:pt x="102811" y="9594"/>
                  <a:pt x="102811" y="9164"/>
                </a:cubicBezTo>
                <a:lnTo>
                  <a:pt x="102811" y="9164"/>
                </a:lnTo>
                <a:cubicBezTo>
                  <a:pt x="102737" y="9233"/>
                  <a:pt x="102668" y="9376"/>
                  <a:pt x="102594" y="9594"/>
                </a:cubicBezTo>
                <a:cubicBezTo>
                  <a:pt x="102594" y="9594"/>
                  <a:pt x="102450" y="9663"/>
                  <a:pt x="102307" y="9806"/>
                </a:cubicBezTo>
                <a:cubicBezTo>
                  <a:pt x="102164" y="9376"/>
                  <a:pt x="102021" y="8878"/>
                  <a:pt x="101809" y="8374"/>
                </a:cubicBezTo>
                <a:lnTo>
                  <a:pt x="101809" y="8374"/>
                </a:lnTo>
                <a:cubicBezTo>
                  <a:pt x="101952" y="8878"/>
                  <a:pt x="102021" y="9451"/>
                  <a:pt x="102095" y="10092"/>
                </a:cubicBezTo>
                <a:cubicBezTo>
                  <a:pt x="101952" y="10235"/>
                  <a:pt x="101809" y="10378"/>
                  <a:pt x="101666" y="10596"/>
                </a:cubicBezTo>
                <a:cubicBezTo>
                  <a:pt x="101448" y="10092"/>
                  <a:pt x="101162" y="9594"/>
                  <a:pt x="100807" y="9164"/>
                </a:cubicBezTo>
                <a:lnTo>
                  <a:pt x="100807" y="9164"/>
                </a:lnTo>
                <a:cubicBezTo>
                  <a:pt x="101018" y="9519"/>
                  <a:pt x="101162" y="10023"/>
                  <a:pt x="101379" y="10453"/>
                </a:cubicBezTo>
                <a:cubicBezTo>
                  <a:pt x="101305" y="10522"/>
                  <a:pt x="101305" y="10522"/>
                  <a:pt x="101162" y="10596"/>
                </a:cubicBezTo>
                <a:cubicBezTo>
                  <a:pt x="101093" y="10739"/>
                  <a:pt x="100950" y="10883"/>
                  <a:pt x="100807" y="10951"/>
                </a:cubicBezTo>
                <a:lnTo>
                  <a:pt x="100589" y="11169"/>
                </a:lnTo>
                <a:cubicBezTo>
                  <a:pt x="100589" y="11094"/>
                  <a:pt x="100520" y="11026"/>
                  <a:pt x="100520" y="10951"/>
                </a:cubicBezTo>
                <a:cubicBezTo>
                  <a:pt x="100520" y="10596"/>
                  <a:pt x="100520" y="10235"/>
                  <a:pt x="100589" y="9880"/>
                </a:cubicBezTo>
                <a:lnTo>
                  <a:pt x="100589" y="9880"/>
                </a:lnTo>
                <a:cubicBezTo>
                  <a:pt x="100446" y="10023"/>
                  <a:pt x="100377" y="10310"/>
                  <a:pt x="100303" y="10596"/>
                </a:cubicBezTo>
                <a:cubicBezTo>
                  <a:pt x="100091" y="10310"/>
                  <a:pt x="99947" y="10023"/>
                  <a:pt x="99730" y="9737"/>
                </a:cubicBezTo>
                <a:lnTo>
                  <a:pt x="99730" y="9737"/>
                </a:lnTo>
                <a:cubicBezTo>
                  <a:pt x="99873" y="10092"/>
                  <a:pt x="100091" y="10453"/>
                  <a:pt x="100234" y="10808"/>
                </a:cubicBezTo>
                <a:lnTo>
                  <a:pt x="100159" y="10883"/>
                </a:lnTo>
                <a:cubicBezTo>
                  <a:pt x="100091" y="10596"/>
                  <a:pt x="99947" y="10310"/>
                  <a:pt x="99804" y="9949"/>
                </a:cubicBezTo>
                <a:lnTo>
                  <a:pt x="99804" y="9949"/>
                </a:lnTo>
                <a:cubicBezTo>
                  <a:pt x="99947" y="10310"/>
                  <a:pt x="99947" y="10665"/>
                  <a:pt x="100016" y="11026"/>
                </a:cubicBezTo>
                <a:cubicBezTo>
                  <a:pt x="99947" y="10951"/>
                  <a:pt x="99873" y="10808"/>
                  <a:pt x="99804" y="10739"/>
                </a:cubicBezTo>
                <a:lnTo>
                  <a:pt x="99804" y="10739"/>
                </a:lnTo>
                <a:lnTo>
                  <a:pt x="100016" y="11169"/>
                </a:lnTo>
                <a:lnTo>
                  <a:pt x="100016" y="11312"/>
                </a:lnTo>
                <a:cubicBezTo>
                  <a:pt x="99947" y="11169"/>
                  <a:pt x="99873" y="11094"/>
                  <a:pt x="99804" y="11026"/>
                </a:cubicBezTo>
                <a:lnTo>
                  <a:pt x="99804" y="11026"/>
                </a:lnTo>
                <a:cubicBezTo>
                  <a:pt x="99873" y="11095"/>
                  <a:pt x="99947" y="11238"/>
                  <a:pt x="100016" y="11381"/>
                </a:cubicBezTo>
                <a:lnTo>
                  <a:pt x="100016" y="11524"/>
                </a:lnTo>
                <a:cubicBezTo>
                  <a:pt x="99947" y="11524"/>
                  <a:pt x="99947" y="11455"/>
                  <a:pt x="99873" y="11381"/>
                </a:cubicBezTo>
                <a:lnTo>
                  <a:pt x="99873" y="11381"/>
                </a:lnTo>
                <a:cubicBezTo>
                  <a:pt x="99873" y="11455"/>
                  <a:pt x="99947" y="11524"/>
                  <a:pt x="100016" y="11598"/>
                </a:cubicBezTo>
                <a:cubicBezTo>
                  <a:pt x="99947" y="11742"/>
                  <a:pt x="99947" y="11810"/>
                  <a:pt x="99947" y="11954"/>
                </a:cubicBezTo>
                <a:lnTo>
                  <a:pt x="99873" y="11954"/>
                </a:lnTo>
                <a:cubicBezTo>
                  <a:pt x="99804" y="11524"/>
                  <a:pt x="99730" y="11094"/>
                  <a:pt x="99375" y="10739"/>
                </a:cubicBezTo>
                <a:lnTo>
                  <a:pt x="99375" y="10739"/>
                </a:lnTo>
                <a:cubicBezTo>
                  <a:pt x="99443" y="11026"/>
                  <a:pt x="99443" y="11381"/>
                  <a:pt x="99443" y="11742"/>
                </a:cubicBezTo>
                <a:cubicBezTo>
                  <a:pt x="99443" y="11598"/>
                  <a:pt x="99375" y="11455"/>
                  <a:pt x="99375" y="11312"/>
                </a:cubicBezTo>
                <a:lnTo>
                  <a:pt x="99375" y="11169"/>
                </a:lnTo>
                <a:cubicBezTo>
                  <a:pt x="99375" y="11169"/>
                  <a:pt x="99300" y="11169"/>
                  <a:pt x="99300" y="11238"/>
                </a:cubicBezTo>
                <a:lnTo>
                  <a:pt x="99088" y="10378"/>
                </a:lnTo>
                <a:cubicBezTo>
                  <a:pt x="99231" y="10167"/>
                  <a:pt x="99300" y="9949"/>
                  <a:pt x="99300" y="9949"/>
                </a:cubicBezTo>
                <a:lnTo>
                  <a:pt x="99300" y="9949"/>
                </a:lnTo>
                <a:cubicBezTo>
                  <a:pt x="99300" y="9949"/>
                  <a:pt x="99231" y="10092"/>
                  <a:pt x="99014" y="10235"/>
                </a:cubicBezTo>
                <a:lnTo>
                  <a:pt x="99804" y="8660"/>
                </a:lnTo>
                <a:lnTo>
                  <a:pt x="99804" y="8660"/>
                </a:lnTo>
                <a:cubicBezTo>
                  <a:pt x="99804" y="8660"/>
                  <a:pt x="99300" y="9090"/>
                  <a:pt x="98802" y="9737"/>
                </a:cubicBezTo>
                <a:cubicBezTo>
                  <a:pt x="98727" y="9806"/>
                  <a:pt x="98659" y="9949"/>
                  <a:pt x="98584" y="10023"/>
                </a:cubicBezTo>
                <a:cubicBezTo>
                  <a:pt x="98658" y="9459"/>
                  <a:pt x="98725" y="8895"/>
                  <a:pt x="98727" y="8259"/>
                </a:cubicBezTo>
                <a:lnTo>
                  <a:pt x="98727" y="8259"/>
                </a:lnTo>
                <a:cubicBezTo>
                  <a:pt x="98777" y="8150"/>
                  <a:pt x="98802" y="8088"/>
                  <a:pt x="98802" y="8087"/>
                </a:cubicBezTo>
                <a:lnTo>
                  <a:pt x="98802" y="8087"/>
                </a:lnTo>
                <a:cubicBezTo>
                  <a:pt x="98802" y="8088"/>
                  <a:pt x="97370" y="9451"/>
                  <a:pt x="96940" y="10665"/>
                </a:cubicBezTo>
                <a:lnTo>
                  <a:pt x="96940" y="10378"/>
                </a:lnTo>
                <a:cubicBezTo>
                  <a:pt x="97152" y="10023"/>
                  <a:pt x="97295" y="9737"/>
                  <a:pt x="97296" y="9737"/>
                </a:cubicBezTo>
                <a:lnTo>
                  <a:pt x="97296" y="9737"/>
                </a:lnTo>
                <a:lnTo>
                  <a:pt x="97009" y="10023"/>
                </a:lnTo>
                <a:lnTo>
                  <a:pt x="97009" y="9880"/>
                </a:lnTo>
                <a:cubicBezTo>
                  <a:pt x="96940" y="9949"/>
                  <a:pt x="96866" y="10092"/>
                  <a:pt x="96866" y="10167"/>
                </a:cubicBezTo>
                <a:cubicBezTo>
                  <a:pt x="96797" y="10235"/>
                  <a:pt x="96797" y="10235"/>
                  <a:pt x="96723" y="10235"/>
                </a:cubicBezTo>
                <a:cubicBezTo>
                  <a:pt x="96866" y="10092"/>
                  <a:pt x="97009" y="9737"/>
                  <a:pt x="97009" y="9737"/>
                </a:cubicBezTo>
                <a:lnTo>
                  <a:pt x="97009" y="9737"/>
                </a:lnTo>
                <a:lnTo>
                  <a:pt x="96293" y="10453"/>
                </a:lnTo>
                <a:cubicBezTo>
                  <a:pt x="96150" y="9949"/>
                  <a:pt x="96007" y="9376"/>
                  <a:pt x="95795" y="8803"/>
                </a:cubicBezTo>
                <a:lnTo>
                  <a:pt x="95795" y="8803"/>
                </a:lnTo>
                <a:cubicBezTo>
                  <a:pt x="95864" y="9090"/>
                  <a:pt x="95938" y="9451"/>
                  <a:pt x="95938" y="9880"/>
                </a:cubicBezTo>
                <a:cubicBezTo>
                  <a:pt x="95795" y="9519"/>
                  <a:pt x="95577" y="9164"/>
                  <a:pt x="95365" y="8878"/>
                </a:cubicBezTo>
                <a:lnTo>
                  <a:pt x="95365" y="8878"/>
                </a:lnTo>
                <a:cubicBezTo>
                  <a:pt x="95652" y="9376"/>
                  <a:pt x="95864" y="10023"/>
                  <a:pt x="96007" y="10665"/>
                </a:cubicBezTo>
                <a:cubicBezTo>
                  <a:pt x="96081" y="10665"/>
                  <a:pt x="96081" y="10665"/>
                  <a:pt x="96081" y="10739"/>
                </a:cubicBezTo>
                <a:cubicBezTo>
                  <a:pt x="95938" y="10808"/>
                  <a:pt x="95864" y="10951"/>
                  <a:pt x="95795" y="11026"/>
                </a:cubicBezTo>
                <a:cubicBezTo>
                  <a:pt x="95720" y="10739"/>
                  <a:pt x="95652" y="10453"/>
                  <a:pt x="95577" y="10092"/>
                </a:cubicBezTo>
                <a:cubicBezTo>
                  <a:pt x="95577" y="9949"/>
                  <a:pt x="95577" y="9737"/>
                  <a:pt x="95652" y="9519"/>
                </a:cubicBezTo>
                <a:lnTo>
                  <a:pt x="95652" y="9519"/>
                </a:lnTo>
                <a:cubicBezTo>
                  <a:pt x="95577" y="9594"/>
                  <a:pt x="95509" y="9663"/>
                  <a:pt x="95509" y="9806"/>
                </a:cubicBezTo>
                <a:cubicBezTo>
                  <a:pt x="95365" y="9307"/>
                  <a:pt x="95222" y="8735"/>
                  <a:pt x="94936" y="8162"/>
                </a:cubicBezTo>
                <a:lnTo>
                  <a:pt x="94936" y="8162"/>
                </a:lnTo>
                <a:cubicBezTo>
                  <a:pt x="95148" y="8735"/>
                  <a:pt x="95222" y="9451"/>
                  <a:pt x="95222" y="10167"/>
                </a:cubicBezTo>
                <a:lnTo>
                  <a:pt x="95222" y="10235"/>
                </a:lnTo>
                <a:lnTo>
                  <a:pt x="95222" y="10453"/>
                </a:lnTo>
                <a:cubicBezTo>
                  <a:pt x="95148" y="10665"/>
                  <a:pt x="95148" y="10808"/>
                  <a:pt x="95079" y="10951"/>
                </a:cubicBezTo>
                <a:cubicBezTo>
                  <a:pt x="95005" y="10883"/>
                  <a:pt x="95005" y="10739"/>
                  <a:pt x="94936" y="10596"/>
                </a:cubicBezTo>
                <a:lnTo>
                  <a:pt x="94936" y="10596"/>
                </a:lnTo>
                <a:cubicBezTo>
                  <a:pt x="95005" y="10740"/>
                  <a:pt x="95005" y="10951"/>
                  <a:pt x="95079" y="11169"/>
                </a:cubicBezTo>
                <a:cubicBezTo>
                  <a:pt x="95005" y="11238"/>
                  <a:pt x="95005" y="11381"/>
                  <a:pt x="95005" y="11455"/>
                </a:cubicBezTo>
                <a:cubicBezTo>
                  <a:pt x="94970" y="11490"/>
                  <a:pt x="94953" y="11490"/>
                  <a:pt x="94935" y="11490"/>
                </a:cubicBezTo>
                <a:cubicBezTo>
                  <a:pt x="94917" y="11490"/>
                  <a:pt x="94899" y="11490"/>
                  <a:pt x="94861" y="11524"/>
                </a:cubicBezTo>
                <a:lnTo>
                  <a:pt x="94793" y="11455"/>
                </a:lnTo>
                <a:lnTo>
                  <a:pt x="94936" y="11312"/>
                </a:lnTo>
                <a:lnTo>
                  <a:pt x="94793" y="11381"/>
                </a:lnTo>
                <a:cubicBezTo>
                  <a:pt x="94649" y="11238"/>
                  <a:pt x="94506" y="11026"/>
                  <a:pt x="94363" y="10883"/>
                </a:cubicBezTo>
                <a:lnTo>
                  <a:pt x="94363" y="10883"/>
                </a:lnTo>
                <a:cubicBezTo>
                  <a:pt x="94506" y="11094"/>
                  <a:pt x="94575" y="11238"/>
                  <a:pt x="94718" y="11455"/>
                </a:cubicBezTo>
                <a:lnTo>
                  <a:pt x="94649" y="11524"/>
                </a:lnTo>
                <a:cubicBezTo>
                  <a:pt x="94506" y="11381"/>
                  <a:pt x="94432" y="11169"/>
                  <a:pt x="94289" y="11026"/>
                </a:cubicBezTo>
                <a:cubicBezTo>
                  <a:pt x="94718" y="10167"/>
                  <a:pt x="95148" y="9376"/>
                  <a:pt x="95148" y="9376"/>
                </a:cubicBezTo>
                <a:lnTo>
                  <a:pt x="95148" y="9376"/>
                </a:lnTo>
                <a:cubicBezTo>
                  <a:pt x="95148" y="9376"/>
                  <a:pt x="94649" y="9806"/>
                  <a:pt x="94077" y="10453"/>
                </a:cubicBezTo>
                <a:lnTo>
                  <a:pt x="94077" y="10378"/>
                </a:lnTo>
                <a:cubicBezTo>
                  <a:pt x="94077" y="10378"/>
                  <a:pt x="94002" y="10453"/>
                  <a:pt x="94002" y="10522"/>
                </a:cubicBezTo>
                <a:cubicBezTo>
                  <a:pt x="93933" y="10522"/>
                  <a:pt x="93933" y="10453"/>
                  <a:pt x="93859" y="10453"/>
                </a:cubicBezTo>
                <a:lnTo>
                  <a:pt x="93859" y="10453"/>
                </a:lnTo>
                <a:cubicBezTo>
                  <a:pt x="93933" y="10453"/>
                  <a:pt x="93933" y="10522"/>
                  <a:pt x="94002" y="10596"/>
                </a:cubicBezTo>
                <a:lnTo>
                  <a:pt x="93790" y="10808"/>
                </a:lnTo>
                <a:cubicBezTo>
                  <a:pt x="93716" y="10522"/>
                  <a:pt x="93573" y="10167"/>
                  <a:pt x="93430" y="9880"/>
                </a:cubicBezTo>
                <a:lnTo>
                  <a:pt x="93430" y="9880"/>
                </a:lnTo>
                <a:cubicBezTo>
                  <a:pt x="93573" y="10167"/>
                  <a:pt x="93647" y="10596"/>
                  <a:pt x="93647" y="11026"/>
                </a:cubicBezTo>
                <a:cubicBezTo>
                  <a:pt x="93504" y="10665"/>
                  <a:pt x="93361" y="10235"/>
                  <a:pt x="93217" y="9806"/>
                </a:cubicBezTo>
                <a:lnTo>
                  <a:pt x="93217" y="9806"/>
                </a:lnTo>
                <a:cubicBezTo>
                  <a:pt x="93286" y="10092"/>
                  <a:pt x="93361" y="10378"/>
                  <a:pt x="93361" y="10665"/>
                </a:cubicBezTo>
                <a:cubicBezTo>
                  <a:pt x="93286" y="10522"/>
                  <a:pt x="93286" y="10378"/>
                  <a:pt x="93217" y="10167"/>
                </a:cubicBezTo>
                <a:lnTo>
                  <a:pt x="93217" y="10167"/>
                </a:lnTo>
                <a:cubicBezTo>
                  <a:pt x="93286" y="10522"/>
                  <a:pt x="93361" y="10951"/>
                  <a:pt x="93429" y="11381"/>
                </a:cubicBezTo>
                <a:cubicBezTo>
                  <a:pt x="93361" y="11381"/>
                  <a:pt x="93361" y="11455"/>
                  <a:pt x="93361" y="11455"/>
                </a:cubicBezTo>
                <a:cubicBezTo>
                  <a:pt x="93286" y="11381"/>
                  <a:pt x="93217" y="11381"/>
                  <a:pt x="93217" y="11312"/>
                </a:cubicBezTo>
                <a:lnTo>
                  <a:pt x="93217" y="11667"/>
                </a:lnTo>
                <a:lnTo>
                  <a:pt x="93217" y="11742"/>
                </a:lnTo>
                <a:cubicBezTo>
                  <a:pt x="93084" y="11342"/>
                  <a:pt x="92951" y="11001"/>
                  <a:pt x="92758" y="10554"/>
                </a:cubicBezTo>
                <a:lnTo>
                  <a:pt x="92758" y="10554"/>
                </a:lnTo>
                <a:cubicBezTo>
                  <a:pt x="92858" y="10820"/>
                  <a:pt x="92865" y="11127"/>
                  <a:pt x="92931" y="11381"/>
                </a:cubicBezTo>
                <a:cubicBezTo>
                  <a:pt x="92931" y="11381"/>
                  <a:pt x="92857" y="11312"/>
                  <a:pt x="92857" y="11238"/>
                </a:cubicBezTo>
                <a:cubicBezTo>
                  <a:pt x="92788" y="11026"/>
                  <a:pt x="92645" y="10808"/>
                  <a:pt x="92502" y="10665"/>
                </a:cubicBezTo>
                <a:lnTo>
                  <a:pt x="92502" y="10739"/>
                </a:lnTo>
                <a:cubicBezTo>
                  <a:pt x="92427" y="10596"/>
                  <a:pt x="92427" y="10522"/>
                  <a:pt x="92358" y="10453"/>
                </a:cubicBezTo>
                <a:cubicBezTo>
                  <a:pt x="92358" y="9880"/>
                  <a:pt x="92427" y="9233"/>
                  <a:pt x="92502" y="8517"/>
                </a:cubicBezTo>
                <a:lnTo>
                  <a:pt x="92502" y="8517"/>
                </a:lnTo>
                <a:cubicBezTo>
                  <a:pt x="92284" y="8947"/>
                  <a:pt x="92072" y="9737"/>
                  <a:pt x="91854" y="10521"/>
                </a:cubicBezTo>
                <a:lnTo>
                  <a:pt x="91854" y="10521"/>
                </a:lnTo>
                <a:cubicBezTo>
                  <a:pt x="91855" y="10330"/>
                  <a:pt x="91863" y="10142"/>
                  <a:pt x="91929" y="9949"/>
                </a:cubicBezTo>
                <a:lnTo>
                  <a:pt x="91929" y="9949"/>
                </a:lnTo>
                <a:cubicBezTo>
                  <a:pt x="91786" y="10092"/>
                  <a:pt x="91711" y="10235"/>
                  <a:pt x="91642" y="10453"/>
                </a:cubicBezTo>
                <a:cubicBezTo>
                  <a:pt x="91711" y="9737"/>
                  <a:pt x="91786" y="8803"/>
                  <a:pt x="91854" y="7876"/>
                </a:cubicBezTo>
                <a:lnTo>
                  <a:pt x="91854" y="7876"/>
                </a:lnTo>
                <a:cubicBezTo>
                  <a:pt x="91642" y="8305"/>
                  <a:pt x="91425" y="9090"/>
                  <a:pt x="91282" y="9880"/>
                </a:cubicBezTo>
                <a:cubicBezTo>
                  <a:pt x="91213" y="9738"/>
                  <a:pt x="91139" y="9595"/>
                  <a:pt x="91138" y="9452"/>
                </a:cubicBezTo>
                <a:lnTo>
                  <a:pt x="91138" y="9452"/>
                </a:lnTo>
                <a:cubicBezTo>
                  <a:pt x="91139" y="9595"/>
                  <a:pt x="91213" y="9807"/>
                  <a:pt x="91213" y="10023"/>
                </a:cubicBezTo>
                <a:cubicBezTo>
                  <a:pt x="91138" y="10596"/>
                  <a:pt x="91070" y="11169"/>
                  <a:pt x="90995" y="11667"/>
                </a:cubicBezTo>
                <a:cubicBezTo>
                  <a:pt x="90852" y="11455"/>
                  <a:pt x="90640" y="11169"/>
                  <a:pt x="90422" y="10951"/>
                </a:cubicBezTo>
                <a:lnTo>
                  <a:pt x="90422" y="10951"/>
                </a:lnTo>
                <a:cubicBezTo>
                  <a:pt x="90640" y="11238"/>
                  <a:pt x="90783" y="11598"/>
                  <a:pt x="90926" y="11954"/>
                </a:cubicBezTo>
                <a:lnTo>
                  <a:pt x="90926" y="12028"/>
                </a:lnTo>
                <a:cubicBezTo>
                  <a:pt x="90926" y="11954"/>
                  <a:pt x="90852" y="11954"/>
                  <a:pt x="90852" y="11886"/>
                </a:cubicBezTo>
                <a:lnTo>
                  <a:pt x="90852" y="11886"/>
                </a:lnTo>
                <a:cubicBezTo>
                  <a:pt x="90852" y="11954"/>
                  <a:pt x="90926" y="12028"/>
                  <a:pt x="90926" y="12097"/>
                </a:cubicBezTo>
                <a:lnTo>
                  <a:pt x="90926" y="12240"/>
                </a:lnTo>
                <a:lnTo>
                  <a:pt x="90783" y="12097"/>
                </a:lnTo>
                <a:lnTo>
                  <a:pt x="90783" y="12314"/>
                </a:lnTo>
                <a:lnTo>
                  <a:pt x="90497" y="12601"/>
                </a:lnTo>
                <a:cubicBezTo>
                  <a:pt x="90422" y="12314"/>
                  <a:pt x="90279" y="12028"/>
                  <a:pt x="90211" y="11742"/>
                </a:cubicBezTo>
                <a:cubicBezTo>
                  <a:pt x="90279" y="11242"/>
                  <a:pt x="90279" y="10674"/>
                  <a:pt x="90352" y="10039"/>
                </a:cubicBezTo>
                <a:lnTo>
                  <a:pt x="90352" y="10039"/>
                </a:lnTo>
                <a:cubicBezTo>
                  <a:pt x="90347" y="10064"/>
                  <a:pt x="90332" y="10114"/>
                  <a:pt x="90279" y="10167"/>
                </a:cubicBezTo>
                <a:cubicBezTo>
                  <a:pt x="90279" y="10023"/>
                  <a:pt x="90354" y="9806"/>
                  <a:pt x="90354" y="9663"/>
                </a:cubicBezTo>
                <a:lnTo>
                  <a:pt x="90354" y="9663"/>
                </a:lnTo>
                <a:cubicBezTo>
                  <a:pt x="90211" y="9806"/>
                  <a:pt x="90136" y="10023"/>
                  <a:pt x="90067" y="10235"/>
                </a:cubicBezTo>
                <a:cubicBezTo>
                  <a:pt x="90067" y="10023"/>
                  <a:pt x="90067" y="9806"/>
                  <a:pt x="90136" y="9594"/>
                </a:cubicBezTo>
                <a:lnTo>
                  <a:pt x="90136" y="9594"/>
                </a:lnTo>
                <a:cubicBezTo>
                  <a:pt x="89993" y="9806"/>
                  <a:pt x="89850" y="10167"/>
                  <a:pt x="89706" y="10596"/>
                </a:cubicBezTo>
                <a:cubicBezTo>
                  <a:pt x="89638" y="10378"/>
                  <a:pt x="89495" y="10167"/>
                  <a:pt x="89420" y="9949"/>
                </a:cubicBezTo>
                <a:cubicBezTo>
                  <a:pt x="89277" y="9663"/>
                  <a:pt x="89065" y="9451"/>
                  <a:pt x="88922" y="9164"/>
                </a:cubicBezTo>
                <a:lnTo>
                  <a:pt x="88922" y="9164"/>
                </a:lnTo>
                <a:cubicBezTo>
                  <a:pt x="89065" y="9451"/>
                  <a:pt x="89208" y="9737"/>
                  <a:pt x="89277" y="10023"/>
                </a:cubicBezTo>
                <a:lnTo>
                  <a:pt x="89277" y="10092"/>
                </a:lnTo>
                <a:cubicBezTo>
                  <a:pt x="89065" y="9594"/>
                  <a:pt x="88779" y="9021"/>
                  <a:pt x="88418" y="8517"/>
                </a:cubicBezTo>
                <a:lnTo>
                  <a:pt x="88418" y="8517"/>
                </a:lnTo>
                <a:cubicBezTo>
                  <a:pt x="88704" y="9021"/>
                  <a:pt x="88922" y="9663"/>
                  <a:pt x="89065" y="10310"/>
                </a:cubicBezTo>
                <a:lnTo>
                  <a:pt x="88492" y="10883"/>
                </a:lnTo>
                <a:cubicBezTo>
                  <a:pt x="88275" y="11094"/>
                  <a:pt x="88131" y="11238"/>
                  <a:pt x="87988" y="11455"/>
                </a:cubicBezTo>
                <a:lnTo>
                  <a:pt x="87988" y="11238"/>
                </a:lnTo>
                <a:cubicBezTo>
                  <a:pt x="87988" y="11312"/>
                  <a:pt x="87919" y="11381"/>
                  <a:pt x="87845" y="11455"/>
                </a:cubicBezTo>
                <a:cubicBezTo>
                  <a:pt x="87776" y="11381"/>
                  <a:pt x="87776" y="11312"/>
                  <a:pt x="87702" y="11169"/>
                </a:cubicBezTo>
                <a:cubicBezTo>
                  <a:pt x="87776" y="10596"/>
                  <a:pt x="87776" y="9880"/>
                  <a:pt x="87845" y="9164"/>
                </a:cubicBezTo>
                <a:lnTo>
                  <a:pt x="87845" y="9164"/>
                </a:lnTo>
                <a:cubicBezTo>
                  <a:pt x="87702" y="9519"/>
                  <a:pt x="87490" y="10023"/>
                  <a:pt x="87347" y="10665"/>
                </a:cubicBezTo>
                <a:lnTo>
                  <a:pt x="87347" y="10808"/>
                </a:lnTo>
                <a:lnTo>
                  <a:pt x="86917" y="10167"/>
                </a:lnTo>
                <a:lnTo>
                  <a:pt x="86917" y="10167"/>
                </a:lnTo>
                <a:cubicBezTo>
                  <a:pt x="87060" y="10453"/>
                  <a:pt x="87204" y="10665"/>
                  <a:pt x="87272" y="10951"/>
                </a:cubicBezTo>
                <a:lnTo>
                  <a:pt x="87272" y="11026"/>
                </a:lnTo>
                <a:cubicBezTo>
                  <a:pt x="87129" y="10739"/>
                  <a:pt x="86917" y="10453"/>
                  <a:pt x="86699" y="10167"/>
                </a:cubicBezTo>
                <a:lnTo>
                  <a:pt x="86699" y="10167"/>
                </a:lnTo>
                <a:cubicBezTo>
                  <a:pt x="86917" y="10522"/>
                  <a:pt x="87060" y="10883"/>
                  <a:pt x="87204" y="11312"/>
                </a:cubicBezTo>
                <a:cubicBezTo>
                  <a:pt x="87129" y="11598"/>
                  <a:pt x="87060" y="11954"/>
                  <a:pt x="87060" y="12314"/>
                </a:cubicBezTo>
                <a:cubicBezTo>
                  <a:pt x="86843" y="12028"/>
                  <a:pt x="86631" y="11667"/>
                  <a:pt x="86413" y="11381"/>
                </a:cubicBezTo>
                <a:lnTo>
                  <a:pt x="86413" y="11381"/>
                </a:lnTo>
                <a:cubicBezTo>
                  <a:pt x="86631" y="11667"/>
                  <a:pt x="86774" y="12097"/>
                  <a:pt x="86917" y="12526"/>
                </a:cubicBezTo>
                <a:cubicBezTo>
                  <a:pt x="86917" y="12526"/>
                  <a:pt x="86843" y="12526"/>
                  <a:pt x="86774" y="12601"/>
                </a:cubicBezTo>
                <a:cubicBezTo>
                  <a:pt x="86556" y="12097"/>
                  <a:pt x="86201" y="11524"/>
                  <a:pt x="85840" y="10951"/>
                </a:cubicBezTo>
                <a:cubicBezTo>
                  <a:pt x="85984" y="10596"/>
                  <a:pt x="86201" y="10235"/>
                  <a:pt x="86201" y="10235"/>
                </a:cubicBezTo>
                <a:lnTo>
                  <a:pt x="86201" y="10235"/>
                </a:lnTo>
                <a:lnTo>
                  <a:pt x="85697" y="10739"/>
                </a:lnTo>
                <a:cubicBezTo>
                  <a:pt x="85628" y="10453"/>
                  <a:pt x="85485" y="10235"/>
                  <a:pt x="85411" y="9949"/>
                </a:cubicBezTo>
                <a:lnTo>
                  <a:pt x="85411" y="9949"/>
                </a:lnTo>
                <a:cubicBezTo>
                  <a:pt x="85485" y="10235"/>
                  <a:pt x="85554" y="10522"/>
                  <a:pt x="85554" y="10808"/>
                </a:cubicBezTo>
                <a:cubicBezTo>
                  <a:pt x="85485" y="10951"/>
                  <a:pt x="85342" y="11094"/>
                  <a:pt x="85199" y="11238"/>
                </a:cubicBezTo>
                <a:cubicBezTo>
                  <a:pt x="84981" y="10739"/>
                  <a:pt x="84695" y="10235"/>
                  <a:pt x="84340" y="9737"/>
                </a:cubicBezTo>
                <a:lnTo>
                  <a:pt x="84340" y="9737"/>
                </a:lnTo>
                <a:cubicBezTo>
                  <a:pt x="84626" y="10235"/>
                  <a:pt x="84838" y="10883"/>
                  <a:pt x="84981" y="11524"/>
                </a:cubicBezTo>
                <a:cubicBezTo>
                  <a:pt x="84912" y="11598"/>
                  <a:pt x="84912" y="11667"/>
                  <a:pt x="84838" y="11742"/>
                </a:cubicBezTo>
                <a:cubicBezTo>
                  <a:pt x="84769" y="11742"/>
                  <a:pt x="84769" y="11810"/>
                  <a:pt x="84769" y="11810"/>
                </a:cubicBezTo>
                <a:cubicBezTo>
                  <a:pt x="84695" y="11810"/>
                  <a:pt x="84695" y="11742"/>
                  <a:pt x="84627" y="11668"/>
                </a:cubicBezTo>
                <a:lnTo>
                  <a:pt x="84627" y="11668"/>
                </a:lnTo>
                <a:cubicBezTo>
                  <a:pt x="84695" y="11742"/>
                  <a:pt x="84695" y="11811"/>
                  <a:pt x="84695" y="11885"/>
                </a:cubicBezTo>
                <a:cubicBezTo>
                  <a:pt x="84626" y="12028"/>
                  <a:pt x="84483" y="12240"/>
                  <a:pt x="84408" y="12458"/>
                </a:cubicBezTo>
                <a:cubicBezTo>
                  <a:pt x="84408" y="12526"/>
                  <a:pt x="84340" y="12601"/>
                  <a:pt x="84340" y="12670"/>
                </a:cubicBezTo>
                <a:cubicBezTo>
                  <a:pt x="84340" y="12670"/>
                  <a:pt x="84265" y="12670"/>
                  <a:pt x="84265" y="12601"/>
                </a:cubicBezTo>
                <a:cubicBezTo>
                  <a:pt x="84340" y="12383"/>
                  <a:pt x="84340" y="12097"/>
                  <a:pt x="84340" y="11810"/>
                </a:cubicBezTo>
                <a:lnTo>
                  <a:pt x="84340" y="11810"/>
                </a:lnTo>
                <a:cubicBezTo>
                  <a:pt x="84265" y="11954"/>
                  <a:pt x="84197" y="12171"/>
                  <a:pt x="84053" y="12383"/>
                </a:cubicBezTo>
                <a:lnTo>
                  <a:pt x="84053" y="12526"/>
                </a:lnTo>
                <a:cubicBezTo>
                  <a:pt x="83979" y="12670"/>
                  <a:pt x="83910" y="12744"/>
                  <a:pt x="83836" y="12887"/>
                </a:cubicBezTo>
                <a:cubicBezTo>
                  <a:pt x="83767" y="12601"/>
                  <a:pt x="83624" y="12383"/>
                  <a:pt x="83549" y="12097"/>
                </a:cubicBezTo>
                <a:lnTo>
                  <a:pt x="83549" y="12097"/>
                </a:lnTo>
                <a:cubicBezTo>
                  <a:pt x="83624" y="12383"/>
                  <a:pt x="83693" y="12744"/>
                  <a:pt x="83767" y="13099"/>
                </a:cubicBezTo>
                <a:lnTo>
                  <a:pt x="83337" y="12458"/>
                </a:lnTo>
                <a:lnTo>
                  <a:pt x="83120" y="11810"/>
                </a:lnTo>
                <a:cubicBezTo>
                  <a:pt x="83481" y="11238"/>
                  <a:pt x="83767" y="10739"/>
                  <a:pt x="83767" y="10739"/>
                </a:cubicBezTo>
                <a:lnTo>
                  <a:pt x="83767" y="10739"/>
                </a:lnTo>
                <a:cubicBezTo>
                  <a:pt x="83767" y="10739"/>
                  <a:pt x="83406" y="11026"/>
                  <a:pt x="83051" y="11381"/>
                </a:cubicBezTo>
                <a:cubicBezTo>
                  <a:pt x="82930" y="11080"/>
                  <a:pt x="82809" y="10776"/>
                  <a:pt x="82688" y="10429"/>
                </a:cubicBezTo>
                <a:lnTo>
                  <a:pt x="82688" y="10429"/>
                </a:lnTo>
                <a:cubicBezTo>
                  <a:pt x="82786" y="10765"/>
                  <a:pt x="82833" y="11180"/>
                  <a:pt x="82833" y="11598"/>
                </a:cubicBezTo>
                <a:cubicBezTo>
                  <a:pt x="82690" y="11742"/>
                  <a:pt x="82547" y="11954"/>
                  <a:pt x="82404" y="12097"/>
                </a:cubicBezTo>
                <a:lnTo>
                  <a:pt x="82335" y="12171"/>
                </a:lnTo>
                <a:lnTo>
                  <a:pt x="82049" y="11885"/>
                </a:lnTo>
                <a:lnTo>
                  <a:pt x="82049" y="11885"/>
                </a:lnTo>
                <a:cubicBezTo>
                  <a:pt x="82117" y="12028"/>
                  <a:pt x="82192" y="12097"/>
                  <a:pt x="82261" y="12240"/>
                </a:cubicBezTo>
                <a:cubicBezTo>
                  <a:pt x="82117" y="12314"/>
                  <a:pt x="82049" y="12383"/>
                  <a:pt x="81905" y="12526"/>
                </a:cubicBezTo>
                <a:cubicBezTo>
                  <a:pt x="81905" y="12383"/>
                  <a:pt x="81905" y="12240"/>
                  <a:pt x="81974" y="12097"/>
                </a:cubicBezTo>
                <a:cubicBezTo>
                  <a:pt x="81974" y="12028"/>
                  <a:pt x="82049" y="11954"/>
                  <a:pt x="82049" y="11885"/>
                </a:cubicBezTo>
                <a:cubicBezTo>
                  <a:pt x="82404" y="11312"/>
                  <a:pt x="82621" y="10883"/>
                  <a:pt x="82621" y="10883"/>
                </a:cubicBezTo>
                <a:lnTo>
                  <a:pt x="82621" y="10883"/>
                </a:lnTo>
                <a:cubicBezTo>
                  <a:pt x="82621" y="10883"/>
                  <a:pt x="82335" y="11095"/>
                  <a:pt x="81974" y="11455"/>
                </a:cubicBezTo>
                <a:cubicBezTo>
                  <a:pt x="82049" y="10883"/>
                  <a:pt x="82117" y="10310"/>
                  <a:pt x="82192" y="9594"/>
                </a:cubicBezTo>
                <a:lnTo>
                  <a:pt x="82192" y="9594"/>
                </a:lnTo>
                <a:cubicBezTo>
                  <a:pt x="81974" y="9880"/>
                  <a:pt x="81831" y="10378"/>
                  <a:pt x="81688" y="10951"/>
                </a:cubicBezTo>
                <a:cubicBezTo>
                  <a:pt x="81476" y="11312"/>
                  <a:pt x="81333" y="11742"/>
                  <a:pt x="81258" y="12240"/>
                </a:cubicBezTo>
                <a:lnTo>
                  <a:pt x="81115" y="12383"/>
                </a:lnTo>
                <a:cubicBezTo>
                  <a:pt x="81080" y="12383"/>
                  <a:pt x="81063" y="12365"/>
                  <a:pt x="81045" y="12338"/>
                </a:cubicBezTo>
                <a:lnTo>
                  <a:pt x="81045" y="12338"/>
                </a:lnTo>
                <a:cubicBezTo>
                  <a:pt x="81046" y="12350"/>
                  <a:pt x="81046" y="12364"/>
                  <a:pt x="81046" y="12383"/>
                </a:cubicBezTo>
                <a:cubicBezTo>
                  <a:pt x="81046" y="12383"/>
                  <a:pt x="81046" y="12458"/>
                  <a:pt x="81115" y="12458"/>
                </a:cubicBezTo>
                <a:cubicBezTo>
                  <a:pt x="80972" y="12601"/>
                  <a:pt x="80903" y="12744"/>
                  <a:pt x="80829" y="12813"/>
                </a:cubicBezTo>
                <a:cubicBezTo>
                  <a:pt x="80760" y="12526"/>
                  <a:pt x="80686" y="12240"/>
                  <a:pt x="80542" y="11885"/>
                </a:cubicBezTo>
                <a:cubicBezTo>
                  <a:pt x="80685" y="11599"/>
                  <a:pt x="80829" y="11455"/>
                  <a:pt x="80829" y="11455"/>
                </a:cubicBezTo>
                <a:lnTo>
                  <a:pt x="80829" y="11455"/>
                </a:lnTo>
                <a:cubicBezTo>
                  <a:pt x="80829" y="11455"/>
                  <a:pt x="80685" y="11524"/>
                  <a:pt x="80474" y="11742"/>
                </a:cubicBezTo>
                <a:cubicBezTo>
                  <a:pt x="80399" y="11381"/>
                  <a:pt x="80256" y="11094"/>
                  <a:pt x="80113" y="10665"/>
                </a:cubicBezTo>
                <a:lnTo>
                  <a:pt x="80113" y="10665"/>
                </a:lnTo>
                <a:cubicBezTo>
                  <a:pt x="80187" y="11026"/>
                  <a:pt x="80256" y="11455"/>
                  <a:pt x="80330" y="11810"/>
                </a:cubicBezTo>
                <a:cubicBezTo>
                  <a:pt x="80187" y="12028"/>
                  <a:pt x="79970" y="12171"/>
                  <a:pt x="79758" y="12383"/>
                </a:cubicBezTo>
                <a:cubicBezTo>
                  <a:pt x="79758" y="12171"/>
                  <a:pt x="79683" y="12028"/>
                  <a:pt x="79614" y="11885"/>
                </a:cubicBezTo>
                <a:cubicBezTo>
                  <a:pt x="79614" y="11598"/>
                  <a:pt x="79614" y="11312"/>
                  <a:pt x="79683" y="10951"/>
                </a:cubicBezTo>
                <a:cubicBezTo>
                  <a:pt x="79901" y="10378"/>
                  <a:pt x="80187" y="9737"/>
                  <a:pt x="80399" y="9307"/>
                </a:cubicBezTo>
                <a:cubicBezTo>
                  <a:pt x="80617" y="8804"/>
                  <a:pt x="80829" y="8448"/>
                  <a:pt x="80829" y="8448"/>
                </a:cubicBezTo>
                <a:lnTo>
                  <a:pt x="80829" y="8448"/>
                </a:lnTo>
                <a:cubicBezTo>
                  <a:pt x="80828" y="8449"/>
                  <a:pt x="79614" y="9663"/>
                  <a:pt x="79042" y="10808"/>
                </a:cubicBezTo>
                <a:cubicBezTo>
                  <a:pt x="78967" y="10739"/>
                  <a:pt x="78967" y="10665"/>
                  <a:pt x="78967" y="10665"/>
                </a:cubicBezTo>
                <a:cubicBezTo>
                  <a:pt x="79397" y="9594"/>
                  <a:pt x="79901" y="8517"/>
                  <a:pt x="79901" y="8517"/>
                </a:cubicBezTo>
                <a:lnTo>
                  <a:pt x="79901" y="8517"/>
                </a:lnTo>
                <a:cubicBezTo>
                  <a:pt x="79901" y="8517"/>
                  <a:pt x="78967" y="9451"/>
                  <a:pt x="78326" y="10453"/>
                </a:cubicBezTo>
                <a:cubicBezTo>
                  <a:pt x="78681" y="9663"/>
                  <a:pt x="79042" y="9021"/>
                  <a:pt x="79042" y="9021"/>
                </a:cubicBezTo>
                <a:lnTo>
                  <a:pt x="79042" y="9021"/>
                </a:lnTo>
                <a:cubicBezTo>
                  <a:pt x="79041" y="9021"/>
                  <a:pt x="78108" y="9880"/>
                  <a:pt x="77467" y="10808"/>
                </a:cubicBezTo>
                <a:cubicBezTo>
                  <a:pt x="77467" y="10596"/>
                  <a:pt x="77392" y="10378"/>
                  <a:pt x="77323" y="10167"/>
                </a:cubicBezTo>
                <a:cubicBezTo>
                  <a:pt x="77678" y="9376"/>
                  <a:pt x="77965" y="8735"/>
                  <a:pt x="77965" y="8735"/>
                </a:cubicBezTo>
                <a:lnTo>
                  <a:pt x="77965" y="8735"/>
                </a:lnTo>
                <a:cubicBezTo>
                  <a:pt x="77965" y="8735"/>
                  <a:pt x="77610" y="9090"/>
                  <a:pt x="77180" y="9594"/>
                </a:cubicBezTo>
                <a:cubicBezTo>
                  <a:pt x="77106" y="9233"/>
                  <a:pt x="76963" y="8803"/>
                  <a:pt x="76819" y="8305"/>
                </a:cubicBezTo>
                <a:lnTo>
                  <a:pt x="76819" y="8305"/>
                </a:lnTo>
                <a:cubicBezTo>
                  <a:pt x="76894" y="8735"/>
                  <a:pt x="76963" y="9233"/>
                  <a:pt x="77037" y="9806"/>
                </a:cubicBezTo>
                <a:cubicBezTo>
                  <a:pt x="76894" y="9949"/>
                  <a:pt x="76751" y="10167"/>
                  <a:pt x="76607" y="10310"/>
                </a:cubicBezTo>
                <a:cubicBezTo>
                  <a:pt x="76533" y="10378"/>
                  <a:pt x="76533" y="10453"/>
                  <a:pt x="76464" y="10522"/>
                </a:cubicBezTo>
                <a:cubicBezTo>
                  <a:pt x="76321" y="9949"/>
                  <a:pt x="76103" y="9233"/>
                  <a:pt x="75892" y="8305"/>
                </a:cubicBezTo>
                <a:lnTo>
                  <a:pt x="75892" y="8305"/>
                </a:lnTo>
                <a:cubicBezTo>
                  <a:pt x="76035" y="9164"/>
                  <a:pt x="76103" y="10167"/>
                  <a:pt x="76178" y="11094"/>
                </a:cubicBezTo>
                <a:cubicBezTo>
                  <a:pt x="76103" y="11238"/>
                  <a:pt x="76035" y="11381"/>
                  <a:pt x="75960" y="11455"/>
                </a:cubicBezTo>
                <a:cubicBezTo>
                  <a:pt x="75960" y="11598"/>
                  <a:pt x="75892" y="11742"/>
                  <a:pt x="75817" y="11954"/>
                </a:cubicBezTo>
                <a:lnTo>
                  <a:pt x="75817" y="11885"/>
                </a:lnTo>
                <a:cubicBezTo>
                  <a:pt x="75817" y="11810"/>
                  <a:pt x="75817" y="11667"/>
                  <a:pt x="75892" y="11598"/>
                </a:cubicBezTo>
                <a:cubicBezTo>
                  <a:pt x="75817" y="11598"/>
                  <a:pt x="75817" y="11667"/>
                  <a:pt x="75817" y="11742"/>
                </a:cubicBezTo>
                <a:cubicBezTo>
                  <a:pt x="75748" y="11381"/>
                  <a:pt x="75674" y="11094"/>
                  <a:pt x="75531" y="10665"/>
                </a:cubicBezTo>
                <a:cubicBezTo>
                  <a:pt x="75605" y="10596"/>
                  <a:pt x="75748" y="10379"/>
                  <a:pt x="75748" y="10378"/>
                </a:cubicBezTo>
                <a:lnTo>
                  <a:pt x="75748" y="10378"/>
                </a:lnTo>
                <a:cubicBezTo>
                  <a:pt x="75748" y="10379"/>
                  <a:pt x="75605" y="10453"/>
                  <a:pt x="75531" y="10596"/>
                </a:cubicBezTo>
                <a:cubicBezTo>
                  <a:pt x="75387" y="10023"/>
                  <a:pt x="75244" y="9519"/>
                  <a:pt x="75032" y="8803"/>
                </a:cubicBezTo>
                <a:lnTo>
                  <a:pt x="75032" y="8803"/>
                </a:lnTo>
                <a:cubicBezTo>
                  <a:pt x="75176" y="9376"/>
                  <a:pt x="75244" y="10023"/>
                  <a:pt x="75244" y="10665"/>
                </a:cubicBezTo>
                <a:cubicBezTo>
                  <a:pt x="75176" y="10739"/>
                  <a:pt x="75176" y="10883"/>
                  <a:pt x="75101" y="10951"/>
                </a:cubicBezTo>
                <a:cubicBezTo>
                  <a:pt x="74958" y="11094"/>
                  <a:pt x="74889" y="11238"/>
                  <a:pt x="74672" y="11381"/>
                </a:cubicBezTo>
                <a:lnTo>
                  <a:pt x="74672" y="11169"/>
                </a:lnTo>
                <a:cubicBezTo>
                  <a:pt x="74889" y="10808"/>
                  <a:pt x="74958" y="10596"/>
                  <a:pt x="74958" y="10596"/>
                </a:cubicBezTo>
                <a:lnTo>
                  <a:pt x="74958" y="10596"/>
                </a:lnTo>
                <a:lnTo>
                  <a:pt x="74603" y="10951"/>
                </a:lnTo>
                <a:cubicBezTo>
                  <a:pt x="74460" y="10310"/>
                  <a:pt x="74242" y="9519"/>
                  <a:pt x="73956" y="8517"/>
                </a:cubicBezTo>
                <a:lnTo>
                  <a:pt x="73956" y="8517"/>
                </a:lnTo>
                <a:cubicBezTo>
                  <a:pt x="74030" y="8803"/>
                  <a:pt x="74099" y="9164"/>
                  <a:pt x="74099" y="9519"/>
                </a:cubicBezTo>
                <a:cubicBezTo>
                  <a:pt x="74173" y="10023"/>
                  <a:pt x="74242" y="10596"/>
                  <a:pt x="74242" y="11094"/>
                </a:cubicBezTo>
                <a:cubicBezTo>
                  <a:pt x="74173" y="10951"/>
                  <a:pt x="74099" y="10883"/>
                  <a:pt x="73956" y="10739"/>
                </a:cubicBezTo>
                <a:lnTo>
                  <a:pt x="73956" y="10739"/>
                </a:lnTo>
                <a:cubicBezTo>
                  <a:pt x="74099" y="10883"/>
                  <a:pt x="74173" y="11026"/>
                  <a:pt x="74242" y="11238"/>
                </a:cubicBezTo>
                <a:lnTo>
                  <a:pt x="74242" y="11312"/>
                </a:lnTo>
                <a:cubicBezTo>
                  <a:pt x="74030" y="11455"/>
                  <a:pt x="73887" y="11667"/>
                  <a:pt x="73669" y="11885"/>
                </a:cubicBezTo>
                <a:cubicBezTo>
                  <a:pt x="73744" y="11598"/>
                  <a:pt x="73744" y="11312"/>
                  <a:pt x="73744" y="10951"/>
                </a:cubicBezTo>
                <a:lnTo>
                  <a:pt x="73744" y="10951"/>
                </a:lnTo>
                <a:cubicBezTo>
                  <a:pt x="73669" y="11094"/>
                  <a:pt x="73600" y="11238"/>
                  <a:pt x="73526" y="11455"/>
                </a:cubicBezTo>
                <a:cubicBezTo>
                  <a:pt x="73457" y="11312"/>
                  <a:pt x="73457" y="11238"/>
                  <a:pt x="73383" y="11094"/>
                </a:cubicBezTo>
                <a:cubicBezTo>
                  <a:pt x="73744" y="10310"/>
                  <a:pt x="74099" y="9594"/>
                  <a:pt x="74099" y="9519"/>
                </a:cubicBezTo>
                <a:lnTo>
                  <a:pt x="74099" y="9519"/>
                </a:lnTo>
                <a:lnTo>
                  <a:pt x="73383" y="10235"/>
                </a:lnTo>
                <a:cubicBezTo>
                  <a:pt x="73457" y="9519"/>
                  <a:pt x="73526" y="8660"/>
                  <a:pt x="73600" y="7801"/>
                </a:cubicBezTo>
                <a:lnTo>
                  <a:pt x="73600" y="7801"/>
                </a:lnTo>
                <a:cubicBezTo>
                  <a:pt x="73240" y="8448"/>
                  <a:pt x="72953" y="9806"/>
                  <a:pt x="72810" y="11026"/>
                </a:cubicBezTo>
                <a:cubicBezTo>
                  <a:pt x="72667" y="11169"/>
                  <a:pt x="72598" y="11238"/>
                  <a:pt x="72598" y="11381"/>
                </a:cubicBezTo>
                <a:cubicBezTo>
                  <a:pt x="72524" y="11381"/>
                  <a:pt x="72524" y="11381"/>
                  <a:pt x="72524" y="11455"/>
                </a:cubicBezTo>
                <a:cubicBezTo>
                  <a:pt x="72524" y="11381"/>
                  <a:pt x="72455" y="11381"/>
                  <a:pt x="72455" y="11312"/>
                </a:cubicBezTo>
                <a:lnTo>
                  <a:pt x="72455" y="11524"/>
                </a:lnTo>
                <a:cubicBezTo>
                  <a:pt x="72455" y="11598"/>
                  <a:pt x="72455" y="11667"/>
                  <a:pt x="72380" y="11742"/>
                </a:cubicBezTo>
                <a:cubicBezTo>
                  <a:pt x="72380" y="11667"/>
                  <a:pt x="72312" y="11598"/>
                  <a:pt x="72312" y="11524"/>
                </a:cubicBezTo>
                <a:cubicBezTo>
                  <a:pt x="72380" y="10522"/>
                  <a:pt x="72455" y="9307"/>
                  <a:pt x="72598" y="7801"/>
                </a:cubicBezTo>
                <a:lnTo>
                  <a:pt x="72598" y="7801"/>
                </a:lnTo>
                <a:cubicBezTo>
                  <a:pt x="72237" y="8374"/>
                  <a:pt x="72025" y="9451"/>
                  <a:pt x="71808" y="10522"/>
                </a:cubicBezTo>
                <a:cubicBezTo>
                  <a:pt x="71808" y="10453"/>
                  <a:pt x="71739" y="10310"/>
                  <a:pt x="71739" y="10235"/>
                </a:cubicBezTo>
                <a:lnTo>
                  <a:pt x="71739" y="10235"/>
                </a:lnTo>
                <a:cubicBezTo>
                  <a:pt x="71739" y="10379"/>
                  <a:pt x="71808" y="10522"/>
                  <a:pt x="71808" y="10665"/>
                </a:cubicBezTo>
                <a:cubicBezTo>
                  <a:pt x="71739" y="11026"/>
                  <a:pt x="71739" y="11312"/>
                  <a:pt x="71665" y="11598"/>
                </a:cubicBezTo>
                <a:cubicBezTo>
                  <a:pt x="71596" y="11524"/>
                  <a:pt x="71596" y="11455"/>
                  <a:pt x="71521" y="11312"/>
                </a:cubicBezTo>
                <a:cubicBezTo>
                  <a:pt x="71596" y="10522"/>
                  <a:pt x="71665" y="9451"/>
                  <a:pt x="71739" y="8305"/>
                </a:cubicBezTo>
                <a:lnTo>
                  <a:pt x="71739" y="8305"/>
                </a:lnTo>
                <a:cubicBezTo>
                  <a:pt x="71521" y="8735"/>
                  <a:pt x="71309" y="9594"/>
                  <a:pt x="71092" y="10522"/>
                </a:cubicBezTo>
                <a:lnTo>
                  <a:pt x="71092" y="10596"/>
                </a:lnTo>
                <a:cubicBezTo>
                  <a:pt x="70949" y="10167"/>
                  <a:pt x="70805" y="9737"/>
                  <a:pt x="70593" y="9307"/>
                </a:cubicBezTo>
                <a:cubicBezTo>
                  <a:pt x="70593" y="8878"/>
                  <a:pt x="70662" y="8448"/>
                  <a:pt x="70662" y="7944"/>
                </a:cubicBezTo>
                <a:lnTo>
                  <a:pt x="70662" y="7944"/>
                </a:lnTo>
                <a:cubicBezTo>
                  <a:pt x="70593" y="8231"/>
                  <a:pt x="70450" y="8517"/>
                  <a:pt x="70376" y="8878"/>
                </a:cubicBezTo>
                <a:cubicBezTo>
                  <a:pt x="70233" y="8660"/>
                  <a:pt x="70164" y="8448"/>
                  <a:pt x="70021" y="8231"/>
                </a:cubicBezTo>
                <a:lnTo>
                  <a:pt x="70021" y="8231"/>
                </a:lnTo>
                <a:cubicBezTo>
                  <a:pt x="70164" y="8448"/>
                  <a:pt x="70233" y="8735"/>
                  <a:pt x="70307" y="9021"/>
                </a:cubicBezTo>
                <a:cubicBezTo>
                  <a:pt x="70233" y="9233"/>
                  <a:pt x="70164" y="9519"/>
                  <a:pt x="70089" y="9806"/>
                </a:cubicBezTo>
                <a:cubicBezTo>
                  <a:pt x="70021" y="9880"/>
                  <a:pt x="69946" y="10023"/>
                  <a:pt x="69803" y="10092"/>
                </a:cubicBezTo>
                <a:cubicBezTo>
                  <a:pt x="69591" y="9519"/>
                  <a:pt x="69305" y="8878"/>
                  <a:pt x="68944" y="8231"/>
                </a:cubicBezTo>
                <a:lnTo>
                  <a:pt x="68944" y="8231"/>
                </a:lnTo>
                <a:cubicBezTo>
                  <a:pt x="69230" y="8878"/>
                  <a:pt x="69448" y="9594"/>
                  <a:pt x="69660" y="10310"/>
                </a:cubicBezTo>
                <a:cubicBezTo>
                  <a:pt x="69517" y="10453"/>
                  <a:pt x="69373" y="10596"/>
                  <a:pt x="69230" y="10808"/>
                </a:cubicBezTo>
                <a:cubicBezTo>
                  <a:pt x="68944" y="10167"/>
                  <a:pt x="68589" y="9451"/>
                  <a:pt x="68228" y="8735"/>
                </a:cubicBezTo>
                <a:lnTo>
                  <a:pt x="68228" y="8735"/>
                </a:lnTo>
                <a:cubicBezTo>
                  <a:pt x="68514" y="9451"/>
                  <a:pt x="68801" y="10235"/>
                  <a:pt x="68944" y="11026"/>
                </a:cubicBezTo>
                <a:cubicBezTo>
                  <a:pt x="68801" y="11238"/>
                  <a:pt x="68589" y="11381"/>
                  <a:pt x="68446" y="11598"/>
                </a:cubicBezTo>
                <a:cubicBezTo>
                  <a:pt x="68446" y="11455"/>
                  <a:pt x="68371" y="11381"/>
                  <a:pt x="68302" y="11238"/>
                </a:cubicBezTo>
                <a:cubicBezTo>
                  <a:pt x="68371" y="10739"/>
                  <a:pt x="68446" y="10235"/>
                  <a:pt x="68446" y="9737"/>
                </a:cubicBezTo>
                <a:lnTo>
                  <a:pt x="68446" y="9737"/>
                </a:lnTo>
                <a:cubicBezTo>
                  <a:pt x="68302" y="9949"/>
                  <a:pt x="68228" y="10235"/>
                  <a:pt x="68085" y="10596"/>
                </a:cubicBezTo>
                <a:cubicBezTo>
                  <a:pt x="68016" y="10453"/>
                  <a:pt x="68016" y="10310"/>
                  <a:pt x="67942" y="10167"/>
                </a:cubicBezTo>
                <a:lnTo>
                  <a:pt x="67942" y="9949"/>
                </a:lnTo>
                <a:cubicBezTo>
                  <a:pt x="67942" y="9949"/>
                  <a:pt x="67942" y="10023"/>
                  <a:pt x="67873" y="10023"/>
                </a:cubicBezTo>
                <a:cubicBezTo>
                  <a:pt x="67798" y="9806"/>
                  <a:pt x="67655" y="9594"/>
                  <a:pt x="67586" y="9307"/>
                </a:cubicBezTo>
                <a:lnTo>
                  <a:pt x="67586" y="8803"/>
                </a:lnTo>
                <a:cubicBezTo>
                  <a:pt x="67586" y="8878"/>
                  <a:pt x="67512" y="9021"/>
                  <a:pt x="67443" y="9090"/>
                </a:cubicBezTo>
                <a:cubicBezTo>
                  <a:pt x="67369" y="8878"/>
                  <a:pt x="67226" y="8660"/>
                  <a:pt x="67083" y="8448"/>
                </a:cubicBezTo>
                <a:lnTo>
                  <a:pt x="67083" y="8448"/>
                </a:lnTo>
                <a:cubicBezTo>
                  <a:pt x="67226" y="8660"/>
                  <a:pt x="67300" y="8947"/>
                  <a:pt x="67443" y="9233"/>
                </a:cubicBezTo>
                <a:cubicBezTo>
                  <a:pt x="67226" y="9737"/>
                  <a:pt x="67082" y="10453"/>
                  <a:pt x="66939" y="11169"/>
                </a:cubicBezTo>
                <a:cubicBezTo>
                  <a:pt x="66796" y="10665"/>
                  <a:pt x="66653" y="10023"/>
                  <a:pt x="66367" y="9307"/>
                </a:cubicBezTo>
                <a:lnTo>
                  <a:pt x="66367" y="9307"/>
                </a:lnTo>
                <a:cubicBezTo>
                  <a:pt x="66584" y="9949"/>
                  <a:pt x="66653" y="10808"/>
                  <a:pt x="66653" y="11598"/>
                </a:cubicBezTo>
                <a:cubicBezTo>
                  <a:pt x="66584" y="11598"/>
                  <a:pt x="66510" y="11667"/>
                  <a:pt x="66367" y="11810"/>
                </a:cubicBezTo>
                <a:cubicBezTo>
                  <a:pt x="66298" y="11742"/>
                  <a:pt x="66298" y="11667"/>
                  <a:pt x="66223" y="11598"/>
                </a:cubicBezTo>
                <a:cubicBezTo>
                  <a:pt x="66155" y="11524"/>
                  <a:pt x="66155" y="11455"/>
                  <a:pt x="66080" y="11381"/>
                </a:cubicBezTo>
                <a:cubicBezTo>
                  <a:pt x="65937" y="11026"/>
                  <a:pt x="65868" y="10596"/>
                  <a:pt x="65651" y="10167"/>
                </a:cubicBezTo>
                <a:lnTo>
                  <a:pt x="65651" y="10167"/>
                </a:lnTo>
                <a:cubicBezTo>
                  <a:pt x="65794" y="10665"/>
                  <a:pt x="65868" y="11238"/>
                  <a:pt x="65937" y="11810"/>
                </a:cubicBezTo>
                <a:lnTo>
                  <a:pt x="65868" y="11810"/>
                </a:lnTo>
                <a:cubicBezTo>
                  <a:pt x="65725" y="11524"/>
                  <a:pt x="65582" y="11169"/>
                  <a:pt x="65364" y="10808"/>
                </a:cubicBezTo>
                <a:cubicBezTo>
                  <a:pt x="65439" y="10596"/>
                  <a:pt x="65582" y="10378"/>
                  <a:pt x="65651" y="10167"/>
                </a:cubicBezTo>
                <a:cubicBezTo>
                  <a:pt x="66011" y="9519"/>
                  <a:pt x="66223" y="8947"/>
                  <a:pt x="66223" y="8947"/>
                </a:cubicBezTo>
                <a:lnTo>
                  <a:pt x="66223" y="8947"/>
                </a:lnTo>
                <a:cubicBezTo>
                  <a:pt x="66223" y="8947"/>
                  <a:pt x="65582" y="9519"/>
                  <a:pt x="65009" y="10310"/>
                </a:cubicBezTo>
                <a:cubicBezTo>
                  <a:pt x="64935" y="10092"/>
                  <a:pt x="64866" y="9880"/>
                  <a:pt x="64723" y="9737"/>
                </a:cubicBezTo>
                <a:cubicBezTo>
                  <a:pt x="64723" y="9663"/>
                  <a:pt x="64791" y="9663"/>
                  <a:pt x="64791" y="9663"/>
                </a:cubicBezTo>
                <a:lnTo>
                  <a:pt x="64723" y="9663"/>
                </a:lnTo>
                <a:cubicBezTo>
                  <a:pt x="64648" y="9519"/>
                  <a:pt x="64505" y="9308"/>
                  <a:pt x="64436" y="9164"/>
                </a:cubicBezTo>
                <a:lnTo>
                  <a:pt x="64436" y="9164"/>
                </a:lnTo>
                <a:cubicBezTo>
                  <a:pt x="64505" y="9308"/>
                  <a:pt x="64580" y="9519"/>
                  <a:pt x="64648" y="9737"/>
                </a:cubicBezTo>
                <a:cubicBezTo>
                  <a:pt x="64579" y="9806"/>
                  <a:pt x="64362" y="9949"/>
                  <a:pt x="64150" y="10235"/>
                </a:cubicBezTo>
                <a:cubicBezTo>
                  <a:pt x="64150" y="10023"/>
                  <a:pt x="64150" y="9806"/>
                  <a:pt x="64219" y="9594"/>
                </a:cubicBezTo>
                <a:lnTo>
                  <a:pt x="64219" y="9594"/>
                </a:lnTo>
                <a:cubicBezTo>
                  <a:pt x="64007" y="9806"/>
                  <a:pt x="63864" y="10235"/>
                  <a:pt x="63789" y="10596"/>
                </a:cubicBezTo>
                <a:cubicBezTo>
                  <a:pt x="63577" y="10883"/>
                  <a:pt x="63360" y="11094"/>
                  <a:pt x="63148" y="11381"/>
                </a:cubicBezTo>
                <a:lnTo>
                  <a:pt x="63148" y="11312"/>
                </a:lnTo>
                <a:cubicBezTo>
                  <a:pt x="63434" y="10739"/>
                  <a:pt x="63720" y="10310"/>
                  <a:pt x="63720" y="10310"/>
                </a:cubicBezTo>
                <a:lnTo>
                  <a:pt x="63720" y="10310"/>
                </a:lnTo>
                <a:cubicBezTo>
                  <a:pt x="63720" y="10310"/>
                  <a:pt x="63359" y="10522"/>
                  <a:pt x="63004" y="10883"/>
                </a:cubicBezTo>
                <a:lnTo>
                  <a:pt x="63004" y="10739"/>
                </a:lnTo>
                <a:cubicBezTo>
                  <a:pt x="63004" y="10092"/>
                  <a:pt x="63073" y="9451"/>
                  <a:pt x="63148" y="8735"/>
                </a:cubicBezTo>
                <a:lnTo>
                  <a:pt x="63148" y="8735"/>
                </a:lnTo>
                <a:cubicBezTo>
                  <a:pt x="63004" y="8947"/>
                  <a:pt x="62861" y="9376"/>
                  <a:pt x="62718" y="9806"/>
                </a:cubicBezTo>
                <a:cubicBezTo>
                  <a:pt x="62644" y="9451"/>
                  <a:pt x="62500" y="9090"/>
                  <a:pt x="62357" y="8660"/>
                </a:cubicBezTo>
                <a:lnTo>
                  <a:pt x="62357" y="8660"/>
                </a:lnTo>
                <a:cubicBezTo>
                  <a:pt x="62500" y="9164"/>
                  <a:pt x="62575" y="9737"/>
                  <a:pt x="62644" y="10310"/>
                </a:cubicBezTo>
                <a:cubicBezTo>
                  <a:pt x="62500" y="10739"/>
                  <a:pt x="62432" y="11238"/>
                  <a:pt x="62357" y="11667"/>
                </a:cubicBezTo>
                <a:cubicBezTo>
                  <a:pt x="62288" y="11742"/>
                  <a:pt x="62288" y="11810"/>
                  <a:pt x="62214" y="11885"/>
                </a:cubicBezTo>
                <a:lnTo>
                  <a:pt x="62214" y="11742"/>
                </a:lnTo>
                <a:cubicBezTo>
                  <a:pt x="62214" y="11094"/>
                  <a:pt x="62288" y="10310"/>
                  <a:pt x="62357" y="9519"/>
                </a:cubicBezTo>
                <a:lnTo>
                  <a:pt x="62357" y="9519"/>
                </a:lnTo>
                <a:cubicBezTo>
                  <a:pt x="62214" y="9806"/>
                  <a:pt x="62002" y="10310"/>
                  <a:pt x="61928" y="10808"/>
                </a:cubicBezTo>
                <a:cubicBezTo>
                  <a:pt x="61859" y="10739"/>
                  <a:pt x="61859" y="10665"/>
                  <a:pt x="61859" y="10596"/>
                </a:cubicBezTo>
                <a:lnTo>
                  <a:pt x="62002" y="10310"/>
                </a:lnTo>
                <a:lnTo>
                  <a:pt x="62002" y="10310"/>
                </a:lnTo>
                <a:cubicBezTo>
                  <a:pt x="62002" y="10310"/>
                  <a:pt x="61928" y="10379"/>
                  <a:pt x="61784" y="10453"/>
                </a:cubicBezTo>
                <a:cubicBezTo>
                  <a:pt x="61716" y="10310"/>
                  <a:pt x="61716" y="10167"/>
                  <a:pt x="61641" y="10023"/>
                </a:cubicBezTo>
                <a:lnTo>
                  <a:pt x="61641" y="10023"/>
                </a:lnTo>
                <a:cubicBezTo>
                  <a:pt x="61641" y="10167"/>
                  <a:pt x="61716" y="10310"/>
                  <a:pt x="61716" y="10522"/>
                </a:cubicBezTo>
                <a:cubicBezTo>
                  <a:pt x="61641" y="10596"/>
                  <a:pt x="61429" y="10739"/>
                  <a:pt x="61286" y="10951"/>
                </a:cubicBezTo>
                <a:lnTo>
                  <a:pt x="61286" y="10665"/>
                </a:lnTo>
                <a:cubicBezTo>
                  <a:pt x="61286" y="10739"/>
                  <a:pt x="61212" y="10808"/>
                  <a:pt x="61212" y="10883"/>
                </a:cubicBezTo>
                <a:cubicBezTo>
                  <a:pt x="61212" y="10808"/>
                  <a:pt x="61143" y="10808"/>
                  <a:pt x="61143" y="10739"/>
                </a:cubicBezTo>
                <a:cubicBezTo>
                  <a:pt x="61572" y="9949"/>
                  <a:pt x="61859" y="9233"/>
                  <a:pt x="61859" y="9233"/>
                </a:cubicBezTo>
                <a:lnTo>
                  <a:pt x="61859" y="9233"/>
                </a:lnTo>
                <a:cubicBezTo>
                  <a:pt x="61859" y="9233"/>
                  <a:pt x="61498" y="9663"/>
                  <a:pt x="61000" y="10167"/>
                </a:cubicBezTo>
                <a:cubicBezTo>
                  <a:pt x="60925" y="9880"/>
                  <a:pt x="60782" y="9594"/>
                  <a:pt x="60713" y="9308"/>
                </a:cubicBezTo>
                <a:lnTo>
                  <a:pt x="60713" y="9308"/>
                </a:lnTo>
                <a:cubicBezTo>
                  <a:pt x="60782" y="9594"/>
                  <a:pt x="60857" y="9949"/>
                  <a:pt x="60925" y="10310"/>
                </a:cubicBezTo>
                <a:cubicBezTo>
                  <a:pt x="60857" y="10310"/>
                  <a:pt x="60857" y="10310"/>
                  <a:pt x="60857" y="10378"/>
                </a:cubicBezTo>
                <a:cubicBezTo>
                  <a:pt x="60782" y="10167"/>
                  <a:pt x="60639" y="10023"/>
                  <a:pt x="60570" y="9880"/>
                </a:cubicBezTo>
                <a:lnTo>
                  <a:pt x="60570" y="9880"/>
                </a:lnTo>
                <a:cubicBezTo>
                  <a:pt x="60639" y="10023"/>
                  <a:pt x="60713" y="10235"/>
                  <a:pt x="60782" y="10378"/>
                </a:cubicBezTo>
                <a:cubicBezTo>
                  <a:pt x="60713" y="10522"/>
                  <a:pt x="60570" y="10665"/>
                  <a:pt x="60496" y="10808"/>
                </a:cubicBezTo>
                <a:cubicBezTo>
                  <a:pt x="60427" y="10665"/>
                  <a:pt x="60353" y="10522"/>
                  <a:pt x="60284" y="10310"/>
                </a:cubicBezTo>
                <a:cubicBezTo>
                  <a:pt x="60246" y="10272"/>
                  <a:pt x="60227" y="10217"/>
                  <a:pt x="60209" y="10162"/>
                </a:cubicBezTo>
                <a:lnTo>
                  <a:pt x="60209" y="10162"/>
                </a:lnTo>
                <a:cubicBezTo>
                  <a:pt x="60209" y="10164"/>
                  <a:pt x="60209" y="10165"/>
                  <a:pt x="60209" y="10167"/>
                </a:cubicBezTo>
                <a:lnTo>
                  <a:pt x="59997" y="9737"/>
                </a:lnTo>
                <a:cubicBezTo>
                  <a:pt x="60352" y="8947"/>
                  <a:pt x="60639" y="8305"/>
                  <a:pt x="60639" y="8305"/>
                </a:cubicBezTo>
                <a:lnTo>
                  <a:pt x="60639" y="8305"/>
                </a:lnTo>
                <a:lnTo>
                  <a:pt x="60209" y="8735"/>
                </a:lnTo>
                <a:cubicBezTo>
                  <a:pt x="60352" y="8517"/>
                  <a:pt x="60427" y="8305"/>
                  <a:pt x="60427" y="8305"/>
                </a:cubicBezTo>
                <a:lnTo>
                  <a:pt x="60427" y="8305"/>
                </a:lnTo>
                <a:cubicBezTo>
                  <a:pt x="60427" y="8305"/>
                  <a:pt x="60066" y="8660"/>
                  <a:pt x="59637" y="9164"/>
                </a:cubicBezTo>
                <a:cubicBezTo>
                  <a:pt x="59493" y="9376"/>
                  <a:pt x="59281" y="9594"/>
                  <a:pt x="59138" y="9806"/>
                </a:cubicBezTo>
                <a:cubicBezTo>
                  <a:pt x="59138" y="9663"/>
                  <a:pt x="59138" y="9519"/>
                  <a:pt x="59207" y="9376"/>
                </a:cubicBezTo>
                <a:cubicBezTo>
                  <a:pt x="59350" y="9021"/>
                  <a:pt x="59493" y="8735"/>
                  <a:pt x="59493" y="8735"/>
                </a:cubicBezTo>
                <a:lnTo>
                  <a:pt x="59493" y="8735"/>
                </a:lnTo>
                <a:cubicBezTo>
                  <a:pt x="59493" y="8735"/>
                  <a:pt x="59350" y="8803"/>
                  <a:pt x="59207" y="8947"/>
                </a:cubicBezTo>
                <a:cubicBezTo>
                  <a:pt x="59207" y="8660"/>
                  <a:pt x="59281" y="8374"/>
                  <a:pt x="59281" y="8019"/>
                </a:cubicBezTo>
                <a:lnTo>
                  <a:pt x="59281" y="8019"/>
                </a:lnTo>
                <a:cubicBezTo>
                  <a:pt x="59138" y="8374"/>
                  <a:pt x="58995" y="8803"/>
                  <a:pt x="58852" y="9376"/>
                </a:cubicBezTo>
                <a:cubicBezTo>
                  <a:pt x="58709" y="9519"/>
                  <a:pt x="58566" y="9663"/>
                  <a:pt x="58491" y="9806"/>
                </a:cubicBezTo>
                <a:lnTo>
                  <a:pt x="58491" y="9451"/>
                </a:lnTo>
                <a:cubicBezTo>
                  <a:pt x="58422" y="9594"/>
                  <a:pt x="58279" y="9880"/>
                  <a:pt x="58205" y="10092"/>
                </a:cubicBezTo>
                <a:lnTo>
                  <a:pt x="58205" y="10167"/>
                </a:lnTo>
                <a:cubicBezTo>
                  <a:pt x="58205" y="10092"/>
                  <a:pt x="58136" y="10023"/>
                  <a:pt x="58136" y="9949"/>
                </a:cubicBezTo>
                <a:lnTo>
                  <a:pt x="58136" y="9949"/>
                </a:lnTo>
                <a:cubicBezTo>
                  <a:pt x="58136" y="9963"/>
                  <a:pt x="58136" y="9976"/>
                  <a:pt x="58136" y="9989"/>
                </a:cubicBezTo>
                <a:lnTo>
                  <a:pt x="58136" y="9989"/>
                </a:lnTo>
                <a:cubicBezTo>
                  <a:pt x="58037" y="9724"/>
                  <a:pt x="57938" y="9425"/>
                  <a:pt x="57838" y="9094"/>
                </a:cubicBezTo>
                <a:lnTo>
                  <a:pt x="57838" y="9094"/>
                </a:lnTo>
                <a:cubicBezTo>
                  <a:pt x="57940" y="9488"/>
                  <a:pt x="57993" y="9960"/>
                  <a:pt x="57993" y="10378"/>
                </a:cubicBezTo>
                <a:cubicBezTo>
                  <a:pt x="57850" y="10665"/>
                  <a:pt x="57706" y="10883"/>
                  <a:pt x="57563" y="11169"/>
                </a:cubicBezTo>
                <a:cubicBezTo>
                  <a:pt x="57563" y="10808"/>
                  <a:pt x="57420" y="10310"/>
                  <a:pt x="57346" y="9806"/>
                </a:cubicBezTo>
                <a:cubicBezTo>
                  <a:pt x="57346" y="9451"/>
                  <a:pt x="57420" y="9090"/>
                  <a:pt x="57420" y="8660"/>
                </a:cubicBezTo>
                <a:lnTo>
                  <a:pt x="57420" y="8660"/>
                </a:lnTo>
                <a:cubicBezTo>
                  <a:pt x="57346" y="8803"/>
                  <a:pt x="57277" y="9021"/>
                  <a:pt x="57202" y="9233"/>
                </a:cubicBezTo>
                <a:cubicBezTo>
                  <a:pt x="57059" y="8803"/>
                  <a:pt x="56990" y="8448"/>
                  <a:pt x="56847" y="7944"/>
                </a:cubicBezTo>
                <a:lnTo>
                  <a:pt x="56847" y="7944"/>
                </a:lnTo>
                <a:cubicBezTo>
                  <a:pt x="56916" y="8374"/>
                  <a:pt x="56990" y="8878"/>
                  <a:pt x="57059" y="9376"/>
                </a:cubicBezTo>
                <a:cubicBezTo>
                  <a:pt x="56916" y="8947"/>
                  <a:pt x="56773" y="8448"/>
                  <a:pt x="56630" y="7876"/>
                </a:cubicBezTo>
                <a:lnTo>
                  <a:pt x="56630" y="7876"/>
                </a:lnTo>
                <a:cubicBezTo>
                  <a:pt x="56773" y="8591"/>
                  <a:pt x="56847" y="9519"/>
                  <a:pt x="56847" y="10310"/>
                </a:cubicBezTo>
                <a:lnTo>
                  <a:pt x="56847" y="10453"/>
                </a:lnTo>
                <a:cubicBezTo>
                  <a:pt x="56630" y="9737"/>
                  <a:pt x="56274" y="9021"/>
                  <a:pt x="55845" y="8374"/>
                </a:cubicBezTo>
                <a:lnTo>
                  <a:pt x="55845" y="8374"/>
                </a:lnTo>
                <a:cubicBezTo>
                  <a:pt x="56200" y="9021"/>
                  <a:pt x="56418" y="9880"/>
                  <a:pt x="56630" y="10665"/>
                </a:cubicBezTo>
                <a:cubicBezTo>
                  <a:pt x="56486" y="10739"/>
                  <a:pt x="56418" y="10808"/>
                  <a:pt x="56274" y="10951"/>
                </a:cubicBezTo>
                <a:lnTo>
                  <a:pt x="56274" y="10739"/>
                </a:lnTo>
                <a:cubicBezTo>
                  <a:pt x="56343" y="10665"/>
                  <a:pt x="56418" y="10522"/>
                  <a:pt x="56418" y="10522"/>
                </a:cubicBezTo>
                <a:lnTo>
                  <a:pt x="56418" y="10522"/>
                </a:lnTo>
                <a:cubicBezTo>
                  <a:pt x="56418" y="10522"/>
                  <a:pt x="56343" y="10596"/>
                  <a:pt x="56200" y="10665"/>
                </a:cubicBezTo>
                <a:cubicBezTo>
                  <a:pt x="56200" y="10522"/>
                  <a:pt x="56200" y="10378"/>
                  <a:pt x="56131" y="10235"/>
                </a:cubicBezTo>
                <a:cubicBezTo>
                  <a:pt x="56200" y="10167"/>
                  <a:pt x="56274" y="10023"/>
                  <a:pt x="56274" y="10023"/>
                </a:cubicBezTo>
                <a:lnTo>
                  <a:pt x="56274" y="10023"/>
                </a:lnTo>
                <a:lnTo>
                  <a:pt x="56131" y="10167"/>
                </a:lnTo>
                <a:cubicBezTo>
                  <a:pt x="55988" y="9594"/>
                  <a:pt x="55845" y="9021"/>
                  <a:pt x="55627" y="8305"/>
                </a:cubicBezTo>
                <a:lnTo>
                  <a:pt x="55627" y="8305"/>
                </a:lnTo>
                <a:cubicBezTo>
                  <a:pt x="55770" y="8947"/>
                  <a:pt x="55845" y="9663"/>
                  <a:pt x="55845" y="10378"/>
                </a:cubicBezTo>
                <a:lnTo>
                  <a:pt x="55559" y="10665"/>
                </a:lnTo>
                <a:cubicBezTo>
                  <a:pt x="55415" y="10310"/>
                  <a:pt x="55272" y="10023"/>
                  <a:pt x="55054" y="9737"/>
                </a:cubicBezTo>
                <a:lnTo>
                  <a:pt x="55054" y="9737"/>
                </a:lnTo>
                <a:cubicBezTo>
                  <a:pt x="55198" y="10023"/>
                  <a:pt x="55341" y="10378"/>
                  <a:pt x="55484" y="10739"/>
                </a:cubicBezTo>
                <a:cubicBezTo>
                  <a:pt x="55341" y="10883"/>
                  <a:pt x="55129" y="11094"/>
                  <a:pt x="54986" y="11312"/>
                </a:cubicBezTo>
                <a:cubicBezTo>
                  <a:pt x="54986" y="11169"/>
                  <a:pt x="54911" y="11094"/>
                  <a:pt x="54911" y="11026"/>
                </a:cubicBezTo>
                <a:cubicBezTo>
                  <a:pt x="54911" y="11026"/>
                  <a:pt x="54911" y="10951"/>
                  <a:pt x="54843" y="10951"/>
                </a:cubicBezTo>
                <a:cubicBezTo>
                  <a:pt x="54911" y="10739"/>
                  <a:pt x="54911" y="10453"/>
                  <a:pt x="54911" y="10167"/>
                </a:cubicBezTo>
                <a:cubicBezTo>
                  <a:pt x="54986" y="10092"/>
                  <a:pt x="55054" y="9949"/>
                  <a:pt x="55054" y="9949"/>
                </a:cubicBezTo>
                <a:lnTo>
                  <a:pt x="55054" y="9949"/>
                </a:lnTo>
                <a:lnTo>
                  <a:pt x="54986" y="10023"/>
                </a:lnTo>
                <a:cubicBezTo>
                  <a:pt x="54986" y="9806"/>
                  <a:pt x="54986" y="9594"/>
                  <a:pt x="55054" y="9376"/>
                </a:cubicBezTo>
                <a:lnTo>
                  <a:pt x="55054" y="9376"/>
                </a:lnTo>
                <a:cubicBezTo>
                  <a:pt x="54843" y="9594"/>
                  <a:pt x="54768" y="9949"/>
                  <a:pt x="54625" y="10310"/>
                </a:cubicBezTo>
                <a:cubicBezTo>
                  <a:pt x="54556" y="10310"/>
                  <a:pt x="54556" y="10235"/>
                  <a:pt x="54556" y="10235"/>
                </a:cubicBezTo>
                <a:lnTo>
                  <a:pt x="54339" y="9806"/>
                </a:lnTo>
                <a:cubicBezTo>
                  <a:pt x="54339" y="9307"/>
                  <a:pt x="54413" y="8803"/>
                  <a:pt x="54482" y="8231"/>
                </a:cubicBezTo>
                <a:lnTo>
                  <a:pt x="54482" y="8231"/>
                </a:lnTo>
                <a:cubicBezTo>
                  <a:pt x="54339" y="8448"/>
                  <a:pt x="54195" y="8878"/>
                  <a:pt x="54052" y="9307"/>
                </a:cubicBezTo>
                <a:lnTo>
                  <a:pt x="54052" y="9233"/>
                </a:lnTo>
                <a:lnTo>
                  <a:pt x="54127" y="9021"/>
                </a:lnTo>
                <a:lnTo>
                  <a:pt x="54127" y="9021"/>
                </a:lnTo>
                <a:cubicBezTo>
                  <a:pt x="54127" y="9021"/>
                  <a:pt x="54052" y="9164"/>
                  <a:pt x="53983" y="9164"/>
                </a:cubicBezTo>
                <a:lnTo>
                  <a:pt x="53766" y="9376"/>
                </a:lnTo>
                <a:cubicBezTo>
                  <a:pt x="53840" y="8735"/>
                  <a:pt x="53840" y="8087"/>
                  <a:pt x="53909" y="7303"/>
                </a:cubicBezTo>
                <a:lnTo>
                  <a:pt x="53909" y="7303"/>
                </a:lnTo>
                <a:cubicBezTo>
                  <a:pt x="53623" y="7801"/>
                  <a:pt x="53411" y="8878"/>
                  <a:pt x="53267" y="9880"/>
                </a:cubicBezTo>
                <a:lnTo>
                  <a:pt x="53193" y="9949"/>
                </a:lnTo>
                <a:cubicBezTo>
                  <a:pt x="53193" y="9949"/>
                  <a:pt x="53124" y="9949"/>
                  <a:pt x="53124" y="9880"/>
                </a:cubicBezTo>
                <a:cubicBezTo>
                  <a:pt x="53193" y="9090"/>
                  <a:pt x="53267" y="8162"/>
                  <a:pt x="53336" y="7160"/>
                </a:cubicBezTo>
                <a:lnTo>
                  <a:pt x="53336" y="7160"/>
                </a:lnTo>
                <a:cubicBezTo>
                  <a:pt x="53050" y="7658"/>
                  <a:pt x="52838" y="8660"/>
                  <a:pt x="52695" y="9663"/>
                </a:cubicBezTo>
                <a:lnTo>
                  <a:pt x="52477" y="9880"/>
                </a:lnTo>
                <a:lnTo>
                  <a:pt x="52265" y="10092"/>
                </a:lnTo>
                <a:cubicBezTo>
                  <a:pt x="52334" y="9376"/>
                  <a:pt x="52408" y="8517"/>
                  <a:pt x="52477" y="7658"/>
                </a:cubicBezTo>
                <a:lnTo>
                  <a:pt x="52477" y="7658"/>
                </a:lnTo>
                <a:cubicBezTo>
                  <a:pt x="52191" y="8087"/>
                  <a:pt x="51979" y="9021"/>
                  <a:pt x="51836" y="9949"/>
                </a:cubicBezTo>
                <a:cubicBezTo>
                  <a:pt x="51761" y="9880"/>
                  <a:pt x="51692" y="9806"/>
                  <a:pt x="51692" y="9737"/>
                </a:cubicBezTo>
                <a:cubicBezTo>
                  <a:pt x="51549" y="9451"/>
                  <a:pt x="51475" y="9164"/>
                  <a:pt x="51332" y="8878"/>
                </a:cubicBezTo>
                <a:cubicBezTo>
                  <a:pt x="51618" y="8162"/>
                  <a:pt x="51904" y="7372"/>
                  <a:pt x="52122" y="6799"/>
                </a:cubicBezTo>
                <a:cubicBezTo>
                  <a:pt x="52408" y="6157"/>
                  <a:pt x="52551" y="5728"/>
                  <a:pt x="52552" y="5728"/>
                </a:cubicBezTo>
                <a:lnTo>
                  <a:pt x="52552" y="5728"/>
                </a:lnTo>
                <a:cubicBezTo>
                  <a:pt x="52551" y="5728"/>
                  <a:pt x="52334" y="6014"/>
                  <a:pt x="51979" y="6444"/>
                </a:cubicBezTo>
                <a:cubicBezTo>
                  <a:pt x="51979" y="6369"/>
                  <a:pt x="52047" y="6226"/>
                  <a:pt x="52047" y="6226"/>
                </a:cubicBezTo>
                <a:lnTo>
                  <a:pt x="52047" y="6226"/>
                </a:lnTo>
                <a:cubicBezTo>
                  <a:pt x="52047" y="6226"/>
                  <a:pt x="51406" y="6873"/>
                  <a:pt x="50833" y="7801"/>
                </a:cubicBezTo>
                <a:cubicBezTo>
                  <a:pt x="50616" y="8087"/>
                  <a:pt x="50472" y="8374"/>
                  <a:pt x="50329" y="8660"/>
                </a:cubicBezTo>
                <a:cubicBezTo>
                  <a:pt x="50616" y="7944"/>
                  <a:pt x="50902" y="7085"/>
                  <a:pt x="51120" y="6512"/>
                </a:cubicBezTo>
                <a:cubicBezTo>
                  <a:pt x="51406" y="5940"/>
                  <a:pt x="51549" y="5510"/>
                  <a:pt x="51549" y="5510"/>
                </a:cubicBezTo>
                <a:lnTo>
                  <a:pt x="51549" y="5510"/>
                </a:lnTo>
                <a:cubicBezTo>
                  <a:pt x="51549" y="5510"/>
                  <a:pt x="50547" y="6587"/>
                  <a:pt x="49900" y="7801"/>
                </a:cubicBezTo>
                <a:lnTo>
                  <a:pt x="49900" y="7732"/>
                </a:lnTo>
                <a:cubicBezTo>
                  <a:pt x="50043" y="7446"/>
                  <a:pt x="50260" y="7085"/>
                  <a:pt x="50260" y="7085"/>
                </a:cubicBezTo>
                <a:lnTo>
                  <a:pt x="50260" y="7085"/>
                </a:lnTo>
                <a:cubicBezTo>
                  <a:pt x="50260" y="7085"/>
                  <a:pt x="50043" y="7228"/>
                  <a:pt x="49831" y="7515"/>
                </a:cubicBezTo>
                <a:cubicBezTo>
                  <a:pt x="49613" y="7732"/>
                  <a:pt x="49401" y="7944"/>
                  <a:pt x="49184" y="8231"/>
                </a:cubicBezTo>
                <a:cubicBezTo>
                  <a:pt x="49184" y="8231"/>
                  <a:pt x="49184" y="8162"/>
                  <a:pt x="49115" y="8087"/>
                </a:cubicBezTo>
                <a:cubicBezTo>
                  <a:pt x="49041" y="7515"/>
                  <a:pt x="48897" y="6873"/>
                  <a:pt x="48685" y="6014"/>
                </a:cubicBezTo>
                <a:cubicBezTo>
                  <a:pt x="48829" y="5728"/>
                  <a:pt x="49040" y="5224"/>
                  <a:pt x="49041" y="5224"/>
                </a:cubicBezTo>
                <a:lnTo>
                  <a:pt x="49041" y="5224"/>
                </a:lnTo>
                <a:cubicBezTo>
                  <a:pt x="49040" y="5224"/>
                  <a:pt x="48754" y="5510"/>
                  <a:pt x="48611" y="5728"/>
                </a:cubicBezTo>
                <a:cubicBezTo>
                  <a:pt x="48543" y="5585"/>
                  <a:pt x="48542" y="5369"/>
                  <a:pt x="48469" y="5226"/>
                </a:cubicBezTo>
                <a:lnTo>
                  <a:pt x="48469" y="5226"/>
                </a:lnTo>
                <a:cubicBezTo>
                  <a:pt x="48542" y="5369"/>
                  <a:pt x="48542" y="5585"/>
                  <a:pt x="48542" y="5728"/>
                </a:cubicBezTo>
                <a:lnTo>
                  <a:pt x="48399" y="6014"/>
                </a:lnTo>
                <a:cubicBezTo>
                  <a:pt x="48325" y="5940"/>
                  <a:pt x="48325" y="5796"/>
                  <a:pt x="48325" y="5728"/>
                </a:cubicBezTo>
                <a:lnTo>
                  <a:pt x="48325" y="6014"/>
                </a:lnTo>
                <a:cubicBezTo>
                  <a:pt x="48181" y="6226"/>
                  <a:pt x="48038" y="6369"/>
                  <a:pt x="47895" y="6587"/>
                </a:cubicBezTo>
                <a:cubicBezTo>
                  <a:pt x="47826" y="6157"/>
                  <a:pt x="47683" y="5585"/>
                  <a:pt x="47540" y="5012"/>
                </a:cubicBezTo>
                <a:lnTo>
                  <a:pt x="47540" y="5012"/>
                </a:lnTo>
                <a:cubicBezTo>
                  <a:pt x="47609" y="5585"/>
                  <a:pt x="47683" y="6226"/>
                  <a:pt x="47752" y="6873"/>
                </a:cubicBezTo>
                <a:cubicBezTo>
                  <a:pt x="47465" y="7372"/>
                  <a:pt x="47110" y="7876"/>
                  <a:pt x="46967" y="8448"/>
                </a:cubicBezTo>
                <a:cubicBezTo>
                  <a:pt x="46967" y="8591"/>
                  <a:pt x="46893" y="8735"/>
                  <a:pt x="46824" y="8878"/>
                </a:cubicBezTo>
                <a:cubicBezTo>
                  <a:pt x="46824" y="8878"/>
                  <a:pt x="46824" y="8947"/>
                  <a:pt x="46749" y="8947"/>
                </a:cubicBezTo>
                <a:cubicBezTo>
                  <a:pt x="46824" y="8591"/>
                  <a:pt x="46824" y="8231"/>
                  <a:pt x="46893" y="7876"/>
                </a:cubicBezTo>
                <a:lnTo>
                  <a:pt x="46893" y="7876"/>
                </a:lnTo>
                <a:cubicBezTo>
                  <a:pt x="46824" y="8019"/>
                  <a:pt x="46681" y="8231"/>
                  <a:pt x="46606" y="8374"/>
                </a:cubicBezTo>
                <a:cubicBezTo>
                  <a:pt x="46538" y="7876"/>
                  <a:pt x="46394" y="7303"/>
                  <a:pt x="46177" y="6587"/>
                </a:cubicBezTo>
                <a:lnTo>
                  <a:pt x="46177" y="6587"/>
                </a:lnTo>
                <a:cubicBezTo>
                  <a:pt x="46320" y="7303"/>
                  <a:pt x="46394" y="8231"/>
                  <a:pt x="46463" y="9090"/>
                </a:cubicBezTo>
                <a:cubicBezTo>
                  <a:pt x="46394" y="9164"/>
                  <a:pt x="46394" y="9233"/>
                  <a:pt x="46394" y="9376"/>
                </a:cubicBezTo>
                <a:lnTo>
                  <a:pt x="46320" y="9376"/>
                </a:lnTo>
                <a:cubicBezTo>
                  <a:pt x="46251" y="9307"/>
                  <a:pt x="46251" y="9233"/>
                  <a:pt x="46251" y="9164"/>
                </a:cubicBezTo>
                <a:cubicBezTo>
                  <a:pt x="46251" y="8878"/>
                  <a:pt x="46320" y="8591"/>
                  <a:pt x="46320" y="8305"/>
                </a:cubicBezTo>
                <a:lnTo>
                  <a:pt x="46320" y="8305"/>
                </a:lnTo>
                <a:lnTo>
                  <a:pt x="46108" y="8735"/>
                </a:lnTo>
                <a:cubicBezTo>
                  <a:pt x="46034" y="8517"/>
                  <a:pt x="45965" y="8305"/>
                  <a:pt x="45890" y="8162"/>
                </a:cubicBezTo>
                <a:lnTo>
                  <a:pt x="45890" y="8374"/>
                </a:lnTo>
                <a:lnTo>
                  <a:pt x="45890" y="8803"/>
                </a:lnTo>
                <a:lnTo>
                  <a:pt x="45890" y="9307"/>
                </a:lnTo>
                <a:cubicBezTo>
                  <a:pt x="45890" y="9307"/>
                  <a:pt x="45890" y="9234"/>
                  <a:pt x="45823" y="9165"/>
                </a:cubicBezTo>
                <a:lnTo>
                  <a:pt x="45823" y="9165"/>
                </a:lnTo>
                <a:cubicBezTo>
                  <a:pt x="45890" y="9234"/>
                  <a:pt x="45890" y="9308"/>
                  <a:pt x="45890" y="9376"/>
                </a:cubicBezTo>
                <a:lnTo>
                  <a:pt x="45890" y="9519"/>
                </a:lnTo>
                <a:cubicBezTo>
                  <a:pt x="45890" y="9451"/>
                  <a:pt x="45822" y="9307"/>
                  <a:pt x="45822" y="9164"/>
                </a:cubicBezTo>
                <a:cubicBezTo>
                  <a:pt x="45747" y="8305"/>
                  <a:pt x="45535" y="7228"/>
                  <a:pt x="45174" y="5728"/>
                </a:cubicBezTo>
                <a:cubicBezTo>
                  <a:pt x="45249" y="5510"/>
                  <a:pt x="45249" y="5224"/>
                  <a:pt x="45249" y="5012"/>
                </a:cubicBezTo>
                <a:lnTo>
                  <a:pt x="45249" y="5012"/>
                </a:lnTo>
                <a:cubicBezTo>
                  <a:pt x="45249" y="5081"/>
                  <a:pt x="45174" y="5224"/>
                  <a:pt x="45106" y="5367"/>
                </a:cubicBezTo>
                <a:cubicBezTo>
                  <a:pt x="45174" y="5012"/>
                  <a:pt x="45174" y="4725"/>
                  <a:pt x="45174" y="4439"/>
                </a:cubicBezTo>
                <a:lnTo>
                  <a:pt x="45174" y="4439"/>
                </a:lnTo>
                <a:cubicBezTo>
                  <a:pt x="45106" y="4508"/>
                  <a:pt x="45031" y="4725"/>
                  <a:pt x="45031" y="4869"/>
                </a:cubicBezTo>
                <a:cubicBezTo>
                  <a:pt x="44962" y="4794"/>
                  <a:pt x="44962" y="4794"/>
                  <a:pt x="44962" y="4725"/>
                </a:cubicBezTo>
                <a:lnTo>
                  <a:pt x="44962" y="4937"/>
                </a:lnTo>
                <a:cubicBezTo>
                  <a:pt x="44676" y="5796"/>
                  <a:pt x="44458" y="7228"/>
                  <a:pt x="44315" y="8448"/>
                </a:cubicBezTo>
                <a:lnTo>
                  <a:pt x="43960" y="8803"/>
                </a:lnTo>
                <a:cubicBezTo>
                  <a:pt x="44029" y="7589"/>
                  <a:pt x="44172" y="6014"/>
                  <a:pt x="44315" y="4221"/>
                </a:cubicBezTo>
                <a:lnTo>
                  <a:pt x="44315" y="4221"/>
                </a:lnTo>
                <a:cubicBezTo>
                  <a:pt x="43886" y="5012"/>
                  <a:pt x="43599" y="6730"/>
                  <a:pt x="43387" y="8305"/>
                </a:cubicBezTo>
                <a:cubicBezTo>
                  <a:pt x="43387" y="8231"/>
                  <a:pt x="43313" y="8162"/>
                  <a:pt x="43313" y="8088"/>
                </a:cubicBezTo>
                <a:lnTo>
                  <a:pt x="43313" y="8088"/>
                </a:lnTo>
                <a:cubicBezTo>
                  <a:pt x="43313" y="8163"/>
                  <a:pt x="43387" y="8305"/>
                  <a:pt x="43387" y="8374"/>
                </a:cubicBezTo>
                <a:cubicBezTo>
                  <a:pt x="43387" y="8591"/>
                  <a:pt x="43313" y="8878"/>
                  <a:pt x="43313" y="9090"/>
                </a:cubicBezTo>
                <a:cubicBezTo>
                  <a:pt x="43244" y="8947"/>
                  <a:pt x="43244" y="8878"/>
                  <a:pt x="43170" y="8735"/>
                </a:cubicBezTo>
                <a:lnTo>
                  <a:pt x="42740" y="7446"/>
                </a:lnTo>
                <a:cubicBezTo>
                  <a:pt x="42815" y="6942"/>
                  <a:pt x="42815" y="6369"/>
                  <a:pt x="42883" y="5796"/>
                </a:cubicBezTo>
                <a:lnTo>
                  <a:pt x="42883" y="5796"/>
                </a:lnTo>
                <a:cubicBezTo>
                  <a:pt x="42740" y="6014"/>
                  <a:pt x="42671" y="6369"/>
                  <a:pt x="42528" y="6799"/>
                </a:cubicBezTo>
                <a:cubicBezTo>
                  <a:pt x="42385" y="6300"/>
                  <a:pt x="42167" y="5796"/>
                  <a:pt x="41881" y="5298"/>
                </a:cubicBezTo>
                <a:lnTo>
                  <a:pt x="41881" y="5298"/>
                </a:lnTo>
                <a:cubicBezTo>
                  <a:pt x="42099" y="5728"/>
                  <a:pt x="42242" y="6157"/>
                  <a:pt x="42311" y="6656"/>
                </a:cubicBezTo>
                <a:cubicBezTo>
                  <a:pt x="42167" y="6083"/>
                  <a:pt x="41881" y="5510"/>
                  <a:pt x="41669" y="4937"/>
                </a:cubicBezTo>
                <a:cubicBezTo>
                  <a:pt x="41669" y="4582"/>
                  <a:pt x="41669" y="4296"/>
                  <a:pt x="41738" y="3935"/>
                </a:cubicBezTo>
                <a:lnTo>
                  <a:pt x="41738" y="3935"/>
                </a:lnTo>
                <a:cubicBezTo>
                  <a:pt x="41526" y="4296"/>
                  <a:pt x="41383" y="4937"/>
                  <a:pt x="41240" y="5653"/>
                </a:cubicBezTo>
                <a:cubicBezTo>
                  <a:pt x="41096" y="5298"/>
                  <a:pt x="40879" y="4869"/>
                  <a:pt x="40735" y="4508"/>
                </a:cubicBezTo>
                <a:lnTo>
                  <a:pt x="40735" y="4508"/>
                </a:lnTo>
                <a:cubicBezTo>
                  <a:pt x="40879" y="4937"/>
                  <a:pt x="41022" y="5441"/>
                  <a:pt x="41165" y="5940"/>
                </a:cubicBezTo>
                <a:cubicBezTo>
                  <a:pt x="40953" y="6942"/>
                  <a:pt x="40810" y="8087"/>
                  <a:pt x="40735" y="9090"/>
                </a:cubicBezTo>
                <a:cubicBezTo>
                  <a:pt x="40667" y="9021"/>
                  <a:pt x="40667" y="8947"/>
                  <a:pt x="40667" y="8878"/>
                </a:cubicBezTo>
                <a:cubicBezTo>
                  <a:pt x="40667" y="8517"/>
                  <a:pt x="40735" y="8087"/>
                  <a:pt x="40735" y="7732"/>
                </a:cubicBezTo>
                <a:lnTo>
                  <a:pt x="40735" y="7732"/>
                </a:lnTo>
                <a:cubicBezTo>
                  <a:pt x="40667" y="7876"/>
                  <a:pt x="40592" y="8087"/>
                  <a:pt x="40524" y="8305"/>
                </a:cubicBezTo>
                <a:cubicBezTo>
                  <a:pt x="40452" y="8167"/>
                  <a:pt x="40385" y="8029"/>
                  <a:pt x="40381" y="7891"/>
                </a:cubicBezTo>
                <a:lnTo>
                  <a:pt x="40381" y="7891"/>
                </a:lnTo>
                <a:cubicBezTo>
                  <a:pt x="40683" y="7191"/>
                  <a:pt x="40953" y="6656"/>
                  <a:pt x="40953" y="6656"/>
                </a:cubicBezTo>
                <a:lnTo>
                  <a:pt x="40953" y="6656"/>
                </a:lnTo>
                <a:cubicBezTo>
                  <a:pt x="40953" y="6656"/>
                  <a:pt x="40449" y="7085"/>
                  <a:pt x="40020" y="7658"/>
                </a:cubicBezTo>
                <a:cubicBezTo>
                  <a:pt x="39808" y="7160"/>
                  <a:pt x="39590" y="6587"/>
                  <a:pt x="39304" y="6083"/>
                </a:cubicBezTo>
                <a:lnTo>
                  <a:pt x="39304" y="6083"/>
                </a:lnTo>
                <a:cubicBezTo>
                  <a:pt x="39521" y="6587"/>
                  <a:pt x="39664" y="7228"/>
                  <a:pt x="39876" y="7876"/>
                </a:cubicBezTo>
                <a:cubicBezTo>
                  <a:pt x="39733" y="8019"/>
                  <a:pt x="39590" y="8162"/>
                  <a:pt x="39521" y="8374"/>
                </a:cubicBezTo>
                <a:cubicBezTo>
                  <a:pt x="39235" y="7085"/>
                  <a:pt x="38805" y="5585"/>
                  <a:pt x="38158" y="4221"/>
                </a:cubicBezTo>
                <a:lnTo>
                  <a:pt x="38158" y="4221"/>
                </a:lnTo>
                <a:cubicBezTo>
                  <a:pt x="38376" y="4937"/>
                  <a:pt x="38588" y="5796"/>
                  <a:pt x="38805" y="6656"/>
                </a:cubicBezTo>
                <a:cubicBezTo>
                  <a:pt x="38731" y="6730"/>
                  <a:pt x="38301" y="7160"/>
                  <a:pt x="37872" y="7732"/>
                </a:cubicBezTo>
                <a:cubicBezTo>
                  <a:pt x="37728" y="7228"/>
                  <a:pt x="37660" y="6730"/>
                  <a:pt x="37442" y="6157"/>
                </a:cubicBezTo>
                <a:lnTo>
                  <a:pt x="37442" y="6157"/>
                </a:lnTo>
                <a:cubicBezTo>
                  <a:pt x="37585" y="6730"/>
                  <a:pt x="37660" y="7303"/>
                  <a:pt x="37660" y="7944"/>
                </a:cubicBezTo>
                <a:cubicBezTo>
                  <a:pt x="37373" y="8374"/>
                  <a:pt x="37156" y="8803"/>
                  <a:pt x="37013" y="9307"/>
                </a:cubicBezTo>
                <a:cubicBezTo>
                  <a:pt x="36944" y="9376"/>
                  <a:pt x="36944" y="9451"/>
                  <a:pt x="36944" y="9519"/>
                </a:cubicBezTo>
                <a:lnTo>
                  <a:pt x="36944" y="9451"/>
                </a:lnTo>
                <a:cubicBezTo>
                  <a:pt x="36944" y="8735"/>
                  <a:pt x="37013" y="8019"/>
                  <a:pt x="37087" y="7160"/>
                </a:cubicBezTo>
                <a:lnTo>
                  <a:pt x="37087" y="7160"/>
                </a:lnTo>
                <a:cubicBezTo>
                  <a:pt x="36944" y="7446"/>
                  <a:pt x="36801" y="7944"/>
                  <a:pt x="36657" y="8448"/>
                </a:cubicBezTo>
                <a:cubicBezTo>
                  <a:pt x="36583" y="8231"/>
                  <a:pt x="36514" y="7944"/>
                  <a:pt x="36440" y="7658"/>
                </a:cubicBezTo>
                <a:lnTo>
                  <a:pt x="36440" y="7658"/>
                </a:lnTo>
                <a:cubicBezTo>
                  <a:pt x="36514" y="8019"/>
                  <a:pt x="36514" y="8374"/>
                  <a:pt x="36583" y="8735"/>
                </a:cubicBezTo>
                <a:cubicBezTo>
                  <a:pt x="36583" y="8803"/>
                  <a:pt x="36583" y="8803"/>
                  <a:pt x="36514" y="8878"/>
                </a:cubicBezTo>
                <a:cubicBezTo>
                  <a:pt x="36440" y="8517"/>
                  <a:pt x="36297" y="8162"/>
                  <a:pt x="36228" y="7732"/>
                </a:cubicBezTo>
                <a:lnTo>
                  <a:pt x="36228" y="7732"/>
                </a:lnTo>
                <a:cubicBezTo>
                  <a:pt x="36297" y="8231"/>
                  <a:pt x="36371" y="8735"/>
                  <a:pt x="36440" y="9307"/>
                </a:cubicBezTo>
                <a:cubicBezTo>
                  <a:pt x="36371" y="9376"/>
                  <a:pt x="36297" y="9519"/>
                  <a:pt x="36297" y="9594"/>
                </a:cubicBezTo>
                <a:cubicBezTo>
                  <a:pt x="36153" y="9233"/>
                  <a:pt x="36085" y="8878"/>
                  <a:pt x="35941" y="8517"/>
                </a:cubicBezTo>
                <a:cubicBezTo>
                  <a:pt x="35941" y="8374"/>
                  <a:pt x="35941" y="8231"/>
                  <a:pt x="36010" y="8087"/>
                </a:cubicBezTo>
                <a:cubicBezTo>
                  <a:pt x="36228" y="7589"/>
                  <a:pt x="36371" y="7303"/>
                  <a:pt x="36371" y="7303"/>
                </a:cubicBezTo>
                <a:lnTo>
                  <a:pt x="36371" y="7303"/>
                </a:lnTo>
                <a:cubicBezTo>
                  <a:pt x="36371" y="7303"/>
                  <a:pt x="36228" y="7446"/>
                  <a:pt x="36010" y="7589"/>
                </a:cubicBezTo>
                <a:cubicBezTo>
                  <a:pt x="36010" y="7446"/>
                  <a:pt x="36010" y="7228"/>
                  <a:pt x="36085" y="7016"/>
                </a:cubicBezTo>
                <a:cubicBezTo>
                  <a:pt x="36514" y="5797"/>
                  <a:pt x="37012" y="4651"/>
                  <a:pt x="37013" y="4651"/>
                </a:cubicBezTo>
                <a:lnTo>
                  <a:pt x="37013" y="4651"/>
                </a:lnTo>
                <a:cubicBezTo>
                  <a:pt x="37012" y="4651"/>
                  <a:pt x="36869" y="4794"/>
                  <a:pt x="36657" y="5080"/>
                </a:cubicBezTo>
                <a:cubicBezTo>
                  <a:pt x="36726" y="4937"/>
                  <a:pt x="36801" y="4725"/>
                  <a:pt x="36801" y="4725"/>
                </a:cubicBezTo>
                <a:lnTo>
                  <a:pt x="36801" y="4725"/>
                </a:lnTo>
                <a:cubicBezTo>
                  <a:pt x="36801" y="4725"/>
                  <a:pt x="36657" y="4869"/>
                  <a:pt x="36440" y="5155"/>
                </a:cubicBezTo>
                <a:cubicBezTo>
                  <a:pt x="36583" y="4794"/>
                  <a:pt x="36801" y="4296"/>
                  <a:pt x="36801" y="4296"/>
                </a:cubicBezTo>
                <a:lnTo>
                  <a:pt x="36801" y="4296"/>
                </a:lnTo>
                <a:cubicBezTo>
                  <a:pt x="36800" y="4296"/>
                  <a:pt x="35867" y="5224"/>
                  <a:pt x="35226" y="6444"/>
                </a:cubicBezTo>
                <a:cubicBezTo>
                  <a:pt x="35151" y="6301"/>
                  <a:pt x="35151" y="6226"/>
                  <a:pt x="35082" y="6083"/>
                </a:cubicBezTo>
                <a:lnTo>
                  <a:pt x="35082" y="6083"/>
                </a:lnTo>
                <a:cubicBezTo>
                  <a:pt x="35151" y="6226"/>
                  <a:pt x="35151" y="6369"/>
                  <a:pt x="35151" y="6444"/>
                </a:cubicBezTo>
                <a:cubicBezTo>
                  <a:pt x="35008" y="6799"/>
                  <a:pt x="34796" y="7160"/>
                  <a:pt x="34722" y="7515"/>
                </a:cubicBezTo>
                <a:cubicBezTo>
                  <a:pt x="34653" y="7801"/>
                  <a:pt x="34510" y="8231"/>
                  <a:pt x="34435" y="8660"/>
                </a:cubicBezTo>
                <a:cubicBezTo>
                  <a:pt x="34435" y="8231"/>
                  <a:pt x="34510" y="7801"/>
                  <a:pt x="34510" y="7372"/>
                </a:cubicBezTo>
                <a:lnTo>
                  <a:pt x="34578" y="7228"/>
                </a:lnTo>
                <a:lnTo>
                  <a:pt x="34510" y="7303"/>
                </a:lnTo>
                <a:cubicBezTo>
                  <a:pt x="34578" y="6873"/>
                  <a:pt x="34578" y="6369"/>
                  <a:pt x="34653" y="5871"/>
                </a:cubicBezTo>
                <a:cubicBezTo>
                  <a:pt x="34721" y="5797"/>
                  <a:pt x="34722" y="5655"/>
                  <a:pt x="34722" y="5653"/>
                </a:cubicBezTo>
                <a:lnTo>
                  <a:pt x="34722" y="5653"/>
                </a:lnTo>
                <a:cubicBezTo>
                  <a:pt x="34722" y="5654"/>
                  <a:pt x="34721" y="5728"/>
                  <a:pt x="34653" y="5728"/>
                </a:cubicBezTo>
                <a:lnTo>
                  <a:pt x="34653" y="5510"/>
                </a:lnTo>
                <a:cubicBezTo>
                  <a:pt x="34653" y="5585"/>
                  <a:pt x="34578" y="5728"/>
                  <a:pt x="34510" y="5871"/>
                </a:cubicBezTo>
                <a:cubicBezTo>
                  <a:pt x="34366" y="6014"/>
                  <a:pt x="34223" y="6226"/>
                  <a:pt x="34006" y="6512"/>
                </a:cubicBezTo>
                <a:cubicBezTo>
                  <a:pt x="33937" y="6444"/>
                  <a:pt x="33937" y="6369"/>
                  <a:pt x="33937" y="6369"/>
                </a:cubicBezTo>
                <a:lnTo>
                  <a:pt x="34080" y="6083"/>
                </a:lnTo>
                <a:lnTo>
                  <a:pt x="33937" y="6226"/>
                </a:lnTo>
                <a:cubicBezTo>
                  <a:pt x="33794" y="5653"/>
                  <a:pt x="33650" y="4937"/>
                  <a:pt x="33433" y="4221"/>
                </a:cubicBezTo>
                <a:lnTo>
                  <a:pt x="33433" y="4221"/>
                </a:lnTo>
                <a:cubicBezTo>
                  <a:pt x="33576" y="4869"/>
                  <a:pt x="33650" y="5728"/>
                  <a:pt x="33650" y="6512"/>
                </a:cubicBezTo>
                <a:cubicBezTo>
                  <a:pt x="33650" y="6587"/>
                  <a:pt x="33576" y="6587"/>
                  <a:pt x="33507" y="6656"/>
                </a:cubicBezTo>
                <a:cubicBezTo>
                  <a:pt x="33433" y="6157"/>
                  <a:pt x="33290" y="5585"/>
                  <a:pt x="33146" y="4937"/>
                </a:cubicBezTo>
                <a:cubicBezTo>
                  <a:pt x="33290" y="4508"/>
                  <a:pt x="33364" y="4365"/>
                  <a:pt x="33433" y="4221"/>
                </a:cubicBezTo>
                <a:lnTo>
                  <a:pt x="33507" y="4078"/>
                </a:lnTo>
                <a:lnTo>
                  <a:pt x="33433" y="4153"/>
                </a:lnTo>
                <a:cubicBezTo>
                  <a:pt x="33364" y="4221"/>
                  <a:pt x="33290" y="4365"/>
                  <a:pt x="33078" y="4582"/>
                </a:cubicBezTo>
                <a:cubicBezTo>
                  <a:pt x="33004" y="4508"/>
                  <a:pt x="33003" y="4366"/>
                  <a:pt x="32935" y="4223"/>
                </a:cubicBezTo>
                <a:lnTo>
                  <a:pt x="32935" y="4223"/>
                </a:lnTo>
                <a:cubicBezTo>
                  <a:pt x="33003" y="4366"/>
                  <a:pt x="33003" y="4508"/>
                  <a:pt x="33003" y="4651"/>
                </a:cubicBezTo>
                <a:lnTo>
                  <a:pt x="32934" y="4725"/>
                </a:lnTo>
                <a:cubicBezTo>
                  <a:pt x="32860" y="4439"/>
                  <a:pt x="32791" y="4153"/>
                  <a:pt x="32648" y="3792"/>
                </a:cubicBezTo>
                <a:lnTo>
                  <a:pt x="32648" y="3792"/>
                </a:lnTo>
                <a:cubicBezTo>
                  <a:pt x="32717" y="4078"/>
                  <a:pt x="32791" y="4508"/>
                  <a:pt x="32860" y="4869"/>
                </a:cubicBezTo>
                <a:cubicBezTo>
                  <a:pt x="32574" y="5155"/>
                  <a:pt x="32287" y="5585"/>
                  <a:pt x="32075" y="6014"/>
                </a:cubicBezTo>
                <a:lnTo>
                  <a:pt x="32075" y="5441"/>
                </a:lnTo>
                <a:cubicBezTo>
                  <a:pt x="32001" y="5585"/>
                  <a:pt x="31932" y="5871"/>
                  <a:pt x="31789" y="6157"/>
                </a:cubicBezTo>
                <a:cubicBezTo>
                  <a:pt x="31715" y="6014"/>
                  <a:pt x="31715" y="5871"/>
                  <a:pt x="31646" y="5728"/>
                </a:cubicBezTo>
                <a:lnTo>
                  <a:pt x="31646" y="5728"/>
                </a:lnTo>
                <a:cubicBezTo>
                  <a:pt x="31646" y="5871"/>
                  <a:pt x="31715" y="6083"/>
                  <a:pt x="31789" y="6226"/>
                </a:cubicBezTo>
                <a:cubicBezTo>
                  <a:pt x="31789" y="6369"/>
                  <a:pt x="31715" y="6512"/>
                  <a:pt x="31646" y="6730"/>
                </a:cubicBezTo>
                <a:cubicBezTo>
                  <a:pt x="31646" y="6799"/>
                  <a:pt x="31571" y="6942"/>
                  <a:pt x="31571" y="7016"/>
                </a:cubicBezTo>
                <a:cubicBezTo>
                  <a:pt x="31428" y="6444"/>
                  <a:pt x="31285" y="5871"/>
                  <a:pt x="31073" y="5155"/>
                </a:cubicBezTo>
                <a:lnTo>
                  <a:pt x="31073" y="5155"/>
                </a:lnTo>
                <a:cubicBezTo>
                  <a:pt x="31216" y="5728"/>
                  <a:pt x="31285" y="6444"/>
                  <a:pt x="31285" y="7085"/>
                </a:cubicBezTo>
                <a:cubicBezTo>
                  <a:pt x="31285" y="7016"/>
                  <a:pt x="31216" y="6873"/>
                  <a:pt x="31142" y="6730"/>
                </a:cubicBezTo>
                <a:lnTo>
                  <a:pt x="31142" y="6730"/>
                </a:lnTo>
                <a:cubicBezTo>
                  <a:pt x="31142" y="7016"/>
                  <a:pt x="31216" y="7372"/>
                  <a:pt x="31216" y="7732"/>
                </a:cubicBezTo>
                <a:cubicBezTo>
                  <a:pt x="31073" y="7085"/>
                  <a:pt x="30930" y="6444"/>
                  <a:pt x="30643" y="5653"/>
                </a:cubicBezTo>
                <a:lnTo>
                  <a:pt x="30643" y="5653"/>
                </a:lnTo>
                <a:cubicBezTo>
                  <a:pt x="30787" y="6157"/>
                  <a:pt x="30855" y="6730"/>
                  <a:pt x="30855" y="7372"/>
                </a:cubicBezTo>
                <a:cubicBezTo>
                  <a:pt x="30787" y="7228"/>
                  <a:pt x="30787" y="7016"/>
                  <a:pt x="30712" y="6799"/>
                </a:cubicBezTo>
                <a:lnTo>
                  <a:pt x="30712" y="6799"/>
                </a:lnTo>
                <a:cubicBezTo>
                  <a:pt x="30712" y="7016"/>
                  <a:pt x="30787" y="7303"/>
                  <a:pt x="30787" y="7515"/>
                </a:cubicBezTo>
                <a:cubicBezTo>
                  <a:pt x="30787" y="7449"/>
                  <a:pt x="30720" y="7379"/>
                  <a:pt x="30654" y="7250"/>
                </a:cubicBezTo>
                <a:lnTo>
                  <a:pt x="30654" y="7250"/>
                </a:lnTo>
                <a:lnTo>
                  <a:pt x="30855" y="7658"/>
                </a:lnTo>
                <a:lnTo>
                  <a:pt x="30855" y="8087"/>
                </a:lnTo>
                <a:cubicBezTo>
                  <a:pt x="30787" y="7658"/>
                  <a:pt x="30643" y="7303"/>
                  <a:pt x="30500" y="6942"/>
                </a:cubicBezTo>
                <a:lnTo>
                  <a:pt x="30500" y="6942"/>
                </a:lnTo>
                <a:cubicBezTo>
                  <a:pt x="30569" y="7372"/>
                  <a:pt x="30569" y="7801"/>
                  <a:pt x="30569" y="8374"/>
                </a:cubicBezTo>
                <a:cubicBezTo>
                  <a:pt x="30500" y="7944"/>
                  <a:pt x="30426" y="7589"/>
                  <a:pt x="30283" y="7228"/>
                </a:cubicBezTo>
                <a:cubicBezTo>
                  <a:pt x="30357" y="6083"/>
                  <a:pt x="30426" y="4869"/>
                  <a:pt x="30569" y="3437"/>
                </a:cubicBezTo>
                <a:lnTo>
                  <a:pt x="30569" y="3437"/>
                </a:lnTo>
                <a:cubicBezTo>
                  <a:pt x="30283" y="3935"/>
                  <a:pt x="30071" y="4794"/>
                  <a:pt x="29928" y="5796"/>
                </a:cubicBezTo>
                <a:cubicBezTo>
                  <a:pt x="29853" y="5510"/>
                  <a:pt x="29784" y="5155"/>
                  <a:pt x="29710" y="4869"/>
                </a:cubicBezTo>
                <a:cubicBezTo>
                  <a:pt x="29784" y="4439"/>
                  <a:pt x="29784" y="3935"/>
                  <a:pt x="29853" y="3505"/>
                </a:cubicBezTo>
                <a:lnTo>
                  <a:pt x="29853" y="3505"/>
                </a:lnTo>
                <a:cubicBezTo>
                  <a:pt x="29784" y="3649"/>
                  <a:pt x="29641" y="3935"/>
                  <a:pt x="29567" y="4221"/>
                </a:cubicBezTo>
                <a:cubicBezTo>
                  <a:pt x="29498" y="4010"/>
                  <a:pt x="29498" y="3792"/>
                  <a:pt x="29424" y="3580"/>
                </a:cubicBezTo>
                <a:lnTo>
                  <a:pt x="29424" y="3580"/>
                </a:lnTo>
                <a:cubicBezTo>
                  <a:pt x="29498" y="3792"/>
                  <a:pt x="29498" y="4078"/>
                  <a:pt x="29567" y="4365"/>
                </a:cubicBezTo>
                <a:cubicBezTo>
                  <a:pt x="29432" y="4839"/>
                  <a:pt x="29297" y="5434"/>
                  <a:pt x="29163" y="6099"/>
                </a:cubicBezTo>
                <a:lnTo>
                  <a:pt x="29163" y="6099"/>
                </a:lnTo>
                <a:cubicBezTo>
                  <a:pt x="29145" y="6114"/>
                  <a:pt x="29139" y="6137"/>
                  <a:pt x="29138" y="6149"/>
                </a:cubicBezTo>
                <a:lnTo>
                  <a:pt x="29138" y="6149"/>
                </a:lnTo>
                <a:cubicBezTo>
                  <a:pt x="29212" y="5217"/>
                  <a:pt x="29281" y="4149"/>
                  <a:pt x="29355" y="3007"/>
                </a:cubicBezTo>
                <a:lnTo>
                  <a:pt x="29355" y="3007"/>
                </a:lnTo>
                <a:cubicBezTo>
                  <a:pt x="28994" y="3723"/>
                  <a:pt x="28708" y="5367"/>
                  <a:pt x="28496" y="7016"/>
                </a:cubicBezTo>
                <a:lnTo>
                  <a:pt x="28066" y="5510"/>
                </a:lnTo>
                <a:cubicBezTo>
                  <a:pt x="28066" y="5155"/>
                  <a:pt x="28135" y="4794"/>
                  <a:pt x="28135" y="4508"/>
                </a:cubicBezTo>
                <a:lnTo>
                  <a:pt x="28135" y="4508"/>
                </a:lnTo>
                <a:cubicBezTo>
                  <a:pt x="28066" y="4651"/>
                  <a:pt x="27992" y="4869"/>
                  <a:pt x="27923" y="5080"/>
                </a:cubicBezTo>
                <a:lnTo>
                  <a:pt x="27923" y="5012"/>
                </a:lnTo>
                <a:cubicBezTo>
                  <a:pt x="27705" y="4582"/>
                  <a:pt x="27562" y="4153"/>
                  <a:pt x="27350" y="3723"/>
                </a:cubicBezTo>
                <a:lnTo>
                  <a:pt x="27350" y="3723"/>
                </a:lnTo>
                <a:cubicBezTo>
                  <a:pt x="27493" y="4153"/>
                  <a:pt x="27636" y="4725"/>
                  <a:pt x="27780" y="5224"/>
                </a:cubicBezTo>
                <a:cubicBezTo>
                  <a:pt x="27705" y="5441"/>
                  <a:pt x="27636" y="5796"/>
                  <a:pt x="27493" y="6157"/>
                </a:cubicBezTo>
                <a:cubicBezTo>
                  <a:pt x="27493" y="6226"/>
                  <a:pt x="27493" y="6300"/>
                  <a:pt x="27419" y="6369"/>
                </a:cubicBezTo>
                <a:cubicBezTo>
                  <a:pt x="27207" y="5510"/>
                  <a:pt x="26846" y="4651"/>
                  <a:pt x="26416" y="3792"/>
                </a:cubicBezTo>
                <a:lnTo>
                  <a:pt x="26416" y="3792"/>
                </a:lnTo>
                <a:cubicBezTo>
                  <a:pt x="26777" y="4651"/>
                  <a:pt x="27064" y="5796"/>
                  <a:pt x="27207" y="7016"/>
                </a:cubicBezTo>
                <a:cubicBezTo>
                  <a:pt x="27207" y="7085"/>
                  <a:pt x="27132" y="7228"/>
                  <a:pt x="27132" y="7372"/>
                </a:cubicBezTo>
                <a:cubicBezTo>
                  <a:pt x="27064" y="7228"/>
                  <a:pt x="27064" y="7160"/>
                  <a:pt x="27064" y="7085"/>
                </a:cubicBezTo>
                <a:cubicBezTo>
                  <a:pt x="26921" y="6512"/>
                  <a:pt x="26777" y="6014"/>
                  <a:pt x="26560" y="5441"/>
                </a:cubicBezTo>
                <a:lnTo>
                  <a:pt x="26634" y="5367"/>
                </a:lnTo>
                <a:lnTo>
                  <a:pt x="26560" y="5367"/>
                </a:lnTo>
                <a:cubicBezTo>
                  <a:pt x="26491" y="5224"/>
                  <a:pt x="26416" y="5012"/>
                  <a:pt x="26416" y="4869"/>
                </a:cubicBezTo>
                <a:lnTo>
                  <a:pt x="26416" y="4725"/>
                </a:lnTo>
                <a:cubicBezTo>
                  <a:pt x="26416" y="4725"/>
                  <a:pt x="26416" y="4794"/>
                  <a:pt x="26348" y="4794"/>
                </a:cubicBezTo>
                <a:cubicBezTo>
                  <a:pt x="26273" y="4508"/>
                  <a:pt x="26130" y="4221"/>
                  <a:pt x="25987" y="3935"/>
                </a:cubicBezTo>
                <a:cubicBezTo>
                  <a:pt x="26061" y="3580"/>
                  <a:pt x="26061" y="3150"/>
                  <a:pt x="26130" y="2789"/>
                </a:cubicBezTo>
                <a:lnTo>
                  <a:pt x="26130" y="2789"/>
                </a:lnTo>
                <a:cubicBezTo>
                  <a:pt x="25987" y="3007"/>
                  <a:pt x="25918" y="3219"/>
                  <a:pt x="25844" y="3580"/>
                </a:cubicBezTo>
                <a:cubicBezTo>
                  <a:pt x="25632" y="4221"/>
                  <a:pt x="25489" y="5012"/>
                  <a:pt x="25345" y="5796"/>
                </a:cubicBezTo>
                <a:cubicBezTo>
                  <a:pt x="25202" y="5441"/>
                  <a:pt x="25059" y="5080"/>
                  <a:pt x="24916" y="4794"/>
                </a:cubicBezTo>
                <a:lnTo>
                  <a:pt x="24916" y="4794"/>
                </a:lnTo>
                <a:cubicBezTo>
                  <a:pt x="25059" y="5155"/>
                  <a:pt x="25202" y="5653"/>
                  <a:pt x="25345" y="6083"/>
                </a:cubicBezTo>
                <a:lnTo>
                  <a:pt x="25271" y="6157"/>
                </a:lnTo>
                <a:cubicBezTo>
                  <a:pt x="25128" y="5871"/>
                  <a:pt x="24985" y="5510"/>
                  <a:pt x="24841" y="5224"/>
                </a:cubicBezTo>
                <a:lnTo>
                  <a:pt x="24841" y="5224"/>
                </a:lnTo>
                <a:cubicBezTo>
                  <a:pt x="24985" y="5585"/>
                  <a:pt x="25059" y="5940"/>
                  <a:pt x="25202" y="6300"/>
                </a:cubicBezTo>
                <a:cubicBezTo>
                  <a:pt x="24985" y="6656"/>
                  <a:pt x="24773" y="7016"/>
                  <a:pt x="24629" y="7446"/>
                </a:cubicBezTo>
                <a:cubicBezTo>
                  <a:pt x="24412" y="7085"/>
                  <a:pt x="24269" y="6730"/>
                  <a:pt x="24057" y="6369"/>
                </a:cubicBezTo>
                <a:lnTo>
                  <a:pt x="24057" y="6369"/>
                </a:lnTo>
                <a:cubicBezTo>
                  <a:pt x="24200" y="6656"/>
                  <a:pt x="24343" y="7016"/>
                  <a:pt x="24412" y="7372"/>
                </a:cubicBezTo>
                <a:cubicBezTo>
                  <a:pt x="24343" y="7589"/>
                  <a:pt x="24200" y="7944"/>
                  <a:pt x="24057" y="8374"/>
                </a:cubicBezTo>
                <a:cubicBezTo>
                  <a:pt x="23982" y="7732"/>
                  <a:pt x="23839" y="7085"/>
                  <a:pt x="23627" y="6369"/>
                </a:cubicBezTo>
                <a:cubicBezTo>
                  <a:pt x="23839" y="5940"/>
                  <a:pt x="23982" y="5585"/>
                  <a:pt x="23982" y="5585"/>
                </a:cubicBezTo>
                <a:lnTo>
                  <a:pt x="23982" y="5585"/>
                </a:lnTo>
                <a:lnTo>
                  <a:pt x="23553" y="6014"/>
                </a:lnTo>
                <a:cubicBezTo>
                  <a:pt x="23266" y="5080"/>
                  <a:pt x="22911" y="4078"/>
                  <a:pt x="22482" y="3150"/>
                </a:cubicBezTo>
                <a:lnTo>
                  <a:pt x="22482" y="3150"/>
                </a:lnTo>
                <a:cubicBezTo>
                  <a:pt x="22768" y="3866"/>
                  <a:pt x="22980" y="4725"/>
                  <a:pt x="23123" y="5585"/>
                </a:cubicBezTo>
                <a:cubicBezTo>
                  <a:pt x="23054" y="5367"/>
                  <a:pt x="23054" y="5155"/>
                  <a:pt x="22980" y="4937"/>
                </a:cubicBezTo>
                <a:lnTo>
                  <a:pt x="22980" y="4937"/>
                </a:lnTo>
                <a:cubicBezTo>
                  <a:pt x="23054" y="5367"/>
                  <a:pt x="23123" y="5940"/>
                  <a:pt x="23198" y="6512"/>
                </a:cubicBezTo>
                <a:lnTo>
                  <a:pt x="23123" y="6512"/>
                </a:lnTo>
                <a:cubicBezTo>
                  <a:pt x="22980" y="5871"/>
                  <a:pt x="22837" y="5155"/>
                  <a:pt x="22625" y="4365"/>
                </a:cubicBezTo>
                <a:lnTo>
                  <a:pt x="22625" y="4365"/>
                </a:lnTo>
                <a:cubicBezTo>
                  <a:pt x="22768" y="5080"/>
                  <a:pt x="22837" y="6014"/>
                  <a:pt x="22837" y="6942"/>
                </a:cubicBezTo>
                <a:cubicBezTo>
                  <a:pt x="22837" y="7016"/>
                  <a:pt x="22768" y="7016"/>
                  <a:pt x="22768" y="7085"/>
                </a:cubicBezTo>
                <a:cubicBezTo>
                  <a:pt x="22625" y="6587"/>
                  <a:pt x="22482" y="6014"/>
                  <a:pt x="22338" y="5441"/>
                </a:cubicBezTo>
                <a:lnTo>
                  <a:pt x="22338" y="5441"/>
                </a:lnTo>
                <a:cubicBezTo>
                  <a:pt x="22407" y="6014"/>
                  <a:pt x="22482" y="6730"/>
                  <a:pt x="22550" y="7446"/>
                </a:cubicBezTo>
                <a:cubicBezTo>
                  <a:pt x="22407" y="7732"/>
                  <a:pt x="22264" y="8019"/>
                  <a:pt x="22121" y="8374"/>
                </a:cubicBezTo>
                <a:cubicBezTo>
                  <a:pt x="22121" y="8448"/>
                  <a:pt x="22121" y="8591"/>
                  <a:pt x="22052" y="8735"/>
                </a:cubicBezTo>
                <a:cubicBezTo>
                  <a:pt x="22052" y="8660"/>
                  <a:pt x="22052" y="8660"/>
                  <a:pt x="21978" y="8591"/>
                </a:cubicBezTo>
                <a:cubicBezTo>
                  <a:pt x="22052" y="8517"/>
                  <a:pt x="22052" y="8448"/>
                  <a:pt x="22052" y="8374"/>
                </a:cubicBezTo>
                <a:lnTo>
                  <a:pt x="22052" y="8374"/>
                </a:lnTo>
                <a:cubicBezTo>
                  <a:pt x="22052" y="8448"/>
                  <a:pt x="21978" y="8448"/>
                  <a:pt x="21978" y="8448"/>
                </a:cubicBezTo>
                <a:cubicBezTo>
                  <a:pt x="21909" y="8231"/>
                  <a:pt x="21834" y="7944"/>
                  <a:pt x="21766" y="7732"/>
                </a:cubicBezTo>
                <a:lnTo>
                  <a:pt x="21766" y="7732"/>
                </a:lnTo>
                <a:cubicBezTo>
                  <a:pt x="21834" y="7944"/>
                  <a:pt x="21834" y="8231"/>
                  <a:pt x="21909" y="8517"/>
                </a:cubicBezTo>
                <a:cubicBezTo>
                  <a:pt x="21834" y="8448"/>
                  <a:pt x="21834" y="8374"/>
                  <a:pt x="21834" y="8231"/>
                </a:cubicBezTo>
                <a:lnTo>
                  <a:pt x="21834" y="8591"/>
                </a:lnTo>
                <a:lnTo>
                  <a:pt x="21691" y="8735"/>
                </a:lnTo>
                <a:cubicBezTo>
                  <a:pt x="21548" y="8374"/>
                  <a:pt x="21405" y="7944"/>
                  <a:pt x="21193" y="7589"/>
                </a:cubicBezTo>
                <a:lnTo>
                  <a:pt x="21193" y="7589"/>
                </a:lnTo>
                <a:lnTo>
                  <a:pt x="21622" y="8878"/>
                </a:lnTo>
                <a:cubicBezTo>
                  <a:pt x="21479" y="9090"/>
                  <a:pt x="21336" y="9451"/>
                  <a:pt x="21193" y="9737"/>
                </a:cubicBezTo>
                <a:cubicBezTo>
                  <a:pt x="21118" y="9233"/>
                  <a:pt x="21050" y="8735"/>
                  <a:pt x="20975" y="8087"/>
                </a:cubicBezTo>
                <a:cubicBezTo>
                  <a:pt x="21050" y="7876"/>
                  <a:pt x="21118" y="7732"/>
                  <a:pt x="21193" y="7589"/>
                </a:cubicBezTo>
                <a:cubicBezTo>
                  <a:pt x="21336" y="7228"/>
                  <a:pt x="21479" y="6942"/>
                  <a:pt x="21479" y="6942"/>
                </a:cubicBezTo>
                <a:lnTo>
                  <a:pt x="21479" y="6942"/>
                </a:lnTo>
                <a:cubicBezTo>
                  <a:pt x="21479" y="6942"/>
                  <a:pt x="21336" y="7085"/>
                  <a:pt x="21118" y="7372"/>
                </a:cubicBezTo>
                <a:cubicBezTo>
                  <a:pt x="21548" y="6157"/>
                  <a:pt x="22052" y="5081"/>
                  <a:pt x="22052" y="5080"/>
                </a:cubicBezTo>
                <a:lnTo>
                  <a:pt x="22052" y="5080"/>
                </a:lnTo>
                <a:cubicBezTo>
                  <a:pt x="22052" y="5081"/>
                  <a:pt x="21336" y="5797"/>
                  <a:pt x="20689" y="6730"/>
                </a:cubicBezTo>
                <a:cubicBezTo>
                  <a:pt x="20689" y="6512"/>
                  <a:pt x="20620" y="6369"/>
                  <a:pt x="20620" y="6157"/>
                </a:cubicBezTo>
                <a:cubicBezTo>
                  <a:pt x="21050" y="5012"/>
                  <a:pt x="21479" y="4078"/>
                  <a:pt x="21479" y="4078"/>
                </a:cubicBezTo>
                <a:lnTo>
                  <a:pt x="21479" y="4078"/>
                </a:lnTo>
                <a:cubicBezTo>
                  <a:pt x="21479" y="4078"/>
                  <a:pt x="20906" y="4582"/>
                  <a:pt x="20403" y="5367"/>
                </a:cubicBezTo>
                <a:cubicBezTo>
                  <a:pt x="20334" y="5298"/>
                  <a:pt x="20334" y="5298"/>
                  <a:pt x="20334" y="5224"/>
                </a:cubicBezTo>
                <a:lnTo>
                  <a:pt x="20334" y="5367"/>
                </a:lnTo>
                <a:lnTo>
                  <a:pt x="19904" y="6226"/>
                </a:lnTo>
                <a:lnTo>
                  <a:pt x="19904" y="5871"/>
                </a:lnTo>
                <a:lnTo>
                  <a:pt x="20116" y="5441"/>
                </a:lnTo>
                <a:lnTo>
                  <a:pt x="19904" y="5653"/>
                </a:lnTo>
                <a:cubicBezTo>
                  <a:pt x="19973" y="5224"/>
                  <a:pt x="19973" y="4794"/>
                  <a:pt x="20047" y="4296"/>
                </a:cubicBezTo>
                <a:lnTo>
                  <a:pt x="20047" y="4296"/>
                </a:lnTo>
                <a:cubicBezTo>
                  <a:pt x="19830" y="4725"/>
                  <a:pt x="19618" y="5367"/>
                  <a:pt x="19475" y="6083"/>
                </a:cubicBezTo>
                <a:cubicBezTo>
                  <a:pt x="19400" y="6157"/>
                  <a:pt x="19400" y="6300"/>
                  <a:pt x="19331" y="6369"/>
                </a:cubicBezTo>
                <a:cubicBezTo>
                  <a:pt x="19331" y="5796"/>
                  <a:pt x="19400" y="5224"/>
                  <a:pt x="19400" y="4651"/>
                </a:cubicBezTo>
                <a:cubicBezTo>
                  <a:pt x="19761" y="3866"/>
                  <a:pt x="19973" y="3294"/>
                  <a:pt x="19973" y="3293"/>
                </a:cubicBezTo>
                <a:lnTo>
                  <a:pt x="19973" y="3293"/>
                </a:lnTo>
                <a:cubicBezTo>
                  <a:pt x="19973" y="3294"/>
                  <a:pt x="19761" y="3505"/>
                  <a:pt x="19475" y="3866"/>
                </a:cubicBezTo>
                <a:cubicBezTo>
                  <a:pt x="19475" y="3836"/>
                  <a:pt x="19475" y="3808"/>
                  <a:pt x="19479" y="3779"/>
                </a:cubicBezTo>
                <a:lnTo>
                  <a:pt x="19479" y="3779"/>
                </a:lnTo>
                <a:lnTo>
                  <a:pt x="19331" y="4078"/>
                </a:lnTo>
                <a:cubicBezTo>
                  <a:pt x="19045" y="4508"/>
                  <a:pt x="18684" y="5012"/>
                  <a:pt x="18398" y="5585"/>
                </a:cubicBezTo>
                <a:cubicBezTo>
                  <a:pt x="18329" y="5298"/>
                  <a:pt x="18255" y="5012"/>
                  <a:pt x="18111" y="4725"/>
                </a:cubicBezTo>
                <a:lnTo>
                  <a:pt x="18111" y="4725"/>
                </a:lnTo>
                <a:cubicBezTo>
                  <a:pt x="18186" y="5012"/>
                  <a:pt x="18255" y="5441"/>
                  <a:pt x="18329" y="5796"/>
                </a:cubicBezTo>
                <a:cubicBezTo>
                  <a:pt x="18255" y="5940"/>
                  <a:pt x="18186" y="6083"/>
                  <a:pt x="18186" y="6226"/>
                </a:cubicBezTo>
                <a:lnTo>
                  <a:pt x="18186" y="6300"/>
                </a:lnTo>
                <a:cubicBezTo>
                  <a:pt x="18112" y="6084"/>
                  <a:pt x="18043" y="5941"/>
                  <a:pt x="18043" y="5730"/>
                </a:cubicBezTo>
                <a:lnTo>
                  <a:pt x="18043" y="5730"/>
                </a:lnTo>
                <a:cubicBezTo>
                  <a:pt x="18043" y="5941"/>
                  <a:pt x="18111" y="6158"/>
                  <a:pt x="18111" y="6444"/>
                </a:cubicBezTo>
                <a:lnTo>
                  <a:pt x="18111" y="6512"/>
                </a:lnTo>
                <a:cubicBezTo>
                  <a:pt x="17968" y="5653"/>
                  <a:pt x="17756" y="4794"/>
                  <a:pt x="17470" y="3723"/>
                </a:cubicBezTo>
                <a:lnTo>
                  <a:pt x="17470" y="3723"/>
                </a:lnTo>
                <a:cubicBezTo>
                  <a:pt x="17682" y="4651"/>
                  <a:pt x="17756" y="5796"/>
                  <a:pt x="17756" y="7016"/>
                </a:cubicBezTo>
                <a:cubicBezTo>
                  <a:pt x="17613" y="6587"/>
                  <a:pt x="17470" y="6157"/>
                  <a:pt x="17252" y="5796"/>
                </a:cubicBezTo>
                <a:cubicBezTo>
                  <a:pt x="17327" y="5367"/>
                  <a:pt x="17327" y="5012"/>
                  <a:pt x="17396" y="4651"/>
                </a:cubicBezTo>
                <a:lnTo>
                  <a:pt x="17396" y="4651"/>
                </a:lnTo>
                <a:cubicBezTo>
                  <a:pt x="17252" y="4794"/>
                  <a:pt x="17184" y="5080"/>
                  <a:pt x="17109" y="5367"/>
                </a:cubicBezTo>
                <a:cubicBezTo>
                  <a:pt x="17040" y="5155"/>
                  <a:pt x="16897" y="4937"/>
                  <a:pt x="16823" y="4794"/>
                </a:cubicBezTo>
                <a:cubicBezTo>
                  <a:pt x="16754" y="4296"/>
                  <a:pt x="16611" y="3723"/>
                  <a:pt x="16393" y="3076"/>
                </a:cubicBezTo>
                <a:lnTo>
                  <a:pt x="16393" y="3076"/>
                </a:lnTo>
                <a:cubicBezTo>
                  <a:pt x="16536" y="3723"/>
                  <a:pt x="16611" y="4439"/>
                  <a:pt x="16611" y="5155"/>
                </a:cubicBezTo>
                <a:cubicBezTo>
                  <a:pt x="16468" y="4794"/>
                  <a:pt x="16324" y="4439"/>
                  <a:pt x="16107" y="4078"/>
                </a:cubicBezTo>
                <a:lnTo>
                  <a:pt x="16107" y="4078"/>
                </a:lnTo>
                <a:cubicBezTo>
                  <a:pt x="16324" y="4508"/>
                  <a:pt x="16468" y="5080"/>
                  <a:pt x="16611" y="5653"/>
                </a:cubicBezTo>
                <a:cubicBezTo>
                  <a:pt x="16536" y="5728"/>
                  <a:pt x="16393" y="5796"/>
                  <a:pt x="16250" y="6014"/>
                </a:cubicBezTo>
                <a:cubicBezTo>
                  <a:pt x="16181" y="6157"/>
                  <a:pt x="16107" y="6226"/>
                  <a:pt x="16038" y="6300"/>
                </a:cubicBezTo>
                <a:lnTo>
                  <a:pt x="16038" y="6157"/>
                </a:lnTo>
                <a:lnTo>
                  <a:pt x="15964" y="6226"/>
                </a:lnTo>
                <a:lnTo>
                  <a:pt x="15534" y="5367"/>
                </a:lnTo>
                <a:lnTo>
                  <a:pt x="15534" y="5367"/>
                </a:lnTo>
                <a:cubicBezTo>
                  <a:pt x="15677" y="5728"/>
                  <a:pt x="15752" y="6014"/>
                  <a:pt x="15820" y="6369"/>
                </a:cubicBezTo>
                <a:cubicBezTo>
                  <a:pt x="15752" y="6512"/>
                  <a:pt x="15677" y="6656"/>
                  <a:pt x="15609" y="6873"/>
                </a:cubicBezTo>
                <a:lnTo>
                  <a:pt x="15534" y="6942"/>
                </a:lnTo>
                <a:cubicBezTo>
                  <a:pt x="15466" y="6731"/>
                  <a:pt x="15392" y="6446"/>
                  <a:pt x="15323" y="6161"/>
                </a:cubicBezTo>
                <a:lnTo>
                  <a:pt x="15323" y="6161"/>
                </a:lnTo>
                <a:cubicBezTo>
                  <a:pt x="15392" y="6446"/>
                  <a:pt x="15465" y="6732"/>
                  <a:pt x="15465" y="7085"/>
                </a:cubicBezTo>
                <a:cubicBezTo>
                  <a:pt x="15391" y="7160"/>
                  <a:pt x="15322" y="7303"/>
                  <a:pt x="15248" y="7446"/>
                </a:cubicBezTo>
                <a:cubicBezTo>
                  <a:pt x="15179" y="7372"/>
                  <a:pt x="15179" y="7228"/>
                  <a:pt x="15179" y="7160"/>
                </a:cubicBezTo>
                <a:cubicBezTo>
                  <a:pt x="15248" y="7016"/>
                  <a:pt x="15322" y="6730"/>
                  <a:pt x="15322" y="6730"/>
                </a:cubicBezTo>
                <a:lnTo>
                  <a:pt x="15322" y="6730"/>
                </a:lnTo>
                <a:cubicBezTo>
                  <a:pt x="15322" y="6730"/>
                  <a:pt x="15248" y="6873"/>
                  <a:pt x="15179" y="6942"/>
                </a:cubicBezTo>
                <a:cubicBezTo>
                  <a:pt x="15179" y="6873"/>
                  <a:pt x="15248" y="6799"/>
                  <a:pt x="15248" y="6799"/>
                </a:cubicBezTo>
                <a:lnTo>
                  <a:pt x="15248" y="6799"/>
                </a:lnTo>
                <a:cubicBezTo>
                  <a:pt x="15248" y="6799"/>
                  <a:pt x="15104" y="6873"/>
                  <a:pt x="15036" y="6942"/>
                </a:cubicBezTo>
                <a:cubicBezTo>
                  <a:pt x="15179" y="6444"/>
                  <a:pt x="15322" y="5940"/>
                  <a:pt x="15534" y="5367"/>
                </a:cubicBezTo>
                <a:cubicBezTo>
                  <a:pt x="15820" y="4439"/>
                  <a:pt x="16250" y="3505"/>
                  <a:pt x="16393" y="3076"/>
                </a:cubicBezTo>
                <a:lnTo>
                  <a:pt x="16536" y="2789"/>
                </a:lnTo>
                <a:lnTo>
                  <a:pt x="16536" y="2789"/>
                </a:lnTo>
                <a:cubicBezTo>
                  <a:pt x="16536" y="2790"/>
                  <a:pt x="16038" y="3362"/>
                  <a:pt x="15465" y="4153"/>
                </a:cubicBezTo>
                <a:cubicBezTo>
                  <a:pt x="15677" y="3580"/>
                  <a:pt x="15895" y="3219"/>
                  <a:pt x="15895" y="3219"/>
                </a:cubicBezTo>
                <a:lnTo>
                  <a:pt x="15895" y="3219"/>
                </a:lnTo>
                <a:cubicBezTo>
                  <a:pt x="15895" y="3219"/>
                  <a:pt x="15677" y="3362"/>
                  <a:pt x="15465" y="3649"/>
                </a:cubicBezTo>
                <a:cubicBezTo>
                  <a:pt x="15964" y="2148"/>
                  <a:pt x="16611" y="716"/>
                  <a:pt x="16611" y="716"/>
                </a:cubicBezTo>
                <a:lnTo>
                  <a:pt x="16611" y="716"/>
                </a:lnTo>
                <a:cubicBezTo>
                  <a:pt x="16611" y="716"/>
                  <a:pt x="16181" y="1146"/>
                  <a:pt x="15752" y="1787"/>
                </a:cubicBezTo>
                <a:cubicBezTo>
                  <a:pt x="15322" y="2360"/>
                  <a:pt x="14818" y="3219"/>
                  <a:pt x="14606" y="4078"/>
                </a:cubicBezTo>
                <a:cubicBezTo>
                  <a:pt x="14463" y="4439"/>
                  <a:pt x="14389" y="4869"/>
                  <a:pt x="14320" y="5367"/>
                </a:cubicBezTo>
                <a:cubicBezTo>
                  <a:pt x="14245" y="5224"/>
                  <a:pt x="14177" y="5155"/>
                  <a:pt x="14102" y="5012"/>
                </a:cubicBezTo>
                <a:lnTo>
                  <a:pt x="14102" y="5012"/>
                </a:lnTo>
                <a:cubicBezTo>
                  <a:pt x="14177" y="5155"/>
                  <a:pt x="14245" y="5298"/>
                  <a:pt x="14245" y="5441"/>
                </a:cubicBezTo>
                <a:cubicBezTo>
                  <a:pt x="14245" y="5585"/>
                  <a:pt x="14177" y="5653"/>
                  <a:pt x="14102" y="5796"/>
                </a:cubicBezTo>
                <a:lnTo>
                  <a:pt x="14102" y="5871"/>
                </a:lnTo>
                <a:cubicBezTo>
                  <a:pt x="14033" y="5871"/>
                  <a:pt x="14033" y="5940"/>
                  <a:pt x="14033" y="5940"/>
                </a:cubicBezTo>
                <a:cubicBezTo>
                  <a:pt x="14033" y="5653"/>
                  <a:pt x="14102" y="5298"/>
                  <a:pt x="14102" y="4869"/>
                </a:cubicBezTo>
                <a:cubicBezTo>
                  <a:pt x="14177" y="4794"/>
                  <a:pt x="14245" y="4582"/>
                  <a:pt x="14245" y="4582"/>
                </a:cubicBezTo>
                <a:lnTo>
                  <a:pt x="14245" y="4582"/>
                </a:lnTo>
                <a:cubicBezTo>
                  <a:pt x="14245" y="4582"/>
                  <a:pt x="14177" y="4725"/>
                  <a:pt x="14102" y="4725"/>
                </a:cubicBezTo>
                <a:cubicBezTo>
                  <a:pt x="14177" y="4221"/>
                  <a:pt x="14177" y="3649"/>
                  <a:pt x="14245" y="3150"/>
                </a:cubicBezTo>
                <a:lnTo>
                  <a:pt x="14245" y="3150"/>
                </a:lnTo>
                <a:cubicBezTo>
                  <a:pt x="14033" y="3580"/>
                  <a:pt x="13816" y="4365"/>
                  <a:pt x="13673" y="5298"/>
                </a:cubicBezTo>
                <a:lnTo>
                  <a:pt x="13461" y="5510"/>
                </a:lnTo>
                <a:cubicBezTo>
                  <a:pt x="13461" y="5080"/>
                  <a:pt x="13461" y="4651"/>
                  <a:pt x="13386" y="4078"/>
                </a:cubicBezTo>
                <a:cubicBezTo>
                  <a:pt x="13386" y="3580"/>
                  <a:pt x="13461" y="3007"/>
                  <a:pt x="13461" y="2503"/>
                </a:cubicBezTo>
                <a:lnTo>
                  <a:pt x="13461" y="2503"/>
                </a:lnTo>
                <a:cubicBezTo>
                  <a:pt x="13386" y="2646"/>
                  <a:pt x="13317" y="2933"/>
                  <a:pt x="13243" y="3219"/>
                </a:cubicBezTo>
                <a:cubicBezTo>
                  <a:pt x="13100" y="2360"/>
                  <a:pt x="12888" y="1501"/>
                  <a:pt x="12602" y="498"/>
                </a:cubicBezTo>
                <a:lnTo>
                  <a:pt x="12602" y="498"/>
                </a:lnTo>
                <a:cubicBezTo>
                  <a:pt x="12745" y="1214"/>
                  <a:pt x="12813" y="2148"/>
                  <a:pt x="12813" y="3076"/>
                </a:cubicBezTo>
                <a:cubicBezTo>
                  <a:pt x="12813" y="2933"/>
                  <a:pt x="12745" y="2721"/>
                  <a:pt x="12745" y="2578"/>
                </a:cubicBezTo>
                <a:lnTo>
                  <a:pt x="12745" y="2578"/>
                </a:lnTo>
                <a:cubicBezTo>
                  <a:pt x="12745" y="2864"/>
                  <a:pt x="12813" y="3150"/>
                  <a:pt x="12888" y="3505"/>
                </a:cubicBezTo>
                <a:lnTo>
                  <a:pt x="12888" y="4365"/>
                </a:lnTo>
                <a:cubicBezTo>
                  <a:pt x="12745" y="4508"/>
                  <a:pt x="12527" y="4725"/>
                  <a:pt x="12384" y="4937"/>
                </a:cubicBezTo>
                <a:cubicBezTo>
                  <a:pt x="12241" y="4296"/>
                  <a:pt x="12097" y="3649"/>
                  <a:pt x="11886" y="2933"/>
                </a:cubicBezTo>
                <a:lnTo>
                  <a:pt x="11886" y="2933"/>
                </a:lnTo>
                <a:cubicBezTo>
                  <a:pt x="12029" y="3580"/>
                  <a:pt x="12097" y="4439"/>
                  <a:pt x="12097" y="5298"/>
                </a:cubicBezTo>
                <a:cubicBezTo>
                  <a:pt x="12097" y="5367"/>
                  <a:pt x="12029" y="5441"/>
                  <a:pt x="11954" y="5510"/>
                </a:cubicBezTo>
                <a:lnTo>
                  <a:pt x="11954" y="5367"/>
                </a:lnTo>
                <a:cubicBezTo>
                  <a:pt x="11954" y="5224"/>
                  <a:pt x="11954" y="5080"/>
                  <a:pt x="12029" y="5012"/>
                </a:cubicBezTo>
                <a:cubicBezTo>
                  <a:pt x="11954" y="5012"/>
                  <a:pt x="11886" y="5080"/>
                  <a:pt x="11811" y="5155"/>
                </a:cubicBezTo>
                <a:cubicBezTo>
                  <a:pt x="11742" y="4937"/>
                  <a:pt x="11599" y="4725"/>
                  <a:pt x="11525" y="4582"/>
                </a:cubicBezTo>
                <a:lnTo>
                  <a:pt x="11525" y="4582"/>
                </a:lnTo>
                <a:lnTo>
                  <a:pt x="11598" y="4797"/>
                </a:lnTo>
                <a:lnTo>
                  <a:pt x="11598" y="4797"/>
                </a:lnTo>
                <a:cubicBezTo>
                  <a:pt x="11586" y="4818"/>
                  <a:pt x="11513" y="4949"/>
                  <a:pt x="11382" y="5080"/>
                </a:cubicBezTo>
                <a:cubicBezTo>
                  <a:pt x="11313" y="4869"/>
                  <a:pt x="11238" y="4725"/>
                  <a:pt x="11170" y="4508"/>
                </a:cubicBezTo>
                <a:cubicBezTo>
                  <a:pt x="11313" y="4078"/>
                  <a:pt x="11456" y="3723"/>
                  <a:pt x="11456" y="3723"/>
                </a:cubicBezTo>
                <a:lnTo>
                  <a:pt x="11456" y="3723"/>
                </a:lnTo>
                <a:cubicBezTo>
                  <a:pt x="11456" y="3723"/>
                  <a:pt x="11313" y="3935"/>
                  <a:pt x="11026" y="4221"/>
                </a:cubicBezTo>
                <a:cubicBezTo>
                  <a:pt x="10883" y="4009"/>
                  <a:pt x="10809" y="3792"/>
                  <a:pt x="10666" y="3649"/>
                </a:cubicBezTo>
                <a:lnTo>
                  <a:pt x="10666" y="3649"/>
                </a:lnTo>
                <a:cubicBezTo>
                  <a:pt x="10809" y="3866"/>
                  <a:pt x="10883" y="4078"/>
                  <a:pt x="10952" y="4296"/>
                </a:cubicBezTo>
                <a:cubicBezTo>
                  <a:pt x="10952" y="4296"/>
                  <a:pt x="10952" y="4365"/>
                  <a:pt x="10883" y="4365"/>
                </a:cubicBezTo>
                <a:cubicBezTo>
                  <a:pt x="10740" y="3866"/>
                  <a:pt x="10522" y="3362"/>
                  <a:pt x="10236" y="2933"/>
                </a:cubicBezTo>
                <a:lnTo>
                  <a:pt x="10236" y="2933"/>
                </a:lnTo>
                <a:cubicBezTo>
                  <a:pt x="10454" y="3437"/>
                  <a:pt x="10666" y="3935"/>
                  <a:pt x="10740" y="4582"/>
                </a:cubicBezTo>
                <a:cubicBezTo>
                  <a:pt x="10740" y="4582"/>
                  <a:pt x="10666" y="4651"/>
                  <a:pt x="10666" y="4725"/>
                </a:cubicBezTo>
                <a:cubicBezTo>
                  <a:pt x="10597" y="4582"/>
                  <a:pt x="10597" y="4508"/>
                  <a:pt x="10597" y="4439"/>
                </a:cubicBezTo>
                <a:lnTo>
                  <a:pt x="10597" y="4725"/>
                </a:lnTo>
                <a:cubicBezTo>
                  <a:pt x="10597" y="4794"/>
                  <a:pt x="10522" y="4869"/>
                  <a:pt x="10454" y="5012"/>
                </a:cubicBezTo>
                <a:cubicBezTo>
                  <a:pt x="10379" y="4439"/>
                  <a:pt x="10236" y="3935"/>
                  <a:pt x="10024" y="3580"/>
                </a:cubicBezTo>
                <a:lnTo>
                  <a:pt x="10024" y="3580"/>
                </a:lnTo>
                <a:cubicBezTo>
                  <a:pt x="10093" y="4153"/>
                  <a:pt x="10093" y="4869"/>
                  <a:pt x="10024" y="5653"/>
                </a:cubicBezTo>
                <a:cubicBezTo>
                  <a:pt x="10024" y="5728"/>
                  <a:pt x="9950" y="5871"/>
                  <a:pt x="9881" y="5940"/>
                </a:cubicBezTo>
                <a:cubicBezTo>
                  <a:pt x="9881" y="5796"/>
                  <a:pt x="9806" y="5585"/>
                  <a:pt x="9806" y="5441"/>
                </a:cubicBezTo>
                <a:lnTo>
                  <a:pt x="9806" y="5155"/>
                </a:lnTo>
                <a:cubicBezTo>
                  <a:pt x="9806" y="5224"/>
                  <a:pt x="9738" y="5224"/>
                  <a:pt x="9738" y="5298"/>
                </a:cubicBezTo>
                <a:cubicBezTo>
                  <a:pt x="9663" y="4937"/>
                  <a:pt x="9595" y="4508"/>
                  <a:pt x="9451" y="4153"/>
                </a:cubicBezTo>
                <a:cubicBezTo>
                  <a:pt x="9520" y="3437"/>
                  <a:pt x="9595" y="2789"/>
                  <a:pt x="9595" y="2073"/>
                </a:cubicBezTo>
                <a:lnTo>
                  <a:pt x="9595" y="2073"/>
                </a:lnTo>
                <a:cubicBezTo>
                  <a:pt x="9377" y="2434"/>
                  <a:pt x="9234" y="3150"/>
                  <a:pt x="9090" y="4009"/>
                </a:cubicBezTo>
                <a:cubicBezTo>
                  <a:pt x="9090" y="3580"/>
                  <a:pt x="9090" y="3150"/>
                  <a:pt x="9165" y="2721"/>
                </a:cubicBezTo>
                <a:lnTo>
                  <a:pt x="9234" y="2578"/>
                </a:lnTo>
                <a:lnTo>
                  <a:pt x="9234" y="2578"/>
                </a:lnTo>
                <a:lnTo>
                  <a:pt x="9165" y="2646"/>
                </a:lnTo>
                <a:cubicBezTo>
                  <a:pt x="9234" y="1787"/>
                  <a:pt x="9308" y="859"/>
                  <a:pt x="93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9"/>
          <p:cNvSpPr/>
          <p:nvPr/>
        </p:nvSpPr>
        <p:spPr>
          <a:xfrm>
            <a:off x="0" y="4874373"/>
            <a:ext cx="9143771" cy="269138"/>
          </a:xfrm>
          <a:custGeom>
            <a:avLst/>
            <a:gdLst/>
            <a:ahLst/>
            <a:cxnLst/>
            <a:rect l="l" t="t" r="r" b="b"/>
            <a:pathLst>
              <a:path w="284631" h="21731" extrusionOk="0">
                <a:moveTo>
                  <a:pt x="278869" y="1"/>
                </a:moveTo>
                <a:cubicBezTo>
                  <a:pt x="274898" y="1"/>
                  <a:pt x="270927" y="1182"/>
                  <a:pt x="266956" y="2278"/>
                </a:cubicBezTo>
                <a:cubicBezTo>
                  <a:pt x="247050" y="7721"/>
                  <a:pt x="226486" y="10727"/>
                  <a:pt x="205806" y="11279"/>
                </a:cubicBezTo>
                <a:cubicBezTo>
                  <a:pt x="203143" y="11364"/>
                  <a:pt x="200473" y="11400"/>
                  <a:pt x="197801" y="11400"/>
                </a:cubicBezTo>
                <a:cubicBezTo>
                  <a:pt x="189867" y="11400"/>
                  <a:pt x="181905" y="11087"/>
                  <a:pt x="174007" y="10834"/>
                </a:cubicBezTo>
                <a:cubicBezTo>
                  <a:pt x="150659" y="9945"/>
                  <a:pt x="127310" y="9171"/>
                  <a:pt x="103962" y="8281"/>
                </a:cubicBezTo>
                <a:cubicBezTo>
                  <a:pt x="94507" y="7943"/>
                  <a:pt x="85167" y="7614"/>
                  <a:pt x="75721" y="7276"/>
                </a:cubicBezTo>
                <a:cubicBezTo>
                  <a:pt x="50478" y="6387"/>
                  <a:pt x="25244" y="5497"/>
                  <a:pt x="1" y="4946"/>
                </a:cubicBezTo>
                <a:lnTo>
                  <a:pt x="1" y="21730"/>
                </a:lnTo>
                <a:lnTo>
                  <a:pt x="283963" y="21730"/>
                </a:lnTo>
                <a:cubicBezTo>
                  <a:pt x="284185" y="21623"/>
                  <a:pt x="284408" y="21508"/>
                  <a:pt x="284630" y="21285"/>
                </a:cubicBezTo>
                <a:lnTo>
                  <a:pt x="284630" y="1050"/>
                </a:lnTo>
                <a:cubicBezTo>
                  <a:pt x="283296" y="499"/>
                  <a:pt x="281739" y="161"/>
                  <a:pt x="280298" y="54"/>
                </a:cubicBezTo>
                <a:cubicBezTo>
                  <a:pt x="279822" y="18"/>
                  <a:pt x="279345" y="1"/>
                  <a:pt x="2788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9"/>
          <p:cNvSpPr/>
          <p:nvPr/>
        </p:nvSpPr>
        <p:spPr>
          <a:xfrm rot="-134367" flipH="1">
            <a:off x="6691649" y="4709780"/>
            <a:ext cx="2482250" cy="474433"/>
          </a:xfrm>
          <a:custGeom>
            <a:avLst/>
            <a:gdLst/>
            <a:ahLst/>
            <a:cxnLst/>
            <a:rect l="l" t="t" r="r" b="b"/>
            <a:pathLst>
              <a:path w="66209" h="14929" extrusionOk="0">
                <a:moveTo>
                  <a:pt x="3189" y="1"/>
                </a:moveTo>
                <a:cubicBezTo>
                  <a:pt x="2276" y="1"/>
                  <a:pt x="1290" y="348"/>
                  <a:pt x="348" y="348"/>
                </a:cubicBezTo>
                <a:cubicBezTo>
                  <a:pt x="231" y="348"/>
                  <a:pt x="115" y="343"/>
                  <a:pt x="0" y="331"/>
                </a:cubicBezTo>
                <a:lnTo>
                  <a:pt x="0" y="8893"/>
                </a:lnTo>
                <a:cubicBezTo>
                  <a:pt x="1403" y="8466"/>
                  <a:pt x="2806" y="8186"/>
                  <a:pt x="4343" y="7771"/>
                </a:cubicBezTo>
                <a:lnTo>
                  <a:pt x="4769" y="7771"/>
                </a:lnTo>
                <a:cubicBezTo>
                  <a:pt x="5185" y="7771"/>
                  <a:pt x="5465" y="7771"/>
                  <a:pt x="5746" y="7905"/>
                </a:cubicBezTo>
                <a:cubicBezTo>
                  <a:pt x="7575" y="8747"/>
                  <a:pt x="9539" y="9028"/>
                  <a:pt x="11637" y="9028"/>
                </a:cubicBezTo>
                <a:cubicBezTo>
                  <a:pt x="12063" y="9028"/>
                  <a:pt x="12479" y="9028"/>
                  <a:pt x="12905" y="8893"/>
                </a:cubicBezTo>
                <a:lnTo>
                  <a:pt x="13747" y="8466"/>
                </a:lnTo>
                <a:cubicBezTo>
                  <a:pt x="13838" y="8449"/>
                  <a:pt x="13929" y="8441"/>
                  <a:pt x="14020" y="8441"/>
                </a:cubicBezTo>
                <a:cubicBezTo>
                  <a:pt x="14627" y="8441"/>
                  <a:pt x="15240" y="8803"/>
                  <a:pt x="15845" y="9173"/>
                </a:cubicBezTo>
                <a:cubicBezTo>
                  <a:pt x="17809" y="10296"/>
                  <a:pt x="20053" y="11272"/>
                  <a:pt x="22444" y="11833"/>
                </a:cubicBezTo>
                <a:cubicBezTo>
                  <a:pt x="22724" y="11833"/>
                  <a:pt x="23139" y="11979"/>
                  <a:pt x="23420" y="12114"/>
                </a:cubicBezTo>
                <a:cubicBezTo>
                  <a:pt x="23700" y="12259"/>
                  <a:pt x="23981" y="12540"/>
                  <a:pt x="24261" y="12675"/>
                </a:cubicBezTo>
                <a:cubicBezTo>
                  <a:pt x="25103" y="13236"/>
                  <a:pt x="26225" y="13382"/>
                  <a:pt x="27347" y="13516"/>
                </a:cubicBezTo>
                <a:cubicBezTo>
                  <a:pt x="28896" y="13662"/>
                  <a:pt x="30299" y="13943"/>
                  <a:pt x="31836" y="14077"/>
                </a:cubicBezTo>
                <a:cubicBezTo>
                  <a:pt x="32543" y="14223"/>
                  <a:pt x="33385" y="14223"/>
                  <a:pt x="34080" y="14223"/>
                </a:cubicBezTo>
                <a:cubicBezTo>
                  <a:pt x="34662" y="14122"/>
                  <a:pt x="35243" y="13957"/>
                  <a:pt x="35780" y="13957"/>
                </a:cubicBezTo>
                <a:cubicBezTo>
                  <a:pt x="36020" y="13957"/>
                  <a:pt x="36252" y="13991"/>
                  <a:pt x="36471" y="14077"/>
                </a:cubicBezTo>
                <a:cubicBezTo>
                  <a:pt x="36751" y="14223"/>
                  <a:pt x="36886" y="14504"/>
                  <a:pt x="37166" y="14638"/>
                </a:cubicBezTo>
                <a:cubicBezTo>
                  <a:pt x="37593" y="14919"/>
                  <a:pt x="38008" y="14919"/>
                  <a:pt x="38435" y="14919"/>
                </a:cubicBezTo>
                <a:cubicBezTo>
                  <a:pt x="38612" y="14925"/>
                  <a:pt x="38788" y="14928"/>
                  <a:pt x="38962" y="14928"/>
                </a:cubicBezTo>
                <a:cubicBezTo>
                  <a:pt x="42767" y="14928"/>
                  <a:pt x="45718" y="13430"/>
                  <a:pt x="48669" y="11552"/>
                </a:cubicBezTo>
                <a:cubicBezTo>
                  <a:pt x="49656" y="10857"/>
                  <a:pt x="50633" y="10576"/>
                  <a:pt x="51901" y="10576"/>
                </a:cubicBezTo>
                <a:cubicBezTo>
                  <a:pt x="52877" y="10576"/>
                  <a:pt x="54145" y="10576"/>
                  <a:pt x="54841" y="9735"/>
                </a:cubicBezTo>
                <a:cubicBezTo>
                  <a:pt x="54987" y="9589"/>
                  <a:pt x="55121" y="9308"/>
                  <a:pt x="55267" y="9173"/>
                </a:cubicBezTo>
                <a:cubicBezTo>
                  <a:pt x="55548" y="9173"/>
                  <a:pt x="55682" y="9028"/>
                  <a:pt x="55828" y="9028"/>
                </a:cubicBezTo>
                <a:cubicBezTo>
                  <a:pt x="57231" y="8747"/>
                  <a:pt x="58768" y="8893"/>
                  <a:pt x="60036" y="8466"/>
                </a:cubicBezTo>
                <a:cubicBezTo>
                  <a:pt x="60433" y="8268"/>
                  <a:pt x="60897" y="8070"/>
                  <a:pt x="61333" y="8070"/>
                </a:cubicBezTo>
                <a:cubicBezTo>
                  <a:pt x="61514" y="8070"/>
                  <a:pt x="61690" y="8104"/>
                  <a:pt x="61854" y="8186"/>
                </a:cubicBezTo>
                <a:cubicBezTo>
                  <a:pt x="62000" y="8332"/>
                  <a:pt x="62135" y="8466"/>
                  <a:pt x="62281" y="8466"/>
                </a:cubicBezTo>
                <a:cubicBezTo>
                  <a:pt x="62606" y="8797"/>
                  <a:pt x="63055" y="8911"/>
                  <a:pt x="63542" y="8911"/>
                </a:cubicBezTo>
                <a:cubicBezTo>
                  <a:pt x="64097" y="8911"/>
                  <a:pt x="64700" y="8762"/>
                  <a:pt x="65221" y="8612"/>
                </a:cubicBezTo>
                <a:cubicBezTo>
                  <a:pt x="65647" y="8466"/>
                  <a:pt x="65928" y="8332"/>
                  <a:pt x="66208" y="8332"/>
                </a:cubicBezTo>
                <a:lnTo>
                  <a:pt x="63257" y="7490"/>
                </a:lnTo>
                <a:cubicBezTo>
                  <a:pt x="62763" y="7387"/>
                  <a:pt x="62337" y="7289"/>
                  <a:pt x="61879" y="7289"/>
                </a:cubicBezTo>
                <a:cubicBezTo>
                  <a:pt x="61692" y="7289"/>
                  <a:pt x="61498" y="7305"/>
                  <a:pt x="61293" y="7344"/>
                </a:cubicBezTo>
                <a:cubicBezTo>
                  <a:pt x="60878" y="7344"/>
                  <a:pt x="60597" y="7490"/>
                  <a:pt x="60171" y="7490"/>
                </a:cubicBezTo>
                <a:cubicBezTo>
                  <a:pt x="60074" y="7509"/>
                  <a:pt x="59977" y="7517"/>
                  <a:pt x="59879" y="7517"/>
                </a:cubicBezTo>
                <a:cubicBezTo>
                  <a:pt x="59278" y="7517"/>
                  <a:pt x="58671" y="7210"/>
                  <a:pt x="58073" y="7210"/>
                </a:cubicBezTo>
                <a:cubicBezTo>
                  <a:pt x="57231" y="7064"/>
                  <a:pt x="56524" y="7210"/>
                  <a:pt x="55828" y="6929"/>
                </a:cubicBezTo>
                <a:cubicBezTo>
                  <a:pt x="55402" y="6783"/>
                  <a:pt x="55121" y="6503"/>
                  <a:pt x="54841" y="6368"/>
                </a:cubicBezTo>
                <a:cubicBezTo>
                  <a:pt x="54280" y="6015"/>
                  <a:pt x="53578" y="5944"/>
                  <a:pt x="52842" y="5944"/>
                </a:cubicBezTo>
                <a:cubicBezTo>
                  <a:pt x="52357" y="5944"/>
                  <a:pt x="51858" y="5975"/>
                  <a:pt x="51373" y="5975"/>
                </a:cubicBezTo>
                <a:cubicBezTo>
                  <a:pt x="51121" y="5975"/>
                  <a:pt x="50872" y="5967"/>
                  <a:pt x="50633" y="5942"/>
                </a:cubicBezTo>
                <a:cubicBezTo>
                  <a:pt x="49095" y="5942"/>
                  <a:pt x="47412" y="5661"/>
                  <a:pt x="45863" y="5100"/>
                </a:cubicBezTo>
                <a:cubicBezTo>
                  <a:pt x="45448" y="4819"/>
                  <a:pt x="44887" y="4685"/>
                  <a:pt x="44461" y="4539"/>
                </a:cubicBezTo>
                <a:cubicBezTo>
                  <a:pt x="43825" y="4351"/>
                  <a:pt x="43190" y="4276"/>
                  <a:pt x="42568" y="4276"/>
                </a:cubicBezTo>
                <a:cubicBezTo>
                  <a:pt x="41817" y="4276"/>
                  <a:pt x="41086" y="4385"/>
                  <a:pt x="40398" y="4539"/>
                </a:cubicBezTo>
                <a:cubicBezTo>
                  <a:pt x="38850" y="4685"/>
                  <a:pt x="37312" y="4819"/>
                  <a:pt x="35910" y="5526"/>
                </a:cubicBezTo>
                <a:cubicBezTo>
                  <a:pt x="35349" y="5661"/>
                  <a:pt x="34787" y="5942"/>
                  <a:pt x="34361" y="6087"/>
                </a:cubicBezTo>
                <a:cubicBezTo>
                  <a:pt x="33665" y="6368"/>
                  <a:pt x="32958" y="6503"/>
                  <a:pt x="32263" y="6649"/>
                </a:cubicBezTo>
                <a:cubicBezTo>
                  <a:pt x="30995" y="6783"/>
                  <a:pt x="29738" y="7064"/>
                  <a:pt x="28470" y="7064"/>
                </a:cubicBezTo>
                <a:cubicBezTo>
                  <a:pt x="28136" y="7099"/>
                  <a:pt x="27794" y="7117"/>
                  <a:pt x="27451" y="7117"/>
                </a:cubicBezTo>
                <a:cubicBezTo>
                  <a:pt x="26350" y="7117"/>
                  <a:pt x="25228" y="6930"/>
                  <a:pt x="24261" y="6503"/>
                </a:cubicBezTo>
                <a:cubicBezTo>
                  <a:pt x="23700" y="6368"/>
                  <a:pt x="23139" y="6087"/>
                  <a:pt x="22578" y="5942"/>
                </a:cubicBezTo>
                <a:cubicBezTo>
                  <a:pt x="22303" y="5804"/>
                  <a:pt x="21996" y="5769"/>
                  <a:pt x="21671" y="5769"/>
                </a:cubicBezTo>
                <a:cubicBezTo>
                  <a:pt x="21332" y="5769"/>
                  <a:pt x="20975" y="5807"/>
                  <a:pt x="20614" y="5807"/>
                </a:cubicBezTo>
                <a:cubicBezTo>
                  <a:pt x="18370" y="5661"/>
                  <a:pt x="16406" y="4965"/>
                  <a:pt x="14442" y="4124"/>
                </a:cubicBezTo>
                <a:cubicBezTo>
                  <a:pt x="13320" y="3697"/>
                  <a:pt x="12063" y="3282"/>
                  <a:pt x="11357" y="2440"/>
                </a:cubicBezTo>
                <a:cubicBezTo>
                  <a:pt x="10795" y="1879"/>
                  <a:pt x="10380" y="1172"/>
                  <a:pt x="9539" y="1038"/>
                </a:cubicBezTo>
                <a:cubicBezTo>
                  <a:pt x="9393" y="1038"/>
                  <a:pt x="9112" y="1038"/>
                  <a:pt x="8832" y="892"/>
                </a:cubicBezTo>
                <a:cubicBezTo>
                  <a:pt x="8697" y="892"/>
                  <a:pt x="8551" y="757"/>
                  <a:pt x="8416" y="611"/>
                </a:cubicBezTo>
                <a:cubicBezTo>
                  <a:pt x="8227" y="485"/>
                  <a:pt x="8023" y="437"/>
                  <a:pt x="7810" y="437"/>
                </a:cubicBezTo>
                <a:cubicBezTo>
                  <a:pt x="7143" y="437"/>
                  <a:pt x="6383" y="907"/>
                  <a:pt x="5675" y="907"/>
                </a:cubicBezTo>
                <a:cubicBezTo>
                  <a:pt x="5604" y="907"/>
                  <a:pt x="5534" y="902"/>
                  <a:pt x="5465" y="892"/>
                </a:cubicBezTo>
                <a:cubicBezTo>
                  <a:pt x="5050" y="757"/>
                  <a:pt x="4623" y="331"/>
                  <a:pt x="4208" y="196"/>
                </a:cubicBezTo>
                <a:cubicBezTo>
                  <a:pt x="3884" y="53"/>
                  <a:pt x="3542" y="1"/>
                  <a:pt x="31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9"/>
          <p:cNvSpPr txBox="1">
            <a:spLocks noGrp="1"/>
          </p:cNvSpPr>
          <p:nvPr>
            <p:ph type="subTitle" idx="1"/>
          </p:nvPr>
        </p:nvSpPr>
        <p:spPr>
          <a:xfrm>
            <a:off x="1082513" y="1436600"/>
            <a:ext cx="3405300" cy="2097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r>
              <a:rPr lang="en-US"/>
              <a:t>Click to edit Master subtitle style</a:t>
            </a:r>
            <a:endParaRPr/>
          </a:p>
        </p:txBody>
      </p:sp>
      <p:sp>
        <p:nvSpPr>
          <p:cNvPr id="554" name="Google Shape;554;p9"/>
          <p:cNvSpPr txBox="1">
            <a:spLocks noGrp="1"/>
          </p:cNvSpPr>
          <p:nvPr>
            <p:ph type="subTitle" idx="2"/>
          </p:nvPr>
        </p:nvSpPr>
        <p:spPr>
          <a:xfrm>
            <a:off x="4656184" y="1436600"/>
            <a:ext cx="3405300" cy="2097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r>
              <a:rPr lang="en-US"/>
              <a:t>Click to edit Master subtitle style</a:t>
            </a:r>
            <a:endParaRPr/>
          </a:p>
        </p:txBody>
      </p:sp>
      <p:sp>
        <p:nvSpPr>
          <p:cNvPr id="555" name="Google Shape;555;p9"/>
          <p:cNvSpPr/>
          <p:nvPr/>
        </p:nvSpPr>
        <p:spPr>
          <a:xfrm rot="-5400000" flipH="1">
            <a:off x="2574809" y="201528"/>
            <a:ext cx="4808" cy="41054"/>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9"/>
          <p:cNvSpPr/>
          <p:nvPr/>
        </p:nvSpPr>
        <p:spPr>
          <a:xfrm rot="-5400000" flipH="1">
            <a:off x="2554299" y="217634"/>
            <a:ext cx="45829" cy="440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9"/>
          <p:cNvSpPr/>
          <p:nvPr/>
        </p:nvSpPr>
        <p:spPr>
          <a:xfrm rot="-5400000" flipH="1">
            <a:off x="2557174" y="209985"/>
            <a:ext cx="36650" cy="28883"/>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9"/>
          <p:cNvSpPr/>
          <p:nvPr/>
        </p:nvSpPr>
        <p:spPr>
          <a:xfrm rot="-5400000" flipH="1">
            <a:off x="2565092" y="200957"/>
            <a:ext cx="27504" cy="3779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9" name="Google Shape;559;p9"/>
          <p:cNvGrpSpPr/>
          <p:nvPr/>
        </p:nvGrpSpPr>
        <p:grpSpPr>
          <a:xfrm>
            <a:off x="119854" y="1159713"/>
            <a:ext cx="45829" cy="45829"/>
            <a:chOff x="1076954" y="604438"/>
            <a:chExt cx="45829" cy="45829"/>
          </a:xfrm>
        </p:grpSpPr>
        <p:sp>
          <p:nvSpPr>
            <p:cNvPr id="560" name="Google Shape;560;p9"/>
            <p:cNvSpPr/>
            <p:nvPr/>
          </p:nvSpPr>
          <p:spPr>
            <a:xfrm rot="-5400000" flipH="1">
              <a:off x="1095262" y="604421"/>
              <a:ext cx="9213" cy="45829"/>
            </a:xfrm>
            <a:custGeom>
              <a:avLst/>
              <a:gdLst/>
              <a:ahLst/>
              <a:cxnLst/>
              <a:rect l="l" t="t" r="r" b="b"/>
              <a:pathLst>
                <a:path w="274" h="1363" extrusionOk="0">
                  <a:moveTo>
                    <a:pt x="143" y="0"/>
                  </a:moveTo>
                  <a:cubicBezTo>
                    <a:pt x="143" y="0"/>
                    <a:pt x="1" y="273"/>
                    <a:pt x="1" y="687"/>
                  </a:cubicBezTo>
                  <a:cubicBezTo>
                    <a:pt x="1" y="1090"/>
                    <a:pt x="143" y="1362"/>
                    <a:pt x="143" y="1362"/>
                  </a:cubicBezTo>
                  <a:cubicBezTo>
                    <a:pt x="143" y="1362"/>
                    <a:pt x="273" y="1090"/>
                    <a:pt x="273" y="687"/>
                  </a:cubicBezTo>
                  <a:cubicBezTo>
                    <a:pt x="273" y="273"/>
                    <a:pt x="143" y="0"/>
                    <a:pt x="1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9"/>
            <p:cNvSpPr/>
            <p:nvPr/>
          </p:nvSpPr>
          <p:spPr>
            <a:xfrm rot="-5400000" flipH="1">
              <a:off x="1074752" y="624965"/>
              <a:ext cx="45829" cy="4775"/>
            </a:xfrm>
            <a:custGeom>
              <a:avLst/>
              <a:gdLst/>
              <a:ahLst/>
              <a:cxnLst/>
              <a:rect l="l" t="t" r="r" b="b"/>
              <a:pathLst>
                <a:path w="1363" h="142" extrusionOk="0">
                  <a:moveTo>
                    <a:pt x="687" y="0"/>
                  </a:moveTo>
                  <a:cubicBezTo>
                    <a:pt x="272" y="0"/>
                    <a:pt x="0" y="142"/>
                    <a:pt x="0" y="142"/>
                  </a:cubicBezTo>
                  <a:lnTo>
                    <a:pt x="1362" y="142"/>
                  </a:lnTo>
                  <a:cubicBezTo>
                    <a:pt x="1362" y="142"/>
                    <a:pt x="109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9"/>
            <p:cNvSpPr/>
            <p:nvPr/>
          </p:nvSpPr>
          <p:spPr>
            <a:xfrm rot="-5400000" flipH="1">
              <a:off x="1081510" y="613768"/>
              <a:ext cx="32278" cy="31909"/>
            </a:xfrm>
            <a:custGeom>
              <a:avLst/>
              <a:gdLst/>
              <a:ahLst/>
              <a:cxnLst/>
              <a:rect l="l" t="t" r="r" b="b"/>
              <a:pathLst>
                <a:path w="960" h="949" extrusionOk="0">
                  <a:moveTo>
                    <a:pt x="960" y="1"/>
                  </a:moveTo>
                  <a:cubicBezTo>
                    <a:pt x="960" y="1"/>
                    <a:pt x="687" y="132"/>
                    <a:pt x="415" y="404"/>
                  </a:cubicBezTo>
                  <a:cubicBezTo>
                    <a:pt x="142" y="676"/>
                    <a:pt x="0" y="818"/>
                    <a:pt x="0" y="949"/>
                  </a:cubicBezTo>
                  <a:cubicBezTo>
                    <a:pt x="0" y="949"/>
                    <a:pt x="273" y="818"/>
                    <a:pt x="545" y="546"/>
                  </a:cubicBezTo>
                  <a:cubicBezTo>
                    <a:pt x="818" y="273"/>
                    <a:pt x="960" y="132"/>
                    <a:pt x="9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9"/>
            <p:cNvSpPr/>
            <p:nvPr/>
          </p:nvSpPr>
          <p:spPr>
            <a:xfrm rot="-5400000" flipH="1">
              <a:off x="1086284" y="608994"/>
              <a:ext cx="27504" cy="36683"/>
            </a:xfrm>
            <a:custGeom>
              <a:avLst/>
              <a:gdLst/>
              <a:ahLst/>
              <a:cxnLst/>
              <a:rect l="l" t="t" r="r" b="b"/>
              <a:pathLst>
                <a:path w="818" h="1091" extrusionOk="0">
                  <a:moveTo>
                    <a:pt x="0" y="1"/>
                  </a:moveTo>
                  <a:cubicBezTo>
                    <a:pt x="0" y="1"/>
                    <a:pt x="142" y="273"/>
                    <a:pt x="415" y="546"/>
                  </a:cubicBezTo>
                  <a:cubicBezTo>
                    <a:pt x="545" y="818"/>
                    <a:pt x="818" y="1091"/>
                    <a:pt x="818" y="1091"/>
                  </a:cubicBezTo>
                  <a:lnTo>
                    <a:pt x="545" y="546"/>
                  </a:lnTo>
                  <a:cubicBezTo>
                    <a:pt x="273" y="132"/>
                    <a:pt x="142" y="1"/>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4" name="Google Shape;564;p9"/>
          <p:cNvSpPr/>
          <p:nvPr/>
        </p:nvSpPr>
        <p:spPr>
          <a:xfrm rot="-5400000" flipH="1">
            <a:off x="1141057" y="73070"/>
            <a:ext cx="4808" cy="41424"/>
          </a:xfrm>
          <a:custGeom>
            <a:avLst/>
            <a:gdLst/>
            <a:ahLst/>
            <a:cxnLst/>
            <a:rect l="l" t="t" r="r" b="b"/>
            <a:pathLst>
              <a:path w="143" h="1232" extrusionOk="0">
                <a:moveTo>
                  <a:pt x="142" y="0"/>
                </a:moveTo>
                <a:cubicBezTo>
                  <a:pt x="1" y="0"/>
                  <a:pt x="1" y="273"/>
                  <a:pt x="1" y="687"/>
                </a:cubicBezTo>
                <a:cubicBezTo>
                  <a:pt x="1" y="960"/>
                  <a:pt x="1" y="1232"/>
                  <a:pt x="142" y="1232"/>
                </a:cubicBezTo>
                <a:lnTo>
                  <a:pt x="142" y="687"/>
                </a:lnTo>
                <a:lnTo>
                  <a:pt x="1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9"/>
          <p:cNvSpPr/>
          <p:nvPr/>
        </p:nvSpPr>
        <p:spPr>
          <a:xfrm rot="-5400000" flipH="1">
            <a:off x="1120547" y="93580"/>
            <a:ext cx="45862" cy="4808"/>
          </a:xfrm>
          <a:custGeom>
            <a:avLst/>
            <a:gdLst/>
            <a:ahLst/>
            <a:cxnLst/>
            <a:rect l="l" t="t" r="r" b="b"/>
            <a:pathLst>
              <a:path w="1364" h="143" extrusionOk="0">
                <a:moveTo>
                  <a:pt x="687" y="0"/>
                </a:moveTo>
                <a:cubicBezTo>
                  <a:pt x="273" y="0"/>
                  <a:pt x="1" y="0"/>
                  <a:pt x="1" y="142"/>
                </a:cubicBezTo>
                <a:lnTo>
                  <a:pt x="1363" y="142"/>
                </a:lnTo>
                <a:cubicBezTo>
                  <a:pt x="1363" y="0"/>
                  <a:pt x="96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9"/>
          <p:cNvSpPr/>
          <p:nvPr/>
        </p:nvSpPr>
        <p:spPr>
          <a:xfrm rot="-5400000" flipH="1">
            <a:off x="1123522" y="81829"/>
            <a:ext cx="36683" cy="28681"/>
          </a:xfrm>
          <a:custGeom>
            <a:avLst/>
            <a:gdLst/>
            <a:ahLst/>
            <a:cxnLst/>
            <a:rect l="l" t="t" r="r" b="b"/>
            <a:pathLst>
              <a:path w="1091" h="853" extrusionOk="0">
                <a:moveTo>
                  <a:pt x="1090" y="0"/>
                </a:moveTo>
                <a:cubicBezTo>
                  <a:pt x="1090" y="0"/>
                  <a:pt x="818" y="131"/>
                  <a:pt x="545" y="403"/>
                </a:cubicBezTo>
                <a:cubicBezTo>
                  <a:pt x="273" y="545"/>
                  <a:pt x="1" y="818"/>
                  <a:pt x="131" y="818"/>
                </a:cubicBezTo>
                <a:cubicBezTo>
                  <a:pt x="131" y="842"/>
                  <a:pt x="141" y="852"/>
                  <a:pt x="158" y="852"/>
                </a:cubicBezTo>
                <a:cubicBezTo>
                  <a:pt x="232" y="852"/>
                  <a:pt x="454" y="652"/>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9"/>
          <p:cNvSpPr/>
          <p:nvPr/>
        </p:nvSpPr>
        <p:spPr>
          <a:xfrm rot="-5400000" flipH="1">
            <a:off x="1131441" y="77004"/>
            <a:ext cx="27504" cy="37961"/>
          </a:xfrm>
          <a:custGeom>
            <a:avLst/>
            <a:gdLst/>
            <a:ahLst/>
            <a:cxnLst/>
            <a:rect l="l" t="t" r="r" b="b"/>
            <a:pathLst>
              <a:path w="818" h="1129" extrusionOk="0">
                <a:moveTo>
                  <a:pt x="27" y="0"/>
                </a:moveTo>
                <a:cubicBezTo>
                  <a:pt x="10" y="0"/>
                  <a:pt x="0" y="12"/>
                  <a:pt x="0" y="39"/>
                </a:cubicBezTo>
                <a:lnTo>
                  <a:pt x="273" y="584"/>
                </a:lnTo>
                <a:cubicBezTo>
                  <a:pt x="545" y="857"/>
                  <a:pt x="687" y="1129"/>
                  <a:pt x="818" y="1129"/>
                </a:cubicBezTo>
                <a:cubicBezTo>
                  <a:pt x="818" y="987"/>
                  <a:pt x="687" y="715"/>
                  <a:pt x="414" y="442"/>
                </a:cubicBezTo>
                <a:cubicBezTo>
                  <a:pt x="300" y="221"/>
                  <a:pt x="99"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8" name="Google Shape;568;p9"/>
          <p:cNvGrpSpPr/>
          <p:nvPr/>
        </p:nvGrpSpPr>
        <p:grpSpPr>
          <a:xfrm>
            <a:off x="1448156" y="347891"/>
            <a:ext cx="45829" cy="45862"/>
            <a:chOff x="1448156" y="347891"/>
            <a:chExt cx="45829" cy="45862"/>
          </a:xfrm>
        </p:grpSpPr>
        <p:sp>
          <p:nvSpPr>
            <p:cNvPr id="569" name="Google Shape;569;p9"/>
            <p:cNvSpPr/>
            <p:nvPr/>
          </p:nvSpPr>
          <p:spPr>
            <a:xfrm rot="-5400000" flipH="1">
              <a:off x="1468667" y="345706"/>
              <a:ext cx="4808" cy="45829"/>
            </a:xfrm>
            <a:custGeom>
              <a:avLst/>
              <a:gdLst/>
              <a:ahLst/>
              <a:cxnLst/>
              <a:rect l="l" t="t" r="r" b="b"/>
              <a:pathLst>
                <a:path w="143" h="1363" extrusionOk="0">
                  <a:moveTo>
                    <a:pt x="143" y="0"/>
                  </a:moveTo>
                  <a:cubicBezTo>
                    <a:pt x="1" y="0"/>
                    <a:pt x="1" y="273"/>
                    <a:pt x="1" y="676"/>
                  </a:cubicBezTo>
                  <a:cubicBezTo>
                    <a:pt x="1" y="1090"/>
                    <a:pt x="1" y="1363"/>
                    <a:pt x="143" y="1363"/>
                  </a:cubicBezTo>
                  <a:lnTo>
                    <a:pt x="143" y="676"/>
                  </a:lnTo>
                  <a:lnTo>
                    <a:pt x="1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9"/>
            <p:cNvSpPr/>
            <p:nvPr/>
          </p:nvSpPr>
          <p:spPr>
            <a:xfrm rot="-5400000" flipH="1">
              <a:off x="1445769" y="368603"/>
              <a:ext cx="45862" cy="4438"/>
            </a:xfrm>
            <a:custGeom>
              <a:avLst/>
              <a:gdLst/>
              <a:ahLst/>
              <a:cxnLst/>
              <a:rect l="l" t="t" r="r" b="b"/>
              <a:pathLst>
                <a:path w="1364" h="132" extrusionOk="0">
                  <a:moveTo>
                    <a:pt x="688" y="0"/>
                  </a:moveTo>
                  <a:cubicBezTo>
                    <a:pt x="273" y="0"/>
                    <a:pt x="1" y="131"/>
                    <a:pt x="1" y="131"/>
                  </a:cubicBezTo>
                  <a:lnTo>
                    <a:pt x="1363" y="131"/>
                  </a:lnTo>
                  <a:cubicBezTo>
                    <a:pt x="1363" y="131"/>
                    <a:pt x="960" y="0"/>
                    <a:pt x="6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9"/>
            <p:cNvSpPr/>
            <p:nvPr/>
          </p:nvSpPr>
          <p:spPr>
            <a:xfrm rot="-5400000" flipH="1">
              <a:off x="1450359" y="354868"/>
              <a:ext cx="36683" cy="32278"/>
            </a:xfrm>
            <a:custGeom>
              <a:avLst/>
              <a:gdLst/>
              <a:ahLst/>
              <a:cxnLst/>
              <a:rect l="l" t="t" r="r" b="b"/>
              <a:pathLst>
                <a:path w="1091" h="960" extrusionOk="0">
                  <a:moveTo>
                    <a:pt x="1090" y="0"/>
                  </a:moveTo>
                  <a:cubicBezTo>
                    <a:pt x="1090" y="0"/>
                    <a:pt x="818" y="142"/>
                    <a:pt x="546" y="414"/>
                  </a:cubicBezTo>
                  <a:cubicBezTo>
                    <a:pt x="273" y="687"/>
                    <a:pt x="1" y="818"/>
                    <a:pt x="131" y="959"/>
                  </a:cubicBezTo>
                  <a:cubicBezTo>
                    <a:pt x="131" y="959"/>
                    <a:pt x="404" y="818"/>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9"/>
            <p:cNvSpPr/>
            <p:nvPr/>
          </p:nvSpPr>
          <p:spPr>
            <a:xfrm rot="-5400000" flipH="1">
              <a:off x="1457151" y="352481"/>
              <a:ext cx="27504" cy="36683"/>
            </a:xfrm>
            <a:custGeom>
              <a:avLst/>
              <a:gdLst/>
              <a:ahLst/>
              <a:cxnLst/>
              <a:rect l="l" t="t" r="r" b="b"/>
              <a:pathLst>
                <a:path w="818" h="1091" extrusionOk="0">
                  <a:moveTo>
                    <a:pt x="0" y="0"/>
                  </a:moveTo>
                  <a:lnTo>
                    <a:pt x="273" y="545"/>
                  </a:lnTo>
                  <a:cubicBezTo>
                    <a:pt x="545" y="818"/>
                    <a:pt x="687" y="1090"/>
                    <a:pt x="818" y="1090"/>
                  </a:cubicBezTo>
                  <a:cubicBezTo>
                    <a:pt x="818" y="1090"/>
                    <a:pt x="687" y="818"/>
                    <a:pt x="415" y="545"/>
                  </a:cubicBezTo>
                  <a:cubicBezTo>
                    <a:pt x="273" y="142"/>
                    <a:pt x="0"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 name="Google Shape;573;p9"/>
          <p:cNvGrpSpPr/>
          <p:nvPr/>
        </p:nvGrpSpPr>
        <p:grpSpPr>
          <a:xfrm>
            <a:off x="3552850" y="350300"/>
            <a:ext cx="41088" cy="41424"/>
            <a:chOff x="2208550" y="604438"/>
            <a:chExt cx="41088" cy="41424"/>
          </a:xfrm>
        </p:grpSpPr>
        <p:sp>
          <p:nvSpPr>
            <p:cNvPr id="574" name="Google Shape;574;p9"/>
            <p:cNvSpPr/>
            <p:nvPr/>
          </p:nvSpPr>
          <p:spPr>
            <a:xfrm rot="-5400000" flipH="1">
              <a:off x="2226689" y="604589"/>
              <a:ext cx="4808" cy="41088"/>
            </a:xfrm>
            <a:custGeom>
              <a:avLst/>
              <a:gdLst/>
              <a:ahLst/>
              <a:cxnLst/>
              <a:rect l="l" t="t" r="r" b="b"/>
              <a:pathLst>
                <a:path w="143" h="1222" extrusionOk="0">
                  <a:moveTo>
                    <a:pt x="1" y="0"/>
                  </a:moveTo>
                  <a:lnTo>
                    <a:pt x="1" y="676"/>
                  </a:lnTo>
                  <a:lnTo>
                    <a:pt x="1" y="1221"/>
                  </a:lnTo>
                  <a:cubicBezTo>
                    <a:pt x="143" y="1221"/>
                    <a:pt x="143" y="949"/>
                    <a:pt x="143" y="676"/>
                  </a:cubicBezTo>
                  <a:cubicBezTo>
                    <a:pt x="143" y="273"/>
                    <a:pt x="143"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9"/>
            <p:cNvSpPr/>
            <p:nvPr/>
          </p:nvSpPr>
          <p:spPr>
            <a:xfrm rot="-5400000" flipH="1">
              <a:off x="2208381" y="622931"/>
              <a:ext cx="41424" cy="4438"/>
            </a:xfrm>
            <a:custGeom>
              <a:avLst/>
              <a:gdLst/>
              <a:ahLst/>
              <a:cxnLst/>
              <a:rect l="l" t="t" r="r" b="b"/>
              <a:pathLst>
                <a:path w="1232" h="132" extrusionOk="0">
                  <a:moveTo>
                    <a:pt x="545" y="0"/>
                  </a:moveTo>
                  <a:cubicBezTo>
                    <a:pt x="272" y="0"/>
                    <a:pt x="0" y="0"/>
                    <a:pt x="0" y="131"/>
                  </a:cubicBezTo>
                  <a:lnTo>
                    <a:pt x="1232" y="131"/>
                  </a:lnTo>
                  <a:cubicBezTo>
                    <a:pt x="1232" y="0"/>
                    <a:pt x="959" y="0"/>
                    <a:pt x="5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9"/>
            <p:cNvSpPr/>
            <p:nvPr/>
          </p:nvSpPr>
          <p:spPr>
            <a:xfrm rot="-5400000" flipH="1">
              <a:off x="2208365" y="613768"/>
              <a:ext cx="36683" cy="27504"/>
            </a:xfrm>
            <a:custGeom>
              <a:avLst/>
              <a:gdLst/>
              <a:ahLst/>
              <a:cxnLst/>
              <a:rect l="l" t="t" r="r" b="b"/>
              <a:pathLst>
                <a:path w="1091" h="818" extrusionOk="0">
                  <a:moveTo>
                    <a:pt x="1091" y="0"/>
                  </a:moveTo>
                  <a:cubicBezTo>
                    <a:pt x="949" y="0"/>
                    <a:pt x="818" y="142"/>
                    <a:pt x="546" y="414"/>
                  </a:cubicBezTo>
                  <a:cubicBezTo>
                    <a:pt x="818" y="273"/>
                    <a:pt x="1091" y="0"/>
                    <a:pt x="1091" y="0"/>
                  </a:cubicBezTo>
                  <a:close/>
                  <a:moveTo>
                    <a:pt x="546" y="414"/>
                  </a:moveTo>
                  <a:lnTo>
                    <a:pt x="546" y="414"/>
                  </a:lnTo>
                  <a:cubicBezTo>
                    <a:pt x="273" y="545"/>
                    <a:pt x="1" y="818"/>
                    <a:pt x="1" y="818"/>
                  </a:cubicBezTo>
                  <a:cubicBezTo>
                    <a:pt x="131" y="818"/>
                    <a:pt x="273" y="687"/>
                    <a:pt x="546" y="41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9"/>
            <p:cNvSpPr/>
            <p:nvPr/>
          </p:nvSpPr>
          <p:spPr>
            <a:xfrm rot="-5400000" flipH="1">
              <a:off x="2215341" y="610053"/>
              <a:ext cx="27504" cy="34565"/>
            </a:xfrm>
            <a:custGeom>
              <a:avLst/>
              <a:gdLst/>
              <a:ahLst/>
              <a:cxnLst/>
              <a:rect l="l" t="t" r="r" b="b"/>
              <a:pathLst>
                <a:path w="818" h="1028" extrusionOk="0">
                  <a:moveTo>
                    <a:pt x="24" y="0"/>
                  </a:moveTo>
                  <a:cubicBezTo>
                    <a:pt x="9" y="0"/>
                    <a:pt x="0" y="11"/>
                    <a:pt x="0" y="34"/>
                  </a:cubicBezTo>
                  <a:lnTo>
                    <a:pt x="273" y="579"/>
                  </a:lnTo>
                  <a:cubicBezTo>
                    <a:pt x="497" y="803"/>
                    <a:pt x="633" y="1027"/>
                    <a:pt x="674" y="1027"/>
                  </a:cubicBezTo>
                  <a:cubicBezTo>
                    <a:pt x="683" y="1027"/>
                    <a:pt x="687" y="1017"/>
                    <a:pt x="687" y="993"/>
                  </a:cubicBezTo>
                  <a:cubicBezTo>
                    <a:pt x="818" y="993"/>
                    <a:pt x="687" y="721"/>
                    <a:pt x="415" y="448"/>
                  </a:cubicBezTo>
                  <a:cubicBezTo>
                    <a:pt x="298" y="224"/>
                    <a:pt x="93" y="0"/>
                    <a:pt x="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8" name="Google Shape;578;p9"/>
          <p:cNvSpPr/>
          <p:nvPr/>
        </p:nvSpPr>
        <p:spPr>
          <a:xfrm rot="-5400000" flipH="1">
            <a:off x="415111" y="776287"/>
            <a:ext cx="4808" cy="45829"/>
          </a:xfrm>
          <a:custGeom>
            <a:avLst/>
            <a:gdLst/>
            <a:ahLst/>
            <a:cxnLst/>
            <a:rect l="l" t="t" r="r" b="b"/>
            <a:pathLst>
              <a:path w="143" h="1363" extrusionOk="0">
                <a:moveTo>
                  <a:pt x="1" y="1"/>
                </a:moveTo>
                <a:lnTo>
                  <a:pt x="1" y="676"/>
                </a:lnTo>
                <a:lnTo>
                  <a:pt x="1" y="1363"/>
                </a:lnTo>
                <a:cubicBezTo>
                  <a:pt x="1" y="1363"/>
                  <a:pt x="143" y="1090"/>
                  <a:pt x="143" y="676"/>
                </a:cubicBezTo>
                <a:cubicBezTo>
                  <a:pt x="143" y="273"/>
                  <a:pt x="1"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9"/>
          <p:cNvSpPr/>
          <p:nvPr/>
        </p:nvSpPr>
        <p:spPr>
          <a:xfrm rot="-5400000" flipH="1">
            <a:off x="396820" y="794612"/>
            <a:ext cx="45829" cy="4808"/>
          </a:xfrm>
          <a:custGeom>
            <a:avLst/>
            <a:gdLst/>
            <a:ahLst/>
            <a:cxnLst/>
            <a:rect l="l" t="t" r="r" b="b"/>
            <a:pathLst>
              <a:path w="1363" h="143" extrusionOk="0">
                <a:moveTo>
                  <a:pt x="0" y="0"/>
                </a:moveTo>
                <a:cubicBezTo>
                  <a:pt x="0" y="0"/>
                  <a:pt x="273" y="142"/>
                  <a:pt x="676" y="142"/>
                </a:cubicBezTo>
                <a:cubicBezTo>
                  <a:pt x="1090" y="142"/>
                  <a:pt x="1362" y="0"/>
                  <a:pt x="13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9"/>
          <p:cNvSpPr/>
          <p:nvPr/>
        </p:nvSpPr>
        <p:spPr>
          <a:xfrm rot="-5400000" flipH="1">
            <a:off x="396803" y="785449"/>
            <a:ext cx="36683" cy="32278"/>
          </a:xfrm>
          <a:custGeom>
            <a:avLst/>
            <a:gdLst/>
            <a:ahLst/>
            <a:cxnLst/>
            <a:rect l="l" t="t" r="r" b="b"/>
            <a:pathLst>
              <a:path w="1091" h="960" extrusionOk="0">
                <a:moveTo>
                  <a:pt x="949" y="0"/>
                </a:moveTo>
                <a:cubicBezTo>
                  <a:pt x="949" y="0"/>
                  <a:pt x="676" y="142"/>
                  <a:pt x="404" y="415"/>
                </a:cubicBezTo>
                <a:cubicBezTo>
                  <a:pt x="131" y="687"/>
                  <a:pt x="1" y="959"/>
                  <a:pt x="1" y="959"/>
                </a:cubicBezTo>
                <a:cubicBezTo>
                  <a:pt x="1" y="959"/>
                  <a:pt x="273" y="818"/>
                  <a:pt x="546" y="545"/>
                </a:cubicBezTo>
                <a:cubicBezTo>
                  <a:pt x="818" y="273"/>
                  <a:pt x="1090" y="142"/>
                  <a:pt x="9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9"/>
          <p:cNvSpPr/>
          <p:nvPr/>
        </p:nvSpPr>
        <p:spPr>
          <a:xfrm rot="-5400000" flipH="1">
            <a:off x="403595" y="778657"/>
            <a:ext cx="27504" cy="36683"/>
          </a:xfrm>
          <a:custGeom>
            <a:avLst/>
            <a:gdLst/>
            <a:ahLst/>
            <a:cxnLst/>
            <a:rect l="l" t="t" r="r" b="b"/>
            <a:pathLst>
              <a:path w="818" h="1091" extrusionOk="0">
                <a:moveTo>
                  <a:pt x="131" y="0"/>
                </a:moveTo>
                <a:cubicBezTo>
                  <a:pt x="1" y="0"/>
                  <a:pt x="131" y="273"/>
                  <a:pt x="404" y="545"/>
                </a:cubicBezTo>
                <a:cubicBezTo>
                  <a:pt x="546" y="959"/>
                  <a:pt x="818" y="1090"/>
                  <a:pt x="818" y="1090"/>
                </a:cubicBezTo>
                <a:lnTo>
                  <a:pt x="546" y="545"/>
                </a:lnTo>
                <a:cubicBezTo>
                  <a:pt x="273" y="273"/>
                  <a:pt x="131" y="0"/>
                  <a:pt x="1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9"/>
          <p:cNvSpPr txBox="1">
            <a:spLocks noGrp="1"/>
          </p:cNvSpPr>
          <p:nvPr>
            <p:ph type="title"/>
          </p:nvPr>
        </p:nvSpPr>
        <p:spPr>
          <a:xfrm>
            <a:off x="720000" y="4450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r>
              <a:rPr lang="en-US"/>
              <a:t>Click to edit Master title style</a:t>
            </a:r>
            <a:endParaRPr/>
          </a:p>
        </p:txBody>
      </p:sp>
      <p:grpSp>
        <p:nvGrpSpPr>
          <p:cNvPr id="583" name="Google Shape;583;p9"/>
          <p:cNvGrpSpPr/>
          <p:nvPr/>
        </p:nvGrpSpPr>
        <p:grpSpPr>
          <a:xfrm>
            <a:off x="8887881" y="445016"/>
            <a:ext cx="45827" cy="45861"/>
            <a:chOff x="1448156" y="347891"/>
            <a:chExt cx="45827" cy="45861"/>
          </a:xfrm>
        </p:grpSpPr>
        <p:sp>
          <p:nvSpPr>
            <p:cNvPr id="584" name="Google Shape;584;p9"/>
            <p:cNvSpPr/>
            <p:nvPr/>
          </p:nvSpPr>
          <p:spPr>
            <a:xfrm rot="-5400000" flipH="1">
              <a:off x="1468666" y="345706"/>
              <a:ext cx="4808" cy="45827"/>
            </a:xfrm>
            <a:custGeom>
              <a:avLst/>
              <a:gdLst/>
              <a:ahLst/>
              <a:cxnLst/>
              <a:rect l="l" t="t" r="r" b="b"/>
              <a:pathLst>
                <a:path w="143" h="1363" extrusionOk="0">
                  <a:moveTo>
                    <a:pt x="143" y="0"/>
                  </a:moveTo>
                  <a:cubicBezTo>
                    <a:pt x="1" y="0"/>
                    <a:pt x="1" y="273"/>
                    <a:pt x="1" y="676"/>
                  </a:cubicBezTo>
                  <a:cubicBezTo>
                    <a:pt x="1" y="1090"/>
                    <a:pt x="1" y="1363"/>
                    <a:pt x="143" y="1363"/>
                  </a:cubicBezTo>
                  <a:lnTo>
                    <a:pt x="143" y="676"/>
                  </a:lnTo>
                  <a:lnTo>
                    <a:pt x="1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9"/>
            <p:cNvSpPr/>
            <p:nvPr/>
          </p:nvSpPr>
          <p:spPr>
            <a:xfrm rot="-5400000" flipH="1">
              <a:off x="1445770" y="368603"/>
              <a:ext cx="45861" cy="4438"/>
            </a:xfrm>
            <a:custGeom>
              <a:avLst/>
              <a:gdLst/>
              <a:ahLst/>
              <a:cxnLst/>
              <a:rect l="l" t="t" r="r" b="b"/>
              <a:pathLst>
                <a:path w="1364" h="132" extrusionOk="0">
                  <a:moveTo>
                    <a:pt x="688" y="0"/>
                  </a:moveTo>
                  <a:cubicBezTo>
                    <a:pt x="273" y="0"/>
                    <a:pt x="1" y="131"/>
                    <a:pt x="1" y="131"/>
                  </a:cubicBezTo>
                  <a:lnTo>
                    <a:pt x="1363" y="131"/>
                  </a:lnTo>
                  <a:cubicBezTo>
                    <a:pt x="1363" y="131"/>
                    <a:pt x="960" y="0"/>
                    <a:pt x="6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9"/>
            <p:cNvSpPr/>
            <p:nvPr/>
          </p:nvSpPr>
          <p:spPr>
            <a:xfrm rot="-5400000" flipH="1">
              <a:off x="1450359" y="354868"/>
              <a:ext cx="36682" cy="32278"/>
            </a:xfrm>
            <a:custGeom>
              <a:avLst/>
              <a:gdLst/>
              <a:ahLst/>
              <a:cxnLst/>
              <a:rect l="l" t="t" r="r" b="b"/>
              <a:pathLst>
                <a:path w="1091" h="960" extrusionOk="0">
                  <a:moveTo>
                    <a:pt x="1090" y="0"/>
                  </a:moveTo>
                  <a:cubicBezTo>
                    <a:pt x="1090" y="0"/>
                    <a:pt x="818" y="142"/>
                    <a:pt x="546" y="414"/>
                  </a:cubicBezTo>
                  <a:cubicBezTo>
                    <a:pt x="273" y="687"/>
                    <a:pt x="1" y="818"/>
                    <a:pt x="131" y="959"/>
                  </a:cubicBezTo>
                  <a:cubicBezTo>
                    <a:pt x="131" y="959"/>
                    <a:pt x="404" y="818"/>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9"/>
            <p:cNvSpPr/>
            <p:nvPr/>
          </p:nvSpPr>
          <p:spPr>
            <a:xfrm rot="-5400000" flipH="1">
              <a:off x="1457150" y="352481"/>
              <a:ext cx="27503" cy="36682"/>
            </a:xfrm>
            <a:custGeom>
              <a:avLst/>
              <a:gdLst/>
              <a:ahLst/>
              <a:cxnLst/>
              <a:rect l="l" t="t" r="r" b="b"/>
              <a:pathLst>
                <a:path w="818" h="1091" extrusionOk="0">
                  <a:moveTo>
                    <a:pt x="0" y="0"/>
                  </a:moveTo>
                  <a:lnTo>
                    <a:pt x="273" y="545"/>
                  </a:lnTo>
                  <a:cubicBezTo>
                    <a:pt x="545" y="818"/>
                    <a:pt x="687" y="1090"/>
                    <a:pt x="818" y="1090"/>
                  </a:cubicBezTo>
                  <a:cubicBezTo>
                    <a:pt x="818" y="1090"/>
                    <a:pt x="687" y="818"/>
                    <a:pt x="415" y="545"/>
                  </a:cubicBezTo>
                  <a:cubicBezTo>
                    <a:pt x="273" y="142"/>
                    <a:pt x="0"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 name="Google Shape;588;p9"/>
          <p:cNvGrpSpPr/>
          <p:nvPr/>
        </p:nvGrpSpPr>
        <p:grpSpPr>
          <a:xfrm>
            <a:off x="8204231" y="160241"/>
            <a:ext cx="45827" cy="45861"/>
            <a:chOff x="1448156" y="347891"/>
            <a:chExt cx="45827" cy="45861"/>
          </a:xfrm>
        </p:grpSpPr>
        <p:sp>
          <p:nvSpPr>
            <p:cNvPr id="589" name="Google Shape;589;p9"/>
            <p:cNvSpPr/>
            <p:nvPr/>
          </p:nvSpPr>
          <p:spPr>
            <a:xfrm rot="-5400000" flipH="1">
              <a:off x="1468666" y="345706"/>
              <a:ext cx="4808" cy="45827"/>
            </a:xfrm>
            <a:custGeom>
              <a:avLst/>
              <a:gdLst/>
              <a:ahLst/>
              <a:cxnLst/>
              <a:rect l="l" t="t" r="r" b="b"/>
              <a:pathLst>
                <a:path w="143" h="1363" extrusionOk="0">
                  <a:moveTo>
                    <a:pt x="143" y="0"/>
                  </a:moveTo>
                  <a:cubicBezTo>
                    <a:pt x="1" y="0"/>
                    <a:pt x="1" y="273"/>
                    <a:pt x="1" y="676"/>
                  </a:cubicBezTo>
                  <a:cubicBezTo>
                    <a:pt x="1" y="1090"/>
                    <a:pt x="1" y="1363"/>
                    <a:pt x="143" y="1363"/>
                  </a:cubicBezTo>
                  <a:lnTo>
                    <a:pt x="143" y="676"/>
                  </a:lnTo>
                  <a:lnTo>
                    <a:pt x="1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9"/>
            <p:cNvSpPr/>
            <p:nvPr/>
          </p:nvSpPr>
          <p:spPr>
            <a:xfrm rot="-5400000" flipH="1">
              <a:off x="1445770" y="368603"/>
              <a:ext cx="45861" cy="4438"/>
            </a:xfrm>
            <a:custGeom>
              <a:avLst/>
              <a:gdLst/>
              <a:ahLst/>
              <a:cxnLst/>
              <a:rect l="l" t="t" r="r" b="b"/>
              <a:pathLst>
                <a:path w="1364" h="132" extrusionOk="0">
                  <a:moveTo>
                    <a:pt x="688" y="0"/>
                  </a:moveTo>
                  <a:cubicBezTo>
                    <a:pt x="273" y="0"/>
                    <a:pt x="1" y="131"/>
                    <a:pt x="1" y="131"/>
                  </a:cubicBezTo>
                  <a:lnTo>
                    <a:pt x="1363" y="131"/>
                  </a:lnTo>
                  <a:cubicBezTo>
                    <a:pt x="1363" y="131"/>
                    <a:pt x="960" y="0"/>
                    <a:pt x="6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9"/>
            <p:cNvSpPr/>
            <p:nvPr/>
          </p:nvSpPr>
          <p:spPr>
            <a:xfrm rot="-5400000" flipH="1">
              <a:off x="1450359" y="354868"/>
              <a:ext cx="36682" cy="32278"/>
            </a:xfrm>
            <a:custGeom>
              <a:avLst/>
              <a:gdLst/>
              <a:ahLst/>
              <a:cxnLst/>
              <a:rect l="l" t="t" r="r" b="b"/>
              <a:pathLst>
                <a:path w="1091" h="960" extrusionOk="0">
                  <a:moveTo>
                    <a:pt x="1090" y="0"/>
                  </a:moveTo>
                  <a:cubicBezTo>
                    <a:pt x="1090" y="0"/>
                    <a:pt x="818" y="142"/>
                    <a:pt x="546" y="414"/>
                  </a:cubicBezTo>
                  <a:cubicBezTo>
                    <a:pt x="273" y="687"/>
                    <a:pt x="1" y="818"/>
                    <a:pt x="131" y="959"/>
                  </a:cubicBezTo>
                  <a:cubicBezTo>
                    <a:pt x="131" y="959"/>
                    <a:pt x="404" y="818"/>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9"/>
            <p:cNvSpPr/>
            <p:nvPr/>
          </p:nvSpPr>
          <p:spPr>
            <a:xfrm rot="-5400000" flipH="1">
              <a:off x="1457150" y="352481"/>
              <a:ext cx="27503" cy="36682"/>
            </a:xfrm>
            <a:custGeom>
              <a:avLst/>
              <a:gdLst/>
              <a:ahLst/>
              <a:cxnLst/>
              <a:rect l="l" t="t" r="r" b="b"/>
              <a:pathLst>
                <a:path w="818" h="1091" extrusionOk="0">
                  <a:moveTo>
                    <a:pt x="0" y="0"/>
                  </a:moveTo>
                  <a:lnTo>
                    <a:pt x="273" y="545"/>
                  </a:lnTo>
                  <a:cubicBezTo>
                    <a:pt x="545" y="818"/>
                    <a:pt x="687" y="1090"/>
                    <a:pt x="818" y="1090"/>
                  </a:cubicBezTo>
                  <a:cubicBezTo>
                    <a:pt x="818" y="1090"/>
                    <a:pt x="687" y="818"/>
                    <a:pt x="415" y="545"/>
                  </a:cubicBezTo>
                  <a:cubicBezTo>
                    <a:pt x="273" y="142"/>
                    <a:pt x="0"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 name="Google Shape;593;p9"/>
          <p:cNvGrpSpPr/>
          <p:nvPr/>
        </p:nvGrpSpPr>
        <p:grpSpPr>
          <a:xfrm>
            <a:off x="6904318" y="141110"/>
            <a:ext cx="75974" cy="84124"/>
            <a:chOff x="7553342" y="94254"/>
            <a:chExt cx="43123" cy="47743"/>
          </a:xfrm>
        </p:grpSpPr>
        <p:sp>
          <p:nvSpPr>
            <p:cNvPr id="594" name="Google Shape;594;p9"/>
            <p:cNvSpPr/>
            <p:nvPr/>
          </p:nvSpPr>
          <p:spPr>
            <a:xfrm rot="-5400000" flipH="1">
              <a:off x="7572401" y="94271"/>
              <a:ext cx="5005" cy="43123"/>
            </a:xfrm>
            <a:custGeom>
              <a:avLst/>
              <a:gdLst/>
              <a:ahLst/>
              <a:cxnLst/>
              <a:rect l="l" t="t" r="r" b="b"/>
              <a:pathLst>
                <a:path w="143" h="1232" extrusionOk="0">
                  <a:moveTo>
                    <a:pt x="142" y="0"/>
                  </a:moveTo>
                  <a:cubicBezTo>
                    <a:pt x="1" y="0"/>
                    <a:pt x="1" y="273"/>
                    <a:pt x="1" y="687"/>
                  </a:cubicBezTo>
                  <a:cubicBezTo>
                    <a:pt x="1" y="960"/>
                    <a:pt x="1" y="1232"/>
                    <a:pt x="142" y="1232"/>
                  </a:cubicBezTo>
                  <a:lnTo>
                    <a:pt x="142" y="687"/>
                  </a:lnTo>
                  <a:lnTo>
                    <a:pt x="1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9"/>
            <p:cNvSpPr/>
            <p:nvPr/>
          </p:nvSpPr>
          <p:spPr>
            <a:xfrm rot="-5400000" flipH="1">
              <a:off x="7551049" y="115623"/>
              <a:ext cx="47743" cy="5005"/>
            </a:xfrm>
            <a:custGeom>
              <a:avLst/>
              <a:gdLst/>
              <a:ahLst/>
              <a:cxnLst/>
              <a:rect l="l" t="t" r="r" b="b"/>
              <a:pathLst>
                <a:path w="1364" h="143" extrusionOk="0">
                  <a:moveTo>
                    <a:pt x="687" y="0"/>
                  </a:moveTo>
                  <a:cubicBezTo>
                    <a:pt x="273" y="0"/>
                    <a:pt x="1" y="0"/>
                    <a:pt x="1" y="142"/>
                  </a:cubicBezTo>
                  <a:lnTo>
                    <a:pt x="1363" y="142"/>
                  </a:lnTo>
                  <a:cubicBezTo>
                    <a:pt x="1363" y="0"/>
                    <a:pt x="96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9"/>
            <p:cNvSpPr/>
            <p:nvPr/>
          </p:nvSpPr>
          <p:spPr>
            <a:xfrm rot="-5400000" flipH="1">
              <a:off x="7554147" y="103389"/>
              <a:ext cx="38188" cy="29857"/>
            </a:xfrm>
            <a:custGeom>
              <a:avLst/>
              <a:gdLst/>
              <a:ahLst/>
              <a:cxnLst/>
              <a:rect l="l" t="t" r="r" b="b"/>
              <a:pathLst>
                <a:path w="1091" h="853" extrusionOk="0">
                  <a:moveTo>
                    <a:pt x="1090" y="0"/>
                  </a:moveTo>
                  <a:cubicBezTo>
                    <a:pt x="1090" y="0"/>
                    <a:pt x="818" y="131"/>
                    <a:pt x="545" y="403"/>
                  </a:cubicBezTo>
                  <a:cubicBezTo>
                    <a:pt x="273" y="545"/>
                    <a:pt x="1" y="818"/>
                    <a:pt x="131" y="818"/>
                  </a:cubicBezTo>
                  <a:cubicBezTo>
                    <a:pt x="131" y="842"/>
                    <a:pt x="141" y="852"/>
                    <a:pt x="158" y="852"/>
                  </a:cubicBezTo>
                  <a:cubicBezTo>
                    <a:pt x="232" y="852"/>
                    <a:pt x="454" y="652"/>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9"/>
            <p:cNvSpPr/>
            <p:nvPr/>
          </p:nvSpPr>
          <p:spPr>
            <a:xfrm rot="-5400000" flipH="1">
              <a:off x="7562390" y="98367"/>
              <a:ext cx="28632" cy="39518"/>
            </a:xfrm>
            <a:custGeom>
              <a:avLst/>
              <a:gdLst/>
              <a:ahLst/>
              <a:cxnLst/>
              <a:rect l="l" t="t" r="r" b="b"/>
              <a:pathLst>
                <a:path w="818" h="1129" extrusionOk="0">
                  <a:moveTo>
                    <a:pt x="27" y="0"/>
                  </a:moveTo>
                  <a:cubicBezTo>
                    <a:pt x="10" y="0"/>
                    <a:pt x="0" y="12"/>
                    <a:pt x="0" y="39"/>
                  </a:cubicBezTo>
                  <a:lnTo>
                    <a:pt x="273" y="584"/>
                  </a:lnTo>
                  <a:cubicBezTo>
                    <a:pt x="545" y="857"/>
                    <a:pt x="687" y="1129"/>
                    <a:pt x="818" y="1129"/>
                  </a:cubicBezTo>
                  <a:cubicBezTo>
                    <a:pt x="818" y="987"/>
                    <a:pt x="687" y="715"/>
                    <a:pt x="414" y="442"/>
                  </a:cubicBezTo>
                  <a:cubicBezTo>
                    <a:pt x="300" y="221"/>
                    <a:pt x="99"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 name="Google Shape;598;p9"/>
          <p:cNvGrpSpPr/>
          <p:nvPr/>
        </p:nvGrpSpPr>
        <p:grpSpPr>
          <a:xfrm>
            <a:off x="8642168" y="933597"/>
            <a:ext cx="75974" cy="84124"/>
            <a:chOff x="7553342" y="94254"/>
            <a:chExt cx="43123" cy="47743"/>
          </a:xfrm>
        </p:grpSpPr>
        <p:sp>
          <p:nvSpPr>
            <p:cNvPr id="599" name="Google Shape;599;p9"/>
            <p:cNvSpPr/>
            <p:nvPr/>
          </p:nvSpPr>
          <p:spPr>
            <a:xfrm rot="-5400000" flipH="1">
              <a:off x="7572401" y="94271"/>
              <a:ext cx="5005" cy="43123"/>
            </a:xfrm>
            <a:custGeom>
              <a:avLst/>
              <a:gdLst/>
              <a:ahLst/>
              <a:cxnLst/>
              <a:rect l="l" t="t" r="r" b="b"/>
              <a:pathLst>
                <a:path w="143" h="1232" extrusionOk="0">
                  <a:moveTo>
                    <a:pt x="142" y="0"/>
                  </a:moveTo>
                  <a:cubicBezTo>
                    <a:pt x="1" y="0"/>
                    <a:pt x="1" y="273"/>
                    <a:pt x="1" y="687"/>
                  </a:cubicBezTo>
                  <a:cubicBezTo>
                    <a:pt x="1" y="960"/>
                    <a:pt x="1" y="1232"/>
                    <a:pt x="142" y="1232"/>
                  </a:cubicBezTo>
                  <a:lnTo>
                    <a:pt x="142" y="687"/>
                  </a:lnTo>
                  <a:lnTo>
                    <a:pt x="1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9"/>
            <p:cNvSpPr/>
            <p:nvPr/>
          </p:nvSpPr>
          <p:spPr>
            <a:xfrm rot="-5400000" flipH="1">
              <a:off x="7551049" y="115623"/>
              <a:ext cx="47743" cy="5005"/>
            </a:xfrm>
            <a:custGeom>
              <a:avLst/>
              <a:gdLst/>
              <a:ahLst/>
              <a:cxnLst/>
              <a:rect l="l" t="t" r="r" b="b"/>
              <a:pathLst>
                <a:path w="1364" h="143" extrusionOk="0">
                  <a:moveTo>
                    <a:pt x="687" y="0"/>
                  </a:moveTo>
                  <a:cubicBezTo>
                    <a:pt x="273" y="0"/>
                    <a:pt x="1" y="0"/>
                    <a:pt x="1" y="142"/>
                  </a:cubicBezTo>
                  <a:lnTo>
                    <a:pt x="1363" y="142"/>
                  </a:lnTo>
                  <a:cubicBezTo>
                    <a:pt x="1363" y="0"/>
                    <a:pt x="96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9"/>
            <p:cNvSpPr/>
            <p:nvPr/>
          </p:nvSpPr>
          <p:spPr>
            <a:xfrm rot="-5400000" flipH="1">
              <a:off x="7554147" y="103389"/>
              <a:ext cx="38188" cy="29857"/>
            </a:xfrm>
            <a:custGeom>
              <a:avLst/>
              <a:gdLst/>
              <a:ahLst/>
              <a:cxnLst/>
              <a:rect l="l" t="t" r="r" b="b"/>
              <a:pathLst>
                <a:path w="1091" h="853" extrusionOk="0">
                  <a:moveTo>
                    <a:pt x="1090" y="0"/>
                  </a:moveTo>
                  <a:cubicBezTo>
                    <a:pt x="1090" y="0"/>
                    <a:pt x="818" y="131"/>
                    <a:pt x="545" y="403"/>
                  </a:cubicBezTo>
                  <a:cubicBezTo>
                    <a:pt x="273" y="545"/>
                    <a:pt x="1" y="818"/>
                    <a:pt x="131" y="818"/>
                  </a:cubicBezTo>
                  <a:cubicBezTo>
                    <a:pt x="131" y="842"/>
                    <a:pt x="141" y="852"/>
                    <a:pt x="158" y="852"/>
                  </a:cubicBezTo>
                  <a:cubicBezTo>
                    <a:pt x="232" y="852"/>
                    <a:pt x="454" y="652"/>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9"/>
            <p:cNvSpPr/>
            <p:nvPr/>
          </p:nvSpPr>
          <p:spPr>
            <a:xfrm rot="-5400000" flipH="1">
              <a:off x="7562390" y="98367"/>
              <a:ext cx="28632" cy="39518"/>
            </a:xfrm>
            <a:custGeom>
              <a:avLst/>
              <a:gdLst/>
              <a:ahLst/>
              <a:cxnLst/>
              <a:rect l="l" t="t" r="r" b="b"/>
              <a:pathLst>
                <a:path w="818" h="1129" extrusionOk="0">
                  <a:moveTo>
                    <a:pt x="27" y="0"/>
                  </a:moveTo>
                  <a:cubicBezTo>
                    <a:pt x="10" y="0"/>
                    <a:pt x="0" y="12"/>
                    <a:pt x="0" y="39"/>
                  </a:cubicBezTo>
                  <a:lnTo>
                    <a:pt x="273" y="584"/>
                  </a:lnTo>
                  <a:cubicBezTo>
                    <a:pt x="545" y="857"/>
                    <a:pt x="687" y="1129"/>
                    <a:pt x="818" y="1129"/>
                  </a:cubicBezTo>
                  <a:cubicBezTo>
                    <a:pt x="818" y="987"/>
                    <a:pt x="687" y="715"/>
                    <a:pt x="414" y="442"/>
                  </a:cubicBezTo>
                  <a:cubicBezTo>
                    <a:pt x="300" y="221"/>
                    <a:pt x="99"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3" name="Google Shape;603;p9"/>
          <p:cNvSpPr/>
          <p:nvPr/>
        </p:nvSpPr>
        <p:spPr>
          <a:xfrm rot="-1005639">
            <a:off x="88414" y="182966"/>
            <a:ext cx="1016567" cy="368630"/>
          </a:xfrm>
          <a:custGeom>
            <a:avLst/>
            <a:gdLst/>
            <a:ahLst/>
            <a:cxnLst/>
            <a:rect l="l" t="t" r="r" b="b"/>
            <a:pathLst>
              <a:path w="24333" h="9165" extrusionOk="0">
                <a:moveTo>
                  <a:pt x="305" y="1"/>
                </a:moveTo>
                <a:cubicBezTo>
                  <a:pt x="1" y="1"/>
                  <a:pt x="83" y="173"/>
                  <a:pt x="83" y="173"/>
                </a:cubicBezTo>
                <a:cubicBezTo>
                  <a:pt x="83" y="173"/>
                  <a:pt x="901" y="314"/>
                  <a:pt x="1315" y="1535"/>
                </a:cubicBezTo>
                <a:cubicBezTo>
                  <a:pt x="1860" y="2766"/>
                  <a:pt x="1718" y="3715"/>
                  <a:pt x="1718" y="3715"/>
                </a:cubicBezTo>
                <a:cubicBezTo>
                  <a:pt x="1718" y="3715"/>
                  <a:pt x="2808" y="4129"/>
                  <a:pt x="3353" y="4946"/>
                </a:cubicBezTo>
                <a:cubicBezTo>
                  <a:pt x="3898" y="5764"/>
                  <a:pt x="4170" y="6853"/>
                  <a:pt x="4170" y="6853"/>
                </a:cubicBezTo>
                <a:cubicBezTo>
                  <a:pt x="4170" y="6853"/>
                  <a:pt x="5533" y="6853"/>
                  <a:pt x="6492" y="7398"/>
                </a:cubicBezTo>
                <a:cubicBezTo>
                  <a:pt x="7309" y="8074"/>
                  <a:pt x="7712" y="8619"/>
                  <a:pt x="7712" y="8619"/>
                </a:cubicBezTo>
                <a:lnTo>
                  <a:pt x="9216" y="8347"/>
                </a:lnTo>
                <a:cubicBezTo>
                  <a:pt x="9489" y="8892"/>
                  <a:pt x="10034" y="9164"/>
                  <a:pt x="10709" y="9164"/>
                </a:cubicBezTo>
                <a:cubicBezTo>
                  <a:pt x="11527" y="9164"/>
                  <a:pt x="12072" y="8761"/>
                  <a:pt x="12344" y="8216"/>
                </a:cubicBezTo>
                <a:cubicBezTo>
                  <a:pt x="13303" y="8216"/>
                  <a:pt x="14666" y="8216"/>
                  <a:pt x="15756" y="7943"/>
                </a:cubicBezTo>
                <a:cubicBezTo>
                  <a:pt x="17794" y="7398"/>
                  <a:pt x="19701" y="6984"/>
                  <a:pt x="19701" y="6984"/>
                </a:cubicBezTo>
                <a:cubicBezTo>
                  <a:pt x="19701" y="6984"/>
                  <a:pt x="19973" y="6581"/>
                  <a:pt x="20518" y="5894"/>
                </a:cubicBezTo>
                <a:cubicBezTo>
                  <a:pt x="21063" y="5219"/>
                  <a:pt x="22153" y="4946"/>
                  <a:pt x="22153" y="4946"/>
                </a:cubicBezTo>
                <a:cubicBezTo>
                  <a:pt x="22153" y="4946"/>
                  <a:pt x="22153" y="4532"/>
                  <a:pt x="22295" y="3856"/>
                </a:cubicBezTo>
                <a:cubicBezTo>
                  <a:pt x="22426" y="3170"/>
                  <a:pt x="24333" y="1949"/>
                  <a:pt x="24333" y="1949"/>
                </a:cubicBezTo>
                <a:lnTo>
                  <a:pt x="24333" y="1949"/>
                </a:lnTo>
                <a:lnTo>
                  <a:pt x="21477" y="2766"/>
                </a:lnTo>
                <a:cubicBezTo>
                  <a:pt x="19570" y="3170"/>
                  <a:pt x="15483" y="5764"/>
                  <a:pt x="15483" y="5764"/>
                </a:cubicBezTo>
                <a:cubicBezTo>
                  <a:pt x="15483" y="5764"/>
                  <a:pt x="14666" y="6581"/>
                  <a:pt x="13303" y="6984"/>
                </a:cubicBezTo>
                <a:cubicBezTo>
                  <a:pt x="12758" y="7126"/>
                  <a:pt x="12344" y="7126"/>
                  <a:pt x="12072" y="7126"/>
                </a:cubicBezTo>
                <a:cubicBezTo>
                  <a:pt x="12072" y="6984"/>
                  <a:pt x="11941" y="6984"/>
                  <a:pt x="11941" y="6853"/>
                </a:cubicBezTo>
                <a:lnTo>
                  <a:pt x="11941" y="5894"/>
                </a:lnTo>
                <a:cubicBezTo>
                  <a:pt x="11669" y="6036"/>
                  <a:pt x="11396" y="6309"/>
                  <a:pt x="11124" y="6581"/>
                </a:cubicBezTo>
                <a:lnTo>
                  <a:pt x="10306" y="6581"/>
                </a:lnTo>
                <a:cubicBezTo>
                  <a:pt x="10034" y="6309"/>
                  <a:pt x="9620" y="6036"/>
                  <a:pt x="9347" y="5894"/>
                </a:cubicBezTo>
                <a:lnTo>
                  <a:pt x="9347" y="5894"/>
                </a:lnTo>
                <a:cubicBezTo>
                  <a:pt x="9489" y="6167"/>
                  <a:pt x="9489" y="6581"/>
                  <a:pt x="9489" y="6984"/>
                </a:cubicBezTo>
                <a:cubicBezTo>
                  <a:pt x="9347" y="7126"/>
                  <a:pt x="9347" y="7257"/>
                  <a:pt x="9216" y="7398"/>
                </a:cubicBezTo>
                <a:cubicBezTo>
                  <a:pt x="8671" y="7257"/>
                  <a:pt x="6895" y="6581"/>
                  <a:pt x="6078" y="5349"/>
                </a:cubicBezTo>
                <a:lnTo>
                  <a:pt x="5129" y="3856"/>
                </a:lnTo>
                <a:cubicBezTo>
                  <a:pt x="5129" y="3856"/>
                  <a:pt x="4312" y="3170"/>
                  <a:pt x="3898" y="2352"/>
                </a:cubicBezTo>
                <a:cubicBezTo>
                  <a:pt x="3353" y="1677"/>
                  <a:pt x="1446" y="42"/>
                  <a:pt x="628" y="42"/>
                </a:cubicBezTo>
                <a:cubicBezTo>
                  <a:pt x="489" y="13"/>
                  <a:pt x="384" y="1"/>
                  <a:pt x="3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9"/>
          <p:cNvSpPr/>
          <p:nvPr/>
        </p:nvSpPr>
        <p:spPr>
          <a:xfrm rot="687745">
            <a:off x="273807" y="143638"/>
            <a:ext cx="386399" cy="194425"/>
          </a:xfrm>
          <a:custGeom>
            <a:avLst/>
            <a:gdLst/>
            <a:ahLst/>
            <a:cxnLst/>
            <a:rect l="l" t="t" r="r" b="b"/>
            <a:pathLst>
              <a:path w="24109" h="12131" extrusionOk="0">
                <a:moveTo>
                  <a:pt x="273" y="0"/>
                </a:moveTo>
                <a:cubicBezTo>
                  <a:pt x="273" y="1"/>
                  <a:pt x="2453" y="3412"/>
                  <a:pt x="1" y="4502"/>
                </a:cubicBezTo>
                <a:cubicBezTo>
                  <a:pt x="949" y="4502"/>
                  <a:pt x="2856" y="6136"/>
                  <a:pt x="2039" y="8044"/>
                </a:cubicBezTo>
                <a:cubicBezTo>
                  <a:pt x="2117" y="7925"/>
                  <a:pt x="2339" y="7863"/>
                  <a:pt x="2659" y="7863"/>
                </a:cubicBezTo>
                <a:cubicBezTo>
                  <a:pt x="3458" y="7863"/>
                  <a:pt x="4864" y="8254"/>
                  <a:pt x="6126" y="9134"/>
                </a:cubicBezTo>
                <a:cubicBezTo>
                  <a:pt x="7902" y="10223"/>
                  <a:pt x="7902" y="11989"/>
                  <a:pt x="7902" y="11989"/>
                </a:cubicBezTo>
                <a:cubicBezTo>
                  <a:pt x="7902" y="11989"/>
                  <a:pt x="8589" y="10735"/>
                  <a:pt x="9333" y="10735"/>
                </a:cubicBezTo>
                <a:cubicBezTo>
                  <a:pt x="9401" y="10735"/>
                  <a:pt x="9469" y="10746"/>
                  <a:pt x="9537" y="10768"/>
                </a:cubicBezTo>
                <a:cubicBezTo>
                  <a:pt x="10355" y="11041"/>
                  <a:pt x="10758" y="11989"/>
                  <a:pt x="10758" y="11989"/>
                </a:cubicBezTo>
                <a:cubicBezTo>
                  <a:pt x="10758" y="11989"/>
                  <a:pt x="11008" y="10619"/>
                  <a:pt x="11393" y="10619"/>
                </a:cubicBezTo>
                <a:cubicBezTo>
                  <a:pt x="11410" y="10619"/>
                  <a:pt x="11427" y="10621"/>
                  <a:pt x="11445" y="10627"/>
                </a:cubicBezTo>
                <a:cubicBezTo>
                  <a:pt x="11717" y="10768"/>
                  <a:pt x="12120" y="12131"/>
                  <a:pt x="12120" y="12131"/>
                </a:cubicBezTo>
                <a:cubicBezTo>
                  <a:pt x="12120" y="12131"/>
                  <a:pt x="12393" y="10627"/>
                  <a:pt x="13210" y="10627"/>
                </a:cubicBezTo>
                <a:cubicBezTo>
                  <a:pt x="14028" y="10627"/>
                  <a:pt x="14845" y="11989"/>
                  <a:pt x="14845" y="11989"/>
                </a:cubicBezTo>
                <a:cubicBezTo>
                  <a:pt x="14845" y="11989"/>
                  <a:pt x="14987" y="9951"/>
                  <a:pt x="16621" y="9134"/>
                </a:cubicBezTo>
                <a:cubicBezTo>
                  <a:pt x="17387" y="8685"/>
                  <a:pt x="18419" y="8565"/>
                  <a:pt x="19301" y="8565"/>
                </a:cubicBezTo>
                <a:cubicBezTo>
                  <a:pt x="20304" y="8565"/>
                  <a:pt x="21112" y="8719"/>
                  <a:pt x="21112" y="8719"/>
                </a:cubicBezTo>
                <a:cubicBezTo>
                  <a:pt x="21112" y="8719"/>
                  <a:pt x="20294" y="7226"/>
                  <a:pt x="20981" y="6136"/>
                </a:cubicBezTo>
                <a:cubicBezTo>
                  <a:pt x="21657" y="5177"/>
                  <a:pt x="23019" y="4774"/>
                  <a:pt x="23019" y="4774"/>
                </a:cubicBezTo>
                <a:cubicBezTo>
                  <a:pt x="23019" y="4774"/>
                  <a:pt x="21384" y="1635"/>
                  <a:pt x="24109" y="142"/>
                </a:cubicBezTo>
                <a:cubicBezTo>
                  <a:pt x="23996" y="78"/>
                  <a:pt x="23851" y="49"/>
                  <a:pt x="23681" y="49"/>
                </a:cubicBezTo>
                <a:cubicBezTo>
                  <a:pt x="22013" y="49"/>
                  <a:pt x="17895" y="2890"/>
                  <a:pt x="17025" y="4502"/>
                </a:cubicBezTo>
                <a:cubicBezTo>
                  <a:pt x="16238" y="6201"/>
                  <a:pt x="14069" y="7779"/>
                  <a:pt x="12809" y="7779"/>
                </a:cubicBezTo>
                <a:cubicBezTo>
                  <a:pt x="12760" y="7779"/>
                  <a:pt x="12712" y="7776"/>
                  <a:pt x="12665" y="7771"/>
                </a:cubicBezTo>
                <a:cubicBezTo>
                  <a:pt x="12807" y="7771"/>
                  <a:pt x="13079" y="6540"/>
                  <a:pt x="12665" y="5319"/>
                </a:cubicBezTo>
                <a:lnTo>
                  <a:pt x="11990" y="6409"/>
                </a:lnTo>
                <a:lnTo>
                  <a:pt x="11303" y="6540"/>
                </a:lnTo>
                <a:lnTo>
                  <a:pt x="10485" y="5177"/>
                </a:lnTo>
                <a:cubicBezTo>
                  <a:pt x="10485" y="5177"/>
                  <a:pt x="10485" y="7226"/>
                  <a:pt x="10213" y="7499"/>
                </a:cubicBezTo>
                <a:cubicBezTo>
                  <a:pt x="10181" y="7514"/>
                  <a:pt x="10133" y="7522"/>
                  <a:pt x="10070" y="7522"/>
                </a:cubicBezTo>
                <a:cubicBezTo>
                  <a:pt x="9598" y="7522"/>
                  <a:pt x="8335" y="7067"/>
                  <a:pt x="7488" y="5864"/>
                </a:cubicBezTo>
                <a:cubicBezTo>
                  <a:pt x="6813" y="4905"/>
                  <a:pt x="3543" y="818"/>
                  <a:pt x="2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9"/>
          <p:cNvSpPr/>
          <p:nvPr/>
        </p:nvSpPr>
        <p:spPr>
          <a:xfrm rot="-492177">
            <a:off x="8521806" y="607194"/>
            <a:ext cx="613447" cy="166705"/>
          </a:xfrm>
          <a:custGeom>
            <a:avLst/>
            <a:gdLst/>
            <a:ahLst/>
            <a:cxnLst/>
            <a:rect l="l" t="t" r="r" b="b"/>
            <a:pathLst>
              <a:path w="36168" h="7761" extrusionOk="0">
                <a:moveTo>
                  <a:pt x="1190" y="7066"/>
                </a:moveTo>
                <a:cubicBezTo>
                  <a:pt x="1187" y="7072"/>
                  <a:pt x="1184" y="7079"/>
                  <a:pt x="1181" y="7085"/>
                </a:cubicBezTo>
                <a:cubicBezTo>
                  <a:pt x="1186" y="7080"/>
                  <a:pt x="1189" y="7073"/>
                  <a:pt x="1190" y="7066"/>
                </a:cubicBezTo>
                <a:close/>
                <a:moveTo>
                  <a:pt x="34958" y="7069"/>
                </a:moveTo>
                <a:cubicBezTo>
                  <a:pt x="34960" y="7075"/>
                  <a:pt x="34962" y="7081"/>
                  <a:pt x="34967" y="7085"/>
                </a:cubicBezTo>
                <a:cubicBezTo>
                  <a:pt x="34964" y="7080"/>
                  <a:pt x="34961" y="7074"/>
                  <a:pt x="34958" y="7069"/>
                </a:cubicBezTo>
                <a:close/>
                <a:moveTo>
                  <a:pt x="12352" y="1"/>
                </a:moveTo>
                <a:cubicBezTo>
                  <a:pt x="5409" y="1"/>
                  <a:pt x="1867" y="2453"/>
                  <a:pt x="1050" y="4219"/>
                </a:cubicBezTo>
                <a:cubicBezTo>
                  <a:pt x="1" y="5928"/>
                  <a:pt x="1223" y="6871"/>
                  <a:pt x="1190" y="7066"/>
                </a:cubicBezTo>
                <a:lnTo>
                  <a:pt x="1190" y="7066"/>
                </a:lnTo>
                <a:cubicBezTo>
                  <a:pt x="1877" y="5716"/>
                  <a:pt x="2904" y="5260"/>
                  <a:pt x="3878" y="5260"/>
                </a:cubicBezTo>
                <a:cubicBezTo>
                  <a:pt x="4267" y="5260"/>
                  <a:pt x="4648" y="5333"/>
                  <a:pt x="4995" y="5450"/>
                </a:cubicBezTo>
                <a:cubicBezTo>
                  <a:pt x="6357" y="5723"/>
                  <a:pt x="7175" y="6540"/>
                  <a:pt x="7175" y="6540"/>
                </a:cubicBezTo>
                <a:cubicBezTo>
                  <a:pt x="7092" y="5242"/>
                  <a:pt x="7770" y="4767"/>
                  <a:pt x="8591" y="4767"/>
                </a:cubicBezTo>
                <a:cubicBezTo>
                  <a:pt x="9066" y="4767"/>
                  <a:pt x="9590" y="4926"/>
                  <a:pt x="10041" y="5178"/>
                </a:cubicBezTo>
                <a:cubicBezTo>
                  <a:pt x="11404" y="5723"/>
                  <a:pt x="12352" y="6943"/>
                  <a:pt x="12493" y="6943"/>
                </a:cubicBezTo>
                <a:cubicBezTo>
                  <a:pt x="12493" y="6163"/>
                  <a:pt x="12762" y="5876"/>
                  <a:pt x="13118" y="5876"/>
                </a:cubicBezTo>
                <a:cubicBezTo>
                  <a:pt x="13384" y="5876"/>
                  <a:pt x="13698" y="6035"/>
                  <a:pt x="13987" y="6268"/>
                </a:cubicBezTo>
                <a:cubicBezTo>
                  <a:pt x="14804" y="6813"/>
                  <a:pt x="15218" y="7761"/>
                  <a:pt x="15218" y="7761"/>
                </a:cubicBezTo>
                <a:cubicBezTo>
                  <a:pt x="15218" y="7079"/>
                  <a:pt x="15400" y="6864"/>
                  <a:pt x="15632" y="6864"/>
                </a:cubicBezTo>
                <a:cubicBezTo>
                  <a:pt x="16000" y="6864"/>
                  <a:pt x="16493" y="7408"/>
                  <a:pt x="16580" y="7488"/>
                </a:cubicBezTo>
                <a:cubicBezTo>
                  <a:pt x="16439" y="6671"/>
                  <a:pt x="16580" y="6126"/>
                  <a:pt x="16711" y="5581"/>
                </a:cubicBezTo>
                <a:cubicBezTo>
                  <a:pt x="16984" y="6268"/>
                  <a:pt x="17529" y="6813"/>
                  <a:pt x="18074" y="6813"/>
                </a:cubicBezTo>
                <a:cubicBezTo>
                  <a:pt x="18618" y="6813"/>
                  <a:pt x="19163" y="6268"/>
                  <a:pt x="19436" y="5581"/>
                </a:cubicBezTo>
                <a:cubicBezTo>
                  <a:pt x="19578" y="6126"/>
                  <a:pt x="19708" y="6671"/>
                  <a:pt x="19578" y="7488"/>
                </a:cubicBezTo>
                <a:cubicBezTo>
                  <a:pt x="19658" y="7408"/>
                  <a:pt x="20153" y="6864"/>
                  <a:pt x="20523" y="6864"/>
                </a:cubicBezTo>
                <a:cubicBezTo>
                  <a:pt x="20756" y="6864"/>
                  <a:pt x="20940" y="7079"/>
                  <a:pt x="20940" y="7761"/>
                </a:cubicBezTo>
                <a:cubicBezTo>
                  <a:pt x="20940" y="7761"/>
                  <a:pt x="21343" y="6813"/>
                  <a:pt x="22161" y="6268"/>
                </a:cubicBezTo>
                <a:cubicBezTo>
                  <a:pt x="22454" y="6035"/>
                  <a:pt x="22794" y="5876"/>
                  <a:pt x="23079" y="5876"/>
                </a:cubicBezTo>
                <a:cubicBezTo>
                  <a:pt x="23460" y="5876"/>
                  <a:pt x="23740" y="6163"/>
                  <a:pt x="23665" y="6943"/>
                </a:cubicBezTo>
                <a:cubicBezTo>
                  <a:pt x="23795" y="6943"/>
                  <a:pt x="24754" y="5723"/>
                  <a:pt x="26117" y="5178"/>
                </a:cubicBezTo>
                <a:cubicBezTo>
                  <a:pt x="26564" y="4926"/>
                  <a:pt x="27087" y="4767"/>
                  <a:pt x="27562" y="4767"/>
                </a:cubicBezTo>
                <a:cubicBezTo>
                  <a:pt x="28382" y="4767"/>
                  <a:pt x="29062" y="5242"/>
                  <a:pt x="28972" y="6540"/>
                </a:cubicBezTo>
                <a:cubicBezTo>
                  <a:pt x="28972" y="6540"/>
                  <a:pt x="29790" y="5723"/>
                  <a:pt x="31152" y="5450"/>
                </a:cubicBezTo>
                <a:cubicBezTo>
                  <a:pt x="31502" y="5333"/>
                  <a:pt x="31885" y="5260"/>
                  <a:pt x="32276" y="5260"/>
                </a:cubicBezTo>
                <a:cubicBezTo>
                  <a:pt x="33254" y="5260"/>
                  <a:pt x="34280" y="5717"/>
                  <a:pt x="34958" y="7069"/>
                </a:cubicBezTo>
                <a:lnTo>
                  <a:pt x="34958" y="7069"/>
                </a:lnTo>
                <a:cubicBezTo>
                  <a:pt x="34921" y="6881"/>
                  <a:pt x="36167" y="5938"/>
                  <a:pt x="35239" y="4219"/>
                </a:cubicBezTo>
                <a:cubicBezTo>
                  <a:pt x="34291" y="2453"/>
                  <a:pt x="30749" y="1"/>
                  <a:pt x="23795" y="1"/>
                </a:cubicBezTo>
                <a:cubicBezTo>
                  <a:pt x="23795" y="1"/>
                  <a:pt x="22302" y="1767"/>
                  <a:pt x="20122" y="2584"/>
                </a:cubicBezTo>
                <a:lnTo>
                  <a:pt x="20122" y="2312"/>
                </a:lnTo>
                <a:cubicBezTo>
                  <a:pt x="20122" y="1908"/>
                  <a:pt x="20395" y="1767"/>
                  <a:pt x="20395" y="1767"/>
                </a:cubicBezTo>
                <a:cubicBezTo>
                  <a:pt x="20323" y="1753"/>
                  <a:pt x="20255" y="1747"/>
                  <a:pt x="20189" y="1747"/>
                </a:cubicBezTo>
                <a:cubicBezTo>
                  <a:pt x="19627" y="1747"/>
                  <a:pt x="19290" y="2209"/>
                  <a:pt x="19163" y="2453"/>
                </a:cubicBezTo>
                <a:cubicBezTo>
                  <a:pt x="18618" y="2181"/>
                  <a:pt x="18074" y="2181"/>
                  <a:pt x="18074" y="2181"/>
                </a:cubicBezTo>
                <a:cubicBezTo>
                  <a:pt x="18074" y="2181"/>
                  <a:pt x="17529" y="2181"/>
                  <a:pt x="16984" y="2453"/>
                </a:cubicBezTo>
                <a:cubicBezTo>
                  <a:pt x="16867" y="2209"/>
                  <a:pt x="16522" y="1747"/>
                  <a:pt x="15966" y="1747"/>
                </a:cubicBezTo>
                <a:cubicBezTo>
                  <a:pt x="15901" y="1747"/>
                  <a:pt x="15834" y="1753"/>
                  <a:pt x="15763" y="1767"/>
                </a:cubicBezTo>
                <a:cubicBezTo>
                  <a:pt x="15763" y="1767"/>
                  <a:pt x="16035" y="1908"/>
                  <a:pt x="16035" y="2312"/>
                </a:cubicBezTo>
                <a:lnTo>
                  <a:pt x="16035" y="2584"/>
                </a:lnTo>
                <a:cubicBezTo>
                  <a:pt x="13987" y="1767"/>
                  <a:pt x="12352" y="1"/>
                  <a:pt x="123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6" name="Google Shape;606;p9"/>
          <p:cNvGrpSpPr/>
          <p:nvPr/>
        </p:nvGrpSpPr>
        <p:grpSpPr>
          <a:xfrm>
            <a:off x="8066530" y="2"/>
            <a:ext cx="905304" cy="564268"/>
            <a:chOff x="8066530" y="2"/>
            <a:chExt cx="905304" cy="564268"/>
          </a:xfrm>
        </p:grpSpPr>
        <p:sp>
          <p:nvSpPr>
            <p:cNvPr id="607" name="Google Shape;607;p9"/>
            <p:cNvSpPr/>
            <p:nvPr/>
          </p:nvSpPr>
          <p:spPr>
            <a:xfrm rot="1399318">
              <a:off x="8076417" y="165786"/>
              <a:ext cx="885530" cy="232701"/>
            </a:xfrm>
            <a:custGeom>
              <a:avLst/>
              <a:gdLst/>
              <a:ahLst/>
              <a:cxnLst/>
              <a:rect l="l" t="t" r="r" b="b"/>
              <a:pathLst>
                <a:path w="35421" h="9308" extrusionOk="0">
                  <a:moveTo>
                    <a:pt x="28528" y="0"/>
                  </a:moveTo>
                  <a:cubicBezTo>
                    <a:pt x="26812" y="0"/>
                    <a:pt x="24725" y="270"/>
                    <a:pt x="22212" y="992"/>
                  </a:cubicBezTo>
                  <a:cubicBezTo>
                    <a:pt x="22212" y="992"/>
                    <a:pt x="21798" y="2899"/>
                    <a:pt x="19759" y="3989"/>
                  </a:cubicBezTo>
                  <a:lnTo>
                    <a:pt x="19759" y="3586"/>
                  </a:lnTo>
                  <a:cubicBezTo>
                    <a:pt x="19618" y="3313"/>
                    <a:pt x="19890" y="3172"/>
                    <a:pt x="19890" y="3172"/>
                  </a:cubicBezTo>
                  <a:cubicBezTo>
                    <a:pt x="19215" y="3172"/>
                    <a:pt x="18942" y="3717"/>
                    <a:pt x="18800" y="3989"/>
                  </a:cubicBezTo>
                  <a:cubicBezTo>
                    <a:pt x="18255" y="3858"/>
                    <a:pt x="17711" y="3858"/>
                    <a:pt x="17711" y="3858"/>
                  </a:cubicBezTo>
                  <a:cubicBezTo>
                    <a:pt x="17711" y="3858"/>
                    <a:pt x="17166" y="3858"/>
                    <a:pt x="16621" y="4131"/>
                  </a:cubicBezTo>
                  <a:cubicBezTo>
                    <a:pt x="16508" y="3896"/>
                    <a:pt x="16186" y="3557"/>
                    <a:pt x="15668" y="3557"/>
                  </a:cubicBezTo>
                  <a:cubicBezTo>
                    <a:pt x="15584" y="3557"/>
                    <a:pt x="15494" y="3566"/>
                    <a:pt x="15400" y="3586"/>
                  </a:cubicBezTo>
                  <a:cubicBezTo>
                    <a:pt x="15400" y="3586"/>
                    <a:pt x="15672" y="3717"/>
                    <a:pt x="15672" y="3989"/>
                  </a:cubicBezTo>
                  <a:lnTo>
                    <a:pt x="15672" y="4403"/>
                  </a:lnTo>
                  <a:cubicBezTo>
                    <a:pt x="13493" y="3717"/>
                    <a:pt x="12806" y="1809"/>
                    <a:pt x="12806" y="1809"/>
                  </a:cubicBezTo>
                  <a:cubicBezTo>
                    <a:pt x="11979" y="1745"/>
                    <a:pt x="11203" y="1715"/>
                    <a:pt x="10475" y="1715"/>
                  </a:cubicBezTo>
                  <a:cubicBezTo>
                    <a:pt x="1970" y="1715"/>
                    <a:pt x="0" y="5766"/>
                    <a:pt x="0" y="5766"/>
                  </a:cubicBezTo>
                  <a:cubicBezTo>
                    <a:pt x="1059" y="5253"/>
                    <a:pt x="1869" y="5057"/>
                    <a:pt x="2488" y="5057"/>
                  </a:cubicBezTo>
                  <a:cubicBezTo>
                    <a:pt x="4501" y="5057"/>
                    <a:pt x="4501" y="7128"/>
                    <a:pt x="4501" y="7128"/>
                  </a:cubicBezTo>
                  <a:cubicBezTo>
                    <a:pt x="5476" y="6188"/>
                    <a:pt x="6288" y="5843"/>
                    <a:pt x="6954" y="5843"/>
                  </a:cubicBezTo>
                  <a:cubicBezTo>
                    <a:pt x="8801" y="5843"/>
                    <a:pt x="9536" y="8490"/>
                    <a:pt x="9536" y="8490"/>
                  </a:cubicBezTo>
                  <a:cubicBezTo>
                    <a:pt x="10181" y="7733"/>
                    <a:pt x="10752" y="7460"/>
                    <a:pt x="11240" y="7460"/>
                  </a:cubicBezTo>
                  <a:cubicBezTo>
                    <a:pt x="12510" y="7460"/>
                    <a:pt x="13220" y="9308"/>
                    <a:pt x="13220" y="9308"/>
                  </a:cubicBezTo>
                  <a:cubicBezTo>
                    <a:pt x="13524" y="8648"/>
                    <a:pt x="13920" y="8441"/>
                    <a:pt x="14299" y="8441"/>
                  </a:cubicBezTo>
                  <a:cubicBezTo>
                    <a:pt x="14941" y="8441"/>
                    <a:pt x="15531" y="9035"/>
                    <a:pt x="15531" y="9035"/>
                  </a:cubicBezTo>
                  <a:cubicBezTo>
                    <a:pt x="15400" y="8218"/>
                    <a:pt x="15803" y="7673"/>
                    <a:pt x="16076" y="7128"/>
                  </a:cubicBezTo>
                  <a:cubicBezTo>
                    <a:pt x="16348" y="7673"/>
                    <a:pt x="17307" y="8218"/>
                    <a:pt x="18125" y="8218"/>
                  </a:cubicBezTo>
                  <a:cubicBezTo>
                    <a:pt x="18942" y="8076"/>
                    <a:pt x="19759" y="7400"/>
                    <a:pt x="19890" y="6855"/>
                  </a:cubicBezTo>
                  <a:cubicBezTo>
                    <a:pt x="20304" y="7259"/>
                    <a:pt x="20708" y="7804"/>
                    <a:pt x="20708" y="8621"/>
                  </a:cubicBezTo>
                  <a:cubicBezTo>
                    <a:pt x="20708" y="8621"/>
                    <a:pt x="21311" y="7686"/>
                    <a:pt x="22092" y="7686"/>
                  </a:cubicBezTo>
                  <a:cubicBezTo>
                    <a:pt x="22427" y="7686"/>
                    <a:pt x="22794" y="7858"/>
                    <a:pt x="23160" y="8349"/>
                  </a:cubicBezTo>
                  <a:cubicBezTo>
                    <a:pt x="23160" y="8349"/>
                    <a:pt x="23480" y="6106"/>
                    <a:pt x="24922" y="6106"/>
                  </a:cubicBezTo>
                  <a:cubicBezTo>
                    <a:pt x="25360" y="6106"/>
                    <a:pt x="25902" y="6314"/>
                    <a:pt x="26571" y="6855"/>
                  </a:cubicBezTo>
                  <a:cubicBezTo>
                    <a:pt x="26571" y="6855"/>
                    <a:pt x="26821" y="3727"/>
                    <a:pt x="28992" y="3727"/>
                  </a:cubicBezTo>
                  <a:cubicBezTo>
                    <a:pt x="29578" y="3727"/>
                    <a:pt x="30304" y="3955"/>
                    <a:pt x="31203" y="4534"/>
                  </a:cubicBezTo>
                  <a:cubicBezTo>
                    <a:pt x="31203" y="4534"/>
                    <a:pt x="30710" y="2090"/>
                    <a:pt x="33548" y="2090"/>
                  </a:cubicBezTo>
                  <a:cubicBezTo>
                    <a:pt x="34058" y="2090"/>
                    <a:pt x="34675" y="2169"/>
                    <a:pt x="35421" y="2354"/>
                  </a:cubicBezTo>
                  <a:cubicBezTo>
                    <a:pt x="35421" y="2354"/>
                    <a:pt x="33596" y="0"/>
                    <a:pt x="2852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8" name="Google Shape;608;p9"/>
            <p:cNvGrpSpPr/>
            <p:nvPr/>
          </p:nvGrpSpPr>
          <p:grpSpPr>
            <a:xfrm rot="1730709">
              <a:off x="8488820" y="276694"/>
              <a:ext cx="60482" cy="33029"/>
              <a:chOff x="3467344" y="1694749"/>
              <a:chExt cx="114969" cy="62784"/>
            </a:xfrm>
          </p:grpSpPr>
          <p:sp>
            <p:nvSpPr>
              <p:cNvPr id="609" name="Google Shape;609;p9"/>
              <p:cNvSpPr/>
              <p:nvPr/>
            </p:nvSpPr>
            <p:spPr>
              <a:xfrm>
                <a:off x="3545727" y="1694749"/>
                <a:ext cx="36586" cy="56634"/>
              </a:xfrm>
              <a:custGeom>
                <a:avLst/>
                <a:gdLst/>
                <a:ahLst/>
                <a:cxnLst/>
                <a:rect l="l" t="t" r="r" b="b"/>
                <a:pathLst>
                  <a:path w="1053" h="1630" extrusionOk="0">
                    <a:moveTo>
                      <a:pt x="828" y="1"/>
                    </a:moveTo>
                    <a:cubicBezTo>
                      <a:pt x="627" y="552"/>
                      <a:pt x="76" y="853"/>
                      <a:pt x="76" y="853"/>
                    </a:cubicBezTo>
                    <a:cubicBezTo>
                      <a:pt x="51" y="1103"/>
                      <a:pt x="25" y="1379"/>
                      <a:pt x="0" y="1630"/>
                    </a:cubicBezTo>
                    <a:cubicBezTo>
                      <a:pt x="1053" y="1304"/>
                      <a:pt x="828" y="1"/>
                      <a:pt x="8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9"/>
              <p:cNvSpPr/>
              <p:nvPr/>
            </p:nvSpPr>
            <p:spPr>
              <a:xfrm>
                <a:off x="3467344" y="1713928"/>
                <a:ext cx="46211" cy="43605"/>
              </a:xfrm>
              <a:custGeom>
                <a:avLst/>
                <a:gdLst/>
                <a:ahLst/>
                <a:cxnLst/>
                <a:rect l="l" t="t" r="r" b="b"/>
                <a:pathLst>
                  <a:path w="1330" h="1255" extrusionOk="0">
                    <a:moveTo>
                      <a:pt x="1" y="0"/>
                    </a:moveTo>
                    <a:lnTo>
                      <a:pt x="1" y="0"/>
                    </a:lnTo>
                    <a:cubicBezTo>
                      <a:pt x="1" y="0"/>
                      <a:pt x="218" y="1255"/>
                      <a:pt x="1268" y="1255"/>
                    </a:cubicBezTo>
                    <a:cubicBezTo>
                      <a:pt x="1288" y="1255"/>
                      <a:pt x="1308" y="1254"/>
                      <a:pt x="1329" y="1253"/>
                    </a:cubicBezTo>
                    <a:cubicBezTo>
                      <a:pt x="1204" y="1003"/>
                      <a:pt x="1104" y="777"/>
                      <a:pt x="978" y="526"/>
                    </a:cubicBezTo>
                    <a:cubicBezTo>
                      <a:pt x="978" y="526"/>
                      <a:pt x="377" y="45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679"/>
        <p:cNvGrpSpPr/>
        <p:nvPr/>
      </p:nvGrpSpPr>
      <p:grpSpPr>
        <a:xfrm>
          <a:off x="0" y="0"/>
          <a:ext cx="0" cy="0"/>
          <a:chOff x="0" y="0"/>
          <a:chExt cx="0" cy="0"/>
        </a:xfrm>
      </p:grpSpPr>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765"/>
        <p:cNvGrpSpPr/>
        <p:nvPr/>
      </p:nvGrpSpPr>
      <p:grpSpPr>
        <a:xfrm>
          <a:off x="0" y="0"/>
          <a:ext cx="0" cy="0"/>
          <a:chOff x="0" y="0"/>
          <a:chExt cx="0" cy="0"/>
        </a:xfrm>
      </p:grpSpPr>
      <p:sp>
        <p:nvSpPr>
          <p:cNvPr id="766" name="Google Shape;766;p14"/>
          <p:cNvSpPr txBox="1">
            <a:spLocks noGrp="1"/>
          </p:cNvSpPr>
          <p:nvPr>
            <p:ph type="title"/>
          </p:nvPr>
        </p:nvSpPr>
        <p:spPr>
          <a:xfrm>
            <a:off x="720000" y="4450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r>
              <a:rPr lang="en-US"/>
              <a:t>Click to edit Master title style</a:t>
            </a:r>
            <a:endParaRPr/>
          </a:p>
        </p:txBody>
      </p:sp>
      <p:grpSp>
        <p:nvGrpSpPr>
          <p:cNvPr id="767" name="Google Shape;767;p14"/>
          <p:cNvGrpSpPr/>
          <p:nvPr/>
        </p:nvGrpSpPr>
        <p:grpSpPr>
          <a:xfrm>
            <a:off x="360086" y="95972"/>
            <a:ext cx="41053" cy="45828"/>
            <a:chOff x="2526386" y="189622"/>
            <a:chExt cx="41053" cy="45828"/>
          </a:xfrm>
        </p:grpSpPr>
        <p:sp>
          <p:nvSpPr>
            <p:cNvPr id="768" name="Google Shape;768;p14"/>
            <p:cNvSpPr/>
            <p:nvPr/>
          </p:nvSpPr>
          <p:spPr>
            <a:xfrm rot="-5400000" flipH="1">
              <a:off x="2544509" y="194229"/>
              <a:ext cx="4808" cy="41053"/>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14"/>
            <p:cNvSpPr/>
            <p:nvPr/>
          </p:nvSpPr>
          <p:spPr>
            <a:xfrm rot="-5400000" flipH="1">
              <a:off x="2524000" y="210333"/>
              <a:ext cx="45827" cy="440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14"/>
            <p:cNvSpPr/>
            <p:nvPr/>
          </p:nvSpPr>
          <p:spPr>
            <a:xfrm rot="-5400000" flipH="1">
              <a:off x="2526874" y="202685"/>
              <a:ext cx="36649" cy="28882"/>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14"/>
            <p:cNvSpPr/>
            <p:nvPr/>
          </p:nvSpPr>
          <p:spPr>
            <a:xfrm rot="-5400000" flipH="1">
              <a:off x="2534792" y="193657"/>
              <a:ext cx="27503" cy="37792"/>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 name="Google Shape;772;p14"/>
          <p:cNvGrpSpPr/>
          <p:nvPr/>
        </p:nvGrpSpPr>
        <p:grpSpPr>
          <a:xfrm>
            <a:off x="732338" y="241506"/>
            <a:ext cx="87223" cy="87223"/>
            <a:chOff x="1046654" y="597138"/>
            <a:chExt cx="45827" cy="45827"/>
          </a:xfrm>
        </p:grpSpPr>
        <p:sp>
          <p:nvSpPr>
            <p:cNvPr id="773" name="Google Shape;773;p14"/>
            <p:cNvSpPr/>
            <p:nvPr/>
          </p:nvSpPr>
          <p:spPr>
            <a:xfrm rot="-5400000" flipH="1">
              <a:off x="1064961" y="597121"/>
              <a:ext cx="9213" cy="45827"/>
            </a:xfrm>
            <a:custGeom>
              <a:avLst/>
              <a:gdLst/>
              <a:ahLst/>
              <a:cxnLst/>
              <a:rect l="l" t="t" r="r" b="b"/>
              <a:pathLst>
                <a:path w="274" h="1363" extrusionOk="0">
                  <a:moveTo>
                    <a:pt x="143" y="0"/>
                  </a:moveTo>
                  <a:cubicBezTo>
                    <a:pt x="143" y="0"/>
                    <a:pt x="1" y="273"/>
                    <a:pt x="1" y="687"/>
                  </a:cubicBezTo>
                  <a:cubicBezTo>
                    <a:pt x="1" y="1090"/>
                    <a:pt x="143" y="1362"/>
                    <a:pt x="143" y="1362"/>
                  </a:cubicBezTo>
                  <a:cubicBezTo>
                    <a:pt x="143" y="1362"/>
                    <a:pt x="273" y="1090"/>
                    <a:pt x="273" y="687"/>
                  </a:cubicBezTo>
                  <a:cubicBezTo>
                    <a:pt x="273" y="273"/>
                    <a:pt x="143" y="0"/>
                    <a:pt x="1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14"/>
            <p:cNvSpPr/>
            <p:nvPr/>
          </p:nvSpPr>
          <p:spPr>
            <a:xfrm rot="-5400000" flipH="1">
              <a:off x="1044452" y="617664"/>
              <a:ext cx="45827" cy="4774"/>
            </a:xfrm>
            <a:custGeom>
              <a:avLst/>
              <a:gdLst/>
              <a:ahLst/>
              <a:cxnLst/>
              <a:rect l="l" t="t" r="r" b="b"/>
              <a:pathLst>
                <a:path w="1363" h="142" extrusionOk="0">
                  <a:moveTo>
                    <a:pt x="687" y="0"/>
                  </a:moveTo>
                  <a:cubicBezTo>
                    <a:pt x="272" y="0"/>
                    <a:pt x="0" y="142"/>
                    <a:pt x="0" y="142"/>
                  </a:cubicBezTo>
                  <a:lnTo>
                    <a:pt x="1362" y="142"/>
                  </a:lnTo>
                  <a:cubicBezTo>
                    <a:pt x="1362" y="142"/>
                    <a:pt x="109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14"/>
            <p:cNvSpPr/>
            <p:nvPr/>
          </p:nvSpPr>
          <p:spPr>
            <a:xfrm rot="-5400000" flipH="1">
              <a:off x="1051210" y="606468"/>
              <a:ext cx="32278" cy="31908"/>
            </a:xfrm>
            <a:custGeom>
              <a:avLst/>
              <a:gdLst/>
              <a:ahLst/>
              <a:cxnLst/>
              <a:rect l="l" t="t" r="r" b="b"/>
              <a:pathLst>
                <a:path w="960" h="949" extrusionOk="0">
                  <a:moveTo>
                    <a:pt x="960" y="1"/>
                  </a:moveTo>
                  <a:cubicBezTo>
                    <a:pt x="960" y="1"/>
                    <a:pt x="687" y="132"/>
                    <a:pt x="415" y="404"/>
                  </a:cubicBezTo>
                  <a:cubicBezTo>
                    <a:pt x="142" y="676"/>
                    <a:pt x="0" y="818"/>
                    <a:pt x="0" y="949"/>
                  </a:cubicBezTo>
                  <a:cubicBezTo>
                    <a:pt x="0" y="949"/>
                    <a:pt x="273" y="818"/>
                    <a:pt x="545" y="546"/>
                  </a:cubicBezTo>
                  <a:cubicBezTo>
                    <a:pt x="818" y="273"/>
                    <a:pt x="960" y="132"/>
                    <a:pt x="9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14"/>
            <p:cNvSpPr/>
            <p:nvPr/>
          </p:nvSpPr>
          <p:spPr>
            <a:xfrm rot="-5400000" flipH="1">
              <a:off x="1055984" y="601694"/>
              <a:ext cx="27503" cy="36682"/>
            </a:xfrm>
            <a:custGeom>
              <a:avLst/>
              <a:gdLst/>
              <a:ahLst/>
              <a:cxnLst/>
              <a:rect l="l" t="t" r="r" b="b"/>
              <a:pathLst>
                <a:path w="818" h="1091" extrusionOk="0">
                  <a:moveTo>
                    <a:pt x="0" y="1"/>
                  </a:moveTo>
                  <a:cubicBezTo>
                    <a:pt x="0" y="1"/>
                    <a:pt x="142" y="273"/>
                    <a:pt x="415" y="546"/>
                  </a:cubicBezTo>
                  <a:cubicBezTo>
                    <a:pt x="545" y="818"/>
                    <a:pt x="818" y="1091"/>
                    <a:pt x="818" y="1091"/>
                  </a:cubicBezTo>
                  <a:lnTo>
                    <a:pt x="545" y="546"/>
                  </a:lnTo>
                  <a:cubicBezTo>
                    <a:pt x="273" y="132"/>
                    <a:pt x="142" y="1"/>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 name="Google Shape;777;p14"/>
          <p:cNvGrpSpPr/>
          <p:nvPr/>
        </p:nvGrpSpPr>
        <p:grpSpPr>
          <a:xfrm>
            <a:off x="1092449" y="65753"/>
            <a:ext cx="41423" cy="45861"/>
            <a:chOff x="1092449" y="65753"/>
            <a:chExt cx="41423" cy="45861"/>
          </a:xfrm>
        </p:grpSpPr>
        <p:sp>
          <p:nvSpPr>
            <p:cNvPr id="778" name="Google Shape;778;p14"/>
            <p:cNvSpPr/>
            <p:nvPr/>
          </p:nvSpPr>
          <p:spPr>
            <a:xfrm rot="-5400000" flipH="1">
              <a:off x="1110757" y="65771"/>
              <a:ext cx="4808" cy="41423"/>
            </a:xfrm>
            <a:custGeom>
              <a:avLst/>
              <a:gdLst/>
              <a:ahLst/>
              <a:cxnLst/>
              <a:rect l="l" t="t" r="r" b="b"/>
              <a:pathLst>
                <a:path w="143" h="1232" extrusionOk="0">
                  <a:moveTo>
                    <a:pt x="142" y="0"/>
                  </a:moveTo>
                  <a:cubicBezTo>
                    <a:pt x="1" y="0"/>
                    <a:pt x="1" y="273"/>
                    <a:pt x="1" y="687"/>
                  </a:cubicBezTo>
                  <a:cubicBezTo>
                    <a:pt x="1" y="960"/>
                    <a:pt x="1" y="1232"/>
                    <a:pt x="142" y="1232"/>
                  </a:cubicBezTo>
                  <a:lnTo>
                    <a:pt x="142" y="687"/>
                  </a:lnTo>
                  <a:lnTo>
                    <a:pt x="1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14"/>
            <p:cNvSpPr/>
            <p:nvPr/>
          </p:nvSpPr>
          <p:spPr>
            <a:xfrm rot="-5400000" flipH="1">
              <a:off x="1090247" y="86280"/>
              <a:ext cx="45861" cy="4808"/>
            </a:xfrm>
            <a:custGeom>
              <a:avLst/>
              <a:gdLst/>
              <a:ahLst/>
              <a:cxnLst/>
              <a:rect l="l" t="t" r="r" b="b"/>
              <a:pathLst>
                <a:path w="1364" h="143" extrusionOk="0">
                  <a:moveTo>
                    <a:pt x="687" y="0"/>
                  </a:moveTo>
                  <a:cubicBezTo>
                    <a:pt x="273" y="0"/>
                    <a:pt x="1" y="0"/>
                    <a:pt x="1" y="142"/>
                  </a:cubicBezTo>
                  <a:lnTo>
                    <a:pt x="1363" y="142"/>
                  </a:lnTo>
                  <a:cubicBezTo>
                    <a:pt x="1363" y="0"/>
                    <a:pt x="96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14"/>
            <p:cNvSpPr/>
            <p:nvPr/>
          </p:nvSpPr>
          <p:spPr>
            <a:xfrm rot="-5400000" flipH="1">
              <a:off x="1093223" y="74529"/>
              <a:ext cx="36682" cy="28680"/>
            </a:xfrm>
            <a:custGeom>
              <a:avLst/>
              <a:gdLst/>
              <a:ahLst/>
              <a:cxnLst/>
              <a:rect l="l" t="t" r="r" b="b"/>
              <a:pathLst>
                <a:path w="1091" h="853" extrusionOk="0">
                  <a:moveTo>
                    <a:pt x="1090" y="0"/>
                  </a:moveTo>
                  <a:cubicBezTo>
                    <a:pt x="1090" y="0"/>
                    <a:pt x="818" y="131"/>
                    <a:pt x="545" y="403"/>
                  </a:cubicBezTo>
                  <a:cubicBezTo>
                    <a:pt x="273" y="545"/>
                    <a:pt x="1" y="818"/>
                    <a:pt x="131" y="818"/>
                  </a:cubicBezTo>
                  <a:cubicBezTo>
                    <a:pt x="131" y="842"/>
                    <a:pt x="141" y="852"/>
                    <a:pt x="158" y="852"/>
                  </a:cubicBezTo>
                  <a:cubicBezTo>
                    <a:pt x="232" y="852"/>
                    <a:pt x="454" y="652"/>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14"/>
            <p:cNvSpPr/>
            <p:nvPr/>
          </p:nvSpPr>
          <p:spPr>
            <a:xfrm rot="-5400000" flipH="1">
              <a:off x="1101141" y="69704"/>
              <a:ext cx="27503" cy="37960"/>
            </a:xfrm>
            <a:custGeom>
              <a:avLst/>
              <a:gdLst/>
              <a:ahLst/>
              <a:cxnLst/>
              <a:rect l="l" t="t" r="r" b="b"/>
              <a:pathLst>
                <a:path w="818" h="1129" extrusionOk="0">
                  <a:moveTo>
                    <a:pt x="27" y="0"/>
                  </a:moveTo>
                  <a:cubicBezTo>
                    <a:pt x="10" y="0"/>
                    <a:pt x="0" y="12"/>
                    <a:pt x="0" y="39"/>
                  </a:cubicBezTo>
                  <a:lnTo>
                    <a:pt x="273" y="584"/>
                  </a:lnTo>
                  <a:cubicBezTo>
                    <a:pt x="545" y="857"/>
                    <a:pt x="687" y="1129"/>
                    <a:pt x="818" y="1129"/>
                  </a:cubicBezTo>
                  <a:cubicBezTo>
                    <a:pt x="818" y="987"/>
                    <a:pt x="687" y="715"/>
                    <a:pt x="414" y="442"/>
                  </a:cubicBezTo>
                  <a:cubicBezTo>
                    <a:pt x="300" y="221"/>
                    <a:pt x="99"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 name="Google Shape;782;p14"/>
          <p:cNvGrpSpPr/>
          <p:nvPr/>
        </p:nvGrpSpPr>
        <p:grpSpPr>
          <a:xfrm>
            <a:off x="1417856" y="340591"/>
            <a:ext cx="45827" cy="45861"/>
            <a:chOff x="1417856" y="340591"/>
            <a:chExt cx="45827" cy="45861"/>
          </a:xfrm>
        </p:grpSpPr>
        <p:sp>
          <p:nvSpPr>
            <p:cNvPr id="783" name="Google Shape;783;p14"/>
            <p:cNvSpPr/>
            <p:nvPr/>
          </p:nvSpPr>
          <p:spPr>
            <a:xfrm rot="-5400000" flipH="1">
              <a:off x="1438366" y="338406"/>
              <a:ext cx="4808" cy="45827"/>
            </a:xfrm>
            <a:custGeom>
              <a:avLst/>
              <a:gdLst/>
              <a:ahLst/>
              <a:cxnLst/>
              <a:rect l="l" t="t" r="r" b="b"/>
              <a:pathLst>
                <a:path w="143" h="1363" extrusionOk="0">
                  <a:moveTo>
                    <a:pt x="143" y="0"/>
                  </a:moveTo>
                  <a:cubicBezTo>
                    <a:pt x="1" y="0"/>
                    <a:pt x="1" y="273"/>
                    <a:pt x="1" y="676"/>
                  </a:cubicBezTo>
                  <a:cubicBezTo>
                    <a:pt x="1" y="1090"/>
                    <a:pt x="1" y="1363"/>
                    <a:pt x="143" y="1363"/>
                  </a:cubicBezTo>
                  <a:lnTo>
                    <a:pt x="143" y="676"/>
                  </a:lnTo>
                  <a:lnTo>
                    <a:pt x="1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14"/>
            <p:cNvSpPr/>
            <p:nvPr/>
          </p:nvSpPr>
          <p:spPr>
            <a:xfrm rot="-5400000" flipH="1">
              <a:off x="1415470" y="361303"/>
              <a:ext cx="45861" cy="4438"/>
            </a:xfrm>
            <a:custGeom>
              <a:avLst/>
              <a:gdLst/>
              <a:ahLst/>
              <a:cxnLst/>
              <a:rect l="l" t="t" r="r" b="b"/>
              <a:pathLst>
                <a:path w="1364" h="132" extrusionOk="0">
                  <a:moveTo>
                    <a:pt x="688" y="0"/>
                  </a:moveTo>
                  <a:cubicBezTo>
                    <a:pt x="273" y="0"/>
                    <a:pt x="1" y="131"/>
                    <a:pt x="1" y="131"/>
                  </a:cubicBezTo>
                  <a:lnTo>
                    <a:pt x="1363" y="131"/>
                  </a:lnTo>
                  <a:cubicBezTo>
                    <a:pt x="1363" y="131"/>
                    <a:pt x="960" y="0"/>
                    <a:pt x="6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14"/>
            <p:cNvSpPr/>
            <p:nvPr/>
          </p:nvSpPr>
          <p:spPr>
            <a:xfrm rot="-5400000" flipH="1">
              <a:off x="1420059" y="347568"/>
              <a:ext cx="36682" cy="32278"/>
            </a:xfrm>
            <a:custGeom>
              <a:avLst/>
              <a:gdLst/>
              <a:ahLst/>
              <a:cxnLst/>
              <a:rect l="l" t="t" r="r" b="b"/>
              <a:pathLst>
                <a:path w="1091" h="960" extrusionOk="0">
                  <a:moveTo>
                    <a:pt x="1090" y="0"/>
                  </a:moveTo>
                  <a:cubicBezTo>
                    <a:pt x="1090" y="0"/>
                    <a:pt x="818" y="142"/>
                    <a:pt x="546" y="414"/>
                  </a:cubicBezTo>
                  <a:cubicBezTo>
                    <a:pt x="273" y="687"/>
                    <a:pt x="1" y="818"/>
                    <a:pt x="131" y="959"/>
                  </a:cubicBezTo>
                  <a:cubicBezTo>
                    <a:pt x="131" y="959"/>
                    <a:pt x="404" y="818"/>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14"/>
            <p:cNvSpPr/>
            <p:nvPr/>
          </p:nvSpPr>
          <p:spPr>
            <a:xfrm rot="-5400000" flipH="1">
              <a:off x="1426850" y="345181"/>
              <a:ext cx="27503" cy="36682"/>
            </a:xfrm>
            <a:custGeom>
              <a:avLst/>
              <a:gdLst/>
              <a:ahLst/>
              <a:cxnLst/>
              <a:rect l="l" t="t" r="r" b="b"/>
              <a:pathLst>
                <a:path w="818" h="1091" extrusionOk="0">
                  <a:moveTo>
                    <a:pt x="0" y="0"/>
                  </a:moveTo>
                  <a:lnTo>
                    <a:pt x="273" y="545"/>
                  </a:lnTo>
                  <a:cubicBezTo>
                    <a:pt x="545" y="818"/>
                    <a:pt x="687" y="1090"/>
                    <a:pt x="818" y="1090"/>
                  </a:cubicBezTo>
                  <a:cubicBezTo>
                    <a:pt x="818" y="1090"/>
                    <a:pt x="687" y="818"/>
                    <a:pt x="415" y="545"/>
                  </a:cubicBezTo>
                  <a:cubicBezTo>
                    <a:pt x="273" y="142"/>
                    <a:pt x="0"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 name="Google Shape;787;p14"/>
          <p:cNvGrpSpPr/>
          <p:nvPr/>
        </p:nvGrpSpPr>
        <p:grpSpPr>
          <a:xfrm>
            <a:off x="336990" y="687424"/>
            <a:ext cx="87223" cy="87912"/>
            <a:chOff x="2178250" y="597138"/>
            <a:chExt cx="41087" cy="41423"/>
          </a:xfrm>
        </p:grpSpPr>
        <p:sp>
          <p:nvSpPr>
            <p:cNvPr id="788" name="Google Shape;788;p14"/>
            <p:cNvSpPr/>
            <p:nvPr/>
          </p:nvSpPr>
          <p:spPr>
            <a:xfrm rot="-5400000" flipH="1">
              <a:off x="2196389" y="597289"/>
              <a:ext cx="4808" cy="41087"/>
            </a:xfrm>
            <a:custGeom>
              <a:avLst/>
              <a:gdLst/>
              <a:ahLst/>
              <a:cxnLst/>
              <a:rect l="l" t="t" r="r" b="b"/>
              <a:pathLst>
                <a:path w="143" h="1222" extrusionOk="0">
                  <a:moveTo>
                    <a:pt x="1" y="0"/>
                  </a:moveTo>
                  <a:lnTo>
                    <a:pt x="1" y="676"/>
                  </a:lnTo>
                  <a:lnTo>
                    <a:pt x="1" y="1221"/>
                  </a:lnTo>
                  <a:cubicBezTo>
                    <a:pt x="143" y="1221"/>
                    <a:pt x="143" y="949"/>
                    <a:pt x="143" y="676"/>
                  </a:cubicBezTo>
                  <a:cubicBezTo>
                    <a:pt x="143" y="273"/>
                    <a:pt x="143"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14"/>
            <p:cNvSpPr/>
            <p:nvPr/>
          </p:nvSpPr>
          <p:spPr>
            <a:xfrm rot="-5400000" flipH="1">
              <a:off x="2178082" y="615630"/>
              <a:ext cx="41423" cy="4438"/>
            </a:xfrm>
            <a:custGeom>
              <a:avLst/>
              <a:gdLst/>
              <a:ahLst/>
              <a:cxnLst/>
              <a:rect l="l" t="t" r="r" b="b"/>
              <a:pathLst>
                <a:path w="1232" h="132" extrusionOk="0">
                  <a:moveTo>
                    <a:pt x="545" y="0"/>
                  </a:moveTo>
                  <a:cubicBezTo>
                    <a:pt x="272" y="0"/>
                    <a:pt x="0" y="0"/>
                    <a:pt x="0" y="131"/>
                  </a:cubicBezTo>
                  <a:lnTo>
                    <a:pt x="1232" y="131"/>
                  </a:lnTo>
                  <a:cubicBezTo>
                    <a:pt x="1232" y="0"/>
                    <a:pt x="959" y="0"/>
                    <a:pt x="5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14"/>
            <p:cNvSpPr/>
            <p:nvPr/>
          </p:nvSpPr>
          <p:spPr>
            <a:xfrm rot="-5400000" flipH="1">
              <a:off x="2178065" y="606468"/>
              <a:ext cx="36682" cy="27503"/>
            </a:xfrm>
            <a:custGeom>
              <a:avLst/>
              <a:gdLst/>
              <a:ahLst/>
              <a:cxnLst/>
              <a:rect l="l" t="t" r="r" b="b"/>
              <a:pathLst>
                <a:path w="1091" h="818" extrusionOk="0">
                  <a:moveTo>
                    <a:pt x="1091" y="0"/>
                  </a:moveTo>
                  <a:cubicBezTo>
                    <a:pt x="949" y="0"/>
                    <a:pt x="818" y="142"/>
                    <a:pt x="546" y="414"/>
                  </a:cubicBezTo>
                  <a:cubicBezTo>
                    <a:pt x="818" y="273"/>
                    <a:pt x="1091" y="0"/>
                    <a:pt x="1091" y="0"/>
                  </a:cubicBezTo>
                  <a:close/>
                  <a:moveTo>
                    <a:pt x="546" y="414"/>
                  </a:moveTo>
                  <a:lnTo>
                    <a:pt x="546" y="414"/>
                  </a:lnTo>
                  <a:cubicBezTo>
                    <a:pt x="273" y="545"/>
                    <a:pt x="1" y="818"/>
                    <a:pt x="1" y="818"/>
                  </a:cubicBezTo>
                  <a:cubicBezTo>
                    <a:pt x="131" y="818"/>
                    <a:pt x="273" y="687"/>
                    <a:pt x="546" y="41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14"/>
            <p:cNvSpPr/>
            <p:nvPr/>
          </p:nvSpPr>
          <p:spPr>
            <a:xfrm rot="-5400000" flipH="1">
              <a:off x="2185041" y="602753"/>
              <a:ext cx="27503" cy="34564"/>
            </a:xfrm>
            <a:custGeom>
              <a:avLst/>
              <a:gdLst/>
              <a:ahLst/>
              <a:cxnLst/>
              <a:rect l="l" t="t" r="r" b="b"/>
              <a:pathLst>
                <a:path w="818" h="1028" extrusionOk="0">
                  <a:moveTo>
                    <a:pt x="24" y="0"/>
                  </a:moveTo>
                  <a:cubicBezTo>
                    <a:pt x="9" y="0"/>
                    <a:pt x="0" y="11"/>
                    <a:pt x="0" y="34"/>
                  </a:cubicBezTo>
                  <a:lnTo>
                    <a:pt x="273" y="579"/>
                  </a:lnTo>
                  <a:cubicBezTo>
                    <a:pt x="497" y="803"/>
                    <a:pt x="633" y="1027"/>
                    <a:pt x="674" y="1027"/>
                  </a:cubicBezTo>
                  <a:cubicBezTo>
                    <a:pt x="683" y="1027"/>
                    <a:pt x="687" y="1017"/>
                    <a:pt x="687" y="993"/>
                  </a:cubicBezTo>
                  <a:cubicBezTo>
                    <a:pt x="818" y="993"/>
                    <a:pt x="687" y="721"/>
                    <a:pt x="415" y="448"/>
                  </a:cubicBezTo>
                  <a:cubicBezTo>
                    <a:pt x="298" y="224"/>
                    <a:pt x="93" y="0"/>
                    <a:pt x="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 name="Google Shape;792;p14"/>
          <p:cNvGrpSpPr/>
          <p:nvPr/>
        </p:nvGrpSpPr>
        <p:grpSpPr>
          <a:xfrm>
            <a:off x="440501" y="872751"/>
            <a:ext cx="45827" cy="45828"/>
            <a:chOff x="440501" y="614401"/>
            <a:chExt cx="45827" cy="45828"/>
          </a:xfrm>
        </p:grpSpPr>
        <p:sp>
          <p:nvSpPr>
            <p:cNvPr id="793" name="Google Shape;793;p14"/>
            <p:cNvSpPr/>
            <p:nvPr/>
          </p:nvSpPr>
          <p:spPr>
            <a:xfrm rot="-5400000" flipH="1">
              <a:off x="461010" y="616587"/>
              <a:ext cx="4808" cy="45827"/>
            </a:xfrm>
            <a:custGeom>
              <a:avLst/>
              <a:gdLst/>
              <a:ahLst/>
              <a:cxnLst/>
              <a:rect l="l" t="t" r="r" b="b"/>
              <a:pathLst>
                <a:path w="143" h="1363" extrusionOk="0">
                  <a:moveTo>
                    <a:pt x="1" y="1"/>
                  </a:moveTo>
                  <a:lnTo>
                    <a:pt x="1" y="676"/>
                  </a:lnTo>
                  <a:lnTo>
                    <a:pt x="1" y="1363"/>
                  </a:lnTo>
                  <a:cubicBezTo>
                    <a:pt x="1" y="1363"/>
                    <a:pt x="143" y="1090"/>
                    <a:pt x="143" y="676"/>
                  </a:cubicBezTo>
                  <a:cubicBezTo>
                    <a:pt x="143" y="273"/>
                    <a:pt x="1"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14"/>
            <p:cNvSpPr/>
            <p:nvPr/>
          </p:nvSpPr>
          <p:spPr>
            <a:xfrm rot="-5400000" flipH="1">
              <a:off x="442720" y="634911"/>
              <a:ext cx="45827" cy="4808"/>
            </a:xfrm>
            <a:custGeom>
              <a:avLst/>
              <a:gdLst/>
              <a:ahLst/>
              <a:cxnLst/>
              <a:rect l="l" t="t" r="r" b="b"/>
              <a:pathLst>
                <a:path w="1363" h="143" extrusionOk="0">
                  <a:moveTo>
                    <a:pt x="0" y="0"/>
                  </a:moveTo>
                  <a:cubicBezTo>
                    <a:pt x="0" y="0"/>
                    <a:pt x="273" y="142"/>
                    <a:pt x="676" y="142"/>
                  </a:cubicBezTo>
                  <a:cubicBezTo>
                    <a:pt x="1090" y="142"/>
                    <a:pt x="1362" y="0"/>
                    <a:pt x="13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14"/>
            <p:cNvSpPr/>
            <p:nvPr/>
          </p:nvSpPr>
          <p:spPr>
            <a:xfrm rot="-5400000" flipH="1">
              <a:off x="442703" y="625749"/>
              <a:ext cx="36682" cy="32278"/>
            </a:xfrm>
            <a:custGeom>
              <a:avLst/>
              <a:gdLst/>
              <a:ahLst/>
              <a:cxnLst/>
              <a:rect l="l" t="t" r="r" b="b"/>
              <a:pathLst>
                <a:path w="1091" h="960" extrusionOk="0">
                  <a:moveTo>
                    <a:pt x="949" y="0"/>
                  </a:moveTo>
                  <a:cubicBezTo>
                    <a:pt x="949" y="0"/>
                    <a:pt x="676" y="142"/>
                    <a:pt x="404" y="415"/>
                  </a:cubicBezTo>
                  <a:cubicBezTo>
                    <a:pt x="131" y="687"/>
                    <a:pt x="1" y="959"/>
                    <a:pt x="1" y="959"/>
                  </a:cubicBezTo>
                  <a:cubicBezTo>
                    <a:pt x="1" y="959"/>
                    <a:pt x="273" y="818"/>
                    <a:pt x="546" y="545"/>
                  </a:cubicBezTo>
                  <a:cubicBezTo>
                    <a:pt x="818" y="273"/>
                    <a:pt x="1090" y="142"/>
                    <a:pt x="9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14"/>
            <p:cNvSpPr/>
            <p:nvPr/>
          </p:nvSpPr>
          <p:spPr>
            <a:xfrm rot="-5400000" flipH="1">
              <a:off x="449495" y="618957"/>
              <a:ext cx="27503" cy="36682"/>
            </a:xfrm>
            <a:custGeom>
              <a:avLst/>
              <a:gdLst/>
              <a:ahLst/>
              <a:cxnLst/>
              <a:rect l="l" t="t" r="r" b="b"/>
              <a:pathLst>
                <a:path w="818" h="1091" extrusionOk="0">
                  <a:moveTo>
                    <a:pt x="131" y="0"/>
                  </a:moveTo>
                  <a:cubicBezTo>
                    <a:pt x="1" y="0"/>
                    <a:pt x="131" y="273"/>
                    <a:pt x="404" y="545"/>
                  </a:cubicBezTo>
                  <a:cubicBezTo>
                    <a:pt x="546" y="959"/>
                    <a:pt x="818" y="1090"/>
                    <a:pt x="818" y="1090"/>
                  </a:cubicBezTo>
                  <a:lnTo>
                    <a:pt x="546" y="545"/>
                  </a:lnTo>
                  <a:cubicBezTo>
                    <a:pt x="273" y="273"/>
                    <a:pt x="131" y="0"/>
                    <a:pt x="1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 name="Google Shape;797;p14"/>
          <p:cNvGrpSpPr/>
          <p:nvPr/>
        </p:nvGrpSpPr>
        <p:grpSpPr>
          <a:xfrm>
            <a:off x="8944686" y="694122"/>
            <a:ext cx="41053" cy="45828"/>
            <a:chOff x="2526386" y="189622"/>
            <a:chExt cx="41053" cy="45828"/>
          </a:xfrm>
        </p:grpSpPr>
        <p:sp>
          <p:nvSpPr>
            <p:cNvPr id="798" name="Google Shape;798;p14"/>
            <p:cNvSpPr/>
            <p:nvPr/>
          </p:nvSpPr>
          <p:spPr>
            <a:xfrm rot="-5400000" flipH="1">
              <a:off x="2544509" y="194229"/>
              <a:ext cx="4808" cy="41053"/>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14"/>
            <p:cNvSpPr/>
            <p:nvPr/>
          </p:nvSpPr>
          <p:spPr>
            <a:xfrm rot="-5400000" flipH="1">
              <a:off x="2524000" y="210333"/>
              <a:ext cx="45827" cy="440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14"/>
            <p:cNvSpPr/>
            <p:nvPr/>
          </p:nvSpPr>
          <p:spPr>
            <a:xfrm rot="-5400000" flipH="1">
              <a:off x="2526874" y="202685"/>
              <a:ext cx="36649" cy="28882"/>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14"/>
            <p:cNvSpPr/>
            <p:nvPr/>
          </p:nvSpPr>
          <p:spPr>
            <a:xfrm rot="-5400000" flipH="1">
              <a:off x="2534792" y="193657"/>
              <a:ext cx="27503" cy="37792"/>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 name="Google Shape;802;p14"/>
          <p:cNvGrpSpPr/>
          <p:nvPr/>
        </p:nvGrpSpPr>
        <p:grpSpPr>
          <a:xfrm>
            <a:off x="8719763" y="75281"/>
            <a:ext cx="87223" cy="87223"/>
            <a:chOff x="1046654" y="597138"/>
            <a:chExt cx="45827" cy="45827"/>
          </a:xfrm>
        </p:grpSpPr>
        <p:sp>
          <p:nvSpPr>
            <p:cNvPr id="803" name="Google Shape;803;p14"/>
            <p:cNvSpPr/>
            <p:nvPr/>
          </p:nvSpPr>
          <p:spPr>
            <a:xfrm rot="-5400000" flipH="1">
              <a:off x="1064961" y="597121"/>
              <a:ext cx="9213" cy="45827"/>
            </a:xfrm>
            <a:custGeom>
              <a:avLst/>
              <a:gdLst/>
              <a:ahLst/>
              <a:cxnLst/>
              <a:rect l="l" t="t" r="r" b="b"/>
              <a:pathLst>
                <a:path w="274" h="1363" extrusionOk="0">
                  <a:moveTo>
                    <a:pt x="143" y="0"/>
                  </a:moveTo>
                  <a:cubicBezTo>
                    <a:pt x="143" y="0"/>
                    <a:pt x="1" y="273"/>
                    <a:pt x="1" y="687"/>
                  </a:cubicBezTo>
                  <a:cubicBezTo>
                    <a:pt x="1" y="1090"/>
                    <a:pt x="143" y="1362"/>
                    <a:pt x="143" y="1362"/>
                  </a:cubicBezTo>
                  <a:cubicBezTo>
                    <a:pt x="143" y="1362"/>
                    <a:pt x="273" y="1090"/>
                    <a:pt x="273" y="687"/>
                  </a:cubicBezTo>
                  <a:cubicBezTo>
                    <a:pt x="273" y="273"/>
                    <a:pt x="143" y="0"/>
                    <a:pt x="1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14"/>
            <p:cNvSpPr/>
            <p:nvPr/>
          </p:nvSpPr>
          <p:spPr>
            <a:xfrm rot="-5400000" flipH="1">
              <a:off x="1044452" y="617664"/>
              <a:ext cx="45827" cy="4774"/>
            </a:xfrm>
            <a:custGeom>
              <a:avLst/>
              <a:gdLst/>
              <a:ahLst/>
              <a:cxnLst/>
              <a:rect l="l" t="t" r="r" b="b"/>
              <a:pathLst>
                <a:path w="1363" h="142" extrusionOk="0">
                  <a:moveTo>
                    <a:pt x="687" y="0"/>
                  </a:moveTo>
                  <a:cubicBezTo>
                    <a:pt x="272" y="0"/>
                    <a:pt x="0" y="142"/>
                    <a:pt x="0" y="142"/>
                  </a:cubicBezTo>
                  <a:lnTo>
                    <a:pt x="1362" y="142"/>
                  </a:lnTo>
                  <a:cubicBezTo>
                    <a:pt x="1362" y="142"/>
                    <a:pt x="109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14"/>
            <p:cNvSpPr/>
            <p:nvPr/>
          </p:nvSpPr>
          <p:spPr>
            <a:xfrm rot="-5400000" flipH="1">
              <a:off x="1051210" y="606468"/>
              <a:ext cx="32278" cy="31908"/>
            </a:xfrm>
            <a:custGeom>
              <a:avLst/>
              <a:gdLst/>
              <a:ahLst/>
              <a:cxnLst/>
              <a:rect l="l" t="t" r="r" b="b"/>
              <a:pathLst>
                <a:path w="960" h="949" extrusionOk="0">
                  <a:moveTo>
                    <a:pt x="960" y="1"/>
                  </a:moveTo>
                  <a:cubicBezTo>
                    <a:pt x="960" y="1"/>
                    <a:pt x="687" y="132"/>
                    <a:pt x="415" y="404"/>
                  </a:cubicBezTo>
                  <a:cubicBezTo>
                    <a:pt x="142" y="676"/>
                    <a:pt x="0" y="818"/>
                    <a:pt x="0" y="949"/>
                  </a:cubicBezTo>
                  <a:cubicBezTo>
                    <a:pt x="0" y="949"/>
                    <a:pt x="273" y="818"/>
                    <a:pt x="545" y="546"/>
                  </a:cubicBezTo>
                  <a:cubicBezTo>
                    <a:pt x="818" y="273"/>
                    <a:pt x="960" y="132"/>
                    <a:pt x="9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14"/>
            <p:cNvSpPr/>
            <p:nvPr/>
          </p:nvSpPr>
          <p:spPr>
            <a:xfrm rot="-5400000" flipH="1">
              <a:off x="1055984" y="601694"/>
              <a:ext cx="27503" cy="36682"/>
            </a:xfrm>
            <a:custGeom>
              <a:avLst/>
              <a:gdLst/>
              <a:ahLst/>
              <a:cxnLst/>
              <a:rect l="l" t="t" r="r" b="b"/>
              <a:pathLst>
                <a:path w="818" h="1091" extrusionOk="0">
                  <a:moveTo>
                    <a:pt x="0" y="1"/>
                  </a:moveTo>
                  <a:cubicBezTo>
                    <a:pt x="0" y="1"/>
                    <a:pt x="142" y="273"/>
                    <a:pt x="415" y="546"/>
                  </a:cubicBezTo>
                  <a:cubicBezTo>
                    <a:pt x="545" y="818"/>
                    <a:pt x="818" y="1091"/>
                    <a:pt x="818" y="1091"/>
                  </a:cubicBezTo>
                  <a:lnTo>
                    <a:pt x="545" y="546"/>
                  </a:lnTo>
                  <a:cubicBezTo>
                    <a:pt x="273" y="132"/>
                    <a:pt x="142" y="1"/>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 name="Google Shape;807;p14"/>
          <p:cNvGrpSpPr/>
          <p:nvPr/>
        </p:nvGrpSpPr>
        <p:grpSpPr>
          <a:xfrm>
            <a:off x="8392049" y="65753"/>
            <a:ext cx="41423" cy="45861"/>
            <a:chOff x="1092449" y="65753"/>
            <a:chExt cx="41423" cy="45861"/>
          </a:xfrm>
        </p:grpSpPr>
        <p:sp>
          <p:nvSpPr>
            <p:cNvPr id="808" name="Google Shape;808;p14"/>
            <p:cNvSpPr/>
            <p:nvPr/>
          </p:nvSpPr>
          <p:spPr>
            <a:xfrm rot="-5400000" flipH="1">
              <a:off x="1110757" y="65771"/>
              <a:ext cx="4808" cy="41423"/>
            </a:xfrm>
            <a:custGeom>
              <a:avLst/>
              <a:gdLst/>
              <a:ahLst/>
              <a:cxnLst/>
              <a:rect l="l" t="t" r="r" b="b"/>
              <a:pathLst>
                <a:path w="143" h="1232" extrusionOk="0">
                  <a:moveTo>
                    <a:pt x="142" y="0"/>
                  </a:moveTo>
                  <a:cubicBezTo>
                    <a:pt x="1" y="0"/>
                    <a:pt x="1" y="273"/>
                    <a:pt x="1" y="687"/>
                  </a:cubicBezTo>
                  <a:cubicBezTo>
                    <a:pt x="1" y="960"/>
                    <a:pt x="1" y="1232"/>
                    <a:pt x="142" y="1232"/>
                  </a:cubicBezTo>
                  <a:lnTo>
                    <a:pt x="142" y="687"/>
                  </a:lnTo>
                  <a:lnTo>
                    <a:pt x="1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14"/>
            <p:cNvSpPr/>
            <p:nvPr/>
          </p:nvSpPr>
          <p:spPr>
            <a:xfrm rot="-5400000" flipH="1">
              <a:off x="1090247" y="86280"/>
              <a:ext cx="45861" cy="4808"/>
            </a:xfrm>
            <a:custGeom>
              <a:avLst/>
              <a:gdLst/>
              <a:ahLst/>
              <a:cxnLst/>
              <a:rect l="l" t="t" r="r" b="b"/>
              <a:pathLst>
                <a:path w="1364" h="143" extrusionOk="0">
                  <a:moveTo>
                    <a:pt x="687" y="0"/>
                  </a:moveTo>
                  <a:cubicBezTo>
                    <a:pt x="273" y="0"/>
                    <a:pt x="1" y="0"/>
                    <a:pt x="1" y="142"/>
                  </a:cubicBezTo>
                  <a:lnTo>
                    <a:pt x="1363" y="142"/>
                  </a:lnTo>
                  <a:cubicBezTo>
                    <a:pt x="1363" y="0"/>
                    <a:pt x="96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14"/>
            <p:cNvSpPr/>
            <p:nvPr/>
          </p:nvSpPr>
          <p:spPr>
            <a:xfrm rot="-5400000" flipH="1">
              <a:off x="1093223" y="74529"/>
              <a:ext cx="36682" cy="28680"/>
            </a:xfrm>
            <a:custGeom>
              <a:avLst/>
              <a:gdLst/>
              <a:ahLst/>
              <a:cxnLst/>
              <a:rect l="l" t="t" r="r" b="b"/>
              <a:pathLst>
                <a:path w="1091" h="853" extrusionOk="0">
                  <a:moveTo>
                    <a:pt x="1090" y="0"/>
                  </a:moveTo>
                  <a:cubicBezTo>
                    <a:pt x="1090" y="0"/>
                    <a:pt x="818" y="131"/>
                    <a:pt x="545" y="403"/>
                  </a:cubicBezTo>
                  <a:cubicBezTo>
                    <a:pt x="273" y="545"/>
                    <a:pt x="1" y="818"/>
                    <a:pt x="131" y="818"/>
                  </a:cubicBezTo>
                  <a:cubicBezTo>
                    <a:pt x="131" y="842"/>
                    <a:pt x="141" y="852"/>
                    <a:pt x="158" y="852"/>
                  </a:cubicBezTo>
                  <a:cubicBezTo>
                    <a:pt x="232" y="852"/>
                    <a:pt x="454" y="652"/>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14"/>
            <p:cNvSpPr/>
            <p:nvPr/>
          </p:nvSpPr>
          <p:spPr>
            <a:xfrm rot="-5400000" flipH="1">
              <a:off x="1101141" y="69704"/>
              <a:ext cx="27503" cy="37960"/>
            </a:xfrm>
            <a:custGeom>
              <a:avLst/>
              <a:gdLst/>
              <a:ahLst/>
              <a:cxnLst/>
              <a:rect l="l" t="t" r="r" b="b"/>
              <a:pathLst>
                <a:path w="818" h="1129" extrusionOk="0">
                  <a:moveTo>
                    <a:pt x="27" y="0"/>
                  </a:moveTo>
                  <a:cubicBezTo>
                    <a:pt x="10" y="0"/>
                    <a:pt x="0" y="12"/>
                    <a:pt x="0" y="39"/>
                  </a:cubicBezTo>
                  <a:lnTo>
                    <a:pt x="273" y="584"/>
                  </a:lnTo>
                  <a:cubicBezTo>
                    <a:pt x="545" y="857"/>
                    <a:pt x="687" y="1129"/>
                    <a:pt x="818" y="1129"/>
                  </a:cubicBezTo>
                  <a:cubicBezTo>
                    <a:pt x="818" y="987"/>
                    <a:pt x="687" y="715"/>
                    <a:pt x="414" y="442"/>
                  </a:cubicBezTo>
                  <a:cubicBezTo>
                    <a:pt x="300" y="221"/>
                    <a:pt x="99"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 name="Google Shape;812;p14"/>
          <p:cNvGrpSpPr/>
          <p:nvPr/>
        </p:nvGrpSpPr>
        <p:grpSpPr>
          <a:xfrm>
            <a:off x="8942306" y="340591"/>
            <a:ext cx="45827" cy="45861"/>
            <a:chOff x="1417856" y="340591"/>
            <a:chExt cx="45827" cy="45861"/>
          </a:xfrm>
        </p:grpSpPr>
        <p:sp>
          <p:nvSpPr>
            <p:cNvPr id="813" name="Google Shape;813;p14"/>
            <p:cNvSpPr/>
            <p:nvPr/>
          </p:nvSpPr>
          <p:spPr>
            <a:xfrm rot="-5400000" flipH="1">
              <a:off x="1438366" y="338406"/>
              <a:ext cx="4808" cy="45827"/>
            </a:xfrm>
            <a:custGeom>
              <a:avLst/>
              <a:gdLst/>
              <a:ahLst/>
              <a:cxnLst/>
              <a:rect l="l" t="t" r="r" b="b"/>
              <a:pathLst>
                <a:path w="143" h="1363" extrusionOk="0">
                  <a:moveTo>
                    <a:pt x="143" y="0"/>
                  </a:moveTo>
                  <a:cubicBezTo>
                    <a:pt x="1" y="0"/>
                    <a:pt x="1" y="273"/>
                    <a:pt x="1" y="676"/>
                  </a:cubicBezTo>
                  <a:cubicBezTo>
                    <a:pt x="1" y="1090"/>
                    <a:pt x="1" y="1363"/>
                    <a:pt x="143" y="1363"/>
                  </a:cubicBezTo>
                  <a:lnTo>
                    <a:pt x="143" y="676"/>
                  </a:lnTo>
                  <a:lnTo>
                    <a:pt x="1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14"/>
            <p:cNvSpPr/>
            <p:nvPr/>
          </p:nvSpPr>
          <p:spPr>
            <a:xfrm rot="-5400000" flipH="1">
              <a:off x="1415470" y="361303"/>
              <a:ext cx="45861" cy="4438"/>
            </a:xfrm>
            <a:custGeom>
              <a:avLst/>
              <a:gdLst/>
              <a:ahLst/>
              <a:cxnLst/>
              <a:rect l="l" t="t" r="r" b="b"/>
              <a:pathLst>
                <a:path w="1364" h="132" extrusionOk="0">
                  <a:moveTo>
                    <a:pt x="688" y="0"/>
                  </a:moveTo>
                  <a:cubicBezTo>
                    <a:pt x="273" y="0"/>
                    <a:pt x="1" y="131"/>
                    <a:pt x="1" y="131"/>
                  </a:cubicBezTo>
                  <a:lnTo>
                    <a:pt x="1363" y="131"/>
                  </a:lnTo>
                  <a:cubicBezTo>
                    <a:pt x="1363" y="131"/>
                    <a:pt x="960" y="0"/>
                    <a:pt x="6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14"/>
            <p:cNvSpPr/>
            <p:nvPr/>
          </p:nvSpPr>
          <p:spPr>
            <a:xfrm rot="-5400000" flipH="1">
              <a:off x="1420059" y="347568"/>
              <a:ext cx="36682" cy="32278"/>
            </a:xfrm>
            <a:custGeom>
              <a:avLst/>
              <a:gdLst/>
              <a:ahLst/>
              <a:cxnLst/>
              <a:rect l="l" t="t" r="r" b="b"/>
              <a:pathLst>
                <a:path w="1091" h="960" extrusionOk="0">
                  <a:moveTo>
                    <a:pt x="1090" y="0"/>
                  </a:moveTo>
                  <a:cubicBezTo>
                    <a:pt x="1090" y="0"/>
                    <a:pt x="818" y="142"/>
                    <a:pt x="546" y="414"/>
                  </a:cubicBezTo>
                  <a:cubicBezTo>
                    <a:pt x="273" y="687"/>
                    <a:pt x="1" y="818"/>
                    <a:pt x="131" y="959"/>
                  </a:cubicBezTo>
                  <a:cubicBezTo>
                    <a:pt x="131" y="959"/>
                    <a:pt x="404" y="818"/>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14"/>
            <p:cNvSpPr/>
            <p:nvPr/>
          </p:nvSpPr>
          <p:spPr>
            <a:xfrm rot="-5400000" flipH="1">
              <a:off x="1426850" y="345181"/>
              <a:ext cx="27503" cy="36682"/>
            </a:xfrm>
            <a:custGeom>
              <a:avLst/>
              <a:gdLst/>
              <a:ahLst/>
              <a:cxnLst/>
              <a:rect l="l" t="t" r="r" b="b"/>
              <a:pathLst>
                <a:path w="818" h="1091" extrusionOk="0">
                  <a:moveTo>
                    <a:pt x="0" y="0"/>
                  </a:moveTo>
                  <a:lnTo>
                    <a:pt x="273" y="545"/>
                  </a:lnTo>
                  <a:cubicBezTo>
                    <a:pt x="545" y="818"/>
                    <a:pt x="687" y="1090"/>
                    <a:pt x="818" y="1090"/>
                  </a:cubicBezTo>
                  <a:cubicBezTo>
                    <a:pt x="818" y="1090"/>
                    <a:pt x="687" y="818"/>
                    <a:pt x="415" y="545"/>
                  </a:cubicBezTo>
                  <a:cubicBezTo>
                    <a:pt x="273" y="142"/>
                    <a:pt x="0"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 name="Google Shape;817;p14"/>
          <p:cNvGrpSpPr/>
          <p:nvPr/>
        </p:nvGrpSpPr>
        <p:grpSpPr>
          <a:xfrm>
            <a:off x="8855065" y="1094624"/>
            <a:ext cx="87223" cy="87912"/>
            <a:chOff x="2178250" y="597138"/>
            <a:chExt cx="41087" cy="41423"/>
          </a:xfrm>
        </p:grpSpPr>
        <p:sp>
          <p:nvSpPr>
            <p:cNvPr id="818" name="Google Shape;818;p14"/>
            <p:cNvSpPr/>
            <p:nvPr/>
          </p:nvSpPr>
          <p:spPr>
            <a:xfrm rot="-5400000" flipH="1">
              <a:off x="2196389" y="597289"/>
              <a:ext cx="4808" cy="41087"/>
            </a:xfrm>
            <a:custGeom>
              <a:avLst/>
              <a:gdLst/>
              <a:ahLst/>
              <a:cxnLst/>
              <a:rect l="l" t="t" r="r" b="b"/>
              <a:pathLst>
                <a:path w="143" h="1222" extrusionOk="0">
                  <a:moveTo>
                    <a:pt x="1" y="0"/>
                  </a:moveTo>
                  <a:lnTo>
                    <a:pt x="1" y="676"/>
                  </a:lnTo>
                  <a:lnTo>
                    <a:pt x="1" y="1221"/>
                  </a:lnTo>
                  <a:cubicBezTo>
                    <a:pt x="143" y="1221"/>
                    <a:pt x="143" y="949"/>
                    <a:pt x="143" y="676"/>
                  </a:cubicBezTo>
                  <a:cubicBezTo>
                    <a:pt x="143" y="273"/>
                    <a:pt x="143"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14"/>
            <p:cNvSpPr/>
            <p:nvPr/>
          </p:nvSpPr>
          <p:spPr>
            <a:xfrm rot="-5400000" flipH="1">
              <a:off x="2178082" y="615630"/>
              <a:ext cx="41423" cy="4438"/>
            </a:xfrm>
            <a:custGeom>
              <a:avLst/>
              <a:gdLst/>
              <a:ahLst/>
              <a:cxnLst/>
              <a:rect l="l" t="t" r="r" b="b"/>
              <a:pathLst>
                <a:path w="1232" h="132" extrusionOk="0">
                  <a:moveTo>
                    <a:pt x="545" y="0"/>
                  </a:moveTo>
                  <a:cubicBezTo>
                    <a:pt x="272" y="0"/>
                    <a:pt x="0" y="0"/>
                    <a:pt x="0" y="131"/>
                  </a:cubicBezTo>
                  <a:lnTo>
                    <a:pt x="1232" y="131"/>
                  </a:lnTo>
                  <a:cubicBezTo>
                    <a:pt x="1232" y="0"/>
                    <a:pt x="959" y="0"/>
                    <a:pt x="5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14"/>
            <p:cNvSpPr/>
            <p:nvPr/>
          </p:nvSpPr>
          <p:spPr>
            <a:xfrm rot="-5400000" flipH="1">
              <a:off x="2178065" y="606468"/>
              <a:ext cx="36682" cy="27503"/>
            </a:xfrm>
            <a:custGeom>
              <a:avLst/>
              <a:gdLst/>
              <a:ahLst/>
              <a:cxnLst/>
              <a:rect l="l" t="t" r="r" b="b"/>
              <a:pathLst>
                <a:path w="1091" h="818" extrusionOk="0">
                  <a:moveTo>
                    <a:pt x="1091" y="0"/>
                  </a:moveTo>
                  <a:cubicBezTo>
                    <a:pt x="949" y="0"/>
                    <a:pt x="818" y="142"/>
                    <a:pt x="546" y="414"/>
                  </a:cubicBezTo>
                  <a:cubicBezTo>
                    <a:pt x="818" y="273"/>
                    <a:pt x="1091" y="0"/>
                    <a:pt x="1091" y="0"/>
                  </a:cubicBezTo>
                  <a:close/>
                  <a:moveTo>
                    <a:pt x="546" y="414"/>
                  </a:moveTo>
                  <a:lnTo>
                    <a:pt x="546" y="414"/>
                  </a:lnTo>
                  <a:cubicBezTo>
                    <a:pt x="273" y="545"/>
                    <a:pt x="1" y="818"/>
                    <a:pt x="1" y="818"/>
                  </a:cubicBezTo>
                  <a:cubicBezTo>
                    <a:pt x="131" y="818"/>
                    <a:pt x="273" y="687"/>
                    <a:pt x="546" y="41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14"/>
            <p:cNvSpPr/>
            <p:nvPr/>
          </p:nvSpPr>
          <p:spPr>
            <a:xfrm rot="-5400000" flipH="1">
              <a:off x="2185041" y="602753"/>
              <a:ext cx="27503" cy="34564"/>
            </a:xfrm>
            <a:custGeom>
              <a:avLst/>
              <a:gdLst/>
              <a:ahLst/>
              <a:cxnLst/>
              <a:rect l="l" t="t" r="r" b="b"/>
              <a:pathLst>
                <a:path w="818" h="1028" extrusionOk="0">
                  <a:moveTo>
                    <a:pt x="24" y="0"/>
                  </a:moveTo>
                  <a:cubicBezTo>
                    <a:pt x="9" y="0"/>
                    <a:pt x="0" y="11"/>
                    <a:pt x="0" y="34"/>
                  </a:cubicBezTo>
                  <a:lnTo>
                    <a:pt x="273" y="579"/>
                  </a:lnTo>
                  <a:cubicBezTo>
                    <a:pt x="497" y="803"/>
                    <a:pt x="633" y="1027"/>
                    <a:pt x="674" y="1027"/>
                  </a:cubicBezTo>
                  <a:cubicBezTo>
                    <a:pt x="683" y="1027"/>
                    <a:pt x="687" y="1017"/>
                    <a:pt x="687" y="993"/>
                  </a:cubicBezTo>
                  <a:cubicBezTo>
                    <a:pt x="818" y="993"/>
                    <a:pt x="687" y="721"/>
                    <a:pt x="415" y="448"/>
                  </a:cubicBezTo>
                  <a:cubicBezTo>
                    <a:pt x="298" y="224"/>
                    <a:pt x="93" y="0"/>
                    <a:pt x="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2" name="Google Shape;822;p14"/>
          <p:cNvSpPr/>
          <p:nvPr/>
        </p:nvSpPr>
        <p:spPr>
          <a:xfrm>
            <a:off x="-250524" y="106250"/>
            <a:ext cx="1220563" cy="4931026"/>
          </a:xfrm>
          <a:custGeom>
            <a:avLst/>
            <a:gdLst/>
            <a:ahLst/>
            <a:cxnLst/>
            <a:rect l="l" t="t" r="r" b="b"/>
            <a:pathLst>
              <a:path w="29593" h="107729" extrusionOk="0">
                <a:moveTo>
                  <a:pt x="977" y="0"/>
                </a:moveTo>
                <a:cubicBezTo>
                  <a:pt x="1" y="1964"/>
                  <a:pt x="1965" y="4354"/>
                  <a:pt x="1258" y="6452"/>
                </a:cubicBezTo>
                <a:cubicBezTo>
                  <a:pt x="842" y="6598"/>
                  <a:pt x="562" y="7159"/>
                  <a:pt x="697" y="7575"/>
                </a:cubicBezTo>
                <a:cubicBezTo>
                  <a:pt x="697" y="8001"/>
                  <a:pt x="977" y="8416"/>
                  <a:pt x="1258" y="8843"/>
                </a:cubicBezTo>
                <a:cubicBezTo>
                  <a:pt x="2099" y="9965"/>
                  <a:pt x="3087" y="10806"/>
                  <a:pt x="3783" y="12063"/>
                </a:cubicBezTo>
                <a:cubicBezTo>
                  <a:pt x="4344" y="12770"/>
                  <a:pt x="4624" y="13747"/>
                  <a:pt x="4905" y="14588"/>
                </a:cubicBezTo>
                <a:cubicBezTo>
                  <a:pt x="6173" y="17674"/>
                  <a:pt x="8978" y="19919"/>
                  <a:pt x="9259" y="23711"/>
                </a:cubicBezTo>
                <a:cubicBezTo>
                  <a:pt x="9259" y="24834"/>
                  <a:pt x="9113" y="26090"/>
                  <a:pt x="9393" y="27213"/>
                </a:cubicBezTo>
                <a:cubicBezTo>
                  <a:pt x="9820" y="28054"/>
                  <a:pt x="10516" y="28761"/>
                  <a:pt x="11077" y="29457"/>
                </a:cubicBezTo>
                <a:cubicBezTo>
                  <a:pt x="12760" y="31701"/>
                  <a:pt x="12479" y="35068"/>
                  <a:pt x="12345" y="37873"/>
                </a:cubicBezTo>
                <a:cubicBezTo>
                  <a:pt x="12064" y="41105"/>
                  <a:pt x="12199" y="44045"/>
                  <a:pt x="12479" y="47131"/>
                </a:cubicBezTo>
                <a:cubicBezTo>
                  <a:pt x="12479" y="47412"/>
                  <a:pt x="12479" y="47558"/>
                  <a:pt x="12345" y="47692"/>
                </a:cubicBezTo>
                <a:cubicBezTo>
                  <a:pt x="12272" y="47832"/>
                  <a:pt x="12132" y="47903"/>
                  <a:pt x="11974" y="47903"/>
                </a:cubicBezTo>
                <a:cubicBezTo>
                  <a:pt x="11817" y="47903"/>
                  <a:pt x="11643" y="47832"/>
                  <a:pt x="11503" y="47692"/>
                </a:cubicBezTo>
                <a:cubicBezTo>
                  <a:pt x="11357" y="47412"/>
                  <a:pt x="11223" y="47131"/>
                  <a:pt x="10942" y="46851"/>
                </a:cubicBezTo>
                <a:lnTo>
                  <a:pt x="10942" y="46851"/>
                </a:lnTo>
                <a:cubicBezTo>
                  <a:pt x="10661" y="47412"/>
                  <a:pt x="10796" y="48119"/>
                  <a:pt x="11077" y="48534"/>
                </a:cubicBezTo>
                <a:cubicBezTo>
                  <a:pt x="11503" y="49095"/>
                  <a:pt x="11918" y="49375"/>
                  <a:pt x="12199" y="49937"/>
                </a:cubicBezTo>
                <a:cubicBezTo>
                  <a:pt x="12479" y="50363"/>
                  <a:pt x="12625" y="50924"/>
                  <a:pt x="12625" y="51485"/>
                </a:cubicBezTo>
                <a:cubicBezTo>
                  <a:pt x="13186" y="54291"/>
                  <a:pt x="13602" y="57231"/>
                  <a:pt x="14028" y="60036"/>
                </a:cubicBezTo>
                <a:cubicBezTo>
                  <a:pt x="14028" y="60597"/>
                  <a:pt x="14163" y="61158"/>
                  <a:pt x="14309" y="61719"/>
                </a:cubicBezTo>
                <a:cubicBezTo>
                  <a:pt x="14443" y="61865"/>
                  <a:pt x="14589" y="62000"/>
                  <a:pt x="14589" y="62280"/>
                </a:cubicBezTo>
                <a:cubicBezTo>
                  <a:pt x="14724" y="62707"/>
                  <a:pt x="14724" y="63122"/>
                  <a:pt x="14724" y="63548"/>
                </a:cubicBezTo>
                <a:cubicBezTo>
                  <a:pt x="14724" y="63829"/>
                  <a:pt x="14589" y="64244"/>
                  <a:pt x="14443" y="64525"/>
                </a:cubicBezTo>
                <a:cubicBezTo>
                  <a:pt x="14345" y="64730"/>
                  <a:pt x="14169" y="64863"/>
                  <a:pt x="13971" y="64863"/>
                </a:cubicBezTo>
                <a:cubicBezTo>
                  <a:pt x="13899" y="64863"/>
                  <a:pt x="13823" y="64845"/>
                  <a:pt x="13747" y="64805"/>
                </a:cubicBezTo>
                <a:cubicBezTo>
                  <a:pt x="13602" y="64390"/>
                  <a:pt x="13186" y="64110"/>
                  <a:pt x="12760" y="63683"/>
                </a:cubicBezTo>
                <a:cubicBezTo>
                  <a:pt x="12064" y="62841"/>
                  <a:pt x="11918" y="61439"/>
                  <a:pt x="11077" y="60462"/>
                </a:cubicBezTo>
                <a:cubicBezTo>
                  <a:pt x="10661" y="60182"/>
                  <a:pt x="10235" y="59756"/>
                  <a:pt x="10100" y="59194"/>
                </a:cubicBezTo>
                <a:cubicBezTo>
                  <a:pt x="9955" y="58914"/>
                  <a:pt x="9955" y="58633"/>
                  <a:pt x="9955" y="58353"/>
                </a:cubicBezTo>
                <a:cubicBezTo>
                  <a:pt x="9820" y="57096"/>
                  <a:pt x="8978" y="56108"/>
                  <a:pt x="8417" y="55132"/>
                </a:cubicBezTo>
                <a:cubicBezTo>
                  <a:pt x="7576" y="53729"/>
                  <a:pt x="7430" y="52046"/>
                  <a:pt x="6453" y="50778"/>
                </a:cubicBezTo>
                <a:lnTo>
                  <a:pt x="5051" y="49375"/>
                </a:lnTo>
                <a:cubicBezTo>
                  <a:pt x="5051" y="49241"/>
                  <a:pt x="4905" y="49095"/>
                  <a:pt x="4770" y="48960"/>
                </a:cubicBezTo>
                <a:lnTo>
                  <a:pt x="4344" y="48960"/>
                </a:lnTo>
                <a:cubicBezTo>
                  <a:pt x="3928" y="48960"/>
                  <a:pt x="3502" y="48814"/>
                  <a:pt x="3087" y="48814"/>
                </a:cubicBezTo>
                <a:cubicBezTo>
                  <a:pt x="2941" y="48960"/>
                  <a:pt x="2806" y="49241"/>
                  <a:pt x="2941" y="49521"/>
                </a:cubicBezTo>
                <a:cubicBezTo>
                  <a:pt x="3003" y="49505"/>
                  <a:pt x="3065" y="49498"/>
                  <a:pt x="3127" y="49498"/>
                </a:cubicBezTo>
                <a:cubicBezTo>
                  <a:pt x="3624" y="49498"/>
                  <a:pt x="4110" y="49984"/>
                  <a:pt x="4490" y="50363"/>
                </a:cubicBezTo>
                <a:cubicBezTo>
                  <a:pt x="4905" y="50778"/>
                  <a:pt x="5185" y="51205"/>
                  <a:pt x="5612" y="51620"/>
                </a:cubicBezTo>
                <a:cubicBezTo>
                  <a:pt x="5746" y="51766"/>
                  <a:pt x="5892" y="51900"/>
                  <a:pt x="6027" y="52181"/>
                </a:cubicBezTo>
                <a:cubicBezTo>
                  <a:pt x="6173" y="52461"/>
                  <a:pt x="6307" y="52742"/>
                  <a:pt x="6307" y="53022"/>
                </a:cubicBezTo>
                <a:cubicBezTo>
                  <a:pt x="6588" y="53729"/>
                  <a:pt x="7576" y="56389"/>
                  <a:pt x="6734" y="56815"/>
                </a:cubicBezTo>
                <a:lnTo>
                  <a:pt x="6307" y="56815"/>
                </a:lnTo>
                <a:cubicBezTo>
                  <a:pt x="6024" y="56855"/>
                  <a:pt x="5739" y="56871"/>
                  <a:pt x="5455" y="56871"/>
                </a:cubicBezTo>
                <a:cubicBezTo>
                  <a:pt x="4759" y="56871"/>
                  <a:pt x="4060" y="56773"/>
                  <a:pt x="3367" y="56670"/>
                </a:cubicBezTo>
                <a:lnTo>
                  <a:pt x="2941" y="56670"/>
                </a:lnTo>
                <a:cubicBezTo>
                  <a:pt x="2806" y="56670"/>
                  <a:pt x="2660" y="56815"/>
                  <a:pt x="2660" y="57096"/>
                </a:cubicBezTo>
                <a:cubicBezTo>
                  <a:pt x="2660" y="57231"/>
                  <a:pt x="2806" y="57377"/>
                  <a:pt x="2941" y="57377"/>
                </a:cubicBezTo>
                <a:cubicBezTo>
                  <a:pt x="3928" y="58072"/>
                  <a:pt x="5185" y="57938"/>
                  <a:pt x="6173" y="58633"/>
                </a:cubicBezTo>
                <a:cubicBezTo>
                  <a:pt x="6869" y="59194"/>
                  <a:pt x="7856" y="59475"/>
                  <a:pt x="8552" y="60317"/>
                </a:cubicBezTo>
                <a:cubicBezTo>
                  <a:pt x="10235" y="62426"/>
                  <a:pt x="11784" y="64805"/>
                  <a:pt x="12625" y="67476"/>
                </a:cubicBezTo>
                <a:cubicBezTo>
                  <a:pt x="13186" y="69440"/>
                  <a:pt x="13040" y="71538"/>
                  <a:pt x="13040" y="73648"/>
                </a:cubicBezTo>
                <a:cubicBezTo>
                  <a:pt x="12625" y="85004"/>
                  <a:pt x="12199" y="96372"/>
                  <a:pt x="11918" y="107728"/>
                </a:cubicBezTo>
                <a:cubicBezTo>
                  <a:pt x="13882" y="107167"/>
                  <a:pt x="15846" y="106471"/>
                  <a:pt x="17956" y="105910"/>
                </a:cubicBezTo>
                <a:cubicBezTo>
                  <a:pt x="18371" y="105910"/>
                  <a:pt x="18651" y="105764"/>
                  <a:pt x="18932" y="105349"/>
                </a:cubicBezTo>
                <a:cubicBezTo>
                  <a:pt x="19212" y="105069"/>
                  <a:pt x="19212" y="104642"/>
                  <a:pt x="19212" y="104227"/>
                </a:cubicBezTo>
                <a:cubicBezTo>
                  <a:pt x="19358" y="98190"/>
                  <a:pt x="19493" y="92164"/>
                  <a:pt x="18932" y="86272"/>
                </a:cubicBezTo>
                <a:cubicBezTo>
                  <a:pt x="18797" y="83747"/>
                  <a:pt x="18371" y="81223"/>
                  <a:pt x="18371" y="78698"/>
                </a:cubicBezTo>
                <a:cubicBezTo>
                  <a:pt x="18371" y="75051"/>
                  <a:pt x="19078" y="71404"/>
                  <a:pt x="19919" y="67891"/>
                </a:cubicBezTo>
                <a:lnTo>
                  <a:pt x="21176" y="63268"/>
                </a:lnTo>
                <a:cubicBezTo>
                  <a:pt x="21457" y="62280"/>
                  <a:pt x="21603" y="61158"/>
                  <a:pt x="21737" y="60036"/>
                </a:cubicBezTo>
                <a:cubicBezTo>
                  <a:pt x="22018" y="58779"/>
                  <a:pt x="22298" y="57657"/>
                  <a:pt x="22579" y="56254"/>
                </a:cubicBezTo>
                <a:cubicBezTo>
                  <a:pt x="22725" y="55547"/>
                  <a:pt x="22860" y="54706"/>
                  <a:pt x="23005" y="54010"/>
                </a:cubicBezTo>
                <a:cubicBezTo>
                  <a:pt x="23286" y="53022"/>
                  <a:pt x="23847" y="52327"/>
                  <a:pt x="24689" y="51766"/>
                </a:cubicBezTo>
                <a:cubicBezTo>
                  <a:pt x="25104" y="51339"/>
                  <a:pt x="25665" y="51205"/>
                  <a:pt x="26091" y="50643"/>
                </a:cubicBezTo>
                <a:cubicBezTo>
                  <a:pt x="26507" y="50217"/>
                  <a:pt x="26652" y="49241"/>
                  <a:pt x="26226" y="48814"/>
                </a:cubicBezTo>
                <a:lnTo>
                  <a:pt x="26226" y="48814"/>
                </a:lnTo>
                <a:cubicBezTo>
                  <a:pt x="25530" y="49241"/>
                  <a:pt x="24969" y="49656"/>
                  <a:pt x="24262" y="50082"/>
                </a:cubicBezTo>
                <a:cubicBezTo>
                  <a:pt x="24543" y="48814"/>
                  <a:pt x="24823" y="47692"/>
                  <a:pt x="25104" y="46570"/>
                </a:cubicBezTo>
                <a:cubicBezTo>
                  <a:pt x="25250" y="45874"/>
                  <a:pt x="25384" y="45313"/>
                  <a:pt x="25384" y="44752"/>
                </a:cubicBezTo>
                <a:cubicBezTo>
                  <a:pt x="25384" y="44045"/>
                  <a:pt x="25104" y="43349"/>
                  <a:pt x="24689" y="42923"/>
                </a:cubicBezTo>
                <a:lnTo>
                  <a:pt x="24262" y="42923"/>
                </a:lnTo>
                <a:cubicBezTo>
                  <a:pt x="24689" y="47277"/>
                  <a:pt x="21322" y="50082"/>
                  <a:pt x="20480" y="54010"/>
                </a:cubicBezTo>
                <a:cubicBezTo>
                  <a:pt x="20335" y="54852"/>
                  <a:pt x="20200" y="55828"/>
                  <a:pt x="19919" y="56670"/>
                </a:cubicBezTo>
                <a:cubicBezTo>
                  <a:pt x="19774" y="57096"/>
                  <a:pt x="19493" y="57511"/>
                  <a:pt x="19358" y="57938"/>
                </a:cubicBezTo>
                <a:cubicBezTo>
                  <a:pt x="19212" y="58633"/>
                  <a:pt x="19212" y="59340"/>
                  <a:pt x="19078" y="60036"/>
                </a:cubicBezTo>
                <a:cubicBezTo>
                  <a:pt x="18932" y="60597"/>
                  <a:pt x="18651" y="61158"/>
                  <a:pt x="18236" y="61719"/>
                </a:cubicBezTo>
                <a:cubicBezTo>
                  <a:pt x="18236" y="60743"/>
                  <a:pt x="18371" y="59756"/>
                  <a:pt x="18517" y="58779"/>
                </a:cubicBezTo>
                <a:cubicBezTo>
                  <a:pt x="18090" y="58218"/>
                  <a:pt x="18090" y="57657"/>
                  <a:pt x="18236" y="57096"/>
                </a:cubicBezTo>
                <a:cubicBezTo>
                  <a:pt x="18371" y="56670"/>
                  <a:pt x="18651" y="56254"/>
                  <a:pt x="18797" y="55828"/>
                </a:cubicBezTo>
                <a:cubicBezTo>
                  <a:pt x="19493" y="54706"/>
                  <a:pt x="19358" y="53303"/>
                  <a:pt x="19639" y="52046"/>
                </a:cubicBezTo>
                <a:cubicBezTo>
                  <a:pt x="20054" y="50643"/>
                  <a:pt x="20480" y="49241"/>
                  <a:pt x="20761" y="47838"/>
                </a:cubicBezTo>
                <a:cubicBezTo>
                  <a:pt x="20896" y="46155"/>
                  <a:pt x="20761" y="44472"/>
                  <a:pt x="21042" y="42788"/>
                </a:cubicBezTo>
                <a:cubicBezTo>
                  <a:pt x="21176" y="41801"/>
                  <a:pt x="21603" y="40959"/>
                  <a:pt x="22164" y="40263"/>
                </a:cubicBezTo>
                <a:cubicBezTo>
                  <a:pt x="22444" y="39983"/>
                  <a:pt x="22725" y="39837"/>
                  <a:pt x="23005" y="39556"/>
                </a:cubicBezTo>
                <a:cubicBezTo>
                  <a:pt x="23286" y="39276"/>
                  <a:pt x="23421" y="38861"/>
                  <a:pt x="23286" y="38434"/>
                </a:cubicBezTo>
                <a:cubicBezTo>
                  <a:pt x="22860" y="38434"/>
                  <a:pt x="22579" y="38715"/>
                  <a:pt x="22298" y="38995"/>
                </a:cubicBezTo>
                <a:cubicBezTo>
                  <a:pt x="22100" y="39194"/>
                  <a:pt x="21834" y="39392"/>
                  <a:pt x="21597" y="39392"/>
                </a:cubicBezTo>
                <a:cubicBezTo>
                  <a:pt x="21498" y="39392"/>
                  <a:pt x="21404" y="39358"/>
                  <a:pt x="21322" y="39276"/>
                </a:cubicBezTo>
                <a:cubicBezTo>
                  <a:pt x="21883" y="37873"/>
                  <a:pt x="22444" y="36470"/>
                  <a:pt x="22725" y="34933"/>
                </a:cubicBezTo>
                <a:cubicBezTo>
                  <a:pt x="23005" y="33665"/>
                  <a:pt x="24128" y="32823"/>
                  <a:pt x="25104" y="32262"/>
                </a:cubicBezTo>
                <a:cubicBezTo>
                  <a:pt x="25665" y="32128"/>
                  <a:pt x="26091" y="31847"/>
                  <a:pt x="26226" y="31286"/>
                </a:cubicBezTo>
                <a:cubicBezTo>
                  <a:pt x="26372" y="31140"/>
                  <a:pt x="26372" y="31006"/>
                  <a:pt x="26372" y="31006"/>
                </a:cubicBezTo>
                <a:cubicBezTo>
                  <a:pt x="26507" y="30725"/>
                  <a:pt x="26787" y="30860"/>
                  <a:pt x="26933" y="30725"/>
                </a:cubicBezTo>
                <a:cubicBezTo>
                  <a:pt x="27068" y="30579"/>
                  <a:pt x="27214" y="30299"/>
                  <a:pt x="27348" y="30164"/>
                </a:cubicBezTo>
                <a:cubicBezTo>
                  <a:pt x="27494" y="30164"/>
                  <a:pt x="27629" y="30018"/>
                  <a:pt x="27775" y="30018"/>
                </a:cubicBezTo>
                <a:cubicBezTo>
                  <a:pt x="28470" y="29883"/>
                  <a:pt x="29031" y="29737"/>
                  <a:pt x="29593" y="29322"/>
                </a:cubicBezTo>
                <a:cubicBezTo>
                  <a:pt x="29312" y="29322"/>
                  <a:pt x="29177" y="29042"/>
                  <a:pt x="29031" y="28896"/>
                </a:cubicBezTo>
                <a:lnTo>
                  <a:pt x="28616" y="28896"/>
                </a:lnTo>
                <a:cubicBezTo>
                  <a:pt x="27629" y="29176"/>
                  <a:pt x="26787" y="29457"/>
                  <a:pt x="25945" y="30164"/>
                </a:cubicBezTo>
                <a:cubicBezTo>
                  <a:pt x="25811" y="30299"/>
                  <a:pt x="25530" y="30444"/>
                  <a:pt x="25250" y="30579"/>
                </a:cubicBezTo>
                <a:cubicBezTo>
                  <a:pt x="25104" y="30725"/>
                  <a:pt x="24823" y="30725"/>
                  <a:pt x="24543" y="30860"/>
                </a:cubicBezTo>
                <a:cubicBezTo>
                  <a:pt x="24408" y="31006"/>
                  <a:pt x="24128" y="31140"/>
                  <a:pt x="23982" y="31286"/>
                </a:cubicBezTo>
                <a:cubicBezTo>
                  <a:pt x="23887" y="31381"/>
                  <a:pt x="23719" y="31481"/>
                  <a:pt x="23531" y="31481"/>
                </a:cubicBezTo>
                <a:cubicBezTo>
                  <a:pt x="23452" y="31481"/>
                  <a:pt x="23369" y="31464"/>
                  <a:pt x="23286" y="31421"/>
                </a:cubicBezTo>
                <a:cubicBezTo>
                  <a:pt x="23286" y="30725"/>
                  <a:pt x="23421" y="30299"/>
                  <a:pt x="23566" y="29603"/>
                </a:cubicBezTo>
                <a:cubicBezTo>
                  <a:pt x="23701" y="29042"/>
                  <a:pt x="23566" y="28200"/>
                  <a:pt x="23847" y="27639"/>
                </a:cubicBezTo>
                <a:lnTo>
                  <a:pt x="24262" y="27213"/>
                </a:lnTo>
                <a:cubicBezTo>
                  <a:pt x="24543" y="26932"/>
                  <a:pt x="24543" y="26652"/>
                  <a:pt x="24408" y="26517"/>
                </a:cubicBezTo>
                <a:cubicBezTo>
                  <a:pt x="24408" y="26371"/>
                  <a:pt x="24128" y="26236"/>
                  <a:pt x="23982" y="26090"/>
                </a:cubicBezTo>
                <a:lnTo>
                  <a:pt x="23982" y="25810"/>
                </a:lnTo>
                <a:cubicBezTo>
                  <a:pt x="23566" y="23566"/>
                  <a:pt x="23847" y="21321"/>
                  <a:pt x="24408" y="19357"/>
                </a:cubicBezTo>
                <a:cubicBezTo>
                  <a:pt x="24689" y="18381"/>
                  <a:pt x="25104" y="17259"/>
                  <a:pt x="24823" y="16271"/>
                </a:cubicBezTo>
                <a:lnTo>
                  <a:pt x="24823" y="16271"/>
                </a:lnTo>
                <a:cubicBezTo>
                  <a:pt x="23982" y="17540"/>
                  <a:pt x="23421" y="19077"/>
                  <a:pt x="23140" y="20480"/>
                </a:cubicBezTo>
                <a:cubicBezTo>
                  <a:pt x="23005" y="21321"/>
                  <a:pt x="23005" y="22028"/>
                  <a:pt x="23005" y="22724"/>
                </a:cubicBezTo>
                <a:cubicBezTo>
                  <a:pt x="22860" y="23992"/>
                  <a:pt x="22725" y="25114"/>
                  <a:pt x="22579" y="26236"/>
                </a:cubicBezTo>
                <a:cubicBezTo>
                  <a:pt x="22444" y="27078"/>
                  <a:pt x="22444" y="27920"/>
                  <a:pt x="22298" y="28615"/>
                </a:cubicBezTo>
                <a:cubicBezTo>
                  <a:pt x="22164" y="29322"/>
                  <a:pt x="22164" y="30018"/>
                  <a:pt x="22018" y="30579"/>
                </a:cubicBezTo>
                <a:cubicBezTo>
                  <a:pt x="21603" y="32408"/>
                  <a:pt x="20615" y="34091"/>
                  <a:pt x="19919" y="35775"/>
                </a:cubicBezTo>
                <a:cubicBezTo>
                  <a:pt x="19078" y="37458"/>
                  <a:pt x="18797" y="38995"/>
                  <a:pt x="18517" y="40959"/>
                </a:cubicBezTo>
                <a:cubicBezTo>
                  <a:pt x="18517" y="42081"/>
                  <a:pt x="18517" y="43765"/>
                  <a:pt x="17810" y="44887"/>
                </a:cubicBezTo>
                <a:cubicBezTo>
                  <a:pt x="17529" y="45313"/>
                  <a:pt x="17114" y="45728"/>
                  <a:pt x="17114" y="46289"/>
                </a:cubicBezTo>
                <a:lnTo>
                  <a:pt x="17114" y="46996"/>
                </a:lnTo>
                <a:cubicBezTo>
                  <a:pt x="17249" y="47973"/>
                  <a:pt x="16688" y="48960"/>
                  <a:pt x="16688" y="50082"/>
                </a:cubicBezTo>
                <a:lnTo>
                  <a:pt x="16688" y="51205"/>
                </a:lnTo>
                <a:cubicBezTo>
                  <a:pt x="16688" y="51485"/>
                  <a:pt x="16688" y="51766"/>
                  <a:pt x="16553" y="52181"/>
                </a:cubicBezTo>
                <a:cubicBezTo>
                  <a:pt x="16272" y="52181"/>
                  <a:pt x="15992" y="51900"/>
                  <a:pt x="15846" y="51620"/>
                </a:cubicBezTo>
                <a:lnTo>
                  <a:pt x="15846" y="50643"/>
                </a:lnTo>
                <a:cubicBezTo>
                  <a:pt x="15846" y="50082"/>
                  <a:pt x="15565" y="49375"/>
                  <a:pt x="15285" y="48814"/>
                </a:cubicBezTo>
                <a:cubicBezTo>
                  <a:pt x="14870" y="47277"/>
                  <a:pt x="15004" y="45874"/>
                  <a:pt x="15004" y="44472"/>
                </a:cubicBezTo>
                <a:cubicBezTo>
                  <a:pt x="15004" y="42788"/>
                  <a:pt x="14870" y="41105"/>
                  <a:pt x="14870" y="39422"/>
                </a:cubicBezTo>
                <a:cubicBezTo>
                  <a:pt x="15004" y="36190"/>
                  <a:pt x="15431" y="32823"/>
                  <a:pt x="14589" y="29603"/>
                </a:cubicBezTo>
                <a:cubicBezTo>
                  <a:pt x="13882" y="26932"/>
                  <a:pt x="12345" y="24968"/>
                  <a:pt x="11638" y="22443"/>
                </a:cubicBezTo>
                <a:cubicBezTo>
                  <a:pt x="11503" y="21321"/>
                  <a:pt x="11223" y="20345"/>
                  <a:pt x="11077" y="19357"/>
                </a:cubicBezTo>
                <a:cubicBezTo>
                  <a:pt x="10796" y="16978"/>
                  <a:pt x="10661" y="14734"/>
                  <a:pt x="10661" y="12344"/>
                </a:cubicBezTo>
                <a:cubicBezTo>
                  <a:pt x="10796" y="11648"/>
                  <a:pt x="10796" y="10941"/>
                  <a:pt x="11077" y="10380"/>
                </a:cubicBezTo>
                <a:cubicBezTo>
                  <a:pt x="11357" y="10100"/>
                  <a:pt x="11638" y="9819"/>
                  <a:pt x="11784" y="9538"/>
                </a:cubicBezTo>
                <a:cubicBezTo>
                  <a:pt x="11918" y="9123"/>
                  <a:pt x="12064" y="8697"/>
                  <a:pt x="11784" y="8416"/>
                </a:cubicBezTo>
                <a:cubicBezTo>
                  <a:pt x="11357" y="8562"/>
                  <a:pt x="11077" y="8843"/>
                  <a:pt x="10796" y="9258"/>
                </a:cubicBezTo>
                <a:cubicBezTo>
                  <a:pt x="10100" y="9123"/>
                  <a:pt x="9539" y="8282"/>
                  <a:pt x="9393" y="7440"/>
                </a:cubicBezTo>
                <a:cubicBezTo>
                  <a:pt x="9259" y="6733"/>
                  <a:pt x="9259" y="5891"/>
                  <a:pt x="9259" y="5050"/>
                </a:cubicBezTo>
                <a:cubicBezTo>
                  <a:pt x="9259" y="3512"/>
                  <a:pt x="8832" y="1964"/>
                  <a:pt x="8271" y="707"/>
                </a:cubicBezTo>
                <a:cubicBezTo>
                  <a:pt x="8137" y="3367"/>
                  <a:pt x="8137" y="6037"/>
                  <a:pt x="7991" y="8697"/>
                </a:cubicBezTo>
                <a:cubicBezTo>
                  <a:pt x="7991" y="9258"/>
                  <a:pt x="7991" y="9819"/>
                  <a:pt x="8137" y="10380"/>
                </a:cubicBezTo>
                <a:cubicBezTo>
                  <a:pt x="8271" y="10661"/>
                  <a:pt x="8552" y="11087"/>
                  <a:pt x="8698" y="11368"/>
                </a:cubicBezTo>
                <a:cubicBezTo>
                  <a:pt x="9259" y="12770"/>
                  <a:pt x="9113" y="14454"/>
                  <a:pt x="8832" y="16137"/>
                </a:cubicBezTo>
                <a:cubicBezTo>
                  <a:pt x="7295" y="13612"/>
                  <a:pt x="5612" y="11368"/>
                  <a:pt x="4344" y="8977"/>
                </a:cubicBezTo>
                <a:cubicBezTo>
                  <a:pt x="2941" y="6172"/>
                  <a:pt x="1819" y="3086"/>
                  <a:pt x="977"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14"/>
          <p:cNvSpPr/>
          <p:nvPr/>
        </p:nvSpPr>
        <p:spPr>
          <a:xfrm>
            <a:off x="8134510" y="106238"/>
            <a:ext cx="1354546" cy="4931026"/>
          </a:xfrm>
          <a:custGeom>
            <a:avLst/>
            <a:gdLst/>
            <a:ahLst/>
            <a:cxnLst/>
            <a:rect l="l" t="t" r="r" b="b"/>
            <a:pathLst>
              <a:path w="29593" h="107729" extrusionOk="0">
                <a:moveTo>
                  <a:pt x="977" y="0"/>
                </a:moveTo>
                <a:cubicBezTo>
                  <a:pt x="1" y="1964"/>
                  <a:pt x="1965" y="4354"/>
                  <a:pt x="1258" y="6452"/>
                </a:cubicBezTo>
                <a:cubicBezTo>
                  <a:pt x="842" y="6598"/>
                  <a:pt x="562" y="7159"/>
                  <a:pt x="697" y="7575"/>
                </a:cubicBezTo>
                <a:cubicBezTo>
                  <a:pt x="697" y="8001"/>
                  <a:pt x="977" y="8416"/>
                  <a:pt x="1258" y="8843"/>
                </a:cubicBezTo>
                <a:cubicBezTo>
                  <a:pt x="2099" y="9965"/>
                  <a:pt x="3087" y="10806"/>
                  <a:pt x="3783" y="12063"/>
                </a:cubicBezTo>
                <a:cubicBezTo>
                  <a:pt x="4344" y="12770"/>
                  <a:pt x="4624" y="13747"/>
                  <a:pt x="4905" y="14588"/>
                </a:cubicBezTo>
                <a:cubicBezTo>
                  <a:pt x="6173" y="17674"/>
                  <a:pt x="8978" y="19919"/>
                  <a:pt x="9259" y="23711"/>
                </a:cubicBezTo>
                <a:cubicBezTo>
                  <a:pt x="9259" y="24834"/>
                  <a:pt x="9113" y="26090"/>
                  <a:pt x="9393" y="27213"/>
                </a:cubicBezTo>
                <a:cubicBezTo>
                  <a:pt x="9820" y="28054"/>
                  <a:pt x="10516" y="28761"/>
                  <a:pt x="11077" y="29457"/>
                </a:cubicBezTo>
                <a:cubicBezTo>
                  <a:pt x="12760" y="31701"/>
                  <a:pt x="12479" y="35068"/>
                  <a:pt x="12345" y="37873"/>
                </a:cubicBezTo>
                <a:cubicBezTo>
                  <a:pt x="12064" y="41105"/>
                  <a:pt x="12199" y="44045"/>
                  <a:pt x="12479" y="47131"/>
                </a:cubicBezTo>
                <a:cubicBezTo>
                  <a:pt x="12479" y="47412"/>
                  <a:pt x="12479" y="47558"/>
                  <a:pt x="12345" y="47692"/>
                </a:cubicBezTo>
                <a:cubicBezTo>
                  <a:pt x="12272" y="47832"/>
                  <a:pt x="12132" y="47903"/>
                  <a:pt x="11974" y="47903"/>
                </a:cubicBezTo>
                <a:cubicBezTo>
                  <a:pt x="11817" y="47903"/>
                  <a:pt x="11643" y="47832"/>
                  <a:pt x="11503" y="47692"/>
                </a:cubicBezTo>
                <a:cubicBezTo>
                  <a:pt x="11357" y="47412"/>
                  <a:pt x="11223" y="47131"/>
                  <a:pt x="10942" y="46851"/>
                </a:cubicBezTo>
                <a:lnTo>
                  <a:pt x="10942" y="46851"/>
                </a:lnTo>
                <a:cubicBezTo>
                  <a:pt x="10661" y="47412"/>
                  <a:pt x="10796" y="48119"/>
                  <a:pt x="11077" y="48534"/>
                </a:cubicBezTo>
                <a:cubicBezTo>
                  <a:pt x="11503" y="49095"/>
                  <a:pt x="11918" y="49375"/>
                  <a:pt x="12199" y="49937"/>
                </a:cubicBezTo>
                <a:cubicBezTo>
                  <a:pt x="12479" y="50363"/>
                  <a:pt x="12625" y="50924"/>
                  <a:pt x="12625" y="51485"/>
                </a:cubicBezTo>
                <a:cubicBezTo>
                  <a:pt x="13186" y="54291"/>
                  <a:pt x="13602" y="57231"/>
                  <a:pt x="14028" y="60036"/>
                </a:cubicBezTo>
                <a:cubicBezTo>
                  <a:pt x="14028" y="60597"/>
                  <a:pt x="14163" y="61158"/>
                  <a:pt x="14309" y="61719"/>
                </a:cubicBezTo>
                <a:cubicBezTo>
                  <a:pt x="14443" y="61865"/>
                  <a:pt x="14589" y="62000"/>
                  <a:pt x="14589" y="62280"/>
                </a:cubicBezTo>
                <a:cubicBezTo>
                  <a:pt x="14724" y="62707"/>
                  <a:pt x="14724" y="63122"/>
                  <a:pt x="14724" y="63548"/>
                </a:cubicBezTo>
                <a:cubicBezTo>
                  <a:pt x="14724" y="63829"/>
                  <a:pt x="14589" y="64244"/>
                  <a:pt x="14443" y="64525"/>
                </a:cubicBezTo>
                <a:cubicBezTo>
                  <a:pt x="14345" y="64730"/>
                  <a:pt x="14169" y="64863"/>
                  <a:pt x="13971" y="64863"/>
                </a:cubicBezTo>
                <a:cubicBezTo>
                  <a:pt x="13899" y="64863"/>
                  <a:pt x="13823" y="64845"/>
                  <a:pt x="13747" y="64805"/>
                </a:cubicBezTo>
                <a:cubicBezTo>
                  <a:pt x="13602" y="64390"/>
                  <a:pt x="13186" y="64110"/>
                  <a:pt x="12760" y="63683"/>
                </a:cubicBezTo>
                <a:cubicBezTo>
                  <a:pt x="12064" y="62841"/>
                  <a:pt x="11918" y="61439"/>
                  <a:pt x="11077" y="60462"/>
                </a:cubicBezTo>
                <a:cubicBezTo>
                  <a:pt x="10661" y="60182"/>
                  <a:pt x="10235" y="59756"/>
                  <a:pt x="10100" y="59194"/>
                </a:cubicBezTo>
                <a:cubicBezTo>
                  <a:pt x="9955" y="58914"/>
                  <a:pt x="9955" y="58633"/>
                  <a:pt x="9955" y="58353"/>
                </a:cubicBezTo>
                <a:cubicBezTo>
                  <a:pt x="9820" y="57096"/>
                  <a:pt x="8978" y="56108"/>
                  <a:pt x="8417" y="55132"/>
                </a:cubicBezTo>
                <a:cubicBezTo>
                  <a:pt x="7576" y="53729"/>
                  <a:pt x="7430" y="52046"/>
                  <a:pt x="6453" y="50778"/>
                </a:cubicBezTo>
                <a:lnTo>
                  <a:pt x="5051" y="49375"/>
                </a:lnTo>
                <a:cubicBezTo>
                  <a:pt x="5051" y="49241"/>
                  <a:pt x="4905" y="49095"/>
                  <a:pt x="4770" y="48960"/>
                </a:cubicBezTo>
                <a:lnTo>
                  <a:pt x="4344" y="48960"/>
                </a:lnTo>
                <a:cubicBezTo>
                  <a:pt x="3928" y="48960"/>
                  <a:pt x="3502" y="48814"/>
                  <a:pt x="3087" y="48814"/>
                </a:cubicBezTo>
                <a:cubicBezTo>
                  <a:pt x="2941" y="48960"/>
                  <a:pt x="2806" y="49241"/>
                  <a:pt x="2941" y="49521"/>
                </a:cubicBezTo>
                <a:cubicBezTo>
                  <a:pt x="3003" y="49505"/>
                  <a:pt x="3065" y="49498"/>
                  <a:pt x="3127" y="49498"/>
                </a:cubicBezTo>
                <a:cubicBezTo>
                  <a:pt x="3624" y="49498"/>
                  <a:pt x="4110" y="49984"/>
                  <a:pt x="4490" y="50363"/>
                </a:cubicBezTo>
                <a:cubicBezTo>
                  <a:pt x="4905" y="50778"/>
                  <a:pt x="5185" y="51205"/>
                  <a:pt x="5612" y="51620"/>
                </a:cubicBezTo>
                <a:cubicBezTo>
                  <a:pt x="5746" y="51766"/>
                  <a:pt x="5892" y="51900"/>
                  <a:pt x="6027" y="52181"/>
                </a:cubicBezTo>
                <a:cubicBezTo>
                  <a:pt x="6173" y="52461"/>
                  <a:pt x="6307" y="52742"/>
                  <a:pt x="6307" y="53022"/>
                </a:cubicBezTo>
                <a:cubicBezTo>
                  <a:pt x="6588" y="53729"/>
                  <a:pt x="7576" y="56389"/>
                  <a:pt x="6734" y="56815"/>
                </a:cubicBezTo>
                <a:lnTo>
                  <a:pt x="6307" y="56815"/>
                </a:lnTo>
                <a:cubicBezTo>
                  <a:pt x="6024" y="56855"/>
                  <a:pt x="5739" y="56871"/>
                  <a:pt x="5455" y="56871"/>
                </a:cubicBezTo>
                <a:cubicBezTo>
                  <a:pt x="4759" y="56871"/>
                  <a:pt x="4060" y="56773"/>
                  <a:pt x="3367" y="56670"/>
                </a:cubicBezTo>
                <a:lnTo>
                  <a:pt x="2941" y="56670"/>
                </a:lnTo>
                <a:cubicBezTo>
                  <a:pt x="2806" y="56670"/>
                  <a:pt x="2660" y="56815"/>
                  <a:pt x="2660" y="57096"/>
                </a:cubicBezTo>
                <a:cubicBezTo>
                  <a:pt x="2660" y="57231"/>
                  <a:pt x="2806" y="57377"/>
                  <a:pt x="2941" y="57377"/>
                </a:cubicBezTo>
                <a:cubicBezTo>
                  <a:pt x="3928" y="58072"/>
                  <a:pt x="5185" y="57938"/>
                  <a:pt x="6173" y="58633"/>
                </a:cubicBezTo>
                <a:cubicBezTo>
                  <a:pt x="6869" y="59194"/>
                  <a:pt x="7856" y="59475"/>
                  <a:pt x="8552" y="60317"/>
                </a:cubicBezTo>
                <a:cubicBezTo>
                  <a:pt x="10235" y="62426"/>
                  <a:pt x="11784" y="64805"/>
                  <a:pt x="12625" y="67476"/>
                </a:cubicBezTo>
                <a:cubicBezTo>
                  <a:pt x="13186" y="69440"/>
                  <a:pt x="13040" y="71538"/>
                  <a:pt x="13040" y="73648"/>
                </a:cubicBezTo>
                <a:cubicBezTo>
                  <a:pt x="12625" y="85004"/>
                  <a:pt x="12199" y="96372"/>
                  <a:pt x="11918" y="107728"/>
                </a:cubicBezTo>
                <a:cubicBezTo>
                  <a:pt x="13882" y="107167"/>
                  <a:pt x="15846" y="106471"/>
                  <a:pt x="17956" y="105910"/>
                </a:cubicBezTo>
                <a:cubicBezTo>
                  <a:pt x="18371" y="105910"/>
                  <a:pt x="18651" y="105764"/>
                  <a:pt x="18932" y="105349"/>
                </a:cubicBezTo>
                <a:cubicBezTo>
                  <a:pt x="19212" y="105069"/>
                  <a:pt x="19212" y="104642"/>
                  <a:pt x="19212" y="104227"/>
                </a:cubicBezTo>
                <a:cubicBezTo>
                  <a:pt x="19358" y="98190"/>
                  <a:pt x="19493" y="92164"/>
                  <a:pt x="18932" y="86272"/>
                </a:cubicBezTo>
                <a:cubicBezTo>
                  <a:pt x="18797" y="83747"/>
                  <a:pt x="18371" y="81223"/>
                  <a:pt x="18371" y="78698"/>
                </a:cubicBezTo>
                <a:cubicBezTo>
                  <a:pt x="18371" y="75051"/>
                  <a:pt x="19078" y="71404"/>
                  <a:pt x="19919" y="67891"/>
                </a:cubicBezTo>
                <a:lnTo>
                  <a:pt x="21176" y="63268"/>
                </a:lnTo>
                <a:cubicBezTo>
                  <a:pt x="21457" y="62280"/>
                  <a:pt x="21603" y="61158"/>
                  <a:pt x="21737" y="60036"/>
                </a:cubicBezTo>
                <a:cubicBezTo>
                  <a:pt x="22018" y="58779"/>
                  <a:pt x="22298" y="57657"/>
                  <a:pt x="22579" y="56254"/>
                </a:cubicBezTo>
                <a:cubicBezTo>
                  <a:pt x="22725" y="55547"/>
                  <a:pt x="22860" y="54706"/>
                  <a:pt x="23005" y="54010"/>
                </a:cubicBezTo>
                <a:cubicBezTo>
                  <a:pt x="23286" y="53022"/>
                  <a:pt x="23847" y="52327"/>
                  <a:pt x="24689" y="51766"/>
                </a:cubicBezTo>
                <a:cubicBezTo>
                  <a:pt x="25104" y="51339"/>
                  <a:pt x="25665" y="51205"/>
                  <a:pt x="26091" y="50643"/>
                </a:cubicBezTo>
                <a:cubicBezTo>
                  <a:pt x="26507" y="50217"/>
                  <a:pt x="26652" y="49241"/>
                  <a:pt x="26226" y="48814"/>
                </a:cubicBezTo>
                <a:lnTo>
                  <a:pt x="26226" y="48814"/>
                </a:lnTo>
                <a:cubicBezTo>
                  <a:pt x="25530" y="49241"/>
                  <a:pt x="24969" y="49656"/>
                  <a:pt x="24262" y="50082"/>
                </a:cubicBezTo>
                <a:cubicBezTo>
                  <a:pt x="24543" y="48814"/>
                  <a:pt x="24823" y="47692"/>
                  <a:pt x="25104" y="46570"/>
                </a:cubicBezTo>
                <a:cubicBezTo>
                  <a:pt x="25250" y="45874"/>
                  <a:pt x="25384" y="45313"/>
                  <a:pt x="25384" y="44752"/>
                </a:cubicBezTo>
                <a:cubicBezTo>
                  <a:pt x="25384" y="44045"/>
                  <a:pt x="25104" y="43349"/>
                  <a:pt x="24689" y="42923"/>
                </a:cubicBezTo>
                <a:lnTo>
                  <a:pt x="24262" y="42923"/>
                </a:lnTo>
                <a:cubicBezTo>
                  <a:pt x="24689" y="47277"/>
                  <a:pt x="21322" y="50082"/>
                  <a:pt x="20480" y="54010"/>
                </a:cubicBezTo>
                <a:cubicBezTo>
                  <a:pt x="20335" y="54852"/>
                  <a:pt x="20200" y="55828"/>
                  <a:pt x="19919" y="56670"/>
                </a:cubicBezTo>
                <a:cubicBezTo>
                  <a:pt x="19774" y="57096"/>
                  <a:pt x="19493" y="57511"/>
                  <a:pt x="19358" y="57938"/>
                </a:cubicBezTo>
                <a:cubicBezTo>
                  <a:pt x="19212" y="58633"/>
                  <a:pt x="19212" y="59340"/>
                  <a:pt x="19078" y="60036"/>
                </a:cubicBezTo>
                <a:cubicBezTo>
                  <a:pt x="18932" y="60597"/>
                  <a:pt x="18651" y="61158"/>
                  <a:pt x="18236" y="61719"/>
                </a:cubicBezTo>
                <a:cubicBezTo>
                  <a:pt x="18236" y="60743"/>
                  <a:pt x="18371" y="59756"/>
                  <a:pt x="18517" y="58779"/>
                </a:cubicBezTo>
                <a:cubicBezTo>
                  <a:pt x="18090" y="58218"/>
                  <a:pt x="18090" y="57657"/>
                  <a:pt x="18236" y="57096"/>
                </a:cubicBezTo>
                <a:cubicBezTo>
                  <a:pt x="18371" y="56670"/>
                  <a:pt x="18651" y="56254"/>
                  <a:pt x="18797" y="55828"/>
                </a:cubicBezTo>
                <a:cubicBezTo>
                  <a:pt x="19493" y="54706"/>
                  <a:pt x="19358" y="53303"/>
                  <a:pt x="19639" y="52046"/>
                </a:cubicBezTo>
                <a:cubicBezTo>
                  <a:pt x="20054" y="50643"/>
                  <a:pt x="20480" y="49241"/>
                  <a:pt x="20761" y="47838"/>
                </a:cubicBezTo>
                <a:cubicBezTo>
                  <a:pt x="20896" y="46155"/>
                  <a:pt x="20761" y="44472"/>
                  <a:pt x="21042" y="42788"/>
                </a:cubicBezTo>
                <a:cubicBezTo>
                  <a:pt x="21176" y="41801"/>
                  <a:pt x="21603" y="40959"/>
                  <a:pt x="22164" y="40263"/>
                </a:cubicBezTo>
                <a:cubicBezTo>
                  <a:pt x="22444" y="39983"/>
                  <a:pt x="22725" y="39837"/>
                  <a:pt x="23005" y="39556"/>
                </a:cubicBezTo>
                <a:cubicBezTo>
                  <a:pt x="23286" y="39276"/>
                  <a:pt x="23421" y="38861"/>
                  <a:pt x="23286" y="38434"/>
                </a:cubicBezTo>
                <a:cubicBezTo>
                  <a:pt x="22860" y="38434"/>
                  <a:pt x="22579" y="38715"/>
                  <a:pt x="22298" y="38995"/>
                </a:cubicBezTo>
                <a:cubicBezTo>
                  <a:pt x="22100" y="39194"/>
                  <a:pt x="21834" y="39392"/>
                  <a:pt x="21597" y="39392"/>
                </a:cubicBezTo>
                <a:cubicBezTo>
                  <a:pt x="21498" y="39392"/>
                  <a:pt x="21404" y="39358"/>
                  <a:pt x="21322" y="39276"/>
                </a:cubicBezTo>
                <a:cubicBezTo>
                  <a:pt x="21883" y="37873"/>
                  <a:pt x="22444" y="36470"/>
                  <a:pt x="22725" y="34933"/>
                </a:cubicBezTo>
                <a:cubicBezTo>
                  <a:pt x="23005" y="33665"/>
                  <a:pt x="24128" y="32823"/>
                  <a:pt x="25104" y="32262"/>
                </a:cubicBezTo>
                <a:cubicBezTo>
                  <a:pt x="25665" y="32128"/>
                  <a:pt x="26091" y="31847"/>
                  <a:pt x="26226" y="31286"/>
                </a:cubicBezTo>
                <a:cubicBezTo>
                  <a:pt x="26372" y="31140"/>
                  <a:pt x="26372" y="31006"/>
                  <a:pt x="26372" y="31006"/>
                </a:cubicBezTo>
                <a:cubicBezTo>
                  <a:pt x="26507" y="30725"/>
                  <a:pt x="26787" y="30860"/>
                  <a:pt x="26933" y="30725"/>
                </a:cubicBezTo>
                <a:cubicBezTo>
                  <a:pt x="27068" y="30579"/>
                  <a:pt x="27214" y="30299"/>
                  <a:pt x="27348" y="30164"/>
                </a:cubicBezTo>
                <a:cubicBezTo>
                  <a:pt x="27494" y="30164"/>
                  <a:pt x="27629" y="30018"/>
                  <a:pt x="27775" y="30018"/>
                </a:cubicBezTo>
                <a:cubicBezTo>
                  <a:pt x="28470" y="29883"/>
                  <a:pt x="29031" y="29737"/>
                  <a:pt x="29593" y="29322"/>
                </a:cubicBezTo>
                <a:cubicBezTo>
                  <a:pt x="29312" y="29322"/>
                  <a:pt x="29177" y="29042"/>
                  <a:pt x="29031" y="28896"/>
                </a:cubicBezTo>
                <a:lnTo>
                  <a:pt x="28616" y="28896"/>
                </a:lnTo>
                <a:cubicBezTo>
                  <a:pt x="27629" y="29176"/>
                  <a:pt x="26787" y="29457"/>
                  <a:pt x="25945" y="30164"/>
                </a:cubicBezTo>
                <a:cubicBezTo>
                  <a:pt x="25811" y="30299"/>
                  <a:pt x="25530" y="30444"/>
                  <a:pt x="25250" y="30579"/>
                </a:cubicBezTo>
                <a:cubicBezTo>
                  <a:pt x="25104" y="30725"/>
                  <a:pt x="24823" y="30725"/>
                  <a:pt x="24543" y="30860"/>
                </a:cubicBezTo>
                <a:cubicBezTo>
                  <a:pt x="24408" y="31006"/>
                  <a:pt x="24128" y="31140"/>
                  <a:pt x="23982" y="31286"/>
                </a:cubicBezTo>
                <a:cubicBezTo>
                  <a:pt x="23887" y="31381"/>
                  <a:pt x="23719" y="31481"/>
                  <a:pt x="23531" y="31481"/>
                </a:cubicBezTo>
                <a:cubicBezTo>
                  <a:pt x="23452" y="31481"/>
                  <a:pt x="23369" y="31464"/>
                  <a:pt x="23286" y="31421"/>
                </a:cubicBezTo>
                <a:cubicBezTo>
                  <a:pt x="23286" y="30725"/>
                  <a:pt x="23421" y="30299"/>
                  <a:pt x="23566" y="29603"/>
                </a:cubicBezTo>
                <a:cubicBezTo>
                  <a:pt x="23701" y="29042"/>
                  <a:pt x="23566" y="28200"/>
                  <a:pt x="23847" y="27639"/>
                </a:cubicBezTo>
                <a:lnTo>
                  <a:pt x="24262" y="27213"/>
                </a:lnTo>
                <a:cubicBezTo>
                  <a:pt x="24543" y="26932"/>
                  <a:pt x="24543" y="26652"/>
                  <a:pt x="24408" y="26517"/>
                </a:cubicBezTo>
                <a:cubicBezTo>
                  <a:pt x="24408" y="26371"/>
                  <a:pt x="24128" y="26236"/>
                  <a:pt x="23982" y="26090"/>
                </a:cubicBezTo>
                <a:lnTo>
                  <a:pt x="23982" y="25810"/>
                </a:lnTo>
                <a:cubicBezTo>
                  <a:pt x="23566" y="23566"/>
                  <a:pt x="23847" y="21321"/>
                  <a:pt x="24408" y="19357"/>
                </a:cubicBezTo>
                <a:cubicBezTo>
                  <a:pt x="24689" y="18381"/>
                  <a:pt x="25104" y="17259"/>
                  <a:pt x="24823" y="16271"/>
                </a:cubicBezTo>
                <a:lnTo>
                  <a:pt x="24823" y="16271"/>
                </a:lnTo>
                <a:cubicBezTo>
                  <a:pt x="23982" y="17540"/>
                  <a:pt x="23421" y="19077"/>
                  <a:pt x="23140" y="20480"/>
                </a:cubicBezTo>
                <a:cubicBezTo>
                  <a:pt x="23005" y="21321"/>
                  <a:pt x="23005" y="22028"/>
                  <a:pt x="23005" y="22724"/>
                </a:cubicBezTo>
                <a:cubicBezTo>
                  <a:pt x="22860" y="23992"/>
                  <a:pt x="22725" y="25114"/>
                  <a:pt x="22579" y="26236"/>
                </a:cubicBezTo>
                <a:cubicBezTo>
                  <a:pt x="22444" y="27078"/>
                  <a:pt x="22444" y="27920"/>
                  <a:pt x="22298" y="28615"/>
                </a:cubicBezTo>
                <a:cubicBezTo>
                  <a:pt x="22164" y="29322"/>
                  <a:pt x="22164" y="30018"/>
                  <a:pt x="22018" y="30579"/>
                </a:cubicBezTo>
                <a:cubicBezTo>
                  <a:pt x="21603" y="32408"/>
                  <a:pt x="20615" y="34091"/>
                  <a:pt x="19919" y="35775"/>
                </a:cubicBezTo>
                <a:cubicBezTo>
                  <a:pt x="19078" y="37458"/>
                  <a:pt x="18797" y="38995"/>
                  <a:pt x="18517" y="40959"/>
                </a:cubicBezTo>
                <a:cubicBezTo>
                  <a:pt x="18517" y="42081"/>
                  <a:pt x="18517" y="43765"/>
                  <a:pt x="17810" y="44887"/>
                </a:cubicBezTo>
                <a:cubicBezTo>
                  <a:pt x="17529" y="45313"/>
                  <a:pt x="17114" y="45728"/>
                  <a:pt x="17114" y="46289"/>
                </a:cubicBezTo>
                <a:lnTo>
                  <a:pt x="17114" y="46996"/>
                </a:lnTo>
                <a:cubicBezTo>
                  <a:pt x="17249" y="47973"/>
                  <a:pt x="16688" y="48960"/>
                  <a:pt x="16688" y="50082"/>
                </a:cubicBezTo>
                <a:lnTo>
                  <a:pt x="16688" y="51205"/>
                </a:lnTo>
                <a:cubicBezTo>
                  <a:pt x="16688" y="51485"/>
                  <a:pt x="16688" y="51766"/>
                  <a:pt x="16553" y="52181"/>
                </a:cubicBezTo>
                <a:cubicBezTo>
                  <a:pt x="16272" y="52181"/>
                  <a:pt x="15992" y="51900"/>
                  <a:pt x="15846" y="51620"/>
                </a:cubicBezTo>
                <a:lnTo>
                  <a:pt x="15846" y="50643"/>
                </a:lnTo>
                <a:cubicBezTo>
                  <a:pt x="15846" y="50082"/>
                  <a:pt x="15565" y="49375"/>
                  <a:pt x="15285" y="48814"/>
                </a:cubicBezTo>
                <a:cubicBezTo>
                  <a:pt x="14870" y="47277"/>
                  <a:pt x="15004" y="45874"/>
                  <a:pt x="15004" y="44472"/>
                </a:cubicBezTo>
                <a:cubicBezTo>
                  <a:pt x="15004" y="42788"/>
                  <a:pt x="14870" y="41105"/>
                  <a:pt x="14870" y="39422"/>
                </a:cubicBezTo>
                <a:cubicBezTo>
                  <a:pt x="15004" y="36190"/>
                  <a:pt x="15431" y="32823"/>
                  <a:pt x="14589" y="29603"/>
                </a:cubicBezTo>
                <a:cubicBezTo>
                  <a:pt x="13882" y="26932"/>
                  <a:pt x="12345" y="24968"/>
                  <a:pt x="11638" y="22443"/>
                </a:cubicBezTo>
                <a:cubicBezTo>
                  <a:pt x="11503" y="21321"/>
                  <a:pt x="11223" y="20345"/>
                  <a:pt x="11077" y="19357"/>
                </a:cubicBezTo>
                <a:cubicBezTo>
                  <a:pt x="10796" y="16978"/>
                  <a:pt x="10661" y="14734"/>
                  <a:pt x="10661" y="12344"/>
                </a:cubicBezTo>
                <a:cubicBezTo>
                  <a:pt x="10796" y="11648"/>
                  <a:pt x="10796" y="10941"/>
                  <a:pt x="11077" y="10380"/>
                </a:cubicBezTo>
                <a:cubicBezTo>
                  <a:pt x="11357" y="10100"/>
                  <a:pt x="11638" y="9819"/>
                  <a:pt x="11784" y="9538"/>
                </a:cubicBezTo>
                <a:cubicBezTo>
                  <a:pt x="11918" y="9123"/>
                  <a:pt x="12064" y="8697"/>
                  <a:pt x="11784" y="8416"/>
                </a:cubicBezTo>
                <a:cubicBezTo>
                  <a:pt x="11357" y="8562"/>
                  <a:pt x="11077" y="8843"/>
                  <a:pt x="10796" y="9258"/>
                </a:cubicBezTo>
                <a:cubicBezTo>
                  <a:pt x="10100" y="9123"/>
                  <a:pt x="9539" y="8282"/>
                  <a:pt x="9393" y="7440"/>
                </a:cubicBezTo>
                <a:cubicBezTo>
                  <a:pt x="9259" y="6733"/>
                  <a:pt x="9259" y="5891"/>
                  <a:pt x="9259" y="5050"/>
                </a:cubicBezTo>
                <a:cubicBezTo>
                  <a:pt x="9259" y="3512"/>
                  <a:pt x="8832" y="1964"/>
                  <a:pt x="8271" y="707"/>
                </a:cubicBezTo>
                <a:cubicBezTo>
                  <a:pt x="8137" y="3367"/>
                  <a:pt x="8137" y="6037"/>
                  <a:pt x="7991" y="8697"/>
                </a:cubicBezTo>
                <a:cubicBezTo>
                  <a:pt x="7991" y="9258"/>
                  <a:pt x="7991" y="9819"/>
                  <a:pt x="8137" y="10380"/>
                </a:cubicBezTo>
                <a:cubicBezTo>
                  <a:pt x="8271" y="10661"/>
                  <a:pt x="8552" y="11087"/>
                  <a:pt x="8698" y="11368"/>
                </a:cubicBezTo>
                <a:cubicBezTo>
                  <a:pt x="9259" y="12770"/>
                  <a:pt x="9113" y="14454"/>
                  <a:pt x="8832" y="16137"/>
                </a:cubicBezTo>
                <a:cubicBezTo>
                  <a:pt x="7295" y="13612"/>
                  <a:pt x="5612" y="11368"/>
                  <a:pt x="4344" y="8977"/>
                </a:cubicBezTo>
                <a:cubicBezTo>
                  <a:pt x="2941" y="6172"/>
                  <a:pt x="1819" y="3086"/>
                  <a:pt x="977"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14"/>
          <p:cNvSpPr/>
          <p:nvPr/>
        </p:nvSpPr>
        <p:spPr>
          <a:xfrm>
            <a:off x="7889926" y="3243901"/>
            <a:ext cx="761070" cy="2054927"/>
          </a:xfrm>
          <a:custGeom>
            <a:avLst/>
            <a:gdLst/>
            <a:ahLst/>
            <a:cxnLst/>
            <a:rect l="l" t="t" r="r" b="b"/>
            <a:pathLst>
              <a:path w="29738" h="89774" extrusionOk="0">
                <a:moveTo>
                  <a:pt x="16552" y="0"/>
                </a:moveTo>
                <a:cubicBezTo>
                  <a:pt x="16552" y="842"/>
                  <a:pt x="16552" y="1818"/>
                  <a:pt x="16698" y="2660"/>
                </a:cubicBezTo>
                <a:cubicBezTo>
                  <a:pt x="16698" y="3647"/>
                  <a:pt x="16979" y="4624"/>
                  <a:pt x="16979" y="5611"/>
                </a:cubicBezTo>
                <a:cubicBezTo>
                  <a:pt x="16833" y="6172"/>
                  <a:pt x="16833" y="6733"/>
                  <a:pt x="16698" y="7429"/>
                </a:cubicBezTo>
                <a:lnTo>
                  <a:pt x="16698" y="8832"/>
                </a:lnTo>
                <a:cubicBezTo>
                  <a:pt x="16552" y="9258"/>
                  <a:pt x="16552" y="9819"/>
                  <a:pt x="16418" y="10235"/>
                </a:cubicBezTo>
                <a:cubicBezTo>
                  <a:pt x="16418" y="10235"/>
                  <a:pt x="16418" y="10380"/>
                  <a:pt x="16272" y="10380"/>
                </a:cubicBezTo>
                <a:cubicBezTo>
                  <a:pt x="16137" y="10796"/>
                  <a:pt x="16137" y="11076"/>
                  <a:pt x="16137" y="11503"/>
                </a:cubicBezTo>
                <a:cubicBezTo>
                  <a:pt x="16272" y="11918"/>
                  <a:pt x="16418" y="12198"/>
                  <a:pt x="16418" y="12625"/>
                </a:cubicBezTo>
                <a:cubicBezTo>
                  <a:pt x="16552" y="13040"/>
                  <a:pt x="16418" y="13466"/>
                  <a:pt x="16272" y="13747"/>
                </a:cubicBezTo>
                <a:cubicBezTo>
                  <a:pt x="16137" y="15004"/>
                  <a:pt x="16272" y="16552"/>
                  <a:pt x="15576" y="17529"/>
                </a:cubicBezTo>
                <a:cubicBezTo>
                  <a:pt x="14588" y="16406"/>
                  <a:pt x="14027" y="15150"/>
                  <a:pt x="13612" y="13601"/>
                </a:cubicBezTo>
                <a:cubicBezTo>
                  <a:pt x="13612" y="13321"/>
                  <a:pt x="13466" y="13186"/>
                  <a:pt x="13466" y="12905"/>
                </a:cubicBezTo>
                <a:lnTo>
                  <a:pt x="13893" y="11637"/>
                </a:lnTo>
                <a:cubicBezTo>
                  <a:pt x="14308" y="10661"/>
                  <a:pt x="14308" y="9539"/>
                  <a:pt x="14027" y="8551"/>
                </a:cubicBezTo>
                <a:cubicBezTo>
                  <a:pt x="13893" y="8551"/>
                  <a:pt x="13747" y="8697"/>
                  <a:pt x="13747" y="8978"/>
                </a:cubicBezTo>
                <a:cubicBezTo>
                  <a:pt x="13612" y="9258"/>
                  <a:pt x="13747" y="9393"/>
                  <a:pt x="13612" y="9673"/>
                </a:cubicBezTo>
                <a:cubicBezTo>
                  <a:pt x="13612" y="9954"/>
                  <a:pt x="13466" y="10100"/>
                  <a:pt x="13332" y="10380"/>
                </a:cubicBezTo>
                <a:cubicBezTo>
                  <a:pt x="13051" y="10796"/>
                  <a:pt x="12905" y="11503"/>
                  <a:pt x="12771" y="12198"/>
                </a:cubicBezTo>
                <a:cubicBezTo>
                  <a:pt x="12490" y="11918"/>
                  <a:pt x="12344" y="11637"/>
                  <a:pt x="12064" y="11357"/>
                </a:cubicBezTo>
                <a:cubicBezTo>
                  <a:pt x="12064" y="11357"/>
                  <a:pt x="11929" y="11222"/>
                  <a:pt x="11929" y="11076"/>
                </a:cubicBezTo>
                <a:cubicBezTo>
                  <a:pt x="11783" y="10942"/>
                  <a:pt x="11783" y="10661"/>
                  <a:pt x="11783" y="10380"/>
                </a:cubicBezTo>
                <a:cubicBezTo>
                  <a:pt x="11503" y="10100"/>
                  <a:pt x="11368" y="9819"/>
                  <a:pt x="11222" y="9393"/>
                </a:cubicBezTo>
                <a:cubicBezTo>
                  <a:pt x="11222" y="9258"/>
                  <a:pt x="11222" y="8978"/>
                  <a:pt x="11087" y="8832"/>
                </a:cubicBezTo>
                <a:lnTo>
                  <a:pt x="10807" y="8551"/>
                </a:lnTo>
                <a:cubicBezTo>
                  <a:pt x="10661" y="8551"/>
                  <a:pt x="10526" y="8417"/>
                  <a:pt x="10380" y="8417"/>
                </a:cubicBezTo>
                <a:cubicBezTo>
                  <a:pt x="10246" y="8271"/>
                  <a:pt x="10100" y="8136"/>
                  <a:pt x="9965" y="8136"/>
                </a:cubicBezTo>
                <a:cubicBezTo>
                  <a:pt x="10100" y="8697"/>
                  <a:pt x="10100" y="9258"/>
                  <a:pt x="10246" y="9673"/>
                </a:cubicBezTo>
                <a:cubicBezTo>
                  <a:pt x="10380" y="10235"/>
                  <a:pt x="10661" y="10661"/>
                  <a:pt x="10941" y="11222"/>
                </a:cubicBezTo>
                <a:cubicBezTo>
                  <a:pt x="10941" y="11503"/>
                  <a:pt x="11087" y="11783"/>
                  <a:pt x="11222" y="12064"/>
                </a:cubicBezTo>
                <a:cubicBezTo>
                  <a:pt x="11503" y="12344"/>
                  <a:pt x="11648" y="12625"/>
                  <a:pt x="11783" y="12905"/>
                </a:cubicBezTo>
                <a:cubicBezTo>
                  <a:pt x="12490" y="14027"/>
                  <a:pt x="12905" y="15430"/>
                  <a:pt x="13186" y="16833"/>
                </a:cubicBezTo>
                <a:cubicBezTo>
                  <a:pt x="13332" y="17248"/>
                  <a:pt x="13332" y="17675"/>
                  <a:pt x="13612" y="18090"/>
                </a:cubicBezTo>
                <a:cubicBezTo>
                  <a:pt x="13747" y="18516"/>
                  <a:pt x="14027" y="18931"/>
                  <a:pt x="14173" y="19358"/>
                </a:cubicBezTo>
                <a:cubicBezTo>
                  <a:pt x="14308" y="19773"/>
                  <a:pt x="14454" y="20334"/>
                  <a:pt x="14588" y="20761"/>
                </a:cubicBezTo>
                <a:cubicBezTo>
                  <a:pt x="14734" y="21737"/>
                  <a:pt x="15295" y="22578"/>
                  <a:pt x="15711" y="23566"/>
                </a:cubicBezTo>
                <a:cubicBezTo>
                  <a:pt x="16418" y="25249"/>
                  <a:pt x="16272" y="27213"/>
                  <a:pt x="15991" y="29177"/>
                </a:cubicBezTo>
                <a:cubicBezTo>
                  <a:pt x="15857" y="30153"/>
                  <a:pt x="15857" y="30995"/>
                  <a:pt x="15576" y="31982"/>
                </a:cubicBezTo>
                <a:cubicBezTo>
                  <a:pt x="15150" y="30995"/>
                  <a:pt x="14173" y="30434"/>
                  <a:pt x="13893" y="29311"/>
                </a:cubicBezTo>
                <a:cubicBezTo>
                  <a:pt x="13893" y="29177"/>
                  <a:pt x="13893" y="28896"/>
                  <a:pt x="13747" y="28750"/>
                </a:cubicBezTo>
                <a:cubicBezTo>
                  <a:pt x="13747" y="28616"/>
                  <a:pt x="13612" y="28616"/>
                  <a:pt x="13466" y="28470"/>
                </a:cubicBezTo>
                <a:lnTo>
                  <a:pt x="12625" y="28055"/>
                </a:lnTo>
                <a:lnTo>
                  <a:pt x="12625" y="28055"/>
                </a:lnTo>
                <a:cubicBezTo>
                  <a:pt x="12490" y="28335"/>
                  <a:pt x="12625" y="28616"/>
                  <a:pt x="12771" y="28750"/>
                </a:cubicBezTo>
                <a:cubicBezTo>
                  <a:pt x="12905" y="29031"/>
                  <a:pt x="13051" y="29177"/>
                  <a:pt x="13186" y="29311"/>
                </a:cubicBezTo>
                <a:cubicBezTo>
                  <a:pt x="13612" y="30018"/>
                  <a:pt x="13612" y="30995"/>
                  <a:pt x="14027" y="31702"/>
                </a:cubicBezTo>
                <a:cubicBezTo>
                  <a:pt x="14173" y="32117"/>
                  <a:pt x="14308" y="32263"/>
                  <a:pt x="14454" y="32543"/>
                </a:cubicBezTo>
                <a:cubicBezTo>
                  <a:pt x="15015" y="33665"/>
                  <a:pt x="15015" y="35068"/>
                  <a:pt x="15430" y="36190"/>
                </a:cubicBezTo>
                <a:lnTo>
                  <a:pt x="15857" y="37447"/>
                </a:lnTo>
                <a:cubicBezTo>
                  <a:pt x="15991" y="38008"/>
                  <a:pt x="15991" y="38569"/>
                  <a:pt x="15991" y="39276"/>
                </a:cubicBezTo>
                <a:cubicBezTo>
                  <a:pt x="15991" y="40253"/>
                  <a:pt x="15991" y="41375"/>
                  <a:pt x="15857" y="42497"/>
                </a:cubicBezTo>
                <a:cubicBezTo>
                  <a:pt x="15857" y="43339"/>
                  <a:pt x="15576" y="44046"/>
                  <a:pt x="15430" y="44887"/>
                </a:cubicBezTo>
                <a:cubicBezTo>
                  <a:pt x="15295" y="46425"/>
                  <a:pt x="15015" y="47827"/>
                  <a:pt x="14869" y="49230"/>
                </a:cubicBezTo>
                <a:cubicBezTo>
                  <a:pt x="14734" y="50633"/>
                  <a:pt x="14869" y="52181"/>
                  <a:pt x="14588" y="53584"/>
                </a:cubicBezTo>
                <a:cubicBezTo>
                  <a:pt x="14308" y="55682"/>
                  <a:pt x="14173" y="57792"/>
                  <a:pt x="14308" y="59891"/>
                </a:cubicBezTo>
                <a:cubicBezTo>
                  <a:pt x="14308" y="60452"/>
                  <a:pt x="14173" y="61013"/>
                  <a:pt x="13893" y="61293"/>
                </a:cubicBezTo>
                <a:cubicBezTo>
                  <a:pt x="13747" y="60878"/>
                  <a:pt x="13466" y="60598"/>
                  <a:pt x="13466" y="60036"/>
                </a:cubicBezTo>
                <a:cubicBezTo>
                  <a:pt x="13466" y="59891"/>
                  <a:pt x="13466" y="59756"/>
                  <a:pt x="13332" y="59610"/>
                </a:cubicBezTo>
                <a:cubicBezTo>
                  <a:pt x="13332" y="59404"/>
                  <a:pt x="13253" y="59277"/>
                  <a:pt x="13158" y="59277"/>
                </a:cubicBezTo>
                <a:cubicBezTo>
                  <a:pt x="13124" y="59277"/>
                  <a:pt x="13087" y="59294"/>
                  <a:pt x="13051" y="59329"/>
                </a:cubicBezTo>
                <a:lnTo>
                  <a:pt x="13051" y="59475"/>
                </a:lnTo>
                <a:cubicBezTo>
                  <a:pt x="12905" y="59891"/>
                  <a:pt x="12905" y="60452"/>
                  <a:pt x="13051" y="60878"/>
                </a:cubicBezTo>
                <a:cubicBezTo>
                  <a:pt x="13051" y="61013"/>
                  <a:pt x="13186" y="61159"/>
                  <a:pt x="13186" y="61439"/>
                </a:cubicBezTo>
                <a:lnTo>
                  <a:pt x="13186" y="61854"/>
                </a:lnTo>
                <a:cubicBezTo>
                  <a:pt x="13186" y="62561"/>
                  <a:pt x="13186" y="63122"/>
                  <a:pt x="13332" y="63818"/>
                </a:cubicBezTo>
                <a:cubicBezTo>
                  <a:pt x="13332" y="64379"/>
                  <a:pt x="13466" y="65086"/>
                  <a:pt x="13186" y="65647"/>
                </a:cubicBezTo>
                <a:lnTo>
                  <a:pt x="12771" y="64806"/>
                </a:lnTo>
                <a:cubicBezTo>
                  <a:pt x="12490" y="64099"/>
                  <a:pt x="12209" y="63403"/>
                  <a:pt x="12064" y="62696"/>
                </a:cubicBezTo>
                <a:cubicBezTo>
                  <a:pt x="11783" y="61854"/>
                  <a:pt x="11783" y="61159"/>
                  <a:pt x="11368" y="60452"/>
                </a:cubicBezTo>
                <a:cubicBezTo>
                  <a:pt x="11222" y="60317"/>
                  <a:pt x="11087" y="60036"/>
                  <a:pt x="11087" y="59756"/>
                </a:cubicBezTo>
                <a:cubicBezTo>
                  <a:pt x="10941" y="59475"/>
                  <a:pt x="10941" y="59049"/>
                  <a:pt x="10941" y="58768"/>
                </a:cubicBezTo>
                <a:cubicBezTo>
                  <a:pt x="10941" y="58488"/>
                  <a:pt x="10807" y="58073"/>
                  <a:pt x="10661" y="57792"/>
                </a:cubicBezTo>
                <a:cubicBezTo>
                  <a:pt x="10246" y="56670"/>
                  <a:pt x="9819" y="55402"/>
                  <a:pt x="9404" y="54145"/>
                </a:cubicBezTo>
                <a:cubicBezTo>
                  <a:pt x="8978" y="53023"/>
                  <a:pt x="9404" y="52035"/>
                  <a:pt x="9258" y="50913"/>
                </a:cubicBezTo>
                <a:lnTo>
                  <a:pt x="8843" y="49656"/>
                </a:lnTo>
                <a:lnTo>
                  <a:pt x="8697" y="49656"/>
                </a:lnTo>
                <a:cubicBezTo>
                  <a:pt x="8697" y="50352"/>
                  <a:pt x="8697" y="51059"/>
                  <a:pt x="8562" y="51755"/>
                </a:cubicBezTo>
                <a:cubicBezTo>
                  <a:pt x="8282" y="51340"/>
                  <a:pt x="8136" y="50779"/>
                  <a:pt x="8001" y="50217"/>
                </a:cubicBezTo>
                <a:cubicBezTo>
                  <a:pt x="7721" y="48669"/>
                  <a:pt x="7721" y="47131"/>
                  <a:pt x="7855" y="45583"/>
                </a:cubicBezTo>
                <a:cubicBezTo>
                  <a:pt x="7855" y="44887"/>
                  <a:pt x="8001" y="44326"/>
                  <a:pt x="8136" y="43765"/>
                </a:cubicBezTo>
                <a:cubicBezTo>
                  <a:pt x="8282" y="43204"/>
                  <a:pt x="8562" y="42643"/>
                  <a:pt x="8978" y="42497"/>
                </a:cubicBezTo>
                <a:cubicBezTo>
                  <a:pt x="9258" y="42362"/>
                  <a:pt x="9404" y="42362"/>
                  <a:pt x="9539" y="42216"/>
                </a:cubicBezTo>
                <a:cubicBezTo>
                  <a:pt x="9819" y="41936"/>
                  <a:pt x="10100" y="41375"/>
                  <a:pt x="10380" y="41240"/>
                </a:cubicBezTo>
                <a:lnTo>
                  <a:pt x="10380" y="40814"/>
                </a:lnTo>
                <a:cubicBezTo>
                  <a:pt x="10246" y="40814"/>
                  <a:pt x="9965" y="40814"/>
                  <a:pt x="9819" y="40960"/>
                </a:cubicBezTo>
                <a:cubicBezTo>
                  <a:pt x="9685" y="41094"/>
                  <a:pt x="9539" y="41240"/>
                  <a:pt x="9404" y="41240"/>
                </a:cubicBezTo>
                <a:cubicBezTo>
                  <a:pt x="8978" y="41655"/>
                  <a:pt x="8562" y="41801"/>
                  <a:pt x="8136" y="41936"/>
                </a:cubicBezTo>
                <a:lnTo>
                  <a:pt x="8001" y="41936"/>
                </a:lnTo>
                <a:cubicBezTo>
                  <a:pt x="7855" y="41801"/>
                  <a:pt x="7855" y="41655"/>
                  <a:pt x="7855" y="41375"/>
                </a:cubicBezTo>
                <a:cubicBezTo>
                  <a:pt x="7855" y="40679"/>
                  <a:pt x="7855" y="39837"/>
                  <a:pt x="7575" y="39276"/>
                </a:cubicBezTo>
                <a:cubicBezTo>
                  <a:pt x="7294" y="38569"/>
                  <a:pt x="6733" y="38008"/>
                  <a:pt x="6879" y="37167"/>
                </a:cubicBezTo>
                <a:lnTo>
                  <a:pt x="6879" y="37167"/>
                </a:lnTo>
                <a:cubicBezTo>
                  <a:pt x="6599" y="37313"/>
                  <a:pt x="6599" y="37728"/>
                  <a:pt x="6599" y="38154"/>
                </a:cubicBezTo>
                <a:cubicBezTo>
                  <a:pt x="6879" y="39276"/>
                  <a:pt x="7160" y="40679"/>
                  <a:pt x="7014" y="41936"/>
                </a:cubicBezTo>
                <a:cubicBezTo>
                  <a:pt x="7014" y="43058"/>
                  <a:pt x="6599" y="44046"/>
                  <a:pt x="6599" y="45168"/>
                </a:cubicBezTo>
                <a:cubicBezTo>
                  <a:pt x="6599" y="46009"/>
                  <a:pt x="6733" y="46986"/>
                  <a:pt x="6453" y="47693"/>
                </a:cubicBezTo>
                <a:cubicBezTo>
                  <a:pt x="5757" y="46851"/>
                  <a:pt x="5196" y="45729"/>
                  <a:pt x="4635" y="44887"/>
                </a:cubicBezTo>
                <a:cubicBezTo>
                  <a:pt x="4074" y="43900"/>
                  <a:pt x="4208" y="42497"/>
                  <a:pt x="4354" y="41375"/>
                </a:cubicBezTo>
                <a:lnTo>
                  <a:pt x="4354" y="41375"/>
                </a:lnTo>
                <a:cubicBezTo>
                  <a:pt x="4074" y="41655"/>
                  <a:pt x="3793" y="42216"/>
                  <a:pt x="3647" y="42777"/>
                </a:cubicBezTo>
                <a:cubicBezTo>
                  <a:pt x="3513" y="43339"/>
                  <a:pt x="3647" y="43900"/>
                  <a:pt x="3647" y="44461"/>
                </a:cubicBezTo>
                <a:cubicBezTo>
                  <a:pt x="3086" y="43619"/>
                  <a:pt x="2671" y="42643"/>
                  <a:pt x="1964" y="42216"/>
                </a:cubicBezTo>
                <a:cubicBezTo>
                  <a:pt x="1684" y="42082"/>
                  <a:pt x="1403" y="42082"/>
                  <a:pt x="1268" y="41936"/>
                </a:cubicBezTo>
                <a:cubicBezTo>
                  <a:pt x="1122" y="41801"/>
                  <a:pt x="1122" y="41655"/>
                  <a:pt x="988" y="41521"/>
                </a:cubicBezTo>
                <a:cubicBezTo>
                  <a:pt x="707" y="41094"/>
                  <a:pt x="146" y="40960"/>
                  <a:pt x="0" y="40253"/>
                </a:cubicBezTo>
                <a:lnTo>
                  <a:pt x="0" y="40253"/>
                </a:lnTo>
                <a:cubicBezTo>
                  <a:pt x="146" y="40960"/>
                  <a:pt x="427" y="41655"/>
                  <a:pt x="842" y="42082"/>
                </a:cubicBezTo>
                <a:cubicBezTo>
                  <a:pt x="988" y="42362"/>
                  <a:pt x="1122" y="42497"/>
                  <a:pt x="1268" y="42643"/>
                </a:cubicBezTo>
                <a:cubicBezTo>
                  <a:pt x="1268" y="42923"/>
                  <a:pt x="1403" y="43204"/>
                  <a:pt x="1549" y="43339"/>
                </a:cubicBezTo>
                <a:cubicBezTo>
                  <a:pt x="1684" y="43484"/>
                  <a:pt x="1829" y="43484"/>
                  <a:pt x="1964" y="43484"/>
                </a:cubicBezTo>
                <a:cubicBezTo>
                  <a:pt x="2245" y="43619"/>
                  <a:pt x="2390" y="43900"/>
                  <a:pt x="2525" y="44326"/>
                </a:cubicBezTo>
                <a:cubicBezTo>
                  <a:pt x="3793" y="46290"/>
                  <a:pt x="4769" y="48669"/>
                  <a:pt x="5757" y="50913"/>
                </a:cubicBezTo>
                <a:cubicBezTo>
                  <a:pt x="6172" y="51620"/>
                  <a:pt x="6453" y="52316"/>
                  <a:pt x="6599" y="53023"/>
                </a:cubicBezTo>
                <a:cubicBezTo>
                  <a:pt x="6733" y="53719"/>
                  <a:pt x="6733" y="54280"/>
                  <a:pt x="7014" y="54987"/>
                </a:cubicBezTo>
                <a:cubicBezTo>
                  <a:pt x="7160" y="55402"/>
                  <a:pt x="7575" y="55828"/>
                  <a:pt x="7294" y="56243"/>
                </a:cubicBezTo>
                <a:cubicBezTo>
                  <a:pt x="6976" y="56029"/>
                  <a:pt x="6652" y="55735"/>
                  <a:pt x="6331" y="55735"/>
                </a:cubicBezTo>
                <a:cubicBezTo>
                  <a:pt x="6233" y="55735"/>
                  <a:pt x="6135" y="55763"/>
                  <a:pt x="6038" y="55828"/>
                </a:cubicBezTo>
                <a:cubicBezTo>
                  <a:pt x="6318" y="56524"/>
                  <a:pt x="6733" y="57231"/>
                  <a:pt x="7294" y="57646"/>
                </a:cubicBezTo>
                <a:cubicBezTo>
                  <a:pt x="7440" y="57927"/>
                  <a:pt x="7721" y="58073"/>
                  <a:pt x="7855" y="58207"/>
                </a:cubicBezTo>
                <a:cubicBezTo>
                  <a:pt x="8562" y="59049"/>
                  <a:pt x="8697" y="60171"/>
                  <a:pt x="8978" y="61293"/>
                </a:cubicBezTo>
                <a:cubicBezTo>
                  <a:pt x="8978" y="61434"/>
                  <a:pt x="9374" y="63130"/>
                  <a:pt x="9272" y="63130"/>
                </a:cubicBezTo>
                <a:cubicBezTo>
                  <a:pt x="9268" y="63130"/>
                  <a:pt x="9263" y="63127"/>
                  <a:pt x="9258" y="63122"/>
                </a:cubicBezTo>
                <a:cubicBezTo>
                  <a:pt x="8697" y="62842"/>
                  <a:pt x="8136" y="62415"/>
                  <a:pt x="7721" y="61854"/>
                </a:cubicBezTo>
                <a:cubicBezTo>
                  <a:pt x="7294" y="61439"/>
                  <a:pt x="7014" y="61013"/>
                  <a:pt x="7160" y="60452"/>
                </a:cubicBezTo>
                <a:cubicBezTo>
                  <a:pt x="6879" y="60171"/>
                  <a:pt x="6599" y="60036"/>
                  <a:pt x="6318" y="60036"/>
                </a:cubicBezTo>
                <a:lnTo>
                  <a:pt x="6318" y="60598"/>
                </a:lnTo>
                <a:cubicBezTo>
                  <a:pt x="5476" y="60452"/>
                  <a:pt x="5050" y="59329"/>
                  <a:pt x="4489" y="58634"/>
                </a:cubicBezTo>
                <a:cubicBezTo>
                  <a:pt x="4354" y="58488"/>
                  <a:pt x="4074" y="58353"/>
                  <a:pt x="3928" y="58207"/>
                </a:cubicBezTo>
                <a:cubicBezTo>
                  <a:pt x="3793" y="57792"/>
                  <a:pt x="3647" y="57366"/>
                  <a:pt x="3513" y="56805"/>
                </a:cubicBezTo>
                <a:cubicBezTo>
                  <a:pt x="3367" y="56389"/>
                  <a:pt x="3086" y="55963"/>
                  <a:pt x="2671" y="55828"/>
                </a:cubicBezTo>
                <a:lnTo>
                  <a:pt x="2671" y="55828"/>
                </a:lnTo>
                <a:cubicBezTo>
                  <a:pt x="2806" y="56524"/>
                  <a:pt x="2806" y="57085"/>
                  <a:pt x="2952" y="57646"/>
                </a:cubicBezTo>
                <a:cubicBezTo>
                  <a:pt x="2952" y="58353"/>
                  <a:pt x="3086" y="58768"/>
                  <a:pt x="2671" y="59049"/>
                </a:cubicBezTo>
                <a:cubicBezTo>
                  <a:pt x="2525" y="59195"/>
                  <a:pt x="2671" y="59610"/>
                  <a:pt x="2806" y="59610"/>
                </a:cubicBezTo>
                <a:cubicBezTo>
                  <a:pt x="3086" y="59756"/>
                  <a:pt x="3232" y="59756"/>
                  <a:pt x="3513" y="59756"/>
                </a:cubicBezTo>
                <a:cubicBezTo>
                  <a:pt x="4074" y="59891"/>
                  <a:pt x="4354" y="60732"/>
                  <a:pt x="4769" y="61159"/>
                </a:cubicBezTo>
                <a:cubicBezTo>
                  <a:pt x="5050" y="61293"/>
                  <a:pt x="5196" y="61439"/>
                  <a:pt x="5476" y="61574"/>
                </a:cubicBezTo>
                <a:cubicBezTo>
                  <a:pt x="5757" y="61720"/>
                  <a:pt x="5892" y="62000"/>
                  <a:pt x="6038" y="62281"/>
                </a:cubicBezTo>
                <a:cubicBezTo>
                  <a:pt x="6599" y="62977"/>
                  <a:pt x="7014" y="63683"/>
                  <a:pt x="7440" y="64379"/>
                </a:cubicBezTo>
                <a:cubicBezTo>
                  <a:pt x="7855" y="64940"/>
                  <a:pt x="8136" y="65501"/>
                  <a:pt x="8562" y="66062"/>
                </a:cubicBezTo>
                <a:cubicBezTo>
                  <a:pt x="9819" y="68172"/>
                  <a:pt x="10526" y="70697"/>
                  <a:pt x="10807" y="73357"/>
                </a:cubicBezTo>
                <a:cubicBezTo>
                  <a:pt x="10941" y="73783"/>
                  <a:pt x="10941" y="74198"/>
                  <a:pt x="11087" y="74625"/>
                </a:cubicBezTo>
                <a:cubicBezTo>
                  <a:pt x="11368" y="74905"/>
                  <a:pt x="11503" y="75040"/>
                  <a:pt x="11648" y="75320"/>
                </a:cubicBezTo>
                <a:cubicBezTo>
                  <a:pt x="11783" y="75601"/>
                  <a:pt x="11783" y="75881"/>
                  <a:pt x="11783" y="76162"/>
                </a:cubicBezTo>
                <a:cubicBezTo>
                  <a:pt x="11929" y="77711"/>
                  <a:pt x="12209" y="79394"/>
                  <a:pt x="12344" y="80931"/>
                </a:cubicBezTo>
                <a:cubicBezTo>
                  <a:pt x="12771" y="83176"/>
                  <a:pt x="13051" y="85285"/>
                  <a:pt x="13332" y="87530"/>
                </a:cubicBezTo>
                <a:cubicBezTo>
                  <a:pt x="13466" y="88091"/>
                  <a:pt x="15576" y="88506"/>
                  <a:pt x="15991" y="88652"/>
                </a:cubicBezTo>
                <a:cubicBezTo>
                  <a:pt x="16979" y="89067"/>
                  <a:pt x="17955" y="89213"/>
                  <a:pt x="18797" y="89347"/>
                </a:cubicBezTo>
                <a:cubicBezTo>
                  <a:pt x="19638" y="89493"/>
                  <a:pt x="20345" y="89774"/>
                  <a:pt x="21041" y="89774"/>
                </a:cubicBezTo>
                <a:cubicBezTo>
                  <a:pt x="22028" y="89774"/>
                  <a:pt x="23005" y="89628"/>
                  <a:pt x="23992" y="89493"/>
                </a:cubicBezTo>
                <a:cubicBezTo>
                  <a:pt x="24127" y="87384"/>
                  <a:pt x="23712" y="85285"/>
                  <a:pt x="23566" y="83041"/>
                </a:cubicBezTo>
                <a:cubicBezTo>
                  <a:pt x="23431" y="81919"/>
                  <a:pt x="23431" y="80797"/>
                  <a:pt x="23431" y="79674"/>
                </a:cubicBezTo>
                <a:cubicBezTo>
                  <a:pt x="23285" y="77565"/>
                  <a:pt x="23151" y="75601"/>
                  <a:pt x="23151" y="73502"/>
                </a:cubicBezTo>
                <a:cubicBezTo>
                  <a:pt x="23005" y="72234"/>
                  <a:pt x="23005" y="70832"/>
                  <a:pt x="23151" y="69575"/>
                </a:cubicBezTo>
                <a:cubicBezTo>
                  <a:pt x="23285" y="66624"/>
                  <a:pt x="23992" y="63818"/>
                  <a:pt x="24127" y="60878"/>
                </a:cubicBezTo>
                <a:cubicBezTo>
                  <a:pt x="24273" y="59891"/>
                  <a:pt x="24273" y="58768"/>
                  <a:pt x="24969" y="58073"/>
                </a:cubicBezTo>
                <a:cubicBezTo>
                  <a:pt x="25249" y="57792"/>
                  <a:pt x="25676" y="57646"/>
                  <a:pt x="25956" y="57366"/>
                </a:cubicBezTo>
                <a:cubicBezTo>
                  <a:pt x="26371" y="57085"/>
                  <a:pt x="26517" y="56389"/>
                  <a:pt x="26237" y="56109"/>
                </a:cubicBezTo>
                <a:cubicBezTo>
                  <a:pt x="26156" y="56081"/>
                  <a:pt x="26071" y="56069"/>
                  <a:pt x="25983" y="56069"/>
                </a:cubicBezTo>
                <a:cubicBezTo>
                  <a:pt x="25608" y="56069"/>
                  <a:pt x="25196" y="56296"/>
                  <a:pt x="24969" y="56524"/>
                </a:cubicBezTo>
                <a:cubicBezTo>
                  <a:pt x="24770" y="56722"/>
                  <a:pt x="24572" y="56921"/>
                  <a:pt x="24373" y="56921"/>
                </a:cubicBezTo>
                <a:cubicBezTo>
                  <a:pt x="24291" y="56921"/>
                  <a:pt x="24209" y="56887"/>
                  <a:pt x="24127" y="56805"/>
                </a:cubicBezTo>
                <a:cubicBezTo>
                  <a:pt x="24553" y="54841"/>
                  <a:pt x="24553" y="52742"/>
                  <a:pt x="24407" y="50779"/>
                </a:cubicBezTo>
                <a:lnTo>
                  <a:pt x="24127" y="50779"/>
                </a:lnTo>
                <a:cubicBezTo>
                  <a:pt x="24127" y="51901"/>
                  <a:pt x="23566" y="52877"/>
                  <a:pt x="23431" y="53999"/>
                </a:cubicBezTo>
                <a:cubicBezTo>
                  <a:pt x="22724" y="56524"/>
                  <a:pt x="23285" y="59475"/>
                  <a:pt x="22590" y="62000"/>
                </a:cubicBezTo>
                <a:cubicBezTo>
                  <a:pt x="22444" y="62281"/>
                  <a:pt x="22309" y="62415"/>
                  <a:pt x="22163" y="62561"/>
                </a:cubicBezTo>
                <a:cubicBezTo>
                  <a:pt x="21883" y="62561"/>
                  <a:pt x="21748" y="62135"/>
                  <a:pt x="21748" y="61854"/>
                </a:cubicBezTo>
                <a:cubicBezTo>
                  <a:pt x="21041" y="57927"/>
                  <a:pt x="21187" y="53719"/>
                  <a:pt x="21187" y="49791"/>
                </a:cubicBezTo>
                <a:lnTo>
                  <a:pt x="21187" y="47973"/>
                </a:lnTo>
                <a:cubicBezTo>
                  <a:pt x="21467" y="47266"/>
                  <a:pt x="21748" y="46570"/>
                  <a:pt x="21883" y="45863"/>
                </a:cubicBezTo>
                <a:cubicBezTo>
                  <a:pt x="22028" y="45022"/>
                  <a:pt x="22028" y="43900"/>
                  <a:pt x="22444" y="43204"/>
                </a:cubicBezTo>
                <a:cubicBezTo>
                  <a:pt x="22590" y="42923"/>
                  <a:pt x="22870" y="42643"/>
                  <a:pt x="23151" y="42362"/>
                </a:cubicBezTo>
                <a:cubicBezTo>
                  <a:pt x="23285" y="42082"/>
                  <a:pt x="23566" y="41655"/>
                  <a:pt x="23431" y="41240"/>
                </a:cubicBezTo>
                <a:cubicBezTo>
                  <a:pt x="23431" y="41094"/>
                  <a:pt x="23285" y="40960"/>
                  <a:pt x="23151" y="40679"/>
                </a:cubicBezTo>
                <a:cubicBezTo>
                  <a:pt x="23005" y="40253"/>
                  <a:pt x="23005" y="39557"/>
                  <a:pt x="23285" y="39130"/>
                </a:cubicBezTo>
                <a:cubicBezTo>
                  <a:pt x="23566" y="38850"/>
                  <a:pt x="23846" y="38569"/>
                  <a:pt x="23566" y="38289"/>
                </a:cubicBezTo>
                <a:cubicBezTo>
                  <a:pt x="23550" y="38273"/>
                  <a:pt x="23530" y="38266"/>
                  <a:pt x="23505" y="38266"/>
                </a:cubicBezTo>
                <a:cubicBezTo>
                  <a:pt x="23073" y="38266"/>
                  <a:pt x="21306" y="40414"/>
                  <a:pt x="21041" y="40679"/>
                </a:cubicBezTo>
                <a:lnTo>
                  <a:pt x="20760" y="40679"/>
                </a:lnTo>
                <a:cubicBezTo>
                  <a:pt x="20480" y="39411"/>
                  <a:pt x="20480" y="38154"/>
                  <a:pt x="21322" y="37313"/>
                </a:cubicBezTo>
                <a:cubicBezTo>
                  <a:pt x="21467" y="37032"/>
                  <a:pt x="21748" y="36751"/>
                  <a:pt x="21883" y="36471"/>
                </a:cubicBezTo>
                <a:cubicBezTo>
                  <a:pt x="22028" y="36044"/>
                  <a:pt x="21883" y="35629"/>
                  <a:pt x="21883" y="35203"/>
                </a:cubicBezTo>
                <a:cubicBezTo>
                  <a:pt x="22028" y="34081"/>
                  <a:pt x="22724" y="33385"/>
                  <a:pt x="23005" y="32397"/>
                </a:cubicBezTo>
                <a:cubicBezTo>
                  <a:pt x="23431" y="31275"/>
                  <a:pt x="23712" y="30299"/>
                  <a:pt x="24273" y="29177"/>
                </a:cubicBezTo>
                <a:cubicBezTo>
                  <a:pt x="24407" y="28750"/>
                  <a:pt x="24688" y="28189"/>
                  <a:pt x="25114" y="27909"/>
                </a:cubicBezTo>
                <a:cubicBezTo>
                  <a:pt x="25249" y="27774"/>
                  <a:pt x="25395" y="27774"/>
                  <a:pt x="25530" y="27628"/>
                </a:cubicBezTo>
                <a:cubicBezTo>
                  <a:pt x="25676" y="27348"/>
                  <a:pt x="25676" y="27213"/>
                  <a:pt x="25676" y="26932"/>
                </a:cubicBezTo>
                <a:lnTo>
                  <a:pt x="24969" y="26932"/>
                </a:lnTo>
                <a:cubicBezTo>
                  <a:pt x="24969" y="26506"/>
                  <a:pt x="25249" y="26225"/>
                  <a:pt x="25530" y="25945"/>
                </a:cubicBezTo>
                <a:cubicBezTo>
                  <a:pt x="26091" y="25530"/>
                  <a:pt x="26371" y="24823"/>
                  <a:pt x="26652" y="24127"/>
                </a:cubicBezTo>
                <a:cubicBezTo>
                  <a:pt x="27213" y="22859"/>
                  <a:pt x="28055" y="21883"/>
                  <a:pt x="28896" y="20895"/>
                </a:cubicBezTo>
                <a:cubicBezTo>
                  <a:pt x="29323" y="20480"/>
                  <a:pt x="29457" y="19638"/>
                  <a:pt x="29738" y="19077"/>
                </a:cubicBezTo>
                <a:lnTo>
                  <a:pt x="29738" y="18931"/>
                </a:lnTo>
                <a:lnTo>
                  <a:pt x="29603" y="18931"/>
                </a:lnTo>
                <a:cubicBezTo>
                  <a:pt x="29603" y="18797"/>
                  <a:pt x="29323" y="18797"/>
                  <a:pt x="29177" y="18797"/>
                </a:cubicBezTo>
                <a:lnTo>
                  <a:pt x="28896" y="19212"/>
                </a:lnTo>
                <a:cubicBezTo>
                  <a:pt x="28762" y="19358"/>
                  <a:pt x="28481" y="19358"/>
                  <a:pt x="28335" y="19492"/>
                </a:cubicBezTo>
                <a:cubicBezTo>
                  <a:pt x="27920" y="19773"/>
                  <a:pt x="27639" y="20334"/>
                  <a:pt x="27359" y="20761"/>
                </a:cubicBezTo>
                <a:cubicBezTo>
                  <a:pt x="27078" y="21176"/>
                  <a:pt x="26932" y="21456"/>
                  <a:pt x="26652" y="21737"/>
                </a:cubicBezTo>
                <a:cubicBezTo>
                  <a:pt x="26371" y="22163"/>
                  <a:pt x="25956" y="22444"/>
                  <a:pt x="25530" y="22859"/>
                </a:cubicBezTo>
                <a:cubicBezTo>
                  <a:pt x="25395" y="23005"/>
                  <a:pt x="24834" y="24127"/>
                  <a:pt x="24688" y="24127"/>
                </a:cubicBezTo>
                <a:cubicBezTo>
                  <a:pt x="24407" y="24127"/>
                  <a:pt x="24127" y="23846"/>
                  <a:pt x="24127" y="23420"/>
                </a:cubicBezTo>
                <a:cubicBezTo>
                  <a:pt x="23992" y="23140"/>
                  <a:pt x="23992" y="22724"/>
                  <a:pt x="23992" y="22444"/>
                </a:cubicBezTo>
                <a:cubicBezTo>
                  <a:pt x="23992" y="21737"/>
                  <a:pt x="24127" y="21041"/>
                  <a:pt x="24127" y="20334"/>
                </a:cubicBezTo>
                <a:lnTo>
                  <a:pt x="24127" y="19638"/>
                </a:lnTo>
                <a:cubicBezTo>
                  <a:pt x="24407" y="18797"/>
                  <a:pt x="25530" y="18516"/>
                  <a:pt x="25810" y="17529"/>
                </a:cubicBezTo>
                <a:lnTo>
                  <a:pt x="25810" y="17248"/>
                </a:lnTo>
                <a:cubicBezTo>
                  <a:pt x="25676" y="17113"/>
                  <a:pt x="25530" y="17113"/>
                  <a:pt x="25395" y="17113"/>
                </a:cubicBezTo>
                <a:cubicBezTo>
                  <a:pt x="25249" y="17113"/>
                  <a:pt x="25114" y="17248"/>
                  <a:pt x="25114" y="17394"/>
                </a:cubicBezTo>
                <a:cubicBezTo>
                  <a:pt x="24834" y="17675"/>
                  <a:pt x="24688" y="17955"/>
                  <a:pt x="24407" y="18236"/>
                </a:cubicBezTo>
                <a:lnTo>
                  <a:pt x="24273" y="18370"/>
                </a:lnTo>
                <a:cubicBezTo>
                  <a:pt x="23992" y="18370"/>
                  <a:pt x="23992" y="18090"/>
                  <a:pt x="23992" y="17809"/>
                </a:cubicBezTo>
                <a:cubicBezTo>
                  <a:pt x="24127" y="16406"/>
                  <a:pt x="23431" y="15284"/>
                  <a:pt x="23566" y="13882"/>
                </a:cubicBezTo>
                <a:cubicBezTo>
                  <a:pt x="23566" y="13321"/>
                  <a:pt x="23712" y="12625"/>
                  <a:pt x="23712" y="12064"/>
                </a:cubicBezTo>
                <a:lnTo>
                  <a:pt x="23151" y="12064"/>
                </a:lnTo>
                <a:cubicBezTo>
                  <a:pt x="23005" y="12198"/>
                  <a:pt x="23005" y="12625"/>
                  <a:pt x="23005" y="12905"/>
                </a:cubicBezTo>
                <a:lnTo>
                  <a:pt x="23005" y="15284"/>
                </a:lnTo>
                <a:cubicBezTo>
                  <a:pt x="23005" y="16126"/>
                  <a:pt x="23151" y="16833"/>
                  <a:pt x="22870" y="17809"/>
                </a:cubicBezTo>
                <a:cubicBezTo>
                  <a:pt x="22870" y="17809"/>
                  <a:pt x="22724" y="17955"/>
                  <a:pt x="22724" y="18090"/>
                </a:cubicBezTo>
                <a:lnTo>
                  <a:pt x="22724" y="18651"/>
                </a:lnTo>
                <a:cubicBezTo>
                  <a:pt x="22590" y="19919"/>
                  <a:pt x="22444" y="21041"/>
                  <a:pt x="22444" y="22298"/>
                </a:cubicBezTo>
                <a:lnTo>
                  <a:pt x="22444" y="23981"/>
                </a:lnTo>
                <a:cubicBezTo>
                  <a:pt x="22444" y="24408"/>
                  <a:pt x="22590" y="24542"/>
                  <a:pt x="22444" y="24969"/>
                </a:cubicBezTo>
                <a:cubicBezTo>
                  <a:pt x="22444" y="25103"/>
                  <a:pt x="22444" y="25103"/>
                  <a:pt x="22309" y="25249"/>
                </a:cubicBezTo>
                <a:cubicBezTo>
                  <a:pt x="22163" y="25384"/>
                  <a:pt x="22028" y="25530"/>
                  <a:pt x="21883" y="25530"/>
                </a:cubicBezTo>
                <a:cubicBezTo>
                  <a:pt x="21883" y="26371"/>
                  <a:pt x="21883" y="27348"/>
                  <a:pt x="21602" y="28189"/>
                </a:cubicBezTo>
                <a:cubicBezTo>
                  <a:pt x="21602" y="28335"/>
                  <a:pt x="21467" y="28616"/>
                  <a:pt x="21467" y="28896"/>
                </a:cubicBezTo>
                <a:cubicBezTo>
                  <a:pt x="21322" y="29177"/>
                  <a:pt x="21467" y="29592"/>
                  <a:pt x="21322" y="29873"/>
                </a:cubicBezTo>
                <a:cubicBezTo>
                  <a:pt x="21322" y="30153"/>
                  <a:pt x="21187" y="30299"/>
                  <a:pt x="21041" y="30579"/>
                </a:cubicBezTo>
                <a:lnTo>
                  <a:pt x="20199" y="32263"/>
                </a:lnTo>
                <a:cubicBezTo>
                  <a:pt x="20065" y="32543"/>
                  <a:pt x="19784" y="32958"/>
                  <a:pt x="19638" y="33239"/>
                </a:cubicBezTo>
                <a:cubicBezTo>
                  <a:pt x="19638" y="33385"/>
                  <a:pt x="19504" y="33520"/>
                  <a:pt x="19358" y="33520"/>
                </a:cubicBezTo>
                <a:cubicBezTo>
                  <a:pt x="19285" y="33568"/>
                  <a:pt x="19219" y="33590"/>
                  <a:pt x="19158" y="33590"/>
                </a:cubicBezTo>
                <a:cubicBezTo>
                  <a:pt x="18517" y="33590"/>
                  <a:pt x="18529" y="31092"/>
                  <a:pt x="18662" y="30579"/>
                </a:cubicBezTo>
                <a:cubicBezTo>
                  <a:pt x="18797" y="29873"/>
                  <a:pt x="18797" y="29031"/>
                  <a:pt x="18662" y="28335"/>
                </a:cubicBezTo>
                <a:cubicBezTo>
                  <a:pt x="18662" y="27494"/>
                  <a:pt x="18516" y="26787"/>
                  <a:pt x="18662" y="25945"/>
                </a:cubicBezTo>
                <a:cubicBezTo>
                  <a:pt x="18662" y="24542"/>
                  <a:pt x="19223" y="23285"/>
                  <a:pt x="19223" y="21883"/>
                </a:cubicBezTo>
                <a:lnTo>
                  <a:pt x="19223" y="20480"/>
                </a:lnTo>
                <a:lnTo>
                  <a:pt x="19638" y="19638"/>
                </a:lnTo>
                <a:cubicBezTo>
                  <a:pt x="20065" y="18931"/>
                  <a:pt x="20065" y="17955"/>
                  <a:pt x="19784" y="17248"/>
                </a:cubicBezTo>
                <a:lnTo>
                  <a:pt x="19784" y="17248"/>
                </a:lnTo>
                <a:cubicBezTo>
                  <a:pt x="19638" y="17675"/>
                  <a:pt x="19504" y="18090"/>
                  <a:pt x="19223" y="18516"/>
                </a:cubicBezTo>
                <a:cubicBezTo>
                  <a:pt x="18943" y="19212"/>
                  <a:pt x="18662" y="19919"/>
                  <a:pt x="18516" y="20761"/>
                </a:cubicBezTo>
                <a:cubicBezTo>
                  <a:pt x="18516" y="21322"/>
                  <a:pt x="18516" y="21883"/>
                  <a:pt x="18236" y="22444"/>
                </a:cubicBezTo>
                <a:cubicBezTo>
                  <a:pt x="18236" y="22298"/>
                  <a:pt x="18236" y="22298"/>
                  <a:pt x="18101" y="22298"/>
                </a:cubicBezTo>
                <a:cubicBezTo>
                  <a:pt x="17955" y="21322"/>
                  <a:pt x="17674" y="20480"/>
                  <a:pt x="17820" y="19492"/>
                </a:cubicBezTo>
                <a:lnTo>
                  <a:pt x="18236" y="17809"/>
                </a:lnTo>
                <a:cubicBezTo>
                  <a:pt x="18236" y="17394"/>
                  <a:pt x="18236" y="16968"/>
                  <a:pt x="18381" y="16552"/>
                </a:cubicBezTo>
                <a:lnTo>
                  <a:pt x="18381" y="11076"/>
                </a:lnTo>
                <a:cubicBezTo>
                  <a:pt x="18516" y="9819"/>
                  <a:pt x="18797" y="8551"/>
                  <a:pt x="19223" y="7294"/>
                </a:cubicBezTo>
                <a:cubicBezTo>
                  <a:pt x="19223" y="7149"/>
                  <a:pt x="19358" y="6868"/>
                  <a:pt x="19358" y="6733"/>
                </a:cubicBezTo>
                <a:cubicBezTo>
                  <a:pt x="19784" y="6026"/>
                  <a:pt x="20199" y="5331"/>
                  <a:pt x="20760" y="4904"/>
                </a:cubicBezTo>
                <a:cubicBezTo>
                  <a:pt x="20906" y="4770"/>
                  <a:pt x="21041" y="4624"/>
                  <a:pt x="21041" y="4489"/>
                </a:cubicBezTo>
                <a:cubicBezTo>
                  <a:pt x="21187" y="4063"/>
                  <a:pt x="20906" y="3928"/>
                  <a:pt x="20626" y="3782"/>
                </a:cubicBezTo>
                <a:cubicBezTo>
                  <a:pt x="20199" y="3782"/>
                  <a:pt x="19784" y="4063"/>
                  <a:pt x="19504" y="4489"/>
                </a:cubicBezTo>
                <a:cubicBezTo>
                  <a:pt x="19077" y="4904"/>
                  <a:pt x="18943" y="5331"/>
                  <a:pt x="18662" y="5746"/>
                </a:cubicBezTo>
                <a:cubicBezTo>
                  <a:pt x="18558" y="5849"/>
                  <a:pt x="18461" y="5947"/>
                  <a:pt x="18360" y="5947"/>
                </a:cubicBezTo>
                <a:cubicBezTo>
                  <a:pt x="18319" y="5947"/>
                  <a:pt x="18278" y="5931"/>
                  <a:pt x="18236" y="5892"/>
                </a:cubicBezTo>
                <a:cubicBezTo>
                  <a:pt x="18101" y="5892"/>
                  <a:pt x="18101" y="5746"/>
                  <a:pt x="18101" y="5746"/>
                </a:cubicBezTo>
                <a:cubicBezTo>
                  <a:pt x="17540" y="4343"/>
                  <a:pt x="17394" y="2940"/>
                  <a:pt x="17259" y="1403"/>
                </a:cubicBezTo>
                <a:lnTo>
                  <a:pt x="17259" y="842"/>
                </a:lnTo>
                <a:cubicBezTo>
                  <a:pt x="17113" y="561"/>
                  <a:pt x="16698" y="281"/>
                  <a:pt x="16833"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14"/>
          <p:cNvSpPr/>
          <p:nvPr/>
        </p:nvSpPr>
        <p:spPr>
          <a:xfrm>
            <a:off x="0" y="4604001"/>
            <a:ext cx="9144123" cy="539488"/>
          </a:xfrm>
          <a:custGeom>
            <a:avLst/>
            <a:gdLst/>
            <a:ahLst/>
            <a:cxnLst/>
            <a:rect l="l" t="t" r="r" b="b"/>
            <a:pathLst>
              <a:path w="116197" h="15322" extrusionOk="0">
                <a:moveTo>
                  <a:pt x="5156" y="2503"/>
                </a:moveTo>
                <a:cubicBezTo>
                  <a:pt x="5169" y="2575"/>
                  <a:pt x="5186" y="2646"/>
                  <a:pt x="5204" y="2717"/>
                </a:cubicBezTo>
                <a:lnTo>
                  <a:pt x="5204" y="2717"/>
                </a:lnTo>
                <a:cubicBezTo>
                  <a:pt x="5188" y="2642"/>
                  <a:pt x="5172" y="2571"/>
                  <a:pt x="5156" y="2503"/>
                </a:cubicBezTo>
                <a:close/>
                <a:moveTo>
                  <a:pt x="6227" y="2646"/>
                </a:moveTo>
                <a:lnTo>
                  <a:pt x="6227" y="2646"/>
                </a:lnTo>
                <a:cubicBezTo>
                  <a:pt x="6239" y="2681"/>
                  <a:pt x="6252" y="2716"/>
                  <a:pt x="6267" y="2750"/>
                </a:cubicBezTo>
                <a:lnTo>
                  <a:pt x="6267" y="2750"/>
                </a:lnTo>
                <a:cubicBezTo>
                  <a:pt x="6254" y="2715"/>
                  <a:pt x="6240" y="2680"/>
                  <a:pt x="6227" y="2646"/>
                </a:cubicBezTo>
                <a:close/>
                <a:moveTo>
                  <a:pt x="25701" y="3293"/>
                </a:moveTo>
                <a:lnTo>
                  <a:pt x="25701" y="3293"/>
                </a:lnTo>
                <a:cubicBezTo>
                  <a:pt x="25775" y="3437"/>
                  <a:pt x="25775" y="3505"/>
                  <a:pt x="25844" y="3580"/>
                </a:cubicBezTo>
                <a:cubicBezTo>
                  <a:pt x="25775" y="3505"/>
                  <a:pt x="25775" y="3362"/>
                  <a:pt x="25701" y="3293"/>
                </a:cubicBezTo>
                <a:close/>
                <a:moveTo>
                  <a:pt x="19543" y="3649"/>
                </a:moveTo>
                <a:lnTo>
                  <a:pt x="19543" y="3649"/>
                </a:lnTo>
                <a:cubicBezTo>
                  <a:pt x="19502" y="3693"/>
                  <a:pt x="19486" y="3736"/>
                  <a:pt x="19479" y="3779"/>
                </a:cubicBezTo>
                <a:lnTo>
                  <a:pt x="19479" y="3779"/>
                </a:lnTo>
                <a:lnTo>
                  <a:pt x="19543" y="3649"/>
                </a:lnTo>
                <a:close/>
                <a:moveTo>
                  <a:pt x="10597" y="4439"/>
                </a:moveTo>
                <a:lnTo>
                  <a:pt x="10597" y="4439"/>
                </a:lnTo>
                <a:cubicBezTo>
                  <a:pt x="10597" y="4439"/>
                  <a:pt x="10597" y="4439"/>
                  <a:pt x="10597" y="4439"/>
                </a:cubicBezTo>
                <a:close/>
                <a:moveTo>
                  <a:pt x="44962" y="4725"/>
                </a:moveTo>
                <a:lnTo>
                  <a:pt x="44962" y="4725"/>
                </a:lnTo>
                <a:cubicBezTo>
                  <a:pt x="44962" y="4725"/>
                  <a:pt x="44962" y="4725"/>
                  <a:pt x="44962" y="4725"/>
                </a:cubicBezTo>
                <a:close/>
                <a:moveTo>
                  <a:pt x="44962" y="4725"/>
                </a:moveTo>
                <a:lnTo>
                  <a:pt x="44962" y="4725"/>
                </a:lnTo>
                <a:cubicBezTo>
                  <a:pt x="44962" y="4725"/>
                  <a:pt x="44962" y="4725"/>
                  <a:pt x="44962" y="4725"/>
                </a:cubicBezTo>
                <a:close/>
                <a:moveTo>
                  <a:pt x="44962" y="4725"/>
                </a:moveTo>
                <a:lnTo>
                  <a:pt x="44962" y="4725"/>
                </a:lnTo>
                <a:cubicBezTo>
                  <a:pt x="44962" y="4725"/>
                  <a:pt x="44962" y="4725"/>
                  <a:pt x="44962" y="4725"/>
                </a:cubicBezTo>
                <a:close/>
                <a:moveTo>
                  <a:pt x="44962" y="4725"/>
                </a:moveTo>
                <a:lnTo>
                  <a:pt x="44962" y="4725"/>
                </a:lnTo>
                <a:cubicBezTo>
                  <a:pt x="44962" y="4725"/>
                  <a:pt x="44962" y="4725"/>
                  <a:pt x="44962" y="4725"/>
                </a:cubicBezTo>
                <a:close/>
                <a:moveTo>
                  <a:pt x="1003" y="4937"/>
                </a:moveTo>
                <a:cubicBezTo>
                  <a:pt x="1003" y="4937"/>
                  <a:pt x="1003" y="4937"/>
                  <a:pt x="1003" y="4937"/>
                </a:cubicBezTo>
                <a:lnTo>
                  <a:pt x="1003" y="4937"/>
                </a:lnTo>
                <a:close/>
                <a:moveTo>
                  <a:pt x="9451" y="4296"/>
                </a:moveTo>
                <a:cubicBezTo>
                  <a:pt x="9451" y="4439"/>
                  <a:pt x="9520" y="4651"/>
                  <a:pt x="9520" y="4869"/>
                </a:cubicBezTo>
                <a:cubicBezTo>
                  <a:pt x="9451" y="4937"/>
                  <a:pt x="9451" y="5012"/>
                  <a:pt x="9377" y="5155"/>
                </a:cubicBezTo>
                <a:cubicBezTo>
                  <a:pt x="9377" y="4869"/>
                  <a:pt x="9451" y="4582"/>
                  <a:pt x="9451" y="4296"/>
                </a:cubicBezTo>
                <a:close/>
                <a:moveTo>
                  <a:pt x="11095" y="4651"/>
                </a:moveTo>
                <a:cubicBezTo>
                  <a:pt x="11095" y="4869"/>
                  <a:pt x="11170" y="5080"/>
                  <a:pt x="11238" y="5224"/>
                </a:cubicBezTo>
                <a:lnTo>
                  <a:pt x="11170" y="5224"/>
                </a:lnTo>
                <a:cubicBezTo>
                  <a:pt x="11170" y="5080"/>
                  <a:pt x="11095" y="4937"/>
                  <a:pt x="11026" y="4725"/>
                </a:cubicBezTo>
                <a:lnTo>
                  <a:pt x="11095" y="4651"/>
                </a:lnTo>
                <a:close/>
                <a:moveTo>
                  <a:pt x="20334" y="5224"/>
                </a:moveTo>
                <a:lnTo>
                  <a:pt x="20334" y="5224"/>
                </a:lnTo>
                <a:cubicBezTo>
                  <a:pt x="20334" y="5224"/>
                  <a:pt x="20334" y="5224"/>
                  <a:pt x="20334" y="5224"/>
                </a:cubicBezTo>
                <a:close/>
                <a:moveTo>
                  <a:pt x="20334" y="5224"/>
                </a:moveTo>
                <a:lnTo>
                  <a:pt x="20334" y="5224"/>
                </a:lnTo>
                <a:cubicBezTo>
                  <a:pt x="20334" y="5224"/>
                  <a:pt x="20334" y="5224"/>
                  <a:pt x="20334" y="5224"/>
                </a:cubicBezTo>
                <a:close/>
                <a:moveTo>
                  <a:pt x="20334" y="5224"/>
                </a:moveTo>
                <a:lnTo>
                  <a:pt x="20334" y="5224"/>
                </a:lnTo>
                <a:cubicBezTo>
                  <a:pt x="20334" y="5224"/>
                  <a:pt x="20334" y="5224"/>
                  <a:pt x="20334" y="5224"/>
                </a:cubicBezTo>
                <a:close/>
                <a:moveTo>
                  <a:pt x="25987" y="4153"/>
                </a:moveTo>
                <a:lnTo>
                  <a:pt x="26205" y="5012"/>
                </a:lnTo>
                <a:lnTo>
                  <a:pt x="25918" y="5298"/>
                </a:lnTo>
                <a:cubicBezTo>
                  <a:pt x="25918" y="4937"/>
                  <a:pt x="25987" y="4582"/>
                  <a:pt x="25987" y="4153"/>
                </a:cubicBezTo>
                <a:close/>
                <a:moveTo>
                  <a:pt x="11598" y="4798"/>
                </a:moveTo>
                <a:lnTo>
                  <a:pt x="11742" y="5224"/>
                </a:lnTo>
                <a:cubicBezTo>
                  <a:pt x="11668" y="5298"/>
                  <a:pt x="11599" y="5367"/>
                  <a:pt x="11599" y="5510"/>
                </a:cubicBezTo>
                <a:cubicBezTo>
                  <a:pt x="11525" y="5367"/>
                  <a:pt x="11525" y="5224"/>
                  <a:pt x="11456" y="5080"/>
                </a:cubicBezTo>
                <a:lnTo>
                  <a:pt x="11456" y="5080"/>
                </a:lnTo>
                <a:cubicBezTo>
                  <a:pt x="11456" y="5224"/>
                  <a:pt x="11525" y="5367"/>
                  <a:pt x="11525" y="5510"/>
                </a:cubicBezTo>
                <a:cubicBezTo>
                  <a:pt x="11525" y="5441"/>
                  <a:pt x="11456" y="5367"/>
                  <a:pt x="11382" y="5224"/>
                </a:cubicBezTo>
                <a:cubicBezTo>
                  <a:pt x="11456" y="5155"/>
                  <a:pt x="11456" y="5155"/>
                  <a:pt x="11456" y="5080"/>
                </a:cubicBezTo>
                <a:cubicBezTo>
                  <a:pt x="11519" y="5017"/>
                  <a:pt x="11588" y="4827"/>
                  <a:pt x="11598" y="4798"/>
                </a:cubicBezTo>
                <a:close/>
                <a:moveTo>
                  <a:pt x="34653" y="5510"/>
                </a:moveTo>
                <a:cubicBezTo>
                  <a:pt x="34653" y="5510"/>
                  <a:pt x="34653" y="5510"/>
                  <a:pt x="34653" y="5510"/>
                </a:cubicBezTo>
                <a:lnTo>
                  <a:pt x="34653" y="5510"/>
                </a:lnTo>
                <a:close/>
                <a:moveTo>
                  <a:pt x="34653" y="5510"/>
                </a:moveTo>
                <a:cubicBezTo>
                  <a:pt x="34653" y="5510"/>
                  <a:pt x="34653" y="5510"/>
                  <a:pt x="34653" y="5510"/>
                </a:cubicBezTo>
                <a:lnTo>
                  <a:pt x="34653" y="5510"/>
                </a:lnTo>
                <a:close/>
                <a:moveTo>
                  <a:pt x="34653" y="5510"/>
                </a:moveTo>
                <a:cubicBezTo>
                  <a:pt x="34653" y="5510"/>
                  <a:pt x="34653" y="5510"/>
                  <a:pt x="34653" y="5510"/>
                </a:cubicBezTo>
                <a:lnTo>
                  <a:pt x="34653" y="5510"/>
                </a:lnTo>
                <a:close/>
                <a:moveTo>
                  <a:pt x="10883" y="5155"/>
                </a:moveTo>
                <a:cubicBezTo>
                  <a:pt x="10883" y="5224"/>
                  <a:pt x="10952" y="5441"/>
                  <a:pt x="10952" y="5585"/>
                </a:cubicBezTo>
                <a:cubicBezTo>
                  <a:pt x="10952" y="5585"/>
                  <a:pt x="10883" y="5585"/>
                  <a:pt x="10883" y="5653"/>
                </a:cubicBezTo>
                <a:cubicBezTo>
                  <a:pt x="10883" y="5510"/>
                  <a:pt x="10809" y="5441"/>
                  <a:pt x="10809" y="5298"/>
                </a:cubicBezTo>
                <a:cubicBezTo>
                  <a:pt x="10809" y="5224"/>
                  <a:pt x="10883" y="5155"/>
                  <a:pt x="10883" y="5155"/>
                </a:cubicBezTo>
                <a:close/>
                <a:moveTo>
                  <a:pt x="11886" y="5585"/>
                </a:moveTo>
                <a:lnTo>
                  <a:pt x="11886" y="5653"/>
                </a:lnTo>
                <a:cubicBezTo>
                  <a:pt x="11886" y="5653"/>
                  <a:pt x="11886" y="5728"/>
                  <a:pt x="11811" y="5728"/>
                </a:cubicBezTo>
                <a:cubicBezTo>
                  <a:pt x="11811" y="5728"/>
                  <a:pt x="11886" y="5653"/>
                  <a:pt x="11886" y="5585"/>
                </a:cubicBezTo>
                <a:close/>
                <a:moveTo>
                  <a:pt x="16823" y="4869"/>
                </a:moveTo>
                <a:lnTo>
                  <a:pt x="16823" y="4869"/>
                </a:lnTo>
                <a:cubicBezTo>
                  <a:pt x="16897" y="5080"/>
                  <a:pt x="16966" y="5224"/>
                  <a:pt x="17040" y="5510"/>
                </a:cubicBezTo>
                <a:lnTo>
                  <a:pt x="17040" y="5728"/>
                </a:lnTo>
                <a:lnTo>
                  <a:pt x="16823" y="4869"/>
                </a:lnTo>
                <a:close/>
                <a:moveTo>
                  <a:pt x="33078" y="5080"/>
                </a:moveTo>
                <a:cubicBezTo>
                  <a:pt x="33078" y="5298"/>
                  <a:pt x="33146" y="5510"/>
                  <a:pt x="33146" y="5728"/>
                </a:cubicBezTo>
                <a:cubicBezTo>
                  <a:pt x="33146" y="5585"/>
                  <a:pt x="33078" y="5367"/>
                  <a:pt x="33003" y="5224"/>
                </a:cubicBezTo>
                <a:cubicBezTo>
                  <a:pt x="33078" y="5155"/>
                  <a:pt x="33078" y="5155"/>
                  <a:pt x="33078" y="5080"/>
                </a:cubicBezTo>
                <a:close/>
                <a:moveTo>
                  <a:pt x="48325" y="5728"/>
                </a:moveTo>
                <a:lnTo>
                  <a:pt x="48325" y="5728"/>
                </a:lnTo>
                <a:cubicBezTo>
                  <a:pt x="48325" y="5728"/>
                  <a:pt x="48325" y="5728"/>
                  <a:pt x="48325" y="5728"/>
                </a:cubicBezTo>
                <a:close/>
                <a:moveTo>
                  <a:pt x="48325" y="5728"/>
                </a:moveTo>
                <a:lnTo>
                  <a:pt x="48325" y="5728"/>
                </a:lnTo>
                <a:cubicBezTo>
                  <a:pt x="48325" y="5728"/>
                  <a:pt x="48325" y="5728"/>
                  <a:pt x="48325" y="5728"/>
                </a:cubicBezTo>
                <a:close/>
                <a:moveTo>
                  <a:pt x="48325" y="5728"/>
                </a:moveTo>
                <a:lnTo>
                  <a:pt x="48325" y="5728"/>
                </a:lnTo>
                <a:cubicBezTo>
                  <a:pt x="48325" y="5728"/>
                  <a:pt x="48325" y="5728"/>
                  <a:pt x="48325" y="5728"/>
                </a:cubicBezTo>
                <a:close/>
                <a:moveTo>
                  <a:pt x="12813" y="4794"/>
                </a:moveTo>
                <a:lnTo>
                  <a:pt x="12813" y="5012"/>
                </a:lnTo>
                <a:cubicBezTo>
                  <a:pt x="12745" y="5224"/>
                  <a:pt x="12602" y="5510"/>
                  <a:pt x="12527" y="5796"/>
                </a:cubicBezTo>
                <a:lnTo>
                  <a:pt x="12527" y="5653"/>
                </a:lnTo>
                <a:lnTo>
                  <a:pt x="12527" y="5585"/>
                </a:lnTo>
                <a:cubicBezTo>
                  <a:pt x="12602" y="5298"/>
                  <a:pt x="12745" y="5012"/>
                  <a:pt x="12813" y="4794"/>
                </a:cubicBezTo>
                <a:close/>
                <a:moveTo>
                  <a:pt x="9520" y="5155"/>
                </a:moveTo>
                <a:cubicBezTo>
                  <a:pt x="9520" y="5367"/>
                  <a:pt x="9595" y="5510"/>
                  <a:pt x="9595" y="5728"/>
                </a:cubicBezTo>
                <a:cubicBezTo>
                  <a:pt x="9520" y="5796"/>
                  <a:pt x="9520" y="5871"/>
                  <a:pt x="9520" y="5940"/>
                </a:cubicBezTo>
                <a:lnTo>
                  <a:pt x="9451" y="5871"/>
                </a:lnTo>
                <a:cubicBezTo>
                  <a:pt x="9520" y="5653"/>
                  <a:pt x="9520" y="5441"/>
                  <a:pt x="9520" y="5155"/>
                </a:cubicBezTo>
                <a:close/>
                <a:moveTo>
                  <a:pt x="16107" y="5510"/>
                </a:moveTo>
                <a:cubicBezTo>
                  <a:pt x="16181" y="5653"/>
                  <a:pt x="16181" y="5871"/>
                  <a:pt x="16250" y="6014"/>
                </a:cubicBezTo>
                <a:cubicBezTo>
                  <a:pt x="16250" y="5871"/>
                  <a:pt x="16181" y="5653"/>
                  <a:pt x="16107" y="5510"/>
                </a:cubicBezTo>
                <a:close/>
                <a:moveTo>
                  <a:pt x="10740" y="5510"/>
                </a:moveTo>
                <a:lnTo>
                  <a:pt x="10740" y="5796"/>
                </a:lnTo>
                <a:cubicBezTo>
                  <a:pt x="10666" y="5940"/>
                  <a:pt x="10597" y="6014"/>
                  <a:pt x="10522" y="6083"/>
                </a:cubicBezTo>
                <a:lnTo>
                  <a:pt x="10522" y="6014"/>
                </a:lnTo>
                <a:cubicBezTo>
                  <a:pt x="10597" y="5796"/>
                  <a:pt x="10666" y="5653"/>
                  <a:pt x="10740" y="5510"/>
                </a:cubicBezTo>
                <a:close/>
                <a:moveTo>
                  <a:pt x="26273" y="5155"/>
                </a:moveTo>
                <a:cubicBezTo>
                  <a:pt x="26273" y="5298"/>
                  <a:pt x="26348" y="5441"/>
                  <a:pt x="26348" y="5585"/>
                </a:cubicBezTo>
                <a:cubicBezTo>
                  <a:pt x="26205" y="5728"/>
                  <a:pt x="26061" y="5940"/>
                  <a:pt x="25844" y="6226"/>
                </a:cubicBezTo>
                <a:lnTo>
                  <a:pt x="25844" y="6083"/>
                </a:lnTo>
                <a:cubicBezTo>
                  <a:pt x="26061" y="5653"/>
                  <a:pt x="26130" y="5367"/>
                  <a:pt x="26273" y="5155"/>
                </a:cubicBezTo>
                <a:close/>
                <a:moveTo>
                  <a:pt x="29143" y="6195"/>
                </a:moveTo>
                <a:lnTo>
                  <a:pt x="29143" y="6195"/>
                </a:lnTo>
                <a:cubicBezTo>
                  <a:pt x="29141" y="6205"/>
                  <a:pt x="29139" y="6216"/>
                  <a:pt x="29137" y="6226"/>
                </a:cubicBezTo>
                <a:cubicBezTo>
                  <a:pt x="29137" y="6214"/>
                  <a:pt x="29139" y="6204"/>
                  <a:pt x="29143" y="6195"/>
                </a:cubicBezTo>
                <a:close/>
                <a:moveTo>
                  <a:pt x="1576" y="5367"/>
                </a:moveTo>
                <a:cubicBezTo>
                  <a:pt x="1645" y="5585"/>
                  <a:pt x="1719" y="5796"/>
                  <a:pt x="1788" y="6083"/>
                </a:cubicBezTo>
                <a:cubicBezTo>
                  <a:pt x="1719" y="6157"/>
                  <a:pt x="1719" y="6226"/>
                  <a:pt x="1645" y="6300"/>
                </a:cubicBezTo>
                <a:cubicBezTo>
                  <a:pt x="1645" y="6157"/>
                  <a:pt x="1576" y="6083"/>
                  <a:pt x="1576" y="5940"/>
                </a:cubicBezTo>
                <a:lnTo>
                  <a:pt x="1576" y="5367"/>
                </a:lnTo>
                <a:close/>
                <a:moveTo>
                  <a:pt x="11026" y="6083"/>
                </a:moveTo>
                <a:cubicBezTo>
                  <a:pt x="11026" y="6226"/>
                  <a:pt x="11095" y="6369"/>
                  <a:pt x="11095" y="6444"/>
                </a:cubicBezTo>
                <a:lnTo>
                  <a:pt x="11095" y="6512"/>
                </a:lnTo>
                <a:cubicBezTo>
                  <a:pt x="11026" y="6369"/>
                  <a:pt x="11026" y="6300"/>
                  <a:pt x="11026" y="6157"/>
                </a:cubicBezTo>
                <a:lnTo>
                  <a:pt x="11026" y="6083"/>
                </a:lnTo>
                <a:close/>
                <a:moveTo>
                  <a:pt x="16611" y="5728"/>
                </a:moveTo>
                <a:lnTo>
                  <a:pt x="16611" y="5796"/>
                </a:lnTo>
                <a:lnTo>
                  <a:pt x="16611" y="6300"/>
                </a:lnTo>
                <a:lnTo>
                  <a:pt x="16393" y="6512"/>
                </a:lnTo>
                <a:lnTo>
                  <a:pt x="16393" y="6300"/>
                </a:lnTo>
                <a:cubicBezTo>
                  <a:pt x="16536" y="6014"/>
                  <a:pt x="16536" y="5871"/>
                  <a:pt x="16611" y="5728"/>
                </a:cubicBezTo>
                <a:close/>
                <a:moveTo>
                  <a:pt x="6799" y="6083"/>
                </a:moveTo>
                <a:cubicBezTo>
                  <a:pt x="6874" y="6157"/>
                  <a:pt x="6874" y="6300"/>
                  <a:pt x="6874" y="6444"/>
                </a:cubicBezTo>
                <a:cubicBezTo>
                  <a:pt x="6874" y="6300"/>
                  <a:pt x="6799" y="6226"/>
                  <a:pt x="6799" y="6157"/>
                </a:cubicBezTo>
                <a:lnTo>
                  <a:pt x="6799" y="6157"/>
                </a:lnTo>
                <a:cubicBezTo>
                  <a:pt x="6799" y="6300"/>
                  <a:pt x="6874" y="6444"/>
                  <a:pt x="6874" y="6587"/>
                </a:cubicBezTo>
                <a:cubicBezTo>
                  <a:pt x="6799" y="6444"/>
                  <a:pt x="6799" y="6369"/>
                  <a:pt x="6731" y="6226"/>
                </a:cubicBezTo>
                <a:cubicBezTo>
                  <a:pt x="6731" y="6226"/>
                  <a:pt x="6799" y="6226"/>
                  <a:pt x="6799" y="6157"/>
                </a:cubicBezTo>
                <a:lnTo>
                  <a:pt x="6799" y="6083"/>
                </a:lnTo>
                <a:close/>
                <a:moveTo>
                  <a:pt x="6731" y="6300"/>
                </a:moveTo>
                <a:cubicBezTo>
                  <a:pt x="6731" y="6444"/>
                  <a:pt x="6799" y="6512"/>
                  <a:pt x="6799" y="6656"/>
                </a:cubicBezTo>
                <a:lnTo>
                  <a:pt x="6731" y="6730"/>
                </a:lnTo>
                <a:cubicBezTo>
                  <a:pt x="6731" y="6587"/>
                  <a:pt x="6656" y="6512"/>
                  <a:pt x="6656" y="6444"/>
                </a:cubicBezTo>
                <a:cubicBezTo>
                  <a:pt x="6656" y="6369"/>
                  <a:pt x="6731" y="6369"/>
                  <a:pt x="6731" y="6300"/>
                </a:cubicBezTo>
                <a:close/>
                <a:moveTo>
                  <a:pt x="16324" y="6512"/>
                </a:moveTo>
                <a:lnTo>
                  <a:pt x="16324" y="6656"/>
                </a:lnTo>
                <a:lnTo>
                  <a:pt x="16181" y="6799"/>
                </a:lnTo>
                <a:cubicBezTo>
                  <a:pt x="16181" y="6656"/>
                  <a:pt x="16250" y="6587"/>
                  <a:pt x="16324" y="6512"/>
                </a:cubicBezTo>
                <a:close/>
                <a:moveTo>
                  <a:pt x="1788" y="6226"/>
                </a:moveTo>
                <a:cubicBezTo>
                  <a:pt x="1788" y="6444"/>
                  <a:pt x="1862" y="6656"/>
                  <a:pt x="1862" y="6873"/>
                </a:cubicBezTo>
                <a:lnTo>
                  <a:pt x="1788" y="6942"/>
                </a:lnTo>
                <a:lnTo>
                  <a:pt x="1788" y="6656"/>
                </a:lnTo>
                <a:lnTo>
                  <a:pt x="1788" y="6226"/>
                </a:lnTo>
                <a:close/>
                <a:moveTo>
                  <a:pt x="5368" y="4221"/>
                </a:moveTo>
                <a:cubicBezTo>
                  <a:pt x="5442" y="5012"/>
                  <a:pt x="5442" y="5871"/>
                  <a:pt x="5368" y="6730"/>
                </a:cubicBezTo>
                <a:lnTo>
                  <a:pt x="5368" y="6942"/>
                </a:lnTo>
                <a:cubicBezTo>
                  <a:pt x="5368" y="6873"/>
                  <a:pt x="5299" y="6799"/>
                  <a:pt x="5299" y="6656"/>
                </a:cubicBezTo>
                <a:cubicBezTo>
                  <a:pt x="5299" y="6369"/>
                  <a:pt x="5299" y="6014"/>
                  <a:pt x="5368" y="5653"/>
                </a:cubicBezTo>
                <a:lnTo>
                  <a:pt x="5368" y="5653"/>
                </a:lnTo>
                <a:cubicBezTo>
                  <a:pt x="5299" y="5796"/>
                  <a:pt x="5224" y="6014"/>
                  <a:pt x="5081" y="6300"/>
                </a:cubicBezTo>
                <a:lnTo>
                  <a:pt x="5081" y="6157"/>
                </a:lnTo>
                <a:cubicBezTo>
                  <a:pt x="5224" y="5796"/>
                  <a:pt x="5368" y="5510"/>
                  <a:pt x="5368" y="5510"/>
                </a:cubicBezTo>
                <a:lnTo>
                  <a:pt x="5368" y="5510"/>
                </a:lnTo>
                <a:cubicBezTo>
                  <a:pt x="5367" y="5510"/>
                  <a:pt x="5224" y="5653"/>
                  <a:pt x="5012" y="5940"/>
                </a:cubicBezTo>
                <a:cubicBezTo>
                  <a:pt x="4938" y="5796"/>
                  <a:pt x="4938" y="5728"/>
                  <a:pt x="4869" y="5585"/>
                </a:cubicBezTo>
                <a:cubicBezTo>
                  <a:pt x="5012" y="5080"/>
                  <a:pt x="5224" y="4651"/>
                  <a:pt x="5368" y="4221"/>
                </a:cubicBezTo>
                <a:close/>
                <a:moveTo>
                  <a:pt x="7733" y="6587"/>
                </a:moveTo>
                <a:lnTo>
                  <a:pt x="7733" y="7016"/>
                </a:lnTo>
                <a:cubicBezTo>
                  <a:pt x="7659" y="7016"/>
                  <a:pt x="7659" y="7016"/>
                  <a:pt x="7659" y="7085"/>
                </a:cubicBezTo>
                <a:lnTo>
                  <a:pt x="7659" y="7016"/>
                </a:lnTo>
                <a:cubicBezTo>
                  <a:pt x="7659" y="6873"/>
                  <a:pt x="7733" y="6730"/>
                  <a:pt x="7733" y="6587"/>
                </a:cubicBezTo>
                <a:close/>
                <a:moveTo>
                  <a:pt x="10809" y="6730"/>
                </a:moveTo>
                <a:lnTo>
                  <a:pt x="10809" y="7085"/>
                </a:lnTo>
                <a:cubicBezTo>
                  <a:pt x="10809" y="7016"/>
                  <a:pt x="10740" y="6942"/>
                  <a:pt x="10740" y="6873"/>
                </a:cubicBezTo>
                <a:cubicBezTo>
                  <a:pt x="10740" y="6799"/>
                  <a:pt x="10809" y="6730"/>
                  <a:pt x="10809" y="6730"/>
                </a:cubicBezTo>
                <a:close/>
                <a:moveTo>
                  <a:pt x="6513" y="6730"/>
                </a:moveTo>
                <a:cubicBezTo>
                  <a:pt x="6588" y="6799"/>
                  <a:pt x="6588" y="6873"/>
                  <a:pt x="6588" y="6942"/>
                </a:cubicBezTo>
                <a:cubicBezTo>
                  <a:pt x="6588" y="7016"/>
                  <a:pt x="6513" y="7085"/>
                  <a:pt x="6513" y="7160"/>
                </a:cubicBezTo>
                <a:cubicBezTo>
                  <a:pt x="6513" y="7085"/>
                  <a:pt x="6444" y="7016"/>
                  <a:pt x="6444" y="6942"/>
                </a:cubicBezTo>
                <a:cubicBezTo>
                  <a:pt x="6444" y="6873"/>
                  <a:pt x="6513" y="6799"/>
                  <a:pt x="6513" y="6730"/>
                </a:cubicBezTo>
                <a:close/>
                <a:moveTo>
                  <a:pt x="16611" y="6656"/>
                </a:moveTo>
                <a:lnTo>
                  <a:pt x="16611" y="7228"/>
                </a:lnTo>
                <a:cubicBezTo>
                  <a:pt x="16536" y="7160"/>
                  <a:pt x="16536" y="7016"/>
                  <a:pt x="16536" y="6873"/>
                </a:cubicBezTo>
                <a:cubicBezTo>
                  <a:pt x="16536" y="6799"/>
                  <a:pt x="16536" y="6799"/>
                  <a:pt x="16611" y="6656"/>
                </a:cubicBezTo>
                <a:close/>
                <a:moveTo>
                  <a:pt x="30643" y="7228"/>
                </a:moveTo>
                <a:cubicBezTo>
                  <a:pt x="30647" y="7236"/>
                  <a:pt x="30650" y="7243"/>
                  <a:pt x="30654" y="7250"/>
                </a:cubicBezTo>
                <a:lnTo>
                  <a:pt x="30654" y="7250"/>
                </a:lnTo>
                <a:lnTo>
                  <a:pt x="30643" y="7228"/>
                </a:lnTo>
                <a:close/>
                <a:moveTo>
                  <a:pt x="26560" y="6942"/>
                </a:moveTo>
                <a:cubicBezTo>
                  <a:pt x="26634" y="7085"/>
                  <a:pt x="26634" y="7160"/>
                  <a:pt x="26634" y="7303"/>
                </a:cubicBezTo>
                <a:cubicBezTo>
                  <a:pt x="26634" y="7228"/>
                  <a:pt x="26560" y="7228"/>
                  <a:pt x="26560" y="7160"/>
                </a:cubicBezTo>
                <a:lnTo>
                  <a:pt x="26560" y="6942"/>
                </a:lnTo>
                <a:close/>
                <a:moveTo>
                  <a:pt x="16393" y="7228"/>
                </a:moveTo>
                <a:lnTo>
                  <a:pt x="16393" y="7372"/>
                </a:lnTo>
                <a:cubicBezTo>
                  <a:pt x="16393" y="7303"/>
                  <a:pt x="16324" y="7303"/>
                  <a:pt x="16324" y="7303"/>
                </a:cubicBezTo>
                <a:cubicBezTo>
                  <a:pt x="16324" y="7303"/>
                  <a:pt x="16324" y="7228"/>
                  <a:pt x="16393" y="7228"/>
                </a:cubicBezTo>
                <a:close/>
                <a:moveTo>
                  <a:pt x="20477" y="6369"/>
                </a:moveTo>
                <a:cubicBezTo>
                  <a:pt x="20546" y="6587"/>
                  <a:pt x="20546" y="6799"/>
                  <a:pt x="20546" y="7016"/>
                </a:cubicBezTo>
                <a:lnTo>
                  <a:pt x="20334" y="7446"/>
                </a:lnTo>
                <a:cubicBezTo>
                  <a:pt x="20259" y="7372"/>
                  <a:pt x="20259" y="7303"/>
                  <a:pt x="20191" y="7228"/>
                </a:cubicBezTo>
                <a:cubicBezTo>
                  <a:pt x="20334" y="6942"/>
                  <a:pt x="20403" y="6656"/>
                  <a:pt x="20477" y="6369"/>
                </a:cubicBezTo>
                <a:close/>
                <a:moveTo>
                  <a:pt x="34292" y="6656"/>
                </a:moveTo>
                <a:cubicBezTo>
                  <a:pt x="34223" y="6873"/>
                  <a:pt x="34223" y="7160"/>
                  <a:pt x="34149" y="7446"/>
                </a:cubicBezTo>
                <a:cubicBezTo>
                  <a:pt x="34149" y="7372"/>
                  <a:pt x="34080" y="7228"/>
                  <a:pt x="34080" y="7160"/>
                </a:cubicBezTo>
                <a:cubicBezTo>
                  <a:pt x="34149" y="6942"/>
                  <a:pt x="34223" y="6799"/>
                  <a:pt x="34292" y="6656"/>
                </a:cubicBezTo>
                <a:close/>
                <a:moveTo>
                  <a:pt x="29567" y="7303"/>
                </a:moveTo>
                <a:cubicBezTo>
                  <a:pt x="29567" y="7370"/>
                  <a:pt x="29567" y="7443"/>
                  <a:pt x="29636" y="7510"/>
                </a:cubicBezTo>
                <a:lnTo>
                  <a:pt x="29636" y="7510"/>
                </a:lnTo>
                <a:cubicBezTo>
                  <a:pt x="29629" y="7446"/>
                  <a:pt x="29611" y="7388"/>
                  <a:pt x="29567" y="7303"/>
                </a:cubicBezTo>
                <a:close/>
                <a:moveTo>
                  <a:pt x="48611" y="6157"/>
                </a:moveTo>
                <a:cubicBezTo>
                  <a:pt x="48685" y="6587"/>
                  <a:pt x="48685" y="7016"/>
                  <a:pt x="48754" y="7515"/>
                </a:cubicBezTo>
                <a:cubicBezTo>
                  <a:pt x="48685" y="7160"/>
                  <a:pt x="48611" y="6873"/>
                  <a:pt x="48468" y="6512"/>
                </a:cubicBezTo>
                <a:cubicBezTo>
                  <a:pt x="48542" y="6300"/>
                  <a:pt x="48542" y="6300"/>
                  <a:pt x="48611" y="6157"/>
                </a:cubicBezTo>
                <a:close/>
                <a:moveTo>
                  <a:pt x="49756" y="7446"/>
                </a:moveTo>
                <a:cubicBezTo>
                  <a:pt x="49756" y="7515"/>
                  <a:pt x="49756" y="7515"/>
                  <a:pt x="49831" y="7515"/>
                </a:cubicBezTo>
                <a:cubicBezTo>
                  <a:pt x="49831" y="7515"/>
                  <a:pt x="49756" y="7515"/>
                  <a:pt x="49756" y="7446"/>
                </a:cubicBezTo>
                <a:close/>
                <a:moveTo>
                  <a:pt x="26416" y="5796"/>
                </a:moveTo>
                <a:cubicBezTo>
                  <a:pt x="26491" y="6083"/>
                  <a:pt x="26491" y="6444"/>
                  <a:pt x="26560" y="6730"/>
                </a:cubicBezTo>
                <a:cubicBezTo>
                  <a:pt x="26491" y="6799"/>
                  <a:pt x="26491" y="6873"/>
                  <a:pt x="26416" y="6942"/>
                </a:cubicBezTo>
                <a:cubicBezTo>
                  <a:pt x="26348" y="7160"/>
                  <a:pt x="26273" y="7372"/>
                  <a:pt x="26273" y="7589"/>
                </a:cubicBezTo>
                <a:cubicBezTo>
                  <a:pt x="26130" y="7372"/>
                  <a:pt x="26061" y="7160"/>
                  <a:pt x="25918" y="6942"/>
                </a:cubicBezTo>
                <a:cubicBezTo>
                  <a:pt x="26130" y="6512"/>
                  <a:pt x="26273" y="6083"/>
                  <a:pt x="26416" y="5796"/>
                </a:cubicBezTo>
                <a:close/>
                <a:moveTo>
                  <a:pt x="1931" y="7016"/>
                </a:moveTo>
                <a:cubicBezTo>
                  <a:pt x="1931" y="7215"/>
                  <a:pt x="1931" y="7418"/>
                  <a:pt x="1992" y="7617"/>
                </a:cubicBezTo>
                <a:lnTo>
                  <a:pt x="1992" y="7617"/>
                </a:lnTo>
                <a:cubicBezTo>
                  <a:pt x="1982" y="7602"/>
                  <a:pt x="1963" y="7589"/>
                  <a:pt x="1931" y="7589"/>
                </a:cubicBezTo>
                <a:cubicBezTo>
                  <a:pt x="1931" y="7446"/>
                  <a:pt x="1931" y="7303"/>
                  <a:pt x="1862" y="7160"/>
                </a:cubicBezTo>
                <a:cubicBezTo>
                  <a:pt x="1862" y="7085"/>
                  <a:pt x="1931" y="7085"/>
                  <a:pt x="1931" y="7016"/>
                </a:cubicBezTo>
                <a:close/>
                <a:moveTo>
                  <a:pt x="29567" y="7446"/>
                </a:moveTo>
                <a:cubicBezTo>
                  <a:pt x="29567" y="7515"/>
                  <a:pt x="29641" y="7589"/>
                  <a:pt x="29641" y="7658"/>
                </a:cubicBezTo>
                <a:cubicBezTo>
                  <a:pt x="29641" y="7602"/>
                  <a:pt x="29641" y="7557"/>
                  <a:pt x="29637" y="7515"/>
                </a:cubicBezTo>
                <a:lnTo>
                  <a:pt x="29637" y="7515"/>
                </a:lnTo>
                <a:cubicBezTo>
                  <a:pt x="29638" y="7515"/>
                  <a:pt x="29640" y="7515"/>
                  <a:pt x="29641" y="7515"/>
                </a:cubicBezTo>
                <a:cubicBezTo>
                  <a:pt x="29639" y="7513"/>
                  <a:pt x="29638" y="7512"/>
                  <a:pt x="29636" y="7510"/>
                </a:cubicBezTo>
                <a:lnTo>
                  <a:pt x="29636" y="7510"/>
                </a:lnTo>
                <a:cubicBezTo>
                  <a:pt x="29636" y="7511"/>
                  <a:pt x="29636" y="7513"/>
                  <a:pt x="29637" y="7515"/>
                </a:cubicBezTo>
                <a:lnTo>
                  <a:pt x="29637" y="7515"/>
                </a:lnTo>
                <a:cubicBezTo>
                  <a:pt x="29567" y="7512"/>
                  <a:pt x="29567" y="7447"/>
                  <a:pt x="29567" y="7446"/>
                </a:cubicBezTo>
                <a:close/>
                <a:moveTo>
                  <a:pt x="29641" y="5940"/>
                </a:moveTo>
                <a:cubicBezTo>
                  <a:pt x="29710" y="6512"/>
                  <a:pt x="29710" y="7085"/>
                  <a:pt x="29710" y="7658"/>
                </a:cubicBezTo>
                <a:lnTo>
                  <a:pt x="29641" y="7658"/>
                </a:lnTo>
                <a:lnTo>
                  <a:pt x="29641" y="7732"/>
                </a:lnTo>
                <a:cubicBezTo>
                  <a:pt x="29641" y="7658"/>
                  <a:pt x="29567" y="7589"/>
                  <a:pt x="29567" y="7515"/>
                </a:cubicBezTo>
                <a:lnTo>
                  <a:pt x="29567" y="7446"/>
                </a:lnTo>
                <a:lnTo>
                  <a:pt x="29567" y="7303"/>
                </a:lnTo>
                <a:cubicBezTo>
                  <a:pt x="29567" y="6873"/>
                  <a:pt x="29641" y="6369"/>
                  <a:pt x="29641" y="5940"/>
                </a:cubicBezTo>
                <a:close/>
                <a:moveTo>
                  <a:pt x="50759" y="7589"/>
                </a:moveTo>
                <a:cubicBezTo>
                  <a:pt x="50759" y="7658"/>
                  <a:pt x="50759" y="7732"/>
                  <a:pt x="50833" y="7801"/>
                </a:cubicBezTo>
                <a:cubicBezTo>
                  <a:pt x="50833" y="7732"/>
                  <a:pt x="50759" y="7658"/>
                  <a:pt x="50759" y="7589"/>
                </a:cubicBezTo>
                <a:close/>
                <a:moveTo>
                  <a:pt x="32860" y="5585"/>
                </a:moveTo>
                <a:cubicBezTo>
                  <a:pt x="32934" y="6083"/>
                  <a:pt x="32934" y="6587"/>
                  <a:pt x="32934" y="7085"/>
                </a:cubicBezTo>
                <a:cubicBezTo>
                  <a:pt x="32860" y="7303"/>
                  <a:pt x="32791" y="7515"/>
                  <a:pt x="32648" y="7801"/>
                </a:cubicBezTo>
                <a:cubicBezTo>
                  <a:pt x="32574" y="7515"/>
                  <a:pt x="32505" y="7228"/>
                  <a:pt x="32362" y="6873"/>
                </a:cubicBezTo>
                <a:lnTo>
                  <a:pt x="32362" y="6873"/>
                </a:lnTo>
                <a:cubicBezTo>
                  <a:pt x="32430" y="7160"/>
                  <a:pt x="32505" y="7515"/>
                  <a:pt x="32574" y="7876"/>
                </a:cubicBezTo>
                <a:lnTo>
                  <a:pt x="32362" y="7228"/>
                </a:lnTo>
                <a:lnTo>
                  <a:pt x="32362" y="7228"/>
                </a:lnTo>
                <a:cubicBezTo>
                  <a:pt x="32362" y="7372"/>
                  <a:pt x="32430" y="7515"/>
                  <a:pt x="32430" y="7732"/>
                </a:cubicBezTo>
                <a:cubicBezTo>
                  <a:pt x="32362" y="7515"/>
                  <a:pt x="32362" y="7372"/>
                  <a:pt x="32287" y="7228"/>
                </a:cubicBezTo>
                <a:cubicBezTo>
                  <a:pt x="32287" y="7085"/>
                  <a:pt x="32362" y="7016"/>
                  <a:pt x="32362" y="6873"/>
                </a:cubicBezTo>
                <a:cubicBezTo>
                  <a:pt x="32574" y="6369"/>
                  <a:pt x="32717" y="5940"/>
                  <a:pt x="32860" y="5585"/>
                </a:cubicBezTo>
                <a:close/>
                <a:moveTo>
                  <a:pt x="41669" y="5012"/>
                </a:moveTo>
                <a:cubicBezTo>
                  <a:pt x="41881" y="5728"/>
                  <a:pt x="42099" y="6656"/>
                  <a:pt x="42311" y="7515"/>
                </a:cubicBezTo>
                <a:lnTo>
                  <a:pt x="41955" y="7876"/>
                </a:lnTo>
                <a:cubicBezTo>
                  <a:pt x="41812" y="7446"/>
                  <a:pt x="41669" y="7016"/>
                  <a:pt x="41526" y="6512"/>
                </a:cubicBezTo>
                <a:cubicBezTo>
                  <a:pt x="41595" y="6014"/>
                  <a:pt x="41595" y="5585"/>
                  <a:pt x="41669" y="5012"/>
                </a:cubicBezTo>
                <a:close/>
                <a:moveTo>
                  <a:pt x="4726" y="7016"/>
                </a:moveTo>
                <a:lnTo>
                  <a:pt x="4726" y="7944"/>
                </a:lnTo>
                <a:cubicBezTo>
                  <a:pt x="4726" y="7801"/>
                  <a:pt x="4652" y="7658"/>
                  <a:pt x="4583" y="7446"/>
                </a:cubicBezTo>
                <a:lnTo>
                  <a:pt x="4583" y="7303"/>
                </a:lnTo>
                <a:cubicBezTo>
                  <a:pt x="4652" y="7228"/>
                  <a:pt x="4652" y="7085"/>
                  <a:pt x="4726" y="7016"/>
                </a:cubicBezTo>
                <a:close/>
                <a:moveTo>
                  <a:pt x="24486" y="7446"/>
                </a:moveTo>
                <a:cubicBezTo>
                  <a:pt x="24486" y="7515"/>
                  <a:pt x="24486" y="7589"/>
                  <a:pt x="24555" y="7658"/>
                </a:cubicBezTo>
                <a:cubicBezTo>
                  <a:pt x="24555" y="7658"/>
                  <a:pt x="24486" y="7658"/>
                  <a:pt x="24486" y="7732"/>
                </a:cubicBezTo>
                <a:cubicBezTo>
                  <a:pt x="24486" y="7801"/>
                  <a:pt x="24486" y="7944"/>
                  <a:pt x="24412" y="8019"/>
                </a:cubicBezTo>
                <a:cubicBezTo>
                  <a:pt x="24412" y="7876"/>
                  <a:pt x="24486" y="7658"/>
                  <a:pt x="24486" y="7446"/>
                </a:cubicBezTo>
                <a:close/>
                <a:moveTo>
                  <a:pt x="20191" y="7372"/>
                </a:moveTo>
                <a:lnTo>
                  <a:pt x="20191" y="7732"/>
                </a:lnTo>
                <a:cubicBezTo>
                  <a:pt x="20116" y="7801"/>
                  <a:pt x="20047" y="7944"/>
                  <a:pt x="19973" y="8087"/>
                </a:cubicBezTo>
                <a:cubicBezTo>
                  <a:pt x="20047" y="7876"/>
                  <a:pt x="20116" y="7589"/>
                  <a:pt x="20191" y="7372"/>
                </a:cubicBezTo>
                <a:close/>
                <a:moveTo>
                  <a:pt x="25918" y="7016"/>
                </a:moveTo>
                <a:cubicBezTo>
                  <a:pt x="25987" y="7303"/>
                  <a:pt x="26061" y="7589"/>
                  <a:pt x="26130" y="7944"/>
                </a:cubicBezTo>
                <a:lnTo>
                  <a:pt x="26130" y="8162"/>
                </a:lnTo>
                <a:cubicBezTo>
                  <a:pt x="26061" y="7801"/>
                  <a:pt x="25918" y="7515"/>
                  <a:pt x="25844" y="7160"/>
                </a:cubicBezTo>
                <a:cubicBezTo>
                  <a:pt x="25844" y="7085"/>
                  <a:pt x="25844" y="7085"/>
                  <a:pt x="25918" y="7016"/>
                </a:cubicBezTo>
                <a:close/>
                <a:moveTo>
                  <a:pt x="21834" y="8231"/>
                </a:moveTo>
                <a:lnTo>
                  <a:pt x="21834" y="8231"/>
                </a:lnTo>
                <a:cubicBezTo>
                  <a:pt x="21834" y="8231"/>
                  <a:pt x="21834" y="8231"/>
                  <a:pt x="21834" y="8231"/>
                </a:cubicBezTo>
                <a:close/>
                <a:moveTo>
                  <a:pt x="21834" y="8231"/>
                </a:moveTo>
                <a:lnTo>
                  <a:pt x="21834" y="8231"/>
                </a:lnTo>
                <a:cubicBezTo>
                  <a:pt x="21834" y="8231"/>
                  <a:pt x="21834" y="8231"/>
                  <a:pt x="21834" y="8231"/>
                </a:cubicBezTo>
                <a:close/>
                <a:moveTo>
                  <a:pt x="21834" y="8231"/>
                </a:moveTo>
                <a:lnTo>
                  <a:pt x="21834" y="8231"/>
                </a:lnTo>
                <a:cubicBezTo>
                  <a:pt x="21834" y="8231"/>
                  <a:pt x="21834" y="8231"/>
                  <a:pt x="21834" y="8231"/>
                </a:cubicBezTo>
                <a:close/>
                <a:moveTo>
                  <a:pt x="21834" y="8231"/>
                </a:moveTo>
                <a:lnTo>
                  <a:pt x="21834" y="8231"/>
                </a:lnTo>
                <a:cubicBezTo>
                  <a:pt x="21834" y="8231"/>
                  <a:pt x="21834" y="8231"/>
                  <a:pt x="21834" y="8231"/>
                </a:cubicBezTo>
                <a:close/>
                <a:moveTo>
                  <a:pt x="21834" y="8231"/>
                </a:moveTo>
                <a:lnTo>
                  <a:pt x="21834" y="8231"/>
                </a:lnTo>
                <a:cubicBezTo>
                  <a:pt x="21834" y="8231"/>
                  <a:pt x="21834" y="8231"/>
                  <a:pt x="21834" y="8231"/>
                </a:cubicBezTo>
                <a:close/>
                <a:moveTo>
                  <a:pt x="21834" y="8231"/>
                </a:moveTo>
                <a:lnTo>
                  <a:pt x="21834" y="8231"/>
                </a:lnTo>
                <a:cubicBezTo>
                  <a:pt x="21834" y="8231"/>
                  <a:pt x="21834" y="8231"/>
                  <a:pt x="21834" y="8231"/>
                </a:cubicBezTo>
                <a:close/>
                <a:moveTo>
                  <a:pt x="3649" y="7085"/>
                </a:moveTo>
                <a:lnTo>
                  <a:pt x="3649" y="7303"/>
                </a:lnTo>
                <a:lnTo>
                  <a:pt x="3649" y="7732"/>
                </a:lnTo>
                <a:cubicBezTo>
                  <a:pt x="3581" y="7876"/>
                  <a:pt x="3581" y="8019"/>
                  <a:pt x="3581" y="8231"/>
                </a:cubicBezTo>
                <a:cubicBezTo>
                  <a:pt x="3534" y="8231"/>
                  <a:pt x="3517" y="8259"/>
                  <a:pt x="3510" y="8281"/>
                </a:cubicBezTo>
                <a:lnTo>
                  <a:pt x="3510" y="8281"/>
                </a:lnTo>
                <a:cubicBezTo>
                  <a:pt x="3581" y="7859"/>
                  <a:pt x="3582" y="7439"/>
                  <a:pt x="3649" y="7085"/>
                </a:cubicBezTo>
                <a:close/>
                <a:moveTo>
                  <a:pt x="1719" y="8019"/>
                </a:moveTo>
                <a:lnTo>
                  <a:pt x="1719" y="8305"/>
                </a:lnTo>
                <a:lnTo>
                  <a:pt x="1645" y="8231"/>
                </a:lnTo>
                <a:cubicBezTo>
                  <a:pt x="1645" y="8087"/>
                  <a:pt x="1645" y="8087"/>
                  <a:pt x="1719" y="8019"/>
                </a:cubicBezTo>
                <a:close/>
                <a:moveTo>
                  <a:pt x="45174" y="6300"/>
                </a:moveTo>
                <a:cubicBezTo>
                  <a:pt x="45249" y="7016"/>
                  <a:pt x="45249" y="7801"/>
                  <a:pt x="45249" y="8517"/>
                </a:cubicBezTo>
                <a:lnTo>
                  <a:pt x="45031" y="8087"/>
                </a:lnTo>
                <a:cubicBezTo>
                  <a:pt x="45106" y="7515"/>
                  <a:pt x="45106" y="6942"/>
                  <a:pt x="45174" y="6300"/>
                </a:cubicBezTo>
                <a:close/>
                <a:moveTo>
                  <a:pt x="16107" y="7944"/>
                </a:moveTo>
                <a:lnTo>
                  <a:pt x="16107" y="8591"/>
                </a:lnTo>
                <a:cubicBezTo>
                  <a:pt x="16038" y="8517"/>
                  <a:pt x="16038" y="8448"/>
                  <a:pt x="15964" y="8374"/>
                </a:cubicBezTo>
                <a:lnTo>
                  <a:pt x="15964" y="8305"/>
                </a:lnTo>
                <a:lnTo>
                  <a:pt x="15964" y="8231"/>
                </a:lnTo>
                <a:cubicBezTo>
                  <a:pt x="16038" y="8162"/>
                  <a:pt x="16038" y="8019"/>
                  <a:pt x="16107" y="7944"/>
                </a:cubicBezTo>
                <a:close/>
                <a:moveTo>
                  <a:pt x="41451" y="7446"/>
                </a:moveTo>
                <a:cubicBezTo>
                  <a:pt x="41526" y="7732"/>
                  <a:pt x="41595" y="8019"/>
                  <a:pt x="41595" y="8305"/>
                </a:cubicBezTo>
                <a:cubicBezTo>
                  <a:pt x="41526" y="8374"/>
                  <a:pt x="41451" y="8448"/>
                  <a:pt x="41383" y="8591"/>
                </a:cubicBezTo>
                <a:cubicBezTo>
                  <a:pt x="41383" y="8231"/>
                  <a:pt x="41451" y="7801"/>
                  <a:pt x="41451" y="7446"/>
                </a:cubicBezTo>
                <a:close/>
                <a:moveTo>
                  <a:pt x="1645" y="8374"/>
                </a:moveTo>
                <a:lnTo>
                  <a:pt x="1645" y="8591"/>
                </a:lnTo>
                <a:cubicBezTo>
                  <a:pt x="1645" y="8660"/>
                  <a:pt x="1645" y="8660"/>
                  <a:pt x="1576" y="8735"/>
                </a:cubicBezTo>
                <a:cubicBezTo>
                  <a:pt x="1576" y="8591"/>
                  <a:pt x="1576" y="8517"/>
                  <a:pt x="1645" y="8374"/>
                </a:cubicBezTo>
                <a:close/>
                <a:moveTo>
                  <a:pt x="17252" y="6157"/>
                </a:moveTo>
                <a:cubicBezTo>
                  <a:pt x="17396" y="6942"/>
                  <a:pt x="17539" y="7732"/>
                  <a:pt x="17682" y="8591"/>
                </a:cubicBezTo>
                <a:cubicBezTo>
                  <a:pt x="17613" y="8660"/>
                  <a:pt x="17613" y="8660"/>
                  <a:pt x="17613" y="8735"/>
                </a:cubicBezTo>
                <a:cubicBezTo>
                  <a:pt x="17613" y="8660"/>
                  <a:pt x="17539" y="8517"/>
                  <a:pt x="17539" y="8448"/>
                </a:cubicBezTo>
                <a:cubicBezTo>
                  <a:pt x="17470" y="7944"/>
                  <a:pt x="17327" y="7446"/>
                  <a:pt x="17184" y="6873"/>
                </a:cubicBezTo>
                <a:cubicBezTo>
                  <a:pt x="17184" y="6656"/>
                  <a:pt x="17252" y="6444"/>
                  <a:pt x="17252" y="6157"/>
                </a:cubicBezTo>
                <a:close/>
                <a:moveTo>
                  <a:pt x="40381" y="7892"/>
                </a:moveTo>
                <a:cubicBezTo>
                  <a:pt x="40384" y="8095"/>
                  <a:pt x="40449" y="8236"/>
                  <a:pt x="40449" y="8448"/>
                </a:cubicBezTo>
                <a:cubicBezTo>
                  <a:pt x="40449" y="8517"/>
                  <a:pt x="40380" y="8660"/>
                  <a:pt x="40380" y="8735"/>
                </a:cubicBezTo>
                <a:cubicBezTo>
                  <a:pt x="40306" y="8591"/>
                  <a:pt x="40237" y="8374"/>
                  <a:pt x="40237" y="8231"/>
                </a:cubicBezTo>
                <a:cubicBezTo>
                  <a:pt x="40285" y="8115"/>
                  <a:pt x="40333" y="8001"/>
                  <a:pt x="40381" y="7892"/>
                </a:cubicBezTo>
                <a:close/>
                <a:moveTo>
                  <a:pt x="40020" y="8735"/>
                </a:moveTo>
                <a:cubicBezTo>
                  <a:pt x="40019" y="8742"/>
                  <a:pt x="40018" y="8749"/>
                  <a:pt x="40017" y="8756"/>
                </a:cubicBezTo>
                <a:lnTo>
                  <a:pt x="40017" y="8756"/>
                </a:lnTo>
                <a:cubicBezTo>
                  <a:pt x="40019" y="8750"/>
                  <a:pt x="40020" y="8743"/>
                  <a:pt x="40020" y="8735"/>
                </a:cubicBezTo>
                <a:close/>
                <a:moveTo>
                  <a:pt x="32144" y="7589"/>
                </a:moveTo>
                <a:cubicBezTo>
                  <a:pt x="32219" y="7801"/>
                  <a:pt x="32287" y="8087"/>
                  <a:pt x="32287" y="8374"/>
                </a:cubicBezTo>
                <a:cubicBezTo>
                  <a:pt x="32219" y="8231"/>
                  <a:pt x="32144" y="8087"/>
                  <a:pt x="32075" y="8019"/>
                </a:cubicBezTo>
                <a:lnTo>
                  <a:pt x="32075" y="8019"/>
                </a:lnTo>
                <a:lnTo>
                  <a:pt x="32287" y="8448"/>
                </a:lnTo>
                <a:cubicBezTo>
                  <a:pt x="32144" y="8517"/>
                  <a:pt x="32075" y="8660"/>
                  <a:pt x="31932" y="8803"/>
                </a:cubicBezTo>
                <a:cubicBezTo>
                  <a:pt x="32001" y="8591"/>
                  <a:pt x="32075" y="8374"/>
                  <a:pt x="32075" y="8231"/>
                </a:cubicBezTo>
                <a:lnTo>
                  <a:pt x="32075" y="8231"/>
                </a:lnTo>
                <a:cubicBezTo>
                  <a:pt x="32075" y="8231"/>
                  <a:pt x="32001" y="8305"/>
                  <a:pt x="31932" y="8305"/>
                </a:cubicBezTo>
                <a:cubicBezTo>
                  <a:pt x="32001" y="8087"/>
                  <a:pt x="32075" y="7801"/>
                  <a:pt x="32144" y="7589"/>
                </a:cubicBezTo>
                <a:close/>
                <a:moveTo>
                  <a:pt x="42311" y="7658"/>
                </a:moveTo>
                <a:lnTo>
                  <a:pt x="42311" y="7732"/>
                </a:lnTo>
                <a:cubicBezTo>
                  <a:pt x="42242" y="8087"/>
                  <a:pt x="42167" y="8448"/>
                  <a:pt x="42167" y="8803"/>
                </a:cubicBezTo>
                <a:cubicBezTo>
                  <a:pt x="42099" y="8591"/>
                  <a:pt x="42099" y="8448"/>
                  <a:pt x="42024" y="8231"/>
                </a:cubicBezTo>
                <a:cubicBezTo>
                  <a:pt x="42167" y="8019"/>
                  <a:pt x="42242" y="7801"/>
                  <a:pt x="42311" y="7658"/>
                </a:cubicBezTo>
                <a:close/>
                <a:moveTo>
                  <a:pt x="49688" y="8231"/>
                </a:moveTo>
                <a:lnTo>
                  <a:pt x="49688" y="8231"/>
                </a:lnTo>
                <a:cubicBezTo>
                  <a:pt x="49613" y="8374"/>
                  <a:pt x="49613" y="8517"/>
                  <a:pt x="49545" y="8660"/>
                </a:cubicBezTo>
                <a:cubicBezTo>
                  <a:pt x="49545" y="8735"/>
                  <a:pt x="49545" y="8803"/>
                  <a:pt x="49470" y="8803"/>
                </a:cubicBezTo>
                <a:cubicBezTo>
                  <a:pt x="49545" y="8592"/>
                  <a:pt x="49613" y="8374"/>
                  <a:pt x="49688" y="8231"/>
                </a:cubicBezTo>
                <a:close/>
                <a:moveTo>
                  <a:pt x="16038" y="8591"/>
                </a:moveTo>
                <a:cubicBezTo>
                  <a:pt x="16038" y="8660"/>
                  <a:pt x="16107" y="8735"/>
                  <a:pt x="16107" y="8803"/>
                </a:cubicBezTo>
                <a:cubicBezTo>
                  <a:pt x="16107" y="8803"/>
                  <a:pt x="16107" y="8878"/>
                  <a:pt x="16038" y="8878"/>
                </a:cubicBezTo>
                <a:lnTo>
                  <a:pt x="16038" y="8591"/>
                </a:lnTo>
                <a:close/>
                <a:moveTo>
                  <a:pt x="26560" y="7228"/>
                </a:moveTo>
                <a:cubicBezTo>
                  <a:pt x="26560" y="7303"/>
                  <a:pt x="26634" y="7446"/>
                  <a:pt x="26634" y="7515"/>
                </a:cubicBezTo>
                <a:cubicBezTo>
                  <a:pt x="26703" y="7944"/>
                  <a:pt x="26777" y="8374"/>
                  <a:pt x="26777" y="8803"/>
                </a:cubicBezTo>
                <a:lnTo>
                  <a:pt x="26777" y="8878"/>
                </a:lnTo>
                <a:cubicBezTo>
                  <a:pt x="26703" y="8593"/>
                  <a:pt x="26635" y="8376"/>
                  <a:pt x="26561" y="8092"/>
                </a:cubicBezTo>
                <a:lnTo>
                  <a:pt x="26561" y="8092"/>
                </a:lnTo>
                <a:cubicBezTo>
                  <a:pt x="26635" y="8376"/>
                  <a:pt x="26703" y="8593"/>
                  <a:pt x="26703" y="8878"/>
                </a:cubicBezTo>
                <a:lnTo>
                  <a:pt x="26491" y="8231"/>
                </a:lnTo>
                <a:cubicBezTo>
                  <a:pt x="26491" y="7876"/>
                  <a:pt x="26560" y="7589"/>
                  <a:pt x="26560" y="7228"/>
                </a:cubicBezTo>
                <a:close/>
                <a:moveTo>
                  <a:pt x="111328" y="8735"/>
                </a:moveTo>
                <a:cubicBezTo>
                  <a:pt x="111328" y="8803"/>
                  <a:pt x="111259" y="8947"/>
                  <a:pt x="111259" y="9021"/>
                </a:cubicBezTo>
                <a:lnTo>
                  <a:pt x="111259" y="8947"/>
                </a:lnTo>
                <a:lnTo>
                  <a:pt x="111259" y="8803"/>
                </a:lnTo>
                <a:lnTo>
                  <a:pt x="111328" y="8735"/>
                </a:lnTo>
                <a:close/>
                <a:moveTo>
                  <a:pt x="27992" y="6226"/>
                </a:moveTo>
                <a:cubicBezTo>
                  <a:pt x="28135" y="7016"/>
                  <a:pt x="28209" y="7801"/>
                  <a:pt x="28278" y="8591"/>
                </a:cubicBezTo>
                <a:cubicBezTo>
                  <a:pt x="28209" y="8735"/>
                  <a:pt x="28066" y="8878"/>
                  <a:pt x="27992" y="9090"/>
                </a:cubicBezTo>
                <a:cubicBezTo>
                  <a:pt x="27992" y="8803"/>
                  <a:pt x="27923" y="8517"/>
                  <a:pt x="27848" y="8231"/>
                </a:cubicBezTo>
                <a:cubicBezTo>
                  <a:pt x="27923" y="7589"/>
                  <a:pt x="27923" y="6942"/>
                  <a:pt x="27992" y="6226"/>
                </a:cubicBezTo>
                <a:close/>
                <a:moveTo>
                  <a:pt x="57775" y="8878"/>
                </a:moveTo>
                <a:lnTo>
                  <a:pt x="57775" y="8878"/>
                </a:lnTo>
                <a:cubicBezTo>
                  <a:pt x="57796" y="8951"/>
                  <a:pt x="57817" y="9023"/>
                  <a:pt x="57838" y="9094"/>
                </a:cubicBezTo>
                <a:lnTo>
                  <a:pt x="57838" y="9094"/>
                </a:lnTo>
                <a:cubicBezTo>
                  <a:pt x="57819" y="9019"/>
                  <a:pt x="57798" y="8946"/>
                  <a:pt x="57775" y="8878"/>
                </a:cubicBezTo>
                <a:close/>
                <a:moveTo>
                  <a:pt x="44172" y="9090"/>
                </a:moveTo>
                <a:cubicBezTo>
                  <a:pt x="44172" y="9090"/>
                  <a:pt x="44172" y="9164"/>
                  <a:pt x="44247" y="9164"/>
                </a:cubicBezTo>
                <a:cubicBezTo>
                  <a:pt x="44247" y="9090"/>
                  <a:pt x="44172" y="9090"/>
                  <a:pt x="44172" y="9090"/>
                </a:cubicBezTo>
                <a:close/>
                <a:moveTo>
                  <a:pt x="115194" y="8517"/>
                </a:moveTo>
                <a:lnTo>
                  <a:pt x="115194" y="8517"/>
                </a:lnTo>
                <a:cubicBezTo>
                  <a:pt x="115126" y="8660"/>
                  <a:pt x="115051" y="8947"/>
                  <a:pt x="114982" y="9164"/>
                </a:cubicBezTo>
                <a:cubicBezTo>
                  <a:pt x="114982" y="9090"/>
                  <a:pt x="114982" y="9021"/>
                  <a:pt x="114908" y="8947"/>
                </a:cubicBezTo>
                <a:cubicBezTo>
                  <a:pt x="115126" y="8660"/>
                  <a:pt x="115126" y="8591"/>
                  <a:pt x="115194" y="8517"/>
                </a:cubicBezTo>
                <a:close/>
                <a:moveTo>
                  <a:pt x="21909" y="8947"/>
                </a:moveTo>
                <a:cubicBezTo>
                  <a:pt x="21909" y="9021"/>
                  <a:pt x="21909" y="9021"/>
                  <a:pt x="21978" y="9090"/>
                </a:cubicBezTo>
                <a:cubicBezTo>
                  <a:pt x="21909" y="9164"/>
                  <a:pt x="21909" y="9164"/>
                  <a:pt x="21909" y="9233"/>
                </a:cubicBezTo>
                <a:lnTo>
                  <a:pt x="21909" y="9090"/>
                </a:lnTo>
                <a:lnTo>
                  <a:pt x="21909" y="8947"/>
                </a:lnTo>
                <a:close/>
                <a:moveTo>
                  <a:pt x="29498" y="8448"/>
                </a:moveTo>
                <a:cubicBezTo>
                  <a:pt x="29498" y="8591"/>
                  <a:pt x="29567" y="8735"/>
                  <a:pt x="29567" y="8878"/>
                </a:cubicBezTo>
                <a:lnTo>
                  <a:pt x="29567" y="9307"/>
                </a:lnTo>
                <a:cubicBezTo>
                  <a:pt x="29498" y="9307"/>
                  <a:pt x="29498" y="9376"/>
                  <a:pt x="29498" y="9376"/>
                </a:cubicBezTo>
                <a:lnTo>
                  <a:pt x="29498" y="8448"/>
                </a:lnTo>
                <a:close/>
                <a:moveTo>
                  <a:pt x="43170" y="8878"/>
                </a:moveTo>
                <a:cubicBezTo>
                  <a:pt x="43244" y="9021"/>
                  <a:pt x="43244" y="9090"/>
                  <a:pt x="43313" y="9233"/>
                </a:cubicBezTo>
                <a:lnTo>
                  <a:pt x="43313" y="9376"/>
                </a:lnTo>
                <a:cubicBezTo>
                  <a:pt x="43244" y="9233"/>
                  <a:pt x="43244" y="9021"/>
                  <a:pt x="43170" y="8878"/>
                </a:cubicBezTo>
                <a:close/>
                <a:moveTo>
                  <a:pt x="49401" y="8947"/>
                </a:moveTo>
                <a:lnTo>
                  <a:pt x="49401" y="9021"/>
                </a:lnTo>
                <a:lnTo>
                  <a:pt x="49401" y="9233"/>
                </a:lnTo>
                <a:cubicBezTo>
                  <a:pt x="49401" y="9164"/>
                  <a:pt x="49327" y="9090"/>
                  <a:pt x="49327" y="9090"/>
                </a:cubicBezTo>
                <a:lnTo>
                  <a:pt x="49327" y="9090"/>
                </a:lnTo>
                <a:cubicBezTo>
                  <a:pt x="49327" y="9164"/>
                  <a:pt x="49327" y="9233"/>
                  <a:pt x="49401" y="9307"/>
                </a:cubicBezTo>
                <a:cubicBezTo>
                  <a:pt x="49327" y="9307"/>
                  <a:pt x="49327" y="9376"/>
                  <a:pt x="49327" y="9376"/>
                </a:cubicBezTo>
                <a:lnTo>
                  <a:pt x="49327" y="9164"/>
                </a:lnTo>
                <a:lnTo>
                  <a:pt x="49327" y="9090"/>
                </a:lnTo>
                <a:cubicBezTo>
                  <a:pt x="49327" y="9021"/>
                  <a:pt x="49401" y="9021"/>
                  <a:pt x="49401" y="8947"/>
                </a:cubicBezTo>
                <a:close/>
                <a:moveTo>
                  <a:pt x="51263" y="9164"/>
                </a:moveTo>
                <a:cubicBezTo>
                  <a:pt x="51263" y="9233"/>
                  <a:pt x="51263" y="9307"/>
                  <a:pt x="51332" y="9376"/>
                </a:cubicBezTo>
                <a:cubicBezTo>
                  <a:pt x="51263" y="9376"/>
                  <a:pt x="51263" y="9307"/>
                  <a:pt x="51188" y="9233"/>
                </a:cubicBezTo>
                <a:cubicBezTo>
                  <a:pt x="51263" y="9233"/>
                  <a:pt x="51263" y="9164"/>
                  <a:pt x="51263" y="9164"/>
                </a:cubicBezTo>
                <a:close/>
                <a:moveTo>
                  <a:pt x="44315" y="8660"/>
                </a:moveTo>
                <a:lnTo>
                  <a:pt x="44315" y="8660"/>
                </a:lnTo>
                <a:cubicBezTo>
                  <a:pt x="44247" y="8803"/>
                  <a:pt x="44247" y="8947"/>
                  <a:pt x="44247" y="9164"/>
                </a:cubicBezTo>
                <a:cubicBezTo>
                  <a:pt x="44103" y="9233"/>
                  <a:pt x="44029" y="9376"/>
                  <a:pt x="43960" y="9451"/>
                </a:cubicBezTo>
                <a:lnTo>
                  <a:pt x="43960" y="9376"/>
                </a:lnTo>
                <a:lnTo>
                  <a:pt x="43960" y="9307"/>
                </a:lnTo>
                <a:cubicBezTo>
                  <a:pt x="44103" y="9021"/>
                  <a:pt x="44247" y="8735"/>
                  <a:pt x="44315" y="8660"/>
                </a:cubicBezTo>
                <a:close/>
                <a:moveTo>
                  <a:pt x="48468" y="6656"/>
                </a:moveTo>
                <a:cubicBezTo>
                  <a:pt x="48542" y="7446"/>
                  <a:pt x="48542" y="8374"/>
                  <a:pt x="48542" y="9164"/>
                </a:cubicBezTo>
                <a:cubicBezTo>
                  <a:pt x="48468" y="9307"/>
                  <a:pt x="48468" y="9376"/>
                  <a:pt x="48399" y="9451"/>
                </a:cubicBezTo>
                <a:cubicBezTo>
                  <a:pt x="48325" y="8878"/>
                  <a:pt x="48256" y="8305"/>
                  <a:pt x="48113" y="7446"/>
                </a:cubicBezTo>
                <a:cubicBezTo>
                  <a:pt x="48181" y="7160"/>
                  <a:pt x="48325" y="6873"/>
                  <a:pt x="48468" y="6656"/>
                </a:cubicBezTo>
                <a:close/>
                <a:moveTo>
                  <a:pt x="38805" y="6730"/>
                </a:moveTo>
                <a:cubicBezTo>
                  <a:pt x="38948" y="7372"/>
                  <a:pt x="39017" y="8087"/>
                  <a:pt x="39092" y="8803"/>
                </a:cubicBezTo>
                <a:lnTo>
                  <a:pt x="38874" y="9021"/>
                </a:lnTo>
                <a:cubicBezTo>
                  <a:pt x="38805" y="8878"/>
                  <a:pt x="38805" y="8660"/>
                  <a:pt x="38731" y="8448"/>
                </a:cubicBezTo>
                <a:lnTo>
                  <a:pt x="38731" y="8448"/>
                </a:lnTo>
                <a:cubicBezTo>
                  <a:pt x="38731" y="8660"/>
                  <a:pt x="38805" y="8878"/>
                  <a:pt x="38805" y="9090"/>
                </a:cubicBezTo>
                <a:cubicBezTo>
                  <a:pt x="38731" y="9307"/>
                  <a:pt x="38588" y="9451"/>
                  <a:pt x="38519" y="9594"/>
                </a:cubicBezTo>
                <a:cubicBezTo>
                  <a:pt x="38444" y="9594"/>
                  <a:pt x="38444" y="9519"/>
                  <a:pt x="38444" y="9451"/>
                </a:cubicBezTo>
                <a:cubicBezTo>
                  <a:pt x="38444" y="9090"/>
                  <a:pt x="38519" y="8660"/>
                  <a:pt x="38519" y="8231"/>
                </a:cubicBezTo>
                <a:lnTo>
                  <a:pt x="38519" y="8231"/>
                </a:lnTo>
                <a:cubicBezTo>
                  <a:pt x="38444" y="8374"/>
                  <a:pt x="38301" y="8660"/>
                  <a:pt x="38233" y="9021"/>
                </a:cubicBezTo>
                <a:cubicBezTo>
                  <a:pt x="38158" y="8878"/>
                  <a:pt x="38089" y="8735"/>
                  <a:pt x="38089" y="8660"/>
                </a:cubicBezTo>
                <a:cubicBezTo>
                  <a:pt x="38015" y="8591"/>
                  <a:pt x="38015" y="8517"/>
                  <a:pt x="38015" y="8448"/>
                </a:cubicBezTo>
                <a:cubicBezTo>
                  <a:pt x="38376" y="7589"/>
                  <a:pt x="38731" y="6873"/>
                  <a:pt x="38805" y="6730"/>
                </a:cubicBezTo>
                <a:close/>
                <a:moveTo>
                  <a:pt x="25701" y="9376"/>
                </a:moveTo>
                <a:cubicBezTo>
                  <a:pt x="25701" y="9519"/>
                  <a:pt x="25701" y="9594"/>
                  <a:pt x="25775" y="9663"/>
                </a:cubicBezTo>
                <a:cubicBezTo>
                  <a:pt x="25701" y="9594"/>
                  <a:pt x="25701" y="9519"/>
                  <a:pt x="25701" y="9451"/>
                </a:cubicBezTo>
                <a:lnTo>
                  <a:pt x="25701" y="9376"/>
                </a:lnTo>
                <a:close/>
                <a:moveTo>
                  <a:pt x="35941" y="8591"/>
                </a:moveTo>
                <a:cubicBezTo>
                  <a:pt x="36010" y="8947"/>
                  <a:pt x="36085" y="9307"/>
                  <a:pt x="36085" y="9663"/>
                </a:cubicBezTo>
                <a:lnTo>
                  <a:pt x="36085" y="9663"/>
                </a:lnTo>
                <a:cubicBezTo>
                  <a:pt x="36010" y="9663"/>
                  <a:pt x="36010" y="9663"/>
                  <a:pt x="36010" y="9594"/>
                </a:cubicBezTo>
                <a:cubicBezTo>
                  <a:pt x="36010" y="9519"/>
                  <a:pt x="36010" y="9451"/>
                  <a:pt x="35941" y="9451"/>
                </a:cubicBezTo>
                <a:lnTo>
                  <a:pt x="35941" y="9519"/>
                </a:lnTo>
                <a:cubicBezTo>
                  <a:pt x="35941" y="9451"/>
                  <a:pt x="35941" y="9376"/>
                  <a:pt x="35867" y="9307"/>
                </a:cubicBezTo>
                <a:cubicBezTo>
                  <a:pt x="35941" y="9090"/>
                  <a:pt x="35941" y="8878"/>
                  <a:pt x="35941" y="8591"/>
                </a:cubicBezTo>
                <a:close/>
                <a:moveTo>
                  <a:pt x="1645" y="8660"/>
                </a:moveTo>
                <a:cubicBezTo>
                  <a:pt x="1719" y="8735"/>
                  <a:pt x="1719" y="8878"/>
                  <a:pt x="1719" y="9021"/>
                </a:cubicBezTo>
                <a:cubicBezTo>
                  <a:pt x="1719" y="9164"/>
                  <a:pt x="1645" y="9307"/>
                  <a:pt x="1645" y="9451"/>
                </a:cubicBezTo>
                <a:lnTo>
                  <a:pt x="1645" y="9663"/>
                </a:lnTo>
                <a:cubicBezTo>
                  <a:pt x="1645" y="9594"/>
                  <a:pt x="1645" y="9519"/>
                  <a:pt x="1576" y="9451"/>
                </a:cubicBezTo>
                <a:lnTo>
                  <a:pt x="1645" y="9376"/>
                </a:lnTo>
                <a:lnTo>
                  <a:pt x="1645" y="8660"/>
                </a:lnTo>
                <a:close/>
                <a:moveTo>
                  <a:pt x="47826" y="8305"/>
                </a:moveTo>
                <a:cubicBezTo>
                  <a:pt x="47826" y="8735"/>
                  <a:pt x="47826" y="9233"/>
                  <a:pt x="47752" y="9594"/>
                </a:cubicBezTo>
                <a:lnTo>
                  <a:pt x="47752" y="9663"/>
                </a:lnTo>
                <a:lnTo>
                  <a:pt x="47683" y="9737"/>
                </a:lnTo>
                <a:cubicBezTo>
                  <a:pt x="47752" y="9451"/>
                  <a:pt x="47752" y="9164"/>
                  <a:pt x="47752" y="8878"/>
                </a:cubicBezTo>
                <a:lnTo>
                  <a:pt x="47752" y="8878"/>
                </a:lnTo>
                <a:cubicBezTo>
                  <a:pt x="47609" y="9021"/>
                  <a:pt x="47540" y="9307"/>
                  <a:pt x="47465" y="9663"/>
                </a:cubicBezTo>
                <a:cubicBezTo>
                  <a:pt x="47540" y="9233"/>
                  <a:pt x="47609" y="8735"/>
                  <a:pt x="47826" y="8305"/>
                </a:cubicBezTo>
                <a:close/>
                <a:moveTo>
                  <a:pt x="51045" y="9737"/>
                </a:moveTo>
                <a:lnTo>
                  <a:pt x="51051" y="9748"/>
                </a:lnTo>
                <a:lnTo>
                  <a:pt x="51051" y="9748"/>
                </a:lnTo>
                <a:cubicBezTo>
                  <a:pt x="51049" y="9744"/>
                  <a:pt x="51047" y="9741"/>
                  <a:pt x="51045" y="9737"/>
                </a:cubicBezTo>
                <a:close/>
                <a:moveTo>
                  <a:pt x="41669" y="9021"/>
                </a:moveTo>
                <a:cubicBezTo>
                  <a:pt x="41738" y="9307"/>
                  <a:pt x="41738" y="9519"/>
                  <a:pt x="41738" y="9737"/>
                </a:cubicBezTo>
                <a:lnTo>
                  <a:pt x="41738" y="9806"/>
                </a:lnTo>
                <a:cubicBezTo>
                  <a:pt x="41669" y="9806"/>
                  <a:pt x="41669" y="9737"/>
                  <a:pt x="41669" y="9737"/>
                </a:cubicBezTo>
                <a:cubicBezTo>
                  <a:pt x="41669" y="9594"/>
                  <a:pt x="41595" y="9519"/>
                  <a:pt x="41526" y="9376"/>
                </a:cubicBezTo>
                <a:cubicBezTo>
                  <a:pt x="41595" y="9233"/>
                  <a:pt x="41669" y="9164"/>
                  <a:pt x="41669" y="9021"/>
                </a:cubicBezTo>
                <a:close/>
                <a:moveTo>
                  <a:pt x="37661" y="9531"/>
                </a:moveTo>
                <a:cubicBezTo>
                  <a:pt x="37660" y="9552"/>
                  <a:pt x="37660" y="9573"/>
                  <a:pt x="37660" y="9594"/>
                </a:cubicBezTo>
                <a:lnTo>
                  <a:pt x="37660" y="9737"/>
                </a:lnTo>
                <a:cubicBezTo>
                  <a:pt x="37660" y="9806"/>
                  <a:pt x="37585" y="9806"/>
                  <a:pt x="37517" y="9880"/>
                </a:cubicBezTo>
                <a:cubicBezTo>
                  <a:pt x="37563" y="9783"/>
                  <a:pt x="37613" y="9651"/>
                  <a:pt x="37661" y="9531"/>
                </a:cubicBezTo>
                <a:close/>
                <a:moveTo>
                  <a:pt x="52408" y="9594"/>
                </a:moveTo>
                <a:cubicBezTo>
                  <a:pt x="52408" y="9663"/>
                  <a:pt x="52408" y="9806"/>
                  <a:pt x="52477" y="9880"/>
                </a:cubicBezTo>
                <a:cubicBezTo>
                  <a:pt x="52477" y="9806"/>
                  <a:pt x="52408" y="9663"/>
                  <a:pt x="52408" y="9594"/>
                </a:cubicBezTo>
                <a:close/>
                <a:moveTo>
                  <a:pt x="108321" y="9451"/>
                </a:moveTo>
                <a:cubicBezTo>
                  <a:pt x="108396" y="9519"/>
                  <a:pt x="108396" y="9594"/>
                  <a:pt x="108464" y="9663"/>
                </a:cubicBezTo>
                <a:cubicBezTo>
                  <a:pt x="108396" y="9737"/>
                  <a:pt x="108321" y="9806"/>
                  <a:pt x="108321" y="9880"/>
                </a:cubicBezTo>
                <a:lnTo>
                  <a:pt x="108321" y="9451"/>
                </a:lnTo>
                <a:close/>
                <a:moveTo>
                  <a:pt x="53124" y="9949"/>
                </a:moveTo>
                <a:lnTo>
                  <a:pt x="53193" y="10023"/>
                </a:lnTo>
                <a:lnTo>
                  <a:pt x="53124" y="10023"/>
                </a:lnTo>
                <a:lnTo>
                  <a:pt x="53124" y="9949"/>
                </a:lnTo>
                <a:close/>
                <a:moveTo>
                  <a:pt x="102525" y="9747"/>
                </a:moveTo>
                <a:cubicBezTo>
                  <a:pt x="102525" y="9813"/>
                  <a:pt x="102521" y="9887"/>
                  <a:pt x="102450" y="10023"/>
                </a:cubicBezTo>
                <a:lnTo>
                  <a:pt x="102450" y="9949"/>
                </a:lnTo>
                <a:cubicBezTo>
                  <a:pt x="102521" y="9883"/>
                  <a:pt x="102525" y="9813"/>
                  <a:pt x="102525" y="9747"/>
                </a:cubicBezTo>
                <a:close/>
                <a:moveTo>
                  <a:pt x="90354" y="10023"/>
                </a:moveTo>
                <a:cubicBezTo>
                  <a:pt x="90353" y="10029"/>
                  <a:pt x="90352" y="10034"/>
                  <a:pt x="90352" y="10039"/>
                </a:cubicBezTo>
                <a:lnTo>
                  <a:pt x="90352" y="10039"/>
                </a:lnTo>
                <a:cubicBezTo>
                  <a:pt x="90354" y="10029"/>
                  <a:pt x="90354" y="10023"/>
                  <a:pt x="90354" y="10023"/>
                </a:cubicBezTo>
                <a:close/>
                <a:moveTo>
                  <a:pt x="41526" y="9519"/>
                </a:moveTo>
                <a:lnTo>
                  <a:pt x="41526" y="9663"/>
                </a:lnTo>
                <a:cubicBezTo>
                  <a:pt x="41526" y="9737"/>
                  <a:pt x="41595" y="9880"/>
                  <a:pt x="41595" y="9949"/>
                </a:cubicBezTo>
                <a:lnTo>
                  <a:pt x="41451" y="10092"/>
                </a:lnTo>
                <a:cubicBezTo>
                  <a:pt x="41451" y="9949"/>
                  <a:pt x="41451" y="9737"/>
                  <a:pt x="41526" y="9519"/>
                </a:cubicBezTo>
                <a:lnTo>
                  <a:pt x="41526" y="9519"/>
                </a:lnTo>
                <a:lnTo>
                  <a:pt x="41451" y="9594"/>
                </a:lnTo>
                <a:lnTo>
                  <a:pt x="41451" y="9519"/>
                </a:lnTo>
                <a:close/>
                <a:moveTo>
                  <a:pt x="51692" y="9880"/>
                </a:moveTo>
                <a:cubicBezTo>
                  <a:pt x="51761" y="9880"/>
                  <a:pt x="51761" y="9949"/>
                  <a:pt x="51761" y="10023"/>
                </a:cubicBezTo>
                <a:lnTo>
                  <a:pt x="51761" y="10092"/>
                </a:lnTo>
                <a:cubicBezTo>
                  <a:pt x="51761" y="10023"/>
                  <a:pt x="51761" y="9949"/>
                  <a:pt x="51692" y="9880"/>
                </a:cubicBezTo>
                <a:close/>
                <a:moveTo>
                  <a:pt x="60141" y="10023"/>
                </a:moveTo>
                <a:cubicBezTo>
                  <a:pt x="60175" y="10057"/>
                  <a:pt x="60192" y="10109"/>
                  <a:pt x="60209" y="10162"/>
                </a:cubicBezTo>
                <a:lnTo>
                  <a:pt x="60209" y="10162"/>
                </a:lnTo>
                <a:cubicBezTo>
                  <a:pt x="60209" y="10089"/>
                  <a:pt x="60208" y="10023"/>
                  <a:pt x="60141" y="10023"/>
                </a:cubicBezTo>
                <a:close/>
                <a:moveTo>
                  <a:pt x="26416" y="9090"/>
                </a:moveTo>
                <a:cubicBezTo>
                  <a:pt x="26491" y="9451"/>
                  <a:pt x="26560" y="9806"/>
                  <a:pt x="26560" y="10167"/>
                </a:cubicBezTo>
                <a:cubicBezTo>
                  <a:pt x="26560" y="10092"/>
                  <a:pt x="26491" y="9949"/>
                  <a:pt x="26416" y="9880"/>
                </a:cubicBezTo>
                <a:cubicBezTo>
                  <a:pt x="26416" y="9806"/>
                  <a:pt x="26416" y="9663"/>
                  <a:pt x="26348" y="9594"/>
                </a:cubicBezTo>
                <a:cubicBezTo>
                  <a:pt x="26416" y="9451"/>
                  <a:pt x="26416" y="9233"/>
                  <a:pt x="26416" y="9090"/>
                </a:cubicBezTo>
                <a:close/>
                <a:moveTo>
                  <a:pt x="102382" y="10023"/>
                </a:moveTo>
                <a:cubicBezTo>
                  <a:pt x="102450" y="10023"/>
                  <a:pt x="102450" y="10092"/>
                  <a:pt x="102450" y="10092"/>
                </a:cubicBezTo>
                <a:lnTo>
                  <a:pt x="102450" y="10167"/>
                </a:lnTo>
                <a:cubicBezTo>
                  <a:pt x="102382" y="10092"/>
                  <a:pt x="102382" y="10092"/>
                  <a:pt x="102382" y="10023"/>
                </a:cubicBezTo>
                <a:close/>
                <a:moveTo>
                  <a:pt x="89351" y="10092"/>
                </a:moveTo>
                <a:lnTo>
                  <a:pt x="89351" y="10310"/>
                </a:lnTo>
                <a:cubicBezTo>
                  <a:pt x="89351" y="10235"/>
                  <a:pt x="89351" y="10235"/>
                  <a:pt x="89277" y="10167"/>
                </a:cubicBezTo>
                <a:cubicBezTo>
                  <a:pt x="89277" y="10167"/>
                  <a:pt x="89351" y="10167"/>
                  <a:pt x="89351" y="10092"/>
                </a:cubicBezTo>
                <a:close/>
                <a:moveTo>
                  <a:pt x="51188" y="9376"/>
                </a:moveTo>
                <a:lnTo>
                  <a:pt x="51406" y="10023"/>
                </a:lnTo>
                <a:cubicBezTo>
                  <a:pt x="51332" y="10023"/>
                  <a:pt x="51332" y="10092"/>
                  <a:pt x="51263" y="10167"/>
                </a:cubicBezTo>
                <a:lnTo>
                  <a:pt x="51051" y="9748"/>
                </a:lnTo>
                <a:lnTo>
                  <a:pt x="51051" y="9748"/>
                </a:lnTo>
                <a:cubicBezTo>
                  <a:pt x="51120" y="9888"/>
                  <a:pt x="51121" y="10027"/>
                  <a:pt x="51188" y="10167"/>
                </a:cubicBezTo>
                <a:lnTo>
                  <a:pt x="50976" y="10378"/>
                </a:lnTo>
                <a:lnTo>
                  <a:pt x="50976" y="10235"/>
                </a:lnTo>
                <a:cubicBezTo>
                  <a:pt x="50976" y="10092"/>
                  <a:pt x="51045" y="9949"/>
                  <a:pt x="51045" y="9737"/>
                </a:cubicBezTo>
                <a:cubicBezTo>
                  <a:pt x="51120" y="9594"/>
                  <a:pt x="51120" y="9519"/>
                  <a:pt x="51188" y="9376"/>
                </a:cubicBezTo>
                <a:close/>
                <a:moveTo>
                  <a:pt x="112617" y="10378"/>
                </a:moveTo>
                <a:cubicBezTo>
                  <a:pt x="112617" y="10378"/>
                  <a:pt x="112617" y="10378"/>
                  <a:pt x="112617" y="10378"/>
                </a:cubicBezTo>
                <a:lnTo>
                  <a:pt x="112617" y="10378"/>
                </a:lnTo>
                <a:close/>
                <a:moveTo>
                  <a:pt x="112617" y="10378"/>
                </a:moveTo>
                <a:cubicBezTo>
                  <a:pt x="112617" y="10378"/>
                  <a:pt x="112617" y="10378"/>
                  <a:pt x="112617" y="10378"/>
                </a:cubicBezTo>
                <a:lnTo>
                  <a:pt x="112617" y="10378"/>
                </a:lnTo>
                <a:close/>
                <a:moveTo>
                  <a:pt x="82621" y="10235"/>
                </a:moveTo>
                <a:cubicBezTo>
                  <a:pt x="82644" y="10302"/>
                  <a:pt x="82666" y="10366"/>
                  <a:pt x="82688" y="10429"/>
                </a:cubicBezTo>
                <a:lnTo>
                  <a:pt x="82688" y="10429"/>
                </a:lnTo>
                <a:cubicBezTo>
                  <a:pt x="82668" y="10361"/>
                  <a:pt x="82646" y="10296"/>
                  <a:pt x="82621" y="10235"/>
                </a:cubicBezTo>
                <a:close/>
                <a:moveTo>
                  <a:pt x="45031" y="8517"/>
                </a:moveTo>
                <a:cubicBezTo>
                  <a:pt x="45031" y="9164"/>
                  <a:pt x="45031" y="9806"/>
                  <a:pt x="44962" y="10453"/>
                </a:cubicBezTo>
                <a:lnTo>
                  <a:pt x="44888" y="10378"/>
                </a:lnTo>
                <a:cubicBezTo>
                  <a:pt x="44962" y="9880"/>
                  <a:pt x="44962" y="9233"/>
                  <a:pt x="45031" y="8517"/>
                </a:cubicBezTo>
                <a:close/>
                <a:moveTo>
                  <a:pt x="112044" y="6656"/>
                </a:moveTo>
                <a:cubicBezTo>
                  <a:pt x="112405" y="7372"/>
                  <a:pt x="112617" y="8231"/>
                  <a:pt x="112760" y="9164"/>
                </a:cubicBezTo>
                <a:cubicBezTo>
                  <a:pt x="112548" y="9233"/>
                  <a:pt x="112405" y="9451"/>
                  <a:pt x="112262" y="9663"/>
                </a:cubicBezTo>
                <a:cubicBezTo>
                  <a:pt x="112044" y="9880"/>
                  <a:pt x="111901" y="10167"/>
                  <a:pt x="111758" y="10453"/>
                </a:cubicBezTo>
                <a:lnTo>
                  <a:pt x="111758" y="10378"/>
                </a:lnTo>
                <a:cubicBezTo>
                  <a:pt x="111832" y="10023"/>
                  <a:pt x="111832" y="9519"/>
                  <a:pt x="111832" y="9021"/>
                </a:cubicBezTo>
                <a:cubicBezTo>
                  <a:pt x="111975" y="8878"/>
                  <a:pt x="112044" y="8735"/>
                  <a:pt x="112044" y="8735"/>
                </a:cubicBezTo>
                <a:lnTo>
                  <a:pt x="112044" y="8735"/>
                </a:lnTo>
                <a:lnTo>
                  <a:pt x="111901" y="8878"/>
                </a:lnTo>
                <a:cubicBezTo>
                  <a:pt x="111901" y="8162"/>
                  <a:pt x="111975" y="7446"/>
                  <a:pt x="112044" y="6656"/>
                </a:cubicBezTo>
                <a:close/>
                <a:moveTo>
                  <a:pt x="70021" y="10235"/>
                </a:moveTo>
                <a:lnTo>
                  <a:pt x="70021" y="10522"/>
                </a:lnTo>
                <a:cubicBezTo>
                  <a:pt x="70021" y="10453"/>
                  <a:pt x="69946" y="10453"/>
                  <a:pt x="69946" y="10453"/>
                </a:cubicBezTo>
                <a:cubicBezTo>
                  <a:pt x="69946" y="10378"/>
                  <a:pt x="70021" y="10310"/>
                  <a:pt x="70021" y="10235"/>
                </a:cubicBezTo>
                <a:close/>
                <a:moveTo>
                  <a:pt x="104885" y="10378"/>
                </a:moveTo>
                <a:lnTo>
                  <a:pt x="104885" y="10522"/>
                </a:lnTo>
                <a:cubicBezTo>
                  <a:pt x="104885" y="10522"/>
                  <a:pt x="104816" y="10522"/>
                  <a:pt x="104816" y="10453"/>
                </a:cubicBezTo>
                <a:cubicBezTo>
                  <a:pt x="104885" y="10453"/>
                  <a:pt x="104885" y="10453"/>
                  <a:pt x="104885" y="10378"/>
                </a:cubicBezTo>
                <a:close/>
                <a:moveTo>
                  <a:pt x="92713" y="10453"/>
                </a:moveTo>
                <a:cubicBezTo>
                  <a:pt x="92729" y="10487"/>
                  <a:pt x="92743" y="10521"/>
                  <a:pt x="92758" y="10554"/>
                </a:cubicBezTo>
                <a:lnTo>
                  <a:pt x="92758" y="10554"/>
                </a:lnTo>
                <a:cubicBezTo>
                  <a:pt x="92745" y="10520"/>
                  <a:pt x="92730" y="10486"/>
                  <a:pt x="92713" y="10453"/>
                </a:cubicBezTo>
                <a:close/>
                <a:moveTo>
                  <a:pt x="110687" y="9949"/>
                </a:moveTo>
                <a:cubicBezTo>
                  <a:pt x="110687" y="10023"/>
                  <a:pt x="110612" y="10167"/>
                  <a:pt x="110612" y="10235"/>
                </a:cubicBezTo>
                <a:cubicBezTo>
                  <a:pt x="110543" y="10378"/>
                  <a:pt x="110469" y="10453"/>
                  <a:pt x="110400" y="10596"/>
                </a:cubicBezTo>
                <a:cubicBezTo>
                  <a:pt x="110469" y="10378"/>
                  <a:pt x="110612" y="10167"/>
                  <a:pt x="110687" y="9949"/>
                </a:cubicBezTo>
                <a:close/>
                <a:moveTo>
                  <a:pt x="54270" y="10092"/>
                </a:moveTo>
                <a:cubicBezTo>
                  <a:pt x="54339" y="10235"/>
                  <a:pt x="54413" y="10378"/>
                  <a:pt x="54413" y="10522"/>
                </a:cubicBezTo>
                <a:lnTo>
                  <a:pt x="54270" y="10665"/>
                </a:lnTo>
                <a:lnTo>
                  <a:pt x="54270" y="10092"/>
                </a:lnTo>
                <a:close/>
                <a:moveTo>
                  <a:pt x="67512" y="9594"/>
                </a:moveTo>
                <a:cubicBezTo>
                  <a:pt x="67655" y="9880"/>
                  <a:pt x="67655" y="10092"/>
                  <a:pt x="67730" y="10378"/>
                </a:cubicBezTo>
                <a:cubicBezTo>
                  <a:pt x="67730" y="10453"/>
                  <a:pt x="67655" y="10522"/>
                  <a:pt x="67655" y="10665"/>
                </a:cubicBezTo>
                <a:cubicBezTo>
                  <a:pt x="67586" y="10522"/>
                  <a:pt x="67586" y="10378"/>
                  <a:pt x="67512" y="10167"/>
                </a:cubicBezTo>
                <a:lnTo>
                  <a:pt x="67512" y="9594"/>
                </a:lnTo>
                <a:close/>
                <a:moveTo>
                  <a:pt x="87272" y="10522"/>
                </a:moveTo>
                <a:cubicBezTo>
                  <a:pt x="87272" y="10596"/>
                  <a:pt x="87272" y="10665"/>
                  <a:pt x="87347" y="10665"/>
                </a:cubicBezTo>
                <a:cubicBezTo>
                  <a:pt x="87347" y="10596"/>
                  <a:pt x="87272" y="10522"/>
                  <a:pt x="87272" y="10522"/>
                </a:cubicBezTo>
                <a:close/>
                <a:moveTo>
                  <a:pt x="104598" y="10310"/>
                </a:moveTo>
                <a:lnTo>
                  <a:pt x="104598" y="10453"/>
                </a:lnTo>
                <a:cubicBezTo>
                  <a:pt x="104598" y="10453"/>
                  <a:pt x="104598" y="10522"/>
                  <a:pt x="104530" y="10596"/>
                </a:cubicBezTo>
                <a:lnTo>
                  <a:pt x="104455" y="10665"/>
                </a:lnTo>
                <a:cubicBezTo>
                  <a:pt x="104530" y="10596"/>
                  <a:pt x="104530" y="10453"/>
                  <a:pt x="104598" y="10310"/>
                </a:cubicBezTo>
                <a:close/>
                <a:moveTo>
                  <a:pt x="112760" y="9233"/>
                </a:moveTo>
                <a:cubicBezTo>
                  <a:pt x="112760" y="9376"/>
                  <a:pt x="112835" y="9519"/>
                  <a:pt x="112835" y="9737"/>
                </a:cubicBezTo>
                <a:cubicBezTo>
                  <a:pt x="112835" y="9949"/>
                  <a:pt x="112760" y="10167"/>
                  <a:pt x="112760" y="10378"/>
                </a:cubicBezTo>
                <a:cubicBezTo>
                  <a:pt x="112691" y="10453"/>
                  <a:pt x="112691" y="10522"/>
                  <a:pt x="112617" y="10596"/>
                </a:cubicBezTo>
                <a:lnTo>
                  <a:pt x="112617" y="10378"/>
                </a:lnTo>
                <a:cubicBezTo>
                  <a:pt x="112617" y="10453"/>
                  <a:pt x="112548" y="10596"/>
                  <a:pt x="112474" y="10665"/>
                </a:cubicBezTo>
                <a:cubicBezTo>
                  <a:pt x="112474" y="10596"/>
                  <a:pt x="112405" y="10596"/>
                  <a:pt x="112405" y="10522"/>
                </a:cubicBezTo>
                <a:cubicBezTo>
                  <a:pt x="112474" y="10092"/>
                  <a:pt x="112617" y="9663"/>
                  <a:pt x="112760" y="9233"/>
                </a:cubicBezTo>
                <a:close/>
                <a:moveTo>
                  <a:pt x="40020" y="8660"/>
                </a:moveTo>
                <a:cubicBezTo>
                  <a:pt x="40094" y="8947"/>
                  <a:pt x="40163" y="9233"/>
                  <a:pt x="40163" y="9594"/>
                </a:cubicBezTo>
                <a:cubicBezTo>
                  <a:pt x="40094" y="9949"/>
                  <a:pt x="40094" y="10310"/>
                  <a:pt x="40020" y="10665"/>
                </a:cubicBezTo>
                <a:cubicBezTo>
                  <a:pt x="40020" y="10739"/>
                  <a:pt x="39951" y="10739"/>
                  <a:pt x="39951" y="10739"/>
                </a:cubicBezTo>
                <a:cubicBezTo>
                  <a:pt x="39951" y="10665"/>
                  <a:pt x="39876" y="10522"/>
                  <a:pt x="39876" y="10378"/>
                </a:cubicBezTo>
                <a:cubicBezTo>
                  <a:pt x="39950" y="9886"/>
                  <a:pt x="39951" y="9322"/>
                  <a:pt x="40017" y="8756"/>
                </a:cubicBezTo>
                <a:lnTo>
                  <a:pt x="40017" y="8756"/>
                </a:lnTo>
                <a:cubicBezTo>
                  <a:pt x="40005" y="8804"/>
                  <a:pt x="39951" y="8812"/>
                  <a:pt x="39951" y="8877"/>
                </a:cubicBezTo>
                <a:lnTo>
                  <a:pt x="39951" y="8877"/>
                </a:lnTo>
                <a:cubicBezTo>
                  <a:pt x="39951" y="8803"/>
                  <a:pt x="40020" y="8734"/>
                  <a:pt x="40020" y="8660"/>
                </a:cubicBezTo>
                <a:close/>
                <a:moveTo>
                  <a:pt x="47683" y="10310"/>
                </a:moveTo>
                <a:lnTo>
                  <a:pt x="47683" y="10808"/>
                </a:lnTo>
                <a:lnTo>
                  <a:pt x="47609" y="10808"/>
                </a:lnTo>
                <a:lnTo>
                  <a:pt x="47609" y="10739"/>
                </a:lnTo>
                <a:cubicBezTo>
                  <a:pt x="47609" y="10596"/>
                  <a:pt x="47683" y="10453"/>
                  <a:pt x="47683" y="10310"/>
                </a:cubicBezTo>
                <a:close/>
                <a:moveTo>
                  <a:pt x="107680" y="10092"/>
                </a:moveTo>
                <a:lnTo>
                  <a:pt x="107680" y="10378"/>
                </a:lnTo>
                <a:cubicBezTo>
                  <a:pt x="107680" y="10453"/>
                  <a:pt x="107680" y="10522"/>
                  <a:pt x="107748" y="10596"/>
                </a:cubicBezTo>
                <a:cubicBezTo>
                  <a:pt x="107680" y="10665"/>
                  <a:pt x="107605" y="10739"/>
                  <a:pt x="107605" y="10808"/>
                </a:cubicBezTo>
                <a:cubicBezTo>
                  <a:pt x="107605" y="10596"/>
                  <a:pt x="107605" y="10378"/>
                  <a:pt x="107680" y="10092"/>
                </a:cubicBezTo>
                <a:close/>
                <a:moveTo>
                  <a:pt x="22550" y="9376"/>
                </a:moveTo>
                <a:cubicBezTo>
                  <a:pt x="22550" y="9880"/>
                  <a:pt x="22550" y="10378"/>
                  <a:pt x="22482" y="10883"/>
                </a:cubicBezTo>
                <a:cubicBezTo>
                  <a:pt x="22482" y="10739"/>
                  <a:pt x="22482" y="10665"/>
                  <a:pt x="22407" y="10522"/>
                </a:cubicBezTo>
                <a:cubicBezTo>
                  <a:pt x="22407" y="10378"/>
                  <a:pt x="22482" y="10235"/>
                  <a:pt x="22482" y="10167"/>
                </a:cubicBezTo>
                <a:cubicBezTo>
                  <a:pt x="22482" y="9880"/>
                  <a:pt x="22482" y="9663"/>
                  <a:pt x="22550" y="9376"/>
                </a:cubicBezTo>
                <a:close/>
                <a:moveTo>
                  <a:pt x="51406" y="10092"/>
                </a:moveTo>
                <a:cubicBezTo>
                  <a:pt x="51475" y="10310"/>
                  <a:pt x="51475" y="10453"/>
                  <a:pt x="51549" y="10665"/>
                </a:cubicBezTo>
                <a:cubicBezTo>
                  <a:pt x="51475" y="10739"/>
                  <a:pt x="51475" y="10808"/>
                  <a:pt x="51475" y="10883"/>
                </a:cubicBezTo>
                <a:cubicBezTo>
                  <a:pt x="51406" y="10665"/>
                  <a:pt x="51332" y="10522"/>
                  <a:pt x="51263" y="10310"/>
                </a:cubicBezTo>
                <a:cubicBezTo>
                  <a:pt x="51332" y="10167"/>
                  <a:pt x="51406" y="10167"/>
                  <a:pt x="51406" y="10092"/>
                </a:cubicBezTo>
                <a:close/>
                <a:moveTo>
                  <a:pt x="51618" y="10808"/>
                </a:moveTo>
                <a:lnTo>
                  <a:pt x="51618" y="10883"/>
                </a:lnTo>
                <a:lnTo>
                  <a:pt x="51549" y="10883"/>
                </a:lnTo>
                <a:lnTo>
                  <a:pt x="51549" y="10808"/>
                </a:lnTo>
                <a:close/>
                <a:moveTo>
                  <a:pt x="112405" y="10596"/>
                </a:moveTo>
                <a:cubicBezTo>
                  <a:pt x="112405" y="10596"/>
                  <a:pt x="112405" y="10665"/>
                  <a:pt x="112474" y="10739"/>
                </a:cubicBezTo>
                <a:cubicBezTo>
                  <a:pt x="112474" y="10808"/>
                  <a:pt x="112405" y="10808"/>
                  <a:pt x="112405" y="10883"/>
                </a:cubicBezTo>
                <a:cubicBezTo>
                  <a:pt x="112405" y="10808"/>
                  <a:pt x="112330" y="10739"/>
                  <a:pt x="112330" y="10665"/>
                </a:cubicBezTo>
                <a:cubicBezTo>
                  <a:pt x="112330" y="10665"/>
                  <a:pt x="112330" y="10596"/>
                  <a:pt x="112405" y="10596"/>
                </a:cubicBezTo>
                <a:close/>
                <a:moveTo>
                  <a:pt x="97582" y="10883"/>
                </a:moveTo>
                <a:lnTo>
                  <a:pt x="97582" y="10951"/>
                </a:lnTo>
                <a:cubicBezTo>
                  <a:pt x="97582" y="10883"/>
                  <a:pt x="97582" y="10883"/>
                  <a:pt x="97513" y="10883"/>
                </a:cubicBezTo>
                <a:close/>
                <a:moveTo>
                  <a:pt x="101379" y="10522"/>
                </a:moveTo>
                <a:cubicBezTo>
                  <a:pt x="101379" y="10596"/>
                  <a:pt x="101448" y="10665"/>
                  <a:pt x="101448" y="10808"/>
                </a:cubicBezTo>
                <a:lnTo>
                  <a:pt x="101305" y="10951"/>
                </a:lnTo>
                <a:cubicBezTo>
                  <a:pt x="101305" y="10883"/>
                  <a:pt x="101305" y="10808"/>
                  <a:pt x="101236" y="10739"/>
                </a:cubicBezTo>
                <a:cubicBezTo>
                  <a:pt x="101305" y="10665"/>
                  <a:pt x="101305" y="10596"/>
                  <a:pt x="101379" y="10522"/>
                </a:cubicBezTo>
                <a:close/>
                <a:moveTo>
                  <a:pt x="106677" y="10665"/>
                </a:moveTo>
                <a:lnTo>
                  <a:pt x="106677" y="10808"/>
                </a:lnTo>
                <a:lnTo>
                  <a:pt x="106677" y="10951"/>
                </a:lnTo>
                <a:cubicBezTo>
                  <a:pt x="106677" y="10883"/>
                  <a:pt x="106603" y="10883"/>
                  <a:pt x="106603" y="10808"/>
                </a:cubicBezTo>
                <a:cubicBezTo>
                  <a:pt x="106677" y="10739"/>
                  <a:pt x="106677" y="10739"/>
                  <a:pt x="106677" y="10665"/>
                </a:cubicBezTo>
                <a:close/>
                <a:moveTo>
                  <a:pt x="26491" y="10378"/>
                </a:moveTo>
                <a:lnTo>
                  <a:pt x="26491" y="10378"/>
                </a:lnTo>
                <a:cubicBezTo>
                  <a:pt x="26560" y="10522"/>
                  <a:pt x="26560" y="10596"/>
                  <a:pt x="26560" y="10739"/>
                </a:cubicBezTo>
                <a:lnTo>
                  <a:pt x="26560" y="11026"/>
                </a:lnTo>
                <a:cubicBezTo>
                  <a:pt x="26560" y="10808"/>
                  <a:pt x="26491" y="10596"/>
                  <a:pt x="26491" y="10378"/>
                </a:cubicBezTo>
                <a:close/>
                <a:moveTo>
                  <a:pt x="52552" y="10310"/>
                </a:moveTo>
                <a:lnTo>
                  <a:pt x="52552" y="10453"/>
                </a:lnTo>
                <a:cubicBezTo>
                  <a:pt x="52552" y="10596"/>
                  <a:pt x="52477" y="10739"/>
                  <a:pt x="52477" y="10883"/>
                </a:cubicBezTo>
                <a:cubicBezTo>
                  <a:pt x="52477" y="10883"/>
                  <a:pt x="52408" y="10951"/>
                  <a:pt x="52408" y="11026"/>
                </a:cubicBezTo>
                <a:cubicBezTo>
                  <a:pt x="52334" y="10951"/>
                  <a:pt x="52334" y="10883"/>
                  <a:pt x="52265" y="10808"/>
                </a:cubicBezTo>
                <a:cubicBezTo>
                  <a:pt x="52334" y="10665"/>
                  <a:pt x="52477" y="10453"/>
                  <a:pt x="52552" y="10310"/>
                </a:cubicBezTo>
                <a:close/>
                <a:moveTo>
                  <a:pt x="37660" y="9880"/>
                </a:moveTo>
                <a:cubicBezTo>
                  <a:pt x="37660" y="10310"/>
                  <a:pt x="37585" y="10739"/>
                  <a:pt x="37517" y="11094"/>
                </a:cubicBezTo>
                <a:cubicBezTo>
                  <a:pt x="37517" y="10951"/>
                  <a:pt x="37442" y="10808"/>
                  <a:pt x="37373" y="10596"/>
                </a:cubicBezTo>
                <a:lnTo>
                  <a:pt x="37373" y="10453"/>
                </a:lnTo>
                <a:cubicBezTo>
                  <a:pt x="37585" y="10092"/>
                  <a:pt x="37585" y="10023"/>
                  <a:pt x="37660" y="9880"/>
                </a:cubicBezTo>
                <a:close/>
                <a:moveTo>
                  <a:pt x="40020" y="10808"/>
                </a:moveTo>
                <a:cubicBezTo>
                  <a:pt x="39951" y="10883"/>
                  <a:pt x="39951" y="11026"/>
                  <a:pt x="39951" y="11094"/>
                </a:cubicBezTo>
                <a:lnTo>
                  <a:pt x="39951" y="10883"/>
                </a:lnTo>
                <a:lnTo>
                  <a:pt x="40020" y="10808"/>
                </a:lnTo>
                <a:close/>
                <a:moveTo>
                  <a:pt x="55845" y="10808"/>
                </a:moveTo>
                <a:lnTo>
                  <a:pt x="55845" y="10951"/>
                </a:lnTo>
                <a:cubicBezTo>
                  <a:pt x="55845" y="11026"/>
                  <a:pt x="55845" y="11026"/>
                  <a:pt x="55770" y="11094"/>
                </a:cubicBezTo>
                <a:lnTo>
                  <a:pt x="55770" y="11026"/>
                </a:lnTo>
                <a:cubicBezTo>
                  <a:pt x="55770" y="10951"/>
                  <a:pt x="55845" y="10883"/>
                  <a:pt x="55845" y="10808"/>
                </a:cubicBezTo>
                <a:close/>
                <a:moveTo>
                  <a:pt x="58566" y="10596"/>
                </a:moveTo>
                <a:cubicBezTo>
                  <a:pt x="58566" y="10739"/>
                  <a:pt x="58565" y="10883"/>
                  <a:pt x="58491" y="11094"/>
                </a:cubicBezTo>
                <a:cubicBezTo>
                  <a:pt x="58491" y="11026"/>
                  <a:pt x="58491" y="10951"/>
                  <a:pt x="58422" y="10883"/>
                </a:cubicBezTo>
                <a:cubicBezTo>
                  <a:pt x="58491" y="10808"/>
                  <a:pt x="58565" y="10665"/>
                  <a:pt x="58566" y="10596"/>
                </a:cubicBezTo>
                <a:close/>
                <a:moveTo>
                  <a:pt x="51188" y="10453"/>
                </a:moveTo>
                <a:cubicBezTo>
                  <a:pt x="51263" y="10665"/>
                  <a:pt x="51263" y="10883"/>
                  <a:pt x="51263" y="11094"/>
                </a:cubicBezTo>
                <a:lnTo>
                  <a:pt x="51263" y="11169"/>
                </a:lnTo>
                <a:cubicBezTo>
                  <a:pt x="51188" y="11026"/>
                  <a:pt x="51120" y="10883"/>
                  <a:pt x="51120" y="10665"/>
                </a:cubicBezTo>
                <a:cubicBezTo>
                  <a:pt x="51120" y="10596"/>
                  <a:pt x="51188" y="10522"/>
                  <a:pt x="51188" y="10453"/>
                </a:cubicBezTo>
                <a:close/>
                <a:moveTo>
                  <a:pt x="98566" y="8591"/>
                </a:moveTo>
                <a:cubicBezTo>
                  <a:pt x="98357" y="9158"/>
                  <a:pt x="98186" y="10018"/>
                  <a:pt x="98011" y="10883"/>
                </a:cubicBezTo>
                <a:cubicBezTo>
                  <a:pt x="97943" y="10951"/>
                  <a:pt x="97943" y="11026"/>
                  <a:pt x="97868" y="11094"/>
                </a:cubicBezTo>
                <a:lnTo>
                  <a:pt x="97868" y="11169"/>
                </a:lnTo>
                <a:cubicBezTo>
                  <a:pt x="97800" y="11169"/>
                  <a:pt x="97800" y="11169"/>
                  <a:pt x="97800" y="11094"/>
                </a:cubicBezTo>
                <a:cubicBezTo>
                  <a:pt x="97800" y="10808"/>
                  <a:pt x="97868" y="10522"/>
                  <a:pt x="97868" y="10235"/>
                </a:cubicBezTo>
                <a:lnTo>
                  <a:pt x="97868" y="10235"/>
                </a:lnTo>
                <a:cubicBezTo>
                  <a:pt x="97800" y="10378"/>
                  <a:pt x="97656" y="10596"/>
                  <a:pt x="97582" y="10808"/>
                </a:cubicBezTo>
                <a:cubicBezTo>
                  <a:pt x="97800" y="10167"/>
                  <a:pt x="98155" y="9519"/>
                  <a:pt x="98372" y="8947"/>
                </a:cubicBezTo>
                <a:cubicBezTo>
                  <a:pt x="98446" y="8818"/>
                  <a:pt x="98511" y="8698"/>
                  <a:pt x="98566" y="8591"/>
                </a:cubicBezTo>
                <a:close/>
                <a:moveTo>
                  <a:pt x="106534" y="10883"/>
                </a:moveTo>
                <a:lnTo>
                  <a:pt x="106603" y="10951"/>
                </a:lnTo>
                <a:lnTo>
                  <a:pt x="106603" y="11094"/>
                </a:lnTo>
                <a:lnTo>
                  <a:pt x="106534" y="11169"/>
                </a:lnTo>
                <a:lnTo>
                  <a:pt x="106534" y="11094"/>
                </a:lnTo>
                <a:cubicBezTo>
                  <a:pt x="106534" y="11094"/>
                  <a:pt x="106603" y="11026"/>
                  <a:pt x="106603" y="10951"/>
                </a:cubicBezTo>
                <a:lnTo>
                  <a:pt x="106603" y="10951"/>
                </a:lnTo>
                <a:cubicBezTo>
                  <a:pt x="106603" y="10951"/>
                  <a:pt x="106534" y="11026"/>
                  <a:pt x="106460" y="11026"/>
                </a:cubicBezTo>
                <a:cubicBezTo>
                  <a:pt x="106534" y="11026"/>
                  <a:pt x="106534" y="10951"/>
                  <a:pt x="106534" y="10883"/>
                </a:cubicBezTo>
                <a:close/>
                <a:moveTo>
                  <a:pt x="102095" y="10596"/>
                </a:moveTo>
                <a:lnTo>
                  <a:pt x="102095" y="11094"/>
                </a:lnTo>
                <a:lnTo>
                  <a:pt x="101952" y="11238"/>
                </a:lnTo>
                <a:cubicBezTo>
                  <a:pt x="101952" y="11169"/>
                  <a:pt x="101878" y="11094"/>
                  <a:pt x="101878" y="11026"/>
                </a:cubicBezTo>
                <a:lnTo>
                  <a:pt x="102095" y="10596"/>
                </a:lnTo>
                <a:close/>
                <a:moveTo>
                  <a:pt x="87988" y="11238"/>
                </a:moveTo>
                <a:cubicBezTo>
                  <a:pt x="87988" y="11238"/>
                  <a:pt x="87988" y="11238"/>
                  <a:pt x="87988" y="11238"/>
                </a:cubicBezTo>
                <a:lnTo>
                  <a:pt x="87988" y="11238"/>
                </a:lnTo>
                <a:close/>
                <a:moveTo>
                  <a:pt x="78898" y="10739"/>
                </a:moveTo>
                <a:cubicBezTo>
                  <a:pt x="78898" y="10808"/>
                  <a:pt x="78967" y="10883"/>
                  <a:pt x="78967" y="10883"/>
                </a:cubicBezTo>
                <a:cubicBezTo>
                  <a:pt x="78898" y="11026"/>
                  <a:pt x="78824" y="11094"/>
                  <a:pt x="78824" y="11238"/>
                </a:cubicBezTo>
                <a:lnTo>
                  <a:pt x="78824" y="11312"/>
                </a:lnTo>
                <a:cubicBezTo>
                  <a:pt x="78755" y="11238"/>
                  <a:pt x="78755" y="11169"/>
                  <a:pt x="78755" y="11094"/>
                </a:cubicBezTo>
                <a:cubicBezTo>
                  <a:pt x="78824" y="11026"/>
                  <a:pt x="78824" y="10883"/>
                  <a:pt x="78898" y="10739"/>
                </a:cubicBezTo>
                <a:close/>
                <a:moveTo>
                  <a:pt x="104741" y="10739"/>
                </a:moveTo>
                <a:lnTo>
                  <a:pt x="104741" y="10883"/>
                </a:lnTo>
                <a:lnTo>
                  <a:pt x="104741" y="11169"/>
                </a:lnTo>
                <a:cubicBezTo>
                  <a:pt x="104673" y="11238"/>
                  <a:pt x="104598" y="11238"/>
                  <a:pt x="104598" y="11312"/>
                </a:cubicBezTo>
                <a:lnTo>
                  <a:pt x="104598" y="10883"/>
                </a:lnTo>
                <a:cubicBezTo>
                  <a:pt x="104673" y="10808"/>
                  <a:pt x="104673" y="10739"/>
                  <a:pt x="104741" y="10739"/>
                </a:cubicBezTo>
                <a:close/>
                <a:moveTo>
                  <a:pt x="106460" y="11169"/>
                </a:moveTo>
                <a:lnTo>
                  <a:pt x="106460" y="11238"/>
                </a:lnTo>
                <a:lnTo>
                  <a:pt x="106391" y="11312"/>
                </a:lnTo>
                <a:cubicBezTo>
                  <a:pt x="106460" y="11238"/>
                  <a:pt x="106460" y="11238"/>
                  <a:pt x="106460" y="11169"/>
                </a:cubicBezTo>
                <a:close/>
                <a:moveTo>
                  <a:pt x="108539" y="10092"/>
                </a:moveTo>
                <a:cubicBezTo>
                  <a:pt x="108608" y="10092"/>
                  <a:pt x="108608" y="10167"/>
                  <a:pt x="108608" y="10167"/>
                </a:cubicBezTo>
                <a:lnTo>
                  <a:pt x="108608" y="11312"/>
                </a:lnTo>
                <a:cubicBezTo>
                  <a:pt x="108539" y="11094"/>
                  <a:pt x="108396" y="10883"/>
                  <a:pt x="108321" y="10596"/>
                </a:cubicBezTo>
                <a:cubicBezTo>
                  <a:pt x="108396" y="10378"/>
                  <a:pt x="108464" y="10235"/>
                  <a:pt x="108539" y="10092"/>
                </a:cubicBezTo>
                <a:close/>
                <a:moveTo>
                  <a:pt x="53983" y="9307"/>
                </a:moveTo>
                <a:lnTo>
                  <a:pt x="54052" y="9376"/>
                </a:lnTo>
                <a:cubicBezTo>
                  <a:pt x="53909" y="9949"/>
                  <a:pt x="53766" y="10665"/>
                  <a:pt x="53623" y="11381"/>
                </a:cubicBezTo>
                <a:cubicBezTo>
                  <a:pt x="53623" y="10883"/>
                  <a:pt x="53697" y="10378"/>
                  <a:pt x="53766" y="9806"/>
                </a:cubicBezTo>
                <a:cubicBezTo>
                  <a:pt x="53909" y="9451"/>
                  <a:pt x="53909" y="9451"/>
                  <a:pt x="53983" y="9307"/>
                </a:cubicBezTo>
                <a:close/>
                <a:moveTo>
                  <a:pt x="61000" y="11169"/>
                </a:moveTo>
                <a:lnTo>
                  <a:pt x="61000" y="11238"/>
                </a:lnTo>
                <a:lnTo>
                  <a:pt x="60857" y="11381"/>
                </a:lnTo>
                <a:cubicBezTo>
                  <a:pt x="60925" y="11312"/>
                  <a:pt x="60925" y="11238"/>
                  <a:pt x="61000" y="11169"/>
                </a:cubicBezTo>
                <a:close/>
                <a:moveTo>
                  <a:pt x="67873" y="10883"/>
                </a:moveTo>
                <a:cubicBezTo>
                  <a:pt x="67873" y="10951"/>
                  <a:pt x="67942" y="11094"/>
                  <a:pt x="67942" y="11238"/>
                </a:cubicBezTo>
                <a:cubicBezTo>
                  <a:pt x="67942" y="11238"/>
                  <a:pt x="67873" y="11312"/>
                  <a:pt x="67873" y="11381"/>
                </a:cubicBezTo>
                <a:lnTo>
                  <a:pt x="67873" y="11169"/>
                </a:lnTo>
                <a:lnTo>
                  <a:pt x="67873" y="10883"/>
                </a:lnTo>
                <a:close/>
                <a:moveTo>
                  <a:pt x="89134" y="10522"/>
                </a:moveTo>
                <a:cubicBezTo>
                  <a:pt x="89134" y="10596"/>
                  <a:pt x="89134" y="10665"/>
                  <a:pt x="89208" y="10739"/>
                </a:cubicBezTo>
                <a:cubicBezTo>
                  <a:pt x="89065" y="10883"/>
                  <a:pt x="88991" y="11094"/>
                  <a:pt x="88922" y="11381"/>
                </a:cubicBezTo>
                <a:cubicBezTo>
                  <a:pt x="88922" y="11312"/>
                  <a:pt x="88847" y="11238"/>
                  <a:pt x="88847" y="11169"/>
                </a:cubicBezTo>
                <a:lnTo>
                  <a:pt x="88847" y="11026"/>
                </a:lnTo>
                <a:cubicBezTo>
                  <a:pt x="88991" y="10739"/>
                  <a:pt x="89065" y="10665"/>
                  <a:pt x="89134" y="10522"/>
                </a:cubicBezTo>
                <a:close/>
                <a:moveTo>
                  <a:pt x="70519" y="9663"/>
                </a:moveTo>
                <a:cubicBezTo>
                  <a:pt x="70593" y="9806"/>
                  <a:pt x="70593" y="9949"/>
                  <a:pt x="70662" y="10092"/>
                </a:cubicBezTo>
                <a:cubicBezTo>
                  <a:pt x="70737" y="10453"/>
                  <a:pt x="70737" y="10808"/>
                  <a:pt x="70737" y="11094"/>
                </a:cubicBezTo>
                <a:cubicBezTo>
                  <a:pt x="70662" y="11238"/>
                  <a:pt x="70519" y="11381"/>
                  <a:pt x="70450" y="11455"/>
                </a:cubicBezTo>
                <a:cubicBezTo>
                  <a:pt x="70450" y="10951"/>
                  <a:pt x="70519" y="10378"/>
                  <a:pt x="70519" y="9663"/>
                </a:cubicBezTo>
                <a:close/>
                <a:moveTo>
                  <a:pt x="59923" y="9806"/>
                </a:moveTo>
                <a:cubicBezTo>
                  <a:pt x="60066" y="10235"/>
                  <a:pt x="60209" y="10665"/>
                  <a:pt x="60284" y="11026"/>
                </a:cubicBezTo>
                <a:cubicBezTo>
                  <a:pt x="60209" y="11094"/>
                  <a:pt x="60209" y="11238"/>
                  <a:pt x="60141" y="11312"/>
                </a:cubicBezTo>
                <a:cubicBezTo>
                  <a:pt x="60141" y="11094"/>
                  <a:pt x="60141" y="10951"/>
                  <a:pt x="60209" y="10739"/>
                </a:cubicBezTo>
                <a:lnTo>
                  <a:pt x="60209" y="10739"/>
                </a:lnTo>
                <a:cubicBezTo>
                  <a:pt x="60141" y="10883"/>
                  <a:pt x="60066" y="10951"/>
                  <a:pt x="59997" y="11094"/>
                </a:cubicBezTo>
                <a:lnTo>
                  <a:pt x="59923" y="11026"/>
                </a:lnTo>
                <a:lnTo>
                  <a:pt x="59923" y="11026"/>
                </a:lnTo>
                <a:cubicBezTo>
                  <a:pt x="59923" y="11094"/>
                  <a:pt x="59923" y="11169"/>
                  <a:pt x="59997" y="11238"/>
                </a:cubicBezTo>
                <a:cubicBezTo>
                  <a:pt x="59923" y="11312"/>
                  <a:pt x="59854" y="11381"/>
                  <a:pt x="59854" y="11524"/>
                </a:cubicBezTo>
                <a:cubicBezTo>
                  <a:pt x="59854" y="11238"/>
                  <a:pt x="59923" y="11026"/>
                  <a:pt x="59923" y="10808"/>
                </a:cubicBezTo>
                <a:lnTo>
                  <a:pt x="59923" y="10808"/>
                </a:lnTo>
                <a:cubicBezTo>
                  <a:pt x="59780" y="10951"/>
                  <a:pt x="59711" y="11169"/>
                  <a:pt x="59637" y="11381"/>
                </a:cubicBezTo>
                <a:lnTo>
                  <a:pt x="59425" y="10951"/>
                </a:lnTo>
                <a:cubicBezTo>
                  <a:pt x="59568" y="10596"/>
                  <a:pt x="59780" y="10167"/>
                  <a:pt x="59923" y="9806"/>
                </a:cubicBezTo>
                <a:close/>
                <a:moveTo>
                  <a:pt x="67512" y="10235"/>
                </a:moveTo>
                <a:cubicBezTo>
                  <a:pt x="67512" y="10378"/>
                  <a:pt x="67586" y="10596"/>
                  <a:pt x="67586" y="10739"/>
                </a:cubicBezTo>
                <a:cubicBezTo>
                  <a:pt x="67512" y="10951"/>
                  <a:pt x="67443" y="11238"/>
                  <a:pt x="67369" y="11524"/>
                </a:cubicBezTo>
                <a:cubicBezTo>
                  <a:pt x="67443" y="11094"/>
                  <a:pt x="67443" y="10665"/>
                  <a:pt x="67512" y="10235"/>
                </a:cubicBezTo>
                <a:close/>
                <a:moveTo>
                  <a:pt x="88847" y="11238"/>
                </a:moveTo>
                <a:cubicBezTo>
                  <a:pt x="88847" y="11312"/>
                  <a:pt x="88922" y="11381"/>
                  <a:pt x="88922" y="11455"/>
                </a:cubicBezTo>
                <a:lnTo>
                  <a:pt x="88922" y="11524"/>
                </a:lnTo>
                <a:cubicBezTo>
                  <a:pt x="88847" y="11455"/>
                  <a:pt x="88847" y="11381"/>
                  <a:pt x="88847" y="11312"/>
                </a:cubicBezTo>
                <a:lnTo>
                  <a:pt x="88847" y="11238"/>
                </a:lnTo>
                <a:close/>
                <a:moveTo>
                  <a:pt x="89277" y="11312"/>
                </a:moveTo>
                <a:lnTo>
                  <a:pt x="89351" y="11381"/>
                </a:lnTo>
                <a:cubicBezTo>
                  <a:pt x="89277" y="11455"/>
                  <a:pt x="89277" y="11455"/>
                  <a:pt x="89277" y="11524"/>
                </a:cubicBezTo>
                <a:lnTo>
                  <a:pt x="89277" y="11312"/>
                </a:lnTo>
                <a:close/>
                <a:moveTo>
                  <a:pt x="98945" y="10596"/>
                </a:moveTo>
                <a:cubicBezTo>
                  <a:pt x="99014" y="10739"/>
                  <a:pt x="99014" y="10951"/>
                  <a:pt x="99014" y="11094"/>
                </a:cubicBezTo>
                <a:cubicBezTo>
                  <a:pt x="98883" y="11225"/>
                  <a:pt x="98752" y="11356"/>
                  <a:pt x="98513" y="11543"/>
                </a:cubicBezTo>
                <a:lnTo>
                  <a:pt x="98513" y="11543"/>
                </a:lnTo>
                <a:cubicBezTo>
                  <a:pt x="98516" y="11532"/>
                  <a:pt x="98516" y="11524"/>
                  <a:pt x="98516" y="11524"/>
                </a:cubicBezTo>
                <a:lnTo>
                  <a:pt x="98516" y="11455"/>
                </a:lnTo>
                <a:cubicBezTo>
                  <a:pt x="98659" y="11094"/>
                  <a:pt x="98802" y="10883"/>
                  <a:pt x="98945" y="10596"/>
                </a:cubicBezTo>
                <a:close/>
                <a:moveTo>
                  <a:pt x="85554" y="11455"/>
                </a:moveTo>
                <a:cubicBezTo>
                  <a:pt x="85554" y="11524"/>
                  <a:pt x="85628" y="11598"/>
                  <a:pt x="85628" y="11598"/>
                </a:cubicBezTo>
                <a:cubicBezTo>
                  <a:pt x="85628" y="11524"/>
                  <a:pt x="85628" y="11455"/>
                  <a:pt x="85554" y="11455"/>
                </a:cubicBezTo>
                <a:close/>
                <a:moveTo>
                  <a:pt x="102737" y="10883"/>
                </a:moveTo>
                <a:cubicBezTo>
                  <a:pt x="102737" y="11026"/>
                  <a:pt x="102811" y="11094"/>
                  <a:pt x="102811" y="11238"/>
                </a:cubicBezTo>
                <a:cubicBezTo>
                  <a:pt x="102811" y="11312"/>
                  <a:pt x="102811" y="11455"/>
                  <a:pt x="102737" y="11598"/>
                </a:cubicBezTo>
                <a:cubicBezTo>
                  <a:pt x="102737" y="11524"/>
                  <a:pt x="102668" y="11455"/>
                  <a:pt x="102668" y="11381"/>
                </a:cubicBezTo>
                <a:lnTo>
                  <a:pt x="102668" y="11094"/>
                </a:lnTo>
                <a:lnTo>
                  <a:pt x="102668" y="11026"/>
                </a:lnTo>
                <a:cubicBezTo>
                  <a:pt x="102668" y="10951"/>
                  <a:pt x="102737" y="10951"/>
                  <a:pt x="102737" y="10883"/>
                </a:cubicBezTo>
                <a:close/>
                <a:moveTo>
                  <a:pt x="59425" y="11598"/>
                </a:moveTo>
                <a:cubicBezTo>
                  <a:pt x="59425" y="11599"/>
                  <a:pt x="59425" y="11651"/>
                  <a:pt x="59471" y="11664"/>
                </a:cubicBezTo>
                <a:lnTo>
                  <a:pt x="59471" y="11664"/>
                </a:lnTo>
                <a:cubicBezTo>
                  <a:pt x="59461" y="11642"/>
                  <a:pt x="59446" y="11620"/>
                  <a:pt x="59425" y="11598"/>
                </a:cubicBezTo>
                <a:close/>
                <a:moveTo>
                  <a:pt x="76819" y="11238"/>
                </a:moveTo>
                <a:cubicBezTo>
                  <a:pt x="76819" y="11381"/>
                  <a:pt x="76751" y="11524"/>
                  <a:pt x="76751" y="11667"/>
                </a:cubicBezTo>
                <a:cubicBezTo>
                  <a:pt x="76676" y="11667"/>
                  <a:pt x="76676" y="11667"/>
                  <a:pt x="76676" y="11598"/>
                </a:cubicBezTo>
                <a:cubicBezTo>
                  <a:pt x="76751" y="11524"/>
                  <a:pt x="76751" y="11381"/>
                  <a:pt x="76819" y="11238"/>
                </a:cubicBezTo>
                <a:close/>
                <a:moveTo>
                  <a:pt x="78755" y="11169"/>
                </a:moveTo>
                <a:lnTo>
                  <a:pt x="78755" y="11455"/>
                </a:lnTo>
                <a:cubicBezTo>
                  <a:pt x="78755" y="11524"/>
                  <a:pt x="78681" y="11598"/>
                  <a:pt x="78681" y="11667"/>
                </a:cubicBezTo>
                <a:cubicBezTo>
                  <a:pt x="78681" y="11667"/>
                  <a:pt x="78612" y="11598"/>
                  <a:pt x="78612" y="11524"/>
                </a:cubicBezTo>
                <a:cubicBezTo>
                  <a:pt x="78612" y="11455"/>
                  <a:pt x="78681" y="11312"/>
                  <a:pt x="78755" y="11169"/>
                </a:cubicBezTo>
                <a:close/>
                <a:moveTo>
                  <a:pt x="94718" y="11598"/>
                </a:moveTo>
                <a:cubicBezTo>
                  <a:pt x="94718" y="11598"/>
                  <a:pt x="94793" y="11598"/>
                  <a:pt x="94793" y="11667"/>
                </a:cubicBezTo>
                <a:lnTo>
                  <a:pt x="94718" y="11667"/>
                </a:lnTo>
                <a:lnTo>
                  <a:pt x="94718" y="11598"/>
                </a:lnTo>
                <a:close/>
                <a:moveTo>
                  <a:pt x="94220" y="11094"/>
                </a:moveTo>
                <a:cubicBezTo>
                  <a:pt x="94289" y="11238"/>
                  <a:pt x="94363" y="11381"/>
                  <a:pt x="94363" y="11524"/>
                </a:cubicBezTo>
                <a:cubicBezTo>
                  <a:pt x="94289" y="11598"/>
                  <a:pt x="94220" y="11667"/>
                  <a:pt x="94077" y="11742"/>
                </a:cubicBezTo>
                <a:cubicBezTo>
                  <a:pt x="94077" y="11667"/>
                  <a:pt x="94077" y="11598"/>
                  <a:pt x="94002" y="11524"/>
                </a:cubicBezTo>
                <a:lnTo>
                  <a:pt x="94220" y="11094"/>
                </a:lnTo>
                <a:close/>
                <a:moveTo>
                  <a:pt x="101236" y="10808"/>
                </a:moveTo>
                <a:lnTo>
                  <a:pt x="101236" y="11026"/>
                </a:lnTo>
                <a:cubicBezTo>
                  <a:pt x="101162" y="11094"/>
                  <a:pt x="101162" y="11169"/>
                  <a:pt x="101093" y="11238"/>
                </a:cubicBezTo>
                <a:cubicBezTo>
                  <a:pt x="101093" y="11238"/>
                  <a:pt x="101093" y="11169"/>
                  <a:pt x="101018" y="11094"/>
                </a:cubicBezTo>
                <a:lnTo>
                  <a:pt x="101018" y="11094"/>
                </a:lnTo>
                <a:cubicBezTo>
                  <a:pt x="101018" y="11169"/>
                  <a:pt x="101093" y="11238"/>
                  <a:pt x="101093" y="11312"/>
                </a:cubicBezTo>
                <a:cubicBezTo>
                  <a:pt x="100950" y="11455"/>
                  <a:pt x="100875" y="11598"/>
                  <a:pt x="100807" y="11742"/>
                </a:cubicBezTo>
                <a:cubicBezTo>
                  <a:pt x="100807" y="11742"/>
                  <a:pt x="100807" y="11667"/>
                  <a:pt x="100732" y="11598"/>
                </a:cubicBezTo>
                <a:cubicBezTo>
                  <a:pt x="100875" y="11455"/>
                  <a:pt x="100950" y="11312"/>
                  <a:pt x="101018" y="11094"/>
                </a:cubicBezTo>
                <a:cubicBezTo>
                  <a:pt x="101093" y="11026"/>
                  <a:pt x="101162" y="10883"/>
                  <a:pt x="101236" y="10808"/>
                </a:cubicBezTo>
                <a:close/>
                <a:moveTo>
                  <a:pt x="101666" y="11524"/>
                </a:moveTo>
                <a:lnTo>
                  <a:pt x="101666" y="11742"/>
                </a:lnTo>
                <a:cubicBezTo>
                  <a:pt x="101666" y="11742"/>
                  <a:pt x="101591" y="11667"/>
                  <a:pt x="101591" y="11598"/>
                </a:cubicBezTo>
                <a:lnTo>
                  <a:pt x="101666" y="11524"/>
                </a:lnTo>
                <a:close/>
                <a:moveTo>
                  <a:pt x="102668" y="11598"/>
                </a:moveTo>
                <a:cubicBezTo>
                  <a:pt x="102737" y="11598"/>
                  <a:pt x="102737" y="11667"/>
                  <a:pt x="102737" y="11667"/>
                </a:cubicBezTo>
                <a:lnTo>
                  <a:pt x="102737" y="11742"/>
                </a:lnTo>
                <a:cubicBezTo>
                  <a:pt x="102737" y="11667"/>
                  <a:pt x="102737" y="11667"/>
                  <a:pt x="102668" y="11598"/>
                </a:cubicBezTo>
                <a:close/>
                <a:moveTo>
                  <a:pt x="105314" y="10023"/>
                </a:moveTo>
                <a:cubicBezTo>
                  <a:pt x="105457" y="10235"/>
                  <a:pt x="105601" y="10596"/>
                  <a:pt x="105675" y="10883"/>
                </a:cubicBezTo>
                <a:lnTo>
                  <a:pt x="105457" y="11742"/>
                </a:lnTo>
                <a:cubicBezTo>
                  <a:pt x="105389" y="11524"/>
                  <a:pt x="105314" y="11381"/>
                  <a:pt x="105245" y="11238"/>
                </a:cubicBezTo>
                <a:cubicBezTo>
                  <a:pt x="105245" y="11238"/>
                  <a:pt x="105245" y="11169"/>
                  <a:pt x="105171" y="11169"/>
                </a:cubicBezTo>
                <a:cubicBezTo>
                  <a:pt x="105245" y="10808"/>
                  <a:pt x="105245" y="10378"/>
                  <a:pt x="105314" y="10023"/>
                </a:cubicBezTo>
                <a:close/>
                <a:moveTo>
                  <a:pt x="66584" y="11742"/>
                </a:moveTo>
                <a:cubicBezTo>
                  <a:pt x="66653" y="11742"/>
                  <a:pt x="66653" y="11810"/>
                  <a:pt x="66653" y="11810"/>
                </a:cubicBezTo>
                <a:cubicBezTo>
                  <a:pt x="66653" y="11742"/>
                  <a:pt x="66653" y="11742"/>
                  <a:pt x="66584" y="11742"/>
                </a:cubicBezTo>
                <a:close/>
                <a:moveTo>
                  <a:pt x="88779" y="11667"/>
                </a:moveTo>
                <a:cubicBezTo>
                  <a:pt x="88779" y="11667"/>
                  <a:pt x="88847" y="11742"/>
                  <a:pt x="88847" y="11810"/>
                </a:cubicBezTo>
                <a:cubicBezTo>
                  <a:pt x="88779" y="11810"/>
                  <a:pt x="88779" y="11810"/>
                  <a:pt x="88779" y="11742"/>
                </a:cubicBezTo>
                <a:lnTo>
                  <a:pt x="88779" y="11667"/>
                </a:lnTo>
                <a:close/>
                <a:moveTo>
                  <a:pt x="94432" y="11598"/>
                </a:moveTo>
                <a:lnTo>
                  <a:pt x="94432" y="11742"/>
                </a:lnTo>
                <a:cubicBezTo>
                  <a:pt x="94432" y="11742"/>
                  <a:pt x="94363" y="11742"/>
                  <a:pt x="94363" y="11810"/>
                </a:cubicBezTo>
                <a:cubicBezTo>
                  <a:pt x="94363" y="11742"/>
                  <a:pt x="94363" y="11667"/>
                  <a:pt x="94432" y="11598"/>
                </a:cubicBezTo>
                <a:close/>
                <a:moveTo>
                  <a:pt x="106460" y="11598"/>
                </a:moveTo>
                <a:lnTo>
                  <a:pt x="106460" y="11810"/>
                </a:lnTo>
                <a:cubicBezTo>
                  <a:pt x="106391" y="11810"/>
                  <a:pt x="106391" y="11742"/>
                  <a:pt x="106391" y="11742"/>
                </a:cubicBezTo>
                <a:cubicBezTo>
                  <a:pt x="106460" y="11667"/>
                  <a:pt x="106460" y="11667"/>
                  <a:pt x="106460" y="11598"/>
                </a:cubicBezTo>
                <a:close/>
                <a:moveTo>
                  <a:pt x="64648" y="9806"/>
                </a:moveTo>
                <a:cubicBezTo>
                  <a:pt x="64791" y="10023"/>
                  <a:pt x="64866" y="10235"/>
                  <a:pt x="64866" y="10453"/>
                </a:cubicBezTo>
                <a:cubicBezTo>
                  <a:pt x="64866" y="10522"/>
                  <a:pt x="64791" y="10596"/>
                  <a:pt x="64791" y="10665"/>
                </a:cubicBezTo>
                <a:cubicBezTo>
                  <a:pt x="64648" y="10522"/>
                  <a:pt x="64580" y="10379"/>
                  <a:pt x="64505" y="10235"/>
                </a:cubicBezTo>
                <a:lnTo>
                  <a:pt x="64505" y="10235"/>
                </a:lnTo>
                <a:cubicBezTo>
                  <a:pt x="64580" y="10379"/>
                  <a:pt x="64648" y="10596"/>
                  <a:pt x="64723" y="10739"/>
                </a:cubicBezTo>
                <a:cubicBezTo>
                  <a:pt x="64579" y="10951"/>
                  <a:pt x="64436" y="11238"/>
                  <a:pt x="64362" y="11455"/>
                </a:cubicBezTo>
                <a:cubicBezTo>
                  <a:pt x="64293" y="11381"/>
                  <a:pt x="64293" y="11238"/>
                  <a:pt x="64219" y="11169"/>
                </a:cubicBezTo>
                <a:lnTo>
                  <a:pt x="64219" y="11169"/>
                </a:lnTo>
                <a:cubicBezTo>
                  <a:pt x="64219" y="11238"/>
                  <a:pt x="64293" y="11381"/>
                  <a:pt x="64293" y="11524"/>
                </a:cubicBezTo>
                <a:cubicBezTo>
                  <a:pt x="64219" y="11667"/>
                  <a:pt x="64075" y="11742"/>
                  <a:pt x="64007" y="11885"/>
                </a:cubicBezTo>
                <a:cubicBezTo>
                  <a:pt x="64007" y="11598"/>
                  <a:pt x="64007" y="11312"/>
                  <a:pt x="64075" y="11026"/>
                </a:cubicBezTo>
                <a:cubicBezTo>
                  <a:pt x="64362" y="10378"/>
                  <a:pt x="64579" y="10023"/>
                  <a:pt x="64648" y="9806"/>
                </a:cubicBezTo>
                <a:close/>
                <a:moveTo>
                  <a:pt x="66223" y="11667"/>
                </a:moveTo>
                <a:cubicBezTo>
                  <a:pt x="66223" y="11742"/>
                  <a:pt x="66223" y="11810"/>
                  <a:pt x="66298" y="11885"/>
                </a:cubicBezTo>
                <a:lnTo>
                  <a:pt x="66223" y="11885"/>
                </a:lnTo>
                <a:cubicBezTo>
                  <a:pt x="66223" y="11810"/>
                  <a:pt x="66223" y="11742"/>
                  <a:pt x="66155" y="11667"/>
                </a:cubicBezTo>
                <a:close/>
                <a:moveTo>
                  <a:pt x="97513" y="10951"/>
                </a:moveTo>
                <a:lnTo>
                  <a:pt x="97513" y="11026"/>
                </a:lnTo>
                <a:cubicBezTo>
                  <a:pt x="97439" y="11238"/>
                  <a:pt x="97370" y="11524"/>
                  <a:pt x="97296" y="11810"/>
                </a:cubicBezTo>
                <a:lnTo>
                  <a:pt x="97227" y="11885"/>
                </a:lnTo>
                <a:cubicBezTo>
                  <a:pt x="97296" y="11598"/>
                  <a:pt x="97370" y="11312"/>
                  <a:pt x="97513" y="10951"/>
                </a:cubicBezTo>
                <a:close/>
                <a:moveTo>
                  <a:pt x="108332" y="10831"/>
                </a:moveTo>
                <a:cubicBezTo>
                  <a:pt x="108464" y="11117"/>
                  <a:pt x="108466" y="11534"/>
                  <a:pt x="108539" y="11885"/>
                </a:cubicBezTo>
                <a:lnTo>
                  <a:pt x="108464" y="11885"/>
                </a:lnTo>
                <a:cubicBezTo>
                  <a:pt x="108464" y="11667"/>
                  <a:pt x="108464" y="11524"/>
                  <a:pt x="108396" y="11312"/>
                </a:cubicBezTo>
                <a:cubicBezTo>
                  <a:pt x="108396" y="11176"/>
                  <a:pt x="108396" y="10974"/>
                  <a:pt x="108332" y="10831"/>
                </a:cubicBezTo>
                <a:close/>
                <a:moveTo>
                  <a:pt x="61784" y="10665"/>
                </a:moveTo>
                <a:lnTo>
                  <a:pt x="61784" y="11094"/>
                </a:lnTo>
                <a:cubicBezTo>
                  <a:pt x="61784" y="11381"/>
                  <a:pt x="61716" y="11667"/>
                  <a:pt x="61641" y="11954"/>
                </a:cubicBezTo>
                <a:cubicBezTo>
                  <a:pt x="61573" y="11810"/>
                  <a:pt x="61498" y="11598"/>
                  <a:pt x="61355" y="11381"/>
                </a:cubicBezTo>
                <a:cubicBezTo>
                  <a:pt x="61498" y="11094"/>
                  <a:pt x="61641" y="10883"/>
                  <a:pt x="61784" y="10665"/>
                </a:cubicBezTo>
                <a:close/>
                <a:moveTo>
                  <a:pt x="72237" y="11742"/>
                </a:moveTo>
                <a:cubicBezTo>
                  <a:pt x="72312" y="11810"/>
                  <a:pt x="72312" y="11885"/>
                  <a:pt x="72312" y="11885"/>
                </a:cubicBezTo>
                <a:lnTo>
                  <a:pt x="72312" y="11954"/>
                </a:lnTo>
                <a:lnTo>
                  <a:pt x="72237" y="11885"/>
                </a:lnTo>
                <a:lnTo>
                  <a:pt x="72237" y="11742"/>
                </a:lnTo>
                <a:close/>
                <a:moveTo>
                  <a:pt x="77822" y="11598"/>
                </a:moveTo>
                <a:cubicBezTo>
                  <a:pt x="77753" y="11742"/>
                  <a:pt x="77753" y="11810"/>
                  <a:pt x="77679" y="11954"/>
                </a:cubicBezTo>
                <a:lnTo>
                  <a:pt x="77679" y="11885"/>
                </a:lnTo>
                <a:cubicBezTo>
                  <a:pt x="77753" y="11810"/>
                  <a:pt x="77753" y="11667"/>
                  <a:pt x="77822" y="11598"/>
                </a:cubicBezTo>
                <a:close/>
                <a:moveTo>
                  <a:pt x="69734" y="10883"/>
                </a:moveTo>
                <a:cubicBezTo>
                  <a:pt x="69803" y="11026"/>
                  <a:pt x="69803" y="11238"/>
                  <a:pt x="69878" y="11381"/>
                </a:cubicBezTo>
                <a:cubicBezTo>
                  <a:pt x="69803" y="11455"/>
                  <a:pt x="69803" y="11524"/>
                  <a:pt x="69803" y="11598"/>
                </a:cubicBezTo>
                <a:cubicBezTo>
                  <a:pt x="69734" y="11742"/>
                  <a:pt x="69660" y="11885"/>
                  <a:pt x="69660" y="12028"/>
                </a:cubicBezTo>
                <a:cubicBezTo>
                  <a:pt x="69591" y="11885"/>
                  <a:pt x="69517" y="11667"/>
                  <a:pt x="69448" y="11455"/>
                </a:cubicBezTo>
                <a:cubicBezTo>
                  <a:pt x="69517" y="11238"/>
                  <a:pt x="69660" y="11094"/>
                  <a:pt x="69734" y="10883"/>
                </a:cubicBezTo>
                <a:close/>
                <a:moveTo>
                  <a:pt x="70805" y="11810"/>
                </a:moveTo>
                <a:lnTo>
                  <a:pt x="70805" y="12028"/>
                </a:lnTo>
                <a:lnTo>
                  <a:pt x="70737" y="11954"/>
                </a:lnTo>
                <a:cubicBezTo>
                  <a:pt x="70737" y="11885"/>
                  <a:pt x="70737" y="11885"/>
                  <a:pt x="70805" y="11810"/>
                </a:cubicBezTo>
                <a:close/>
                <a:moveTo>
                  <a:pt x="75319" y="11455"/>
                </a:moveTo>
                <a:lnTo>
                  <a:pt x="75319" y="12028"/>
                </a:lnTo>
                <a:lnTo>
                  <a:pt x="75244" y="12028"/>
                </a:lnTo>
                <a:cubicBezTo>
                  <a:pt x="75244" y="11885"/>
                  <a:pt x="75244" y="11667"/>
                  <a:pt x="75319" y="11455"/>
                </a:cubicBezTo>
                <a:close/>
                <a:moveTo>
                  <a:pt x="85772" y="10951"/>
                </a:moveTo>
                <a:cubicBezTo>
                  <a:pt x="85984" y="11238"/>
                  <a:pt x="86058" y="11524"/>
                  <a:pt x="86201" y="11810"/>
                </a:cubicBezTo>
                <a:cubicBezTo>
                  <a:pt x="86127" y="11885"/>
                  <a:pt x="86127" y="11954"/>
                  <a:pt x="86058" y="12028"/>
                </a:cubicBezTo>
                <a:cubicBezTo>
                  <a:pt x="85984" y="11742"/>
                  <a:pt x="85915" y="11381"/>
                  <a:pt x="85772" y="11026"/>
                </a:cubicBezTo>
                <a:lnTo>
                  <a:pt x="85772" y="10951"/>
                </a:lnTo>
                <a:close/>
                <a:moveTo>
                  <a:pt x="104598" y="11742"/>
                </a:moveTo>
                <a:lnTo>
                  <a:pt x="104598" y="11810"/>
                </a:lnTo>
                <a:cubicBezTo>
                  <a:pt x="104598" y="11885"/>
                  <a:pt x="104598" y="11954"/>
                  <a:pt x="104530" y="12028"/>
                </a:cubicBezTo>
                <a:lnTo>
                  <a:pt x="104530" y="11954"/>
                </a:lnTo>
                <a:lnTo>
                  <a:pt x="104530" y="11885"/>
                </a:lnTo>
                <a:cubicBezTo>
                  <a:pt x="104530" y="11810"/>
                  <a:pt x="104598" y="11810"/>
                  <a:pt x="104598" y="11742"/>
                </a:cubicBezTo>
                <a:close/>
                <a:moveTo>
                  <a:pt x="88779" y="11954"/>
                </a:moveTo>
                <a:lnTo>
                  <a:pt x="88779" y="12028"/>
                </a:lnTo>
                <a:lnTo>
                  <a:pt x="88779" y="12097"/>
                </a:lnTo>
                <a:lnTo>
                  <a:pt x="88704" y="12097"/>
                </a:lnTo>
                <a:cubicBezTo>
                  <a:pt x="88779" y="12028"/>
                  <a:pt x="88779" y="12028"/>
                  <a:pt x="88779" y="11954"/>
                </a:cubicBezTo>
                <a:close/>
                <a:moveTo>
                  <a:pt x="37299" y="11381"/>
                </a:moveTo>
                <a:cubicBezTo>
                  <a:pt x="37299" y="11524"/>
                  <a:pt x="37373" y="11667"/>
                  <a:pt x="37373" y="11810"/>
                </a:cubicBezTo>
                <a:lnTo>
                  <a:pt x="37373" y="11885"/>
                </a:lnTo>
                <a:cubicBezTo>
                  <a:pt x="37373" y="12028"/>
                  <a:pt x="37299" y="12097"/>
                  <a:pt x="37230" y="12240"/>
                </a:cubicBezTo>
                <a:cubicBezTo>
                  <a:pt x="37230" y="11954"/>
                  <a:pt x="37299" y="11667"/>
                  <a:pt x="37299" y="11381"/>
                </a:cubicBezTo>
                <a:close/>
                <a:moveTo>
                  <a:pt x="59350" y="11238"/>
                </a:moveTo>
                <a:cubicBezTo>
                  <a:pt x="59350" y="11381"/>
                  <a:pt x="59425" y="11524"/>
                  <a:pt x="59493" y="11667"/>
                </a:cubicBezTo>
                <a:cubicBezTo>
                  <a:pt x="59485" y="11667"/>
                  <a:pt x="59478" y="11666"/>
                  <a:pt x="59471" y="11664"/>
                </a:cubicBezTo>
                <a:lnTo>
                  <a:pt x="59471" y="11664"/>
                </a:lnTo>
                <a:cubicBezTo>
                  <a:pt x="59493" y="11713"/>
                  <a:pt x="59493" y="11763"/>
                  <a:pt x="59493" y="11810"/>
                </a:cubicBezTo>
                <a:lnTo>
                  <a:pt x="59493" y="11885"/>
                </a:lnTo>
                <a:cubicBezTo>
                  <a:pt x="59425" y="11954"/>
                  <a:pt x="59281" y="12028"/>
                  <a:pt x="58995" y="12240"/>
                </a:cubicBezTo>
                <a:cubicBezTo>
                  <a:pt x="59064" y="11954"/>
                  <a:pt x="59207" y="11598"/>
                  <a:pt x="59350" y="11238"/>
                </a:cubicBezTo>
                <a:close/>
                <a:moveTo>
                  <a:pt x="73314" y="11524"/>
                </a:moveTo>
                <a:lnTo>
                  <a:pt x="73314" y="12028"/>
                </a:lnTo>
                <a:cubicBezTo>
                  <a:pt x="73314" y="12097"/>
                  <a:pt x="73314" y="12171"/>
                  <a:pt x="73240" y="12240"/>
                </a:cubicBezTo>
                <a:cubicBezTo>
                  <a:pt x="73240" y="12028"/>
                  <a:pt x="73314" y="11810"/>
                  <a:pt x="73314" y="11524"/>
                </a:cubicBezTo>
                <a:close/>
                <a:moveTo>
                  <a:pt x="92358" y="10522"/>
                </a:moveTo>
                <a:cubicBezTo>
                  <a:pt x="92427" y="10665"/>
                  <a:pt x="92502" y="10883"/>
                  <a:pt x="92570" y="11026"/>
                </a:cubicBezTo>
                <a:lnTo>
                  <a:pt x="92570" y="11312"/>
                </a:lnTo>
                <a:cubicBezTo>
                  <a:pt x="92570" y="11238"/>
                  <a:pt x="92502" y="11169"/>
                  <a:pt x="92427" y="11026"/>
                </a:cubicBezTo>
                <a:lnTo>
                  <a:pt x="92427" y="11026"/>
                </a:lnTo>
                <a:cubicBezTo>
                  <a:pt x="92502" y="11169"/>
                  <a:pt x="92502" y="11312"/>
                  <a:pt x="92570" y="11381"/>
                </a:cubicBezTo>
                <a:lnTo>
                  <a:pt x="92570" y="11524"/>
                </a:lnTo>
                <a:lnTo>
                  <a:pt x="92570" y="12097"/>
                </a:lnTo>
                <a:cubicBezTo>
                  <a:pt x="92502" y="12171"/>
                  <a:pt x="92502" y="12171"/>
                  <a:pt x="92358" y="12240"/>
                </a:cubicBezTo>
                <a:cubicBezTo>
                  <a:pt x="92358" y="12097"/>
                  <a:pt x="92284" y="12028"/>
                  <a:pt x="92284" y="11885"/>
                </a:cubicBezTo>
                <a:cubicBezTo>
                  <a:pt x="92427" y="11667"/>
                  <a:pt x="92570" y="11455"/>
                  <a:pt x="92570" y="11381"/>
                </a:cubicBezTo>
                <a:lnTo>
                  <a:pt x="92570" y="11381"/>
                </a:lnTo>
                <a:lnTo>
                  <a:pt x="92284" y="11667"/>
                </a:lnTo>
                <a:cubicBezTo>
                  <a:pt x="92284" y="11312"/>
                  <a:pt x="92284" y="10951"/>
                  <a:pt x="92358" y="10522"/>
                </a:cubicBezTo>
                <a:close/>
                <a:moveTo>
                  <a:pt x="66653" y="11667"/>
                </a:moveTo>
                <a:lnTo>
                  <a:pt x="66653" y="11810"/>
                </a:lnTo>
                <a:lnTo>
                  <a:pt x="66653" y="12314"/>
                </a:lnTo>
                <a:cubicBezTo>
                  <a:pt x="66584" y="12171"/>
                  <a:pt x="66510" y="12097"/>
                  <a:pt x="66441" y="11954"/>
                </a:cubicBezTo>
                <a:cubicBezTo>
                  <a:pt x="66584" y="11810"/>
                  <a:pt x="66584" y="11810"/>
                  <a:pt x="66584" y="11742"/>
                </a:cubicBezTo>
                <a:cubicBezTo>
                  <a:pt x="66653" y="11742"/>
                  <a:pt x="66653" y="11667"/>
                  <a:pt x="66653" y="11667"/>
                </a:cubicBezTo>
                <a:close/>
                <a:moveTo>
                  <a:pt x="80972" y="12240"/>
                </a:moveTo>
                <a:cubicBezTo>
                  <a:pt x="81008" y="12277"/>
                  <a:pt x="81027" y="12312"/>
                  <a:pt x="81045" y="12338"/>
                </a:cubicBezTo>
                <a:lnTo>
                  <a:pt x="81045" y="12338"/>
                </a:lnTo>
                <a:cubicBezTo>
                  <a:pt x="81040" y="12308"/>
                  <a:pt x="81025" y="12293"/>
                  <a:pt x="80972" y="12240"/>
                </a:cubicBezTo>
                <a:close/>
                <a:moveTo>
                  <a:pt x="56704" y="11026"/>
                </a:moveTo>
                <a:lnTo>
                  <a:pt x="56704" y="11169"/>
                </a:lnTo>
                <a:cubicBezTo>
                  <a:pt x="56630" y="11598"/>
                  <a:pt x="56561" y="11954"/>
                  <a:pt x="56486" y="12383"/>
                </a:cubicBezTo>
                <a:cubicBezTo>
                  <a:pt x="56486" y="12097"/>
                  <a:pt x="56486" y="11810"/>
                  <a:pt x="56418" y="11524"/>
                </a:cubicBezTo>
                <a:cubicBezTo>
                  <a:pt x="56486" y="11312"/>
                  <a:pt x="56561" y="11169"/>
                  <a:pt x="56704" y="11026"/>
                </a:cubicBezTo>
                <a:close/>
                <a:moveTo>
                  <a:pt x="59425" y="11954"/>
                </a:moveTo>
                <a:cubicBezTo>
                  <a:pt x="59425" y="12097"/>
                  <a:pt x="59350" y="12240"/>
                  <a:pt x="59350" y="12383"/>
                </a:cubicBezTo>
                <a:lnTo>
                  <a:pt x="59281" y="12314"/>
                </a:lnTo>
                <a:cubicBezTo>
                  <a:pt x="59350" y="12097"/>
                  <a:pt x="59425" y="12028"/>
                  <a:pt x="59425" y="11954"/>
                </a:cubicBezTo>
                <a:close/>
                <a:moveTo>
                  <a:pt x="88418" y="11885"/>
                </a:moveTo>
                <a:cubicBezTo>
                  <a:pt x="88418" y="12028"/>
                  <a:pt x="88349" y="12240"/>
                  <a:pt x="88275" y="12383"/>
                </a:cubicBezTo>
                <a:cubicBezTo>
                  <a:pt x="88275" y="12314"/>
                  <a:pt x="88275" y="12314"/>
                  <a:pt x="88206" y="12240"/>
                </a:cubicBezTo>
                <a:cubicBezTo>
                  <a:pt x="88275" y="12097"/>
                  <a:pt x="88349" y="11954"/>
                  <a:pt x="88418" y="11885"/>
                </a:cubicBezTo>
                <a:close/>
                <a:moveTo>
                  <a:pt x="85628" y="11312"/>
                </a:moveTo>
                <a:lnTo>
                  <a:pt x="85628" y="11598"/>
                </a:lnTo>
                <a:cubicBezTo>
                  <a:pt x="85697" y="11885"/>
                  <a:pt x="85697" y="12171"/>
                  <a:pt x="85697" y="12458"/>
                </a:cubicBezTo>
                <a:cubicBezTo>
                  <a:pt x="85628" y="12240"/>
                  <a:pt x="85485" y="12028"/>
                  <a:pt x="85411" y="11742"/>
                </a:cubicBezTo>
                <a:cubicBezTo>
                  <a:pt x="85485" y="11667"/>
                  <a:pt x="85485" y="11524"/>
                  <a:pt x="85554" y="11455"/>
                </a:cubicBezTo>
                <a:cubicBezTo>
                  <a:pt x="85554" y="11381"/>
                  <a:pt x="85628" y="11312"/>
                  <a:pt x="85628" y="11312"/>
                </a:cubicBezTo>
                <a:close/>
                <a:moveTo>
                  <a:pt x="96007" y="12240"/>
                </a:moveTo>
                <a:lnTo>
                  <a:pt x="96007" y="12458"/>
                </a:lnTo>
                <a:cubicBezTo>
                  <a:pt x="96007" y="12458"/>
                  <a:pt x="96007" y="12383"/>
                  <a:pt x="95938" y="12383"/>
                </a:cubicBezTo>
                <a:cubicBezTo>
                  <a:pt x="96007" y="12314"/>
                  <a:pt x="96007" y="12314"/>
                  <a:pt x="96007" y="12240"/>
                </a:cubicBezTo>
                <a:close/>
                <a:moveTo>
                  <a:pt x="98441" y="12171"/>
                </a:moveTo>
                <a:cubicBezTo>
                  <a:pt x="98441" y="12314"/>
                  <a:pt x="98516" y="12383"/>
                  <a:pt x="98516" y="12458"/>
                </a:cubicBezTo>
                <a:cubicBezTo>
                  <a:pt x="98516" y="12458"/>
                  <a:pt x="98441" y="12458"/>
                  <a:pt x="98441" y="12383"/>
                </a:cubicBezTo>
                <a:lnTo>
                  <a:pt x="98441" y="12314"/>
                </a:lnTo>
                <a:lnTo>
                  <a:pt x="98441" y="12171"/>
                </a:lnTo>
                <a:close/>
                <a:moveTo>
                  <a:pt x="70662" y="12028"/>
                </a:moveTo>
                <a:cubicBezTo>
                  <a:pt x="70662" y="12097"/>
                  <a:pt x="70737" y="12171"/>
                  <a:pt x="70737" y="12171"/>
                </a:cubicBezTo>
                <a:cubicBezTo>
                  <a:pt x="70662" y="12314"/>
                  <a:pt x="70662" y="12383"/>
                  <a:pt x="70593" y="12526"/>
                </a:cubicBezTo>
                <a:cubicBezTo>
                  <a:pt x="70593" y="12458"/>
                  <a:pt x="70593" y="12383"/>
                  <a:pt x="70519" y="12314"/>
                </a:cubicBezTo>
                <a:cubicBezTo>
                  <a:pt x="70593" y="12240"/>
                  <a:pt x="70662" y="12097"/>
                  <a:pt x="70662" y="12028"/>
                </a:cubicBezTo>
                <a:close/>
                <a:moveTo>
                  <a:pt x="63360" y="12601"/>
                </a:moveTo>
                <a:cubicBezTo>
                  <a:pt x="63360" y="12601"/>
                  <a:pt x="63359" y="12670"/>
                  <a:pt x="63291" y="12670"/>
                </a:cubicBezTo>
                <a:lnTo>
                  <a:pt x="63360" y="12601"/>
                </a:lnTo>
                <a:close/>
                <a:moveTo>
                  <a:pt x="75319" y="12028"/>
                </a:moveTo>
                <a:lnTo>
                  <a:pt x="75319" y="12028"/>
                </a:lnTo>
                <a:cubicBezTo>
                  <a:pt x="75244" y="12240"/>
                  <a:pt x="75244" y="12383"/>
                  <a:pt x="75244" y="12601"/>
                </a:cubicBezTo>
                <a:lnTo>
                  <a:pt x="75176" y="12670"/>
                </a:lnTo>
                <a:lnTo>
                  <a:pt x="75176" y="12314"/>
                </a:lnTo>
                <a:cubicBezTo>
                  <a:pt x="75244" y="12240"/>
                  <a:pt x="75244" y="12097"/>
                  <a:pt x="75319" y="12028"/>
                </a:cubicBezTo>
                <a:close/>
                <a:moveTo>
                  <a:pt x="66367" y="12097"/>
                </a:moveTo>
                <a:cubicBezTo>
                  <a:pt x="66441" y="12240"/>
                  <a:pt x="66510" y="12383"/>
                  <a:pt x="66584" y="12601"/>
                </a:cubicBezTo>
                <a:cubicBezTo>
                  <a:pt x="66510" y="12601"/>
                  <a:pt x="66510" y="12670"/>
                  <a:pt x="66441" y="12744"/>
                </a:cubicBezTo>
                <a:cubicBezTo>
                  <a:pt x="66441" y="12601"/>
                  <a:pt x="66367" y="12383"/>
                  <a:pt x="66298" y="12240"/>
                </a:cubicBezTo>
                <a:cubicBezTo>
                  <a:pt x="66367" y="12171"/>
                  <a:pt x="66367" y="12171"/>
                  <a:pt x="66367" y="12097"/>
                </a:cubicBezTo>
                <a:close/>
                <a:moveTo>
                  <a:pt x="99014" y="11238"/>
                </a:moveTo>
                <a:lnTo>
                  <a:pt x="99014" y="11810"/>
                </a:lnTo>
                <a:cubicBezTo>
                  <a:pt x="99014" y="11885"/>
                  <a:pt x="98945" y="11954"/>
                  <a:pt x="98945" y="12028"/>
                </a:cubicBezTo>
                <a:cubicBezTo>
                  <a:pt x="98871" y="12240"/>
                  <a:pt x="98802" y="12526"/>
                  <a:pt x="98727" y="12744"/>
                </a:cubicBezTo>
                <a:lnTo>
                  <a:pt x="98516" y="12097"/>
                </a:lnTo>
                <a:cubicBezTo>
                  <a:pt x="98727" y="11667"/>
                  <a:pt x="98871" y="11381"/>
                  <a:pt x="99014" y="11238"/>
                </a:cubicBezTo>
                <a:close/>
                <a:moveTo>
                  <a:pt x="65009" y="11524"/>
                </a:moveTo>
                <a:cubicBezTo>
                  <a:pt x="65152" y="11810"/>
                  <a:pt x="65221" y="12097"/>
                  <a:pt x="65295" y="12383"/>
                </a:cubicBezTo>
                <a:lnTo>
                  <a:pt x="65078" y="12601"/>
                </a:lnTo>
                <a:lnTo>
                  <a:pt x="64866" y="12383"/>
                </a:lnTo>
                <a:lnTo>
                  <a:pt x="64866" y="12383"/>
                </a:lnTo>
                <a:cubicBezTo>
                  <a:pt x="64935" y="12526"/>
                  <a:pt x="64935" y="12670"/>
                  <a:pt x="64935" y="12813"/>
                </a:cubicBezTo>
                <a:cubicBezTo>
                  <a:pt x="64866" y="12813"/>
                  <a:pt x="64866" y="12887"/>
                  <a:pt x="64791" y="12887"/>
                </a:cubicBezTo>
                <a:cubicBezTo>
                  <a:pt x="64791" y="12813"/>
                  <a:pt x="64723" y="12670"/>
                  <a:pt x="64723" y="12526"/>
                </a:cubicBezTo>
                <a:cubicBezTo>
                  <a:pt x="64791" y="12240"/>
                  <a:pt x="64866" y="11885"/>
                  <a:pt x="65009" y="11524"/>
                </a:cubicBezTo>
                <a:close/>
                <a:moveTo>
                  <a:pt x="86270" y="12028"/>
                </a:moveTo>
                <a:cubicBezTo>
                  <a:pt x="86344" y="12240"/>
                  <a:pt x="86413" y="12526"/>
                  <a:pt x="86488" y="12813"/>
                </a:cubicBezTo>
                <a:lnTo>
                  <a:pt x="86488" y="12887"/>
                </a:lnTo>
                <a:cubicBezTo>
                  <a:pt x="86413" y="12744"/>
                  <a:pt x="86270" y="12601"/>
                  <a:pt x="86201" y="12383"/>
                </a:cubicBezTo>
                <a:lnTo>
                  <a:pt x="86270" y="12028"/>
                </a:lnTo>
                <a:close/>
                <a:moveTo>
                  <a:pt x="59207" y="12383"/>
                </a:moveTo>
                <a:lnTo>
                  <a:pt x="59207" y="13030"/>
                </a:lnTo>
                <a:cubicBezTo>
                  <a:pt x="59138" y="12887"/>
                  <a:pt x="59138" y="12744"/>
                  <a:pt x="59064" y="12601"/>
                </a:cubicBezTo>
                <a:cubicBezTo>
                  <a:pt x="59064" y="12526"/>
                  <a:pt x="59138" y="12458"/>
                  <a:pt x="59207" y="12383"/>
                </a:cubicBezTo>
                <a:close/>
                <a:moveTo>
                  <a:pt x="78538" y="11598"/>
                </a:moveTo>
                <a:cubicBezTo>
                  <a:pt x="78612" y="11667"/>
                  <a:pt x="78612" y="11742"/>
                  <a:pt x="78681" y="11810"/>
                </a:cubicBezTo>
                <a:cubicBezTo>
                  <a:pt x="78538" y="12240"/>
                  <a:pt x="78394" y="12601"/>
                  <a:pt x="78251" y="13030"/>
                </a:cubicBezTo>
                <a:lnTo>
                  <a:pt x="78251" y="12813"/>
                </a:lnTo>
                <a:cubicBezTo>
                  <a:pt x="78251" y="12458"/>
                  <a:pt x="78394" y="12028"/>
                  <a:pt x="78538" y="11598"/>
                </a:cubicBezTo>
                <a:close/>
                <a:moveTo>
                  <a:pt x="82833" y="12383"/>
                </a:moveTo>
                <a:cubicBezTo>
                  <a:pt x="82833" y="12383"/>
                  <a:pt x="82908" y="12458"/>
                  <a:pt x="82908" y="12526"/>
                </a:cubicBezTo>
                <a:cubicBezTo>
                  <a:pt x="82908" y="12744"/>
                  <a:pt x="82833" y="12887"/>
                  <a:pt x="82833" y="13099"/>
                </a:cubicBezTo>
                <a:cubicBezTo>
                  <a:pt x="82765" y="12956"/>
                  <a:pt x="82690" y="12887"/>
                  <a:pt x="82690" y="12744"/>
                </a:cubicBezTo>
                <a:cubicBezTo>
                  <a:pt x="82765" y="12601"/>
                  <a:pt x="82765" y="12458"/>
                  <a:pt x="82833" y="12383"/>
                </a:cubicBezTo>
                <a:close/>
                <a:moveTo>
                  <a:pt x="90852" y="12601"/>
                </a:moveTo>
                <a:lnTo>
                  <a:pt x="90852" y="12813"/>
                </a:lnTo>
                <a:cubicBezTo>
                  <a:pt x="90783" y="12887"/>
                  <a:pt x="90709" y="13030"/>
                  <a:pt x="90640" y="13174"/>
                </a:cubicBezTo>
                <a:lnTo>
                  <a:pt x="90640" y="13099"/>
                </a:lnTo>
                <a:lnTo>
                  <a:pt x="90640" y="12956"/>
                </a:lnTo>
                <a:cubicBezTo>
                  <a:pt x="90709" y="12813"/>
                  <a:pt x="90783" y="12744"/>
                  <a:pt x="90852" y="12601"/>
                </a:cubicBezTo>
                <a:close/>
                <a:moveTo>
                  <a:pt x="92215" y="13030"/>
                </a:moveTo>
                <a:lnTo>
                  <a:pt x="92215" y="13174"/>
                </a:lnTo>
                <a:cubicBezTo>
                  <a:pt x="92215" y="13242"/>
                  <a:pt x="92141" y="13242"/>
                  <a:pt x="92141" y="13242"/>
                </a:cubicBezTo>
                <a:lnTo>
                  <a:pt x="92141" y="13030"/>
                </a:lnTo>
                <a:close/>
                <a:moveTo>
                  <a:pt x="82547" y="13030"/>
                </a:moveTo>
                <a:cubicBezTo>
                  <a:pt x="82621" y="13174"/>
                  <a:pt x="82621" y="13317"/>
                  <a:pt x="82690" y="13460"/>
                </a:cubicBezTo>
                <a:cubicBezTo>
                  <a:pt x="82621" y="13385"/>
                  <a:pt x="82547" y="13242"/>
                  <a:pt x="82478" y="13174"/>
                </a:cubicBezTo>
                <a:cubicBezTo>
                  <a:pt x="82478" y="13099"/>
                  <a:pt x="82547" y="13030"/>
                  <a:pt x="82547" y="13030"/>
                </a:cubicBezTo>
                <a:close/>
                <a:moveTo>
                  <a:pt x="83337" y="12744"/>
                </a:moveTo>
                <a:cubicBezTo>
                  <a:pt x="83481" y="12956"/>
                  <a:pt x="83549" y="13174"/>
                  <a:pt x="83624" y="13385"/>
                </a:cubicBezTo>
                <a:cubicBezTo>
                  <a:pt x="83549" y="13385"/>
                  <a:pt x="83549" y="13460"/>
                  <a:pt x="83481" y="13529"/>
                </a:cubicBezTo>
                <a:cubicBezTo>
                  <a:pt x="83481" y="13317"/>
                  <a:pt x="83406" y="13030"/>
                  <a:pt x="83337" y="12744"/>
                </a:cubicBezTo>
                <a:close/>
                <a:moveTo>
                  <a:pt x="86413" y="13746"/>
                </a:moveTo>
                <a:lnTo>
                  <a:pt x="86413" y="13890"/>
                </a:lnTo>
                <a:cubicBezTo>
                  <a:pt x="86413" y="13890"/>
                  <a:pt x="86413" y="13815"/>
                  <a:pt x="86344" y="13815"/>
                </a:cubicBezTo>
                <a:lnTo>
                  <a:pt x="86413" y="13746"/>
                </a:lnTo>
                <a:close/>
                <a:moveTo>
                  <a:pt x="80330" y="12240"/>
                </a:moveTo>
                <a:cubicBezTo>
                  <a:pt x="80399" y="12813"/>
                  <a:pt x="80399" y="13317"/>
                  <a:pt x="80330" y="13815"/>
                </a:cubicBezTo>
                <a:cubicBezTo>
                  <a:pt x="80330" y="13746"/>
                  <a:pt x="80256" y="13672"/>
                  <a:pt x="80256" y="13603"/>
                </a:cubicBezTo>
                <a:lnTo>
                  <a:pt x="80256" y="13603"/>
                </a:lnTo>
                <a:cubicBezTo>
                  <a:pt x="80256" y="13672"/>
                  <a:pt x="80256" y="13815"/>
                  <a:pt x="80330" y="13890"/>
                </a:cubicBezTo>
                <a:lnTo>
                  <a:pt x="80330" y="13958"/>
                </a:lnTo>
                <a:cubicBezTo>
                  <a:pt x="80256" y="13815"/>
                  <a:pt x="80256" y="13746"/>
                  <a:pt x="80187" y="13603"/>
                </a:cubicBezTo>
                <a:cubicBezTo>
                  <a:pt x="80256" y="13174"/>
                  <a:pt x="80256" y="12744"/>
                  <a:pt x="80330" y="12240"/>
                </a:cubicBezTo>
                <a:close/>
                <a:moveTo>
                  <a:pt x="82478" y="13242"/>
                </a:moveTo>
                <a:lnTo>
                  <a:pt x="82478" y="14245"/>
                </a:lnTo>
                <a:cubicBezTo>
                  <a:pt x="82404" y="14033"/>
                  <a:pt x="82335" y="13890"/>
                  <a:pt x="82261" y="13746"/>
                </a:cubicBezTo>
                <a:cubicBezTo>
                  <a:pt x="82335" y="13603"/>
                  <a:pt x="82404" y="13385"/>
                  <a:pt x="82478" y="13242"/>
                </a:cubicBezTo>
                <a:close/>
                <a:moveTo>
                  <a:pt x="9377" y="0"/>
                </a:moveTo>
                <a:cubicBezTo>
                  <a:pt x="9022" y="642"/>
                  <a:pt x="8804" y="1861"/>
                  <a:pt x="8592" y="3293"/>
                </a:cubicBezTo>
                <a:lnTo>
                  <a:pt x="8592" y="3293"/>
                </a:lnTo>
                <a:cubicBezTo>
                  <a:pt x="8593" y="3020"/>
                  <a:pt x="8598" y="2698"/>
                  <a:pt x="8661" y="2434"/>
                </a:cubicBezTo>
                <a:lnTo>
                  <a:pt x="8661" y="2434"/>
                </a:lnTo>
                <a:cubicBezTo>
                  <a:pt x="8449" y="2789"/>
                  <a:pt x="8306" y="3293"/>
                  <a:pt x="8163" y="3866"/>
                </a:cubicBezTo>
                <a:cubicBezTo>
                  <a:pt x="8088" y="4009"/>
                  <a:pt x="7945" y="4221"/>
                  <a:pt x="7876" y="4365"/>
                </a:cubicBezTo>
                <a:cubicBezTo>
                  <a:pt x="7802" y="4078"/>
                  <a:pt x="7733" y="3792"/>
                  <a:pt x="7659" y="3580"/>
                </a:cubicBezTo>
                <a:lnTo>
                  <a:pt x="7659" y="3580"/>
                </a:lnTo>
                <a:cubicBezTo>
                  <a:pt x="7733" y="3866"/>
                  <a:pt x="7733" y="4153"/>
                  <a:pt x="7802" y="4508"/>
                </a:cubicBezTo>
                <a:cubicBezTo>
                  <a:pt x="7733" y="4582"/>
                  <a:pt x="7733" y="4651"/>
                  <a:pt x="7659" y="4794"/>
                </a:cubicBezTo>
                <a:cubicBezTo>
                  <a:pt x="7590" y="4869"/>
                  <a:pt x="7590" y="4937"/>
                  <a:pt x="7515" y="5012"/>
                </a:cubicBezTo>
                <a:cubicBezTo>
                  <a:pt x="7515" y="4651"/>
                  <a:pt x="7590" y="4296"/>
                  <a:pt x="7590" y="4009"/>
                </a:cubicBezTo>
                <a:lnTo>
                  <a:pt x="7590" y="4009"/>
                </a:lnTo>
                <a:cubicBezTo>
                  <a:pt x="7447" y="4221"/>
                  <a:pt x="7372" y="4582"/>
                  <a:pt x="7229" y="5012"/>
                </a:cubicBezTo>
                <a:cubicBezTo>
                  <a:pt x="7017" y="3580"/>
                  <a:pt x="6513" y="2005"/>
                  <a:pt x="5797" y="642"/>
                </a:cubicBezTo>
                <a:lnTo>
                  <a:pt x="5797" y="642"/>
                </a:lnTo>
                <a:cubicBezTo>
                  <a:pt x="6084" y="1358"/>
                  <a:pt x="6370" y="2217"/>
                  <a:pt x="6513" y="3219"/>
                </a:cubicBezTo>
                <a:cubicBezTo>
                  <a:pt x="6455" y="3099"/>
                  <a:pt x="6345" y="2930"/>
                  <a:pt x="6267" y="2750"/>
                </a:cubicBezTo>
                <a:lnTo>
                  <a:pt x="6267" y="2750"/>
                </a:lnTo>
                <a:cubicBezTo>
                  <a:pt x="6396" y="3088"/>
                  <a:pt x="6520" y="3477"/>
                  <a:pt x="6588" y="3866"/>
                </a:cubicBezTo>
                <a:cubicBezTo>
                  <a:pt x="6731" y="4508"/>
                  <a:pt x="6799" y="5224"/>
                  <a:pt x="6799" y="5940"/>
                </a:cubicBezTo>
                <a:cubicBezTo>
                  <a:pt x="6799" y="6014"/>
                  <a:pt x="6799" y="6014"/>
                  <a:pt x="6731" y="6083"/>
                </a:cubicBezTo>
                <a:cubicBezTo>
                  <a:pt x="6656" y="6083"/>
                  <a:pt x="6656" y="6014"/>
                  <a:pt x="6656" y="5940"/>
                </a:cubicBezTo>
                <a:lnTo>
                  <a:pt x="6656" y="6157"/>
                </a:lnTo>
                <a:cubicBezTo>
                  <a:pt x="6656" y="6157"/>
                  <a:pt x="6588" y="6226"/>
                  <a:pt x="6588" y="6300"/>
                </a:cubicBezTo>
                <a:cubicBezTo>
                  <a:pt x="6513" y="6226"/>
                  <a:pt x="6513" y="6157"/>
                  <a:pt x="6513" y="6083"/>
                </a:cubicBezTo>
                <a:lnTo>
                  <a:pt x="6513" y="5653"/>
                </a:lnTo>
                <a:lnTo>
                  <a:pt x="6513" y="5510"/>
                </a:lnTo>
                <a:cubicBezTo>
                  <a:pt x="6444" y="5585"/>
                  <a:pt x="6444" y="5728"/>
                  <a:pt x="6370" y="5871"/>
                </a:cubicBezTo>
                <a:cubicBezTo>
                  <a:pt x="6301" y="5728"/>
                  <a:pt x="6158" y="5510"/>
                  <a:pt x="6084" y="5367"/>
                </a:cubicBezTo>
                <a:lnTo>
                  <a:pt x="6084" y="5367"/>
                </a:lnTo>
                <a:lnTo>
                  <a:pt x="6301" y="6014"/>
                </a:lnTo>
                <a:lnTo>
                  <a:pt x="6301" y="6157"/>
                </a:lnTo>
                <a:lnTo>
                  <a:pt x="6084" y="5510"/>
                </a:lnTo>
                <a:lnTo>
                  <a:pt x="6084" y="5367"/>
                </a:lnTo>
                <a:cubicBezTo>
                  <a:pt x="6158" y="4725"/>
                  <a:pt x="6158" y="4009"/>
                  <a:pt x="6227" y="3362"/>
                </a:cubicBezTo>
                <a:lnTo>
                  <a:pt x="6227" y="3362"/>
                </a:lnTo>
                <a:cubicBezTo>
                  <a:pt x="6084" y="3649"/>
                  <a:pt x="5940" y="4153"/>
                  <a:pt x="5797" y="4725"/>
                </a:cubicBezTo>
                <a:lnTo>
                  <a:pt x="5585" y="4078"/>
                </a:lnTo>
                <a:cubicBezTo>
                  <a:pt x="5585" y="4009"/>
                  <a:pt x="5511" y="3935"/>
                  <a:pt x="5511" y="3866"/>
                </a:cubicBezTo>
                <a:cubicBezTo>
                  <a:pt x="5728" y="3437"/>
                  <a:pt x="5872" y="3076"/>
                  <a:pt x="5872" y="3076"/>
                </a:cubicBezTo>
                <a:lnTo>
                  <a:pt x="5872" y="3076"/>
                </a:lnTo>
                <a:cubicBezTo>
                  <a:pt x="5872" y="3076"/>
                  <a:pt x="5654" y="3294"/>
                  <a:pt x="5442" y="3580"/>
                </a:cubicBezTo>
                <a:cubicBezTo>
                  <a:pt x="5382" y="3291"/>
                  <a:pt x="5278" y="3005"/>
                  <a:pt x="5204" y="2717"/>
                </a:cubicBezTo>
                <a:lnTo>
                  <a:pt x="5204" y="2717"/>
                </a:lnTo>
                <a:cubicBezTo>
                  <a:pt x="5255" y="2959"/>
                  <a:pt x="5299" y="3234"/>
                  <a:pt x="5299" y="3505"/>
                </a:cubicBezTo>
                <a:lnTo>
                  <a:pt x="5081" y="3076"/>
                </a:lnTo>
                <a:lnTo>
                  <a:pt x="5299" y="3723"/>
                </a:lnTo>
                <a:cubicBezTo>
                  <a:pt x="5081" y="4078"/>
                  <a:pt x="4795" y="4439"/>
                  <a:pt x="4508" y="4937"/>
                </a:cubicBezTo>
                <a:lnTo>
                  <a:pt x="4508" y="4869"/>
                </a:lnTo>
                <a:cubicBezTo>
                  <a:pt x="4508" y="4794"/>
                  <a:pt x="4440" y="4725"/>
                  <a:pt x="4440" y="4725"/>
                </a:cubicBezTo>
                <a:lnTo>
                  <a:pt x="4440" y="4725"/>
                </a:lnTo>
                <a:cubicBezTo>
                  <a:pt x="4440" y="4794"/>
                  <a:pt x="4508" y="4869"/>
                  <a:pt x="4508" y="5012"/>
                </a:cubicBezTo>
                <a:cubicBezTo>
                  <a:pt x="4440" y="5080"/>
                  <a:pt x="4440" y="5155"/>
                  <a:pt x="4365" y="5298"/>
                </a:cubicBezTo>
                <a:cubicBezTo>
                  <a:pt x="4365" y="5080"/>
                  <a:pt x="4365" y="4937"/>
                  <a:pt x="4440" y="4725"/>
                </a:cubicBezTo>
                <a:cubicBezTo>
                  <a:pt x="4440" y="4153"/>
                  <a:pt x="4508" y="3649"/>
                  <a:pt x="4508" y="3150"/>
                </a:cubicBezTo>
                <a:lnTo>
                  <a:pt x="4508" y="3150"/>
                </a:lnTo>
                <a:cubicBezTo>
                  <a:pt x="4222" y="3723"/>
                  <a:pt x="4010" y="4937"/>
                  <a:pt x="3792" y="6226"/>
                </a:cubicBezTo>
                <a:cubicBezTo>
                  <a:pt x="3792" y="6157"/>
                  <a:pt x="3724" y="6083"/>
                  <a:pt x="3724" y="6014"/>
                </a:cubicBezTo>
                <a:cubicBezTo>
                  <a:pt x="3724" y="5728"/>
                  <a:pt x="3724" y="5510"/>
                  <a:pt x="3792" y="5298"/>
                </a:cubicBezTo>
                <a:lnTo>
                  <a:pt x="3792" y="5298"/>
                </a:lnTo>
                <a:cubicBezTo>
                  <a:pt x="3724" y="5367"/>
                  <a:pt x="3649" y="5510"/>
                  <a:pt x="3581" y="5653"/>
                </a:cubicBezTo>
                <a:lnTo>
                  <a:pt x="3581" y="5585"/>
                </a:lnTo>
                <a:cubicBezTo>
                  <a:pt x="3363" y="5012"/>
                  <a:pt x="3151" y="4508"/>
                  <a:pt x="2790" y="4009"/>
                </a:cubicBezTo>
                <a:lnTo>
                  <a:pt x="2790" y="4009"/>
                </a:lnTo>
                <a:cubicBezTo>
                  <a:pt x="3077" y="4508"/>
                  <a:pt x="3294" y="5155"/>
                  <a:pt x="3437" y="5871"/>
                </a:cubicBezTo>
                <a:cubicBezTo>
                  <a:pt x="3363" y="5940"/>
                  <a:pt x="3363" y="6014"/>
                  <a:pt x="3363" y="6083"/>
                </a:cubicBezTo>
                <a:cubicBezTo>
                  <a:pt x="3294" y="6226"/>
                  <a:pt x="3220" y="6444"/>
                  <a:pt x="3151" y="6587"/>
                </a:cubicBezTo>
                <a:cubicBezTo>
                  <a:pt x="3077" y="5653"/>
                  <a:pt x="2865" y="4508"/>
                  <a:pt x="2435" y="3150"/>
                </a:cubicBezTo>
                <a:lnTo>
                  <a:pt x="2435" y="3150"/>
                </a:lnTo>
                <a:cubicBezTo>
                  <a:pt x="2647" y="3866"/>
                  <a:pt x="2647" y="4869"/>
                  <a:pt x="2647" y="5940"/>
                </a:cubicBezTo>
                <a:cubicBezTo>
                  <a:pt x="2647" y="5871"/>
                  <a:pt x="2578" y="5728"/>
                  <a:pt x="2504" y="5653"/>
                </a:cubicBezTo>
                <a:lnTo>
                  <a:pt x="2504" y="5653"/>
                </a:lnTo>
                <a:cubicBezTo>
                  <a:pt x="2578" y="6014"/>
                  <a:pt x="2578" y="6369"/>
                  <a:pt x="2578" y="6799"/>
                </a:cubicBezTo>
                <a:cubicBezTo>
                  <a:pt x="2504" y="6587"/>
                  <a:pt x="2361" y="6444"/>
                  <a:pt x="2292" y="6226"/>
                </a:cubicBezTo>
                <a:lnTo>
                  <a:pt x="2292" y="6226"/>
                </a:lnTo>
                <a:cubicBezTo>
                  <a:pt x="2361" y="6444"/>
                  <a:pt x="2504" y="6730"/>
                  <a:pt x="2578" y="7016"/>
                </a:cubicBezTo>
                <a:cubicBezTo>
                  <a:pt x="2504" y="7085"/>
                  <a:pt x="2504" y="7160"/>
                  <a:pt x="2504" y="7228"/>
                </a:cubicBezTo>
                <a:cubicBezTo>
                  <a:pt x="2435" y="7303"/>
                  <a:pt x="2435" y="7372"/>
                  <a:pt x="2435" y="7446"/>
                </a:cubicBezTo>
                <a:cubicBezTo>
                  <a:pt x="2217" y="6587"/>
                  <a:pt x="2005" y="5728"/>
                  <a:pt x="1645" y="4937"/>
                </a:cubicBezTo>
                <a:lnTo>
                  <a:pt x="1862" y="2148"/>
                </a:lnTo>
                <a:lnTo>
                  <a:pt x="1862" y="2148"/>
                </a:lnTo>
                <a:cubicBezTo>
                  <a:pt x="1645" y="2578"/>
                  <a:pt x="1433" y="3293"/>
                  <a:pt x="1290" y="4153"/>
                </a:cubicBezTo>
                <a:cubicBezTo>
                  <a:pt x="1215" y="4079"/>
                  <a:pt x="1147" y="4010"/>
                  <a:pt x="1073" y="3869"/>
                </a:cubicBezTo>
                <a:lnTo>
                  <a:pt x="1073" y="3869"/>
                </a:lnTo>
                <a:cubicBezTo>
                  <a:pt x="1147" y="4010"/>
                  <a:pt x="1215" y="4079"/>
                  <a:pt x="1290" y="4221"/>
                </a:cubicBezTo>
                <a:cubicBezTo>
                  <a:pt x="1215" y="4439"/>
                  <a:pt x="1215" y="4651"/>
                  <a:pt x="1146" y="4869"/>
                </a:cubicBezTo>
                <a:cubicBezTo>
                  <a:pt x="1146" y="5012"/>
                  <a:pt x="1072" y="5155"/>
                  <a:pt x="1072" y="5298"/>
                </a:cubicBezTo>
                <a:lnTo>
                  <a:pt x="1003" y="5224"/>
                </a:lnTo>
                <a:lnTo>
                  <a:pt x="1003" y="4937"/>
                </a:lnTo>
                <a:cubicBezTo>
                  <a:pt x="1003" y="5012"/>
                  <a:pt x="1003" y="5080"/>
                  <a:pt x="929" y="5155"/>
                </a:cubicBezTo>
                <a:cubicBezTo>
                  <a:pt x="860" y="5367"/>
                  <a:pt x="717" y="5728"/>
                  <a:pt x="642" y="6083"/>
                </a:cubicBezTo>
                <a:cubicBezTo>
                  <a:pt x="642" y="5871"/>
                  <a:pt x="717" y="5728"/>
                  <a:pt x="717" y="5585"/>
                </a:cubicBezTo>
                <a:lnTo>
                  <a:pt x="717" y="5585"/>
                </a:lnTo>
                <a:cubicBezTo>
                  <a:pt x="642" y="5728"/>
                  <a:pt x="499" y="5940"/>
                  <a:pt x="430" y="6157"/>
                </a:cubicBezTo>
                <a:cubicBezTo>
                  <a:pt x="430" y="6014"/>
                  <a:pt x="356" y="5871"/>
                  <a:pt x="287" y="5796"/>
                </a:cubicBezTo>
                <a:lnTo>
                  <a:pt x="287" y="6083"/>
                </a:lnTo>
                <a:lnTo>
                  <a:pt x="287" y="6512"/>
                </a:lnTo>
                <a:cubicBezTo>
                  <a:pt x="287" y="6444"/>
                  <a:pt x="213" y="6369"/>
                  <a:pt x="144" y="6300"/>
                </a:cubicBezTo>
                <a:lnTo>
                  <a:pt x="144" y="6300"/>
                </a:lnTo>
                <a:cubicBezTo>
                  <a:pt x="213" y="6369"/>
                  <a:pt x="287" y="6512"/>
                  <a:pt x="287" y="6587"/>
                </a:cubicBezTo>
                <a:lnTo>
                  <a:pt x="287" y="6799"/>
                </a:lnTo>
                <a:cubicBezTo>
                  <a:pt x="287" y="6942"/>
                  <a:pt x="213" y="7016"/>
                  <a:pt x="213" y="7160"/>
                </a:cubicBezTo>
                <a:lnTo>
                  <a:pt x="1" y="6730"/>
                </a:lnTo>
                <a:lnTo>
                  <a:pt x="1" y="6799"/>
                </a:lnTo>
                <a:cubicBezTo>
                  <a:pt x="70" y="6942"/>
                  <a:pt x="144" y="7160"/>
                  <a:pt x="213" y="7303"/>
                </a:cubicBezTo>
                <a:cubicBezTo>
                  <a:pt x="144" y="7732"/>
                  <a:pt x="70" y="8087"/>
                  <a:pt x="1" y="8517"/>
                </a:cubicBezTo>
                <a:lnTo>
                  <a:pt x="1" y="15321"/>
                </a:lnTo>
                <a:lnTo>
                  <a:pt x="116197" y="15321"/>
                </a:lnTo>
                <a:lnTo>
                  <a:pt x="116197" y="9090"/>
                </a:lnTo>
                <a:cubicBezTo>
                  <a:pt x="116197" y="8878"/>
                  <a:pt x="116128" y="8735"/>
                  <a:pt x="116053" y="8517"/>
                </a:cubicBezTo>
                <a:cubicBezTo>
                  <a:pt x="116053" y="8374"/>
                  <a:pt x="116053" y="8305"/>
                  <a:pt x="115985" y="8162"/>
                </a:cubicBezTo>
                <a:cubicBezTo>
                  <a:pt x="116053" y="8019"/>
                  <a:pt x="116128" y="7876"/>
                  <a:pt x="116197" y="7658"/>
                </a:cubicBezTo>
                <a:lnTo>
                  <a:pt x="116197" y="6656"/>
                </a:lnTo>
                <a:cubicBezTo>
                  <a:pt x="116053" y="6799"/>
                  <a:pt x="115910" y="7016"/>
                  <a:pt x="115767" y="7228"/>
                </a:cubicBezTo>
                <a:cubicBezTo>
                  <a:pt x="115624" y="6730"/>
                  <a:pt x="115481" y="6300"/>
                  <a:pt x="115269" y="5728"/>
                </a:cubicBezTo>
                <a:lnTo>
                  <a:pt x="115269" y="5728"/>
                </a:lnTo>
                <a:cubicBezTo>
                  <a:pt x="115412" y="6226"/>
                  <a:pt x="115481" y="6942"/>
                  <a:pt x="115481" y="7658"/>
                </a:cubicBezTo>
                <a:cubicBezTo>
                  <a:pt x="115412" y="7801"/>
                  <a:pt x="115337" y="8019"/>
                  <a:pt x="115269" y="8162"/>
                </a:cubicBezTo>
                <a:cubicBezTo>
                  <a:pt x="115269" y="8231"/>
                  <a:pt x="115269" y="8305"/>
                  <a:pt x="115194" y="8374"/>
                </a:cubicBezTo>
                <a:cubicBezTo>
                  <a:pt x="115194" y="8448"/>
                  <a:pt x="115051" y="8517"/>
                  <a:pt x="114839" y="8735"/>
                </a:cubicBezTo>
                <a:lnTo>
                  <a:pt x="114839" y="8660"/>
                </a:lnTo>
                <a:cubicBezTo>
                  <a:pt x="114908" y="7732"/>
                  <a:pt x="114982" y="6656"/>
                  <a:pt x="115126" y="5585"/>
                </a:cubicBezTo>
                <a:lnTo>
                  <a:pt x="115126" y="5585"/>
                </a:lnTo>
                <a:cubicBezTo>
                  <a:pt x="114696" y="6226"/>
                  <a:pt x="114410" y="7801"/>
                  <a:pt x="114192" y="9233"/>
                </a:cubicBezTo>
                <a:cubicBezTo>
                  <a:pt x="114123" y="8374"/>
                  <a:pt x="113906" y="7228"/>
                  <a:pt x="113333" y="5796"/>
                </a:cubicBezTo>
                <a:lnTo>
                  <a:pt x="113333" y="5796"/>
                </a:lnTo>
                <a:cubicBezTo>
                  <a:pt x="113550" y="6656"/>
                  <a:pt x="113619" y="7876"/>
                  <a:pt x="113619" y="8947"/>
                </a:cubicBezTo>
                <a:cubicBezTo>
                  <a:pt x="113476" y="9090"/>
                  <a:pt x="113407" y="9307"/>
                  <a:pt x="113333" y="9594"/>
                </a:cubicBezTo>
                <a:cubicBezTo>
                  <a:pt x="113333" y="9519"/>
                  <a:pt x="113264" y="9451"/>
                  <a:pt x="113264" y="9376"/>
                </a:cubicBezTo>
                <a:cubicBezTo>
                  <a:pt x="113190" y="9021"/>
                  <a:pt x="113121" y="8735"/>
                  <a:pt x="112978" y="8448"/>
                </a:cubicBezTo>
                <a:cubicBezTo>
                  <a:pt x="112760" y="7801"/>
                  <a:pt x="112474" y="7160"/>
                  <a:pt x="112044" y="6587"/>
                </a:cubicBezTo>
                <a:cubicBezTo>
                  <a:pt x="112044" y="6226"/>
                  <a:pt x="112119" y="5940"/>
                  <a:pt x="112119" y="5585"/>
                </a:cubicBezTo>
                <a:lnTo>
                  <a:pt x="112119" y="5585"/>
                </a:lnTo>
                <a:cubicBezTo>
                  <a:pt x="111758" y="6157"/>
                  <a:pt x="111546" y="7302"/>
                  <a:pt x="111328" y="8448"/>
                </a:cubicBezTo>
                <a:lnTo>
                  <a:pt x="111328" y="8448"/>
                </a:lnTo>
                <a:cubicBezTo>
                  <a:pt x="111329" y="8246"/>
                  <a:pt x="111336" y="7996"/>
                  <a:pt x="111403" y="7801"/>
                </a:cubicBezTo>
                <a:lnTo>
                  <a:pt x="111403" y="7801"/>
                </a:lnTo>
                <a:cubicBezTo>
                  <a:pt x="111259" y="8019"/>
                  <a:pt x="111116" y="8305"/>
                  <a:pt x="111042" y="8591"/>
                </a:cubicBezTo>
                <a:cubicBezTo>
                  <a:pt x="110973" y="8517"/>
                  <a:pt x="110899" y="8448"/>
                  <a:pt x="110830" y="8305"/>
                </a:cubicBezTo>
                <a:lnTo>
                  <a:pt x="110830" y="8305"/>
                </a:lnTo>
                <a:cubicBezTo>
                  <a:pt x="110830" y="8517"/>
                  <a:pt x="110830" y="8735"/>
                  <a:pt x="110899" y="8947"/>
                </a:cubicBezTo>
                <a:cubicBezTo>
                  <a:pt x="110687" y="9164"/>
                  <a:pt x="110400" y="9451"/>
                  <a:pt x="110183" y="9737"/>
                </a:cubicBezTo>
                <a:cubicBezTo>
                  <a:pt x="110114" y="9376"/>
                  <a:pt x="110039" y="9021"/>
                  <a:pt x="109896" y="8591"/>
                </a:cubicBezTo>
                <a:cubicBezTo>
                  <a:pt x="109971" y="7732"/>
                  <a:pt x="110039" y="6730"/>
                  <a:pt x="110114" y="5653"/>
                </a:cubicBezTo>
                <a:lnTo>
                  <a:pt x="110114" y="5653"/>
                </a:lnTo>
                <a:cubicBezTo>
                  <a:pt x="109896" y="6083"/>
                  <a:pt x="109684" y="6799"/>
                  <a:pt x="109541" y="7658"/>
                </a:cubicBezTo>
                <a:cubicBezTo>
                  <a:pt x="109255" y="7228"/>
                  <a:pt x="109037" y="6730"/>
                  <a:pt x="108682" y="6300"/>
                </a:cubicBezTo>
                <a:lnTo>
                  <a:pt x="108682" y="6300"/>
                </a:lnTo>
                <a:cubicBezTo>
                  <a:pt x="109037" y="6873"/>
                  <a:pt x="109255" y="7515"/>
                  <a:pt x="109398" y="8231"/>
                </a:cubicBezTo>
                <a:cubicBezTo>
                  <a:pt x="109324" y="8878"/>
                  <a:pt x="109180" y="9663"/>
                  <a:pt x="109112" y="10310"/>
                </a:cubicBezTo>
                <a:cubicBezTo>
                  <a:pt x="109037" y="10092"/>
                  <a:pt x="108894" y="9949"/>
                  <a:pt x="108751" y="9737"/>
                </a:cubicBezTo>
                <a:cubicBezTo>
                  <a:pt x="108968" y="9308"/>
                  <a:pt x="109180" y="8947"/>
                  <a:pt x="109180" y="8947"/>
                </a:cubicBezTo>
                <a:lnTo>
                  <a:pt x="109180" y="8947"/>
                </a:lnTo>
                <a:cubicBezTo>
                  <a:pt x="109180" y="8947"/>
                  <a:pt x="108894" y="9164"/>
                  <a:pt x="108608" y="9519"/>
                </a:cubicBezTo>
                <a:cubicBezTo>
                  <a:pt x="108539" y="9376"/>
                  <a:pt x="108464" y="9164"/>
                  <a:pt x="108396" y="8947"/>
                </a:cubicBezTo>
                <a:lnTo>
                  <a:pt x="108396" y="8947"/>
                </a:lnTo>
                <a:cubicBezTo>
                  <a:pt x="108396" y="9090"/>
                  <a:pt x="108464" y="9233"/>
                  <a:pt x="108464" y="9376"/>
                </a:cubicBezTo>
                <a:cubicBezTo>
                  <a:pt x="108464" y="9307"/>
                  <a:pt x="108396" y="9233"/>
                  <a:pt x="108396" y="9164"/>
                </a:cubicBezTo>
                <a:lnTo>
                  <a:pt x="108396" y="9090"/>
                </a:lnTo>
                <a:cubicBezTo>
                  <a:pt x="108396" y="9090"/>
                  <a:pt x="108321" y="9090"/>
                  <a:pt x="108321" y="9164"/>
                </a:cubicBezTo>
                <a:lnTo>
                  <a:pt x="107892" y="8517"/>
                </a:lnTo>
                <a:lnTo>
                  <a:pt x="107892" y="8517"/>
                </a:lnTo>
                <a:cubicBezTo>
                  <a:pt x="108035" y="8735"/>
                  <a:pt x="108178" y="9021"/>
                  <a:pt x="108252" y="9233"/>
                </a:cubicBezTo>
                <a:cubicBezTo>
                  <a:pt x="108178" y="9376"/>
                  <a:pt x="108178" y="9519"/>
                  <a:pt x="108109" y="9663"/>
                </a:cubicBezTo>
                <a:cubicBezTo>
                  <a:pt x="108035" y="9307"/>
                  <a:pt x="107892" y="9021"/>
                  <a:pt x="107823" y="8660"/>
                </a:cubicBezTo>
                <a:cubicBezTo>
                  <a:pt x="107536" y="7944"/>
                  <a:pt x="107176" y="7085"/>
                  <a:pt x="106603" y="6369"/>
                </a:cubicBezTo>
                <a:lnTo>
                  <a:pt x="106603" y="6369"/>
                </a:lnTo>
                <a:cubicBezTo>
                  <a:pt x="107032" y="7160"/>
                  <a:pt x="107319" y="8162"/>
                  <a:pt x="107536" y="9233"/>
                </a:cubicBezTo>
                <a:cubicBezTo>
                  <a:pt x="107319" y="9806"/>
                  <a:pt x="107176" y="10522"/>
                  <a:pt x="107032" y="11312"/>
                </a:cubicBezTo>
                <a:cubicBezTo>
                  <a:pt x="106964" y="11238"/>
                  <a:pt x="106964" y="11169"/>
                  <a:pt x="106964" y="11094"/>
                </a:cubicBezTo>
                <a:lnTo>
                  <a:pt x="106964" y="10808"/>
                </a:lnTo>
                <a:cubicBezTo>
                  <a:pt x="106964" y="10596"/>
                  <a:pt x="107032" y="10378"/>
                  <a:pt x="107032" y="10167"/>
                </a:cubicBezTo>
                <a:lnTo>
                  <a:pt x="107032" y="10167"/>
                </a:lnTo>
                <a:cubicBezTo>
                  <a:pt x="106964" y="10235"/>
                  <a:pt x="106821" y="10453"/>
                  <a:pt x="106746" y="10665"/>
                </a:cubicBezTo>
                <a:lnTo>
                  <a:pt x="106746" y="10596"/>
                </a:lnTo>
                <a:cubicBezTo>
                  <a:pt x="107032" y="10092"/>
                  <a:pt x="107250" y="9737"/>
                  <a:pt x="107250" y="9737"/>
                </a:cubicBezTo>
                <a:lnTo>
                  <a:pt x="107250" y="9737"/>
                </a:lnTo>
                <a:cubicBezTo>
                  <a:pt x="107250" y="9737"/>
                  <a:pt x="106964" y="9949"/>
                  <a:pt x="106603" y="10310"/>
                </a:cubicBezTo>
                <a:lnTo>
                  <a:pt x="106460" y="10453"/>
                </a:lnTo>
                <a:lnTo>
                  <a:pt x="106173" y="10739"/>
                </a:lnTo>
                <a:cubicBezTo>
                  <a:pt x="106030" y="10310"/>
                  <a:pt x="105887" y="9806"/>
                  <a:pt x="105675" y="9233"/>
                </a:cubicBezTo>
                <a:lnTo>
                  <a:pt x="105675" y="9233"/>
                </a:lnTo>
                <a:cubicBezTo>
                  <a:pt x="105744" y="9594"/>
                  <a:pt x="105818" y="10092"/>
                  <a:pt x="105887" y="10522"/>
                </a:cubicBezTo>
                <a:cubicBezTo>
                  <a:pt x="105887" y="10596"/>
                  <a:pt x="105818" y="10665"/>
                  <a:pt x="105818" y="10665"/>
                </a:cubicBezTo>
                <a:cubicBezTo>
                  <a:pt x="105675" y="10453"/>
                  <a:pt x="105532" y="10167"/>
                  <a:pt x="105314" y="9949"/>
                </a:cubicBezTo>
                <a:cubicBezTo>
                  <a:pt x="105314" y="9594"/>
                  <a:pt x="105389" y="9307"/>
                  <a:pt x="105389" y="8947"/>
                </a:cubicBezTo>
                <a:lnTo>
                  <a:pt x="105389" y="8947"/>
                </a:lnTo>
                <a:cubicBezTo>
                  <a:pt x="105245" y="9233"/>
                  <a:pt x="105102" y="9663"/>
                  <a:pt x="104959" y="10235"/>
                </a:cubicBezTo>
                <a:cubicBezTo>
                  <a:pt x="104885" y="10235"/>
                  <a:pt x="104885" y="10310"/>
                  <a:pt x="104741" y="10378"/>
                </a:cubicBezTo>
                <a:cubicBezTo>
                  <a:pt x="104741" y="10310"/>
                  <a:pt x="104673" y="10235"/>
                  <a:pt x="104673" y="10167"/>
                </a:cubicBezTo>
                <a:cubicBezTo>
                  <a:pt x="105102" y="9164"/>
                  <a:pt x="105675" y="8231"/>
                  <a:pt x="105675" y="8231"/>
                </a:cubicBezTo>
                <a:lnTo>
                  <a:pt x="105675" y="8231"/>
                </a:lnTo>
                <a:cubicBezTo>
                  <a:pt x="105675" y="8231"/>
                  <a:pt x="104885" y="8878"/>
                  <a:pt x="104312" y="9663"/>
                </a:cubicBezTo>
                <a:lnTo>
                  <a:pt x="104243" y="9594"/>
                </a:lnTo>
                <a:lnTo>
                  <a:pt x="104243" y="9594"/>
                </a:lnTo>
                <a:cubicBezTo>
                  <a:pt x="104243" y="9663"/>
                  <a:pt x="104243" y="9663"/>
                  <a:pt x="104312" y="9737"/>
                </a:cubicBezTo>
                <a:cubicBezTo>
                  <a:pt x="104243" y="9737"/>
                  <a:pt x="104243" y="9806"/>
                  <a:pt x="104243" y="9806"/>
                </a:cubicBezTo>
                <a:lnTo>
                  <a:pt x="104243" y="9594"/>
                </a:lnTo>
                <a:cubicBezTo>
                  <a:pt x="104243" y="9233"/>
                  <a:pt x="104312" y="8803"/>
                  <a:pt x="104312" y="8448"/>
                </a:cubicBezTo>
                <a:lnTo>
                  <a:pt x="104312" y="8448"/>
                </a:lnTo>
                <a:cubicBezTo>
                  <a:pt x="104100" y="8878"/>
                  <a:pt x="103882" y="9594"/>
                  <a:pt x="103739" y="10310"/>
                </a:cubicBezTo>
                <a:cubicBezTo>
                  <a:pt x="103670" y="10167"/>
                  <a:pt x="103596" y="10092"/>
                  <a:pt x="103527" y="9949"/>
                </a:cubicBezTo>
                <a:lnTo>
                  <a:pt x="103527" y="9949"/>
                </a:lnTo>
                <a:cubicBezTo>
                  <a:pt x="103596" y="10092"/>
                  <a:pt x="103670" y="10310"/>
                  <a:pt x="103670" y="10522"/>
                </a:cubicBezTo>
                <a:cubicBezTo>
                  <a:pt x="103670" y="10665"/>
                  <a:pt x="103596" y="10808"/>
                  <a:pt x="103596" y="11026"/>
                </a:cubicBezTo>
                <a:cubicBezTo>
                  <a:pt x="103527" y="11169"/>
                  <a:pt x="103527" y="11312"/>
                  <a:pt x="103527" y="11381"/>
                </a:cubicBezTo>
                <a:cubicBezTo>
                  <a:pt x="103453" y="11381"/>
                  <a:pt x="103453" y="11312"/>
                  <a:pt x="103453" y="11312"/>
                </a:cubicBezTo>
                <a:lnTo>
                  <a:pt x="103453" y="11598"/>
                </a:lnTo>
                <a:lnTo>
                  <a:pt x="103453" y="11667"/>
                </a:lnTo>
                <a:cubicBezTo>
                  <a:pt x="103384" y="11598"/>
                  <a:pt x="103310" y="11455"/>
                  <a:pt x="103241" y="11381"/>
                </a:cubicBezTo>
                <a:lnTo>
                  <a:pt x="103241" y="11312"/>
                </a:lnTo>
                <a:lnTo>
                  <a:pt x="103241" y="10808"/>
                </a:lnTo>
                <a:cubicBezTo>
                  <a:pt x="103310" y="10522"/>
                  <a:pt x="103310" y="10310"/>
                  <a:pt x="103310" y="10092"/>
                </a:cubicBezTo>
                <a:lnTo>
                  <a:pt x="103310" y="10092"/>
                </a:lnTo>
                <a:cubicBezTo>
                  <a:pt x="103166" y="10235"/>
                  <a:pt x="103098" y="10522"/>
                  <a:pt x="102954" y="10808"/>
                </a:cubicBezTo>
                <a:cubicBezTo>
                  <a:pt x="102954" y="10739"/>
                  <a:pt x="102880" y="10665"/>
                  <a:pt x="102880" y="10665"/>
                </a:cubicBezTo>
                <a:cubicBezTo>
                  <a:pt x="103098" y="10167"/>
                  <a:pt x="103309" y="9806"/>
                  <a:pt x="103310" y="9806"/>
                </a:cubicBezTo>
                <a:lnTo>
                  <a:pt x="103310" y="9806"/>
                </a:lnTo>
                <a:cubicBezTo>
                  <a:pt x="103309" y="9806"/>
                  <a:pt x="103023" y="10023"/>
                  <a:pt x="102737" y="10378"/>
                </a:cubicBezTo>
                <a:cubicBezTo>
                  <a:pt x="102737" y="9949"/>
                  <a:pt x="102811" y="9594"/>
                  <a:pt x="102811" y="9164"/>
                </a:cubicBezTo>
                <a:lnTo>
                  <a:pt x="102811" y="9164"/>
                </a:lnTo>
                <a:cubicBezTo>
                  <a:pt x="102737" y="9233"/>
                  <a:pt x="102668" y="9376"/>
                  <a:pt x="102594" y="9594"/>
                </a:cubicBezTo>
                <a:cubicBezTo>
                  <a:pt x="102594" y="9594"/>
                  <a:pt x="102450" y="9663"/>
                  <a:pt x="102307" y="9806"/>
                </a:cubicBezTo>
                <a:cubicBezTo>
                  <a:pt x="102164" y="9376"/>
                  <a:pt x="102021" y="8878"/>
                  <a:pt x="101809" y="8374"/>
                </a:cubicBezTo>
                <a:lnTo>
                  <a:pt x="101809" y="8374"/>
                </a:lnTo>
                <a:cubicBezTo>
                  <a:pt x="101952" y="8878"/>
                  <a:pt x="102021" y="9451"/>
                  <a:pt x="102095" y="10092"/>
                </a:cubicBezTo>
                <a:cubicBezTo>
                  <a:pt x="101952" y="10235"/>
                  <a:pt x="101809" y="10378"/>
                  <a:pt x="101666" y="10596"/>
                </a:cubicBezTo>
                <a:cubicBezTo>
                  <a:pt x="101448" y="10092"/>
                  <a:pt x="101162" y="9594"/>
                  <a:pt x="100807" y="9164"/>
                </a:cubicBezTo>
                <a:lnTo>
                  <a:pt x="100807" y="9164"/>
                </a:lnTo>
                <a:cubicBezTo>
                  <a:pt x="101018" y="9519"/>
                  <a:pt x="101162" y="10023"/>
                  <a:pt x="101379" y="10453"/>
                </a:cubicBezTo>
                <a:cubicBezTo>
                  <a:pt x="101305" y="10522"/>
                  <a:pt x="101305" y="10522"/>
                  <a:pt x="101162" y="10596"/>
                </a:cubicBezTo>
                <a:cubicBezTo>
                  <a:pt x="101093" y="10739"/>
                  <a:pt x="100950" y="10883"/>
                  <a:pt x="100807" y="10951"/>
                </a:cubicBezTo>
                <a:lnTo>
                  <a:pt x="100589" y="11169"/>
                </a:lnTo>
                <a:cubicBezTo>
                  <a:pt x="100589" y="11094"/>
                  <a:pt x="100520" y="11026"/>
                  <a:pt x="100520" y="10951"/>
                </a:cubicBezTo>
                <a:cubicBezTo>
                  <a:pt x="100520" y="10596"/>
                  <a:pt x="100520" y="10235"/>
                  <a:pt x="100589" y="9880"/>
                </a:cubicBezTo>
                <a:lnTo>
                  <a:pt x="100589" y="9880"/>
                </a:lnTo>
                <a:cubicBezTo>
                  <a:pt x="100446" y="10023"/>
                  <a:pt x="100377" y="10310"/>
                  <a:pt x="100303" y="10596"/>
                </a:cubicBezTo>
                <a:cubicBezTo>
                  <a:pt x="100091" y="10310"/>
                  <a:pt x="99947" y="10023"/>
                  <a:pt x="99730" y="9737"/>
                </a:cubicBezTo>
                <a:lnTo>
                  <a:pt x="99730" y="9737"/>
                </a:lnTo>
                <a:cubicBezTo>
                  <a:pt x="99873" y="10092"/>
                  <a:pt x="100091" y="10453"/>
                  <a:pt x="100234" y="10808"/>
                </a:cubicBezTo>
                <a:lnTo>
                  <a:pt x="100159" y="10883"/>
                </a:lnTo>
                <a:cubicBezTo>
                  <a:pt x="100091" y="10596"/>
                  <a:pt x="99947" y="10310"/>
                  <a:pt x="99804" y="9949"/>
                </a:cubicBezTo>
                <a:lnTo>
                  <a:pt x="99804" y="9949"/>
                </a:lnTo>
                <a:cubicBezTo>
                  <a:pt x="99947" y="10310"/>
                  <a:pt x="99947" y="10665"/>
                  <a:pt x="100016" y="11026"/>
                </a:cubicBezTo>
                <a:cubicBezTo>
                  <a:pt x="99947" y="10951"/>
                  <a:pt x="99873" y="10808"/>
                  <a:pt x="99804" y="10739"/>
                </a:cubicBezTo>
                <a:lnTo>
                  <a:pt x="99804" y="10739"/>
                </a:lnTo>
                <a:lnTo>
                  <a:pt x="100016" y="11169"/>
                </a:lnTo>
                <a:lnTo>
                  <a:pt x="100016" y="11312"/>
                </a:lnTo>
                <a:cubicBezTo>
                  <a:pt x="99947" y="11169"/>
                  <a:pt x="99873" y="11094"/>
                  <a:pt x="99804" y="11026"/>
                </a:cubicBezTo>
                <a:lnTo>
                  <a:pt x="99804" y="11026"/>
                </a:lnTo>
                <a:cubicBezTo>
                  <a:pt x="99873" y="11095"/>
                  <a:pt x="99947" y="11238"/>
                  <a:pt x="100016" y="11381"/>
                </a:cubicBezTo>
                <a:lnTo>
                  <a:pt x="100016" y="11524"/>
                </a:lnTo>
                <a:cubicBezTo>
                  <a:pt x="99947" y="11524"/>
                  <a:pt x="99947" y="11455"/>
                  <a:pt x="99873" y="11381"/>
                </a:cubicBezTo>
                <a:lnTo>
                  <a:pt x="99873" y="11381"/>
                </a:lnTo>
                <a:cubicBezTo>
                  <a:pt x="99873" y="11455"/>
                  <a:pt x="99947" y="11524"/>
                  <a:pt x="100016" y="11598"/>
                </a:cubicBezTo>
                <a:cubicBezTo>
                  <a:pt x="99947" y="11742"/>
                  <a:pt x="99947" y="11810"/>
                  <a:pt x="99947" y="11954"/>
                </a:cubicBezTo>
                <a:lnTo>
                  <a:pt x="99873" y="11954"/>
                </a:lnTo>
                <a:cubicBezTo>
                  <a:pt x="99804" y="11524"/>
                  <a:pt x="99730" y="11094"/>
                  <a:pt x="99375" y="10739"/>
                </a:cubicBezTo>
                <a:lnTo>
                  <a:pt x="99375" y="10739"/>
                </a:lnTo>
                <a:cubicBezTo>
                  <a:pt x="99443" y="11026"/>
                  <a:pt x="99443" y="11381"/>
                  <a:pt x="99443" y="11742"/>
                </a:cubicBezTo>
                <a:cubicBezTo>
                  <a:pt x="99443" y="11598"/>
                  <a:pt x="99375" y="11455"/>
                  <a:pt x="99375" y="11312"/>
                </a:cubicBezTo>
                <a:lnTo>
                  <a:pt x="99375" y="11169"/>
                </a:lnTo>
                <a:cubicBezTo>
                  <a:pt x="99375" y="11169"/>
                  <a:pt x="99300" y="11169"/>
                  <a:pt x="99300" y="11238"/>
                </a:cubicBezTo>
                <a:lnTo>
                  <a:pt x="99088" y="10378"/>
                </a:lnTo>
                <a:cubicBezTo>
                  <a:pt x="99231" y="10167"/>
                  <a:pt x="99300" y="9949"/>
                  <a:pt x="99300" y="9949"/>
                </a:cubicBezTo>
                <a:lnTo>
                  <a:pt x="99300" y="9949"/>
                </a:lnTo>
                <a:cubicBezTo>
                  <a:pt x="99300" y="9949"/>
                  <a:pt x="99231" y="10092"/>
                  <a:pt x="99014" y="10235"/>
                </a:cubicBezTo>
                <a:lnTo>
                  <a:pt x="99804" y="8660"/>
                </a:lnTo>
                <a:lnTo>
                  <a:pt x="99804" y="8660"/>
                </a:lnTo>
                <a:cubicBezTo>
                  <a:pt x="99804" y="8660"/>
                  <a:pt x="99300" y="9090"/>
                  <a:pt x="98802" y="9737"/>
                </a:cubicBezTo>
                <a:cubicBezTo>
                  <a:pt x="98727" y="9806"/>
                  <a:pt x="98659" y="9949"/>
                  <a:pt x="98584" y="10023"/>
                </a:cubicBezTo>
                <a:cubicBezTo>
                  <a:pt x="98658" y="9459"/>
                  <a:pt x="98725" y="8895"/>
                  <a:pt x="98727" y="8259"/>
                </a:cubicBezTo>
                <a:lnTo>
                  <a:pt x="98727" y="8259"/>
                </a:lnTo>
                <a:cubicBezTo>
                  <a:pt x="98777" y="8150"/>
                  <a:pt x="98802" y="8088"/>
                  <a:pt x="98802" y="8087"/>
                </a:cubicBezTo>
                <a:lnTo>
                  <a:pt x="98802" y="8087"/>
                </a:lnTo>
                <a:cubicBezTo>
                  <a:pt x="98802" y="8088"/>
                  <a:pt x="97370" y="9451"/>
                  <a:pt x="96940" y="10665"/>
                </a:cubicBezTo>
                <a:lnTo>
                  <a:pt x="96940" y="10378"/>
                </a:lnTo>
                <a:cubicBezTo>
                  <a:pt x="97152" y="10023"/>
                  <a:pt x="97295" y="9737"/>
                  <a:pt x="97296" y="9737"/>
                </a:cubicBezTo>
                <a:lnTo>
                  <a:pt x="97296" y="9737"/>
                </a:lnTo>
                <a:lnTo>
                  <a:pt x="97009" y="10023"/>
                </a:lnTo>
                <a:lnTo>
                  <a:pt x="97009" y="9880"/>
                </a:lnTo>
                <a:cubicBezTo>
                  <a:pt x="96940" y="9949"/>
                  <a:pt x="96866" y="10092"/>
                  <a:pt x="96866" y="10167"/>
                </a:cubicBezTo>
                <a:cubicBezTo>
                  <a:pt x="96797" y="10235"/>
                  <a:pt x="96797" y="10235"/>
                  <a:pt x="96723" y="10235"/>
                </a:cubicBezTo>
                <a:cubicBezTo>
                  <a:pt x="96866" y="10092"/>
                  <a:pt x="97009" y="9737"/>
                  <a:pt x="97009" y="9737"/>
                </a:cubicBezTo>
                <a:lnTo>
                  <a:pt x="97009" y="9737"/>
                </a:lnTo>
                <a:lnTo>
                  <a:pt x="96293" y="10453"/>
                </a:lnTo>
                <a:cubicBezTo>
                  <a:pt x="96150" y="9949"/>
                  <a:pt x="96007" y="9376"/>
                  <a:pt x="95795" y="8803"/>
                </a:cubicBezTo>
                <a:lnTo>
                  <a:pt x="95795" y="8803"/>
                </a:lnTo>
                <a:cubicBezTo>
                  <a:pt x="95864" y="9090"/>
                  <a:pt x="95938" y="9451"/>
                  <a:pt x="95938" y="9880"/>
                </a:cubicBezTo>
                <a:cubicBezTo>
                  <a:pt x="95795" y="9519"/>
                  <a:pt x="95577" y="9164"/>
                  <a:pt x="95365" y="8878"/>
                </a:cubicBezTo>
                <a:lnTo>
                  <a:pt x="95365" y="8878"/>
                </a:lnTo>
                <a:cubicBezTo>
                  <a:pt x="95652" y="9376"/>
                  <a:pt x="95864" y="10023"/>
                  <a:pt x="96007" y="10665"/>
                </a:cubicBezTo>
                <a:cubicBezTo>
                  <a:pt x="96081" y="10665"/>
                  <a:pt x="96081" y="10665"/>
                  <a:pt x="96081" y="10739"/>
                </a:cubicBezTo>
                <a:cubicBezTo>
                  <a:pt x="95938" y="10808"/>
                  <a:pt x="95864" y="10951"/>
                  <a:pt x="95795" y="11026"/>
                </a:cubicBezTo>
                <a:cubicBezTo>
                  <a:pt x="95720" y="10739"/>
                  <a:pt x="95652" y="10453"/>
                  <a:pt x="95577" y="10092"/>
                </a:cubicBezTo>
                <a:cubicBezTo>
                  <a:pt x="95577" y="9949"/>
                  <a:pt x="95577" y="9737"/>
                  <a:pt x="95652" y="9519"/>
                </a:cubicBezTo>
                <a:lnTo>
                  <a:pt x="95652" y="9519"/>
                </a:lnTo>
                <a:cubicBezTo>
                  <a:pt x="95577" y="9594"/>
                  <a:pt x="95509" y="9663"/>
                  <a:pt x="95509" y="9806"/>
                </a:cubicBezTo>
                <a:cubicBezTo>
                  <a:pt x="95365" y="9307"/>
                  <a:pt x="95222" y="8735"/>
                  <a:pt x="94936" y="8162"/>
                </a:cubicBezTo>
                <a:lnTo>
                  <a:pt x="94936" y="8162"/>
                </a:lnTo>
                <a:cubicBezTo>
                  <a:pt x="95148" y="8735"/>
                  <a:pt x="95222" y="9451"/>
                  <a:pt x="95222" y="10167"/>
                </a:cubicBezTo>
                <a:lnTo>
                  <a:pt x="95222" y="10235"/>
                </a:lnTo>
                <a:lnTo>
                  <a:pt x="95222" y="10453"/>
                </a:lnTo>
                <a:cubicBezTo>
                  <a:pt x="95148" y="10665"/>
                  <a:pt x="95148" y="10808"/>
                  <a:pt x="95079" y="10951"/>
                </a:cubicBezTo>
                <a:cubicBezTo>
                  <a:pt x="95005" y="10883"/>
                  <a:pt x="95005" y="10739"/>
                  <a:pt x="94936" y="10596"/>
                </a:cubicBezTo>
                <a:lnTo>
                  <a:pt x="94936" y="10596"/>
                </a:lnTo>
                <a:cubicBezTo>
                  <a:pt x="95005" y="10740"/>
                  <a:pt x="95005" y="10951"/>
                  <a:pt x="95079" y="11169"/>
                </a:cubicBezTo>
                <a:cubicBezTo>
                  <a:pt x="95005" y="11238"/>
                  <a:pt x="95005" y="11381"/>
                  <a:pt x="95005" y="11455"/>
                </a:cubicBezTo>
                <a:cubicBezTo>
                  <a:pt x="94970" y="11490"/>
                  <a:pt x="94953" y="11490"/>
                  <a:pt x="94935" y="11490"/>
                </a:cubicBezTo>
                <a:cubicBezTo>
                  <a:pt x="94917" y="11490"/>
                  <a:pt x="94899" y="11490"/>
                  <a:pt x="94861" y="11524"/>
                </a:cubicBezTo>
                <a:lnTo>
                  <a:pt x="94793" y="11455"/>
                </a:lnTo>
                <a:lnTo>
                  <a:pt x="94936" y="11312"/>
                </a:lnTo>
                <a:lnTo>
                  <a:pt x="94793" y="11381"/>
                </a:lnTo>
                <a:cubicBezTo>
                  <a:pt x="94649" y="11238"/>
                  <a:pt x="94506" y="11026"/>
                  <a:pt x="94363" y="10883"/>
                </a:cubicBezTo>
                <a:lnTo>
                  <a:pt x="94363" y="10883"/>
                </a:lnTo>
                <a:cubicBezTo>
                  <a:pt x="94506" y="11094"/>
                  <a:pt x="94575" y="11238"/>
                  <a:pt x="94718" y="11455"/>
                </a:cubicBezTo>
                <a:lnTo>
                  <a:pt x="94649" y="11524"/>
                </a:lnTo>
                <a:cubicBezTo>
                  <a:pt x="94506" y="11381"/>
                  <a:pt x="94432" y="11169"/>
                  <a:pt x="94289" y="11026"/>
                </a:cubicBezTo>
                <a:cubicBezTo>
                  <a:pt x="94718" y="10167"/>
                  <a:pt x="95148" y="9376"/>
                  <a:pt x="95148" y="9376"/>
                </a:cubicBezTo>
                <a:lnTo>
                  <a:pt x="95148" y="9376"/>
                </a:lnTo>
                <a:cubicBezTo>
                  <a:pt x="95148" y="9376"/>
                  <a:pt x="94649" y="9806"/>
                  <a:pt x="94077" y="10453"/>
                </a:cubicBezTo>
                <a:lnTo>
                  <a:pt x="94077" y="10378"/>
                </a:lnTo>
                <a:cubicBezTo>
                  <a:pt x="94077" y="10378"/>
                  <a:pt x="94002" y="10453"/>
                  <a:pt x="94002" y="10522"/>
                </a:cubicBezTo>
                <a:cubicBezTo>
                  <a:pt x="93933" y="10522"/>
                  <a:pt x="93933" y="10453"/>
                  <a:pt x="93859" y="10453"/>
                </a:cubicBezTo>
                <a:lnTo>
                  <a:pt x="93859" y="10453"/>
                </a:lnTo>
                <a:cubicBezTo>
                  <a:pt x="93933" y="10453"/>
                  <a:pt x="93933" y="10522"/>
                  <a:pt x="94002" y="10596"/>
                </a:cubicBezTo>
                <a:lnTo>
                  <a:pt x="93790" y="10808"/>
                </a:lnTo>
                <a:cubicBezTo>
                  <a:pt x="93716" y="10522"/>
                  <a:pt x="93573" y="10167"/>
                  <a:pt x="93430" y="9880"/>
                </a:cubicBezTo>
                <a:lnTo>
                  <a:pt x="93430" y="9880"/>
                </a:lnTo>
                <a:cubicBezTo>
                  <a:pt x="93573" y="10167"/>
                  <a:pt x="93647" y="10596"/>
                  <a:pt x="93647" y="11026"/>
                </a:cubicBezTo>
                <a:cubicBezTo>
                  <a:pt x="93504" y="10665"/>
                  <a:pt x="93361" y="10235"/>
                  <a:pt x="93217" y="9806"/>
                </a:cubicBezTo>
                <a:lnTo>
                  <a:pt x="93217" y="9806"/>
                </a:lnTo>
                <a:cubicBezTo>
                  <a:pt x="93286" y="10092"/>
                  <a:pt x="93361" y="10378"/>
                  <a:pt x="93361" y="10665"/>
                </a:cubicBezTo>
                <a:cubicBezTo>
                  <a:pt x="93286" y="10522"/>
                  <a:pt x="93286" y="10378"/>
                  <a:pt x="93217" y="10167"/>
                </a:cubicBezTo>
                <a:lnTo>
                  <a:pt x="93217" y="10167"/>
                </a:lnTo>
                <a:cubicBezTo>
                  <a:pt x="93286" y="10522"/>
                  <a:pt x="93361" y="10951"/>
                  <a:pt x="93429" y="11381"/>
                </a:cubicBezTo>
                <a:cubicBezTo>
                  <a:pt x="93361" y="11381"/>
                  <a:pt x="93361" y="11455"/>
                  <a:pt x="93361" y="11455"/>
                </a:cubicBezTo>
                <a:cubicBezTo>
                  <a:pt x="93286" y="11381"/>
                  <a:pt x="93217" y="11381"/>
                  <a:pt x="93217" y="11312"/>
                </a:cubicBezTo>
                <a:lnTo>
                  <a:pt x="93217" y="11667"/>
                </a:lnTo>
                <a:lnTo>
                  <a:pt x="93217" y="11742"/>
                </a:lnTo>
                <a:cubicBezTo>
                  <a:pt x="93084" y="11342"/>
                  <a:pt x="92951" y="11001"/>
                  <a:pt x="92758" y="10554"/>
                </a:cubicBezTo>
                <a:lnTo>
                  <a:pt x="92758" y="10554"/>
                </a:lnTo>
                <a:cubicBezTo>
                  <a:pt x="92858" y="10820"/>
                  <a:pt x="92865" y="11127"/>
                  <a:pt x="92931" y="11381"/>
                </a:cubicBezTo>
                <a:cubicBezTo>
                  <a:pt x="92931" y="11381"/>
                  <a:pt x="92857" y="11312"/>
                  <a:pt x="92857" y="11238"/>
                </a:cubicBezTo>
                <a:cubicBezTo>
                  <a:pt x="92788" y="11026"/>
                  <a:pt x="92645" y="10808"/>
                  <a:pt x="92502" y="10665"/>
                </a:cubicBezTo>
                <a:lnTo>
                  <a:pt x="92502" y="10739"/>
                </a:lnTo>
                <a:cubicBezTo>
                  <a:pt x="92427" y="10596"/>
                  <a:pt x="92427" y="10522"/>
                  <a:pt x="92358" y="10453"/>
                </a:cubicBezTo>
                <a:cubicBezTo>
                  <a:pt x="92358" y="9880"/>
                  <a:pt x="92427" y="9233"/>
                  <a:pt x="92502" y="8517"/>
                </a:cubicBezTo>
                <a:lnTo>
                  <a:pt x="92502" y="8517"/>
                </a:lnTo>
                <a:cubicBezTo>
                  <a:pt x="92284" y="8947"/>
                  <a:pt x="92072" y="9737"/>
                  <a:pt x="91854" y="10521"/>
                </a:cubicBezTo>
                <a:lnTo>
                  <a:pt x="91854" y="10521"/>
                </a:lnTo>
                <a:cubicBezTo>
                  <a:pt x="91855" y="10330"/>
                  <a:pt x="91863" y="10142"/>
                  <a:pt x="91929" y="9949"/>
                </a:cubicBezTo>
                <a:lnTo>
                  <a:pt x="91929" y="9949"/>
                </a:lnTo>
                <a:cubicBezTo>
                  <a:pt x="91786" y="10092"/>
                  <a:pt x="91711" y="10235"/>
                  <a:pt x="91642" y="10453"/>
                </a:cubicBezTo>
                <a:cubicBezTo>
                  <a:pt x="91711" y="9737"/>
                  <a:pt x="91786" y="8803"/>
                  <a:pt x="91854" y="7876"/>
                </a:cubicBezTo>
                <a:lnTo>
                  <a:pt x="91854" y="7876"/>
                </a:lnTo>
                <a:cubicBezTo>
                  <a:pt x="91642" y="8305"/>
                  <a:pt x="91425" y="9090"/>
                  <a:pt x="91282" y="9880"/>
                </a:cubicBezTo>
                <a:cubicBezTo>
                  <a:pt x="91213" y="9738"/>
                  <a:pt x="91139" y="9595"/>
                  <a:pt x="91138" y="9452"/>
                </a:cubicBezTo>
                <a:lnTo>
                  <a:pt x="91138" y="9452"/>
                </a:lnTo>
                <a:cubicBezTo>
                  <a:pt x="91139" y="9595"/>
                  <a:pt x="91213" y="9807"/>
                  <a:pt x="91213" y="10023"/>
                </a:cubicBezTo>
                <a:cubicBezTo>
                  <a:pt x="91138" y="10596"/>
                  <a:pt x="91070" y="11169"/>
                  <a:pt x="90995" y="11667"/>
                </a:cubicBezTo>
                <a:cubicBezTo>
                  <a:pt x="90852" y="11455"/>
                  <a:pt x="90640" y="11169"/>
                  <a:pt x="90422" y="10951"/>
                </a:cubicBezTo>
                <a:lnTo>
                  <a:pt x="90422" y="10951"/>
                </a:lnTo>
                <a:cubicBezTo>
                  <a:pt x="90640" y="11238"/>
                  <a:pt x="90783" y="11598"/>
                  <a:pt x="90926" y="11954"/>
                </a:cubicBezTo>
                <a:lnTo>
                  <a:pt x="90926" y="12028"/>
                </a:lnTo>
                <a:cubicBezTo>
                  <a:pt x="90926" y="11954"/>
                  <a:pt x="90852" y="11954"/>
                  <a:pt x="90852" y="11886"/>
                </a:cubicBezTo>
                <a:lnTo>
                  <a:pt x="90852" y="11886"/>
                </a:lnTo>
                <a:cubicBezTo>
                  <a:pt x="90852" y="11954"/>
                  <a:pt x="90926" y="12028"/>
                  <a:pt x="90926" y="12097"/>
                </a:cubicBezTo>
                <a:lnTo>
                  <a:pt x="90926" y="12240"/>
                </a:lnTo>
                <a:lnTo>
                  <a:pt x="90783" y="12097"/>
                </a:lnTo>
                <a:lnTo>
                  <a:pt x="90783" y="12314"/>
                </a:lnTo>
                <a:lnTo>
                  <a:pt x="90497" y="12601"/>
                </a:lnTo>
                <a:cubicBezTo>
                  <a:pt x="90422" y="12314"/>
                  <a:pt x="90279" y="12028"/>
                  <a:pt x="90211" y="11742"/>
                </a:cubicBezTo>
                <a:cubicBezTo>
                  <a:pt x="90279" y="11242"/>
                  <a:pt x="90279" y="10674"/>
                  <a:pt x="90352" y="10039"/>
                </a:cubicBezTo>
                <a:lnTo>
                  <a:pt x="90352" y="10039"/>
                </a:lnTo>
                <a:cubicBezTo>
                  <a:pt x="90347" y="10064"/>
                  <a:pt x="90332" y="10114"/>
                  <a:pt x="90279" y="10167"/>
                </a:cubicBezTo>
                <a:cubicBezTo>
                  <a:pt x="90279" y="10023"/>
                  <a:pt x="90354" y="9806"/>
                  <a:pt x="90354" y="9663"/>
                </a:cubicBezTo>
                <a:lnTo>
                  <a:pt x="90354" y="9663"/>
                </a:lnTo>
                <a:cubicBezTo>
                  <a:pt x="90211" y="9806"/>
                  <a:pt x="90136" y="10023"/>
                  <a:pt x="90067" y="10235"/>
                </a:cubicBezTo>
                <a:cubicBezTo>
                  <a:pt x="90067" y="10023"/>
                  <a:pt x="90067" y="9806"/>
                  <a:pt x="90136" y="9594"/>
                </a:cubicBezTo>
                <a:lnTo>
                  <a:pt x="90136" y="9594"/>
                </a:lnTo>
                <a:cubicBezTo>
                  <a:pt x="89993" y="9806"/>
                  <a:pt x="89850" y="10167"/>
                  <a:pt x="89706" y="10596"/>
                </a:cubicBezTo>
                <a:cubicBezTo>
                  <a:pt x="89638" y="10378"/>
                  <a:pt x="89495" y="10167"/>
                  <a:pt x="89420" y="9949"/>
                </a:cubicBezTo>
                <a:cubicBezTo>
                  <a:pt x="89277" y="9663"/>
                  <a:pt x="89065" y="9451"/>
                  <a:pt x="88922" y="9164"/>
                </a:cubicBezTo>
                <a:lnTo>
                  <a:pt x="88922" y="9164"/>
                </a:lnTo>
                <a:cubicBezTo>
                  <a:pt x="89065" y="9451"/>
                  <a:pt x="89208" y="9737"/>
                  <a:pt x="89277" y="10023"/>
                </a:cubicBezTo>
                <a:lnTo>
                  <a:pt x="89277" y="10092"/>
                </a:lnTo>
                <a:cubicBezTo>
                  <a:pt x="89065" y="9594"/>
                  <a:pt x="88779" y="9021"/>
                  <a:pt x="88418" y="8517"/>
                </a:cubicBezTo>
                <a:lnTo>
                  <a:pt x="88418" y="8517"/>
                </a:lnTo>
                <a:cubicBezTo>
                  <a:pt x="88704" y="9021"/>
                  <a:pt x="88922" y="9663"/>
                  <a:pt x="89065" y="10310"/>
                </a:cubicBezTo>
                <a:lnTo>
                  <a:pt x="88492" y="10883"/>
                </a:lnTo>
                <a:cubicBezTo>
                  <a:pt x="88275" y="11094"/>
                  <a:pt x="88131" y="11238"/>
                  <a:pt x="87988" y="11455"/>
                </a:cubicBezTo>
                <a:lnTo>
                  <a:pt x="87988" y="11238"/>
                </a:lnTo>
                <a:cubicBezTo>
                  <a:pt x="87988" y="11312"/>
                  <a:pt x="87919" y="11381"/>
                  <a:pt x="87845" y="11455"/>
                </a:cubicBezTo>
                <a:cubicBezTo>
                  <a:pt x="87776" y="11381"/>
                  <a:pt x="87776" y="11312"/>
                  <a:pt x="87702" y="11169"/>
                </a:cubicBezTo>
                <a:cubicBezTo>
                  <a:pt x="87776" y="10596"/>
                  <a:pt x="87776" y="9880"/>
                  <a:pt x="87845" y="9164"/>
                </a:cubicBezTo>
                <a:lnTo>
                  <a:pt x="87845" y="9164"/>
                </a:lnTo>
                <a:cubicBezTo>
                  <a:pt x="87702" y="9519"/>
                  <a:pt x="87490" y="10023"/>
                  <a:pt x="87347" y="10665"/>
                </a:cubicBezTo>
                <a:lnTo>
                  <a:pt x="87347" y="10808"/>
                </a:lnTo>
                <a:lnTo>
                  <a:pt x="86917" y="10167"/>
                </a:lnTo>
                <a:lnTo>
                  <a:pt x="86917" y="10167"/>
                </a:lnTo>
                <a:cubicBezTo>
                  <a:pt x="87060" y="10453"/>
                  <a:pt x="87204" y="10665"/>
                  <a:pt x="87272" y="10951"/>
                </a:cubicBezTo>
                <a:lnTo>
                  <a:pt x="87272" y="11026"/>
                </a:lnTo>
                <a:cubicBezTo>
                  <a:pt x="87129" y="10739"/>
                  <a:pt x="86917" y="10453"/>
                  <a:pt x="86699" y="10167"/>
                </a:cubicBezTo>
                <a:lnTo>
                  <a:pt x="86699" y="10167"/>
                </a:lnTo>
                <a:cubicBezTo>
                  <a:pt x="86917" y="10522"/>
                  <a:pt x="87060" y="10883"/>
                  <a:pt x="87204" y="11312"/>
                </a:cubicBezTo>
                <a:cubicBezTo>
                  <a:pt x="87129" y="11598"/>
                  <a:pt x="87060" y="11954"/>
                  <a:pt x="87060" y="12314"/>
                </a:cubicBezTo>
                <a:cubicBezTo>
                  <a:pt x="86843" y="12028"/>
                  <a:pt x="86631" y="11667"/>
                  <a:pt x="86413" y="11381"/>
                </a:cubicBezTo>
                <a:lnTo>
                  <a:pt x="86413" y="11381"/>
                </a:lnTo>
                <a:cubicBezTo>
                  <a:pt x="86631" y="11667"/>
                  <a:pt x="86774" y="12097"/>
                  <a:pt x="86917" y="12526"/>
                </a:cubicBezTo>
                <a:cubicBezTo>
                  <a:pt x="86917" y="12526"/>
                  <a:pt x="86843" y="12526"/>
                  <a:pt x="86774" y="12601"/>
                </a:cubicBezTo>
                <a:cubicBezTo>
                  <a:pt x="86556" y="12097"/>
                  <a:pt x="86201" y="11524"/>
                  <a:pt x="85840" y="10951"/>
                </a:cubicBezTo>
                <a:cubicBezTo>
                  <a:pt x="85984" y="10596"/>
                  <a:pt x="86201" y="10235"/>
                  <a:pt x="86201" y="10235"/>
                </a:cubicBezTo>
                <a:lnTo>
                  <a:pt x="86201" y="10235"/>
                </a:lnTo>
                <a:lnTo>
                  <a:pt x="85697" y="10739"/>
                </a:lnTo>
                <a:cubicBezTo>
                  <a:pt x="85628" y="10453"/>
                  <a:pt x="85485" y="10235"/>
                  <a:pt x="85411" y="9949"/>
                </a:cubicBezTo>
                <a:lnTo>
                  <a:pt x="85411" y="9949"/>
                </a:lnTo>
                <a:cubicBezTo>
                  <a:pt x="85485" y="10235"/>
                  <a:pt x="85554" y="10522"/>
                  <a:pt x="85554" y="10808"/>
                </a:cubicBezTo>
                <a:cubicBezTo>
                  <a:pt x="85485" y="10951"/>
                  <a:pt x="85342" y="11094"/>
                  <a:pt x="85199" y="11238"/>
                </a:cubicBezTo>
                <a:cubicBezTo>
                  <a:pt x="84981" y="10739"/>
                  <a:pt x="84695" y="10235"/>
                  <a:pt x="84340" y="9737"/>
                </a:cubicBezTo>
                <a:lnTo>
                  <a:pt x="84340" y="9737"/>
                </a:lnTo>
                <a:cubicBezTo>
                  <a:pt x="84626" y="10235"/>
                  <a:pt x="84838" y="10883"/>
                  <a:pt x="84981" y="11524"/>
                </a:cubicBezTo>
                <a:cubicBezTo>
                  <a:pt x="84912" y="11598"/>
                  <a:pt x="84912" y="11667"/>
                  <a:pt x="84838" y="11742"/>
                </a:cubicBezTo>
                <a:cubicBezTo>
                  <a:pt x="84769" y="11742"/>
                  <a:pt x="84769" y="11810"/>
                  <a:pt x="84769" y="11810"/>
                </a:cubicBezTo>
                <a:cubicBezTo>
                  <a:pt x="84695" y="11810"/>
                  <a:pt x="84695" y="11742"/>
                  <a:pt x="84627" y="11668"/>
                </a:cubicBezTo>
                <a:lnTo>
                  <a:pt x="84627" y="11668"/>
                </a:lnTo>
                <a:cubicBezTo>
                  <a:pt x="84695" y="11742"/>
                  <a:pt x="84695" y="11811"/>
                  <a:pt x="84695" y="11885"/>
                </a:cubicBezTo>
                <a:cubicBezTo>
                  <a:pt x="84626" y="12028"/>
                  <a:pt x="84483" y="12240"/>
                  <a:pt x="84408" y="12458"/>
                </a:cubicBezTo>
                <a:cubicBezTo>
                  <a:pt x="84408" y="12526"/>
                  <a:pt x="84340" y="12601"/>
                  <a:pt x="84340" y="12670"/>
                </a:cubicBezTo>
                <a:cubicBezTo>
                  <a:pt x="84340" y="12670"/>
                  <a:pt x="84265" y="12670"/>
                  <a:pt x="84265" y="12601"/>
                </a:cubicBezTo>
                <a:cubicBezTo>
                  <a:pt x="84340" y="12383"/>
                  <a:pt x="84340" y="12097"/>
                  <a:pt x="84340" y="11810"/>
                </a:cubicBezTo>
                <a:lnTo>
                  <a:pt x="84340" y="11810"/>
                </a:lnTo>
                <a:cubicBezTo>
                  <a:pt x="84265" y="11954"/>
                  <a:pt x="84197" y="12171"/>
                  <a:pt x="84053" y="12383"/>
                </a:cubicBezTo>
                <a:lnTo>
                  <a:pt x="84053" y="12526"/>
                </a:lnTo>
                <a:cubicBezTo>
                  <a:pt x="83979" y="12670"/>
                  <a:pt x="83910" y="12744"/>
                  <a:pt x="83836" y="12887"/>
                </a:cubicBezTo>
                <a:cubicBezTo>
                  <a:pt x="83767" y="12601"/>
                  <a:pt x="83624" y="12383"/>
                  <a:pt x="83549" y="12097"/>
                </a:cubicBezTo>
                <a:lnTo>
                  <a:pt x="83549" y="12097"/>
                </a:lnTo>
                <a:cubicBezTo>
                  <a:pt x="83624" y="12383"/>
                  <a:pt x="83693" y="12744"/>
                  <a:pt x="83767" y="13099"/>
                </a:cubicBezTo>
                <a:lnTo>
                  <a:pt x="83337" y="12458"/>
                </a:lnTo>
                <a:lnTo>
                  <a:pt x="83120" y="11810"/>
                </a:lnTo>
                <a:cubicBezTo>
                  <a:pt x="83481" y="11238"/>
                  <a:pt x="83767" y="10739"/>
                  <a:pt x="83767" y="10739"/>
                </a:cubicBezTo>
                <a:lnTo>
                  <a:pt x="83767" y="10739"/>
                </a:lnTo>
                <a:cubicBezTo>
                  <a:pt x="83767" y="10739"/>
                  <a:pt x="83406" y="11026"/>
                  <a:pt x="83051" y="11381"/>
                </a:cubicBezTo>
                <a:cubicBezTo>
                  <a:pt x="82930" y="11080"/>
                  <a:pt x="82809" y="10776"/>
                  <a:pt x="82688" y="10429"/>
                </a:cubicBezTo>
                <a:lnTo>
                  <a:pt x="82688" y="10429"/>
                </a:lnTo>
                <a:cubicBezTo>
                  <a:pt x="82786" y="10765"/>
                  <a:pt x="82833" y="11180"/>
                  <a:pt x="82833" y="11598"/>
                </a:cubicBezTo>
                <a:cubicBezTo>
                  <a:pt x="82690" y="11742"/>
                  <a:pt x="82547" y="11954"/>
                  <a:pt x="82404" y="12097"/>
                </a:cubicBezTo>
                <a:lnTo>
                  <a:pt x="82335" y="12171"/>
                </a:lnTo>
                <a:lnTo>
                  <a:pt x="82049" y="11885"/>
                </a:lnTo>
                <a:lnTo>
                  <a:pt x="82049" y="11885"/>
                </a:lnTo>
                <a:cubicBezTo>
                  <a:pt x="82117" y="12028"/>
                  <a:pt x="82192" y="12097"/>
                  <a:pt x="82261" y="12240"/>
                </a:cubicBezTo>
                <a:cubicBezTo>
                  <a:pt x="82117" y="12314"/>
                  <a:pt x="82049" y="12383"/>
                  <a:pt x="81905" y="12526"/>
                </a:cubicBezTo>
                <a:cubicBezTo>
                  <a:pt x="81905" y="12383"/>
                  <a:pt x="81905" y="12240"/>
                  <a:pt x="81974" y="12097"/>
                </a:cubicBezTo>
                <a:cubicBezTo>
                  <a:pt x="81974" y="12028"/>
                  <a:pt x="82049" y="11954"/>
                  <a:pt x="82049" y="11885"/>
                </a:cubicBezTo>
                <a:cubicBezTo>
                  <a:pt x="82404" y="11312"/>
                  <a:pt x="82621" y="10883"/>
                  <a:pt x="82621" y="10883"/>
                </a:cubicBezTo>
                <a:lnTo>
                  <a:pt x="82621" y="10883"/>
                </a:lnTo>
                <a:cubicBezTo>
                  <a:pt x="82621" y="10883"/>
                  <a:pt x="82335" y="11095"/>
                  <a:pt x="81974" y="11455"/>
                </a:cubicBezTo>
                <a:cubicBezTo>
                  <a:pt x="82049" y="10883"/>
                  <a:pt x="82117" y="10310"/>
                  <a:pt x="82192" y="9594"/>
                </a:cubicBezTo>
                <a:lnTo>
                  <a:pt x="82192" y="9594"/>
                </a:lnTo>
                <a:cubicBezTo>
                  <a:pt x="81974" y="9880"/>
                  <a:pt x="81831" y="10378"/>
                  <a:pt x="81688" y="10951"/>
                </a:cubicBezTo>
                <a:cubicBezTo>
                  <a:pt x="81476" y="11312"/>
                  <a:pt x="81333" y="11742"/>
                  <a:pt x="81258" y="12240"/>
                </a:cubicBezTo>
                <a:lnTo>
                  <a:pt x="81115" y="12383"/>
                </a:lnTo>
                <a:cubicBezTo>
                  <a:pt x="81080" y="12383"/>
                  <a:pt x="81063" y="12365"/>
                  <a:pt x="81045" y="12338"/>
                </a:cubicBezTo>
                <a:lnTo>
                  <a:pt x="81045" y="12338"/>
                </a:lnTo>
                <a:cubicBezTo>
                  <a:pt x="81046" y="12350"/>
                  <a:pt x="81046" y="12364"/>
                  <a:pt x="81046" y="12383"/>
                </a:cubicBezTo>
                <a:cubicBezTo>
                  <a:pt x="81046" y="12383"/>
                  <a:pt x="81046" y="12458"/>
                  <a:pt x="81115" y="12458"/>
                </a:cubicBezTo>
                <a:cubicBezTo>
                  <a:pt x="80972" y="12601"/>
                  <a:pt x="80903" y="12744"/>
                  <a:pt x="80829" y="12813"/>
                </a:cubicBezTo>
                <a:cubicBezTo>
                  <a:pt x="80760" y="12526"/>
                  <a:pt x="80686" y="12240"/>
                  <a:pt x="80542" y="11885"/>
                </a:cubicBezTo>
                <a:cubicBezTo>
                  <a:pt x="80685" y="11599"/>
                  <a:pt x="80829" y="11455"/>
                  <a:pt x="80829" y="11455"/>
                </a:cubicBezTo>
                <a:lnTo>
                  <a:pt x="80829" y="11455"/>
                </a:lnTo>
                <a:cubicBezTo>
                  <a:pt x="80829" y="11455"/>
                  <a:pt x="80685" y="11524"/>
                  <a:pt x="80474" y="11742"/>
                </a:cubicBezTo>
                <a:cubicBezTo>
                  <a:pt x="80399" y="11381"/>
                  <a:pt x="80256" y="11094"/>
                  <a:pt x="80113" y="10665"/>
                </a:cubicBezTo>
                <a:lnTo>
                  <a:pt x="80113" y="10665"/>
                </a:lnTo>
                <a:cubicBezTo>
                  <a:pt x="80187" y="11026"/>
                  <a:pt x="80256" y="11455"/>
                  <a:pt x="80330" y="11810"/>
                </a:cubicBezTo>
                <a:cubicBezTo>
                  <a:pt x="80187" y="12028"/>
                  <a:pt x="79970" y="12171"/>
                  <a:pt x="79758" y="12383"/>
                </a:cubicBezTo>
                <a:cubicBezTo>
                  <a:pt x="79758" y="12171"/>
                  <a:pt x="79683" y="12028"/>
                  <a:pt x="79614" y="11885"/>
                </a:cubicBezTo>
                <a:cubicBezTo>
                  <a:pt x="79614" y="11598"/>
                  <a:pt x="79614" y="11312"/>
                  <a:pt x="79683" y="10951"/>
                </a:cubicBezTo>
                <a:cubicBezTo>
                  <a:pt x="79901" y="10378"/>
                  <a:pt x="80187" y="9737"/>
                  <a:pt x="80399" y="9307"/>
                </a:cubicBezTo>
                <a:cubicBezTo>
                  <a:pt x="80617" y="8804"/>
                  <a:pt x="80829" y="8448"/>
                  <a:pt x="80829" y="8448"/>
                </a:cubicBezTo>
                <a:lnTo>
                  <a:pt x="80829" y="8448"/>
                </a:lnTo>
                <a:cubicBezTo>
                  <a:pt x="80828" y="8449"/>
                  <a:pt x="79614" y="9663"/>
                  <a:pt x="79042" y="10808"/>
                </a:cubicBezTo>
                <a:cubicBezTo>
                  <a:pt x="78967" y="10739"/>
                  <a:pt x="78967" y="10665"/>
                  <a:pt x="78967" y="10665"/>
                </a:cubicBezTo>
                <a:cubicBezTo>
                  <a:pt x="79397" y="9594"/>
                  <a:pt x="79901" y="8517"/>
                  <a:pt x="79901" y="8517"/>
                </a:cubicBezTo>
                <a:lnTo>
                  <a:pt x="79901" y="8517"/>
                </a:lnTo>
                <a:cubicBezTo>
                  <a:pt x="79901" y="8517"/>
                  <a:pt x="78967" y="9451"/>
                  <a:pt x="78326" y="10453"/>
                </a:cubicBezTo>
                <a:cubicBezTo>
                  <a:pt x="78681" y="9663"/>
                  <a:pt x="79042" y="9021"/>
                  <a:pt x="79042" y="9021"/>
                </a:cubicBezTo>
                <a:lnTo>
                  <a:pt x="79042" y="9021"/>
                </a:lnTo>
                <a:cubicBezTo>
                  <a:pt x="79041" y="9021"/>
                  <a:pt x="78108" y="9880"/>
                  <a:pt x="77467" y="10808"/>
                </a:cubicBezTo>
                <a:cubicBezTo>
                  <a:pt x="77467" y="10596"/>
                  <a:pt x="77392" y="10378"/>
                  <a:pt x="77323" y="10167"/>
                </a:cubicBezTo>
                <a:cubicBezTo>
                  <a:pt x="77678" y="9376"/>
                  <a:pt x="77965" y="8735"/>
                  <a:pt x="77965" y="8735"/>
                </a:cubicBezTo>
                <a:lnTo>
                  <a:pt x="77965" y="8735"/>
                </a:lnTo>
                <a:cubicBezTo>
                  <a:pt x="77965" y="8735"/>
                  <a:pt x="77610" y="9090"/>
                  <a:pt x="77180" y="9594"/>
                </a:cubicBezTo>
                <a:cubicBezTo>
                  <a:pt x="77106" y="9233"/>
                  <a:pt x="76963" y="8803"/>
                  <a:pt x="76819" y="8305"/>
                </a:cubicBezTo>
                <a:lnTo>
                  <a:pt x="76819" y="8305"/>
                </a:lnTo>
                <a:cubicBezTo>
                  <a:pt x="76894" y="8735"/>
                  <a:pt x="76963" y="9233"/>
                  <a:pt x="77037" y="9806"/>
                </a:cubicBezTo>
                <a:cubicBezTo>
                  <a:pt x="76894" y="9949"/>
                  <a:pt x="76751" y="10167"/>
                  <a:pt x="76607" y="10310"/>
                </a:cubicBezTo>
                <a:cubicBezTo>
                  <a:pt x="76533" y="10378"/>
                  <a:pt x="76533" y="10453"/>
                  <a:pt x="76464" y="10522"/>
                </a:cubicBezTo>
                <a:cubicBezTo>
                  <a:pt x="76321" y="9949"/>
                  <a:pt x="76103" y="9233"/>
                  <a:pt x="75892" y="8305"/>
                </a:cubicBezTo>
                <a:lnTo>
                  <a:pt x="75892" y="8305"/>
                </a:lnTo>
                <a:cubicBezTo>
                  <a:pt x="76035" y="9164"/>
                  <a:pt x="76103" y="10167"/>
                  <a:pt x="76178" y="11094"/>
                </a:cubicBezTo>
                <a:cubicBezTo>
                  <a:pt x="76103" y="11238"/>
                  <a:pt x="76035" y="11381"/>
                  <a:pt x="75960" y="11455"/>
                </a:cubicBezTo>
                <a:cubicBezTo>
                  <a:pt x="75960" y="11598"/>
                  <a:pt x="75892" y="11742"/>
                  <a:pt x="75817" y="11954"/>
                </a:cubicBezTo>
                <a:lnTo>
                  <a:pt x="75817" y="11885"/>
                </a:lnTo>
                <a:cubicBezTo>
                  <a:pt x="75817" y="11810"/>
                  <a:pt x="75817" y="11667"/>
                  <a:pt x="75892" y="11598"/>
                </a:cubicBezTo>
                <a:cubicBezTo>
                  <a:pt x="75817" y="11598"/>
                  <a:pt x="75817" y="11667"/>
                  <a:pt x="75817" y="11742"/>
                </a:cubicBezTo>
                <a:cubicBezTo>
                  <a:pt x="75748" y="11381"/>
                  <a:pt x="75674" y="11094"/>
                  <a:pt x="75531" y="10665"/>
                </a:cubicBezTo>
                <a:cubicBezTo>
                  <a:pt x="75605" y="10596"/>
                  <a:pt x="75748" y="10379"/>
                  <a:pt x="75748" y="10378"/>
                </a:cubicBezTo>
                <a:lnTo>
                  <a:pt x="75748" y="10378"/>
                </a:lnTo>
                <a:cubicBezTo>
                  <a:pt x="75748" y="10379"/>
                  <a:pt x="75605" y="10453"/>
                  <a:pt x="75531" y="10596"/>
                </a:cubicBezTo>
                <a:cubicBezTo>
                  <a:pt x="75387" y="10023"/>
                  <a:pt x="75244" y="9519"/>
                  <a:pt x="75032" y="8803"/>
                </a:cubicBezTo>
                <a:lnTo>
                  <a:pt x="75032" y="8803"/>
                </a:lnTo>
                <a:cubicBezTo>
                  <a:pt x="75176" y="9376"/>
                  <a:pt x="75244" y="10023"/>
                  <a:pt x="75244" y="10665"/>
                </a:cubicBezTo>
                <a:cubicBezTo>
                  <a:pt x="75176" y="10739"/>
                  <a:pt x="75176" y="10883"/>
                  <a:pt x="75101" y="10951"/>
                </a:cubicBezTo>
                <a:cubicBezTo>
                  <a:pt x="74958" y="11094"/>
                  <a:pt x="74889" y="11238"/>
                  <a:pt x="74672" y="11381"/>
                </a:cubicBezTo>
                <a:lnTo>
                  <a:pt x="74672" y="11169"/>
                </a:lnTo>
                <a:cubicBezTo>
                  <a:pt x="74889" y="10808"/>
                  <a:pt x="74958" y="10596"/>
                  <a:pt x="74958" y="10596"/>
                </a:cubicBezTo>
                <a:lnTo>
                  <a:pt x="74958" y="10596"/>
                </a:lnTo>
                <a:lnTo>
                  <a:pt x="74603" y="10951"/>
                </a:lnTo>
                <a:cubicBezTo>
                  <a:pt x="74460" y="10310"/>
                  <a:pt x="74242" y="9519"/>
                  <a:pt x="73956" y="8517"/>
                </a:cubicBezTo>
                <a:lnTo>
                  <a:pt x="73956" y="8517"/>
                </a:lnTo>
                <a:cubicBezTo>
                  <a:pt x="74030" y="8803"/>
                  <a:pt x="74099" y="9164"/>
                  <a:pt x="74099" y="9519"/>
                </a:cubicBezTo>
                <a:cubicBezTo>
                  <a:pt x="74173" y="10023"/>
                  <a:pt x="74242" y="10596"/>
                  <a:pt x="74242" y="11094"/>
                </a:cubicBezTo>
                <a:cubicBezTo>
                  <a:pt x="74173" y="10951"/>
                  <a:pt x="74099" y="10883"/>
                  <a:pt x="73956" y="10739"/>
                </a:cubicBezTo>
                <a:lnTo>
                  <a:pt x="73956" y="10739"/>
                </a:lnTo>
                <a:cubicBezTo>
                  <a:pt x="74099" y="10883"/>
                  <a:pt x="74173" y="11026"/>
                  <a:pt x="74242" y="11238"/>
                </a:cubicBezTo>
                <a:lnTo>
                  <a:pt x="74242" y="11312"/>
                </a:lnTo>
                <a:cubicBezTo>
                  <a:pt x="74030" y="11455"/>
                  <a:pt x="73887" y="11667"/>
                  <a:pt x="73669" y="11885"/>
                </a:cubicBezTo>
                <a:cubicBezTo>
                  <a:pt x="73744" y="11598"/>
                  <a:pt x="73744" y="11312"/>
                  <a:pt x="73744" y="10951"/>
                </a:cubicBezTo>
                <a:lnTo>
                  <a:pt x="73744" y="10951"/>
                </a:lnTo>
                <a:cubicBezTo>
                  <a:pt x="73669" y="11094"/>
                  <a:pt x="73600" y="11238"/>
                  <a:pt x="73526" y="11455"/>
                </a:cubicBezTo>
                <a:cubicBezTo>
                  <a:pt x="73457" y="11312"/>
                  <a:pt x="73457" y="11238"/>
                  <a:pt x="73383" y="11094"/>
                </a:cubicBezTo>
                <a:cubicBezTo>
                  <a:pt x="73744" y="10310"/>
                  <a:pt x="74099" y="9594"/>
                  <a:pt x="74099" y="9519"/>
                </a:cubicBezTo>
                <a:lnTo>
                  <a:pt x="74099" y="9519"/>
                </a:lnTo>
                <a:lnTo>
                  <a:pt x="73383" y="10235"/>
                </a:lnTo>
                <a:cubicBezTo>
                  <a:pt x="73457" y="9519"/>
                  <a:pt x="73526" y="8660"/>
                  <a:pt x="73600" y="7801"/>
                </a:cubicBezTo>
                <a:lnTo>
                  <a:pt x="73600" y="7801"/>
                </a:lnTo>
                <a:cubicBezTo>
                  <a:pt x="73240" y="8448"/>
                  <a:pt x="72953" y="9806"/>
                  <a:pt x="72810" y="11026"/>
                </a:cubicBezTo>
                <a:cubicBezTo>
                  <a:pt x="72667" y="11169"/>
                  <a:pt x="72598" y="11238"/>
                  <a:pt x="72598" y="11381"/>
                </a:cubicBezTo>
                <a:cubicBezTo>
                  <a:pt x="72524" y="11381"/>
                  <a:pt x="72524" y="11381"/>
                  <a:pt x="72524" y="11455"/>
                </a:cubicBezTo>
                <a:cubicBezTo>
                  <a:pt x="72524" y="11381"/>
                  <a:pt x="72455" y="11381"/>
                  <a:pt x="72455" y="11312"/>
                </a:cubicBezTo>
                <a:lnTo>
                  <a:pt x="72455" y="11524"/>
                </a:lnTo>
                <a:cubicBezTo>
                  <a:pt x="72455" y="11598"/>
                  <a:pt x="72455" y="11667"/>
                  <a:pt x="72380" y="11742"/>
                </a:cubicBezTo>
                <a:cubicBezTo>
                  <a:pt x="72380" y="11667"/>
                  <a:pt x="72312" y="11598"/>
                  <a:pt x="72312" y="11524"/>
                </a:cubicBezTo>
                <a:cubicBezTo>
                  <a:pt x="72380" y="10522"/>
                  <a:pt x="72455" y="9307"/>
                  <a:pt x="72598" y="7801"/>
                </a:cubicBezTo>
                <a:lnTo>
                  <a:pt x="72598" y="7801"/>
                </a:lnTo>
                <a:cubicBezTo>
                  <a:pt x="72237" y="8374"/>
                  <a:pt x="72025" y="9451"/>
                  <a:pt x="71808" y="10522"/>
                </a:cubicBezTo>
                <a:cubicBezTo>
                  <a:pt x="71808" y="10453"/>
                  <a:pt x="71739" y="10310"/>
                  <a:pt x="71739" y="10235"/>
                </a:cubicBezTo>
                <a:lnTo>
                  <a:pt x="71739" y="10235"/>
                </a:lnTo>
                <a:cubicBezTo>
                  <a:pt x="71739" y="10379"/>
                  <a:pt x="71808" y="10522"/>
                  <a:pt x="71808" y="10665"/>
                </a:cubicBezTo>
                <a:cubicBezTo>
                  <a:pt x="71739" y="11026"/>
                  <a:pt x="71739" y="11312"/>
                  <a:pt x="71665" y="11598"/>
                </a:cubicBezTo>
                <a:cubicBezTo>
                  <a:pt x="71596" y="11524"/>
                  <a:pt x="71596" y="11455"/>
                  <a:pt x="71521" y="11312"/>
                </a:cubicBezTo>
                <a:cubicBezTo>
                  <a:pt x="71596" y="10522"/>
                  <a:pt x="71665" y="9451"/>
                  <a:pt x="71739" y="8305"/>
                </a:cubicBezTo>
                <a:lnTo>
                  <a:pt x="71739" y="8305"/>
                </a:lnTo>
                <a:cubicBezTo>
                  <a:pt x="71521" y="8735"/>
                  <a:pt x="71309" y="9594"/>
                  <a:pt x="71092" y="10522"/>
                </a:cubicBezTo>
                <a:lnTo>
                  <a:pt x="71092" y="10596"/>
                </a:lnTo>
                <a:cubicBezTo>
                  <a:pt x="70949" y="10167"/>
                  <a:pt x="70805" y="9737"/>
                  <a:pt x="70593" y="9307"/>
                </a:cubicBezTo>
                <a:cubicBezTo>
                  <a:pt x="70593" y="8878"/>
                  <a:pt x="70662" y="8448"/>
                  <a:pt x="70662" y="7944"/>
                </a:cubicBezTo>
                <a:lnTo>
                  <a:pt x="70662" y="7944"/>
                </a:lnTo>
                <a:cubicBezTo>
                  <a:pt x="70593" y="8231"/>
                  <a:pt x="70450" y="8517"/>
                  <a:pt x="70376" y="8878"/>
                </a:cubicBezTo>
                <a:cubicBezTo>
                  <a:pt x="70233" y="8660"/>
                  <a:pt x="70164" y="8448"/>
                  <a:pt x="70021" y="8231"/>
                </a:cubicBezTo>
                <a:lnTo>
                  <a:pt x="70021" y="8231"/>
                </a:lnTo>
                <a:cubicBezTo>
                  <a:pt x="70164" y="8448"/>
                  <a:pt x="70233" y="8735"/>
                  <a:pt x="70307" y="9021"/>
                </a:cubicBezTo>
                <a:cubicBezTo>
                  <a:pt x="70233" y="9233"/>
                  <a:pt x="70164" y="9519"/>
                  <a:pt x="70089" y="9806"/>
                </a:cubicBezTo>
                <a:cubicBezTo>
                  <a:pt x="70021" y="9880"/>
                  <a:pt x="69946" y="10023"/>
                  <a:pt x="69803" y="10092"/>
                </a:cubicBezTo>
                <a:cubicBezTo>
                  <a:pt x="69591" y="9519"/>
                  <a:pt x="69305" y="8878"/>
                  <a:pt x="68944" y="8231"/>
                </a:cubicBezTo>
                <a:lnTo>
                  <a:pt x="68944" y="8231"/>
                </a:lnTo>
                <a:cubicBezTo>
                  <a:pt x="69230" y="8878"/>
                  <a:pt x="69448" y="9594"/>
                  <a:pt x="69660" y="10310"/>
                </a:cubicBezTo>
                <a:cubicBezTo>
                  <a:pt x="69517" y="10453"/>
                  <a:pt x="69373" y="10596"/>
                  <a:pt x="69230" y="10808"/>
                </a:cubicBezTo>
                <a:cubicBezTo>
                  <a:pt x="68944" y="10167"/>
                  <a:pt x="68589" y="9451"/>
                  <a:pt x="68228" y="8735"/>
                </a:cubicBezTo>
                <a:lnTo>
                  <a:pt x="68228" y="8735"/>
                </a:lnTo>
                <a:cubicBezTo>
                  <a:pt x="68514" y="9451"/>
                  <a:pt x="68801" y="10235"/>
                  <a:pt x="68944" y="11026"/>
                </a:cubicBezTo>
                <a:cubicBezTo>
                  <a:pt x="68801" y="11238"/>
                  <a:pt x="68589" y="11381"/>
                  <a:pt x="68446" y="11598"/>
                </a:cubicBezTo>
                <a:cubicBezTo>
                  <a:pt x="68446" y="11455"/>
                  <a:pt x="68371" y="11381"/>
                  <a:pt x="68302" y="11238"/>
                </a:cubicBezTo>
                <a:cubicBezTo>
                  <a:pt x="68371" y="10739"/>
                  <a:pt x="68446" y="10235"/>
                  <a:pt x="68446" y="9737"/>
                </a:cubicBezTo>
                <a:lnTo>
                  <a:pt x="68446" y="9737"/>
                </a:lnTo>
                <a:cubicBezTo>
                  <a:pt x="68302" y="9949"/>
                  <a:pt x="68228" y="10235"/>
                  <a:pt x="68085" y="10596"/>
                </a:cubicBezTo>
                <a:cubicBezTo>
                  <a:pt x="68016" y="10453"/>
                  <a:pt x="68016" y="10310"/>
                  <a:pt x="67942" y="10167"/>
                </a:cubicBezTo>
                <a:lnTo>
                  <a:pt x="67942" y="9949"/>
                </a:lnTo>
                <a:cubicBezTo>
                  <a:pt x="67942" y="9949"/>
                  <a:pt x="67942" y="10023"/>
                  <a:pt x="67873" y="10023"/>
                </a:cubicBezTo>
                <a:cubicBezTo>
                  <a:pt x="67798" y="9806"/>
                  <a:pt x="67655" y="9594"/>
                  <a:pt x="67586" y="9307"/>
                </a:cubicBezTo>
                <a:lnTo>
                  <a:pt x="67586" y="8803"/>
                </a:lnTo>
                <a:cubicBezTo>
                  <a:pt x="67586" y="8878"/>
                  <a:pt x="67512" y="9021"/>
                  <a:pt x="67443" y="9090"/>
                </a:cubicBezTo>
                <a:cubicBezTo>
                  <a:pt x="67369" y="8878"/>
                  <a:pt x="67226" y="8660"/>
                  <a:pt x="67083" y="8448"/>
                </a:cubicBezTo>
                <a:lnTo>
                  <a:pt x="67083" y="8448"/>
                </a:lnTo>
                <a:cubicBezTo>
                  <a:pt x="67226" y="8660"/>
                  <a:pt x="67300" y="8947"/>
                  <a:pt x="67443" y="9233"/>
                </a:cubicBezTo>
                <a:cubicBezTo>
                  <a:pt x="67226" y="9737"/>
                  <a:pt x="67082" y="10453"/>
                  <a:pt x="66939" y="11169"/>
                </a:cubicBezTo>
                <a:cubicBezTo>
                  <a:pt x="66796" y="10665"/>
                  <a:pt x="66653" y="10023"/>
                  <a:pt x="66367" y="9307"/>
                </a:cubicBezTo>
                <a:lnTo>
                  <a:pt x="66367" y="9307"/>
                </a:lnTo>
                <a:cubicBezTo>
                  <a:pt x="66584" y="9949"/>
                  <a:pt x="66653" y="10808"/>
                  <a:pt x="66653" y="11598"/>
                </a:cubicBezTo>
                <a:cubicBezTo>
                  <a:pt x="66584" y="11598"/>
                  <a:pt x="66510" y="11667"/>
                  <a:pt x="66367" y="11810"/>
                </a:cubicBezTo>
                <a:cubicBezTo>
                  <a:pt x="66298" y="11742"/>
                  <a:pt x="66298" y="11667"/>
                  <a:pt x="66223" y="11598"/>
                </a:cubicBezTo>
                <a:cubicBezTo>
                  <a:pt x="66155" y="11524"/>
                  <a:pt x="66155" y="11455"/>
                  <a:pt x="66080" y="11381"/>
                </a:cubicBezTo>
                <a:cubicBezTo>
                  <a:pt x="65937" y="11026"/>
                  <a:pt x="65868" y="10596"/>
                  <a:pt x="65651" y="10167"/>
                </a:cubicBezTo>
                <a:lnTo>
                  <a:pt x="65651" y="10167"/>
                </a:lnTo>
                <a:cubicBezTo>
                  <a:pt x="65794" y="10665"/>
                  <a:pt x="65868" y="11238"/>
                  <a:pt x="65937" y="11810"/>
                </a:cubicBezTo>
                <a:lnTo>
                  <a:pt x="65868" y="11810"/>
                </a:lnTo>
                <a:cubicBezTo>
                  <a:pt x="65725" y="11524"/>
                  <a:pt x="65582" y="11169"/>
                  <a:pt x="65364" y="10808"/>
                </a:cubicBezTo>
                <a:cubicBezTo>
                  <a:pt x="65439" y="10596"/>
                  <a:pt x="65582" y="10378"/>
                  <a:pt x="65651" y="10167"/>
                </a:cubicBezTo>
                <a:cubicBezTo>
                  <a:pt x="66011" y="9519"/>
                  <a:pt x="66223" y="8947"/>
                  <a:pt x="66223" y="8947"/>
                </a:cubicBezTo>
                <a:lnTo>
                  <a:pt x="66223" y="8947"/>
                </a:lnTo>
                <a:cubicBezTo>
                  <a:pt x="66223" y="8947"/>
                  <a:pt x="65582" y="9519"/>
                  <a:pt x="65009" y="10310"/>
                </a:cubicBezTo>
                <a:cubicBezTo>
                  <a:pt x="64935" y="10092"/>
                  <a:pt x="64866" y="9880"/>
                  <a:pt x="64723" y="9737"/>
                </a:cubicBezTo>
                <a:cubicBezTo>
                  <a:pt x="64723" y="9663"/>
                  <a:pt x="64791" y="9663"/>
                  <a:pt x="64791" y="9663"/>
                </a:cubicBezTo>
                <a:lnTo>
                  <a:pt x="64723" y="9663"/>
                </a:lnTo>
                <a:cubicBezTo>
                  <a:pt x="64648" y="9519"/>
                  <a:pt x="64505" y="9308"/>
                  <a:pt x="64436" y="9164"/>
                </a:cubicBezTo>
                <a:lnTo>
                  <a:pt x="64436" y="9164"/>
                </a:lnTo>
                <a:cubicBezTo>
                  <a:pt x="64505" y="9308"/>
                  <a:pt x="64580" y="9519"/>
                  <a:pt x="64648" y="9737"/>
                </a:cubicBezTo>
                <a:cubicBezTo>
                  <a:pt x="64579" y="9806"/>
                  <a:pt x="64362" y="9949"/>
                  <a:pt x="64150" y="10235"/>
                </a:cubicBezTo>
                <a:cubicBezTo>
                  <a:pt x="64150" y="10023"/>
                  <a:pt x="64150" y="9806"/>
                  <a:pt x="64219" y="9594"/>
                </a:cubicBezTo>
                <a:lnTo>
                  <a:pt x="64219" y="9594"/>
                </a:lnTo>
                <a:cubicBezTo>
                  <a:pt x="64007" y="9806"/>
                  <a:pt x="63864" y="10235"/>
                  <a:pt x="63789" y="10596"/>
                </a:cubicBezTo>
                <a:cubicBezTo>
                  <a:pt x="63577" y="10883"/>
                  <a:pt x="63360" y="11094"/>
                  <a:pt x="63148" y="11381"/>
                </a:cubicBezTo>
                <a:lnTo>
                  <a:pt x="63148" y="11312"/>
                </a:lnTo>
                <a:cubicBezTo>
                  <a:pt x="63434" y="10739"/>
                  <a:pt x="63720" y="10310"/>
                  <a:pt x="63720" y="10310"/>
                </a:cubicBezTo>
                <a:lnTo>
                  <a:pt x="63720" y="10310"/>
                </a:lnTo>
                <a:cubicBezTo>
                  <a:pt x="63720" y="10310"/>
                  <a:pt x="63359" y="10522"/>
                  <a:pt x="63004" y="10883"/>
                </a:cubicBezTo>
                <a:lnTo>
                  <a:pt x="63004" y="10739"/>
                </a:lnTo>
                <a:cubicBezTo>
                  <a:pt x="63004" y="10092"/>
                  <a:pt x="63073" y="9451"/>
                  <a:pt x="63148" y="8735"/>
                </a:cubicBezTo>
                <a:lnTo>
                  <a:pt x="63148" y="8735"/>
                </a:lnTo>
                <a:cubicBezTo>
                  <a:pt x="63004" y="8947"/>
                  <a:pt x="62861" y="9376"/>
                  <a:pt x="62718" y="9806"/>
                </a:cubicBezTo>
                <a:cubicBezTo>
                  <a:pt x="62644" y="9451"/>
                  <a:pt x="62500" y="9090"/>
                  <a:pt x="62357" y="8660"/>
                </a:cubicBezTo>
                <a:lnTo>
                  <a:pt x="62357" y="8660"/>
                </a:lnTo>
                <a:cubicBezTo>
                  <a:pt x="62500" y="9164"/>
                  <a:pt x="62575" y="9737"/>
                  <a:pt x="62644" y="10310"/>
                </a:cubicBezTo>
                <a:cubicBezTo>
                  <a:pt x="62500" y="10739"/>
                  <a:pt x="62432" y="11238"/>
                  <a:pt x="62357" y="11667"/>
                </a:cubicBezTo>
                <a:cubicBezTo>
                  <a:pt x="62288" y="11742"/>
                  <a:pt x="62288" y="11810"/>
                  <a:pt x="62214" y="11885"/>
                </a:cubicBezTo>
                <a:lnTo>
                  <a:pt x="62214" y="11742"/>
                </a:lnTo>
                <a:cubicBezTo>
                  <a:pt x="62214" y="11094"/>
                  <a:pt x="62288" y="10310"/>
                  <a:pt x="62357" y="9519"/>
                </a:cubicBezTo>
                <a:lnTo>
                  <a:pt x="62357" y="9519"/>
                </a:lnTo>
                <a:cubicBezTo>
                  <a:pt x="62214" y="9806"/>
                  <a:pt x="62002" y="10310"/>
                  <a:pt x="61928" y="10808"/>
                </a:cubicBezTo>
                <a:cubicBezTo>
                  <a:pt x="61859" y="10739"/>
                  <a:pt x="61859" y="10665"/>
                  <a:pt x="61859" y="10596"/>
                </a:cubicBezTo>
                <a:lnTo>
                  <a:pt x="62002" y="10310"/>
                </a:lnTo>
                <a:lnTo>
                  <a:pt x="62002" y="10310"/>
                </a:lnTo>
                <a:cubicBezTo>
                  <a:pt x="62002" y="10310"/>
                  <a:pt x="61928" y="10379"/>
                  <a:pt x="61784" y="10453"/>
                </a:cubicBezTo>
                <a:cubicBezTo>
                  <a:pt x="61716" y="10310"/>
                  <a:pt x="61716" y="10167"/>
                  <a:pt x="61641" y="10023"/>
                </a:cubicBezTo>
                <a:lnTo>
                  <a:pt x="61641" y="10023"/>
                </a:lnTo>
                <a:cubicBezTo>
                  <a:pt x="61641" y="10167"/>
                  <a:pt x="61716" y="10310"/>
                  <a:pt x="61716" y="10522"/>
                </a:cubicBezTo>
                <a:cubicBezTo>
                  <a:pt x="61641" y="10596"/>
                  <a:pt x="61429" y="10739"/>
                  <a:pt x="61286" y="10951"/>
                </a:cubicBezTo>
                <a:lnTo>
                  <a:pt x="61286" y="10665"/>
                </a:lnTo>
                <a:cubicBezTo>
                  <a:pt x="61286" y="10739"/>
                  <a:pt x="61212" y="10808"/>
                  <a:pt x="61212" y="10883"/>
                </a:cubicBezTo>
                <a:cubicBezTo>
                  <a:pt x="61212" y="10808"/>
                  <a:pt x="61143" y="10808"/>
                  <a:pt x="61143" y="10739"/>
                </a:cubicBezTo>
                <a:cubicBezTo>
                  <a:pt x="61572" y="9949"/>
                  <a:pt x="61859" y="9233"/>
                  <a:pt x="61859" y="9233"/>
                </a:cubicBezTo>
                <a:lnTo>
                  <a:pt x="61859" y="9233"/>
                </a:lnTo>
                <a:cubicBezTo>
                  <a:pt x="61859" y="9233"/>
                  <a:pt x="61498" y="9663"/>
                  <a:pt x="61000" y="10167"/>
                </a:cubicBezTo>
                <a:cubicBezTo>
                  <a:pt x="60925" y="9880"/>
                  <a:pt x="60782" y="9594"/>
                  <a:pt x="60713" y="9308"/>
                </a:cubicBezTo>
                <a:lnTo>
                  <a:pt x="60713" y="9308"/>
                </a:lnTo>
                <a:cubicBezTo>
                  <a:pt x="60782" y="9594"/>
                  <a:pt x="60857" y="9949"/>
                  <a:pt x="60925" y="10310"/>
                </a:cubicBezTo>
                <a:cubicBezTo>
                  <a:pt x="60857" y="10310"/>
                  <a:pt x="60857" y="10310"/>
                  <a:pt x="60857" y="10378"/>
                </a:cubicBezTo>
                <a:cubicBezTo>
                  <a:pt x="60782" y="10167"/>
                  <a:pt x="60639" y="10023"/>
                  <a:pt x="60570" y="9880"/>
                </a:cubicBezTo>
                <a:lnTo>
                  <a:pt x="60570" y="9880"/>
                </a:lnTo>
                <a:cubicBezTo>
                  <a:pt x="60639" y="10023"/>
                  <a:pt x="60713" y="10235"/>
                  <a:pt x="60782" y="10378"/>
                </a:cubicBezTo>
                <a:cubicBezTo>
                  <a:pt x="60713" y="10522"/>
                  <a:pt x="60570" y="10665"/>
                  <a:pt x="60496" y="10808"/>
                </a:cubicBezTo>
                <a:cubicBezTo>
                  <a:pt x="60427" y="10665"/>
                  <a:pt x="60353" y="10522"/>
                  <a:pt x="60284" y="10310"/>
                </a:cubicBezTo>
                <a:cubicBezTo>
                  <a:pt x="60246" y="10272"/>
                  <a:pt x="60227" y="10217"/>
                  <a:pt x="60209" y="10162"/>
                </a:cubicBezTo>
                <a:lnTo>
                  <a:pt x="60209" y="10162"/>
                </a:lnTo>
                <a:cubicBezTo>
                  <a:pt x="60209" y="10164"/>
                  <a:pt x="60209" y="10165"/>
                  <a:pt x="60209" y="10167"/>
                </a:cubicBezTo>
                <a:lnTo>
                  <a:pt x="59997" y="9737"/>
                </a:lnTo>
                <a:cubicBezTo>
                  <a:pt x="60352" y="8947"/>
                  <a:pt x="60639" y="8305"/>
                  <a:pt x="60639" y="8305"/>
                </a:cubicBezTo>
                <a:lnTo>
                  <a:pt x="60639" y="8305"/>
                </a:lnTo>
                <a:lnTo>
                  <a:pt x="60209" y="8735"/>
                </a:lnTo>
                <a:cubicBezTo>
                  <a:pt x="60352" y="8517"/>
                  <a:pt x="60427" y="8305"/>
                  <a:pt x="60427" y="8305"/>
                </a:cubicBezTo>
                <a:lnTo>
                  <a:pt x="60427" y="8305"/>
                </a:lnTo>
                <a:cubicBezTo>
                  <a:pt x="60427" y="8305"/>
                  <a:pt x="60066" y="8660"/>
                  <a:pt x="59637" y="9164"/>
                </a:cubicBezTo>
                <a:cubicBezTo>
                  <a:pt x="59493" y="9376"/>
                  <a:pt x="59281" y="9594"/>
                  <a:pt x="59138" y="9806"/>
                </a:cubicBezTo>
                <a:cubicBezTo>
                  <a:pt x="59138" y="9663"/>
                  <a:pt x="59138" y="9519"/>
                  <a:pt x="59207" y="9376"/>
                </a:cubicBezTo>
                <a:cubicBezTo>
                  <a:pt x="59350" y="9021"/>
                  <a:pt x="59493" y="8735"/>
                  <a:pt x="59493" y="8735"/>
                </a:cubicBezTo>
                <a:lnTo>
                  <a:pt x="59493" y="8735"/>
                </a:lnTo>
                <a:cubicBezTo>
                  <a:pt x="59493" y="8735"/>
                  <a:pt x="59350" y="8803"/>
                  <a:pt x="59207" y="8947"/>
                </a:cubicBezTo>
                <a:cubicBezTo>
                  <a:pt x="59207" y="8660"/>
                  <a:pt x="59281" y="8374"/>
                  <a:pt x="59281" y="8019"/>
                </a:cubicBezTo>
                <a:lnTo>
                  <a:pt x="59281" y="8019"/>
                </a:lnTo>
                <a:cubicBezTo>
                  <a:pt x="59138" y="8374"/>
                  <a:pt x="58995" y="8803"/>
                  <a:pt x="58852" y="9376"/>
                </a:cubicBezTo>
                <a:cubicBezTo>
                  <a:pt x="58709" y="9519"/>
                  <a:pt x="58566" y="9663"/>
                  <a:pt x="58491" y="9806"/>
                </a:cubicBezTo>
                <a:lnTo>
                  <a:pt x="58491" y="9451"/>
                </a:lnTo>
                <a:cubicBezTo>
                  <a:pt x="58422" y="9594"/>
                  <a:pt x="58279" y="9880"/>
                  <a:pt x="58205" y="10092"/>
                </a:cubicBezTo>
                <a:lnTo>
                  <a:pt x="58205" y="10167"/>
                </a:lnTo>
                <a:cubicBezTo>
                  <a:pt x="58205" y="10092"/>
                  <a:pt x="58136" y="10023"/>
                  <a:pt x="58136" y="9949"/>
                </a:cubicBezTo>
                <a:lnTo>
                  <a:pt x="58136" y="9949"/>
                </a:lnTo>
                <a:cubicBezTo>
                  <a:pt x="58136" y="9963"/>
                  <a:pt x="58136" y="9976"/>
                  <a:pt x="58136" y="9989"/>
                </a:cubicBezTo>
                <a:lnTo>
                  <a:pt x="58136" y="9989"/>
                </a:lnTo>
                <a:cubicBezTo>
                  <a:pt x="58037" y="9724"/>
                  <a:pt x="57938" y="9425"/>
                  <a:pt x="57838" y="9094"/>
                </a:cubicBezTo>
                <a:lnTo>
                  <a:pt x="57838" y="9094"/>
                </a:lnTo>
                <a:cubicBezTo>
                  <a:pt x="57940" y="9488"/>
                  <a:pt x="57993" y="9960"/>
                  <a:pt x="57993" y="10378"/>
                </a:cubicBezTo>
                <a:cubicBezTo>
                  <a:pt x="57850" y="10665"/>
                  <a:pt x="57706" y="10883"/>
                  <a:pt x="57563" y="11169"/>
                </a:cubicBezTo>
                <a:cubicBezTo>
                  <a:pt x="57563" y="10808"/>
                  <a:pt x="57420" y="10310"/>
                  <a:pt x="57346" y="9806"/>
                </a:cubicBezTo>
                <a:cubicBezTo>
                  <a:pt x="57346" y="9451"/>
                  <a:pt x="57420" y="9090"/>
                  <a:pt x="57420" y="8660"/>
                </a:cubicBezTo>
                <a:lnTo>
                  <a:pt x="57420" y="8660"/>
                </a:lnTo>
                <a:cubicBezTo>
                  <a:pt x="57346" y="8803"/>
                  <a:pt x="57277" y="9021"/>
                  <a:pt x="57202" y="9233"/>
                </a:cubicBezTo>
                <a:cubicBezTo>
                  <a:pt x="57059" y="8803"/>
                  <a:pt x="56990" y="8448"/>
                  <a:pt x="56847" y="7944"/>
                </a:cubicBezTo>
                <a:lnTo>
                  <a:pt x="56847" y="7944"/>
                </a:lnTo>
                <a:cubicBezTo>
                  <a:pt x="56916" y="8374"/>
                  <a:pt x="56990" y="8878"/>
                  <a:pt x="57059" y="9376"/>
                </a:cubicBezTo>
                <a:cubicBezTo>
                  <a:pt x="56916" y="8947"/>
                  <a:pt x="56773" y="8448"/>
                  <a:pt x="56630" y="7876"/>
                </a:cubicBezTo>
                <a:lnTo>
                  <a:pt x="56630" y="7876"/>
                </a:lnTo>
                <a:cubicBezTo>
                  <a:pt x="56773" y="8591"/>
                  <a:pt x="56847" y="9519"/>
                  <a:pt x="56847" y="10310"/>
                </a:cubicBezTo>
                <a:lnTo>
                  <a:pt x="56847" y="10453"/>
                </a:lnTo>
                <a:cubicBezTo>
                  <a:pt x="56630" y="9737"/>
                  <a:pt x="56274" y="9021"/>
                  <a:pt x="55845" y="8374"/>
                </a:cubicBezTo>
                <a:lnTo>
                  <a:pt x="55845" y="8374"/>
                </a:lnTo>
                <a:cubicBezTo>
                  <a:pt x="56200" y="9021"/>
                  <a:pt x="56418" y="9880"/>
                  <a:pt x="56630" y="10665"/>
                </a:cubicBezTo>
                <a:cubicBezTo>
                  <a:pt x="56486" y="10739"/>
                  <a:pt x="56418" y="10808"/>
                  <a:pt x="56274" y="10951"/>
                </a:cubicBezTo>
                <a:lnTo>
                  <a:pt x="56274" y="10739"/>
                </a:lnTo>
                <a:cubicBezTo>
                  <a:pt x="56343" y="10665"/>
                  <a:pt x="56418" y="10522"/>
                  <a:pt x="56418" y="10522"/>
                </a:cubicBezTo>
                <a:lnTo>
                  <a:pt x="56418" y="10522"/>
                </a:lnTo>
                <a:cubicBezTo>
                  <a:pt x="56418" y="10522"/>
                  <a:pt x="56343" y="10596"/>
                  <a:pt x="56200" y="10665"/>
                </a:cubicBezTo>
                <a:cubicBezTo>
                  <a:pt x="56200" y="10522"/>
                  <a:pt x="56200" y="10378"/>
                  <a:pt x="56131" y="10235"/>
                </a:cubicBezTo>
                <a:cubicBezTo>
                  <a:pt x="56200" y="10167"/>
                  <a:pt x="56274" y="10023"/>
                  <a:pt x="56274" y="10023"/>
                </a:cubicBezTo>
                <a:lnTo>
                  <a:pt x="56274" y="10023"/>
                </a:lnTo>
                <a:lnTo>
                  <a:pt x="56131" y="10167"/>
                </a:lnTo>
                <a:cubicBezTo>
                  <a:pt x="55988" y="9594"/>
                  <a:pt x="55845" y="9021"/>
                  <a:pt x="55627" y="8305"/>
                </a:cubicBezTo>
                <a:lnTo>
                  <a:pt x="55627" y="8305"/>
                </a:lnTo>
                <a:cubicBezTo>
                  <a:pt x="55770" y="8947"/>
                  <a:pt x="55845" y="9663"/>
                  <a:pt x="55845" y="10378"/>
                </a:cubicBezTo>
                <a:lnTo>
                  <a:pt x="55559" y="10665"/>
                </a:lnTo>
                <a:cubicBezTo>
                  <a:pt x="55415" y="10310"/>
                  <a:pt x="55272" y="10023"/>
                  <a:pt x="55054" y="9737"/>
                </a:cubicBezTo>
                <a:lnTo>
                  <a:pt x="55054" y="9737"/>
                </a:lnTo>
                <a:cubicBezTo>
                  <a:pt x="55198" y="10023"/>
                  <a:pt x="55341" y="10378"/>
                  <a:pt x="55484" y="10739"/>
                </a:cubicBezTo>
                <a:cubicBezTo>
                  <a:pt x="55341" y="10883"/>
                  <a:pt x="55129" y="11094"/>
                  <a:pt x="54986" y="11312"/>
                </a:cubicBezTo>
                <a:cubicBezTo>
                  <a:pt x="54986" y="11169"/>
                  <a:pt x="54911" y="11094"/>
                  <a:pt x="54911" y="11026"/>
                </a:cubicBezTo>
                <a:cubicBezTo>
                  <a:pt x="54911" y="11026"/>
                  <a:pt x="54911" y="10951"/>
                  <a:pt x="54843" y="10951"/>
                </a:cubicBezTo>
                <a:cubicBezTo>
                  <a:pt x="54911" y="10739"/>
                  <a:pt x="54911" y="10453"/>
                  <a:pt x="54911" y="10167"/>
                </a:cubicBezTo>
                <a:cubicBezTo>
                  <a:pt x="54986" y="10092"/>
                  <a:pt x="55054" y="9949"/>
                  <a:pt x="55054" y="9949"/>
                </a:cubicBezTo>
                <a:lnTo>
                  <a:pt x="55054" y="9949"/>
                </a:lnTo>
                <a:lnTo>
                  <a:pt x="54986" y="10023"/>
                </a:lnTo>
                <a:cubicBezTo>
                  <a:pt x="54986" y="9806"/>
                  <a:pt x="54986" y="9594"/>
                  <a:pt x="55054" y="9376"/>
                </a:cubicBezTo>
                <a:lnTo>
                  <a:pt x="55054" y="9376"/>
                </a:lnTo>
                <a:cubicBezTo>
                  <a:pt x="54843" y="9594"/>
                  <a:pt x="54768" y="9949"/>
                  <a:pt x="54625" y="10310"/>
                </a:cubicBezTo>
                <a:cubicBezTo>
                  <a:pt x="54556" y="10310"/>
                  <a:pt x="54556" y="10235"/>
                  <a:pt x="54556" y="10235"/>
                </a:cubicBezTo>
                <a:lnTo>
                  <a:pt x="54339" y="9806"/>
                </a:lnTo>
                <a:cubicBezTo>
                  <a:pt x="54339" y="9307"/>
                  <a:pt x="54413" y="8803"/>
                  <a:pt x="54482" y="8231"/>
                </a:cubicBezTo>
                <a:lnTo>
                  <a:pt x="54482" y="8231"/>
                </a:lnTo>
                <a:cubicBezTo>
                  <a:pt x="54339" y="8448"/>
                  <a:pt x="54195" y="8878"/>
                  <a:pt x="54052" y="9307"/>
                </a:cubicBezTo>
                <a:lnTo>
                  <a:pt x="54052" y="9233"/>
                </a:lnTo>
                <a:lnTo>
                  <a:pt x="54127" y="9021"/>
                </a:lnTo>
                <a:lnTo>
                  <a:pt x="54127" y="9021"/>
                </a:lnTo>
                <a:cubicBezTo>
                  <a:pt x="54127" y="9021"/>
                  <a:pt x="54052" y="9164"/>
                  <a:pt x="53983" y="9164"/>
                </a:cubicBezTo>
                <a:lnTo>
                  <a:pt x="53766" y="9376"/>
                </a:lnTo>
                <a:cubicBezTo>
                  <a:pt x="53840" y="8735"/>
                  <a:pt x="53840" y="8087"/>
                  <a:pt x="53909" y="7303"/>
                </a:cubicBezTo>
                <a:lnTo>
                  <a:pt x="53909" y="7303"/>
                </a:lnTo>
                <a:cubicBezTo>
                  <a:pt x="53623" y="7801"/>
                  <a:pt x="53411" y="8878"/>
                  <a:pt x="53267" y="9880"/>
                </a:cubicBezTo>
                <a:lnTo>
                  <a:pt x="53193" y="9949"/>
                </a:lnTo>
                <a:cubicBezTo>
                  <a:pt x="53193" y="9949"/>
                  <a:pt x="53124" y="9949"/>
                  <a:pt x="53124" y="9880"/>
                </a:cubicBezTo>
                <a:cubicBezTo>
                  <a:pt x="53193" y="9090"/>
                  <a:pt x="53267" y="8162"/>
                  <a:pt x="53336" y="7160"/>
                </a:cubicBezTo>
                <a:lnTo>
                  <a:pt x="53336" y="7160"/>
                </a:lnTo>
                <a:cubicBezTo>
                  <a:pt x="53050" y="7658"/>
                  <a:pt x="52838" y="8660"/>
                  <a:pt x="52695" y="9663"/>
                </a:cubicBezTo>
                <a:lnTo>
                  <a:pt x="52477" y="9880"/>
                </a:lnTo>
                <a:lnTo>
                  <a:pt x="52265" y="10092"/>
                </a:lnTo>
                <a:cubicBezTo>
                  <a:pt x="52334" y="9376"/>
                  <a:pt x="52408" y="8517"/>
                  <a:pt x="52477" y="7658"/>
                </a:cubicBezTo>
                <a:lnTo>
                  <a:pt x="52477" y="7658"/>
                </a:lnTo>
                <a:cubicBezTo>
                  <a:pt x="52191" y="8087"/>
                  <a:pt x="51979" y="9021"/>
                  <a:pt x="51836" y="9949"/>
                </a:cubicBezTo>
                <a:cubicBezTo>
                  <a:pt x="51761" y="9880"/>
                  <a:pt x="51692" y="9806"/>
                  <a:pt x="51692" y="9737"/>
                </a:cubicBezTo>
                <a:cubicBezTo>
                  <a:pt x="51549" y="9451"/>
                  <a:pt x="51475" y="9164"/>
                  <a:pt x="51332" y="8878"/>
                </a:cubicBezTo>
                <a:cubicBezTo>
                  <a:pt x="51618" y="8162"/>
                  <a:pt x="51904" y="7372"/>
                  <a:pt x="52122" y="6799"/>
                </a:cubicBezTo>
                <a:cubicBezTo>
                  <a:pt x="52408" y="6157"/>
                  <a:pt x="52551" y="5728"/>
                  <a:pt x="52552" y="5728"/>
                </a:cubicBezTo>
                <a:lnTo>
                  <a:pt x="52552" y="5728"/>
                </a:lnTo>
                <a:cubicBezTo>
                  <a:pt x="52551" y="5728"/>
                  <a:pt x="52334" y="6014"/>
                  <a:pt x="51979" y="6444"/>
                </a:cubicBezTo>
                <a:cubicBezTo>
                  <a:pt x="51979" y="6369"/>
                  <a:pt x="52047" y="6226"/>
                  <a:pt x="52047" y="6226"/>
                </a:cubicBezTo>
                <a:lnTo>
                  <a:pt x="52047" y="6226"/>
                </a:lnTo>
                <a:cubicBezTo>
                  <a:pt x="52047" y="6226"/>
                  <a:pt x="51406" y="6873"/>
                  <a:pt x="50833" y="7801"/>
                </a:cubicBezTo>
                <a:cubicBezTo>
                  <a:pt x="50616" y="8087"/>
                  <a:pt x="50472" y="8374"/>
                  <a:pt x="50329" y="8660"/>
                </a:cubicBezTo>
                <a:cubicBezTo>
                  <a:pt x="50616" y="7944"/>
                  <a:pt x="50902" y="7085"/>
                  <a:pt x="51120" y="6512"/>
                </a:cubicBezTo>
                <a:cubicBezTo>
                  <a:pt x="51406" y="5940"/>
                  <a:pt x="51549" y="5510"/>
                  <a:pt x="51549" y="5510"/>
                </a:cubicBezTo>
                <a:lnTo>
                  <a:pt x="51549" y="5510"/>
                </a:lnTo>
                <a:cubicBezTo>
                  <a:pt x="51549" y="5510"/>
                  <a:pt x="50547" y="6587"/>
                  <a:pt x="49900" y="7801"/>
                </a:cubicBezTo>
                <a:lnTo>
                  <a:pt x="49900" y="7732"/>
                </a:lnTo>
                <a:cubicBezTo>
                  <a:pt x="50043" y="7446"/>
                  <a:pt x="50260" y="7085"/>
                  <a:pt x="50260" y="7085"/>
                </a:cubicBezTo>
                <a:lnTo>
                  <a:pt x="50260" y="7085"/>
                </a:lnTo>
                <a:cubicBezTo>
                  <a:pt x="50260" y="7085"/>
                  <a:pt x="50043" y="7228"/>
                  <a:pt x="49831" y="7515"/>
                </a:cubicBezTo>
                <a:cubicBezTo>
                  <a:pt x="49613" y="7732"/>
                  <a:pt x="49401" y="7944"/>
                  <a:pt x="49184" y="8231"/>
                </a:cubicBezTo>
                <a:cubicBezTo>
                  <a:pt x="49184" y="8231"/>
                  <a:pt x="49184" y="8162"/>
                  <a:pt x="49115" y="8087"/>
                </a:cubicBezTo>
                <a:cubicBezTo>
                  <a:pt x="49041" y="7515"/>
                  <a:pt x="48897" y="6873"/>
                  <a:pt x="48685" y="6014"/>
                </a:cubicBezTo>
                <a:cubicBezTo>
                  <a:pt x="48829" y="5728"/>
                  <a:pt x="49040" y="5224"/>
                  <a:pt x="49041" y="5224"/>
                </a:cubicBezTo>
                <a:lnTo>
                  <a:pt x="49041" y="5224"/>
                </a:lnTo>
                <a:cubicBezTo>
                  <a:pt x="49040" y="5224"/>
                  <a:pt x="48754" y="5510"/>
                  <a:pt x="48611" y="5728"/>
                </a:cubicBezTo>
                <a:cubicBezTo>
                  <a:pt x="48543" y="5585"/>
                  <a:pt x="48542" y="5369"/>
                  <a:pt x="48469" y="5226"/>
                </a:cubicBezTo>
                <a:lnTo>
                  <a:pt x="48469" y="5226"/>
                </a:lnTo>
                <a:cubicBezTo>
                  <a:pt x="48542" y="5369"/>
                  <a:pt x="48542" y="5585"/>
                  <a:pt x="48542" y="5728"/>
                </a:cubicBezTo>
                <a:lnTo>
                  <a:pt x="48399" y="6014"/>
                </a:lnTo>
                <a:cubicBezTo>
                  <a:pt x="48325" y="5940"/>
                  <a:pt x="48325" y="5796"/>
                  <a:pt x="48325" y="5728"/>
                </a:cubicBezTo>
                <a:lnTo>
                  <a:pt x="48325" y="6014"/>
                </a:lnTo>
                <a:cubicBezTo>
                  <a:pt x="48181" y="6226"/>
                  <a:pt x="48038" y="6369"/>
                  <a:pt x="47895" y="6587"/>
                </a:cubicBezTo>
                <a:cubicBezTo>
                  <a:pt x="47826" y="6157"/>
                  <a:pt x="47683" y="5585"/>
                  <a:pt x="47540" y="5012"/>
                </a:cubicBezTo>
                <a:lnTo>
                  <a:pt x="47540" y="5012"/>
                </a:lnTo>
                <a:cubicBezTo>
                  <a:pt x="47609" y="5585"/>
                  <a:pt x="47683" y="6226"/>
                  <a:pt x="47752" y="6873"/>
                </a:cubicBezTo>
                <a:cubicBezTo>
                  <a:pt x="47465" y="7372"/>
                  <a:pt x="47110" y="7876"/>
                  <a:pt x="46967" y="8448"/>
                </a:cubicBezTo>
                <a:cubicBezTo>
                  <a:pt x="46967" y="8591"/>
                  <a:pt x="46893" y="8735"/>
                  <a:pt x="46824" y="8878"/>
                </a:cubicBezTo>
                <a:cubicBezTo>
                  <a:pt x="46824" y="8878"/>
                  <a:pt x="46824" y="8947"/>
                  <a:pt x="46749" y="8947"/>
                </a:cubicBezTo>
                <a:cubicBezTo>
                  <a:pt x="46824" y="8591"/>
                  <a:pt x="46824" y="8231"/>
                  <a:pt x="46893" y="7876"/>
                </a:cubicBezTo>
                <a:lnTo>
                  <a:pt x="46893" y="7876"/>
                </a:lnTo>
                <a:cubicBezTo>
                  <a:pt x="46824" y="8019"/>
                  <a:pt x="46681" y="8231"/>
                  <a:pt x="46606" y="8374"/>
                </a:cubicBezTo>
                <a:cubicBezTo>
                  <a:pt x="46538" y="7876"/>
                  <a:pt x="46394" y="7303"/>
                  <a:pt x="46177" y="6587"/>
                </a:cubicBezTo>
                <a:lnTo>
                  <a:pt x="46177" y="6587"/>
                </a:lnTo>
                <a:cubicBezTo>
                  <a:pt x="46320" y="7303"/>
                  <a:pt x="46394" y="8231"/>
                  <a:pt x="46463" y="9090"/>
                </a:cubicBezTo>
                <a:cubicBezTo>
                  <a:pt x="46394" y="9164"/>
                  <a:pt x="46394" y="9233"/>
                  <a:pt x="46394" y="9376"/>
                </a:cubicBezTo>
                <a:lnTo>
                  <a:pt x="46320" y="9376"/>
                </a:lnTo>
                <a:cubicBezTo>
                  <a:pt x="46251" y="9307"/>
                  <a:pt x="46251" y="9233"/>
                  <a:pt x="46251" y="9164"/>
                </a:cubicBezTo>
                <a:cubicBezTo>
                  <a:pt x="46251" y="8878"/>
                  <a:pt x="46320" y="8591"/>
                  <a:pt x="46320" y="8305"/>
                </a:cubicBezTo>
                <a:lnTo>
                  <a:pt x="46320" y="8305"/>
                </a:lnTo>
                <a:lnTo>
                  <a:pt x="46108" y="8735"/>
                </a:lnTo>
                <a:cubicBezTo>
                  <a:pt x="46034" y="8517"/>
                  <a:pt x="45965" y="8305"/>
                  <a:pt x="45890" y="8162"/>
                </a:cubicBezTo>
                <a:lnTo>
                  <a:pt x="45890" y="8374"/>
                </a:lnTo>
                <a:lnTo>
                  <a:pt x="45890" y="8803"/>
                </a:lnTo>
                <a:lnTo>
                  <a:pt x="45890" y="9307"/>
                </a:lnTo>
                <a:cubicBezTo>
                  <a:pt x="45890" y="9307"/>
                  <a:pt x="45890" y="9234"/>
                  <a:pt x="45823" y="9165"/>
                </a:cubicBezTo>
                <a:lnTo>
                  <a:pt x="45823" y="9165"/>
                </a:lnTo>
                <a:cubicBezTo>
                  <a:pt x="45890" y="9234"/>
                  <a:pt x="45890" y="9308"/>
                  <a:pt x="45890" y="9376"/>
                </a:cubicBezTo>
                <a:lnTo>
                  <a:pt x="45890" y="9519"/>
                </a:lnTo>
                <a:cubicBezTo>
                  <a:pt x="45890" y="9451"/>
                  <a:pt x="45822" y="9307"/>
                  <a:pt x="45822" y="9164"/>
                </a:cubicBezTo>
                <a:cubicBezTo>
                  <a:pt x="45747" y="8305"/>
                  <a:pt x="45535" y="7228"/>
                  <a:pt x="45174" y="5728"/>
                </a:cubicBezTo>
                <a:cubicBezTo>
                  <a:pt x="45249" y="5510"/>
                  <a:pt x="45249" y="5224"/>
                  <a:pt x="45249" y="5012"/>
                </a:cubicBezTo>
                <a:lnTo>
                  <a:pt x="45249" y="5012"/>
                </a:lnTo>
                <a:cubicBezTo>
                  <a:pt x="45249" y="5081"/>
                  <a:pt x="45174" y="5224"/>
                  <a:pt x="45106" y="5367"/>
                </a:cubicBezTo>
                <a:cubicBezTo>
                  <a:pt x="45174" y="5012"/>
                  <a:pt x="45174" y="4725"/>
                  <a:pt x="45174" y="4439"/>
                </a:cubicBezTo>
                <a:lnTo>
                  <a:pt x="45174" y="4439"/>
                </a:lnTo>
                <a:cubicBezTo>
                  <a:pt x="45106" y="4508"/>
                  <a:pt x="45031" y="4725"/>
                  <a:pt x="45031" y="4869"/>
                </a:cubicBezTo>
                <a:cubicBezTo>
                  <a:pt x="44962" y="4794"/>
                  <a:pt x="44962" y="4794"/>
                  <a:pt x="44962" y="4725"/>
                </a:cubicBezTo>
                <a:lnTo>
                  <a:pt x="44962" y="4937"/>
                </a:lnTo>
                <a:cubicBezTo>
                  <a:pt x="44676" y="5796"/>
                  <a:pt x="44458" y="7228"/>
                  <a:pt x="44315" y="8448"/>
                </a:cubicBezTo>
                <a:lnTo>
                  <a:pt x="43960" y="8803"/>
                </a:lnTo>
                <a:cubicBezTo>
                  <a:pt x="44029" y="7589"/>
                  <a:pt x="44172" y="6014"/>
                  <a:pt x="44315" y="4221"/>
                </a:cubicBezTo>
                <a:lnTo>
                  <a:pt x="44315" y="4221"/>
                </a:lnTo>
                <a:cubicBezTo>
                  <a:pt x="43886" y="5012"/>
                  <a:pt x="43599" y="6730"/>
                  <a:pt x="43387" y="8305"/>
                </a:cubicBezTo>
                <a:cubicBezTo>
                  <a:pt x="43387" y="8231"/>
                  <a:pt x="43313" y="8162"/>
                  <a:pt x="43313" y="8088"/>
                </a:cubicBezTo>
                <a:lnTo>
                  <a:pt x="43313" y="8088"/>
                </a:lnTo>
                <a:cubicBezTo>
                  <a:pt x="43313" y="8163"/>
                  <a:pt x="43387" y="8305"/>
                  <a:pt x="43387" y="8374"/>
                </a:cubicBezTo>
                <a:cubicBezTo>
                  <a:pt x="43387" y="8591"/>
                  <a:pt x="43313" y="8878"/>
                  <a:pt x="43313" y="9090"/>
                </a:cubicBezTo>
                <a:cubicBezTo>
                  <a:pt x="43244" y="8947"/>
                  <a:pt x="43244" y="8878"/>
                  <a:pt x="43170" y="8735"/>
                </a:cubicBezTo>
                <a:lnTo>
                  <a:pt x="42740" y="7446"/>
                </a:lnTo>
                <a:cubicBezTo>
                  <a:pt x="42815" y="6942"/>
                  <a:pt x="42815" y="6369"/>
                  <a:pt x="42883" y="5796"/>
                </a:cubicBezTo>
                <a:lnTo>
                  <a:pt x="42883" y="5796"/>
                </a:lnTo>
                <a:cubicBezTo>
                  <a:pt x="42740" y="6014"/>
                  <a:pt x="42671" y="6369"/>
                  <a:pt x="42528" y="6799"/>
                </a:cubicBezTo>
                <a:cubicBezTo>
                  <a:pt x="42385" y="6300"/>
                  <a:pt x="42167" y="5796"/>
                  <a:pt x="41881" y="5298"/>
                </a:cubicBezTo>
                <a:lnTo>
                  <a:pt x="41881" y="5298"/>
                </a:lnTo>
                <a:cubicBezTo>
                  <a:pt x="42099" y="5728"/>
                  <a:pt x="42242" y="6157"/>
                  <a:pt x="42311" y="6656"/>
                </a:cubicBezTo>
                <a:cubicBezTo>
                  <a:pt x="42167" y="6083"/>
                  <a:pt x="41881" y="5510"/>
                  <a:pt x="41669" y="4937"/>
                </a:cubicBezTo>
                <a:cubicBezTo>
                  <a:pt x="41669" y="4582"/>
                  <a:pt x="41669" y="4296"/>
                  <a:pt x="41738" y="3935"/>
                </a:cubicBezTo>
                <a:lnTo>
                  <a:pt x="41738" y="3935"/>
                </a:lnTo>
                <a:cubicBezTo>
                  <a:pt x="41526" y="4296"/>
                  <a:pt x="41383" y="4937"/>
                  <a:pt x="41240" y="5653"/>
                </a:cubicBezTo>
                <a:cubicBezTo>
                  <a:pt x="41096" y="5298"/>
                  <a:pt x="40879" y="4869"/>
                  <a:pt x="40735" y="4508"/>
                </a:cubicBezTo>
                <a:lnTo>
                  <a:pt x="40735" y="4508"/>
                </a:lnTo>
                <a:cubicBezTo>
                  <a:pt x="40879" y="4937"/>
                  <a:pt x="41022" y="5441"/>
                  <a:pt x="41165" y="5940"/>
                </a:cubicBezTo>
                <a:cubicBezTo>
                  <a:pt x="40953" y="6942"/>
                  <a:pt x="40810" y="8087"/>
                  <a:pt x="40735" y="9090"/>
                </a:cubicBezTo>
                <a:cubicBezTo>
                  <a:pt x="40667" y="9021"/>
                  <a:pt x="40667" y="8947"/>
                  <a:pt x="40667" y="8878"/>
                </a:cubicBezTo>
                <a:cubicBezTo>
                  <a:pt x="40667" y="8517"/>
                  <a:pt x="40735" y="8087"/>
                  <a:pt x="40735" y="7732"/>
                </a:cubicBezTo>
                <a:lnTo>
                  <a:pt x="40735" y="7732"/>
                </a:lnTo>
                <a:cubicBezTo>
                  <a:pt x="40667" y="7876"/>
                  <a:pt x="40592" y="8087"/>
                  <a:pt x="40524" y="8305"/>
                </a:cubicBezTo>
                <a:cubicBezTo>
                  <a:pt x="40452" y="8167"/>
                  <a:pt x="40385" y="8029"/>
                  <a:pt x="40381" y="7891"/>
                </a:cubicBezTo>
                <a:lnTo>
                  <a:pt x="40381" y="7891"/>
                </a:lnTo>
                <a:cubicBezTo>
                  <a:pt x="40683" y="7191"/>
                  <a:pt x="40953" y="6656"/>
                  <a:pt x="40953" y="6656"/>
                </a:cubicBezTo>
                <a:lnTo>
                  <a:pt x="40953" y="6656"/>
                </a:lnTo>
                <a:cubicBezTo>
                  <a:pt x="40953" y="6656"/>
                  <a:pt x="40449" y="7085"/>
                  <a:pt x="40020" y="7658"/>
                </a:cubicBezTo>
                <a:cubicBezTo>
                  <a:pt x="39808" y="7160"/>
                  <a:pt x="39590" y="6587"/>
                  <a:pt x="39304" y="6083"/>
                </a:cubicBezTo>
                <a:lnTo>
                  <a:pt x="39304" y="6083"/>
                </a:lnTo>
                <a:cubicBezTo>
                  <a:pt x="39521" y="6587"/>
                  <a:pt x="39664" y="7228"/>
                  <a:pt x="39876" y="7876"/>
                </a:cubicBezTo>
                <a:cubicBezTo>
                  <a:pt x="39733" y="8019"/>
                  <a:pt x="39590" y="8162"/>
                  <a:pt x="39521" y="8374"/>
                </a:cubicBezTo>
                <a:cubicBezTo>
                  <a:pt x="39235" y="7085"/>
                  <a:pt x="38805" y="5585"/>
                  <a:pt x="38158" y="4221"/>
                </a:cubicBezTo>
                <a:lnTo>
                  <a:pt x="38158" y="4221"/>
                </a:lnTo>
                <a:cubicBezTo>
                  <a:pt x="38376" y="4937"/>
                  <a:pt x="38588" y="5796"/>
                  <a:pt x="38805" y="6656"/>
                </a:cubicBezTo>
                <a:cubicBezTo>
                  <a:pt x="38731" y="6730"/>
                  <a:pt x="38301" y="7160"/>
                  <a:pt x="37872" y="7732"/>
                </a:cubicBezTo>
                <a:cubicBezTo>
                  <a:pt x="37728" y="7228"/>
                  <a:pt x="37660" y="6730"/>
                  <a:pt x="37442" y="6157"/>
                </a:cubicBezTo>
                <a:lnTo>
                  <a:pt x="37442" y="6157"/>
                </a:lnTo>
                <a:cubicBezTo>
                  <a:pt x="37585" y="6730"/>
                  <a:pt x="37660" y="7303"/>
                  <a:pt x="37660" y="7944"/>
                </a:cubicBezTo>
                <a:cubicBezTo>
                  <a:pt x="37373" y="8374"/>
                  <a:pt x="37156" y="8803"/>
                  <a:pt x="37013" y="9307"/>
                </a:cubicBezTo>
                <a:cubicBezTo>
                  <a:pt x="36944" y="9376"/>
                  <a:pt x="36944" y="9451"/>
                  <a:pt x="36944" y="9519"/>
                </a:cubicBezTo>
                <a:lnTo>
                  <a:pt x="36944" y="9451"/>
                </a:lnTo>
                <a:cubicBezTo>
                  <a:pt x="36944" y="8735"/>
                  <a:pt x="37013" y="8019"/>
                  <a:pt x="37087" y="7160"/>
                </a:cubicBezTo>
                <a:lnTo>
                  <a:pt x="37087" y="7160"/>
                </a:lnTo>
                <a:cubicBezTo>
                  <a:pt x="36944" y="7446"/>
                  <a:pt x="36801" y="7944"/>
                  <a:pt x="36657" y="8448"/>
                </a:cubicBezTo>
                <a:cubicBezTo>
                  <a:pt x="36583" y="8231"/>
                  <a:pt x="36514" y="7944"/>
                  <a:pt x="36440" y="7658"/>
                </a:cubicBezTo>
                <a:lnTo>
                  <a:pt x="36440" y="7658"/>
                </a:lnTo>
                <a:cubicBezTo>
                  <a:pt x="36514" y="8019"/>
                  <a:pt x="36514" y="8374"/>
                  <a:pt x="36583" y="8735"/>
                </a:cubicBezTo>
                <a:cubicBezTo>
                  <a:pt x="36583" y="8803"/>
                  <a:pt x="36583" y="8803"/>
                  <a:pt x="36514" y="8878"/>
                </a:cubicBezTo>
                <a:cubicBezTo>
                  <a:pt x="36440" y="8517"/>
                  <a:pt x="36297" y="8162"/>
                  <a:pt x="36228" y="7732"/>
                </a:cubicBezTo>
                <a:lnTo>
                  <a:pt x="36228" y="7732"/>
                </a:lnTo>
                <a:cubicBezTo>
                  <a:pt x="36297" y="8231"/>
                  <a:pt x="36371" y="8735"/>
                  <a:pt x="36440" y="9307"/>
                </a:cubicBezTo>
                <a:cubicBezTo>
                  <a:pt x="36371" y="9376"/>
                  <a:pt x="36297" y="9519"/>
                  <a:pt x="36297" y="9594"/>
                </a:cubicBezTo>
                <a:cubicBezTo>
                  <a:pt x="36153" y="9233"/>
                  <a:pt x="36085" y="8878"/>
                  <a:pt x="35941" y="8517"/>
                </a:cubicBezTo>
                <a:cubicBezTo>
                  <a:pt x="35941" y="8374"/>
                  <a:pt x="35941" y="8231"/>
                  <a:pt x="36010" y="8087"/>
                </a:cubicBezTo>
                <a:cubicBezTo>
                  <a:pt x="36228" y="7589"/>
                  <a:pt x="36371" y="7303"/>
                  <a:pt x="36371" y="7303"/>
                </a:cubicBezTo>
                <a:lnTo>
                  <a:pt x="36371" y="7303"/>
                </a:lnTo>
                <a:cubicBezTo>
                  <a:pt x="36371" y="7303"/>
                  <a:pt x="36228" y="7446"/>
                  <a:pt x="36010" y="7589"/>
                </a:cubicBezTo>
                <a:cubicBezTo>
                  <a:pt x="36010" y="7446"/>
                  <a:pt x="36010" y="7228"/>
                  <a:pt x="36085" y="7016"/>
                </a:cubicBezTo>
                <a:cubicBezTo>
                  <a:pt x="36514" y="5797"/>
                  <a:pt x="37012" y="4651"/>
                  <a:pt x="37013" y="4651"/>
                </a:cubicBezTo>
                <a:lnTo>
                  <a:pt x="37013" y="4651"/>
                </a:lnTo>
                <a:cubicBezTo>
                  <a:pt x="37012" y="4651"/>
                  <a:pt x="36869" y="4794"/>
                  <a:pt x="36657" y="5080"/>
                </a:cubicBezTo>
                <a:cubicBezTo>
                  <a:pt x="36726" y="4937"/>
                  <a:pt x="36801" y="4725"/>
                  <a:pt x="36801" y="4725"/>
                </a:cubicBezTo>
                <a:lnTo>
                  <a:pt x="36801" y="4725"/>
                </a:lnTo>
                <a:cubicBezTo>
                  <a:pt x="36801" y="4725"/>
                  <a:pt x="36657" y="4869"/>
                  <a:pt x="36440" y="5155"/>
                </a:cubicBezTo>
                <a:cubicBezTo>
                  <a:pt x="36583" y="4794"/>
                  <a:pt x="36801" y="4296"/>
                  <a:pt x="36801" y="4296"/>
                </a:cubicBezTo>
                <a:lnTo>
                  <a:pt x="36801" y="4296"/>
                </a:lnTo>
                <a:cubicBezTo>
                  <a:pt x="36800" y="4296"/>
                  <a:pt x="35867" y="5224"/>
                  <a:pt x="35226" y="6444"/>
                </a:cubicBezTo>
                <a:cubicBezTo>
                  <a:pt x="35151" y="6301"/>
                  <a:pt x="35151" y="6226"/>
                  <a:pt x="35082" y="6083"/>
                </a:cubicBezTo>
                <a:lnTo>
                  <a:pt x="35082" y="6083"/>
                </a:lnTo>
                <a:cubicBezTo>
                  <a:pt x="35151" y="6226"/>
                  <a:pt x="35151" y="6369"/>
                  <a:pt x="35151" y="6444"/>
                </a:cubicBezTo>
                <a:cubicBezTo>
                  <a:pt x="35008" y="6799"/>
                  <a:pt x="34796" y="7160"/>
                  <a:pt x="34722" y="7515"/>
                </a:cubicBezTo>
                <a:cubicBezTo>
                  <a:pt x="34653" y="7801"/>
                  <a:pt x="34510" y="8231"/>
                  <a:pt x="34435" y="8660"/>
                </a:cubicBezTo>
                <a:cubicBezTo>
                  <a:pt x="34435" y="8231"/>
                  <a:pt x="34510" y="7801"/>
                  <a:pt x="34510" y="7372"/>
                </a:cubicBezTo>
                <a:lnTo>
                  <a:pt x="34578" y="7228"/>
                </a:lnTo>
                <a:lnTo>
                  <a:pt x="34510" y="7303"/>
                </a:lnTo>
                <a:cubicBezTo>
                  <a:pt x="34578" y="6873"/>
                  <a:pt x="34578" y="6369"/>
                  <a:pt x="34653" y="5871"/>
                </a:cubicBezTo>
                <a:cubicBezTo>
                  <a:pt x="34721" y="5797"/>
                  <a:pt x="34722" y="5655"/>
                  <a:pt x="34722" y="5653"/>
                </a:cubicBezTo>
                <a:lnTo>
                  <a:pt x="34722" y="5653"/>
                </a:lnTo>
                <a:cubicBezTo>
                  <a:pt x="34722" y="5654"/>
                  <a:pt x="34721" y="5728"/>
                  <a:pt x="34653" y="5728"/>
                </a:cubicBezTo>
                <a:lnTo>
                  <a:pt x="34653" y="5510"/>
                </a:lnTo>
                <a:cubicBezTo>
                  <a:pt x="34653" y="5585"/>
                  <a:pt x="34578" y="5728"/>
                  <a:pt x="34510" y="5871"/>
                </a:cubicBezTo>
                <a:cubicBezTo>
                  <a:pt x="34366" y="6014"/>
                  <a:pt x="34223" y="6226"/>
                  <a:pt x="34006" y="6512"/>
                </a:cubicBezTo>
                <a:cubicBezTo>
                  <a:pt x="33937" y="6444"/>
                  <a:pt x="33937" y="6369"/>
                  <a:pt x="33937" y="6369"/>
                </a:cubicBezTo>
                <a:lnTo>
                  <a:pt x="34080" y="6083"/>
                </a:lnTo>
                <a:lnTo>
                  <a:pt x="33937" y="6226"/>
                </a:lnTo>
                <a:cubicBezTo>
                  <a:pt x="33794" y="5653"/>
                  <a:pt x="33650" y="4937"/>
                  <a:pt x="33433" y="4221"/>
                </a:cubicBezTo>
                <a:lnTo>
                  <a:pt x="33433" y="4221"/>
                </a:lnTo>
                <a:cubicBezTo>
                  <a:pt x="33576" y="4869"/>
                  <a:pt x="33650" y="5728"/>
                  <a:pt x="33650" y="6512"/>
                </a:cubicBezTo>
                <a:cubicBezTo>
                  <a:pt x="33650" y="6587"/>
                  <a:pt x="33576" y="6587"/>
                  <a:pt x="33507" y="6656"/>
                </a:cubicBezTo>
                <a:cubicBezTo>
                  <a:pt x="33433" y="6157"/>
                  <a:pt x="33290" y="5585"/>
                  <a:pt x="33146" y="4937"/>
                </a:cubicBezTo>
                <a:cubicBezTo>
                  <a:pt x="33290" y="4508"/>
                  <a:pt x="33364" y="4365"/>
                  <a:pt x="33433" y="4221"/>
                </a:cubicBezTo>
                <a:lnTo>
                  <a:pt x="33507" y="4078"/>
                </a:lnTo>
                <a:lnTo>
                  <a:pt x="33433" y="4153"/>
                </a:lnTo>
                <a:cubicBezTo>
                  <a:pt x="33364" y="4221"/>
                  <a:pt x="33290" y="4365"/>
                  <a:pt x="33078" y="4582"/>
                </a:cubicBezTo>
                <a:cubicBezTo>
                  <a:pt x="33004" y="4508"/>
                  <a:pt x="33003" y="4366"/>
                  <a:pt x="32935" y="4223"/>
                </a:cubicBezTo>
                <a:lnTo>
                  <a:pt x="32935" y="4223"/>
                </a:lnTo>
                <a:cubicBezTo>
                  <a:pt x="33003" y="4366"/>
                  <a:pt x="33003" y="4508"/>
                  <a:pt x="33003" y="4651"/>
                </a:cubicBezTo>
                <a:lnTo>
                  <a:pt x="32934" y="4725"/>
                </a:lnTo>
                <a:cubicBezTo>
                  <a:pt x="32860" y="4439"/>
                  <a:pt x="32791" y="4153"/>
                  <a:pt x="32648" y="3792"/>
                </a:cubicBezTo>
                <a:lnTo>
                  <a:pt x="32648" y="3792"/>
                </a:lnTo>
                <a:cubicBezTo>
                  <a:pt x="32717" y="4078"/>
                  <a:pt x="32791" y="4508"/>
                  <a:pt x="32860" y="4869"/>
                </a:cubicBezTo>
                <a:cubicBezTo>
                  <a:pt x="32574" y="5155"/>
                  <a:pt x="32287" y="5585"/>
                  <a:pt x="32075" y="6014"/>
                </a:cubicBezTo>
                <a:lnTo>
                  <a:pt x="32075" y="5441"/>
                </a:lnTo>
                <a:cubicBezTo>
                  <a:pt x="32001" y="5585"/>
                  <a:pt x="31932" y="5871"/>
                  <a:pt x="31789" y="6157"/>
                </a:cubicBezTo>
                <a:cubicBezTo>
                  <a:pt x="31715" y="6014"/>
                  <a:pt x="31715" y="5871"/>
                  <a:pt x="31646" y="5728"/>
                </a:cubicBezTo>
                <a:lnTo>
                  <a:pt x="31646" y="5728"/>
                </a:lnTo>
                <a:cubicBezTo>
                  <a:pt x="31646" y="5871"/>
                  <a:pt x="31715" y="6083"/>
                  <a:pt x="31789" y="6226"/>
                </a:cubicBezTo>
                <a:cubicBezTo>
                  <a:pt x="31789" y="6369"/>
                  <a:pt x="31715" y="6512"/>
                  <a:pt x="31646" y="6730"/>
                </a:cubicBezTo>
                <a:cubicBezTo>
                  <a:pt x="31646" y="6799"/>
                  <a:pt x="31571" y="6942"/>
                  <a:pt x="31571" y="7016"/>
                </a:cubicBezTo>
                <a:cubicBezTo>
                  <a:pt x="31428" y="6444"/>
                  <a:pt x="31285" y="5871"/>
                  <a:pt x="31073" y="5155"/>
                </a:cubicBezTo>
                <a:lnTo>
                  <a:pt x="31073" y="5155"/>
                </a:lnTo>
                <a:cubicBezTo>
                  <a:pt x="31216" y="5728"/>
                  <a:pt x="31285" y="6444"/>
                  <a:pt x="31285" y="7085"/>
                </a:cubicBezTo>
                <a:cubicBezTo>
                  <a:pt x="31285" y="7016"/>
                  <a:pt x="31216" y="6873"/>
                  <a:pt x="31142" y="6730"/>
                </a:cubicBezTo>
                <a:lnTo>
                  <a:pt x="31142" y="6730"/>
                </a:lnTo>
                <a:cubicBezTo>
                  <a:pt x="31142" y="7016"/>
                  <a:pt x="31216" y="7372"/>
                  <a:pt x="31216" y="7732"/>
                </a:cubicBezTo>
                <a:cubicBezTo>
                  <a:pt x="31073" y="7085"/>
                  <a:pt x="30930" y="6444"/>
                  <a:pt x="30643" y="5653"/>
                </a:cubicBezTo>
                <a:lnTo>
                  <a:pt x="30643" y="5653"/>
                </a:lnTo>
                <a:cubicBezTo>
                  <a:pt x="30787" y="6157"/>
                  <a:pt x="30855" y="6730"/>
                  <a:pt x="30855" y="7372"/>
                </a:cubicBezTo>
                <a:cubicBezTo>
                  <a:pt x="30787" y="7228"/>
                  <a:pt x="30787" y="7016"/>
                  <a:pt x="30712" y="6799"/>
                </a:cubicBezTo>
                <a:lnTo>
                  <a:pt x="30712" y="6799"/>
                </a:lnTo>
                <a:cubicBezTo>
                  <a:pt x="30712" y="7016"/>
                  <a:pt x="30787" y="7303"/>
                  <a:pt x="30787" y="7515"/>
                </a:cubicBezTo>
                <a:cubicBezTo>
                  <a:pt x="30787" y="7449"/>
                  <a:pt x="30720" y="7379"/>
                  <a:pt x="30654" y="7250"/>
                </a:cubicBezTo>
                <a:lnTo>
                  <a:pt x="30654" y="7250"/>
                </a:lnTo>
                <a:lnTo>
                  <a:pt x="30855" y="7658"/>
                </a:lnTo>
                <a:lnTo>
                  <a:pt x="30855" y="8087"/>
                </a:lnTo>
                <a:cubicBezTo>
                  <a:pt x="30787" y="7658"/>
                  <a:pt x="30643" y="7303"/>
                  <a:pt x="30500" y="6942"/>
                </a:cubicBezTo>
                <a:lnTo>
                  <a:pt x="30500" y="6942"/>
                </a:lnTo>
                <a:cubicBezTo>
                  <a:pt x="30569" y="7372"/>
                  <a:pt x="30569" y="7801"/>
                  <a:pt x="30569" y="8374"/>
                </a:cubicBezTo>
                <a:cubicBezTo>
                  <a:pt x="30500" y="7944"/>
                  <a:pt x="30426" y="7589"/>
                  <a:pt x="30283" y="7228"/>
                </a:cubicBezTo>
                <a:cubicBezTo>
                  <a:pt x="30357" y="6083"/>
                  <a:pt x="30426" y="4869"/>
                  <a:pt x="30569" y="3437"/>
                </a:cubicBezTo>
                <a:lnTo>
                  <a:pt x="30569" y="3437"/>
                </a:lnTo>
                <a:cubicBezTo>
                  <a:pt x="30283" y="3935"/>
                  <a:pt x="30071" y="4794"/>
                  <a:pt x="29928" y="5796"/>
                </a:cubicBezTo>
                <a:cubicBezTo>
                  <a:pt x="29853" y="5510"/>
                  <a:pt x="29784" y="5155"/>
                  <a:pt x="29710" y="4869"/>
                </a:cubicBezTo>
                <a:cubicBezTo>
                  <a:pt x="29784" y="4439"/>
                  <a:pt x="29784" y="3935"/>
                  <a:pt x="29853" y="3505"/>
                </a:cubicBezTo>
                <a:lnTo>
                  <a:pt x="29853" y="3505"/>
                </a:lnTo>
                <a:cubicBezTo>
                  <a:pt x="29784" y="3649"/>
                  <a:pt x="29641" y="3935"/>
                  <a:pt x="29567" y="4221"/>
                </a:cubicBezTo>
                <a:cubicBezTo>
                  <a:pt x="29498" y="4010"/>
                  <a:pt x="29498" y="3792"/>
                  <a:pt x="29424" y="3580"/>
                </a:cubicBezTo>
                <a:lnTo>
                  <a:pt x="29424" y="3580"/>
                </a:lnTo>
                <a:cubicBezTo>
                  <a:pt x="29498" y="3792"/>
                  <a:pt x="29498" y="4078"/>
                  <a:pt x="29567" y="4365"/>
                </a:cubicBezTo>
                <a:cubicBezTo>
                  <a:pt x="29432" y="4839"/>
                  <a:pt x="29297" y="5434"/>
                  <a:pt x="29163" y="6099"/>
                </a:cubicBezTo>
                <a:lnTo>
                  <a:pt x="29163" y="6099"/>
                </a:lnTo>
                <a:cubicBezTo>
                  <a:pt x="29145" y="6114"/>
                  <a:pt x="29139" y="6137"/>
                  <a:pt x="29138" y="6149"/>
                </a:cubicBezTo>
                <a:lnTo>
                  <a:pt x="29138" y="6149"/>
                </a:lnTo>
                <a:cubicBezTo>
                  <a:pt x="29212" y="5217"/>
                  <a:pt x="29281" y="4149"/>
                  <a:pt x="29355" y="3007"/>
                </a:cubicBezTo>
                <a:lnTo>
                  <a:pt x="29355" y="3007"/>
                </a:lnTo>
                <a:cubicBezTo>
                  <a:pt x="28994" y="3723"/>
                  <a:pt x="28708" y="5367"/>
                  <a:pt x="28496" y="7016"/>
                </a:cubicBezTo>
                <a:lnTo>
                  <a:pt x="28066" y="5510"/>
                </a:lnTo>
                <a:cubicBezTo>
                  <a:pt x="28066" y="5155"/>
                  <a:pt x="28135" y="4794"/>
                  <a:pt x="28135" y="4508"/>
                </a:cubicBezTo>
                <a:lnTo>
                  <a:pt x="28135" y="4508"/>
                </a:lnTo>
                <a:cubicBezTo>
                  <a:pt x="28066" y="4651"/>
                  <a:pt x="27992" y="4869"/>
                  <a:pt x="27923" y="5080"/>
                </a:cubicBezTo>
                <a:lnTo>
                  <a:pt x="27923" y="5012"/>
                </a:lnTo>
                <a:cubicBezTo>
                  <a:pt x="27705" y="4582"/>
                  <a:pt x="27562" y="4153"/>
                  <a:pt x="27350" y="3723"/>
                </a:cubicBezTo>
                <a:lnTo>
                  <a:pt x="27350" y="3723"/>
                </a:lnTo>
                <a:cubicBezTo>
                  <a:pt x="27493" y="4153"/>
                  <a:pt x="27636" y="4725"/>
                  <a:pt x="27780" y="5224"/>
                </a:cubicBezTo>
                <a:cubicBezTo>
                  <a:pt x="27705" y="5441"/>
                  <a:pt x="27636" y="5796"/>
                  <a:pt x="27493" y="6157"/>
                </a:cubicBezTo>
                <a:cubicBezTo>
                  <a:pt x="27493" y="6226"/>
                  <a:pt x="27493" y="6300"/>
                  <a:pt x="27419" y="6369"/>
                </a:cubicBezTo>
                <a:cubicBezTo>
                  <a:pt x="27207" y="5510"/>
                  <a:pt x="26846" y="4651"/>
                  <a:pt x="26416" y="3792"/>
                </a:cubicBezTo>
                <a:lnTo>
                  <a:pt x="26416" y="3792"/>
                </a:lnTo>
                <a:cubicBezTo>
                  <a:pt x="26777" y="4651"/>
                  <a:pt x="27064" y="5796"/>
                  <a:pt x="27207" y="7016"/>
                </a:cubicBezTo>
                <a:cubicBezTo>
                  <a:pt x="27207" y="7085"/>
                  <a:pt x="27132" y="7228"/>
                  <a:pt x="27132" y="7372"/>
                </a:cubicBezTo>
                <a:cubicBezTo>
                  <a:pt x="27064" y="7228"/>
                  <a:pt x="27064" y="7160"/>
                  <a:pt x="27064" y="7085"/>
                </a:cubicBezTo>
                <a:cubicBezTo>
                  <a:pt x="26921" y="6512"/>
                  <a:pt x="26777" y="6014"/>
                  <a:pt x="26560" y="5441"/>
                </a:cubicBezTo>
                <a:lnTo>
                  <a:pt x="26634" y="5367"/>
                </a:lnTo>
                <a:lnTo>
                  <a:pt x="26560" y="5367"/>
                </a:lnTo>
                <a:cubicBezTo>
                  <a:pt x="26491" y="5224"/>
                  <a:pt x="26416" y="5012"/>
                  <a:pt x="26416" y="4869"/>
                </a:cubicBezTo>
                <a:lnTo>
                  <a:pt x="26416" y="4725"/>
                </a:lnTo>
                <a:cubicBezTo>
                  <a:pt x="26416" y="4725"/>
                  <a:pt x="26416" y="4794"/>
                  <a:pt x="26348" y="4794"/>
                </a:cubicBezTo>
                <a:cubicBezTo>
                  <a:pt x="26273" y="4508"/>
                  <a:pt x="26130" y="4221"/>
                  <a:pt x="25987" y="3935"/>
                </a:cubicBezTo>
                <a:cubicBezTo>
                  <a:pt x="26061" y="3580"/>
                  <a:pt x="26061" y="3150"/>
                  <a:pt x="26130" y="2789"/>
                </a:cubicBezTo>
                <a:lnTo>
                  <a:pt x="26130" y="2789"/>
                </a:lnTo>
                <a:cubicBezTo>
                  <a:pt x="25987" y="3007"/>
                  <a:pt x="25918" y="3219"/>
                  <a:pt x="25844" y="3580"/>
                </a:cubicBezTo>
                <a:cubicBezTo>
                  <a:pt x="25632" y="4221"/>
                  <a:pt x="25489" y="5012"/>
                  <a:pt x="25345" y="5796"/>
                </a:cubicBezTo>
                <a:cubicBezTo>
                  <a:pt x="25202" y="5441"/>
                  <a:pt x="25059" y="5080"/>
                  <a:pt x="24916" y="4794"/>
                </a:cubicBezTo>
                <a:lnTo>
                  <a:pt x="24916" y="4794"/>
                </a:lnTo>
                <a:cubicBezTo>
                  <a:pt x="25059" y="5155"/>
                  <a:pt x="25202" y="5653"/>
                  <a:pt x="25345" y="6083"/>
                </a:cubicBezTo>
                <a:lnTo>
                  <a:pt x="25271" y="6157"/>
                </a:lnTo>
                <a:cubicBezTo>
                  <a:pt x="25128" y="5871"/>
                  <a:pt x="24985" y="5510"/>
                  <a:pt x="24841" y="5224"/>
                </a:cubicBezTo>
                <a:lnTo>
                  <a:pt x="24841" y="5224"/>
                </a:lnTo>
                <a:cubicBezTo>
                  <a:pt x="24985" y="5585"/>
                  <a:pt x="25059" y="5940"/>
                  <a:pt x="25202" y="6300"/>
                </a:cubicBezTo>
                <a:cubicBezTo>
                  <a:pt x="24985" y="6656"/>
                  <a:pt x="24773" y="7016"/>
                  <a:pt x="24629" y="7446"/>
                </a:cubicBezTo>
                <a:cubicBezTo>
                  <a:pt x="24412" y="7085"/>
                  <a:pt x="24269" y="6730"/>
                  <a:pt x="24057" y="6369"/>
                </a:cubicBezTo>
                <a:lnTo>
                  <a:pt x="24057" y="6369"/>
                </a:lnTo>
                <a:cubicBezTo>
                  <a:pt x="24200" y="6656"/>
                  <a:pt x="24343" y="7016"/>
                  <a:pt x="24412" y="7372"/>
                </a:cubicBezTo>
                <a:cubicBezTo>
                  <a:pt x="24343" y="7589"/>
                  <a:pt x="24200" y="7944"/>
                  <a:pt x="24057" y="8374"/>
                </a:cubicBezTo>
                <a:cubicBezTo>
                  <a:pt x="23982" y="7732"/>
                  <a:pt x="23839" y="7085"/>
                  <a:pt x="23627" y="6369"/>
                </a:cubicBezTo>
                <a:cubicBezTo>
                  <a:pt x="23839" y="5940"/>
                  <a:pt x="23982" y="5585"/>
                  <a:pt x="23982" y="5585"/>
                </a:cubicBezTo>
                <a:lnTo>
                  <a:pt x="23982" y="5585"/>
                </a:lnTo>
                <a:lnTo>
                  <a:pt x="23553" y="6014"/>
                </a:lnTo>
                <a:cubicBezTo>
                  <a:pt x="23266" y="5080"/>
                  <a:pt x="22911" y="4078"/>
                  <a:pt x="22482" y="3150"/>
                </a:cubicBezTo>
                <a:lnTo>
                  <a:pt x="22482" y="3150"/>
                </a:lnTo>
                <a:cubicBezTo>
                  <a:pt x="22768" y="3866"/>
                  <a:pt x="22980" y="4725"/>
                  <a:pt x="23123" y="5585"/>
                </a:cubicBezTo>
                <a:cubicBezTo>
                  <a:pt x="23054" y="5367"/>
                  <a:pt x="23054" y="5155"/>
                  <a:pt x="22980" y="4937"/>
                </a:cubicBezTo>
                <a:lnTo>
                  <a:pt x="22980" y="4937"/>
                </a:lnTo>
                <a:cubicBezTo>
                  <a:pt x="23054" y="5367"/>
                  <a:pt x="23123" y="5940"/>
                  <a:pt x="23198" y="6512"/>
                </a:cubicBezTo>
                <a:lnTo>
                  <a:pt x="23123" y="6512"/>
                </a:lnTo>
                <a:cubicBezTo>
                  <a:pt x="22980" y="5871"/>
                  <a:pt x="22837" y="5155"/>
                  <a:pt x="22625" y="4365"/>
                </a:cubicBezTo>
                <a:lnTo>
                  <a:pt x="22625" y="4365"/>
                </a:lnTo>
                <a:cubicBezTo>
                  <a:pt x="22768" y="5080"/>
                  <a:pt x="22837" y="6014"/>
                  <a:pt x="22837" y="6942"/>
                </a:cubicBezTo>
                <a:cubicBezTo>
                  <a:pt x="22837" y="7016"/>
                  <a:pt x="22768" y="7016"/>
                  <a:pt x="22768" y="7085"/>
                </a:cubicBezTo>
                <a:cubicBezTo>
                  <a:pt x="22625" y="6587"/>
                  <a:pt x="22482" y="6014"/>
                  <a:pt x="22338" y="5441"/>
                </a:cubicBezTo>
                <a:lnTo>
                  <a:pt x="22338" y="5441"/>
                </a:lnTo>
                <a:cubicBezTo>
                  <a:pt x="22407" y="6014"/>
                  <a:pt x="22482" y="6730"/>
                  <a:pt x="22550" y="7446"/>
                </a:cubicBezTo>
                <a:cubicBezTo>
                  <a:pt x="22407" y="7732"/>
                  <a:pt x="22264" y="8019"/>
                  <a:pt x="22121" y="8374"/>
                </a:cubicBezTo>
                <a:cubicBezTo>
                  <a:pt x="22121" y="8448"/>
                  <a:pt x="22121" y="8591"/>
                  <a:pt x="22052" y="8735"/>
                </a:cubicBezTo>
                <a:cubicBezTo>
                  <a:pt x="22052" y="8660"/>
                  <a:pt x="22052" y="8660"/>
                  <a:pt x="21978" y="8591"/>
                </a:cubicBezTo>
                <a:cubicBezTo>
                  <a:pt x="22052" y="8517"/>
                  <a:pt x="22052" y="8448"/>
                  <a:pt x="22052" y="8374"/>
                </a:cubicBezTo>
                <a:lnTo>
                  <a:pt x="22052" y="8374"/>
                </a:lnTo>
                <a:cubicBezTo>
                  <a:pt x="22052" y="8448"/>
                  <a:pt x="21978" y="8448"/>
                  <a:pt x="21978" y="8448"/>
                </a:cubicBezTo>
                <a:cubicBezTo>
                  <a:pt x="21909" y="8231"/>
                  <a:pt x="21834" y="7944"/>
                  <a:pt x="21766" y="7732"/>
                </a:cubicBezTo>
                <a:lnTo>
                  <a:pt x="21766" y="7732"/>
                </a:lnTo>
                <a:cubicBezTo>
                  <a:pt x="21834" y="7944"/>
                  <a:pt x="21834" y="8231"/>
                  <a:pt x="21909" y="8517"/>
                </a:cubicBezTo>
                <a:cubicBezTo>
                  <a:pt x="21834" y="8448"/>
                  <a:pt x="21834" y="8374"/>
                  <a:pt x="21834" y="8231"/>
                </a:cubicBezTo>
                <a:lnTo>
                  <a:pt x="21834" y="8591"/>
                </a:lnTo>
                <a:lnTo>
                  <a:pt x="21691" y="8735"/>
                </a:lnTo>
                <a:cubicBezTo>
                  <a:pt x="21548" y="8374"/>
                  <a:pt x="21405" y="7944"/>
                  <a:pt x="21193" y="7589"/>
                </a:cubicBezTo>
                <a:lnTo>
                  <a:pt x="21193" y="7589"/>
                </a:lnTo>
                <a:lnTo>
                  <a:pt x="21622" y="8878"/>
                </a:lnTo>
                <a:cubicBezTo>
                  <a:pt x="21479" y="9090"/>
                  <a:pt x="21336" y="9451"/>
                  <a:pt x="21193" y="9737"/>
                </a:cubicBezTo>
                <a:cubicBezTo>
                  <a:pt x="21118" y="9233"/>
                  <a:pt x="21050" y="8735"/>
                  <a:pt x="20975" y="8087"/>
                </a:cubicBezTo>
                <a:cubicBezTo>
                  <a:pt x="21050" y="7876"/>
                  <a:pt x="21118" y="7732"/>
                  <a:pt x="21193" y="7589"/>
                </a:cubicBezTo>
                <a:cubicBezTo>
                  <a:pt x="21336" y="7228"/>
                  <a:pt x="21479" y="6942"/>
                  <a:pt x="21479" y="6942"/>
                </a:cubicBezTo>
                <a:lnTo>
                  <a:pt x="21479" y="6942"/>
                </a:lnTo>
                <a:cubicBezTo>
                  <a:pt x="21479" y="6942"/>
                  <a:pt x="21336" y="7085"/>
                  <a:pt x="21118" y="7372"/>
                </a:cubicBezTo>
                <a:cubicBezTo>
                  <a:pt x="21548" y="6157"/>
                  <a:pt x="22052" y="5081"/>
                  <a:pt x="22052" y="5080"/>
                </a:cubicBezTo>
                <a:lnTo>
                  <a:pt x="22052" y="5080"/>
                </a:lnTo>
                <a:cubicBezTo>
                  <a:pt x="22052" y="5081"/>
                  <a:pt x="21336" y="5797"/>
                  <a:pt x="20689" y="6730"/>
                </a:cubicBezTo>
                <a:cubicBezTo>
                  <a:pt x="20689" y="6512"/>
                  <a:pt x="20620" y="6369"/>
                  <a:pt x="20620" y="6157"/>
                </a:cubicBezTo>
                <a:cubicBezTo>
                  <a:pt x="21050" y="5012"/>
                  <a:pt x="21479" y="4078"/>
                  <a:pt x="21479" y="4078"/>
                </a:cubicBezTo>
                <a:lnTo>
                  <a:pt x="21479" y="4078"/>
                </a:lnTo>
                <a:cubicBezTo>
                  <a:pt x="21479" y="4078"/>
                  <a:pt x="20906" y="4582"/>
                  <a:pt x="20403" y="5367"/>
                </a:cubicBezTo>
                <a:cubicBezTo>
                  <a:pt x="20334" y="5298"/>
                  <a:pt x="20334" y="5298"/>
                  <a:pt x="20334" y="5224"/>
                </a:cubicBezTo>
                <a:lnTo>
                  <a:pt x="20334" y="5367"/>
                </a:lnTo>
                <a:lnTo>
                  <a:pt x="19904" y="6226"/>
                </a:lnTo>
                <a:lnTo>
                  <a:pt x="19904" y="5871"/>
                </a:lnTo>
                <a:lnTo>
                  <a:pt x="20116" y="5441"/>
                </a:lnTo>
                <a:lnTo>
                  <a:pt x="19904" y="5653"/>
                </a:lnTo>
                <a:cubicBezTo>
                  <a:pt x="19973" y="5224"/>
                  <a:pt x="19973" y="4794"/>
                  <a:pt x="20047" y="4296"/>
                </a:cubicBezTo>
                <a:lnTo>
                  <a:pt x="20047" y="4296"/>
                </a:lnTo>
                <a:cubicBezTo>
                  <a:pt x="19830" y="4725"/>
                  <a:pt x="19618" y="5367"/>
                  <a:pt x="19475" y="6083"/>
                </a:cubicBezTo>
                <a:cubicBezTo>
                  <a:pt x="19400" y="6157"/>
                  <a:pt x="19400" y="6300"/>
                  <a:pt x="19331" y="6369"/>
                </a:cubicBezTo>
                <a:cubicBezTo>
                  <a:pt x="19331" y="5796"/>
                  <a:pt x="19400" y="5224"/>
                  <a:pt x="19400" y="4651"/>
                </a:cubicBezTo>
                <a:cubicBezTo>
                  <a:pt x="19761" y="3866"/>
                  <a:pt x="19973" y="3294"/>
                  <a:pt x="19973" y="3293"/>
                </a:cubicBezTo>
                <a:lnTo>
                  <a:pt x="19973" y="3293"/>
                </a:lnTo>
                <a:cubicBezTo>
                  <a:pt x="19973" y="3294"/>
                  <a:pt x="19761" y="3505"/>
                  <a:pt x="19475" y="3866"/>
                </a:cubicBezTo>
                <a:cubicBezTo>
                  <a:pt x="19475" y="3836"/>
                  <a:pt x="19475" y="3808"/>
                  <a:pt x="19479" y="3779"/>
                </a:cubicBezTo>
                <a:lnTo>
                  <a:pt x="19479" y="3779"/>
                </a:lnTo>
                <a:lnTo>
                  <a:pt x="19331" y="4078"/>
                </a:lnTo>
                <a:cubicBezTo>
                  <a:pt x="19045" y="4508"/>
                  <a:pt x="18684" y="5012"/>
                  <a:pt x="18398" y="5585"/>
                </a:cubicBezTo>
                <a:cubicBezTo>
                  <a:pt x="18329" y="5298"/>
                  <a:pt x="18255" y="5012"/>
                  <a:pt x="18111" y="4725"/>
                </a:cubicBezTo>
                <a:lnTo>
                  <a:pt x="18111" y="4725"/>
                </a:lnTo>
                <a:cubicBezTo>
                  <a:pt x="18186" y="5012"/>
                  <a:pt x="18255" y="5441"/>
                  <a:pt x="18329" y="5796"/>
                </a:cubicBezTo>
                <a:cubicBezTo>
                  <a:pt x="18255" y="5940"/>
                  <a:pt x="18186" y="6083"/>
                  <a:pt x="18186" y="6226"/>
                </a:cubicBezTo>
                <a:lnTo>
                  <a:pt x="18186" y="6300"/>
                </a:lnTo>
                <a:cubicBezTo>
                  <a:pt x="18112" y="6084"/>
                  <a:pt x="18043" y="5941"/>
                  <a:pt x="18043" y="5730"/>
                </a:cubicBezTo>
                <a:lnTo>
                  <a:pt x="18043" y="5730"/>
                </a:lnTo>
                <a:cubicBezTo>
                  <a:pt x="18043" y="5941"/>
                  <a:pt x="18111" y="6158"/>
                  <a:pt x="18111" y="6444"/>
                </a:cubicBezTo>
                <a:lnTo>
                  <a:pt x="18111" y="6512"/>
                </a:lnTo>
                <a:cubicBezTo>
                  <a:pt x="17968" y="5653"/>
                  <a:pt x="17756" y="4794"/>
                  <a:pt x="17470" y="3723"/>
                </a:cubicBezTo>
                <a:lnTo>
                  <a:pt x="17470" y="3723"/>
                </a:lnTo>
                <a:cubicBezTo>
                  <a:pt x="17682" y="4651"/>
                  <a:pt x="17756" y="5796"/>
                  <a:pt x="17756" y="7016"/>
                </a:cubicBezTo>
                <a:cubicBezTo>
                  <a:pt x="17613" y="6587"/>
                  <a:pt x="17470" y="6157"/>
                  <a:pt x="17252" y="5796"/>
                </a:cubicBezTo>
                <a:cubicBezTo>
                  <a:pt x="17327" y="5367"/>
                  <a:pt x="17327" y="5012"/>
                  <a:pt x="17396" y="4651"/>
                </a:cubicBezTo>
                <a:lnTo>
                  <a:pt x="17396" y="4651"/>
                </a:lnTo>
                <a:cubicBezTo>
                  <a:pt x="17252" y="4794"/>
                  <a:pt x="17184" y="5080"/>
                  <a:pt x="17109" y="5367"/>
                </a:cubicBezTo>
                <a:cubicBezTo>
                  <a:pt x="17040" y="5155"/>
                  <a:pt x="16897" y="4937"/>
                  <a:pt x="16823" y="4794"/>
                </a:cubicBezTo>
                <a:cubicBezTo>
                  <a:pt x="16754" y="4296"/>
                  <a:pt x="16611" y="3723"/>
                  <a:pt x="16393" y="3076"/>
                </a:cubicBezTo>
                <a:lnTo>
                  <a:pt x="16393" y="3076"/>
                </a:lnTo>
                <a:cubicBezTo>
                  <a:pt x="16536" y="3723"/>
                  <a:pt x="16611" y="4439"/>
                  <a:pt x="16611" y="5155"/>
                </a:cubicBezTo>
                <a:cubicBezTo>
                  <a:pt x="16468" y="4794"/>
                  <a:pt x="16324" y="4439"/>
                  <a:pt x="16107" y="4078"/>
                </a:cubicBezTo>
                <a:lnTo>
                  <a:pt x="16107" y="4078"/>
                </a:lnTo>
                <a:cubicBezTo>
                  <a:pt x="16324" y="4508"/>
                  <a:pt x="16468" y="5080"/>
                  <a:pt x="16611" y="5653"/>
                </a:cubicBezTo>
                <a:cubicBezTo>
                  <a:pt x="16536" y="5728"/>
                  <a:pt x="16393" y="5796"/>
                  <a:pt x="16250" y="6014"/>
                </a:cubicBezTo>
                <a:cubicBezTo>
                  <a:pt x="16181" y="6157"/>
                  <a:pt x="16107" y="6226"/>
                  <a:pt x="16038" y="6300"/>
                </a:cubicBezTo>
                <a:lnTo>
                  <a:pt x="16038" y="6157"/>
                </a:lnTo>
                <a:lnTo>
                  <a:pt x="15964" y="6226"/>
                </a:lnTo>
                <a:lnTo>
                  <a:pt x="15534" y="5367"/>
                </a:lnTo>
                <a:lnTo>
                  <a:pt x="15534" y="5367"/>
                </a:lnTo>
                <a:cubicBezTo>
                  <a:pt x="15677" y="5728"/>
                  <a:pt x="15752" y="6014"/>
                  <a:pt x="15820" y="6369"/>
                </a:cubicBezTo>
                <a:cubicBezTo>
                  <a:pt x="15752" y="6512"/>
                  <a:pt x="15677" y="6656"/>
                  <a:pt x="15609" y="6873"/>
                </a:cubicBezTo>
                <a:lnTo>
                  <a:pt x="15534" y="6942"/>
                </a:lnTo>
                <a:cubicBezTo>
                  <a:pt x="15466" y="6731"/>
                  <a:pt x="15392" y="6446"/>
                  <a:pt x="15323" y="6161"/>
                </a:cubicBezTo>
                <a:lnTo>
                  <a:pt x="15323" y="6161"/>
                </a:lnTo>
                <a:cubicBezTo>
                  <a:pt x="15392" y="6446"/>
                  <a:pt x="15465" y="6732"/>
                  <a:pt x="15465" y="7085"/>
                </a:cubicBezTo>
                <a:cubicBezTo>
                  <a:pt x="15391" y="7160"/>
                  <a:pt x="15322" y="7303"/>
                  <a:pt x="15248" y="7446"/>
                </a:cubicBezTo>
                <a:cubicBezTo>
                  <a:pt x="15179" y="7372"/>
                  <a:pt x="15179" y="7228"/>
                  <a:pt x="15179" y="7160"/>
                </a:cubicBezTo>
                <a:cubicBezTo>
                  <a:pt x="15248" y="7016"/>
                  <a:pt x="15322" y="6730"/>
                  <a:pt x="15322" y="6730"/>
                </a:cubicBezTo>
                <a:lnTo>
                  <a:pt x="15322" y="6730"/>
                </a:lnTo>
                <a:cubicBezTo>
                  <a:pt x="15322" y="6730"/>
                  <a:pt x="15248" y="6873"/>
                  <a:pt x="15179" y="6942"/>
                </a:cubicBezTo>
                <a:cubicBezTo>
                  <a:pt x="15179" y="6873"/>
                  <a:pt x="15248" y="6799"/>
                  <a:pt x="15248" y="6799"/>
                </a:cubicBezTo>
                <a:lnTo>
                  <a:pt x="15248" y="6799"/>
                </a:lnTo>
                <a:cubicBezTo>
                  <a:pt x="15248" y="6799"/>
                  <a:pt x="15104" y="6873"/>
                  <a:pt x="15036" y="6942"/>
                </a:cubicBezTo>
                <a:cubicBezTo>
                  <a:pt x="15179" y="6444"/>
                  <a:pt x="15322" y="5940"/>
                  <a:pt x="15534" y="5367"/>
                </a:cubicBezTo>
                <a:cubicBezTo>
                  <a:pt x="15820" y="4439"/>
                  <a:pt x="16250" y="3505"/>
                  <a:pt x="16393" y="3076"/>
                </a:cubicBezTo>
                <a:lnTo>
                  <a:pt x="16536" y="2789"/>
                </a:lnTo>
                <a:lnTo>
                  <a:pt x="16536" y="2789"/>
                </a:lnTo>
                <a:cubicBezTo>
                  <a:pt x="16536" y="2790"/>
                  <a:pt x="16038" y="3362"/>
                  <a:pt x="15465" y="4153"/>
                </a:cubicBezTo>
                <a:cubicBezTo>
                  <a:pt x="15677" y="3580"/>
                  <a:pt x="15895" y="3219"/>
                  <a:pt x="15895" y="3219"/>
                </a:cubicBezTo>
                <a:lnTo>
                  <a:pt x="15895" y="3219"/>
                </a:lnTo>
                <a:cubicBezTo>
                  <a:pt x="15895" y="3219"/>
                  <a:pt x="15677" y="3362"/>
                  <a:pt x="15465" y="3649"/>
                </a:cubicBezTo>
                <a:cubicBezTo>
                  <a:pt x="15964" y="2148"/>
                  <a:pt x="16611" y="716"/>
                  <a:pt x="16611" y="716"/>
                </a:cubicBezTo>
                <a:lnTo>
                  <a:pt x="16611" y="716"/>
                </a:lnTo>
                <a:cubicBezTo>
                  <a:pt x="16611" y="716"/>
                  <a:pt x="16181" y="1146"/>
                  <a:pt x="15752" y="1787"/>
                </a:cubicBezTo>
                <a:cubicBezTo>
                  <a:pt x="15322" y="2360"/>
                  <a:pt x="14818" y="3219"/>
                  <a:pt x="14606" y="4078"/>
                </a:cubicBezTo>
                <a:cubicBezTo>
                  <a:pt x="14463" y="4439"/>
                  <a:pt x="14389" y="4869"/>
                  <a:pt x="14320" y="5367"/>
                </a:cubicBezTo>
                <a:cubicBezTo>
                  <a:pt x="14245" y="5224"/>
                  <a:pt x="14177" y="5155"/>
                  <a:pt x="14102" y="5012"/>
                </a:cubicBezTo>
                <a:lnTo>
                  <a:pt x="14102" y="5012"/>
                </a:lnTo>
                <a:cubicBezTo>
                  <a:pt x="14177" y="5155"/>
                  <a:pt x="14245" y="5298"/>
                  <a:pt x="14245" y="5441"/>
                </a:cubicBezTo>
                <a:cubicBezTo>
                  <a:pt x="14245" y="5585"/>
                  <a:pt x="14177" y="5653"/>
                  <a:pt x="14102" y="5796"/>
                </a:cubicBezTo>
                <a:lnTo>
                  <a:pt x="14102" y="5871"/>
                </a:lnTo>
                <a:cubicBezTo>
                  <a:pt x="14033" y="5871"/>
                  <a:pt x="14033" y="5940"/>
                  <a:pt x="14033" y="5940"/>
                </a:cubicBezTo>
                <a:cubicBezTo>
                  <a:pt x="14033" y="5653"/>
                  <a:pt x="14102" y="5298"/>
                  <a:pt x="14102" y="4869"/>
                </a:cubicBezTo>
                <a:cubicBezTo>
                  <a:pt x="14177" y="4794"/>
                  <a:pt x="14245" y="4582"/>
                  <a:pt x="14245" y="4582"/>
                </a:cubicBezTo>
                <a:lnTo>
                  <a:pt x="14245" y="4582"/>
                </a:lnTo>
                <a:cubicBezTo>
                  <a:pt x="14245" y="4582"/>
                  <a:pt x="14177" y="4725"/>
                  <a:pt x="14102" y="4725"/>
                </a:cubicBezTo>
                <a:cubicBezTo>
                  <a:pt x="14177" y="4221"/>
                  <a:pt x="14177" y="3649"/>
                  <a:pt x="14245" y="3150"/>
                </a:cubicBezTo>
                <a:lnTo>
                  <a:pt x="14245" y="3150"/>
                </a:lnTo>
                <a:cubicBezTo>
                  <a:pt x="14033" y="3580"/>
                  <a:pt x="13816" y="4365"/>
                  <a:pt x="13673" y="5298"/>
                </a:cubicBezTo>
                <a:lnTo>
                  <a:pt x="13461" y="5510"/>
                </a:lnTo>
                <a:cubicBezTo>
                  <a:pt x="13461" y="5080"/>
                  <a:pt x="13461" y="4651"/>
                  <a:pt x="13386" y="4078"/>
                </a:cubicBezTo>
                <a:cubicBezTo>
                  <a:pt x="13386" y="3580"/>
                  <a:pt x="13461" y="3007"/>
                  <a:pt x="13461" y="2503"/>
                </a:cubicBezTo>
                <a:lnTo>
                  <a:pt x="13461" y="2503"/>
                </a:lnTo>
                <a:cubicBezTo>
                  <a:pt x="13386" y="2646"/>
                  <a:pt x="13317" y="2933"/>
                  <a:pt x="13243" y="3219"/>
                </a:cubicBezTo>
                <a:cubicBezTo>
                  <a:pt x="13100" y="2360"/>
                  <a:pt x="12888" y="1501"/>
                  <a:pt x="12602" y="498"/>
                </a:cubicBezTo>
                <a:lnTo>
                  <a:pt x="12602" y="498"/>
                </a:lnTo>
                <a:cubicBezTo>
                  <a:pt x="12745" y="1214"/>
                  <a:pt x="12813" y="2148"/>
                  <a:pt x="12813" y="3076"/>
                </a:cubicBezTo>
                <a:cubicBezTo>
                  <a:pt x="12813" y="2933"/>
                  <a:pt x="12745" y="2721"/>
                  <a:pt x="12745" y="2578"/>
                </a:cubicBezTo>
                <a:lnTo>
                  <a:pt x="12745" y="2578"/>
                </a:lnTo>
                <a:cubicBezTo>
                  <a:pt x="12745" y="2864"/>
                  <a:pt x="12813" y="3150"/>
                  <a:pt x="12888" y="3505"/>
                </a:cubicBezTo>
                <a:lnTo>
                  <a:pt x="12888" y="4365"/>
                </a:lnTo>
                <a:cubicBezTo>
                  <a:pt x="12745" y="4508"/>
                  <a:pt x="12527" y="4725"/>
                  <a:pt x="12384" y="4937"/>
                </a:cubicBezTo>
                <a:cubicBezTo>
                  <a:pt x="12241" y="4296"/>
                  <a:pt x="12097" y="3649"/>
                  <a:pt x="11886" y="2933"/>
                </a:cubicBezTo>
                <a:lnTo>
                  <a:pt x="11886" y="2933"/>
                </a:lnTo>
                <a:cubicBezTo>
                  <a:pt x="12029" y="3580"/>
                  <a:pt x="12097" y="4439"/>
                  <a:pt x="12097" y="5298"/>
                </a:cubicBezTo>
                <a:cubicBezTo>
                  <a:pt x="12097" y="5367"/>
                  <a:pt x="12029" y="5441"/>
                  <a:pt x="11954" y="5510"/>
                </a:cubicBezTo>
                <a:lnTo>
                  <a:pt x="11954" y="5367"/>
                </a:lnTo>
                <a:cubicBezTo>
                  <a:pt x="11954" y="5224"/>
                  <a:pt x="11954" y="5080"/>
                  <a:pt x="12029" y="5012"/>
                </a:cubicBezTo>
                <a:cubicBezTo>
                  <a:pt x="11954" y="5012"/>
                  <a:pt x="11886" y="5080"/>
                  <a:pt x="11811" y="5155"/>
                </a:cubicBezTo>
                <a:cubicBezTo>
                  <a:pt x="11742" y="4937"/>
                  <a:pt x="11599" y="4725"/>
                  <a:pt x="11525" y="4582"/>
                </a:cubicBezTo>
                <a:lnTo>
                  <a:pt x="11525" y="4582"/>
                </a:lnTo>
                <a:lnTo>
                  <a:pt x="11598" y="4797"/>
                </a:lnTo>
                <a:lnTo>
                  <a:pt x="11598" y="4797"/>
                </a:lnTo>
                <a:cubicBezTo>
                  <a:pt x="11586" y="4818"/>
                  <a:pt x="11513" y="4949"/>
                  <a:pt x="11382" y="5080"/>
                </a:cubicBezTo>
                <a:cubicBezTo>
                  <a:pt x="11313" y="4869"/>
                  <a:pt x="11238" y="4725"/>
                  <a:pt x="11170" y="4508"/>
                </a:cubicBezTo>
                <a:cubicBezTo>
                  <a:pt x="11313" y="4078"/>
                  <a:pt x="11456" y="3723"/>
                  <a:pt x="11456" y="3723"/>
                </a:cubicBezTo>
                <a:lnTo>
                  <a:pt x="11456" y="3723"/>
                </a:lnTo>
                <a:cubicBezTo>
                  <a:pt x="11456" y="3723"/>
                  <a:pt x="11313" y="3935"/>
                  <a:pt x="11026" y="4221"/>
                </a:cubicBezTo>
                <a:cubicBezTo>
                  <a:pt x="10883" y="4009"/>
                  <a:pt x="10809" y="3792"/>
                  <a:pt x="10666" y="3649"/>
                </a:cubicBezTo>
                <a:lnTo>
                  <a:pt x="10666" y="3649"/>
                </a:lnTo>
                <a:cubicBezTo>
                  <a:pt x="10809" y="3866"/>
                  <a:pt x="10883" y="4078"/>
                  <a:pt x="10952" y="4296"/>
                </a:cubicBezTo>
                <a:cubicBezTo>
                  <a:pt x="10952" y="4296"/>
                  <a:pt x="10952" y="4365"/>
                  <a:pt x="10883" y="4365"/>
                </a:cubicBezTo>
                <a:cubicBezTo>
                  <a:pt x="10740" y="3866"/>
                  <a:pt x="10522" y="3362"/>
                  <a:pt x="10236" y="2933"/>
                </a:cubicBezTo>
                <a:lnTo>
                  <a:pt x="10236" y="2933"/>
                </a:lnTo>
                <a:cubicBezTo>
                  <a:pt x="10454" y="3437"/>
                  <a:pt x="10666" y="3935"/>
                  <a:pt x="10740" y="4582"/>
                </a:cubicBezTo>
                <a:cubicBezTo>
                  <a:pt x="10740" y="4582"/>
                  <a:pt x="10666" y="4651"/>
                  <a:pt x="10666" y="4725"/>
                </a:cubicBezTo>
                <a:cubicBezTo>
                  <a:pt x="10597" y="4582"/>
                  <a:pt x="10597" y="4508"/>
                  <a:pt x="10597" y="4439"/>
                </a:cubicBezTo>
                <a:lnTo>
                  <a:pt x="10597" y="4725"/>
                </a:lnTo>
                <a:cubicBezTo>
                  <a:pt x="10597" y="4794"/>
                  <a:pt x="10522" y="4869"/>
                  <a:pt x="10454" y="5012"/>
                </a:cubicBezTo>
                <a:cubicBezTo>
                  <a:pt x="10379" y="4439"/>
                  <a:pt x="10236" y="3935"/>
                  <a:pt x="10024" y="3580"/>
                </a:cubicBezTo>
                <a:lnTo>
                  <a:pt x="10024" y="3580"/>
                </a:lnTo>
                <a:cubicBezTo>
                  <a:pt x="10093" y="4153"/>
                  <a:pt x="10093" y="4869"/>
                  <a:pt x="10024" y="5653"/>
                </a:cubicBezTo>
                <a:cubicBezTo>
                  <a:pt x="10024" y="5728"/>
                  <a:pt x="9950" y="5871"/>
                  <a:pt x="9881" y="5940"/>
                </a:cubicBezTo>
                <a:cubicBezTo>
                  <a:pt x="9881" y="5796"/>
                  <a:pt x="9806" y="5585"/>
                  <a:pt x="9806" y="5441"/>
                </a:cubicBezTo>
                <a:lnTo>
                  <a:pt x="9806" y="5155"/>
                </a:lnTo>
                <a:cubicBezTo>
                  <a:pt x="9806" y="5224"/>
                  <a:pt x="9738" y="5224"/>
                  <a:pt x="9738" y="5298"/>
                </a:cubicBezTo>
                <a:cubicBezTo>
                  <a:pt x="9663" y="4937"/>
                  <a:pt x="9595" y="4508"/>
                  <a:pt x="9451" y="4153"/>
                </a:cubicBezTo>
                <a:cubicBezTo>
                  <a:pt x="9520" y="3437"/>
                  <a:pt x="9595" y="2789"/>
                  <a:pt x="9595" y="2073"/>
                </a:cubicBezTo>
                <a:lnTo>
                  <a:pt x="9595" y="2073"/>
                </a:lnTo>
                <a:cubicBezTo>
                  <a:pt x="9377" y="2434"/>
                  <a:pt x="9234" y="3150"/>
                  <a:pt x="9090" y="4009"/>
                </a:cubicBezTo>
                <a:cubicBezTo>
                  <a:pt x="9090" y="3580"/>
                  <a:pt x="9090" y="3150"/>
                  <a:pt x="9165" y="2721"/>
                </a:cubicBezTo>
                <a:lnTo>
                  <a:pt x="9234" y="2578"/>
                </a:lnTo>
                <a:lnTo>
                  <a:pt x="9234" y="2578"/>
                </a:lnTo>
                <a:lnTo>
                  <a:pt x="9165" y="2646"/>
                </a:lnTo>
                <a:cubicBezTo>
                  <a:pt x="9234" y="1787"/>
                  <a:pt x="9308" y="859"/>
                  <a:pt x="93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14"/>
          <p:cNvSpPr/>
          <p:nvPr/>
        </p:nvSpPr>
        <p:spPr>
          <a:xfrm rot="-700615">
            <a:off x="8152545" y="243366"/>
            <a:ext cx="606348" cy="240319"/>
          </a:xfrm>
          <a:custGeom>
            <a:avLst/>
            <a:gdLst/>
            <a:ahLst/>
            <a:cxnLst/>
            <a:rect l="l" t="t" r="r" b="b"/>
            <a:pathLst>
              <a:path w="37188" h="14739" extrusionOk="0">
                <a:moveTo>
                  <a:pt x="6922" y="1"/>
                </a:moveTo>
                <a:cubicBezTo>
                  <a:pt x="4515" y="1"/>
                  <a:pt x="1" y="4385"/>
                  <a:pt x="1" y="4385"/>
                </a:cubicBezTo>
                <a:cubicBezTo>
                  <a:pt x="1" y="4385"/>
                  <a:pt x="29" y="4382"/>
                  <a:pt x="81" y="4382"/>
                </a:cubicBezTo>
                <a:cubicBezTo>
                  <a:pt x="402" y="4382"/>
                  <a:pt x="1626" y="4479"/>
                  <a:pt x="2453" y="5889"/>
                </a:cubicBezTo>
                <a:cubicBezTo>
                  <a:pt x="3401" y="7382"/>
                  <a:pt x="2856" y="8613"/>
                  <a:pt x="2856" y="8613"/>
                </a:cubicBezTo>
                <a:cubicBezTo>
                  <a:pt x="2856" y="8613"/>
                  <a:pt x="4330" y="7631"/>
                  <a:pt x="5881" y="7631"/>
                </a:cubicBezTo>
                <a:cubicBezTo>
                  <a:pt x="6331" y="7631"/>
                  <a:pt x="6787" y="7713"/>
                  <a:pt x="7216" y="7927"/>
                </a:cubicBezTo>
                <a:cubicBezTo>
                  <a:pt x="9265" y="8886"/>
                  <a:pt x="9265" y="11065"/>
                  <a:pt x="9265" y="11065"/>
                </a:cubicBezTo>
                <a:cubicBezTo>
                  <a:pt x="9265" y="11065"/>
                  <a:pt x="10148" y="10067"/>
                  <a:pt x="11613" y="10067"/>
                </a:cubicBezTo>
                <a:cubicBezTo>
                  <a:pt x="11775" y="10067"/>
                  <a:pt x="11944" y="10079"/>
                  <a:pt x="12120" y="10106"/>
                </a:cubicBezTo>
                <a:cubicBezTo>
                  <a:pt x="13897" y="10379"/>
                  <a:pt x="14572" y="12831"/>
                  <a:pt x="14572" y="12831"/>
                </a:cubicBezTo>
                <a:cubicBezTo>
                  <a:pt x="14572" y="12831"/>
                  <a:pt x="15115" y="11970"/>
                  <a:pt x="15618" y="11970"/>
                </a:cubicBezTo>
                <a:cubicBezTo>
                  <a:pt x="15681" y="11970"/>
                  <a:pt x="15743" y="11983"/>
                  <a:pt x="15804" y="12014"/>
                </a:cubicBezTo>
                <a:cubicBezTo>
                  <a:pt x="16207" y="12155"/>
                  <a:pt x="17166" y="14193"/>
                  <a:pt x="18659" y="14738"/>
                </a:cubicBezTo>
                <a:cubicBezTo>
                  <a:pt x="20022" y="14193"/>
                  <a:pt x="20981" y="12155"/>
                  <a:pt x="21384" y="12014"/>
                </a:cubicBezTo>
                <a:cubicBezTo>
                  <a:pt x="21445" y="11983"/>
                  <a:pt x="21507" y="11970"/>
                  <a:pt x="21570" y="11970"/>
                </a:cubicBezTo>
                <a:cubicBezTo>
                  <a:pt x="22073" y="11970"/>
                  <a:pt x="22616" y="12831"/>
                  <a:pt x="22616" y="12831"/>
                </a:cubicBezTo>
                <a:cubicBezTo>
                  <a:pt x="22616" y="12831"/>
                  <a:pt x="23291" y="10379"/>
                  <a:pt x="25068" y="10106"/>
                </a:cubicBezTo>
                <a:cubicBezTo>
                  <a:pt x="25244" y="10079"/>
                  <a:pt x="25413" y="10067"/>
                  <a:pt x="25575" y="10067"/>
                </a:cubicBezTo>
                <a:cubicBezTo>
                  <a:pt x="27040" y="10067"/>
                  <a:pt x="27923" y="11065"/>
                  <a:pt x="27923" y="11065"/>
                </a:cubicBezTo>
                <a:cubicBezTo>
                  <a:pt x="27923" y="11065"/>
                  <a:pt x="27923" y="8886"/>
                  <a:pt x="29972" y="7927"/>
                </a:cubicBezTo>
                <a:cubicBezTo>
                  <a:pt x="30401" y="7713"/>
                  <a:pt x="30857" y="7631"/>
                  <a:pt x="31307" y="7631"/>
                </a:cubicBezTo>
                <a:cubicBezTo>
                  <a:pt x="32858" y="7631"/>
                  <a:pt x="34332" y="8613"/>
                  <a:pt x="34332" y="8613"/>
                </a:cubicBezTo>
                <a:cubicBezTo>
                  <a:pt x="34332" y="8613"/>
                  <a:pt x="33787" y="7382"/>
                  <a:pt x="34735" y="5889"/>
                </a:cubicBezTo>
                <a:cubicBezTo>
                  <a:pt x="35562" y="4479"/>
                  <a:pt x="36785" y="4382"/>
                  <a:pt x="37107" y="4382"/>
                </a:cubicBezTo>
                <a:cubicBezTo>
                  <a:pt x="37159" y="4382"/>
                  <a:pt x="37187" y="4385"/>
                  <a:pt x="37187" y="4385"/>
                </a:cubicBezTo>
                <a:cubicBezTo>
                  <a:pt x="37187" y="4385"/>
                  <a:pt x="32673" y="1"/>
                  <a:pt x="30266" y="1"/>
                </a:cubicBezTo>
                <a:cubicBezTo>
                  <a:pt x="30164" y="1"/>
                  <a:pt x="30066" y="9"/>
                  <a:pt x="29972" y="25"/>
                </a:cubicBezTo>
                <a:cubicBezTo>
                  <a:pt x="27520" y="439"/>
                  <a:pt x="25068" y="3709"/>
                  <a:pt x="23291" y="5202"/>
                </a:cubicBezTo>
                <a:cubicBezTo>
                  <a:pt x="21995" y="6306"/>
                  <a:pt x="21063" y="6453"/>
                  <a:pt x="20659" y="6453"/>
                </a:cubicBezTo>
                <a:cubicBezTo>
                  <a:pt x="20513" y="6453"/>
                  <a:pt x="20436" y="6433"/>
                  <a:pt x="20436" y="6433"/>
                </a:cubicBezTo>
                <a:cubicBezTo>
                  <a:pt x="20436" y="6433"/>
                  <a:pt x="21929" y="3840"/>
                  <a:pt x="21253" y="3022"/>
                </a:cubicBezTo>
                <a:lnTo>
                  <a:pt x="21253" y="3022"/>
                </a:lnTo>
                <a:cubicBezTo>
                  <a:pt x="20436" y="3436"/>
                  <a:pt x="19749" y="4657"/>
                  <a:pt x="19749" y="4657"/>
                </a:cubicBezTo>
                <a:cubicBezTo>
                  <a:pt x="19379" y="4508"/>
                  <a:pt x="18967" y="4401"/>
                  <a:pt x="18536" y="4401"/>
                </a:cubicBezTo>
                <a:cubicBezTo>
                  <a:pt x="18179" y="4401"/>
                  <a:pt x="17809" y="4474"/>
                  <a:pt x="17439" y="4657"/>
                </a:cubicBezTo>
                <a:cubicBezTo>
                  <a:pt x="17439" y="4657"/>
                  <a:pt x="16752" y="3436"/>
                  <a:pt x="15935" y="3022"/>
                </a:cubicBezTo>
                <a:lnTo>
                  <a:pt x="15935" y="3022"/>
                </a:lnTo>
                <a:cubicBezTo>
                  <a:pt x="15259" y="3840"/>
                  <a:pt x="16752" y="6433"/>
                  <a:pt x="16752" y="6433"/>
                </a:cubicBezTo>
                <a:cubicBezTo>
                  <a:pt x="16752" y="6433"/>
                  <a:pt x="16675" y="6453"/>
                  <a:pt x="16529" y="6453"/>
                </a:cubicBezTo>
                <a:cubicBezTo>
                  <a:pt x="16125" y="6453"/>
                  <a:pt x="15193" y="6306"/>
                  <a:pt x="13897" y="5202"/>
                </a:cubicBezTo>
                <a:cubicBezTo>
                  <a:pt x="12120" y="3709"/>
                  <a:pt x="9668" y="439"/>
                  <a:pt x="7216" y="25"/>
                </a:cubicBezTo>
                <a:cubicBezTo>
                  <a:pt x="7122" y="9"/>
                  <a:pt x="7024" y="1"/>
                  <a:pt x="69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7" name="Google Shape;827;p14"/>
          <p:cNvGrpSpPr/>
          <p:nvPr/>
        </p:nvGrpSpPr>
        <p:grpSpPr>
          <a:xfrm rot="232915" flipH="1">
            <a:off x="18944" y="69057"/>
            <a:ext cx="872993" cy="588936"/>
            <a:chOff x="86942" y="87076"/>
            <a:chExt cx="872998" cy="588939"/>
          </a:xfrm>
        </p:grpSpPr>
        <p:sp>
          <p:nvSpPr>
            <p:cNvPr id="828" name="Google Shape;828;p14"/>
            <p:cNvSpPr/>
            <p:nvPr/>
          </p:nvSpPr>
          <p:spPr>
            <a:xfrm rot="-1306516">
              <a:off x="114876" y="227660"/>
              <a:ext cx="817130" cy="307771"/>
            </a:xfrm>
            <a:custGeom>
              <a:avLst/>
              <a:gdLst/>
              <a:ahLst/>
              <a:cxnLst/>
              <a:rect l="l" t="t" r="r" b="b"/>
              <a:pathLst>
                <a:path w="24333" h="9165" extrusionOk="0">
                  <a:moveTo>
                    <a:pt x="305" y="1"/>
                  </a:moveTo>
                  <a:cubicBezTo>
                    <a:pt x="1" y="1"/>
                    <a:pt x="83" y="173"/>
                    <a:pt x="83" y="173"/>
                  </a:cubicBezTo>
                  <a:cubicBezTo>
                    <a:pt x="83" y="173"/>
                    <a:pt x="901" y="314"/>
                    <a:pt x="1315" y="1535"/>
                  </a:cubicBezTo>
                  <a:cubicBezTo>
                    <a:pt x="1860" y="2766"/>
                    <a:pt x="1718" y="3715"/>
                    <a:pt x="1718" y="3715"/>
                  </a:cubicBezTo>
                  <a:cubicBezTo>
                    <a:pt x="1718" y="3715"/>
                    <a:pt x="2808" y="4129"/>
                    <a:pt x="3353" y="4946"/>
                  </a:cubicBezTo>
                  <a:cubicBezTo>
                    <a:pt x="3898" y="5764"/>
                    <a:pt x="4170" y="6853"/>
                    <a:pt x="4170" y="6853"/>
                  </a:cubicBezTo>
                  <a:cubicBezTo>
                    <a:pt x="4170" y="6853"/>
                    <a:pt x="5533" y="6853"/>
                    <a:pt x="6492" y="7398"/>
                  </a:cubicBezTo>
                  <a:cubicBezTo>
                    <a:pt x="7309" y="8074"/>
                    <a:pt x="7712" y="8619"/>
                    <a:pt x="7712" y="8619"/>
                  </a:cubicBezTo>
                  <a:lnTo>
                    <a:pt x="9216" y="8347"/>
                  </a:lnTo>
                  <a:cubicBezTo>
                    <a:pt x="9489" y="8892"/>
                    <a:pt x="10034" y="9164"/>
                    <a:pt x="10709" y="9164"/>
                  </a:cubicBezTo>
                  <a:cubicBezTo>
                    <a:pt x="11527" y="9164"/>
                    <a:pt x="12072" y="8761"/>
                    <a:pt x="12344" y="8216"/>
                  </a:cubicBezTo>
                  <a:cubicBezTo>
                    <a:pt x="13303" y="8216"/>
                    <a:pt x="14666" y="8216"/>
                    <a:pt x="15756" y="7943"/>
                  </a:cubicBezTo>
                  <a:cubicBezTo>
                    <a:pt x="17794" y="7398"/>
                    <a:pt x="19701" y="6984"/>
                    <a:pt x="19701" y="6984"/>
                  </a:cubicBezTo>
                  <a:cubicBezTo>
                    <a:pt x="19701" y="6984"/>
                    <a:pt x="19973" y="6581"/>
                    <a:pt x="20518" y="5894"/>
                  </a:cubicBezTo>
                  <a:cubicBezTo>
                    <a:pt x="21063" y="5219"/>
                    <a:pt x="22153" y="4946"/>
                    <a:pt x="22153" y="4946"/>
                  </a:cubicBezTo>
                  <a:cubicBezTo>
                    <a:pt x="22153" y="4946"/>
                    <a:pt x="22153" y="4532"/>
                    <a:pt x="22295" y="3856"/>
                  </a:cubicBezTo>
                  <a:cubicBezTo>
                    <a:pt x="22426" y="3170"/>
                    <a:pt x="24333" y="1949"/>
                    <a:pt x="24333" y="1949"/>
                  </a:cubicBezTo>
                  <a:lnTo>
                    <a:pt x="24333" y="1949"/>
                  </a:lnTo>
                  <a:lnTo>
                    <a:pt x="21477" y="2766"/>
                  </a:lnTo>
                  <a:cubicBezTo>
                    <a:pt x="19570" y="3170"/>
                    <a:pt x="15483" y="5764"/>
                    <a:pt x="15483" y="5764"/>
                  </a:cubicBezTo>
                  <a:cubicBezTo>
                    <a:pt x="15483" y="5764"/>
                    <a:pt x="14666" y="6581"/>
                    <a:pt x="13303" y="6984"/>
                  </a:cubicBezTo>
                  <a:cubicBezTo>
                    <a:pt x="12758" y="7126"/>
                    <a:pt x="12344" y="7126"/>
                    <a:pt x="12072" y="7126"/>
                  </a:cubicBezTo>
                  <a:cubicBezTo>
                    <a:pt x="12072" y="6984"/>
                    <a:pt x="11941" y="6984"/>
                    <a:pt x="11941" y="6853"/>
                  </a:cubicBezTo>
                  <a:lnTo>
                    <a:pt x="11941" y="5894"/>
                  </a:lnTo>
                  <a:cubicBezTo>
                    <a:pt x="11669" y="6036"/>
                    <a:pt x="11396" y="6309"/>
                    <a:pt x="11124" y="6581"/>
                  </a:cubicBezTo>
                  <a:lnTo>
                    <a:pt x="10306" y="6581"/>
                  </a:lnTo>
                  <a:cubicBezTo>
                    <a:pt x="10034" y="6309"/>
                    <a:pt x="9620" y="6036"/>
                    <a:pt x="9347" y="5894"/>
                  </a:cubicBezTo>
                  <a:lnTo>
                    <a:pt x="9347" y="5894"/>
                  </a:lnTo>
                  <a:cubicBezTo>
                    <a:pt x="9489" y="6167"/>
                    <a:pt x="9489" y="6581"/>
                    <a:pt x="9489" y="6984"/>
                  </a:cubicBezTo>
                  <a:cubicBezTo>
                    <a:pt x="9347" y="7126"/>
                    <a:pt x="9347" y="7257"/>
                    <a:pt x="9216" y="7398"/>
                  </a:cubicBezTo>
                  <a:cubicBezTo>
                    <a:pt x="8671" y="7257"/>
                    <a:pt x="6895" y="6581"/>
                    <a:pt x="6078" y="5349"/>
                  </a:cubicBezTo>
                  <a:lnTo>
                    <a:pt x="5129" y="3856"/>
                  </a:lnTo>
                  <a:cubicBezTo>
                    <a:pt x="5129" y="3856"/>
                    <a:pt x="4312" y="3170"/>
                    <a:pt x="3898" y="2352"/>
                  </a:cubicBezTo>
                  <a:cubicBezTo>
                    <a:pt x="3353" y="1677"/>
                    <a:pt x="1446" y="42"/>
                    <a:pt x="628" y="42"/>
                  </a:cubicBezTo>
                  <a:cubicBezTo>
                    <a:pt x="489" y="13"/>
                    <a:pt x="384" y="1"/>
                    <a:pt x="3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9" name="Google Shape;829;p14"/>
            <p:cNvGrpSpPr/>
            <p:nvPr/>
          </p:nvGrpSpPr>
          <p:grpSpPr>
            <a:xfrm rot="-774916">
              <a:off x="480747" y="465318"/>
              <a:ext cx="57868" cy="31595"/>
              <a:chOff x="3467344" y="1694749"/>
              <a:chExt cx="114969" cy="62784"/>
            </a:xfrm>
          </p:grpSpPr>
          <p:sp>
            <p:nvSpPr>
              <p:cNvPr id="830" name="Google Shape;830;p14"/>
              <p:cNvSpPr/>
              <p:nvPr/>
            </p:nvSpPr>
            <p:spPr>
              <a:xfrm>
                <a:off x="3545727" y="1694749"/>
                <a:ext cx="36586" cy="56634"/>
              </a:xfrm>
              <a:custGeom>
                <a:avLst/>
                <a:gdLst/>
                <a:ahLst/>
                <a:cxnLst/>
                <a:rect l="l" t="t" r="r" b="b"/>
                <a:pathLst>
                  <a:path w="1053" h="1630" extrusionOk="0">
                    <a:moveTo>
                      <a:pt x="828" y="1"/>
                    </a:moveTo>
                    <a:cubicBezTo>
                      <a:pt x="627" y="552"/>
                      <a:pt x="76" y="853"/>
                      <a:pt x="76" y="853"/>
                    </a:cubicBezTo>
                    <a:cubicBezTo>
                      <a:pt x="51" y="1103"/>
                      <a:pt x="25" y="1379"/>
                      <a:pt x="0" y="1630"/>
                    </a:cubicBezTo>
                    <a:cubicBezTo>
                      <a:pt x="1053" y="1304"/>
                      <a:pt x="828" y="1"/>
                      <a:pt x="8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14"/>
              <p:cNvSpPr/>
              <p:nvPr/>
            </p:nvSpPr>
            <p:spPr>
              <a:xfrm>
                <a:off x="3467344" y="1713928"/>
                <a:ext cx="46211" cy="43605"/>
              </a:xfrm>
              <a:custGeom>
                <a:avLst/>
                <a:gdLst/>
                <a:ahLst/>
                <a:cxnLst/>
                <a:rect l="l" t="t" r="r" b="b"/>
                <a:pathLst>
                  <a:path w="1330" h="1255" extrusionOk="0">
                    <a:moveTo>
                      <a:pt x="1" y="0"/>
                    </a:moveTo>
                    <a:lnTo>
                      <a:pt x="1" y="0"/>
                    </a:lnTo>
                    <a:cubicBezTo>
                      <a:pt x="1" y="0"/>
                      <a:pt x="218" y="1255"/>
                      <a:pt x="1268" y="1255"/>
                    </a:cubicBezTo>
                    <a:cubicBezTo>
                      <a:pt x="1288" y="1255"/>
                      <a:pt x="1308" y="1254"/>
                      <a:pt x="1329" y="1253"/>
                    </a:cubicBezTo>
                    <a:cubicBezTo>
                      <a:pt x="1204" y="1003"/>
                      <a:pt x="1104" y="777"/>
                      <a:pt x="978" y="526"/>
                    </a:cubicBezTo>
                    <a:cubicBezTo>
                      <a:pt x="978" y="526"/>
                      <a:pt x="377" y="45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32" name="Google Shape;832;p14"/>
          <p:cNvSpPr/>
          <p:nvPr/>
        </p:nvSpPr>
        <p:spPr>
          <a:xfrm rot="-717821" flipH="1">
            <a:off x="8550246" y="439161"/>
            <a:ext cx="426247" cy="200681"/>
          </a:xfrm>
          <a:custGeom>
            <a:avLst/>
            <a:gdLst/>
            <a:ahLst/>
            <a:cxnLst/>
            <a:rect l="l" t="t" r="r" b="b"/>
            <a:pathLst>
              <a:path w="20839" h="9810" extrusionOk="0">
                <a:moveTo>
                  <a:pt x="12937" y="4905"/>
                </a:moveTo>
                <a:lnTo>
                  <a:pt x="12937" y="4905"/>
                </a:lnTo>
                <a:cubicBezTo>
                  <a:pt x="12937" y="4924"/>
                  <a:pt x="12944" y="4944"/>
                  <a:pt x="12957" y="4967"/>
                </a:cubicBezTo>
                <a:lnTo>
                  <a:pt x="12957" y="4967"/>
                </a:lnTo>
                <a:cubicBezTo>
                  <a:pt x="12951" y="4946"/>
                  <a:pt x="12944" y="4925"/>
                  <a:pt x="12937" y="4905"/>
                </a:cubicBezTo>
                <a:close/>
                <a:moveTo>
                  <a:pt x="20839" y="1"/>
                </a:moveTo>
                <a:lnTo>
                  <a:pt x="19346" y="3815"/>
                </a:lnTo>
                <a:cubicBezTo>
                  <a:pt x="19346" y="3815"/>
                  <a:pt x="18256" y="4633"/>
                  <a:pt x="17842" y="5047"/>
                </a:cubicBezTo>
                <a:cubicBezTo>
                  <a:pt x="17569" y="5319"/>
                  <a:pt x="16348" y="5723"/>
                  <a:pt x="15662" y="5995"/>
                </a:cubicBezTo>
                <a:cubicBezTo>
                  <a:pt x="15531" y="5995"/>
                  <a:pt x="15531" y="5864"/>
                  <a:pt x="15531" y="5864"/>
                </a:cubicBezTo>
                <a:lnTo>
                  <a:pt x="15531" y="5592"/>
                </a:lnTo>
                <a:cubicBezTo>
                  <a:pt x="15531" y="5178"/>
                  <a:pt x="15531" y="4502"/>
                  <a:pt x="15117" y="4088"/>
                </a:cubicBezTo>
                <a:lnTo>
                  <a:pt x="15117" y="4088"/>
                </a:lnTo>
                <a:cubicBezTo>
                  <a:pt x="15259" y="4230"/>
                  <a:pt x="14986" y="4905"/>
                  <a:pt x="14986" y="5047"/>
                </a:cubicBezTo>
                <a:cubicBezTo>
                  <a:pt x="14986" y="5178"/>
                  <a:pt x="14844" y="5178"/>
                  <a:pt x="14844" y="5319"/>
                </a:cubicBezTo>
                <a:cubicBezTo>
                  <a:pt x="14765" y="5291"/>
                  <a:pt x="14691" y="5280"/>
                  <a:pt x="14620" y="5280"/>
                </a:cubicBezTo>
                <a:cubicBezTo>
                  <a:pt x="14329" y="5280"/>
                  <a:pt x="14087" y="5478"/>
                  <a:pt x="13755" y="5592"/>
                </a:cubicBezTo>
                <a:lnTo>
                  <a:pt x="13755" y="5723"/>
                </a:lnTo>
                <a:cubicBezTo>
                  <a:pt x="13624" y="5592"/>
                  <a:pt x="13482" y="5450"/>
                  <a:pt x="13482" y="5319"/>
                </a:cubicBezTo>
                <a:cubicBezTo>
                  <a:pt x="13368" y="5319"/>
                  <a:pt x="13041" y="5114"/>
                  <a:pt x="12957" y="4967"/>
                </a:cubicBezTo>
                <a:lnTo>
                  <a:pt x="12957" y="4967"/>
                </a:lnTo>
                <a:cubicBezTo>
                  <a:pt x="13079" y="5372"/>
                  <a:pt x="13079" y="5884"/>
                  <a:pt x="13079" y="6268"/>
                </a:cubicBezTo>
                <a:lnTo>
                  <a:pt x="13210" y="6268"/>
                </a:lnTo>
                <a:cubicBezTo>
                  <a:pt x="12937" y="6540"/>
                  <a:pt x="12806" y="6682"/>
                  <a:pt x="12665" y="6954"/>
                </a:cubicBezTo>
                <a:cubicBezTo>
                  <a:pt x="12537" y="6985"/>
                  <a:pt x="12388" y="7001"/>
                  <a:pt x="12221" y="7001"/>
                </a:cubicBezTo>
                <a:cubicBezTo>
                  <a:pt x="11675" y="7001"/>
                  <a:pt x="10947" y="6827"/>
                  <a:pt x="10212" y="6409"/>
                </a:cubicBezTo>
                <a:cubicBezTo>
                  <a:pt x="8578" y="5319"/>
                  <a:pt x="8305" y="4774"/>
                  <a:pt x="8305" y="4774"/>
                </a:cubicBezTo>
                <a:cubicBezTo>
                  <a:pt x="8305" y="4774"/>
                  <a:pt x="7760" y="4774"/>
                  <a:pt x="6943" y="4360"/>
                </a:cubicBezTo>
                <a:cubicBezTo>
                  <a:pt x="6125" y="3815"/>
                  <a:pt x="3673" y="2453"/>
                  <a:pt x="3673" y="2453"/>
                </a:cubicBezTo>
                <a:cubicBezTo>
                  <a:pt x="3673" y="2453"/>
                  <a:pt x="2672" y="2167"/>
                  <a:pt x="1809" y="2167"/>
                </a:cubicBezTo>
                <a:cubicBezTo>
                  <a:pt x="1481" y="2167"/>
                  <a:pt x="1174" y="2208"/>
                  <a:pt x="949" y="2322"/>
                </a:cubicBezTo>
                <a:cubicBezTo>
                  <a:pt x="0" y="2725"/>
                  <a:pt x="0" y="2998"/>
                  <a:pt x="0" y="2998"/>
                </a:cubicBezTo>
                <a:cubicBezTo>
                  <a:pt x="0" y="2998"/>
                  <a:pt x="273" y="2862"/>
                  <a:pt x="630" y="2862"/>
                </a:cubicBezTo>
                <a:cubicBezTo>
                  <a:pt x="987" y="2862"/>
                  <a:pt x="1428" y="2998"/>
                  <a:pt x="1766" y="3543"/>
                </a:cubicBezTo>
                <a:cubicBezTo>
                  <a:pt x="2453" y="4774"/>
                  <a:pt x="2725" y="6137"/>
                  <a:pt x="2725" y="6137"/>
                </a:cubicBezTo>
                <a:cubicBezTo>
                  <a:pt x="2725" y="6137"/>
                  <a:pt x="3542" y="6137"/>
                  <a:pt x="4632" y="7085"/>
                </a:cubicBezTo>
                <a:cubicBezTo>
                  <a:pt x="5581" y="8175"/>
                  <a:pt x="5722" y="8720"/>
                  <a:pt x="5722" y="8720"/>
                </a:cubicBezTo>
                <a:cubicBezTo>
                  <a:pt x="5722" y="8720"/>
                  <a:pt x="5891" y="8699"/>
                  <a:pt x="6179" y="8699"/>
                </a:cubicBezTo>
                <a:cubicBezTo>
                  <a:pt x="6622" y="8699"/>
                  <a:pt x="7348" y="8748"/>
                  <a:pt x="8174" y="8992"/>
                </a:cubicBezTo>
                <a:cubicBezTo>
                  <a:pt x="9537" y="9406"/>
                  <a:pt x="9668" y="9810"/>
                  <a:pt x="9668" y="9810"/>
                </a:cubicBezTo>
                <a:cubicBezTo>
                  <a:pt x="9668" y="9810"/>
                  <a:pt x="10485" y="9406"/>
                  <a:pt x="11575" y="8992"/>
                </a:cubicBezTo>
                <a:cubicBezTo>
                  <a:pt x="11847" y="8861"/>
                  <a:pt x="12261" y="8720"/>
                  <a:pt x="12534" y="8589"/>
                </a:cubicBezTo>
                <a:cubicBezTo>
                  <a:pt x="12665" y="8720"/>
                  <a:pt x="12806" y="8720"/>
                  <a:pt x="12806" y="8720"/>
                </a:cubicBezTo>
                <a:cubicBezTo>
                  <a:pt x="13008" y="8791"/>
                  <a:pt x="13177" y="8826"/>
                  <a:pt x="13347" y="8826"/>
                </a:cubicBezTo>
                <a:cubicBezTo>
                  <a:pt x="13518" y="8826"/>
                  <a:pt x="13689" y="8791"/>
                  <a:pt x="13896" y="8720"/>
                </a:cubicBezTo>
                <a:cubicBezTo>
                  <a:pt x="14441" y="8589"/>
                  <a:pt x="14986" y="8175"/>
                  <a:pt x="15259" y="7499"/>
                </a:cubicBezTo>
                <a:cubicBezTo>
                  <a:pt x="16348" y="6954"/>
                  <a:pt x="17711" y="5864"/>
                  <a:pt x="17711" y="5864"/>
                </a:cubicBezTo>
                <a:cubicBezTo>
                  <a:pt x="17711" y="5864"/>
                  <a:pt x="19204" y="4774"/>
                  <a:pt x="19749" y="3957"/>
                </a:cubicBezTo>
                <a:cubicBezTo>
                  <a:pt x="20435" y="2998"/>
                  <a:pt x="20839" y="1"/>
                  <a:pt x="208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Title and text 1">
  <p:cSld name="TITLE_AND_BODY_1">
    <p:spTree>
      <p:nvGrpSpPr>
        <p:cNvPr id="1" name="Shape 910"/>
        <p:cNvGrpSpPr/>
        <p:nvPr/>
      </p:nvGrpSpPr>
      <p:grpSpPr>
        <a:xfrm>
          <a:off x="0" y="0"/>
          <a:ext cx="0" cy="0"/>
          <a:chOff x="0" y="0"/>
          <a:chExt cx="0" cy="0"/>
        </a:xfrm>
      </p:grpSpPr>
      <p:sp>
        <p:nvSpPr>
          <p:cNvPr id="911" name="Google Shape;911;p16"/>
          <p:cNvSpPr txBox="1">
            <a:spLocks noGrp="1"/>
          </p:cNvSpPr>
          <p:nvPr>
            <p:ph type="title"/>
          </p:nvPr>
        </p:nvSpPr>
        <p:spPr>
          <a:xfrm>
            <a:off x="720000" y="4450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r>
              <a:rPr lang="en-US"/>
              <a:t>Click to edit Master title style</a:t>
            </a:r>
            <a:endParaRPr/>
          </a:p>
        </p:txBody>
      </p:sp>
      <p:sp>
        <p:nvSpPr>
          <p:cNvPr id="912" name="Google Shape;912;p16"/>
          <p:cNvSpPr txBox="1">
            <a:spLocks noGrp="1"/>
          </p:cNvSpPr>
          <p:nvPr>
            <p:ph type="body" idx="1"/>
          </p:nvPr>
        </p:nvSpPr>
        <p:spPr>
          <a:xfrm>
            <a:off x="720000" y="1381075"/>
            <a:ext cx="7704000" cy="10236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Font typeface="Darker Grotesque SemiBold"/>
              <a:buChar char="●"/>
              <a:defRPr/>
            </a:lvl1pPr>
            <a:lvl2pPr marL="914400" lvl="1" indent="-317500" rtl="0">
              <a:lnSpc>
                <a:spcPct val="115000"/>
              </a:lnSpc>
              <a:spcBef>
                <a:spcPts val="0"/>
              </a:spcBef>
              <a:spcAft>
                <a:spcPts val="0"/>
              </a:spcAft>
              <a:buSzPts val="1400"/>
              <a:buFont typeface="Darker Grotesque SemiBold"/>
              <a:buChar char="○"/>
              <a:defRPr/>
            </a:lvl2pPr>
            <a:lvl3pPr marL="1371600" lvl="2" indent="-317500" rtl="0">
              <a:lnSpc>
                <a:spcPct val="115000"/>
              </a:lnSpc>
              <a:spcBef>
                <a:spcPts val="0"/>
              </a:spcBef>
              <a:spcAft>
                <a:spcPts val="0"/>
              </a:spcAft>
              <a:buSzPts val="1400"/>
              <a:buFont typeface="Darker Grotesque SemiBold"/>
              <a:buChar char="■"/>
              <a:defRPr/>
            </a:lvl3pPr>
            <a:lvl4pPr marL="1828800" lvl="3" indent="-317500" rtl="0">
              <a:lnSpc>
                <a:spcPct val="115000"/>
              </a:lnSpc>
              <a:spcBef>
                <a:spcPts val="0"/>
              </a:spcBef>
              <a:spcAft>
                <a:spcPts val="0"/>
              </a:spcAft>
              <a:buSzPts val="1400"/>
              <a:buFont typeface="Darker Grotesque SemiBold"/>
              <a:buChar char="●"/>
              <a:defRPr/>
            </a:lvl4pPr>
            <a:lvl5pPr marL="2286000" lvl="4" indent="-317500" rtl="0">
              <a:lnSpc>
                <a:spcPct val="115000"/>
              </a:lnSpc>
              <a:spcBef>
                <a:spcPts val="0"/>
              </a:spcBef>
              <a:spcAft>
                <a:spcPts val="0"/>
              </a:spcAft>
              <a:buSzPts val="1400"/>
              <a:buFont typeface="Darker Grotesque SemiBold"/>
              <a:buChar char="○"/>
              <a:defRPr/>
            </a:lvl5pPr>
            <a:lvl6pPr marL="2743200" lvl="5" indent="-317500" rtl="0">
              <a:lnSpc>
                <a:spcPct val="115000"/>
              </a:lnSpc>
              <a:spcBef>
                <a:spcPts val="0"/>
              </a:spcBef>
              <a:spcAft>
                <a:spcPts val="0"/>
              </a:spcAft>
              <a:buSzPts val="1400"/>
              <a:buFont typeface="Darker Grotesque SemiBold"/>
              <a:buChar char="■"/>
              <a:defRPr/>
            </a:lvl6pPr>
            <a:lvl7pPr marL="3200400" lvl="6" indent="-317500" rtl="0">
              <a:lnSpc>
                <a:spcPct val="115000"/>
              </a:lnSpc>
              <a:spcBef>
                <a:spcPts val="0"/>
              </a:spcBef>
              <a:spcAft>
                <a:spcPts val="0"/>
              </a:spcAft>
              <a:buSzPts val="1400"/>
              <a:buFont typeface="Darker Grotesque SemiBold"/>
              <a:buChar char="●"/>
              <a:defRPr/>
            </a:lvl7pPr>
            <a:lvl8pPr marL="3657600" lvl="7" indent="-317500" rtl="0">
              <a:lnSpc>
                <a:spcPct val="115000"/>
              </a:lnSpc>
              <a:spcBef>
                <a:spcPts val="0"/>
              </a:spcBef>
              <a:spcAft>
                <a:spcPts val="0"/>
              </a:spcAft>
              <a:buSzPts val="1400"/>
              <a:buFont typeface="Darker Grotesque SemiBold"/>
              <a:buChar char="○"/>
              <a:defRPr/>
            </a:lvl8pPr>
            <a:lvl9pPr marL="4114800" lvl="8" indent="-317500" rtl="0">
              <a:lnSpc>
                <a:spcPct val="115000"/>
              </a:lnSpc>
              <a:spcBef>
                <a:spcPts val="0"/>
              </a:spcBef>
              <a:spcAft>
                <a:spcPts val="0"/>
              </a:spcAft>
              <a:buSzPts val="1400"/>
              <a:buFont typeface="Darker Grotesque SemiBold"/>
              <a:buChar char="■"/>
              <a:defRPr/>
            </a:lvl9pPr>
          </a:lstStyle>
          <a:p>
            <a:pPr lvl="0"/>
            <a:r>
              <a:rPr lang="en-US"/>
              <a:t>Click to edit Master text styles</a:t>
            </a:r>
          </a:p>
        </p:txBody>
      </p:sp>
      <p:sp>
        <p:nvSpPr>
          <p:cNvPr id="913" name="Google Shape;913;p16"/>
          <p:cNvSpPr/>
          <p:nvPr/>
        </p:nvSpPr>
        <p:spPr>
          <a:xfrm>
            <a:off x="-1179325" y="-159600"/>
            <a:ext cx="2095079" cy="5303100"/>
          </a:xfrm>
          <a:custGeom>
            <a:avLst/>
            <a:gdLst/>
            <a:ahLst/>
            <a:cxnLst/>
            <a:rect l="l" t="t" r="r" b="b"/>
            <a:pathLst>
              <a:path w="53865" h="136344" extrusionOk="0">
                <a:moveTo>
                  <a:pt x="35495" y="0"/>
                </a:moveTo>
                <a:lnTo>
                  <a:pt x="29603" y="3086"/>
                </a:lnTo>
                <a:cubicBezTo>
                  <a:pt x="29603" y="3086"/>
                  <a:pt x="35495" y="45022"/>
                  <a:pt x="36617" y="54280"/>
                </a:cubicBezTo>
                <a:cubicBezTo>
                  <a:pt x="37699" y="63208"/>
                  <a:pt x="38520" y="77489"/>
                  <a:pt x="36061" y="77489"/>
                </a:cubicBezTo>
                <a:cubicBezTo>
                  <a:pt x="35970" y="77489"/>
                  <a:pt x="35875" y="77470"/>
                  <a:pt x="35775" y="77430"/>
                </a:cubicBezTo>
                <a:cubicBezTo>
                  <a:pt x="33104" y="76308"/>
                  <a:pt x="32409" y="73918"/>
                  <a:pt x="30860" y="68172"/>
                </a:cubicBezTo>
                <a:cubicBezTo>
                  <a:pt x="29323" y="62415"/>
                  <a:pt x="18516" y="53584"/>
                  <a:pt x="16137" y="50498"/>
                </a:cubicBezTo>
                <a:cubicBezTo>
                  <a:pt x="13893" y="47412"/>
                  <a:pt x="9258" y="14723"/>
                  <a:pt x="9258" y="14723"/>
                </a:cubicBezTo>
                <a:lnTo>
                  <a:pt x="6879" y="16968"/>
                </a:lnTo>
                <a:cubicBezTo>
                  <a:pt x="6879" y="16968"/>
                  <a:pt x="11929" y="32824"/>
                  <a:pt x="12344" y="40118"/>
                </a:cubicBezTo>
                <a:cubicBezTo>
                  <a:pt x="12634" y="45078"/>
                  <a:pt x="12141" y="47184"/>
                  <a:pt x="11223" y="47184"/>
                </a:cubicBezTo>
                <a:cubicBezTo>
                  <a:pt x="10792" y="47184"/>
                  <a:pt x="10266" y="46718"/>
                  <a:pt x="9685" y="45863"/>
                </a:cubicBezTo>
                <a:cubicBezTo>
                  <a:pt x="7721" y="43204"/>
                  <a:pt x="0" y="38569"/>
                  <a:pt x="0" y="38569"/>
                </a:cubicBezTo>
                <a:lnTo>
                  <a:pt x="0" y="40118"/>
                </a:lnTo>
                <a:cubicBezTo>
                  <a:pt x="0" y="40118"/>
                  <a:pt x="6172" y="43204"/>
                  <a:pt x="8417" y="46570"/>
                </a:cubicBezTo>
                <a:cubicBezTo>
                  <a:pt x="10807" y="50072"/>
                  <a:pt x="11222" y="50778"/>
                  <a:pt x="13466" y="52035"/>
                </a:cubicBezTo>
                <a:cubicBezTo>
                  <a:pt x="15857" y="53157"/>
                  <a:pt x="23846" y="60452"/>
                  <a:pt x="24969" y="62842"/>
                </a:cubicBezTo>
                <a:cubicBezTo>
                  <a:pt x="26237" y="65086"/>
                  <a:pt x="27359" y="68868"/>
                  <a:pt x="27359" y="68868"/>
                </a:cubicBezTo>
                <a:lnTo>
                  <a:pt x="17675" y="66208"/>
                </a:lnTo>
                <a:lnTo>
                  <a:pt x="17675" y="68587"/>
                </a:lnTo>
                <a:cubicBezTo>
                  <a:pt x="17675" y="68587"/>
                  <a:pt x="24969" y="69709"/>
                  <a:pt x="26932" y="70832"/>
                </a:cubicBezTo>
                <a:cubicBezTo>
                  <a:pt x="28896" y="71954"/>
                  <a:pt x="30445" y="72380"/>
                  <a:pt x="30860" y="74759"/>
                </a:cubicBezTo>
                <a:cubicBezTo>
                  <a:pt x="31141" y="77004"/>
                  <a:pt x="31567" y="78552"/>
                  <a:pt x="33946" y="80931"/>
                </a:cubicBezTo>
                <a:cubicBezTo>
                  <a:pt x="36190" y="83176"/>
                  <a:pt x="37032" y="83176"/>
                  <a:pt x="37032" y="89347"/>
                </a:cubicBezTo>
                <a:cubicBezTo>
                  <a:pt x="37032" y="95519"/>
                  <a:pt x="38861" y="136344"/>
                  <a:pt x="38861" y="136344"/>
                </a:cubicBezTo>
                <a:lnTo>
                  <a:pt x="48119" y="135917"/>
                </a:lnTo>
                <a:cubicBezTo>
                  <a:pt x="48119" y="135917"/>
                  <a:pt x="50083" y="134380"/>
                  <a:pt x="50083" y="132831"/>
                </a:cubicBezTo>
                <a:cubicBezTo>
                  <a:pt x="50083" y="131294"/>
                  <a:pt x="46570" y="81638"/>
                  <a:pt x="45448" y="74344"/>
                </a:cubicBezTo>
                <a:cubicBezTo>
                  <a:pt x="44326" y="67050"/>
                  <a:pt x="41947" y="47827"/>
                  <a:pt x="41947" y="47827"/>
                </a:cubicBezTo>
                <a:cubicBezTo>
                  <a:pt x="41947" y="47827"/>
                  <a:pt x="46997" y="46290"/>
                  <a:pt x="48961" y="38850"/>
                </a:cubicBezTo>
                <a:cubicBezTo>
                  <a:pt x="50779" y="31556"/>
                  <a:pt x="53865" y="17394"/>
                  <a:pt x="53865" y="17394"/>
                </a:cubicBezTo>
                <a:lnTo>
                  <a:pt x="51620" y="16552"/>
                </a:lnTo>
                <a:cubicBezTo>
                  <a:pt x="51620" y="16552"/>
                  <a:pt x="48534" y="28470"/>
                  <a:pt x="48119" y="33520"/>
                </a:cubicBezTo>
                <a:cubicBezTo>
                  <a:pt x="47693" y="38569"/>
                  <a:pt x="44607" y="41240"/>
                  <a:pt x="44607" y="41240"/>
                </a:cubicBezTo>
                <a:lnTo>
                  <a:pt x="41521" y="43484"/>
                </a:lnTo>
                <a:lnTo>
                  <a:pt x="35495" y="0"/>
                </a:ln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16"/>
          <p:cNvSpPr/>
          <p:nvPr/>
        </p:nvSpPr>
        <p:spPr>
          <a:xfrm>
            <a:off x="8181575" y="746375"/>
            <a:ext cx="1028191" cy="4397131"/>
          </a:xfrm>
          <a:custGeom>
            <a:avLst/>
            <a:gdLst/>
            <a:ahLst/>
            <a:cxnLst/>
            <a:rect l="l" t="t" r="r" b="b"/>
            <a:pathLst>
              <a:path w="29738" h="89774" extrusionOk="0">
                <a:moveTo>
                  <a:pt x="16552" y="0"/>
                </a:moveTo>
                <a:cubicBezTo>
                  <a:pt x="16552" y="842"/>
                  <a:pt x="16552" y="1818"/>
                  <a:pt x="16698" y="2660"/>
                </a:cubicBezTo>
                <a:cubicBezTo>
                  <a:pt x="16698" y="3647"/>
                  <a:pt x="16979" y="4624"/>
                  <a:pt x="16979" y="5611"/>
                </a:cubicBezTo>
                <a:cubicBezTo>
                  <a:pt x="16833" y="6172"/>
                  <a:pt x="16833" y="6733"/>
                  <a:pt x="16698" y="7429"/>
                </a:cubicBezTo>
                <a:lnTo>
                  <a:pt x="16698" y="8832"/>
                </a:lnTo>
                <a:cubicBezTo>
                  <a:pt x="16552" y="9258"/>
                  <a:pt x="16552" y="9819"/>
                  <a:pt x="16418" y="10235"/>
                </a:cubicBezTo>
                <a:cubicBezTo>
                  <a:pt x="16418" y="10235"/>
                  <a:pt x="16418" y="10380"/>
                  <a:pt x="16272" y="10380"/>
                </a:cubicBezTo>
                <a:cubicBezTo>
                  <a:pt x="16137" y="10796"/>
                  <a:pt x="16137" y="11076"/>
                  <a:pt x="16137" y="11503"/>
                </a:cubicBezTo>
                <a:cubicBezTo>
                  <a:pt x="16272" y="11918"/>
                  <a:pt x="16418" y="12198"/>
                  <a:pt x="16418" y="12625"/>
                </a:cubicBezTo>
                <a:cubicBezTo>
                  <a:pt x="16552" y="13040"/>
                  <a:pt x="16418" y="13466"/>
                  <a:pt x="16272" y="13747"/>
                </a:cubicBezTo>
                <a:cubicBezTo>
                  <a:pt x="16137" y="15004"/>
                  <a:pt x="16272" y="16552"/>
                  <a:pt x="15576" y="17529"/>
                </a:cubicBezTo>
                <a:cubicBezTo>
                  <a:pt x="14588" y="16406"/>
                  <a:pt x="14027" y="15150"/>
                  <a:pt x="13612" y="13601"/>
                </a:cubicBezTo>
                <a:cubicBezTo>
                  <a:pt x="13612" y="13321"/>
                  <a:pt x="13466" y="13186"/>
                  <a:pt x="13466" y="12905"/>
                </a:cubicBezTo>
                <a:lnTo>
                  <a:pt x="13893" y="11637"/>
                </a:lnTo>
                <a:cubicBezTo>
                  <a:pt x="14308" y="10661"/>
                  <a:pt x="14308" y="9539"/>
                  <a:pt x="14027" y="8551"/>
                </a:cubicBezTo>
                <a:cubicBezTo>
                  <a:pt x="13893" y="8551"/>
                  <a:pt x="13747" y="8697"/>
                  <a:pt x="13747" y="8978"/>
                </a:cubicBezTo>
                <a:cubicBezTo>
                  <a:pt x="13612" y="9258"/>
                  <a:pt x="13747" y="9393"/>
                  <a:pt x="13612" y="9673"/>
                </a:cubicBezTo>
                <a:cubicBezTo>
                  <a:pt x="13612" y="9954"/>
                  <a:pt x="13466" y="10100"/>
                  <a:pt x="13332" y="10380"/>
                </a:cubicBezTo>
                <a:cubicBezTo>
                  <a:pt x="13051" y="10796"/>
                  <a:pt x="12905" y="11503"/>
                  <a:pt x="12771" y="12198"/>
                </a:cubicBezTo>
                <a:cubicBezTo>
                  <a:pt x="12490" y="11918"/>
                  <a:pt x="12344" y="11637"/>
                  <a:pt x="12064" y="11357"/>
                </a:cubicBezTo>
                <a:cubicBezTo>
                  <a:pt x="12064" y="11357"/>
                  <a:pt x="11929" y="11222"/>
                  <a:pt x="11929" y="11076"/>
                </a:cubicBezTo>
                <a:cubicBezTo>
                  <a:pt x="11783" y="10942"/>
                  <a:pt x="11783" y="10661"/>
                  <a:pt x="11783" y="10380"/>
                </a:cubicBezTo>
                <a:cubicBezTo>
                  <a:pt x="11503" y="10100"/>
                  <a:pt x="11368" y="9819"/>
                  <a:pt x="11222" y="9393"/>
                </a:cubicBezTo>
                <a:cubicBezTo>
                  <a:pt x="11222" y="9258"/>
                  <a:pt x="11222" y="8978"/>
                  <a:pt x="11087" y="8832"/>
                </a:cubicBezTo>
                <a:lnTo>
                  <a:pt x="10807" y="8551"/>
                </a:lnTo>
                <a:cubicBezTo>
                  <a:pt x="10661" y="8551"/>
                  <a:pt x="10526" y="8417"/>
                  <a:pt x="10380" y="8417"/>
                </a:cubicBezTo>
                <a:cubicBezTo>
                  <a:pt x="10246" y="8271"/>
                  <a:pt x="10100" y="8136"/>
                  <a:pt x="9965" y="8136"/>
                </a:cubicBezTo>
                <a:cubicBezTo>
                  <a:pt x="10100" y="8697"/>
                  <a:pt x="10100" y="9258"/>
                  <a:pt x="10246" y="9673"/>
                </a:cubicBezTo>
                <a:cubicBezTo>
                  <a:pt x="10380" y="10235"/>
                  <a:pt x="10661" y="10661"/>
                  <a:pt x="10941" y="11222"/>
                </a:cubicBezTo>
                <a:cubicBezTo>
                  <a:pt x="10941" y="11503"/>
                  <a:pt x="11087" y="11783"/>
                  <a:pt x="11222" y="12064"/>
                </a:cubicBezTo>
                <a:cubicBezTo>
                  <a:pt x="11503" y="12344"/>
                  <a:pt x="11648" y="12625"/>
                  <a:pt x="11783" y="12905"/>
                </a:cubicBezTo>
                <a:cubicBezTo>
                  <a:pt x="12490" y="14027"/>
                  <a:pt x="12905" y="15430"/>
                  <a:pt x="13186" y="16833"/>
                </a:cubicBezTo>
                <a:cubicBezTo>
                  <a:pt x="13332" y="17248"/>
                  <a:pt x="13332" y="17675"/>
                  <a:pt x="13612" y="18090"/>
                </a:cubicBezTo>
                <a:cubicBezTo>
                  <a:pt x="13747" y="18516"/>
                  <a:pt x="14027" y="18931"/>
                  <a:pt x="14173" y="19358"/>
                </a:cubicBezTo>
                <a:cubicBezTo>
                  <a:pt x="14308" y="19773"/>
                  <a:pt x="14454" y="20334"/>
                  <a:pt x="14588" y="20761"/>
                </a:cubicBezTo>
                <a:cubicBezTo>
                  <a:pt x="14734" y="21737"/>
                  <a:pt x="15295" y="22578"/>
                  <a:pt x="15711" y="23566"/>
                </a:cubicBezTo>
                <a:cubicBezTo>
                  <a:pt x="16418" y="25249"/>
                  <a:pt x="16272" y="27213"/>
                  <a:pt x="15991" y="29177"/>
                </a:cubicBezTo>
                <a:cubicBezTo>
                  <a:pt x="15857" y="30153"/>
                  <a:pt x="15857" y="30995"/>
                  <a:pt x="15576" y="31982"/>
                </a:cubicBezTo>
                <a:cubicBezTo>
                  <a:pt x="15150" y="30995"/>
                  <a:pt x="14173" y="30434"/>
                  <a:pt x="13893" y="29311"/>
                </a:cubicBezTo>
                <a:cubicBezTo>
                  <a:pt x="13893" y="29177"/>
                  <a:pt x="13893" y="28896"/>
                  <a:pt x="13747" y="28750"/>
                </a:cubicBezTo>
                <a:cubicBezTo>
                  <a:pt x="13747" y="28616"/>
                  <a:pt x="13612" y="28616"/>
                  <a:pt x="13466" y="28470"/>
                </a:cubicBezTo>
                <a:lnTo>
                  <a:pt x="12625" y="28055"/>
                </a:lnTo>
                <a:lnTo>
                  <a:pt x="12625" y="28055"/>
                </a:lnTo>
                <a:cubicBezTo>
                  <a:pt x="12490" y="28335"/>
                  <a:pt x="12625" y="28616"/>
                  <a:pt x="12771" y="28750"/>
                </a:cubicBezTo>
                <a:cubicBezTo>
                  <a:pt x="12905" y="29031"/>
                  <a:pt x="13051" y="29177"/>
                  <a:pt x="13186" y="29311"/>
                </a:cubicBezTo>
                <a:cubicBezTo>
                  <a:pt x="13612" y="30018"/>
                  <a:pt x="13612" y="30995"/>
                  <a:pt x="14027" y="31702"/>
                </a:cubicBezTo>
                <a:cubicBezTo>
                  <a:pt x="14173" y="32117"/>
                  <a:pt x="14308" y="32263"/>
                  <a:pt x="14454" y="32543"/>
                </a:cubicBezTo>
                <a:cubicBezTo>
                  <a:pt x="15015" y="33665"/>
                  <a:pt x="15015" y="35068"/>
                  <a:pt x="15430" y="36190"/>
                </a:cubicBezTo>
                <a:lnTo>
                  <a:pt x="15857" y="37447"/>
                </a:lnTo>
                <a:cubicBezTo>
                  <a:pt x="15991" y="38008"/>
                  <a:pt x="15991" y="38569"/>
                  <a:pt x="15991" y="39276"/>
                </a:cubicBezTo>
                <a:cubicBezTo>
                  <a:pt x="15991" y="40253"/>
                  <a:pt x="15991" y="41375"/>
                  <a:pt x="15857" y="42497"/>
                </a:cubicBezTo>
                <a:cubicBezTo>
                  <a:pt x="15857" y="43339"/>
                  <a:pt x="15576" y="44046"/>
                  <a:pt x="15430" y="44887"/>
                </a:cubicBezTo>
                <a:cubicBezTo>
                  <a:pt x="15295" y="46425"/>
                  <a:pt x="15015" y="47827"/>
                  <a:pt x="14869" y="49230"/>
                </a:cubicBezTo>
                <a:cubicBezTo>
                  <a:pt x="14734" y="50633"/>
                  <a:pt x="14869" y="52181"/>
                  <a:pt x="14588" y="53584"/>
                </a:cubicBezTo>
                <a:cubicBezTo>
                  <a:pt x="14308" y="55682"/>
                  <a:pt x="14173" y="57792"/>
                  <a:pt x="14308" y="59891"/>
                </a:cubicBezTo>
                <a:cubicBezTo>
                  <a:pt x="14308" y="60452"/>
                  <a:pt x="14173" y="61013"/>
                  <a:pt x="13893" y="61293"/>
                </a:cubicBezTo>
                <a:cubicBezTo>
                  <a:pt x="13747" y="60878"/>
                  <a:pt x="13466" y="60598"/>
                  <a:pt x="13466" y="60036"/>
                </a:cubicBezTo>
                <a:cubicBezTo>
                  <a:pt x="13466" y="59891"/>
                  <a:pt x="13466" y="59756"/>
                  <a:pt x="13332" y="59610"/>
                </a:cubicBezTo>
                <a:cubicBezTo>
                  <a:pt x="13332" y="59404"/>
                  <a:pt x="13253" y="59277"/>
                  <a:pt x="13158" y="59277"/>
                </a:cubicBezTo>
                <a:cubicBezTo>
                  <a:pt x="13124" y="59277"/>
                  <a:pt x="13087" y="59294"/>
                  <a:pt x="13051" y="59329"/>
                </a:cubicBezTo>
                <a:lnTo>
                  <a:pt x="13051" y="59475"/>
                </a:lnTo>
                <a:cubicBezTo>
                  <a:pt x="12905" y="59891"/>
                  <a:pt x="12905" y="60452"/>
                  <a:pt x="13051" y="60878"/>
                </a:cubicBezTo>
                <a:cubicBezTo>
                  <a:pt x="13051" y="61013"/>
                  <a:pt x="13186" y="61159"/>
                  <a:pt x="13186" y="61439"/>
                </a:cubicBezTo>
                <a:lnTo>
                  <a:pt x="13186" y="61854"/>
                </a:lnTo>
                <a:cubicBezTo>
                  <a:pt x="13186" y="62561"/>
                  <a:pt x="13186" y="63122"/>
                  <a:pt x="13332" y="63818"/>
                </a:cubicBezTo>
                <a:cubicBezTo>
                  <a:pt x="13332" y="64379"/>
                  <a:pt x="13466" y="65086"/>
                  <a:pt x="13186" y="65647"/>
                </a:cubicBezTo>
                <a:lnTo>
                  <a:pt x="12771" y="64806"/>
                </a:lnTo>
                <a:cubicBezTo>
                  <a:pt x="12490" y="64099"/>
                  <a:pt x="12209" y="63403"/>
                  <a:pt x="12064" y="62696"/>
                </a:cubicBezTo>
                <a:cubicBezTo>
                  <a:pt x="11783" y="61854"/>
                  <a:pt x="11783" y="61159"/>
                  <a:pt x="11368" y="60452"/>
                </a:cubicBezTo>
                <a:cubicBezTo>
                  <a:pt x="11222" y="60317"/>
                  <a:pt x="11087" y="60036"/>
                  <a:pt x="11087" y="59756"/>
                </a:cubicBezTo>
                <a:cubicBezTo>
                  <a:pt x="10941" y="59475"/>
                  <a:pt x="10941" y="59049"/>
                  <a:pt x="10941" y="58768"/>
                </a:cubicBezTo>
                <a:cubicBezTo>
                  <a:pt x="10941" y="58488"/>
                  <a:pt x="10807" y="58073"/>
                  <a:pt x="10661" y="57792"/>
                </a:cubicBezTo>
                <a:cubicBezTo>
                  <a:pt x="10246" y="56670"/>
                  <a:pt x="9819" y="55402"/>
                  <a:pt x="9404" y="54145"/>
                </a:cubicBezTo>
                <a:cubicBezTo>
                  <a:pt x="8978" y="53023"/>
                  <a:pt x="9404" y="52035"/>
                  <a:pt x="9258" y="50913"/>
                </a:cubicBezTo>
                <a:lnTo>
                  <a:pt x="8843" y="49656"/>
                </a:lnTo>
                <a:lnTo>
                  <a:pt x="8697" y="49656"/>
                </a:lnTo>
                <a:cubicBezTo>
                  <a:pt x="8697" y="50352"/>
                  <a:pt x="8697" y="51059"/>
                  <a:pt x="8562" y="51755"/>
                </a:cubicBezTo>
                <a:cubicBezTo>
                  <a:pt x="8282" y="51340"/>
                  <a:pt x="8136" y="50779"/>
                  <a:pt x="8001" y="50217"/>
                </a:cubicBezTo>
                <a:cubicBezTo>
                  <a:pt x="7721" y="48669"/>
                  <a:pt x="7721" y="47131"/>
                  <a:pt x="7855" y="45583"/>
                </a:cubicBezTo>
                <a:cubicBezTo>
                  <a:pt x="7855" y="44887"/>
                  <a:pt x="8001" y="44326"/>
                  <a:pt x="8136" y="43765"/>
                </a:cubicBezTo>
                <a:cubicBezTo>
                  <a:pt x="8282" y="43204"/>
                  <a:pt x="8562" y="42643"/>
                  <a:pt x="8978" y="42497"/>
                </a:cubicBezTo>
                <a:cubicBezTo>
                  <a:pt x="9258" y="42362"/>
                  <a:pt x="9404" y="42362"/>
                  <a:pt x="9539" y="42216"/>
                </a:cubicBezTo>
                <a:cubicBezTo>
                  <a:pt x="9819" y="41936"/>
                  <a:pt x="10100" y="41375"/>
                  <a:pt x="10380" y="41240"/>
                </a:cubicBezTo>
                <a:lnTo>
                  <a:pt x="10380" y="40814"/>
                </a:lnTo>
                <a:cubicBezTo>
                  <a:pt x="10246" y="40814"/>
                  <a:pt x="9965" y="40814"/>
                  <a:pt x="9819" y="40960"/>
                </a:cubicBezTo>
                <a:cubicBezTo>
                  <a:pt x="9685" y="41094"/>
                  <a:pt x="9539" y="41240"/>
                  <a:pt x="9404" y="41240"/>
                </a:cubicBezTo>
                <a:cubicBezTo>
                  <a:pt x="8978" y="41655"/>
                  <a:pt x="8562" y="41801"/>
                  <a:pt x="8136" y="41936"/>
                </a:cubicBezTo>
                <a:lnTo>
                  <a:pt x="8001" y="41936"/>
                </a:lnTo>
                <a:cubicBezTo>
                  <a:pt x="7855" y="41801"/>
                  <a:pt x="7855" y="41655"/>
                  <a:pt x="7855" y="41375"/>
                </a:cubicBezTo>
                <a:cubicBezTo>
                  <a:pt x="7855" y="40679"/>
                  <a:pt x="7855" y="39837"/>
                  <a:pt x="7575" y="39276"/>
                </a:cubicBezTo>
                <a:cubicBezTo>
                  <a:pt x="7294" y="38569"/>
                  <a:pt x="6733" y="38008"/>
                  <a:pt x="6879" y="37167"/>
                </a:cubicBezTo>
                <a:lnTo>
                  <a:pt x="6879" y="37167"/>
                </a:lnTo>
                <a:cubicBezTo>
                  <a:pt x="6599" y="37313"/>
                  <a:pt x="6599" y="37728"/>
                  <a:pt x="6599" y="38154"/>
                </a:cubicBezTo>
                <a:cubicBezTo>
                  <a:pt x="6879" y="39276"/>
                  <a:pt x="7160" y="40679"/>
                  <a:pt x="7014" y="41936"/>
                </a:cubicBezTo>
                <a:cubicBezTo>
                  <a:pt x="7014" y="43058"/>
                  <a:pt x="6599" y="44046"/>
                  <a:pt x="6599" y="45168"/>
                </a:cubicBezTo>
                <a:cubicBezTo>
                  <a:pt x="6599" y="46009"/>
                  <a:pt x="6733" y="46986"/>
                  <a:pt x="6453" y="47693"/>
                </a:cubicBezTo>
                <a:cubicBezTo>
                  <a:pt x="5757" y="46851"/>
                  <a:pt x="5196" y="45729"/>
                  <a:pt x="4635" y="44887"/>
                </a:cubicBezTo>
                <a:cubicBezTo>
                  <a:pt x="4074" y="43900"/>
                  <a:pt x="4208" y="42497"/>
                  <a:pt x="4354" y="41375"/>
                </a:cubicBezTo>
                <a:lnTo>
                  <a:pt x="4354" y="41375"/>
                </a:lnTo>
                <a:cubicBezTo>
                  <a:pt x="4074" y="41655"/>
                  <a:pt x="3793" y="42216"/>
                  <a:pt x="3647" y="42777"/>
                </a:cubicBezTo>
                <a:cubicBezTo>
                  <a:pt x="3513" y="43339"/>
                  <a:pt x="3647" y="43900"/>
                  <a:pt x="3647" y="44461"/>
                </a:cubicBezTo>
                <a:cubicBezTo>
                  <a:pt x="3086" y="43619"/>
                  <a:pt x="2671" y="42643"/>
                  <a:pt x="1964" y="42216"/>
                </a:cubicBezTo>
                <a:cubicBezTo>
                  <a:pt x="1684" y="42082"/>
                  <a:pt x="1403" y="42082"/>
                  <a:pt x="1268" y="41936"/>
                </a:cubicBezTo>
                <a:cubicBezTo>
                  <a:pt x="1122" y="41801"/>
                  <a:pt x="1122" y="41655"/>
                  <a:pt x="988" y="41521"/>
                </a:cubicBezTo>
                <a:cubicBezTo>
                  <a:pt x="707" y="41094"/>
                  <a:pt x="146" y="40960"/>
                  <a:pt x="0" y="40253"/>
                </a:cubicBezTo>
                <a:lnTo>
                  <a:pt x="0" y="40253"/>
                </a:lnTo>
                <a:cubicBezTo>
                  <a:pt x="146" y="40960"/>
                  <a:pt x="427" y="41655"/>
                  <a:pt x="842" y="42082"/>
                </a:cubicBezTo>
                <a:cubicBezTo>
                  <a:pt x="988" y="42362"/>
                  <a:pt x="1122" y="42497"/>
                  <a:pt x="1268" y="42643"/>
                </a:cubicBezTo>
                <a:cubicBezTo>
                  <a:pt x="1268" y="42923"/>
                  <a:pt x="1403" y="43204"/>
                  <a:pt x="1549" y="43339"/>
                </a:cubicBezTo>
                <a:cubicBezTo>
                  <a:pt x="1684" y="43484"/>
                  <a:pt x="1829" y="43484"/>
                  <a:pt x="1964" y="43484"/>
                </a:cubicBezTo>
                <a:cubicBezTo>
                  <a:pt x="2245" y="43619"/>
                  <a:pt x="2390" y="43900"/>
                  <a:pt x="2525" y="44326"/>
                </a:cubicBezTo>
                <a:cubicBezTo>
                  <a:pt x="3793" y="46290"/>
                  <a:pt x="4769" y="48669"/>
                  <a:pt x="5757" y="50913"/>
                </a:cubicBezTo>
                <a:cubicBezTo>
                  <a:pt x="6172" y="51620"/>
                  <a:pt x="6453" y="52316"/>
                  <a:pt x="6599" y="53023"/>
                </a:cubicBezTo>
                <a:cubicBezTo>
                  <a:pt x="6733" y="53719"/>
                  <a:pt x="6733" y="54280"/>
                  <a:pt x="7014" y="54987"/>
                </a:cubicBezTo>
                <a:cubicBezTo>
                  <a:pt x="7160" y="55402"/>
                  <a:pt x="7575" y="55828"/>
                  <a:pt x="7294" y="56243"/>
                </a:cubicBezTo>
                <a:cubicBezTo>
                  <a:pt x="6976" y="56029"/>
                  <a:pt x="6652" y="55735"/>
                  <a:pt x="6331" y="55735"/>
                </a:cubicBezTo>
                <a:cubicBezTo>
                  <a:pt x="6233" y="55735"/>
                  <a:pt x="6135" y="55763"/>
                  <a:pt x="6038" y="55828"/>
                </a:cubicBezTo>
                <a:cubicBezTo>
                  <a:pt x="6318" y="56524"/>
                  <a:pt x="6733" y="57231"/>
                  <a:pt x="7294" y="57646"/>
                </a:cubicBezTo>
                <a:cubicBezTo>
                  <a:pt x="7440" y="57927"/>
                  <a:pt x="7721" y="58073"/>
                  <a:pt x="7855" y="58207"/>
                </a:cubicBezTo>
                <a:cubicBezTo>
                  <a:pt x="8562" y="59049"/>
                  <a:pt x="8697" y="60171"/>
                  <a:pt x="8978" y="61293"/>
                </a:cubicBezTo>
                <a:cubicBezTo>
                  <a:pt x="8978" y="61434"/>
                  <a:pt x="9374" y="63130"/>
                  <a:pt x="9272" y="63130"/>
                </a:cubicBezTo>
                <a:cubicBezTo>
                  <a:pt x="9268" y="63130"/>
                  <a:pt x="9263" y="63127"/>
                  <a:pt x="9258" y="63122"/>
                </a:cubicBezTo>
                <a:cubicBezTo>
                  <a:pt x="8697" y="62842"/>
                  <a:pt x="8136" y="62415"/>
                  <a:pt x="7721" y="61854"/>
                </a:cubicBezTo>
                <a:cubicBezTo>
                  <a:pt x="7294" y="61439"/>
                  <a:pt x="7014" y="61013"/>
                  <a:pt x="7160" y="60452"/>
                </a:cubicBezTo>
                <a:cubicBezTo>
                  <a:pt x="6879" y="60171"/>
                  <a:pt x="6599" y="60036"/>
                  <a:pt x="6318" y="60036"/>
                </a:cubicBezTo>
                <a:lnTo>
                  <a:pt x="6318" y="60598"/>
                </a:lnTo>
                <a:cubicBezTo>
                  <a:pt x="5476" y="60452"/>
                  <a:pt x="5050" y="59329"/>
                  <a:pt x="4489" y="58634"/>
                </a:cubicBezTo>
                <a:cubicBezTo>
                  <a:pt x="4354" y="58488"/>
                  <a:pt x="4074" y="58353"/>
                  <a:pt x="3928" y="58207"/>
                </a:cubicBezTo>
                <a:cubicBezTo>
                  <a:pt x="3793" y="57792"/>
                  <a:pt x="3647" y="57366"/>
                  <a:pt x="3513" y="56805"/>
                </a:cubicBezTo>
                <a:cubicBezTo>
                  <a:pt x="3367" y="56389"/>
                  <a:pt x="3086" y="55963"/>
                  <a:pt x="2671" y="55828"/>
                </a:cubicBezTo>
                <a:lnTo>
                  <a:pt x="2671" y="55828"/>
                </a:lnTo>
                <a:cubicBezTo>
                  <a:pt x="2806" y="56524"/>
                  <a:pt x="2806" y="57085"/>
                  <a:pt x="2952" y="57646"/>
                </a:cubicBezTo>
                <a:cubicBezTo>
                  <a:pt x="2952" y="58353"/>
                  <a:pt x="3086" y="58768"/>
                  <a:pt x="2671" y="59049"/>
                </a:cubicBezTo>
                <a:cubicBezTo>
                  <a:pt x="2525" y="59195"/>
                  <a:pt x="2671" y="59610"/>
                  <a:pt x="2806" y="59610"/>
                </a:cubicBezTo>
                <a:cubicBezTo>
                  <a:pt x="3086" y="59756"/>
                  <a:pt x="3232" y="59756"/>
                  <a:pt x="3513" y="59756"/>
                </a:cubicBezTo>
                <a:cubicBezTo>
                  <a:pt x="4074" y="59891"/>
                  <a:pt x="4354" y="60732"/>
                  <a:pt x="4769" y="61159"/>
                </a:cubicBezTo>
                <a:cubicBezTo>
                  <a:pt x="5050" y="61293"/>
                  <a:pt x="5196" y="61439"/>
                  <a:pt x="5476" y="61574"/>
                </a:cubicBezTo>
                <a:cubicBezTo>
                  <a:pt x="5757" y="61720"/>
                  <a:pt x="5892" y="62000"/>
                  <a:pt x="6038" y="62281"/>
                </a:cubicBezTo>
                <a:cubicBezTo>
                  <a:pt x="6599" y="62977"/>
                  <a:pt x="7014" y="63683"/>
                  <a:pt x="7440" y="64379"/>
                </a:cubicBezTo>
                <a:cubicBezTo>
                  <a:pt x="7855" y="64940"/>
                  <a:pt x="8136" y="65501"/>
                  <a:pt x="8562" y="66062"/>
                </a:cubicBezTo>
                <a:cubicBezTo>
                  <a:pt x="9819" y="68172"/>
                  <a:pt x="10526" y="70697"/>
                  <a:pt x="10807" y="73357"/>
                </a:cubicBezTo>
                <a:cubicBezTo>
                  <a:pt x="10941" y="73783"/>
                  <a:pt x="10941" y="74198"/>
                  <a:pt x="11087" y="74625"/>
                </a:cubicBezTo>
                <a:cubicBezTo>
                  <a:pt x="11368" y="74905"/>
                  <a:pt x="11503" y="75040"/>
                  <a:pt x="11648" y="75320"/>
                </a:cubicBezTo>
                <a:cubicBezTo>
                  <a:pt x="11783" y="75601"/>
                  <a:pt x="11783" y="75881"/>
                  <a:pt x="11783" y="76162"/>
                </a:cubicBezTo>
                <a:cubicBezTo>
                  <a:pt x="11929" y="77711"/>
                  <a:pt x="12209" y="79394"/>
                  <a:pt x="12344" y="80931"/>
                </a:cubicBezTo>
                <a:cubicBezTo>
                  <a:pt x="12771" y="83176"/>
                  <a:pt x="13051" y="85285"/>
                  <a:pt x="13332" y="87530"/>
                </a:cubicBezTo>
                <a:cubicBezTo>
                  <a:pt x="13466" y="88091"/>
                  <a:pt x="15576" y="88506"/>
                  <a:pt x="15991" y="88652"/>
                </a:cubicBezTo>
                <a:cubicBezTo>
                  <a:pt x="16979" y="89067"/>
                  <a:pt x="17955" y="89213"/>
                  <a:pt x="18797" y="89347"/>
                </a:cubicBezTo>
                <a:cubicBezTo>
                  <a:pt x="19638" y="89493"/>
                  <a:pt x="20345" y="89774"/>
                  <a:pt x="21041" y="89774"/>
                </a:cubicBezTo>
                <a:cubicBezTo>
                  <a:pt x="22028" y="89774"/>
                  <a:pt x="23005" y="89628"/>
                  <a:pt x="23992" y="89493"/>
                </a:cubicBezTo>
                <a:cubicBezTo>
                  <a:pt x="24127" y="87384"/>
                  <a:pt x="23712" y="85285"/>
                  <a:pt x="23566" y="83041"/>
                </a:cubicBezTo>
                <a:cubicBezTo>
                  <a:pt x="23431" y="81919"/>
                  <a:pt x="23431" y="80797"/>
                  <a:pt x="23431" y="79674"/>
                </a:cubicBezTo>
                <a:cubicBezTo>
                  <a:pt x="23285" y="77565"/>
                  <a:pt x="23151" y="75601"/>
                  <a:pt x="23151" y="73502"/>
                </a:cubicBezTo>
                <a:cubicBezTo>
                  <a:pt x="23005" y="72234"/>
                  <a:pt x="23005" y="70832"/>
                  <a:pt x="23151" y="69575"/>
                </a:cubicBezTo>
                <a:cubicBezTo>
                  <a:pt x="23285" y="66624"/>
                  <a:pt x="23992" y="63818"/>
                  <a:pt x="24127" y="60878"/>
                </a:cubicBezTo>
                <a:cubicBezTo>
                  <a:pt x="24273" y="59891"/>
                  <a:pt x="24273" y="58768"/>
                  <a:pt x="24969" y="58073"/>
                </a:cubicBezTo>
                <a:cubicBezTo>
                  <a:pt x="25249" y="57792"/>
                  <a:pt x="25676" y="57646"/>
                  <a:pt x="25956" y="57366"/>
                </a:cubicBezTo>
                <a:cubicBezTo>
                  <a:pt x="26371" y="57085"/>
                  <a:pt x="26517" y="56389"/>
                  <a:pt x="26237" y="56109"/>
                </a:cubicBezTo>
                <a:cubicBezTo>
                  <a:pt x="26156" y="56081"/>
                  <a:pt x="26071" y="56069"/>
                  <a:pt x="25983" y="56069"/>
                </a:cubicBezTo>
                <a:cubicBezTo>
                  <a:pt x="25608" y="56069"/>
                  <a:pt x="25196" y="56296"/>
                  <a:pt x="24969" y="56524"/>
                </a:cubicBezTo>
                <a:cubicBezTo>
                  <a:pt x="24770" y="56722"/>
                  <a:pt x="24572" y="56921"/>
                  <a:pt x="24373" y="56921"/>
                </a:cubicBezTo>
                <a:cubicBezTo>
                  <a:pt x="24291" y="56921"/>
                  <a:pt x="24209" y="56887"/>
                  <a:pt x="24127" y="56805"/>
                </a:cubicBezTo>
                <a:cubicBezTo>
                  <a:pt x="24553" y="54841"/>
                  <a:pt x="24553" y="52742"/>
                  <a:pt x="24407" y="50779"/>
                </a:cubicBezTo>
                <a:lnTo>
                  <a:pt x="24127" y="50779"/>
                </a:lnTo>
                <a:cubicBezTo>
                  <a:pt x="24127" y="51901"/>
                  <a:pt x="23566" y="52877"/>
                  <a:pt x="23431" y="53999"/>
                </a:cubicBezTo>
                <a:cubicBezTo>
                  <a:pt x="22724" y="56524"/>
                  <a:pt x="23285" y="59475"/>
                  <a:pt x="22590" y="62000"/>
                </a:cubicBezTo>
                <a:cubicBezTo>
                  <a:pt x="22444" y="62281"/>
                  <a:pt x="22309" y="62415"/>
                  <a:pt x="22163" y="62561"/>
                </a:cubicBezTo>
                <a:cubicBezTo>
                  <a:pt x="21883" y="62561"/>
                  <a:pt x="21748" y="62135"/>
                  <a:pt x="21748" y="61854"/>
                </a:cubicBezTo>
                <a:cubicBezTo>
                  <a:pt x="21041" y="57927"/>
                  <a:pt x="21187" y="53719"/>
                  <a:pt x="21187" y="49791"/>
                </a:cubicBezTo>
                <a:lnTo>
                  <a:pt x="21187" y="47973"/>
                </a:lnTo>
                <a:cubicBezTo>
                  <a:pt x="21467" y="47266"/>
                  <a:pt x="21748" y="46570"/>
                  <a:pt x="21883" y="45863"/>
                </a:cubicBezTo>
                <a:cubicBezTo>
                  <a:pt x="22028" y="45022"/>
                  <a:pt x="22028" y="43900"/>
                  <a:pt x="22444" y="43204"/>
                </a:cubicBezTo>
                <a:cubicBezTo>
                  <a:pt x="22590" y="42923"/>
                  <a:pt x="22870" y="42643"/>
                  <a:pt x="23151" y="42362"/>
                </a:cubicBezTo>
                <a:cubicBezTo>
                  <a:pt x="23285" y="42082"/>
                  <a:pt x="23566" y="41655"/>
                  <a:pt x="23431" y="41240"/>
                </a:cubicBezTo>
                <a:cubicBezTo>
                  <a:pt x="23431" y="41094"/>
                  <a:pt x="23285" y="40960"/>
                  <a:pt x="23151" y="40679"/>
                </a:cubicBezTo>
                <a:cubicBezTo>
                  <a:pt x="23005" y="40253"/>
                  <a:pt x="23005" y="39557"/>
                  <a:pt x="23285" y="39130"/>
                </a:cubicBezTo>
                <a:cubicBezTo>
                  <a:pt x="23566" y="38850"/>
                  <a:pt x="23846" y="38569"/>
                  <a:pt x="23566" y="38289"/>
                </a:cubicBezTo>
                <a:cubicBezTo>
                  <a:pt x="23550" y="38273"/>
                  <a:pt x="23530" y="38266"/>
                  <a:pt x="23505" y="38266"/>
                </a:cubicBezTo>
                <a:cubicBezTo>
                  <a:pt x="23073" y="38266"/>
                  <a:pt x="21306" y="40414"/>
                  <a:pt x="21041" y="40679"/>
                </a:cubicBezTo>
                <a:lnTo>
                  <a:pt x="20760" y="40679"/>
                </a:lnTo>
                <a:cubicBezTo>
                  <a:pt x="20480" y="39411"/>
                  <a:pt x="20480" y="38154"/>
                  <a:pt x="21322" y="37313"/>
                </a:cubicBezTo>
                <a:cubicBezTo>
                  <a:pt x="21467" y="37032"/>
                  <a:pt x="21748" y="36751"/>
                  <a:pt x="21883" y="36471"/>
                </a:cubicBezTo>
                <a:cubicBezTo>
                  <a:pt x="22028" y="36044"/>
                  <a:pt x="21883" y="35629"/>
                  <a:pt x="21883" y="35203"/>
                </a:cubicBezTo>
                <a:cubicBezTo>
                  <a:pt x="22028" y="34081"/>
                  <a:pt x="22724" y="33385"/>
                  <a:pt x="23005" y="32397"/>
                </a:cubicBezTo>
                <a:cubicBezTo>
                  <a:pt x="23431" y="31275"/>
                  <a:pt x="23712" y="30299"/>
                  <a:pt x="24273" y="29177"/>
                </a:cubicBezTo>
                <a:cubicBezTo>
                  <a:pt x="24407" y="28750"/>
                  <a:pt x="24688" y="28189"/>
                  <a:pt x="25114" y="27909"/>
                </a:cubicBezTo>
                <a:cubicBezTo>
                  <a:pt x="25249" y="27774"/>
                  <a:pt x="25395" y="27774"/>
                  <a:pt x="25530" y="27628"/>
                </a:cubicBezTo>
                <a:cubicBezTo>
                  <a:pt x="25676" y="27348"/>
                  <a:pt x="25676" y="27213"/>
                  <a:pt x="25676" y="26932"/>
                </a:cubicBezTo>
                <a:lnTo>
                  <a:pt x="24969" y="26932"/>
                </a:lnTo>
                <a:cubicBezTo>
                  <a:pt x="24969" y="26506"/>
                  <a:pt x="25249" y="26225"/>
                  <a:pt x="25530" y="25945"/>
                </a:cubicBezTo>
                <a:cubicBezTo>
                  <a:pt x="26091" y="25530"/>
                  <a:pt x="26371" y="24823"/>
                  <a:pt x="26652" y="24127"/>
                </a:cubicBezTo>
                <a:cubicBezTo>
                  <a:pt x="27213" y="22859"/>
                  <a:pt x="28055" y="21883"/>
                  <a:pt x="28896" y="20895"/>
                </a:cubicBezTo>
                <a:cubicBezTo>
                  <a:pt x="29323" y="20480"/>
                  <a:pt x="29457" y="19638"/>
                  <a:pt x="29738" y="19077"/>
                </a:cubicBezTo>
                <a:lnTo>
                  <a:pt x="29738" y="18931"/>
                </a:lnTo>
                <a:lnTo>
                  <a:pt x="29603" y="18931"/>
                </a:lnTo>
                <a:cubicBezTo>
                  <a:pt x="29603" y="18797"/>
                  <a:pt x="29323" y="18797"/>
                  <a:pt x="29177" y="18797"/>
                </a:cubicBezTo>
                <a:lnTo>
                  <a:pt x="28896" y="19212"/>
                </a:lnTo>
                <a:cubicBezTo>
                  <a:pt x="28762" y="19358"/>
                  <a:pt x="28481" y="19358"/>
                  <a:pt x="28335" y="19492"/>
                </a:cubicBezTo>
                <a:cubicBezTo>
                  <a:pt x="27920" y="19773"/>
                  <a:pt x="27639" y="20334"/>
                  <a:pt x="27359" y="20761"/>
                </a:cubicBezTo>
                <a:cubicBezTo>
                  <a:pt x="27078" y="21176"/>
                  <a:pt x="26932" y="21456"/>
                  <a:pt x="26652" y="21737"/>
                </a:cubicBezTo>
                <a:cubicBezTo>
                  <a:pt x="26371" y="22163"/>
                  <a:pt x="25956" y="22444"/>
                  <a:pt x="25530" y="22859"/>
                </a:cubicBezTo>
                <a:cubicBezTo>
                  <a:pt x="25395" y="23005"/>
                  <a:pt x="24834" y="24127"/>
                  <a:pt x="24688" y="24127"/>
                </a:cubicBezTo>
                <a:cubicBezTo>
                  <a:pt x="24407" y="24127"/>
                  <a:pt x="24127" y="23846"/>
                  <a:pt x="24127" y="23420"/>
                </a:cubicBezTo>
                <a:cubicBezTo>
                  <a:pt x="23992" y="23140"/>
                  <a:pt x="23992" y="22724"/>
                  <a:pt x="23992" y="22444"/>
                </a:cubicBezTo>
                <a:cubicBezTo>
                  <a:pt x="23992" y="21737"/>
                  <a:pt x="24127" y="21041"/>
                  <a:pt x="24127" y="20334"/>
                </a:cubicBezTo>
                <a:lnTo>
                  <a:pt x="24127" y="19638"/>
                </a:lnTo>
                <a:cubicBezTo>
                  <a:pt x="24407" y="18797"/>
                  <a:pt x="25530" y="18516"/>
                  <a:pt x="25810" y="17529"/>
                </a:cubicBezTo>
                <a:lnTo>
                  <a:pt x="25810" y="17248"/>
                </a:lnTo>
                <a:cubicBezTo>
                  <a:pt x="25676" y="17113"/>
                  <a:pt x="25530" y="17113"/>
                  <a:pt x="25395" y="17113"/>
                </a:cubicBezTo>
                <a:cubicBezTo>
                  <a:pt x="25249" y="17113"/>
                  <a:pt x="25114" y="17248"/>
                  <a:pt x="25114" y="17394"/>
                </a:cubicBezTo>
                <a:cubicBezTo>
                  <a:pt x="24834" y="17675"/>
                  <a:pt x="24688" y="17955"/>
                  <a:pt x="24407" y="18236"/>
                </a:cubicBezTo>
                <a:lnTo>
                  <a:pt x="24273" y="18370"/>
                </a:lnTo>
                <a:cubicBezTo>
                  <a:pt x="23992" y="18370"/>
                  <a:pt x="23992" y="18090"/>
                  <a:pt x="23992" y="17809"/>
                </a:cubicBezTo>
                <a:cubicBezTo>
                  <a:pt x="24127" y="16406"/>
                  <a:pt x="23431" y="15284"/>
                  <a:pt x="23566" y="13882"/>
                </a:cubicBezTo>
                <a:cubicBezTo>
                  <a:pt x="23566" y="13321"/>
                  <a:pt x="23712" y="12625"/>
                  <a:pt x="23712" y="12064"/>
                </a:cubicBezTo>
                <a:lnTo>
                  <a:pt x="23151" y="12064"/>
                </a:lnTo>
                <a:cubicBezTo>
                  <a:pt x="23005" y="12198"/>
                  <a:pt x="23005" y="12625"/>
                  <a:pt x="23005" y="12905"/>
                </a:cubicBezTo>
                <a:lnTo>
                  <a:pt x="23005" y="15284"/>
                </a:lnTo>
                <a:cubicBezTo>
                  <a:pt x="23005" y="16126"/>
                  <a:pt x="23151" y="16833"/>
                  <a:pt x="22870" y="17809"/>
                </a:cubicBezTo>
                <a:cubicBezTo>
                  <a:pt x="22870" y="17809"/>
                  <a:pt x="22724" y="17955"/>
                  <a:pt x="22724" y="18090"/>
                </a:cubicBezTo>
                <a:lnTo>
                  <a:pt x="22724" y="18651"/>
                </a:lnTo>
                <a:cubicBezTo>
                  <a:pt x="22590" y="19919"/>
                  <a:pt x="22444" y="21041"/>
                  <a:pt x="22444" y="22298"/>
                </a:cubicBezTo>
                <a:lnTo>
                  <a:pt x="22444" y="23981"/>
                </a:lnTo>
                <a:cubicBezTo>
                  <a:pt x="22444" y="24408"/>
                  <a:pt x="22590" y="24542"/>
                  <a:pt x="22444" y="24969"/>
                </a:cubicBezTo>
                <a:cubicBezTo>
                  <a:pt x="22444" y="25103"/>
                  <a:pt x="22444" y="25103"/>
                  <a:pt x="22309" y="25249"/>
                </a:cubicBezTo>
                <a:cubicBezTo>
                  <a:pt x="22163" y="25384"/>
                  <a:pt x="22028" y="25530"/>
                  <a:pt x="21883" y="25530"/>
                </a:cubicBezTo>
                <a:cubicBezTo>
                  <a:pt x="21883" y="26371"/>
                  <a:pt x="21883" y="27348"/>
                  <a:pt x="21602" y="28189"/>
                </a:cubicBezTo>
                <a:cubicBezTo>
                  <a:pt x="21602" y="28335"/>
                  <a:pt x="21467" y="28616"/>
                  <a:pt x="21467" y="28896"/>
                </a:cubicBezTo>
                <a:cubicBezTo>
                  <a:pt x="21322" y="29177"/>
                  <a:pt x="21467" y="29592"/>
                  <a:pt x="21322" y="29873"/>
                </a:cubicBezTo>
                <a:cubicBezTo>
                  <a:pt x="21322" y="30153"/>
                  <a:pt x="21187" y="30299"/>
                  <a:pt x="21041" y="30579"/>
                </a:cubicBezTo>
                <a:lnTo>
                  <a:pt x="20199" y="32263"/>
                </a:lnTo>
                <a:cubicBezTo>
                  <a:pt x="20065" y="32543"/>
                  <a:pt x="19784" y="32958"/>
                  <a:pt x="19638" y="33239"/>
                </a:cubicBezTo>
                <a:cubicBezTo>
                  <a:pt x="19638" y="33385"/>
                  <a:pt x="19504" y="33520"/>
                  <a:pt x="19358" y="33520"/>
                </a:cubicBezTo>
                <a:cubicBezTo>
                  <a:pt x="19285" y="33568"/>
                  <a:pt x="19219" y="33590"/>
                  <a:pt x="19158" y="33590"/>
                </a:cubicBezTo>
                <a:cubicBezTo>
                  <a:pt x="18517" y="33590"/>
                  <a:pt x="18529" y="31092"/>
                  <a:pt x="18662" y="30579"/>
                </a:cubicBezTo>
                <a:cubicBezTo>
                  <a:pt x="18797" y="29873"/>
                  <a:pt x="18797" y="29031"/>
                  <a:pt x="18662" y="28335"/>
                </a:cubicBezTo>
                <a:cubicBezTo>
                  <a:pt x="18662" y="27494"/>
                  <a:pt x="18516" y="26787"/>
                  <a:pt x="18662" y="25945"/>
                </a:cubicBezTo>
                <a:cubicBezTo>
                  <a:pt x="18662" y="24542"/>
                  <a:pt x="19223" y="23285"/>
                  <a:pt x="19223" y="21883"/>
                </a:cubicBezTo>
                <a:lnTo>
                  <a:pt x="19223" y="20480"/>
                </a:lnTo>
                <a:lnTo>
                  <a:pt x="19638" y="19638"/>
                </a:lnTo>
                <a:cubicBezTo>
                  <a:pt x="20065" y="18931"/>
                  <a:pt x="20065" y="17955"/>
                  <a:pt x="19784" y="17248"/>
                </a:cubicBezTo>
                <a:lnTo>
                  <a:pt x="19784" y="17248"/>
                </a:lnTo>
                <a:cubicBezTo>
                  <a:pt x="19638" y="17675"/>
                  <a:pt x="19504" y="18090"/>
                  <a:pt x="19223" y="18516"/>
                </a:cubicBezTo>
                <a:cubicBezTo>
                  <a:pt x="18943" y="19212"/>
                  <a:pt x="18662" y="19919"/>
                  <a:pt x="18516" y="20761"/>
                </a:cubicBezTo>
                <a:cubicBezTo>
                  <a:pt x="18516" y="21322"/>
                  <a:pt x="18516" y="21883"/>
                  <a:pt x="18236" y="22444"/>
                </a:cubicBezTo>
                <a:cubicBezTo>
                  <a:pt x="18236" y="22298"/>
                  <a:pt x="18236" y="22298"/>
                  <a:pt x="18101" y="22298"/>
                </a:cubicBezTo>
                <a:cubicBezTo>
                  <a:pt x="17955" y="21322"/>
                  <a:pt x="17674" y="20480"/>
                  <a:pt x="17820" y="19492"/>
                </a:cubicBezTo>
                <a:lnTo>
                  <a:pt x="18236" y="17809"/>
                </a:lnTo>
                <a:cubicBezTo>
                  <a:pt x="18236" y="17394"/>
                  <a:pt x="18236" y="16968"/>
                  <a:pt x="18381" y="16552"/>
                </a:cubicBezTo>
                <a:lnTo>
                  <a:pt x="18381" y="11076"/>
                </a:lnTo>
                <a:cubicBezTo>
                  <a:pt x="18516" y="9819"/>
                  <a:pt x="18797" y="8551"/>
                  <a:pt x="19223" y="7294"/>
                </a:cubicBezTo>
                <a:cubicBezTo>
                  <a:pt x="19223" y="7149"/>
                  <a:pt x="19358" y="6868"/>
                  <a:pt x="19358" y="6733"/>
                </a:cubicBezTo>
                <a:cubicBezTo>
                  <a:pt x="19784" y="6026"/>
                  <a:pt x="20199" y="5331"/>
                  <a:pt x="20760" y="4904"/>
                </a:cubicBezTo>
                <a:cubicBezTo>
                  <a:pt x="20906" y="4770"/>
                  <a:pt x="21041" y="4624"/>
                  <a:pt x="21041" y="4489"/>
                </a:cubicBezTo>
                <a:cubicBezTo>
                  <a:pt x="21187" y="4063"/>
                  <a:pt x="20906" y="3928"/>
                  <a:pt x="20626" y="3782"/>
                </a:cubicBezTo>
                <a:cubicBezTo>
                  <a:pt x="20199" y="3782"/>
                  <a:pt x="19784" y="4063"/>
                  <a:pt x="19504" y="4489"/>
                </a:cubicBezTo>
                <a:cubicBezTo>
                  <a:pt x="19077" y="4904"/>
                  <a:pt x="18943" y="5331"/>
                  <a:pt x="18662" y="5746"/>
                </a:cubicBezTo>
                <a:cubicBezTo>
                  <a:pt x="18558" y="5849"/>
                  <a:pt x="18461" y="5947"/>
                  <a:pt x="18360" y="5947"/>
                </a:cubicBezTo>
                <a:cubicBezTo>
                  <a:pt x="18319" y="5947"/>
                  <a:pt x="18278" y="5931"/>
                  <a:pt x="18236" y="5892"/>
                </a:cubicBezTo>
                <a:cubicBezTo>
                  <a:pt x="18101" y="5892"/>
                  <a:pt x="18101" y="5746"/>
                  <a:pt x="18101" y="5746"/>
                </a:cubicBezTo>
                <a:cubicBezTo>
                  <a:pt x="17540" y="4343"/>
                  <a:pt x="17394" y="2940"/>
                  <a:pt x="17259" y="1403"/>
                </a:cubicBezTo>
                <a:lnTo>
                  <a:pt x="17259" y="842"/>
                </a:lnTo>
                <a:cubicBezTo>
                  <a:pt x="17113" y="561"/>
                  <a:pt x="16698" y="281"/>
                  <a:pt x="16833"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5" name="Google Shape;915;p16"/>
          <p:cNvGrpSpPr/>
          <p:nvPr/>
        </p:nvGrpSpPr>
        <p:grpSpPr>
          <a:xfrm rot="-1142730">
            <a:off x="102430" y="124323"/>
            <a:ext cx="843254" cy="485041"/>
            <a:chOff x="8159005" y="135958"/>
            <a:chExt cx="701606" cy="403533"/>
          </a:xfrm>
        </p:grpSpPr>
        <p:sp>
          <p:nvSpPr>
            <p:cNvPr id="916" name="Google Shape;916;p16"/>
            <p:cNvSpPr/>
            <p:nvPr/>
          </p:nvSpPr>
          <p:spPr>
            <a:xfrm rot="347060">
              <a:off x="8174310" y="168911"/>
              <a:ext cx="670995" cy="337626"/>
            </a:xfrm>
            <a:custGeom>
              <a:avLst/>
              <a:gdLst/>
              <a:ahLst/>
              <a:cxnLst/>
              <a:rect l="l" t="t" r="r" b="b"/>
              <a:pathLst>
                <a:path w="24109" h="12131" extrusionOk="0">
                  <a:moveTo>
                    <a:pt x="273" y="0"/>
                  </a:moveTo>
                  <a:cubicBezTo>
                    <a:pt x="273" y="1"/>
                    <a:pt x="2453" y="3412"/>
                    <a:pt x="1" y="4502"/>
                  </a:cubicBezTo>
                  <a:cubicBezTo>
                    <a:pt x="949" y="4502"/>
                    <a:pt x="2856" y="6136"/>
                    <a:pt x="2039" y="8044"/>
                  </a:cubicBezTo>
                  <a:cubicBezTo>
                    <a:pt x="2117" y="7925"/>
                    <a:pt x="2339" y="7863"/>
                    <a:pt x="2659" y="7863"/>
                  </a:cubicBezTo>
                  <a:cubicBezTo>
                    <a:pt x="3458" y="7863"/>
                    <a:pt x="4864" y="8254"/>
                    <a:pt x="6126" y="9134"/>
                  </a:cubicBezTo>
                  <a:cubicBezTo>
                    <a:pt x="7902" y="10223"/>
                    <a:pt x="7902" y="11989"/>
                    <a:pt x="7902" y="11989"/>
                  </a:cubicBezTo>
                  <a:cubicBezTo>
                    <a:pt x="7902" y="11989"/>
                    <a:pt x="8589" y="10735"/>
                    <a:pt x="9333" y="10735"/>
                  </a:cubicBezTo>
                  <a:cubicBezTo>
                    <a:pt x="9401" y="10735"/>
                    <a:pt x="9469" y="10746"/>
                    <a:pt x="9537" y="10768"/>
                  </a:cubicBezTo>
                  <a:cubicBezTo>
                    <a:pt x="10355" y="11041"/>
                    <a:pt x="10758" y="11989"/>
                    <a:pt x="10758" y="11989"/>
                  </a:cubicBezTo>
                  <a:cubicBezTo>
                    <a:pt x="10758" y="11989"/>
                    <a:pt x="11008" y="10619"/>
                    <a:pt x="11393" y="10619"/>
                  </a:cubicBezTo>
                  <a:cubicBezTo>
                    <a:pt x="11410" y="10619"/>
                    <a:pt x="11427" y="10621"/>
                    <a:pt x="11445" y="10627"/>
                  </a:cubicBezTo>
                  <a:cubicBezTo>
                    <a:pt x="11717" y="10768"/>
                    <a:pt x="12120" y="12131"/>
                    <a:pt x="12120" y="12131"/>
                  </a:cubicBezTo>
                  <a:cubicBezTo>
                    <a:pt x="12120" y="12131"/>
                    <a:pt x="12393" y="10627"/>
                    <a:pt x="13210" y="10627"/>
                  </a:cubicBezTo>
                  <a:cubicBezTo>
                    <a:pt x="14028" y="10627"/>
                    <a:pt x="14845" y="11989"/>
                    <a:pt x="14845" y="11989"/>
                  </a:cubicBezTo>
                  <a:cubicBezTo>
                    <a:pt x="14845" y="11989"/>
                    <a:pt x="14987" y="9951"/>
                    <a:pt x="16621" y="9134"/>
                  </a:cubicBezTo>
                  <a:cubicBezTo>
                    <a:pt x="17387" y="8685"/>
                    <a:pt x="18419" y="8565"/>
                    <a:pt x="19301" y="8565"/>
                  </a:cubicBezTo>
                  <a:cubicBezTo>
                    <a:pt x="20304" y="8565"/>
                    <a:pt x="21112" y="8719"/>
                    <a:pt x="21112" y="8719"/>
                  </a:cubicBezTo>
                  <a:cubicBezTo>
                    <a:pt x="21112" y="8719"/>
                    <a:pt x="20294" y="7226"/>
                    <a:pt x="20981" y="6136"/>
                  </a:cubicBezTo>
                  <a:cubicBezTo>
                    <a:pt x="21657" y="5177"/>
                    <a:pt x="23019" y="4774"/>
                    <a:pt x="23019" y="4774"/>
                  </a:cubicBezTo>
                  <a:cubicBezTo>
                    <a:pt x="23019" y="4774"/>
                    <a:pt x="21384" y="1635"/>
                    <a:pt x="24109" y="142"/>
                  </a:cubicBezTo>
                  <a:cubicBezTo>
                    <a:pt x="23996" y="78"/>
                    <a:pt x="23851" y="49"/>
                    <a:pt x="23681" y="49"/>
                  </a:cubicBezTo>
                  <a:cubicBezTo>
                    <a:pt x="22013" y="49"/>
                    <a:pt x="17895" y="2890"/>
                    <a:pt x="17025" y="4502"/>
                  </a:cubicBezTo>
                  <a:cubicBezTo>
                    <a:pt x="16238" y="6201"/>
                    <a:pt x="14069" y="7779"/>
                    <a:pt x="12809" y="7779"/>
                  </a:cubicBezTo>
                  <a:cubicBezTo>
                    <a:pt x="12760" y="7779"/>
                    <a:pt x="12712" y="7776"/>
                    <a:pt x="12665" y="7771"/>
                  </a:cubicBezTo>
                  <a:cubicBezTo>
                    <a:pt x="12807" y="7771"/>
                    <a:pt x="13079" y="6540"/>
                    <a:pt x="12665" y="5319"/>
                  </a:cubicBezTo>
                  <a:lnTo>
                    <a:pt x="11990" y="6409"/>
                  </a:lnTo>
                  <a:lnTo>
                    <a:pt x="11303" y="6540"/>
                  </a:lnTo>
                  <a:lnTo>
                    <a:pt x="10485" y="5177"/>
                  </a:lnTo>
                  <a:cubicBezTo>
                    <a:pt x="10485" y="5177"/>
                    <a:pt x="10485" y="7226"/>
                    <a:pt x="10213" y="7499"/>
                  </a:cubicBezTo>
                  <a:cubicBezTo>
                    <a:pt x="10181" y="7514"/>
                    <a:pt x="10133" y="7522"/>
                    <a:pt x="10070" y="7522"/>
                  </a:cubicBezTo>
                  <a:cubicBezTo>
                    <a:pt x="9598" y="7522"/>
                    <a:pt x="8335" y="7067"/>
                    <a:pt x="7488" y="5864"/>
                  </a:cubicBezTo>
                  <a:cubicBezTo>
                    <a:pt x="6813" y="4905"/>
                    <a:pt x="3543" y="818"/>
                    <a:pt x="2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7" name="Google Shape;917;p16"/>
            <p:cNvGrpSpPr/>
            <p:nvPr/>
          </p:nvGrpSpPr>
          <p:grpSpPr>
            <a:xfrm rot="1195143">
              <a:off x="8470814" y="356793"/>
              <a:ext cx="47447" cy="25910"/>
              <a:chOff x="3467344" y="1694749"/>
              <a:chExt cx="114969" cy="62784"/>
            </a:xfrm>
          </p:grpSpPr>
          <p:sp>
            <p:nvSpPr>
              <p:cNvPr id="918" name="Google Shape;918;p16"/>
              <p:cNvSpPr/>
              <p:nvPr/>
            </p:nvSpPr>
            <p:spPr>
              <a:xfrm>
                <a:off x="3545727" y="1694749"/>
                <a:ext cx="36586" cy="56634"/>
              </a:xfrm>
              <a:custGeom>
                <a:avLst/>
                <a:gdLst/>
                <a:ahLst/>
                <a:cxnLst/>
                <a:rect l="l" t="t" r="r" b="b"/>
                <a:pathLst>
                  <a:path w="1053" h="1630" extrusionOk="0">
                    <a:moveTo>
                      <a:pt x="828" y="1"/>
                    </a:moveTo>
                    <a:cubicBezTo>
                      <a:pt x="627" y="552"/>
                      <a:pt x="76" y="853"/>
                      <a:pt x="76" y="853"/>
                    </a:cubicBezTo>
                    <a:cubicBezTo>
                      <a:pt x="51" y="1103"/>
                      <a:pt x="25" y="1379"/>
                      <a:pt x="0" y="1630"/>
                    </a:cubicBezTo>
                    <a:cubicBezTo>
                      <a:pt x="1053" y="1304"/>
                      <a:pt x="828" y="1"/>
                      <a:pt x="8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16"/>
              <p:cNvSpPr/>
              <p:nvPr/>
            </p:nvSpPr>
            <p:spPr>
              <a:xfrm>
                <a:off x="3467344" y="1713928"/>
                <a:ext cx="46211" cy="43605"/>
              </a:xfrm>
              <a:custGeom>
                <a:avLst/>
                <a:gdLst/>
                <a:ahLst/>
                <a:cxnLst/>
                <a:rect l="l" t="t" r="r" b="b"/>
                <a:pathLst>
                  <a:path w="1330" h="1255" extrusionOk="0">
                    <a:moveTo>
                      <a:pt x="1" y="0"/>
                    </a:moveTo>
                    <a:lnTo>
                      <a:pt x="1" y="0"/>
                    </a:lnTo>
                    <a:cubicBezTo>
                      <a:pt x="1" y="0"/>
                      <a:pt x="218" y="1255"/>
                      <a:pt x="1268" y="1255"/>
                    </a:cubicBezTo>
                    <a:cubicBezTo>
                      <a:pt x="1288" y="1255"/>
                      <a:pt x="1308" y="1254"/>
                      <a:pt x="1329" y="1253"/>
                    </a:cubicBezTo>
                    <a:cubicBezTo>
                      <a:pt x="1204" y="1003"/>
                      <a:pt x="1104" y="777"/>
                      <a:pt x="978" y="526"/>
                    </a:cubicBezTo>
                    <a:cubicBezTo>
                      <a:pt x="978" y="526"/>
                      <a:pt x="377" y="45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20" name="Google Shape;920;p16"/>
          <p:cNvSpPr/>
          <p:nvPr/>
        </p:nvSpPr>
        <p:spPr>
          <a:xfrm rot="1694022">
            <a:off x="8264490" y="263122"/>
            <a:ext cx="760488" cy="368631"/>
          </a:xfrm>
          <a:custGeom>
            <a:avLst/>
            <a:gdLst/>
            <a:ahLst/>
            <a:cxnLst/>
            <a:rect l="l" t="t" r="r" b="b"/>
            <a:pathLst>
              <a:path w="24333" h="9165" extrusionOk="0">
                <a:moveTo>
                  <a:pt x="305" y="1"/>
                </a:moveTo>
                <a:cubicBezTo>
                  <a:pt x="1" y="1"/>
                  <a:pt x="83" y="173"/>
                  <a:pt x="83" y="173"/>
                </a:cubicBezTo>
                <a:cubicBezTo>
                  <a:pt x="83" y="173"/>
                  <a:pt x="901" y="314"/>
                  <a:pt x="1315" y="1535"/>
                </a:cubicBezTo>
                <a:cubicBezTo>
                  <a:pt x="1860" y="2766"/>
                  <a:pt x="1718" y="3715"/>
                  <a:pt x="1718" y="3715"/>
                </a:cubicBezTo>
                <a:cubicBezTo>
                  <a:pt x="1718" y="3715"/>
                  <a:pt x="2808" y="4129"/>
                  <a:pt x="3353" y="4946"/>
                </a:cubicBezTo>
                <a:cubicBezTo>
                  <a:pt x="3898" y="5764"/>
                  <a:pt x="4170" y="6853"/>
                  <a:pt x="4170" y="6853"/>
                </a:cubicBezTo>
                <a:cubicBezTo>
                  <a:pt x="4170" y="6853"/>
                  <a:pt x="5533" y="6853"/>
                  <a:pt x="6492" y="7398"/>
                </a:cubicBezTo>
                <a:cubicBezTo>
                  <a:pt x="7309" y="8074"/>
                  <a:pt x="7712" y="8619"/>
                  <a:pt x="7712" y="8619"/>
                </a:cubicBezTo>
                <a:lnTo>
                  <a:pt x="9216" y="8347"/>
                </a:lnTo>
                <a:cubicBezTo>
                  <a:pt x="9489" y="8892"/>
                  <a:pt x="10034" y="9164"/>
                  <a:pt x="10709" y="9164"/>
                </a:cubicBezTo>
                <a:cubicBezTo>
                  <a:pt x="11527" y="9164"/>
                  <a:pt x="12072" y="8761"/>
                  <a:pt x="12344" y="8216"/>
                </a:cubicBezTo>
                <a:cubicBezTo>
                  <a:pt x="13303" y="8216"/>
                  <a:pt x="14666" y="8216"/>
                  <a:pt x="15756" y="7943"/>
                </a:cubicBezTo>
                <a:cubicBezTo>
                  <a:pt x="17794" y="7398"/>
                  <a:pt x="19701" y="6984"/>
                  <a:pt x="19701" y="6984"/>
                </a:cubicBezTo>
                <a:cubicBezTo>
                  <a:pt x="19701" y="6984"/>
                  <a:pt x="19973" y="6581"/>
                  <a:pt x="20518" y="5894"/>
                </a:cubicBezTo>
                <a:cubicBezTo>
                  <a:pt x="21063" y="5219"/>
                  <a:pt x="22153" y="4946"/>
                  <a:pt x="22153" y="4946"/>
                </a:cubicBezTo>
                <a:cubicBezTo>
                  <a:pt x="22153" y="4946"/>
                  <a:pt x="22153" y="4532"/>
                  <a:pt x="22295" y="3856"/>
                </a:cubicBezTo>
                <a:cubicBezTo>
                  <a:pt x="22426" y="3170"/>
                  <a:pt x="24333" y="1949"/>
                  <a:pt x="24333" y="1949"/>
                </a:cubicBezTo>
                <a:lnTo>
                  <a:pt x="24333" y="1949"/>
                </a:lnTo>
                <a:lnTo>
                  <a:pt x="21477" y="2766"/>
                </a:lnTo>
                <a:cubicBezTo>
                  <a:pt x="19570" y="3170"/>
                  <a:pt x="15483" y="5764"/>
                  <a:pt x="15483" y="5764"/>
                </a:cubicBezTo>
                <a:cubicBezTo>
                  <a:pt x="15483" y="5764"/>
                  <a:pt x="14666" y="6581"/>
                  <a:pt x="13303" y="6984"/>
                </a:cubicBezTo>
                <a:cubicBezTo>
                  <a:pt x="12758" y="7126"/>
                  <a:pt x="12344" y="7126"/>
                  <a:pt x="12072" y="7126"/>
                </a:cubicBezTo>
                <a:cubicBezTo>
                  <a:pt x="12072" y="6984"/>
                  <a:pt x="11941" y="6984"/>
                  <a:pt x="11941" y="6853"/>
                </a:cubicBezTo>
                <a:lnTo>
                  <a:pt x="11941" y="5894"/>
                </a:lnTo>
                <a:cubicBezTo>
                  <a:pt x="11669" y="6036"/>
                  <a:pt x="11396" y="6309"/>
                  <a:pt x="11124" y="6581"/>
                </a:cubicBezTo>
                <a:lnTo>
                  <a:pt x="10306" y="6581"/>
                </a:lnTo>
                <a:cubicBezTo>
                  <a:pt x="10034" y="6309"/>
                  <a:pt x="9620" y="6036"/>
                  <a:pt x="9347" y="5894"/>
                </a:cubicBezTo>
                <a:lnTo>
                  <a:pt x="9347" y="5894"/>
                </a:lnTo>
                <a:cubicBezTo>
                  <a:pt x="9489" y="6167"/>
                  <a:pt x="9489" y="6581"/>
                  <a:pt x="9489" y="6984"/>
                </a:cubicBezTo>
                <a:cubicBezTo>
                  <a:pt x="9347" y="7126"/>
                  <a:pt x="9347" y="7257"/>
                  <a:pt x="9216" y="7398"/>
                </a:cubicBezTo>
                <a:cubicBezTo>
                  <a:pt x="8671" y="7257"/>
                  <a:pt x="6895" y="6581"/>
                  <a:pt x="6078" y="5349"/>
                </a:cubicBezTo>
                <a:lnTo>
                  <a:pt x="5129" y="3856"/>
                </a:lnTo>
                <a:cubicBezTo>
                  <a:pt x="5129" y="3856"/>
                  <a:pt x="4312" y="3170"/>
                  <a:pt x="3898" y="2352"/>
                </a:cubicBezTo>
                <a:cubicBezTo>
                  <a:pt x="3353" y="1677"/>
                  <a:pt x="1446" y="42"/>
                  <a:pt x="628" y="42"/>
                </a:cubicBezTo>
                <a:cubicBezTo>
                  <a:pt x="489" y="13"/>
                  <a:pt x="384" y="1"/>
                  <a:pt x="30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16"/>
          <p:cNvSpPr/>
          <p:nvPr/>
        </p:nvSpPr>
        <p:spPr>
          <a:xfrm rot="-700629">
            <a:off x="8536701" y="155162"/>
            <a:ext cx="514926" cy="204049"/>
          </a:xfrm>
          <a:custGeom>
            <a:avLst/>
            <a:gdLst/>
            <a:ahLst/>
            <a:cxnLst/>
            <a:rect l="l" t="t" r="r" b="b"/>
            <a:pathLst>
              <a:path w="37188" h="14739" extrusionOk="0">
                <a:moveTo>
                  <a:pt x="6922" y="1"/>
                </a:moveTo>
                <a:cubicBezTo>
                  <a:pt x="4515" y="1"/>
                  <a:pt x="1" y="4385"/>
                  <a:pt x="1" y="4385"/>
                </a:cubicBezTo>
                <a:cubicBezTo>
                  <a:pt x="1" y="4385"/>
                  <a:pt x="29" y="4382"/>
                  <a:pt x="81" y="4382"/>
                </a:cubicBezTo>
                <a:cubicBezTo>
                  <a:pt x="402" y="4382"/>
                  <a:pt x="1626" y="4479"/>
                  <a:pt x="2453" y="5889"/>
                </a:cubicBezTo>
                <a:cubicBezTo>
                  <a:pt x="3401" y="7382"/>
                  <a:pt x="2856" y="8613"/>
                  <a:pt x="2856" y="8613"/>
                </a:cubicBezTo>
                <a:cubicBezTo>
                  <a:pt x="2856" y="8613"/>
                  <a:pt x="4330" y="7631"/>
                  <a:pt x="5881" y="7631"/>
                </a:cubicBezTo>
                <a:cubicBezTo>
                  <a:pt x="6331" y="7631"/>
                  <a:pt x="6787" y="7713"/>
                  <a:pt x="7216" y="7927"/>
                </a:cubicBezTo>
                <a:cubicBezTo>
                  <a:pt x="9265" y="8886"/>
                  <a:pt x="9265" y="11065"/>
                  <a:pt x="9265" y="11065"/>
                </a:cubicBezTo>
                <a:cubicBezTo>
                  <a:pt x="9265" y="11065"/>
                  <a:pt x="10148" y="10067"/>
                  <a:pt x="11613" y="10067"/>
                </a:cubicBezTo>
                <a:cubicBezTo>
                  <a:pt x="11775" y="10067"/>
                  <a:pt x="11944" y="10079"/>
                  <a:pt x="12120" y="10106"/>
                </a:cubicBezTo>
                <a:cubicBezTo>
                  <a:pt x="13897" y="10379"/>
                  <a:pt x="14572" y="12831"/>
                  <a:pt x="14572" y="12831"/>
                </a:cubicBezTo>
                <a:cubicBezTo>
                  <a:pt x="14572" y="12831"/>
                  <a:pt x="15115" y="11970"/>
                  <a:pt x="15618" y="11970"/>
                </a:cubicBezTo>
                <a:cubicBezTo>
                  <a:pt x="15681" y="11970"/>
                  <a:pt x="15743" y="11983"/>
                  <a:pt x="15804" y="12014"/>
                </a:cubicBezTo>
                <a:cubicBezTo>
                  <a:pt x="16207" y="12155"/>
                  <a:pt x="17166" y="14193"/>
                  <a:pt x="18659" y="14738"/>
                </a:cubicBezTo>
                <a:cubicBezTo>
                  <a:pt x="20022" y="14193"/>
                  <a:pt x="20981" y="12155"/>
                  <a:pt x="21384" y="12014"/>
                </a:cubicBezTo>
                <a:cubicBezTo>
                  <a:pt x="21445" y="11983"/>
                  <a:pt x="21507" y="11970"/>
                  <a:pt x="21570" y="11970"/>
                </a:cubicBezTo>
                <a:cubicBezTo>
                  <a:pt x="22073" y="11970"/>
                  <a:pt x="22616" y="12831"/>
                  <a:pt x="22616" y="12831"/>
                </a:cubicBezTo>
                <a:cubicBezTo>
                  <a:pt x="22616" y="12831"/>
                  <a:pt x="23291" y="10379"/>
                  <a:pt x="25068" y="10106"/>
                </a:cubicBezTo>
                <a:cubicBezTo>
                  <a:pt x="25244" y="10079"/>
                  <a:pt x="25413" y="10067"/>
                  <a:pt x="25575" y="10067"/>
                </a:cubicBezTo>
                <a:cubicBezTo>
                  <a:pt x="27040" y="10067"/>
                  <a:pt x="27923" y="11065"/>
                  <a:pt x="27923" y="11065"/>
                </a:cubicBezTo>
                <a:cubicBezTo>
                  <a:pt x="27923" y="11065"/>
                  <a:pt x="27923" y="8886"/>
                  <a:pt x="29972" y="7927"/>
                </a:cubicBezTo>
                <a:cubicBezTo>
                  <a:pt x="30401" y="7713"/>
                  <a:pt x="30857" y="7631"/>
                  <a:pt x="31307" y="7631"/>
                </a:cubicBezTo>
                <a:cubicBezTo>
                  <a:pt x="32858" y="7631"/>
                  <a:pt x="34332" y="8613"/>
                  <a:pt x="34332" y="8613"/>
                </a:cubicBezTo>
                <a:cubicBezTo>
                  <a:pt x="34332" y="8613"/>
                  <a:pt x="33787" y="7382"/>
                  <a:pt x="34735" y="5889"/>
                </a:cubicBezTo>
                <a:cubicBezTo>
                  <a:pt x="35562" y="4479"/>
                  <a:pt x="36785" y="4382"/>
                  <a:pt x="37107" y="4382"/>
                </a:cubicBezTo>
                <a:cubicBezTo>
                  <a:pt x="37159" y="4382"/>
                  <a:pt x="37187" y="4385"/>
                  <a:pt x="37187" y="4385"/>
                </a:cubicBezTo>
                <a:cubicBezTo>
                  <a:pt x="37187" y="4385"/>
                  <a:pt x="32673" y="1"/>
                  <a:pt x="30266" y="1"/>
                </a:cubicBezTo>
                <a:cubicBezTo>
                  <a:pt x="30164" y="1"/>
                  <a:pt x="30066" y="9"/>
                  <a:pt x="29972" y="25"/>
                </a:cubicBezTo>
                <a:cubicBezTo>
                  <a:pt x="27520" y="439"/>
                  <a:pt x="25068" y="3709"/>
                  <a:pt x="23291" y="5202"/>
                </a:cubicBezTo>
                <a:cubicBezTo>
                  <a:pt x="21995" y="6306"/>
                  <a:pt x="21063" y="6453"/>
                  <a:pt x="20659" y="6453"/>
                </a:cubicBezTo>
                <a:cubicBezTo>
                  <a:pt x="20513" y="6453"/>
                  <a:pt x="20436" y="6433"/>
                  <a:pt x="20436" y="6433"/>
                </a:cubicBezTo>
                <a:cubicBezTo>
                  <a:pt x="20436" y="6433"/>
                  <a:pt x="21929" y="3840"/>
                  <a:pt x="21253" y="3022"/>
                </a:cubicBezTo>
                <a:lnTo>
                  <a:pt x="21253" y="3022"/>
                </a:lnTo>
                <a:cubicBezTo>
                  <a:pt x="20436" y="3436"/>
                  <a:pt x="19749" y="4657"/>
                  <a:pt x="19749" y="4657"/>
                </a:cubicBezTo>
                <a:cubicBezTo>
                  <a:pt x="19379" y="4508"/>
                  <a:pt x="18967" y="4401"/>
                  <a:pt x="18536" y="4401"/>
                </a:cubicBezTo>
                <a:cubicBezTo>
                  <a:pt x="18179" y="4401"/>
                  <a:pt x="17809" y="4474"/>
                  <a:pt x="17439" y="4657"/>
                </a:cubicBezTo>
                <a:cubicBezTo>
                  <a:pt x="17439" y="4657"/>
                  <a:pt x="16752" y="3436"/>
                  <a:pt x="15935" y="3022"/>
                </a:cubicBezTo>
                <a:lnTo>
                  <a:pt x="15935" y="3022"/>
                </a:lnTo>
                <a:cubicBezTo>
                  <a:pt x="15259" y="3840"/>
                  <a:pt x="16752" y="6433"/>
                  <a:pt x="16752" y="6433"/>
                </a:cubicBezTo>
                <a:cubicBezTo>
                  <a:pt x="16752" y="6433"/>
                  <a:pt x="16675" y="6453"/>
                  <a:pt x="16529" y="6453"/>
                </a:cubicBezTo>
                <a:cubicBezTo>
                  <a:pt x="16125" y="6453"/>
                  <a:pt x="15193" y="6306"/>
                  <a:pt x="13897" y="5202"/>
                </a:cubicBezTo>
                <a:cubicBezTo>
                  <a:pt x="12120" y="3709"/>
                  <a:pt x="9668" y="439"/>
                  <a:pt x="7216" y="25"/>
                </a:cubicBezTo>
                <a:cubicBezTo>
                  <a:pt x="7122" y="9"/>
                  <a:pt x="7024" y="1"/>
                  <a:pt x="69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16"/>
          <p:cNvSpPr/>
          <p:nvPr/>
        </p:nvSpPr>
        <p:spPr>
          <a:xfrm flipH="1">
            <a:off x="4446278" y="4763575"/>
            <a:ext cx="4697772" cy="379923"/>
          </a:xfrm>
          <a:custGeom>
            <a:avLst/>
            <a:gdLst/>
            <a:ahLst/>
            <a:cxnLst/>
            <a:rect l="l" t="t" r="r" b="b"/>
            <a:pathLst>
              <a:path w="71596" h="16017" extrusionOk="0">
                <a:moveTo>
                  <a:pt x="19034" y="0"/>
                </a:moveTo>
                <a:cubicBezTo>
                  <a:pt x="16196" y="0"/>
                  <a:pt x="12934" y="573"/>
                  <a:pt x="9738" y="1337"/>
                </a:cubicBezTo>
                <a:cubicBezTo>
                  <a:pt x="6370" y="2127"/>
                  <a:pt x="2218" y="2700"/>
                  <a:pt x="1" y="2986"/>
                </a:cubicBezTo>
                <a:lnTo>
                  <a:pt x="1" y="16017"/>
                </a:lnTo>
                <a:lnTo>
                  <a:pt x="71596" y="16017"/>
                </a:lnTo>
                <a:lnTo>
                  <a:pt x="71596" y="14012"/>
                </a:lnTo>
                <a:cubicBezTo>
                  <a:pt x="70737" y="14078"/>
                  <a:pt x="69679" y="14128"/>
                  <a:pt x="68535" y="14128"/>
                </a:cubicBezTo>
                <a:cubicBezTo>
                  <a:pt x="67200" y="14128"/>
                  <a:pt x="65750" y="14060"/>
                  <a:pt x="64362" y="13869"/>
                </a:cubicBezTo>
                <a:cubicBezTo>
                  <a:pt x="60141" y="13365"/>
                  <a:pt x="54413" y="9355"/>
                  <a:pt x="51904" y="8353"/>
                </a:cubicBezTo>
                <a:cubicBezTo>
                  <a:pt x="49470" y="7282"/>
                  <a:pt x="44459" y="6423"/>
                  <a:pt x="41956" y="4630"/>
                </a:cubicBezTo>
                <a:cubicBezTo>
                  <a:pt x="39447" y="2912"/>
                  <a:pt x="37156" y="2414"/>
                  <a:pt x="34006" y="2414"/>
                </a:cubicBezTo>
                <a:cubicBezTo>
                  <a:pt x="30930" y="2414"/>
                  <a:pt x="26348" y="1554"/>
                  <a:pt x="22911" y="478"/>
                </a:cubicBezTo>
                <a:cubicBezTo>
                  <a:pt x="21766" y="144"/>
                  <a:pt x="20453" y="0"/>
                  <a:pt x="190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16"/>
          <p:cNvSpPr/>
          <p:nvPr/>
        </p:nvSpPr>
        <p:spPr>
          <a:xfrm>
            <a:off x="0" y="4895101"/>
            <a:ext cx="9144062" cy="248384"/>
          </a:xfrm>
          <a:custGeom>
            <a:avLst/>
            <a:gdLst/>
            <a:ahLst/>
            <a:cxnLst/>
            <a:rect l="l" t="t" r="r" b="b"/>
            <a:pathLst>
              <a:path w="71596" h="16017" extrusionOk="0">
                <a:moveTo>
                  <a:pt x="19034" y="0"/>
                </a:moveTo>
                <a:cubicBezTo>
                  <a:pt x="16196" y="0"/>
                  <a:pt x="12934" y="573"/>
                  <a:pt x="9738" y="1337"/>
                </a:cubicBezTo>
                <a:cubicBezTo>
                  <a:pt x="6370" y="2127"/>
                  <a:pt x="2218" y="2700"/>
                  <a:pt x="1" y="2986"/>
                </a:cubicBezTo>
                <a:lnTo>
                  <a:pt x="1" y="16017"/>
                </a:lnTo>
                <a:lnTo>
                  <a:pt x="71596" y="16017"/>
                </a:lnTo>
                <a:lnTo>
                  <a:pt x="71596" y="14012"/>
                </a:lnTo>
                <a:cubicBezTo>
                  <a:pt x="70737" y="14078"/>
                  <a:pt x="69679" y="14128"/>
                  <a:pt x="68535" y="14128"/>
                </a:cubicBezTo>
                <a:cubicBezTo>
                  <a:pt x="67200" y="14128"/>
                  <a:pt x="65750" y="14060"/>
                  <a:pt x="64362" y="13869"/>
                </a:cubicBezTo>
                <a:cubicBezTo>
                  <a:pt x="60141" y="13365"/>
                  <a:pt x="54413" y="9355"/>
                  <a:pt x="51904" y="8353"/>
                </a:cubicBezTo>
                <a:cubicBezTo>
                  <a:pt x="49470" y="7282"/>
                  <a:pt x="44459" y="6423"/>
                  <a:pt x="41956" y="4630"/>
                </a:cubicBezTo>
                <a:cubicBezTo>
                  <a:pt x="39447" y="2912"/>
                  <a:pt x="37156" y="2414"/>
                  <a:pt x="34006" y="2414"/>
                </a:cubicBezTo>
                <a:cubicBezTo>
                  <a:pt x="30930" y="2414"/>
                  <a:pt x="26348" y="1554"/>
                  <a:pt x="22911" y="478"/>
                </a:cubicBezTo>
                <a:cubicBezTo>
                  <a:pt x="21766" y="144"/>
                  <a:pt x="20453" y="0"/>
                  <a:pt x="190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4" name="Google Shape;924;p16"/>
          <p:cNvGrpSpPr/>
          <p:nvPr/>
        </p:nvGrpSpPr>
        <p:grpSpPr>
          <a:xfrm rot="5400000">
            <a:off x="466403" y="789714"/>
            <a:ext cx="115302" cy="115286"/>
            <a:chOff x="224199" y="4177823"/>
            <a:chExt cx="47708" cy="42738"/>
          </a:xfrm>
        </p:grpSpPr>
        <p:sp>
          <p:nvSpPr>
            <p:cNvPr id="925" name="Google Shape;925;p16"/>
            <p:cNvSpPr/>
            <p:nvPr/>
          </p:nvSpPr>
          <p:spPr>
            <a:xfrm>
              <a:off x="247860" y="4177823"/>
              <a:ext cx="5005" cy="42738"/>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16"/>
            <p:cNvSpPr/>
            <p:nvPr/>
          </p:nvSpPr>
          <p:spPr>
            <a:xfrm>
              <a:off x="224199" y="4196899"/>
              <a:ext cx="47708" cy="458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16"/>
            <p:cNvSpPr/>
            <p:nvPr/>
          </p:nvSpPr>
          <p:spPr>
            <a:xfrm>
              <a:off x="233754" y="4182373"/>
              <a:ext cx="38153" cy="30067"/>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16"/>
            <p:cNvSpPr/>
            <p:nvPr/>
          </p:nvSpPr>
          <p:spPr>
            <a:xfrm>
              <a:off x="233754" y="4181218"/>
              <a:ext cx="28632" cy="3934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 name="Google Shape;929;p16"/>
          <p:cNvGrpSpPr/>
          <p:nvPr/>
        </p:nvGrpSpPr>
        <p:grpSpPr>
          <a:xfrm>
            <a:off x="441690" y="84828"/>
            <a:ext cx="42738" cy="47708"/>
            <a:chOff x="6529028" y="175578"/>
            <a:chExt cx="42738" cy="47708"/>
          </a:xfrm>
        </p:grpSpPr>
        <p:sp>
          <p:nvSpPr>
            <p:cNvPr id="930" name="Google Shape;930;p16"/>
            <p:cNvSpPr/>
            <p:nvPr/>
          </p:nvSpPr>
          <p:spPr>
            <a:xfrm rot="5400000">
              <a:off x="6547894" y="180373"/>
              <a:ext cx="5005" cy="42738"/>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16"/>
            <p:cNvSpPr/>
            <p:nvPr/>
          </p:nvSpPr>
          <p:spPr>
            <a:xfrm rot="5400000">
              <a:off x="6526543" y="197140"/>
              <a:ext cx="47708" cy="458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16"/>
            <p:cNvSpPr/>
            <p:nvPr/>
          </p:nvSpPr>
          <p:spPr>
            <a:xfrm rot="5400000">
              <a:off x="6533106" y="189176"/>
              <a:ext cx="38153" cy="30067"/>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16"/>
            <p:cNvSpPr/>
            <p:nvPr/>
          </p:nvSpPr>
          <p:spPr>
            <a:xfrm rot="5400000">
              <a:off x="6534383" y="179778"/>
              <a:ext cx="28632" cy="3934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 name="Google Shape;934;p16"/>
          <p:cNvGrpSpPr/>
          <p:nvPr/>
        </p:nvGrpSpPr>
        <p:grpSpPr>
          <a:xfrm>
            <a:off x="581690" y="194378"/>
            <a:ext cx="42738" cy="47708"/>
            <a:chOff x="6529028" y="175578"/>
            <a:chExt cx="42738" cy="47708"/>
          </a:xfrm>
        </p:grpSpPr>
        <p:sp>
          <p:nvSpPr>
            <p:cNvPr id="935" name="Google Shape;935;p16"/>
            <p:cNvSpPr/>
            <p:nvPr/>
          </p:nvSpPr>
          <p:spPr>
            <a:xfrm rot="5400000">
              <a:off x="6547894" y="180373"/>
              <a:ext cx="5005" cy="42738"/>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16"/>
            <p:cNvSpPr/>
            <p:nvPr/>
          </p:nvSpPr>
          <p:spPr>
            <a:xfrm rot="5400000">
              <a:off x="6526543" y="197140"/>
              <a:ext cx="47708" cy="458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16"/>
            <p:cNvSpPr/>
            <p:nvPr/>
          </p:nvSpPr>
          <p:spPr>
            <a:xfrm rot="5400000">
              <a:off x="6533106" y="189176"/>
              <a:ext cx="38153" cy="30067"/>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16"/>
            <p:cNvSpPr/>
            <p:nvPr/>
          </p:nvSpPr>
          <p:spPr>
            <a:xfrm rot="5400000">
              <a:off x="6534383" y="179778"/>
              <a:ext cx="28632" cy="3934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 name="Google Shape;939;p16"/>
          <p:cNvGrpSpPr/>
          <p:nvPr/>
        </p:nvGrpSpPr>
        <p:grpSpPr>
          <a:xfrm>
            <a:off x="915740" y="296778"/>
            <a:ext cx="42738" cy="47708"/>
            <a:chOff x="6529028" y="175578"/>
            <a:chExt cx="42738" cy="47708"/>
          </a:xfrm>
        </p:grpSpPr>
        <p:sp>
          <p:nvSpPr>
            <p:cNvPr id="940" name="Google Shape;940;p16"/>
            <p:cNvSpPr/>
            <p:nvPr/>
          </p:nvSpPr>
          <p:spPr>
            <a:xfrm rot="5400000">
              <a:off x="6547894" y="180373"/>
              <a:ext cx="5005" cy="42738"/>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16"/>
            <p:cNvSpPr/>
            <p:nvPr/>
          </p:nvSpPr>
          <p:spPr>
            <a:xfrm rot="5400000">
              <a:off x="6526543" y="197140"/>
              <a:ext cx="47708" cy="458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16"/>
            <p:cNvSpPr/>
            <p:nvPr/>
          </p:nvSpPr>
          <p:spPr>
            <a:xfrm rot="5400000">
              <a:off x="6533106" y="189176"/>
              <a:ext cx="38153" cy="30067"/>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16"/>
            <p:cNvSpPr/>
            <p:nvPr/>
          </p:nvSpPr>
          <p:spPr>
            <a:xfrm rot="5400000">
              <a:off x="6534383" y="179778"/>
              <a:ext cx="28632" cy="3934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 name="Google Shape;944;p16"/>
          <p:cNvGrpSpPr/>
          <p:nvPr/>
        </p:nvGrpSpPr>
        <p:grpSpPr>
          <a:xfrm>
            <a:off x="8674303" y="57478"/>
            <a:ext cx="42738" cy="47708"/>
            <a:chOff x="6529028" y="175578"/>
            <a:chExt cx="42738" cy="47708"/>
          </a:xfrm>
        </p:grpSpPr>
        <p:sp>
          <p:nvSpPr>
            <p:cNvPr id="945" name="Google Shape;945;p16"/>
            <p:cNvSpPr/>
            <p:nvPr/>
          </p:nvSpPr>
          <p:spPr>
            <a:xfrm rot="5400000">
              <a:off x="6547894" y="180373"/>
              <a:ext cx="5005" cy="42738"/>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16"/>
            <p:cNvSpPr/>
            <p:nvPr/>
          </p:nvSpPr>
          <p:spPr>
            <a:xfrm rot="5400000">
              <a:off x="6526543" y="197140"/>
              <a:ext cx="47708" cy="458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16"/>
            <p:cNvSpPr/>
            <p:nvPr/>
          </p:nvSpPr>
          <p:spPr>
            <a:xfrm rot="5400000">
              <a:off x="6533106" y="189176"/>
              <a:ext cx="38153" cy="30067"/>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16"/>
            <p:cNvSpPr/>
            <p:nvPr/>
          </p:nvSpPr>
          <p:spPr>
            <a:xfrm rot="5400000">
              <a:off x="6534383" y="179778"/>
              <a:ext cx="28632" cy="3934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 name="Google Shape;949;p16"/>
          <p:cNvGrpSpPr/>
          <p:nvPr/>
        </p:nvGrpSpPr>
        <p:grpSpPr>
          <a:xfrm>
            <a:off x="8971490" y="342991"/>
            <a:ext cx="42738" cy="47708"/>
            <a:chOff x="6529028" y="175578"/>
            <a:chExt cx="42738" cy="47708"/>
          </a:xfrm>
        </p:grpSpPr>
        <p:sp>
          <p:nvSpPr>
            <p:cNvPr id="950" name="Google Shape;950;p16"/>
            <p:cNvSpPr/>
            <p:nvPr/>
          </p:nvSpPr>
          <p:spPr>
            <a:xfrm rot="5400000">
              <a:off x="6547894" y="180373"/>
              <a:ext cx="5005" cy="42738"/>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16"/>
            <p:cNvSpPr/>
            <p:nvPr/>
          </p:nvSpPr>
          <p:spPr>
            <a:xfrm rot="5400000">
              <a:off x="6526543" y="197140"/>
              <a:ext cx="47708" cy="458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16"/>
            <p:cNvSpPr/>
            <p:nvPr/>
          </p:nvSpPr>
          <p:spPr>
            <a:xfrm rot="5400000">
              <a:off x="6533106" y="189176"/>
              <a:ext cx="38153" cy="30067"/>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16"/>
            <p:cNvSpPr/>
            <p:nvPr/>
          </p:nvSpPr>
          <p:spPr>
            <a:xfrm rot="5400000">
              <a:off x="6534383" y="179778"/>
              <a:ext cx="28632" cy="3934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 name="Google Shape;954;p16"/>
          <p:cNvGrpSpPr/>
          <p:nvPr/>
        </p:nvGrpSpPr>
        <p:grpSpPr>
          <a:xfrm>
            <a:off x="8562293" y="746372"/>
            <a:ext cx="103277" cy="115302"/>
            <a:chOff x="6529028" y="175578"/>
            <a:chExt cx="42738" cy="47708"/>
          </a:xfrm>
        </p:grpSpPr>
        <p:sp>
          <p:nvSpPr>
            <p:cNvPr id="955" name="Google Shape;955;p16"/>
            <p:cNvSpPr/>
            <p:nvPr/>
          </p:nvSpPr>
          <p:spPr>
            <a:xfrm rot="5400000">
              <a:off x="6547894" y="180373"/>
              <a:ext cx="5005" cy="42738"/>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16"/>
            <p:cNvSpPr/>
            <p:nvPr/>
          </p:nvSpPr>
          <p:spPr>
            <a:xfrm rot="5400000">
              <a:off x="6526543" y="197140"/>
              <a:ext cx="47708" cy="458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16"/>
            <p:cNvSpPr/>
            <p:nvPr/>
          </p:nvSpPr>
          <p:spPr>
            <a:xfrm rot="5400000">
              <a:off x="6533106" y="189176"/>
              <a:ext cx="38153" cy="30067"/>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16"/>
            <p:cNvSpPr/>
            <p:nvPr/>
          </p:nvSpPr>
          <p:spPr>
            <a:xfrm rot="5400000">
              <a:off x="6534383" y="179778"/>
              <a:ext cx="28632" cy="3934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 name="Google Shape;959;p16"/>
          <p:cNvGrpSpPr/>
          <p:nvPr/>
        </p:nvGrpSpPr>
        <p:grpSpPr>
          <a:xfrm>
            <a:off x="8078293" y="160572"/>
            <a:ext cx="103277" cy="115302"/>
            <a:chOff x="6529028" y="175578"/>
            <a:chExt cx="42738" cy="47708"/>
          </a:xfrm>
        </p:grpSpPr>
        <p:sp>
          <p:nvSpPr>
            <p:cNvPr id="960" name="Google Shape;960;p16"/>
            <p:cNvSpPr/>
            <p:nvPr/>
          </p:nvSpPr>
          <p:spPr>
            <a:xfrm rot="5400000">
              <a:off x="6547894" y="180373"/>
              <a:ext cx="5005" cy="42738"/>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16"/>
            <p:cNvSpPr/>
            <p:nvPr/>
          </p:nvSpPr>
          <p:spPr>
            <a:xfrm rot="5400000">
              <a:off x="6526543" y="197140"/>
              <a:ext cx="47708" cy="458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16"/>
            <p:cNvSpPr/>
            <p:nvPr/>
          </p:nvSpPr>
          <p:spPr>
            <a:xfrm rot="5400000">
              <a:off x="6533106" y="189176"/>
              <a:ext cx="38153" cy="30067"/>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16"/>
            <p:cNvSpPr/>
            <p:nvPr/>
          </p:nvSpPr>
          <p:spPr>
            <a:xfrm rot="5400000">
              <a:off x="6534383" y="179778"/>
              <a:ext cx="28632" cy="3934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Title and two columns 1">
  <p:cSld name="TITLE_AND_BODY_1_1">
    <p:spTree>
      <p:nvGrpSpPr>
        <p:cNvPr id="1" name="Shape 964"/>
        <p:cNvGrpSpPr/>
        <p:nvPr/>
      </p:nvGrpSpPr>
      <p:grpSpPr>
        <a:xfrm>
          <a:off x="0" y="0"/>
          <a:ext cx="0" cy="0"/>
          <a:chOff x="0" y="0"/>
          <a:chExt cx="0" cy="0"/>
        </a:xfrm>
      </p:grpSpPr>
      <p:sp>
        <p:nvSpPr>
          <p:cNvPr id="965" name="Google Shape;965;p17"/>
          <p:cNvSpPr txBox="1">
            <a:spLocks noGrp="1"/>
          </p:cNvSpPr>
          <p:nvPr>
            <p:ph type="title"/>
          </p:nvPr>
        </p:nvSpPr>
        <p:spPr>
          <a:xfrm>
            <a:off x="720000" y="4450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r>
              <a:rPr lang="en-US"/>
              <a:t>Click to edit Master title style</a:t>
            </a:r>
            <a:endParaRPr/>
          </a:p>
        </p:txBody>
      </p:sp>
      <p:sp>
        <p:nvSpPr>
          <p:cNvPr id="966" name="Google Shape;966;p17"/>
          <p:cNvSpPr txBox="1">
            <a:spLocks noGrp="1"/>
          </p:cNvSpPr>
          <p:nvPr>
            <p:ph type="body" idx="1"/>
          </p:nvPr>
        </p:nvSpPr>
        <p:spPr>
          <a:xfrm>
            <a:off x="720000" y="1258412"/>
            <a:ext cx="3726300" cy="30846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SzPts val="1400"/>
              <a:buFont typeface="Darker Grotesque SemiBold"/>
              <a:buChar char="●"/>
              <a:defRPr sz="1200"/>
            </a:lvl1pPr>
            <a:lvl2pPr marL="914400" lvl="1" indent="-317500" rtl="0">
              <a:lnSpc>
                <a:spcPct val="115000"/>
              </a:lnSpc>
              <a:spcBef>
                <a:spcPts val="0"/>
              </a:spcBef>
              <a:spcAft>
                <a:spcPts val="0"/>
              </a:spcAft>
              <a:buSzPts val="1400"/>
              <a:buFont typeface="Darker Grotesque SemiBold"/>
              <a:buChar char="○"/>
              <a:defRPr/>
            </a:lvl2pPr>
            <a:lvl3pPr marL="1371600" lvl="2" indent="-317500" rtl="0">
              <a:lnSpc>
                <a:spcPct val="115000"/>
              </a:lnSpc>
              <a:spcBef>
                <a:spcPts val="0"/>
              </a:spcBef>
              <a:spcAft>
                <a:spcPts val="0"/>
              </a:spcAft>
              <a:buSzPts val="1400"/>
              <a:buFont typeface="Darker Grotesque SemiBold"/>
              <a:buChar char="■"/>
              <a:defRPr/>
            </a:lvl3pPr>
            <a:lvl4pPr marL="1828800" lvl="3" indent="-317500" rtl="0">
              <a:lnSpc>
                <a:spcPct val="115000"/>
              </a:lnSpc>
              <a:spcBef>
                <a:spcPts val="0"/>
              </a:spcBef>
              <a:spcAft>
                <a:spcPts val="0"/>
              </a:spcAft>
              <a:buSzPts val="1400"/>
              <a:buFont typeface="Darker Grotesque SemiBold"/>
              <a:buChar char="●"/>
              <a:defRPr/>
            </a:lvl4pPr>
            <a:lvl5pPr marL="2286000" lvl="4" indent="-317500" rtl="0">
              <a:lnSpc>
                <a:spcPct val="115000"/>
              </a:lnSpc>
              <a:spcBef>
                <a:spcPts val="0"/>
              </a:spcBef>
              <a:spcAft>
                <a:spcPts val="0"/>
              </a:spcAft>
              <a:buSzPts val="1400"/>
              <a:buFont typeface="Darker Grotesque SemiBold"/>
              <a:buChar char="○"/>
              <a:defRPr/>
            </a:lvl5pPr>
            <a:lvl6pPr marL="2743200" lvl="5" indent="-317500" rtl="0">
              <a:lnSpc>
                <a:spcPct val="115000"/>
              </a:lnSpc>
              <a:spcBef>
                <a:spcPts val="0"/>
              </a:spcBef>
              <a:spcAft>
                <a:spcPts val="0"/>
              </a:spcAft>
              <a:buSzPts val="1400"/>
              <a:buFont typeface="Darker Grotesque SemiBold"/>
              <a:buChar char="■"/>
              <a:defRPr/>
            </a:lvl6pPr>
            <a:lvl7pPr marL="3200400" lvl="6" indent="-317500" rtl="0">
              <a:lnSpc>
                <a:spcPct val="115000"/>
              </a:lnSpc>
              <a:spcBef>
                <a:spcPts val="0"/>
              </a:spcBef>
              <a:spcAft>
                <a:spcPts val="0"/>
              </a:spcAft>
              <a:buSzPts val="1400"/>
              <a:buFont typeface="Darker Grotesque SemiBold"/>
              <a:buChar char="●"/>
              <a:defRPr/>
            </a:lvl7pPr>
            <a:lvl8pPr marL="3657600" lvl="7" indent="-317500" rtl="0">
              <a:lnSpc>
                <a:spcPct val="115000"/>
              </a:lnSpc>
              <a:spcBef>
                <a:spcPts val="0"/>
              </a:spcBef>
              <a:spcAft>
                <a:spcPts val="0"/>
              </a:spcAft>
              <a:buSzPts val="1400"/>
              <a:buFont typeface="Darker Grotesque SemiBold"/>
              <a:buChar char="○"/>
              <a:defRPr/>
            </a:lvl8pPr>
            <a:lvl9pPr marL="4114800" lvl="8" indent="-317500" rtl="0">
              <a:lnSpc>
                <a:spcPct val="115000"/>
              </a:lnSpc>
              <a:spcBef>
                <a:spcPts val="0"/>
              </a:spcBef>
              <a:spcAft>
                <a:spcPts val="0"/>
              </a:spcAft>
              <a:buSzPts val="1400"/>
              <a:buFont typeface="Darker Grotesque SemiBold"/>
              <a:buChar char="■"/>
              <a:defRPr/>
            </a:lvl9pPr>
          </a:lstStyle>
          <a:p>
            <a:pPr lvl="0"/>
            <a:r>
              <a:rPr lang="en-US"/>
              <a:t>Click to edit Master text styles</a:t>
            </a:r>
          </a:p>
        </p:txBody>
      </p:sp>
      <p:sp>
        <p:nvSpPr>
          <p:cNvPr id="967" name="Google Shape;967;p17"/>
          <p:cNvSpPr/>
          <p:nvPr/>
        </p:nvSpPr>
        <p:spPr>
          <a:xfrm>
            <a:off x="46375" y="-67275"/>
            <a:ext cx="906894" cy="5057202"/>
          </a:xfrm>
          <a:custGeom>
            <a:avLst/>
            <a:gdLst/>
            <a:ahLst/>
            <a:cxnLst/>
            <a:rect l="l" t="t" r="r" b="b"/>
            <a:pathLst>
              <a:path w="33947" h="118951" extrusionOk="0">
                <a:moveTo>
                  <a:pt x="31276" y="1"/>
                </a:moveTo>
                <a:cubicBezTo>
                  <a:pt x="31276" y="1"/>
                  <a:pt x="22444" y="21603"/>
                  <a:pt x="22018" y="26652"/>
                </a:cubicBezTo>
                <a:cubicBezTo>
                  <a:pt x="21603" y="31567"/>
                  <a:pt x="18090" y="35495"/>
                  <a:pt x="18090" y="35495"/>
                </a:cubicBezTo>
                <a:cubicBezTo>
                  <a:pt x="18090" y="35495"/>
                  <a:pt x="16968" y="1965"/>
                  <a:pt x="16968" y="427"/>
                </a:cubicBezTo>
                <a:cubicBezTo>
                  <a:pt x="16968" y="148"/>
                  <a:pt x="16803" y="33"/>
                  <a:pt x="16533" y="33"/>
                </a:cubicBezTo>
                <a:cubicBezTo>
                  <a:pt x="15309" y="33"/>
                  <a:pt x="11918" y="2391"/>
                  <a:pt x="11918" y="2391"/>
                </a:cubicBezTo>
                <a:cubicBezTo>
                  <a:pt x="11918" y="2391"/>
                  <a:pt x="14309" y="55829"/>
                  <a:pt x="13882" y="58915"/>
                </a:cubicBezTo>
                <a:cubicBezTo>
                  <a:pt x="13533" y="61509"/>
                  <a:pt x="13771" y="63810"/>
                  <a:pt x="12522" y="63810"/>
                </a:cubicBezTo>
                <a:cubicBezTo>
                  <a:pt x="12285" y="63810"/>
                  <a:pt x="11995" y="63728"/>
                  <a:pt x="11638" y="63549"/>
                </a:cubicBezTo>
                <a:cubicBezTo>
                  <a:pt x="9259" y="62427"/>
                  <a:pt x="842" y="42363"/>
                  <a:pt x="842" y="42363"/>
                </a:cubicBezTo>
                <a:lnTo>
                  <a:pt x="1" y="45033"/>
                </a:lnTo>
                <a:cubicBezTo>
                  <a:pt x="1" y="45033"/>
                  <a:pt x="13882" y="72381"/>
                  <a:pt x="13186" y="78979"/>
                </a:cubicBezTo>
                <a:cubicBezTo>
                  <a:pt x="12345" y="85566"/>
                  <a:pt x="13882" y="105204"/>
                  <a:pt x="14724" y="109412"/>
                </a:cubicBezTo>
                <a:lnTo>
                  <a:pt x="14724" y="118951"/>
                </a:lnTo>
                <a:lnTo>
                  <a:pt x="21603" y="117829"/>
                </a:lnTo>
                <a:cubicBezTo>
                  <a:pt x="21603" y="117829"/>
                  <a:pt x="18932" y="48535"/>
                  <a:pt x="19358" y="45033"/>
                </a:cubicBezTo>
                <a:cubicBezTo>
                  <a:pt x="19639" y="41667"/>
                  <a:pt x="20896" y="42789"/>
                  <a:pt x="22444" y="39277"/>
                </a:cubicBezTo>
                <a:cubicBezTo>
                  <a:pt x="23847" y="35910"/>
                  <a:pt x="23566" y="32824"/>
                  <a:pt x="25104" y="23566"/>
                </a:cubicBezTo>
                <a:cubicBezTo>
                  <a:pt x="26652" y="14308"/>
                  <a:pt x="33947" y="1269"/>
                  <a:pt x="33947" y="1269"/>
                </a:cubicBezTo>
                <a:lnTo>
                  <a:pt x="31276" y="1"/>
                </a:ln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17"/>
          <p:cNvSpPr/>
          <p:nvPr/>
        </p:nvSpPr>
        <p:spPr>
          <a:xfrm>
            <a:off x="8424000" y="0"/>
            <a:ext cx="678450" cy="5143407"/>
          </a:xfrm>
          <a:custGeom>
            <a:avLst/>
            <a:gdLst/>
            <a:ahLst/>
            <a:cxnLst/>
            <a:rect l="l" t="t" r="r" b="b"/>
            <a:pathLst>
              <a:path w="27138" h="74672" extrusionOk="0">
                <a:moveTo>
                  <a:pt x="7017" y="1"/>
                </a:moveTo>
                <a:cubicBezTo>
                  <a:pt x="7017" y="1"/>
                  <a:pt x="7377" y="9451"/>
                  <a:pt x="7733" y="19400"/>
                </a:cubicBezTo>
                <a:lnTo>
                  <a:pt x="1289" y="16107"/>
                </a:lnTo>
                <a:lnTo>
                  <a:pt x="0" y="16107"/>
                </a:lnTo>
                <a:lnTo>
                  <a:pt x="7876" y="22625"/>
                </a:lnTo>
                <a:cubicBezTo>
                  <a:pt x="8162" y="30283"/>
                  <a:pt x="8448" y="37517"/>
                  <a:pt x="8592" y="40449"/>
                </a:cubicBezTo>
                <a:cubicBezTo>
                  <a:pt x="9021" y="47683"/>
                  <a:pt x="7303" y="74671"/>
                  <a:pt x="7303" y="74671"/>
                </a:cubicBezTo>
                <a:lnTo>
                  <a:pt x="21192" y="74671"/>
                </a:lnTo>
                <a:cubicBezTo>
                  <a:pt x="21192" y="74671"/>
                  <a:pt x="20333" y="63577"/>
                  <a:pt x="19692" y="52265"/>
                </a:cubicBezTo>
                <a:lnTo>
                  <a:pt x="27138" y="46033"/>
                </a:lnTo>
                <a:lnTo>
                  <a:pt x="25849" y="46033"/>
                </a:lnTo>
                <a:lnTo>
                  <a:pt x="19549" y="49258"/>
                </a:lnTo>
                <a:cubicBezTo>
                  <a:pt x="19262" y="42883"/>
                  <a:pt x="19045" y="36801"/>
                  <a:pt x="19188" y="32860"/>
                </a:cubicBezTo>
                <a:lnTo>
                  <a:pt x="23197" y="29498"/>
                </a:lnTo>
                <a:lnTo>
                  <a:pt x="21908" y="29498"/>
                </a:lnTo>
                <a:lnTo>
                  <a:pt x="19331" y="30855"/>
                </a:lnTo>
                <a:cubicBezTo>
                  <a:pt x="19978" y="20259"/>
                  <a:pt x="18260" y="1"/>
                  <a:pt x="18260" y="1"/>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17"/>
          <p:cNvSpPr/>
          <p:nvPr/>
        </p:nvSpPr>
        <p:spPr>
          <a:xfrm rot="-1734382">
            <a:off x="8300240" y="160857"/>
            <a:ext cx="760501" cy="368617"/>
          </a:xfrm>
          <a:custGeom>
            <a:avLst/>
            <a:gdLst/>
            <a:ahLst/>
            <a:cxnLst/>
            <a:rect l="l" t="t" r="r" b="b"/>
            <a:pathLst>
              <a:path w="24333" h="9165" extrusionOk="0">
                <a:moveTo>
                  <a:pt x="305" y="1"/>
                </a:moveTo>
                <a:cubicBezTo>
                  <a:pt x="1" y="1"/>
                  <a:pt x="83" y="173"/>
                  <a:pt x="83" y="173"/>
                </a:cubicBezTo>
                <a:cubicBezTo>
                  <a:pt x="83" y="173"/>
                  <a:pt x="901" y="314"/>
                  <a:pt x="1315" y="1535"/>
                </a:cubicBezTo>
                <a:cubicBezTo>
                  <a:pt x="1860" y="2766"/>
                  <a:pt x="1718" y="3715"/>
                  <a:pt x="1718" y="3715"/>
                </a:cubicBezTo>
                <a:cubicBezTo>
                  <a:pt x="1718" y="3715"/>
                  <a:pt x="2808" y="4129"/>
                  <a:pt x="3353" y="4946"/>
                </a:cubicBezTo>
                <a:cubicBezTo>
                  <a:pt x="3898" y="5764"/>
                  <a:pt x="4170" y="6853"/>
                  <a:pt x="4170" y="6853"/>
                </a:cubicBezTo>
                <a:cubicBezTo>
                  <a:pt x="4170" y="6853"/>
                  <a:pt x="5533" y="6853"/>
                  <a:pt x="6492" y="7398"/>
                </a:cubicBezTo>
                <a:cubicBezTo>
                  <a:pt x="7309" y="8074"/>
                  <a:pt x="7712" y="8619"/>
                  <a:pt x="7712" y="8619"/>
                </a:cubicBezTo>
                <a:lnTo>
                  <a:pt x="9216" y="8347"/>
                </a:lnTo>
                <a:cubicBezTo>
                  <a:pt x="9489" y="8892"/>
                  <a:pt x="10034" y="9164"/>
                  <a:pt x="10709" y="9164"/>
                </a:cubicBezTo>
                <a:cubicBezTo>
                  <a:pt x="11527" y="9164"/>
                  <a:pt x="12072" y="8761"/>
                  <a:pt x="12344" y="8216"/>
                </a:cubicBezTo>
                <a:cubicBezTo>
                  <a:pt x="13303" y="8216"/>
                  <a:pt x="14666" y="8216"/>
                  <a:pt x="15756" y="7943"/>
                </a:cubicBezTo>
                <a:cubicBezTo>
                  <a:pt x="17794" y="7398"/>
                  <a:pt x="19701" y="6984"/>
                  <a:pt x="19701" y="6984"/>
                </a:cubicBezTo>
                <a:cubicBezTo>
                  <a:pt x="19701" y="6984"/>
                  <a:pt x="19973" y="6581"/>
                  <a:pt x="20518" y="5894"/>
                </a:cubicBezTo>
                <a:cubicBezTo>
                  <a:pt x="21063" y="5219"/>
                  <a:pt x="22153" y="4946"/>
                  <a:pt x="22153" y="4946"/>
                </a:cubicBezTo>
                <a:cubicBezTo>
                  <a:pt x="22153" y="4946"/>
                  <a:pt x="22153" y="4532"/>
                  <a:pt x="22295" y="3856"/>
                </a:cubicBezTo>
                <a:cubicBezTo>
                  <a:pt x="22426" y="3170"/>
                  <a:pt x="24333" y="1949"/>
                  <a:pt x="24333" y="1949"/>
                </a:cubicBezTo>
                <a:lnTo>
                  <a:pt x="24333" y="1949"/>
                </a:lnTo>
                <a:lnTo>
                  <a:pt x="21477" y="2766"/>
                </a:lnTo>
                <a:cubicBezTo>
                  <a:pt x="19570" y="3170"/>
                  <a:pt x="15483" y="5764"/>
                  <a:pt x="15483" y="5764"/>
                </a:cubicBezTo>
                <a:cubicBezTo>
                  <a:pt x="15483" y="5764"/>
                  <a:pt x="14666" y="6581"/>
                  <a:pt x="13303" y="6984"/>
                </a:cubicBezTo>
                <a:cubicBezTo>
                  <a:pt x="12758" y="7126"/>
                  <a:pt x="12344" y="7126"/>
                  <a:pt x="12072" y="7126"/>
                </a:cubicBezTo>
                <a:cubicBezTo>
                  <a:pt x="12072" y="6984"/>
                  <a:pt x="11941" y="6984"/>
                  <a:pt x="11941" y="6853"/>
                </a:cubicBezTo>
                <a:lnTo>
                  <a:pt x="11941" y="5894"/>
                </a:lnTo>
                <a:cubicBezTo>
                  <a:pt x="11669" y="6036"/>
                  <a:pt x="11396" y="6309"/>
                  <a:pt x="11124" y="6581"/>
                </a:cubicBezTo>
                <a:lnTo>
                  <a:pt x="10306" y="6581"/>
                </a:lnTo>
                <a:cubicBezTo>
                  <a:pt x="10034" y="6309"/>
                  <a:pt x="9620" y="6036"/>
                  <a:pt x="9347" y="5894"/>
                </a:cubicBezTo>
                <a:lnTo>
                  <a:pt x="9347" y="5894"/>
                </a:lnTo>
                <a:cubicBezTo>
                  <a:pt x="9489" y="6167"/>
                  <a:pt x="9489" y="6581"/>
                  <a:pt x="9489" y="6984"/>
                </a:cubicBezTo>
                <a:cubicBezTo>
                  <a:pt x="9347" y="7126"/>
                  <a:pt x="9347" y="7257"/>
                  <a:pt x="9216" y="7398"/>
                </a:cubicBezTo>
                <a:cubicBezTo>
                  <a:pt x="8671" y="7257"/>
                  <a:pt x="6895" y="6581"/>
                  <a:pt x="6078" y="5349"/>
                </a:cubicBezTo>
                <a:lnTo>
                  <a:pt x="5129" y="3856"/>
                </a:lnTo>
                <a:cubicBezTo>
                  <a:pt x="5129" y="3856"/>
                  <a:pt x="4312" y="3170"/>
                  <a:pt x="3898" y="2352"/>
                </a:cubicBezTo>
                <a:cubicBezTo>
                  <a:pt x="3353" y="1677"/>
                  <a:pt x="1446" y="42"/>
                  <a:pt x="628" y="42"/>
                </a:cubicBezTo>
                <a:cubicBezTo>
                  <a:pt x="489" y="13"/>
                  <a:pt x="384" y="1"/>
                  <a:pt x="3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17"/>
          <p:cNvSpPr/>
          <p:nvPr/>
        </p:nvSpPr>
        <p:spPr>
          <a:xfrm rot="-700629">
            <a:off x="61701" y="155162"/>
            <a:ext cx="514926" cy="204049"/>
          </a:xfrm>
          <a:custGeom>
            <a:avLst/>
            <a:gdLst/>
            <a:ahLst/>
            <a:cxnLst/>
            <a:rect l="l" t="t" r="r" b="b"/>
            <a:pathLst>
              <a:path w="37188" h="14739" extrusionOk="0">
                <a:moveTo>
                  <a:pt x="6922" y="1"/>
                </a:moveTo>
                <a:cubicBezTo>
                  <a:pt x="4515" y="1"/>
                  <a:pt x="1" y="4385"/>
                  <a:pt x="1" y="4385"/>
                </a:cubicBezTo>
                <a:cubicBezTo>
                  <a:pt x="1" y="4385"/>
                  <a:pt x="29" y="4382"/>
                  <a:pt x="81" y="4382"/>
                </a:cubicBezTo>
                <a:cubicBezTo>
                  <a:pt x="402" y="4382"/>
                  <a:pt x="1626" y="4479"/>
                  <a:pt x="2453" y="5889"/>
                </a:cubicBezTo>
                <a:cubicBezTo>
                  <a:pt x="3401" y="7382"/>
                  <a:pt x="2856" y="8613"/>
                  <a:pt x="2856" y="8613"/>
                </a:cubicBezTo>
                <a:cubicBezTo>
                  <a:pt x="2856" y="8613"/>
                  <a:pt x="4330" y="7631"/>
                  <a:pt x="5881" y="7631"/>
                </a:cubicBezTo>
                <a:cubicBezTo>
                  <a:pt x="6331" y="7631"/>
                  <a:pt x="6787" y="7713"/>
                  <a:pt x="7216" y="7927"/>
                </a:cubicBezTo>
                <a:cubicBezTo>
                  <a:pt x="9265" y="8886"/>
                  <a:pt x="9265" y="11065"/>
                  <a:pt x="9265" y="11065"/>
                </a:cubicBezTo>
                <a:cubicBezTo>
                  <a:pt x="9265" y="11065"/>
                  <a:pt x="10148" y="10067"/>
                  <a:pt x="11613" y="10067"/>
                </a:cubicBezTo>
                <a:cubicBezTo>
                  <a:pt x="11775" y="10067"/>
                  <a:pt x="11944" y="10079"/>
                  <a:pt x="12120" y="10106"/>
                </a:cubicBezTo>
                <a:cubicBezTo>
                  <a:pt x="13897" y="10379"/>
                  <a:pt x="14572" y="12831"/>
                  <a:pt x="14572" y="12831"/>
                </a:cubicBezTo>
                <a:cubicBezTo>
                  <a:pt x="14572" y="12831"/>
                  <a:pt x="15115" y="11970"/>
                  <a:pt x="15618" y="11970"/>
                </a:cubicBezTo>
                <a:cubicBezTo>
                  <a:pt x="15681" y="11970"/>
                  <a:pt x="15743" y="11983"/>
                  <a:pt x="15804" y="12014"/>
                </a:cubicBezTo>
                <a:cubicBezTo>
                  <a:pt x="16207" y="12155"/>
                  <a:pt x="17166" y="14193"/>
                  <a:pt x="18659" y="14738"/>
                </a:cubicBezTo>
                <a:cubicBezTo>
                  <a:pt x="20022" y="14193"/>
                  <a:pt x="20981" y="12155"/>
                  <a:pt x="21384" y="12014"/>
                </a:cubicBezTo>
                <a:cubicBezTo>
                  <a:pt x="21445" y="11983"/>
                  <a:pt x="21507" y="11970"/>
                  <a:pt x="21570" y="11970"/>
                </a:cubicBezTo>
                <a:cubicBezTo>
                  <a:pt x="22073" y="11970"/>
                  <a:pt x="22616" y="12831"/>
                  <a:pt x="22616" y="12831"/>
                </a:cubicBezTo>
                <a:cubicBezTo>
                  <a:pt x="22616" y="12831"/>
                  <a:pt x="23291" y="10379"/>
                  <a:pt x="25068" y="10106"/>
                </a:cubicBezTo>
                <a:cubicBezTo>
                  <a:pt x="25244" y="10079"/>
                  <a:pt x="25413" y="10067"/>
                  <a:pt x="25575" y="10067"/>
                </a:cubicBezTo>
                <a:cubicBezTo>
                  <a:pt x="27040" y="10067"/>
                  <a:pt x="27923" y="11065"/>
                  <a:pt x="27923" y="11065"/>
                </a:cubicBezTo>
                <a:cubicBezTo>
                  <a:pt x="27923" y="11065"/>
                  <a:pt x="27923" y="8886"/>
                  <a:pt x="29972" y="7927"/>
                </a:cubicBezTo>
                <a:cubicBezTo>
                  <a:pt x="30401" y="7713"/>
                  <a:pt x="30857" y="7631"/>
                  <a:pt x="31307" y="7631"/>
                </a:cubicBezTo>
                <a:cubicBezTo>
                  <a:pt x="32858" y="7631"/>
                  <a:pt x="34332" y="8613"/>
                  <a:pt x="34332" y="8613"/>
                </a:cubicBezTo>
                <a:cubicBezTo>
                  <a:pt x="34332" y="8613"/>
                  <a:pt x="33787" y="7382"/>
                  <a:pt x="34735" y="5889"/>
                </a:cubicBezTo>
                <a:cubicBezTo>
                  <a:pt x="35562" y="4479"/>
                  <a:pt x="36785" y="4382"/>
                  <a:pt x="37107" y="4382"/>
                </a:cubicBezTo>
                <a:cubicBezTo>
                  <a:pt x="37159" y="4382"/>
                  <a:pt x="37187" y="4385"/>
                  <a:pt x="37187" y="4385"/>
                </a:cubicBezTo>
                <a:cubicBezTo>
                  <a:pt x="37187" y="4385"/>
                  <a:pt x="32673" y="1"/>
                  <a:pt x="30266" y="1"/>
                </a:cubicBezTo>
                <a:cubicBezTo>
                  <a:pt x="30164" y="1"/>
                  <a:pt x="30066" y="9"/>
                  <a:pt x="29972" y="25"/>
                </a:cubicBezTo>
                <a:cubicBezTo>
                  <a:pt x="27520" y="439"/>
                  <a:pt x="25068" y="3709"/>
                  <a:pt x="23291" y="5202"/>
                </a:cubicBezTo>
                <a:cubicBezTo>
                  <a:pt x="21995" y="6306"/>
                  <a:pt x="21063" y="6453"/>
                  <a:pt x="20659" y="6453"/>
                </a:cubicBezTo>
                <a:cubicBezTo>
                  <a:pt x="20513" y="6453"/>
                  <a:pt x="20436" y="6433"/>
                  <a:pt x="20436" y="6433"/>
                </a:cubicBezTo>
                <a:cubicBezTo>
                  <a:pt x="20436" y="6433"/>
                  <a:pt x="21929" y="3840"/>
                  <a:pt x="21253" y="3022"/>
                </a:cubicBezTo>
                <a:lnTo>
                  <a:pt x="21253" y="3022"/>
                </a:lnTo>
                <a:cubicBezTo>
                  <a:pt x="20436" y="3436"/>
                  <a:pt x="19749" y="4657"/>
                  <a:pt x="19749" y="4657"/>
                </a:cubicBezTo>
                <a:cubicBezTo>
                  <a:pt x="19379" y="4508"/>
                  <a:pt x="18967" y="4401"/>
                  <a:pt x="18536" y="4401"/>
                </a:cubicBezTo>
                <a:cubicBezTo>
                  <a:pt x="18179" y="4401"/>
                  <a:pt x="17809" y="4474"/>
                  <a:pt x="17439" y="4657"/>
                </a:cubicBezTo>
                <a:cubicBezTo>
                  <a:pt x="17439" y="4657"/>
                  <a:pt x="16752" y="3436"/>
                  <a:pt x="15935" y="3022"/>
                </a:cubicBezTo>
                <a:lnTo>
                  <a:pt x="15935" y="3022"/>
                </a:lnTo>
                <a:cubicBezTo>
                  <a:pt x="15259" y="3840"/>
                  <a:pt x="16752" y="6433"/>
                  <a:pt x="16752" y="6433"/>
                </a:cubicBezTo>
                <a:cubicBezTo>
                  <a:pt x="16752" y="6433"/>
                  <a:pt x="16675" y="6453"/>
                  <a:pt x="16529" y="6453"/>
                </a:cubicBezTo>
                <a:cubicBezTo>
                  <a:pt x="16125" y="6453"/>
                  <a:pt x="15193" y="6306"/>
                  <a:pt x="13897" y="5202"/>
                </a:cubicBezTo>
                <a:cubicBezTo>
                  <a:pt x="12120" y="3709"/>
                  <a:pt x="9668" y="439"/>
                  <a:pt x="7216" y="25"/>
                </a:cubicBezTo>
                <a:cubicBezTo>
                  <a:pt x="7122" y="9"/>
                  <a:pt x="7024" y="1"/>
                  <a:pt x="69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1" name="Google Shape;971;p17"/>
          <p:cNvGrpSpPr/>
          <p:nvPr/>
        </p:nvGrpSpPr>
        <p:grpSpPr>
          <a:xfrm rot="-1142834">
            <a:off x="127151" y="325135"/>
            <a:ext cx="745361" cy="428737"/>
            <a:chOff x="8159005" y="135958"/>
            <a:chExt cx="701606" cy="403533"/>
          </a:xfrm>
        </p:grpSpPr>
        <p:sp>
          <p:nvSpPr>
            <p:cNvPr id="972" name="Google Shape;972;p17"/>
            <p:cNvSpPr/>
            <p:nvPr/>
          </p:nvSpPr>
          <p:spPr>
            <a:xfrm rot="347060">
              <a:off x="8174310" y="168911"/>
              <a:ext cx="670995" cy="337626"/>
            </a:xfrm>
            <a:custGeom>
              <a:avLst/>
              <a:gdLst/>
              <a:ahLst/>
              <a:cxnLst/>
              <a:rect l="l" t="t" r="r" b="b"/>
              <a:pathLst>
                <a:path w="24109" h="12131" extrusionOk="0">
                  <a:moveTo>
                    <a:pt x="273" y="0"/>
                  </a:moveTo>
                  <a:cubicBezTo>
                    <a:pt x="273" y="1"/>
                    <a:pt x="2453" y="3412"/>
                    <a:pt x="1" y="4502"/>
                  </a:cubicBezTo>
                  <a:cubicBezTo>
                    <a:pt x="949" y="4502"/>
                    <a:pt x="2856" y="6136"/>
                    <a:pt x="2039" y="8044"/>
                  </a:cubicBezTo>
                  <a:cubicBezTo>
                    <a:pt x="2117" y="7925"/>
                    <a:pt x="2339" y="7863"/>
                    <a:pt x="2659" y="7863"/>
                  </a:cubicBezTo>
                  <a:cubicBezTo>
                    <a:pt x="3458" y="7863"/>
                    <a:pt x="4864" y="8254"/>
                    <a:pt x="6126" y="9134"/>
                  </a:cubicBezTo>
                  <a:cubicBezTo>
                    <a:pt x="7902" y="10223"/>
                    <a:pt x="7902" y="11989"/>
                    <a:pt x="7902" y="11989"/>
                  </a:cubicBezTo>
                  <a:cubicBezTo>
                    <a:pt x="7902" y="11989"/>
                    <a:pt x="8589" y="10735"/>
                    <a:pt x="9333" y="10735"/>
                  </a:cubicBezTo>
                  <a:cubicBezTo>
                    <a:pt x="9401" y="10735"/>
                    <a:pt x="9469" y="10746"/>
                    <a:pt x="9537" y="10768"/>
                  </a:cubicBezTo>
                  <a:cubicBezTo>
                    <a:pt x="10355" y="11041"/>
                    <a:pt x="10758" y="11989"/>
                    <a:pt x="10758" y="11989"/>
                  </a:cubicBezTo>
                  <a:cubicBezTo>
                    <a:pt x="10758" y="11989"/>
                    <a:pt x="11008" y="10619"/>
                    <a:pt x="11393" y="10619"/>
                  </a:cubicBezTo>
                  <a:cubicBezTo>
                    <a:pt x="11410" y="10619"/>
                    <a:pt x="11427" y="10621"/>
                    <a:pt x="11445" y="10627"/>
                  </a:cubicBezTo>
                  <a:cubicBezTo>
                    <a:pt x="11717" y="10768"/>
                    <a:pt x="12120" y="12131"/>
                    <a:pt x="12120" y="12131"/>
                  </a:cubicBezTo>
                  <a:cubicBezTo>
                    <a:pt x="12120" y="12131"/>
                    <a:pt x="12393" y="10627"/>
                    <a:pt x="13210" y="10627"/>
                  </a:cubicBezTo>
                  <a:cubicBezTo>
                    <a:pt x="14028" y="10627"/>
                    <a:pt x="14845" y="11989"/>
                    <a:pt x="14845" y="11989"/>
                  </a:cubicBezTo>
                  <a:cubicBezTo>
                    <a:pt x="14845" y="11989"/>
                    <a:pt x="14987" y="9951"/>
                    <a:pt x="16621" y="9134"/>
                  </a:cubicBezTo>
                  <a:cubicBezTo>
                    <a:pt x="17387" y="8685"/>
                    <a:pt x="18419" y="8565"/>
                    <a:pt x="19301" y="8565"/>
                  </a:cubicBezTo>
                  <a:cubicBezTo>
                    <a:pt x="20304" y="8565"/>
                    <a:pt x="21112" y="8719"/>
                    <a:pt x="21112" y="8719"/>
                  </a:cubicBezTo>
                  <a:cubicBezTo>
                    <a:pt x="21112" y="8719"/>
                    <a:pt x="20294" y="7226"/>
                    <a:pt x="20981" y="6136"/>
                  </a:cubicBezTo>
                  <a:cubicBezTo>
                    <a:pt x="21657" y="5177"/>
                    <a:pt x="23019" y="4774"/>
                    <a:pt x="23019" y="4774"/>
                  </a:cubicBezTo>
                  <a:cubicBezTo>
                    <a:pt x="23019" y="4774"/>
                    <a:pt x="21384" y="1635"/>
                    <a:pt x="24109" y="142"/>
                  </a:cubicBezTo>
                  <a:cubicBezTo>
                    <a:pt x="23996" y="78"/>
                    <a:pt x="23851" y="49"/>
                    <a:pt x="23681" y="49"/>
                  </a:cubicBezTo>
                  <a:cubicBezTo>
                    <a:pt x="22013" y="49"/>
                    <a:pt x="17895" y="2890"/>
                    <a:pt x="17025" y="4502"/>
                  </a:cubicBezTo>
                  <a:cubicBezTo>
                    <a:pt x="16238" y="6201"/>
                    <a:pt x="14069" y="7779"/>
                    <a:pt x="12809" y="7779"/>
                  </a:cubicBezTo>
                  <a:cubicBezTo>
                    <a:pt x="12760" y="7779"/>
                    <a:pt x="12712" y="7776"/>
                    <a:pt x="12665" y="7771"/>
                  </a:cubicBezTo>
                  <a:cubicBezTo>
                    <a:pt x="12807" y="7771"/>
                    <a:pt x="13079" y="6540"/>
                    <a:pt x="12665" y="5319"/>
                  </a:cubicBezTo>
                  <a:lnTo>
                    <a:pt x="11990" y="6409"/>
                  </a:lnTo>
                  <a:lnTo>
                    <a:pt x="11303" y="6540"/>
                  </a:lnTo>
                  <a:lnTo>
                    <a:pt x="10485" y="5177"/>
                  </a:lnTo>
                  <a:cubicBezTo>
                    <a:pt x="10485" y="5177"/>
                    <a:pt x="10485" y="7226"/>
                    <a:pt x="10213" y="7499"/>
                  </a:cubicBezTo>
                  <a:cubicBezTo>
                    <a:pt x="10181" y="7514"/>
                    <a:pt x="10133" y="7522"/>
                    <a:pt x="10070" y="7522"/>
                  </a:cubicBezTo>
                  <a:cubicBezTo>
                    <a:pt x="9598" y="7522"/>
                    <a:pt x="8335" y="7067"/>
                    <a:pt x="7488" y="5864"/>
                  </a:cubicBezTo>
                  <a:cubicBezTo>
                    <a:pt x="6813" y="4905"/>
                    <a:pt x="3543" y="818"/>
                    <a:pt x="27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3" name="Google Shape;973;p17"/>
            <p:cNvGrpSpPr/>
            <p:nvPr/>
          </p:nvGrpSpPr>
          <p:grpSpPr>
            <a:xfrm rot="1195143">
              <a:off x="8470814" y="356793"/>
              <a:ext cx="47447" cy="25910"/>
              <a:chOff x="3467344" y="1694749"/>
              <a:chExt cx="114969" cy="62784"/>
            </a:xfrm>
          </p:grpSpPr>
          <p:sp>
            <p:nvSpPr>
              <p:cNvPr id="974" name="Google Shape;974;p17"/>
              <p:cNvSpPr/>
              <p:nvPr/>
            </p:nvSpPr>
            <p:spPr>
              <a:xfrm>
                <a:off x="3545727" y="1694749"/>
                <a:ext cx="36586" cy="56634"/>
              </a:xfrm>
              <a:custGeom>
                <a:avLst/>
                <a:gdLst/>
                <a:ahLst/>
                <a:cxnLst/>
                <a:rect l="l" t="t" r="r" b="b"/>
                <a:pathLst>
                  <a:path w="1053" h="1630" extrusionOk="0">
                    <a:moveTo>
                      <a:pt x="828" y="1"/>
                    </a:moveTo>
                    <a:cubicBezTo>
                      <a:pt x="627" y="552"/>
                      <a:pt x="76" y="853"/>
                      <a:pt x="76" y="853"/>
                    </a:cubicBezTo>
                    <a:cubicBezTo>
                      <a:pt x="51" y="1103"/>
                      <a:pt x="25" y="1379"/>
                      <a:pt x="0" y="1630"/>
                    </a:cubicBezTo>
                    <a:cubicBezTo>
                      <a:pt x="1053" y="1304"/>
                      <a:pt x="828" y="1"/>
                      <a:pt x="8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17"/>
              <p:cNvSpPr/>
              <p:nvPr/>
            </p:nvSpPr>
            <p:spPr>
              <a:xfrm>
                <a:off x="3467344" y="1713928"/>
                <a:ext cx="46211" cy="43605"/>
              </a:xfrm>
              <a:custGeom>
                <a:avLst/>
                <a:gdLst/>
                <a:ahLst/>
                <a:cxnLst/>
                <a:rect l="l" t="t" r="r" b="b"/>
                <a:pathLst>
                  <a:path w="1330" h="1255" extrusionOk="0">
                    <a:moveTo>
                      <a:pt x="1" y="0"/>
                    </a:moveTo>
                    <a:lnTo>
                      <a:pt x="1" y="0"/>
                    </a:lnTo>
                    <a:cubicBezTo>
                      <a:pt x="1" y="0"/>
                      <a:pt x="218" y="1255"/>
                      <a:pt x="1268" y="1255"/>
                    </a:cubicBezTo>
                    <a:cubicBezTo>
                      <a:pt x="1288" y="1255"/>
                      <a:pt x="1308" y="1254"/>
                      <a:pt x="1329" y="1253"/>
                    </a:cubicBezTo>
                    <a:cubicBezTo>
                      <a:pt x="1204" y="1003"/>
                      <a:pt x="1104" y="777"/>
                      <a:pt x="978" y="526"/>
                    </a:cubicBezTo>
                    <a:cubicBezTo>
                      <a:pt x="978" y="526"/>
                      <a:pt x="377" y="45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6" name="Google Shape;976;p17"/>
          <p:cNvGrpSpPr/>
          <p:nvPr/>
        </p:nvGrpSpPr>
        <p:grpSpPr>
          <a:xfrm>
            <a:off x="8962343" y="539497"/>
            <a:ext cx="103277" cy="115302"/>
            <a:chOff x="6529028" y="175578"/>
            <a:chExt cx="42738" cy="47708"/>
          </a:xfrm>
        </p:grpSpPr>
        <p:sp>
          <p:nvSpPr>
            <p:cNvPr id="977" name="Google Shape;977;p17"/>
            <p:cNvSpPr/>
            <p:nvPr/>
          </p:nvSpPr>
          <p:spPr>
            <a:xfrm rot="5400000">
              <a:off x="6547894" y="180373"/>
              <a:ext cx="5005" cy="42738"/>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17"/>
            <p:cNvSpPr/>
            <p:nvPr/>
          </p:nvSpPr>
          <p:spPr>
            <a:xfrm rot="5400000">
              <a:off x="6526543" y="197140"/>
              <a:ext cx="47708" cy="458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17"/>
            <p:cNvSpPr/>
            <p:nvPr/>
          </p:nvSpPr>
          <p:spPr>
            <a:xfrm rot="5400000">
              <a:off x="6533106" y="189176"/>
              <a:ext cx="38153" cy="30067"/>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17"/>
            <p:cNvSpPr/>
            <p:nvPr/>
          </p:nvSpPr>
          <p:spPr>
            <a:xfrm rot="5400000">
              <a:off x="6534383" y="179778"/>
              <a:ext cx="28632" cy="3934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 name="Google Shape;981;p17"/>
          <p:cNvGrpSpPr/>
          <p:nvPr/>
        </p:nvGrpSpPr>
        <p:grpSpPr>
          <a:xfrm>
            <a:off x="106468" y="820472"/>
            <a:ext cx="103277" cy="115302"/>
            <a:chOff x="6529028" y="175578"/>
            <a:chExt cx="42738" cy="47708"/>
          </a:xfrm>
        </p:grpSpPr>
        <p:sp>
          <p:nvSpPr>
            <p:cNvPr id="982" name="Google Shape;982;p17"/>
            <p:cNvSpPr/>
            <p:nvPr/>
          </p:nvSpPr>
          <p:spPr>
            <a:xfrm rot="5400000">
              <a:off x="6547894" y="180373"/>
              <a:ext cx="5005" cy="42738"/>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17"/>
            <p:cNvSpPr/>
            <p:nvPr/>
          </p:nvSpPr>
          <p:spPr>
            <a:xfrm rot="5400000">
              <a:off x="6526543" y="197140"/>
              <a:ext cx="47708" cy="458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17"/>
            <p:cNvSpPr/>
            <p:nvPr/>
          </p:nvSpPr>
          <p:spPr>
            <a:xfrm rot="5400000">
              <a:off x="6533106" y="189176"/>
              <a:ext cx="38153" cy="30067"/>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17"/>
            <p:cNvSpPr/>
            <p:nvPr/>
          </p:nvSpPr>
          <p:spPr>
            <a:xfrm rot="5400000">
              <a:off x="6534383" y="179778"/>
              <a:ext cx="28632" cy="3934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 name="Google Shape;986;p17"/>
          <p:cNvGrpSpPr/>
          <p:nvPr/>
        </p:nvGrpSpPr>
        <p:grpSpPr>
          <a:xfrm>
            <a:off x="691853" y="57466"/>
            <a:ext cx="42738" cy="47708"/>
            <a:chOff x="6529028" y="175578"/>
            <a:chExt cx="42738" cy="47708"/>
          </a:xfrm>
        </p:grpSpPr>
        <p:sp>
          <p:nvSpPr>
            <p:cNvPr id="987" name="Google Shape;987;p17"/>
            <p:cNvSpPr/>
            <p:nvPr/>
          </p:nvSpPr>
          <p:spPr>
            <a:xfrm rot="5400000">
              <a:off x="6547894" y="180373"/>
              <a:ext cx="5005" cy="42738"/>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17"/>
            <p:cNvSpPr/>
            <p:nvPr/>
          </p:nvSpPr>
          <p:spPr>
            <a:xfrm rot="5400000">
              <a:off x="6526543" y="197140"/>
              <a:ext cx="47708" cy="458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17"/>
            <p:cNvSpPr/>
            <p:nvPr/>
          </p:nvSpPr>
          <p:spPr>
            <a:xfrm rot="5400000">
              <a:off x="6533106" y="189176"/>
              <a:ext cx="38153" cy="30067"/>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17"/>
            <p:cNvSpPr/>
            <p:nvPr/>
          </p:nvSpPr>
          <p:spPr>
            <a:xfrm rot="5400000">
              <a:off x="6534383" y="179778"/>
              <a:ext cx="28632" cy="3934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 name="Google Shape;991;p17"/>
          <p:cNvGrpSpPr/>
          <p:nvPr/>
        </p:nvGrpSpPr>
        <p:grpSpPr>
          <a:xfrm>
            <a:off x="994278" y="156491"/>
            <a:ext cx="42738" cy="47708"/>
            <a:chOff x="6529028" y="175578"/>
            <a:chExt cx="42738" cy="47708"/>
          </a:xfrm>
        </p:grpSpPr>
        <p:sp>
          <p:nvSpPr>
            <p:cNvPr id="992" name="Google Shape;992;p17"/>
            <p:cNvSpPr/>
            <p:nvPr/>
          </p:nvSpPr>
          <p:spPr>
            <a:xfrm rot="5400000">
              <a:off x="6547894" y="180373"/>
              <a:ext cx="5005" cy="42738"/>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17"/>
            <p:cNvSpPr/>
            <p:nvPr/>
          </p:nvSpPr>
          <p:spPr>
            <a:xfrm rot="5400000">
              <a:off x="6526543" y="197140"/>
              <a:ext cx="47708" cy="458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17"/>
            <p:cNvSpPr/>
            <p:nvPr/>
          </p:nvSpPr>
          <p:spPr>
            <a:xfrm rot="5400000">
              <a:off x="6533106" y="189176"/>
              <a:ext cx="38153" cy="30067"/>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17"/>
            <p:cNvSpPr/>
            <p:nvPr/>
          </p:nvSpPr>
          <p:spPr>
            <a:xfrm rot="5400000">
              <a:off x="6534383" y="179778"/>
              <a:ext cx="28632" cy="3934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 name="Google Shape;996;p17"/>
          <p:cNvGrpSpPr/>
          <p:nvPr/>
        </p:nvGrpSpPr>
        <p:grpSpPr>
          <a:xfrm>
            <a:off x="106478" y="105166"/>
            <a:ext cx="42738" cy="47708"/>
            <a:chOff x="6529028" y="175578"/>
            <a:chExt cx="42738" cy="47708"/>
          </a:xfrm>
        </p:grpSpPr>
        <p:sp>
          <p:nvSpPr>
            <p:cNvPr id="997" name="Google Shape;997;p17"/>
            <p:cNvSpPr/>
            <p:nvPr/>
          </p:nvSpPr>
          <p:spPr>
            <a:xfrm rot="5400000">
              <a:off x="6547894" y="180373"/>
              <a:ext cx="5005" cy="42738"/>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17"/>
            <p:cNvSpPr/>
            <p:nvPr/>
          </p:nvSpPr>
          <p:spPr>
            <a:xfrm rot="5400000">
              <a:off x="6526543" y="197140"/>
              <a:ext cx="47708" cy="458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17"/>
            <p:cNvSpPr/>
            <p:nvPr/>
          </p:nvSpPr>
          <p:spPr>
            <a:xfrm rot="5400000">
              <a:off x="6533106" y="189176"/>
              <a:ext cx="38153" cy="30067"/>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17"/>
            <p:cNvSpPr/>
            <p:nvPr/>
          </p:nvSpPr>
          <p:spPr>
            <a:xfrm rot="5400000">
              <a:off x="6534383" y="179778"/>
              <a:ext cx="28632" cy="3934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 name="Google Shape;1001;p17"/>
          <p:cNvGrpSpPr/>
          <p:nvPr/>
        </p:nvGrpSpPr>
        <p:grpSpPr>
          <a:xfrm>
            <a:off x="8471403" y="156491"/>
            <a:ext cx="42738" cy="47708"/>
            <a:chOff x="6529028" y="175578"/>
            <a:chExt cx="42738" cy="47708"/>
          </a:xfrm>
        </p:grpSpPr>
        <p:sp>
          <p:nvSpPr>
            <p:cNvPr id="1002" name="Google Shape;1002;p17"/>
            <p:cNvSpPr/>
            <p:nvPr/>
          </p:nvSpPr>
          <p:spPr>
            <a:xfrm rot="5400000">
              <a:off x="6547894" y="180373"/>
              <a:ext cx="5005" cy="42738"/>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17"/>
            <p:cNvSpPr/>
            <p:nvPr/>
          </p:nvSpPr>
          <p:spPr>
            <a:xfrm rot="5400000">
              <a:off x="6526543" y="197140"/>
              <a:ext cx="47708" cy="458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17"/>
            <p:cNvSpPr/>
            <p:nvPr/>
          </p:nvSpPr>
          <p:spPr>
            <a:xfrm rot="5400000">
              <a:off x="6533106" y="189176"/>
              <a:ext cx="38153" cy="30067"/>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17"/>
            <p:cNvSpPr/>
            <p:nvPr/>
          </p:nvSpPr>
          <p:spPr>
            <a:xfrm rot="5400000">
              <a:off x="6534383" y="179778"/>
              <a:ext cx="28632" cy="3934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 name="Google Shape;1006;p17"/>
          <p:cNvGrpSpPr/>
          <p:nvPr/>
        </p:nvGrpSpPr>
        <p:grpSpPr>
          <a:xfrm>
            <a:off x="8514153" y="654791"/>
            <a:ext cx="42738" cy="47708"/>
            <a:chOff x="6529028" y="175578"/>
            <a:chExt cx="42738" cy="47708"/>
          </a:xfrm>
        </p:grpSpPr>
        <p:sp>
          <p:nvSpPr>
            <p:cNvPr id="1007" name="Google Shape;1007;p17"/>
            <p:cNvSpPr/>
            <p:nvPr/>
          </p:nvSpPr>
          <p:spPr>
            <a:xfrm rot="5400000">
              <a:off x="6547894" y="180373"/>
              <a:ext cx="5005" cy="42738"/>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17"/>
            <p:cNvSpPr/>
            <p:nvPr/>
          </p:nvSpPr>
          <p:spPr>
            <a:xfrm rot="5400000">
              <a:off x="6526543" y="197140"/>
              <a:ext cx="47708" cy="458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17"/>
            <p:cNvSpPr/>
            <p:nvPr/>
          </p:nvSpPr>
          <p:spPr>
            <a:xfrm rot="5400000">
              <a:off x="6533106" y="189176"/>
              <a:ext cx="38153" cy="30067"/>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17"/>
            <p:cNvSpPr/>
            <p:nvPr/>
          </p:nvSpPr>
          <p:spPr>
            <a:xfrm rot="5400000">
              <a:off x="6534383" y="179778"/>
              <a:ext cx="28632" cy="3934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 name="Google Shape;1011;p17"/>
          <p:cNvGrpSpPr/>
          <p:nvPr/>
        </p:nvGrpSpPr>
        <p:grpSpPr>
          <a:xfrm>
            <a:off x="9065628" y="57466"/>
            <a:ext cx="42738" cy="47708"/>
            <a:chOff x="6529028" y="175578"/>
            <a:chExt cx="42738" cy="47708"/>
          </a:xfrm>
        </p:grpSpPr>
        <p:sp>
          <p:nvSpPr>
            <p:cNvPr id="1012" name="Google Shape;1012;p17"/>
            <p:cNvSpPr/>
            <p:nvPr/>
          </p:nvSpPr>
          <p:spPr>
            <a:xfrm rot="5400000">
              <a:off x="6547894" y="180373"/>
              <a:ext cx="5005" cy="42738"/>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17"/>
            <p:cNvSpPr/>
            <p:nvPr/>
          </p:nvSpPr>
          <p:spPr>
            <a:xfrm rot="5400000">
              <a:off x="6526543" y="197140"/>
              <a:ext cx="47708" cy="458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17"/>
            <p:cNvSpPr/>
            <p:nvPr/>
          </p:nvSpPr>
          <p:spPr>
            <a:xfrm rot="5400000">
              <a:off x="6533106" y="189176"/>
              <a:ext cx="38153" cy="30067"/>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17"/>
            <p:cNvSpPr/>
            <p:nvPr/>
          </p:nvSpPr>
          <p:spPr>
            <a:xfrm rot="5400000">
              <a:off x="6534383" y="179778"/>
              <a:ext cx="28632" cy="3934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 name="Google Shape;1016;p17"/>
          <p:cNvGrpSpPr/>
          <p:nvPr/>
        </p:nvGrpSpPr>
        <p:grpSpPr>
          <a:xfrm>
            <a:off x="7921743" y="156497"/>
            <a:ext cx="103277" cy="115302"/>
            <a:chOff x="6529028" y="175578"/>
            <a:chExt cx="42738" cy="47708"/>
          </a:xfrm>
        </p:grpSpPr>
        <p:sp>
          <p:nvSpPr>
            <p:cNvPr id="1017" name="Google Shape;1017;p17"/>
            <p:cNvSpPr/>
            <p:nvPr/>
          </p:nvSpPr>
          <p:spPr>
            <a:xfrm rot="5400000">
              <a:off x="6547894" y="180373"/>
              <a:ext cx="5005" cy="42738"/>
            </a:xfrm>
            <a:custGeom>
              <a:avLst/>
              <a:gdLst/>
              <a:ahLst/>
              <a:cxnLst/>
              <a:rect l="l" t="t" r="r" b="b"/>
              <a:pathLst>
                <a:path w="143" h="1221" extrusionOk="0">
                  <a:moveTo>
                    <a:pt x="0" y="0"/>
                  </a:moveTo>
                  <a:lnTo>
                    <a:pt x="0" y="676"/>
                  </a:lnTo>
                  <a:lnTo>
                    <a:pt x="0" y="1221"/>
                  </a:lnTo>
                  <a:cubicBezTo>
                    <a:pt x="142" y="1221"/>
                    <a:pt x="142" y="948"/>
                    <a:pt x="142" y="676"/>
                  </a:cubicBezTo>
                  <a:cubicBezTo>
                    <a:pt x="142" y="273"/>
                    <a:pt x="142"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17"/>
            <p:cNvSpPr/>
            <p:nvPr/>
          </p:nvSpPr>
          <p:spPr>
            <a:xfrm rot="5400000">
              <a:off x="6526543" y="197140"/>
              <a:ext cx="47708" cy="4585"/>
            </a:xfrm>
            <a:custGeom>
              <a:avLst/>
              <a:gdLst/>
              <a:ahLst/>
              <a:cxnLst/>
              <a:rect l="l" t="t" r="r" b="b"/>
              <a:pathLst>
                <a:path w="1363" h="131" extrusionOk="0">
                  <a:moveTo>
                    <a:pt x="676" y="0"/>
                  </a:moveTo>
                  <a:cubicBezTo>
                    <a:pt x="404" y="0"/>
                    <a:pt x="1" y="0"/>
                    <a:pt x="1" y="131"/>
                  </a:cubicBezTo>
                  <a:lnTo>
                    <a:pt x="1363" y="131"/>
                  </a:lnTo>
                  <a:cubicBezTo>
                    <a:pt x="1363" y="0"/>
                    <a:pt x="1091" y="0"/>
                    <a:pt x="6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17"/>
            <p:cNvSpPr/>
            <p:nvPr/>
          </p:nvSpPr>
          <p:spPr>
            <a:xfrm rot="5400000">
              <a:off x="6533106" y="189176"/>
              <a:ext cx="38153" cy="30067"/>
            </a:xfrm>
            <a:custGeom>
              <a:avLst/>
              <a:gdLst/>
              <a:ahLst/>
              <a:cxnLst/>
              <a:rect l="l" t="t" r="r" b="b"/>
              <a:pathLst>
                <a:path w="1090" h="859" extrusionOk="0">
                  <a:moveTo>
                    <a:pt x="1090" y="1"/>
                  </a:moveTo>
                  <a:cubicBezTo>
                    <a:pt x="948" y="1"/>
                    <a:pt x="818" y="143"/>
                    <a:pt x="545" y="415"/>
                  </a:cubicBezTo>
                  <a:cubicBezTo>
                    <a:pt x="273" y="546"/>
                    <a:pt x="0" y="818"/>
                    <a:pt x="0" y="818"/>
                  </a:cubicBezTo>
                  <a:cubicBezTo>
                    <a:pt x="0" y="846"/>
                    <a:pt x="11" y="858"/>
                    <a:pt x="30" y="858"/>
                  </a:cubicBezTo>
                  <a:cubicBezTo>
                    <a:pt x="107" y="858"/>
                    <a:pt x="326" y="660"/>
                    <a:pt x="545" y="546"/>
                  </a:cubicBezTo>
                  <a:lnTo>
                    <a:pt x="10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17"/>
            <p:cNvSpPr/>
            <p:nvPr/>
          </p:nvSpPr>
          <p:spPr>
            <a:xfrm rot="5400000">
              <a:off x="6534383" y="179778"/>
              <a:ext cx="28632" cy="39343"/>
            </a:xfrm>
            <a:custGeom>
              <a:avLst/>
              <a:gdLst/>
              <a:ahLst/>
              <a:cxnLst/>
              <a:rect l="l" t="t" r="r" b="b"/>
              <a:pathLst>
                <a:path w="818" h="1124" extrusionOk="0">
                  <a:moveTo>
                    <a:pt x="144" y="0"/>
                  </a:moveTo>
                  <a:cubicBezTo>
                    <a:pt x="135" y="0"/>
                    <a:pt x="131" y="11"/>
                    <a:pt x="131" y="34"/>
                  </a:cubicBezTo>
                  <a:cubicBezTo>
                    <a:pt x="0" y="34"/>
                    <a:pt x="273" y="306"/>
                    <a:pt x="403" y="579"/>
                  </a:cubicBezTo>
                  <a:cubicBezTo>
                    <a:pt x="676" y="851"/>
                    <a:pt x="818" y="1124"/>
                    <a:pt x="818" y="1124"/>
                  </a:cubicBezTo>
                  <a:cubicBezTo>
                    <a:pt x="818" y="993"/>
                    <a:pt x="676" y="721"/>
                    <a:pt x="545" y="448"/>
                  </a:cubicBezTo>
                  <a:cubicBezTo>
                    <a:pt x="321" y="224"/>
                    <a:pt x="185" y="0"/>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1" name="Google Shape;1021;p17"/>
          <p:cNvSpPr/>
          <p:nvPr/>
        </p:nvSpPr>
        <p:spPr>
          <a:xfrm flipH="1">
            <a:off x="4446278" y="4763575"/>
            <a:ext cx="4697772" cy="379923"/>
          </a:xfrm>
          <a:custGeom>
            <a:avLst/>
            <a:gdLst/>
            <a:ahLst/>
            <a:cxnLst/>
            <a:rect l="l" t="t" r="r" b="b"/>
            <a:pathLst>
              <a:path w="71596" h="16017" extrusionOk="0">
                <a:moveTo>
                  <a:pt x="19034" y="0"/>
                </a:moveTo>
                <a:cubicBezTo>
                  <a:pt x="16196" y="0"/>
                  <a:pt x="12934" y="573"/>
                  <a:pt x="9738" y="1337"/>
                </a:cubicBezTo>
                <a:cubicBezTo>
                  <a:pt x="6370" y="2127"/>
                  <a:pt x="2218" y="2700"/>
                  <a:pt x="1" y="2986"/>
                </a:cubicBezTo>
                <a:lnTo>
                  <a:pt x="1" y="16017"/>
                </a:lnTo>
                <a:lnTo>
                  <a:pt x="71596" y="16017"/>
                </a:lnTo>
                <a:lnTo>
                  <a:pt x="71596" y="14012"/>
                </a:lnTo>
                <a:cubicBezTo>
                  <a:pt x="70737" y="14078"/>
                  <a:pt x="69679" y="14128"/>
                  <a:pt x="68535" y="14128"/>
                </a:cubicBezTo>
                <a:cubicBezTo>
                  <a:pt x="67200" y="14128"/>
                  <a:pt x="65750" y="14060"/>
                  <a:pt x="64362" y="13869"/>
                </a:cubicBezTo>
                <a:cubicBezTo>
                  <a:pt x="60141" y="13365"/>
                  <a:pt x="54413" y="9355"/>
                  <a:pt x="51904" y="8353"/>
                </a:cubicBezTo>
                <a:cubicBezTo>
                  <a:pt x="49470" y="7282"/>
                  <a:pt x="44459" y="6423"/>
                  <a:pt x="41956" y="4630"/>
                </a:cubicBezTo>
                <a:cubicBezTo>
                  <a:pt x="39447" y="2912"/>
                  <a:pt x="37156" y="2414"/>
                  <a:pt x="34006" y="2414"/>
                </a:cubicBezTo>
                <a:cubicBezTo>
                  <a:pt x="30930" y="2414"/>
                  <a:pt x="26348" y="1554"/>
                  <a:pt x="22911" y="478"/>
                </a:cubicBezTo>
                <a:cubicBezTo>
                  <a:pt x="21766" y="144"/>
                  <a:pt x="20453" y="0"/>
                  <a:pt x="190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17"/>
          <p:cNvSpPr/>
          <p:nvPr/>
        </p:nvSpPr>
        <p:spPr>
          <a:xfrm>
            <a:off x="0" y="4895101"/>
            <a:ext cx="9144062" cy="248384"/>
          </a:xfrm>
          <a:custGeom>
            <a:avLst/>
            <a:gdLst/>
            <a:ahLst/>
            <a:cxnLst/>
            <a:rect l="l" t="t" r="r" b="b"/>
            <a:pathLst>
              <a:path w="71596" h="16017" extrusionOk="0">
                <a:moveTo>
                  <a:pt x="19034" y="0"/>
                </a:moveTo>
                <a:cubicBezTo>
                  <a:pt x="16196" y="0"/>
                  <a:pt x="12934" y="573"/>
                  <a:pt x="9738" y="1337"/>
                </a:cubicBezTo>
                <a:cubicBezTo>
                  <a:pt x="6370" y="2127"/>
                  <a:pt x="2218" y="2700"/>
                  <a:pt x="1" y="2986"/>
                </a:cubicBezTo>
                <a:lnTo>
                  <a:pt x="1" y="16017"/>
                </a:lnTo>
                <a:lnTo>
                  <a:pt x="71596" y="16017"/>
                </a:lnTo>
                <a:lnTo>
                  <a:pt x="71596" y="14012"/>
                </a:lnTo>
                <a:cubicBezTo>
                  <a:pt x="70737" y="14078"/>
                  <a:pt x="69679" y="14128"/>
                  <a:pt x="68535" y="14128"/>
                </a:cubicBezTo>
                <a:cubicBezTo>
                  <a:pt x="67200" y="14128"/>
                  <a:pt x="65750" y="14060"/>
                  <a:pt x="64362" y="13869"/>
                </a:cubicBezTo>
                <a:cubicBezTo>
                  <a:pt x="60141" y="13365"/>
                  <a:pt x="54413" y="9355"/>
                  <a:pt x="51904" y="8353"/>
                </a:cubicBezTo>
                <a:cubicBezTo>
                  <a:pt x="49470" y="7282"/>
                  <a:pt x="44459" y="6423"/>
                  <a:pt x="41956" y="4630"/>
                </a:cubicBezTo>
                <a:cubicBezTo>
                  <a:pt x="39447" y="2912"/>
                  <a:pt x="37156" y="2414"/>
                  <a:pt x="34006" y="2414"/>
                </a:cubicBezTo>
                <a:cubicBezTo>
                  <a:pt x="30930" y="2414"/>
                  <a:pt x="26348" y="1554"/>
                  <a:pt x="22911" y="478"/>
                </a:cubicBezTo>
                <a:cubicBezTo>
                  <a:pt x="21766" y="144"/>
                  <a:pt x="20453" y="0"/>
                  <a:pt x="190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17"/>
          <p:cNvSpPr txBox="1">
            <a:spLocks noGrp="1"/>
          </p:cNvSpPr>
          <p:nvPr>
            <p:ph type="body" idx="2"/>
          </p:nvPr>
        </p:nvSpPr>
        <p:spPr>
          <a:xfrm>
            <a:off x="4697700" y="1256100"/>
            <a:ext cx="3726300" cy="30846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SzPts val="1400"/>
              <a:buFont typeface="Darker Grotesque SemiBold"/>
              <a:buChar char="●"/>
              <a:defRPr sz="1200"/>
            </a:lvl1pPr>
            <a:lvl2pPr marL="914400" lvl="1" indent="-317500" rtl="0">
              <a:lnSpc>
                <a:spcPct val="115000"/>
              </a:lnSpc>
              <a:spcBef>
                <a:spcPts val="0"/>
              </a:spcBef>
              <a:spcAft>
                <a:spcPts val="0"/>
              </a:spcAft>
              <a:buSzPts val="1400"/>
              <a:buFont typeface="Darker Grotesque SemiBold"/>
              <a:buChar char="○"/>
              <a:defRPr/>
            </a:lvl2pPr>
            <a:lvl3pPr marL="1371600" lvl="2" indent="-317500" rtl="0">
              <a:lnSpc>
                <a:spcPct val="115000"/>
              </a:lnSpc>
              <a:spcBef>
                <a:spcPts val="0"/>
              </a:spcBef>
              <a:spcAft>
                <a:spcPts val="0"/>
              </a:spcAft>
              <a:buSzPts val="1400"/>
              <a:buFont typeface="Darker Grotesque SemiBold"/>
              <a:buChar char="■"/>
              <a:defRPr/>
            </a:lvl3pPr>
            <a:lvl4pPr marL="1828800" lvl="3" indent="-317500" rtl="0">
              <a:lnSpc>
                <a:spcPct val="115000"/>
              </a:lnSpc>
              <a:spcBef>
                <a:spcPts val="0"/>
              </a:spcBef>
              <a:spcAft>
                <a:spcPts val="0"/>
              </a:spcAft>
              <a:buSzPts val="1400"/>
              <a:buFont typeface="Darker Grotesque SemiBold"/>
              <a:buChar char="●"/>
              <a:defRPr/>
            </a:lvl4pPr>
            <a:lvl5pPr marL="2286000" lvl="4" indent="-317500" rtl="0">
              <a:lnSpc>
                <a:spcPct val="115000"/>
              </a:lnSpc>
              <a:spcBef>
                <a:spcPts val="0"/>
              </a:spcBef>
              <a:spcAft>
                <a:spcPts val="0"/>
              </a:spcAft>
              <a:buSzPts val="1400"/>
              <a:buFont typeface="Darker Grotesque SemiBold"/>
              <a:buChar char="○"/>
              <a:defRPr/>
            </a:lvl5pPr>
            <a:lvl6pPr marL="2743200" lvl="5" indent="-317500" rtl="0">
              <a:lnSpc>
                <a:spcPct val="115000"/>
              </a:lnSpc>
              <a:spcBef>
                <a:spcPts val="0"/>
              </a:spcBef>
              <a:spcAft>
                <a:spcPts val="0"/>
              </a:spcAft>
              <a:buSzPts val="1400"/>
              <a:buFont typeface="Darker Grotesque SemiBold"/>
              <a:buChar char="■"/>
              <a:defRPr/>
            </a:lvl6pPr>
            <a:lvl7pPr marL="3200400" lvl="6" indent="-317500" rtl="0">
              <a:lnSpc>
                <a:spcPct val="115000"/>
              </a:lnSpc>
              <a:spcBef>
                <a:spcPts val="0"/>
              </a:spcBef>
              <a:spcAft>
                <a:spcPts val="0"/>
              </a:spcAft>
              <a:buSzPts val="1400"/>
              <a:buFont typeface="Darker Grotesque SemiBold"/>
              <a:buChar char="●"/>
              <a:defRPr/>
            </a:lvl7pPr>
            <a:lvl8pPr marL="3657600" lvl="7" indent="-317500" rtl="0">
              <a:lnSpc>
                <a:spcPct val="115000"/>
              </a:lnSpc>
              <a:spcBef>
                <a:spcPts val="0"/>
              </a:spcBef>
              <a:spcAft>
                <a:spcPts val="0"/>
              </a:spcAft>
              <a:buSzPts val="1400"/>
              <a:buFont typeface="Darker Grotesque SemiBold"/>
              <a:buChar char="○"/>
              <a:defRPr/>
            </a:lvl8pPr>
            <a:lvl9pPr marL="4114800" lvl="8" indent="-317500" rtl="0">
              <a:lnSpc>
                <a:spcPct val="115000"/>
              </a:lnSpc>
              <a:spcBef>
                <a:spcPts val="0"/>
              </a:spcBef>
              <a:spcAft>
                <a:spcPts val="0"/>
              </a:spcAft>
              <a:buSzPts val="1400"/>
              <a:buFont typeface="Darker Grotesque SemiBold"/>
              <a:buChar char="■"/>
              <a:defRPr/>
            </a:lvl9pPr>
          </a:lstStyle>
          <a:p>
            <a:pPr lvl="0"/>
            <a:r>
              <a:rPr lang="en-US"/>
              <a:t>Click to edit Master text styles</a:t>
            </a: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itle and three columns">
  <p:cSld name="BLANK_1_1_1_2">
    <p:spTree>
      <p:nvGrpSpPr>
        <p:cNvPr id="1" name="Shape 1024"/>
        <p:cNvGrpSpPr/>
        <p:nvPr/>
      </p:nvGrpSpPr>
      <p:grpSpPr>
        <a:xfrm>
          <a:off x="0" y="0"/>
          <a:ext cx="0" cy="0"/>
          <a:chOff x="0" y="0"/>
          <a:chExt cx="0" cy="0"/>
        </a:xfrm>
      </p:grpSpPr>
      <p:sp>
        <p:nvSpPr>
          <p:cNvPr id="1025" name="Google Shape;1025;p18"/>
          <p:cNvSpPr txBox="1">
            <a:spLocks noGrp="1"/>
          </p:cNvSpPr>
          <p:nvPr>
            <p:ph type="subTitle" idx="1"/>
          </p:nvPr>
        </p:nvSpPr>
        <p:spPr>
          <a:xfrm>
            <a:off x="948475" y="2984453"/>
            <a:ext cx="2172600" cy="822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1026" name="Google Shape;1026;p18"/>
          <p:cNvSpPr txBox="1">
            <a:spLocks noGrp="1"/>
          </p:cNvSpPr>
          <p:nvPr>
            <p:ph type="subTitle" idx="2"/>
          </p:nvPr>
        </p:nvSpPr>
        <p:spPr>
          <a:xfrm>
            <a:off x="3485701" y="2983125"/>
            <a:ext cx="2172600" cy="822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1027" name="Google Shape;1027;p18"/>
          <p:cNvSpPr txBox="1">
            <a:spLocks noGrp="1"/>
          </p:cNvSpPr>
          <p:nvPr>
            <p:ph type="subTitle" idx="3"/>
          </p:nvPr>
        </p:nvSpPr>
        <p:spPr>
          <a:xfrm>
            <a:off x="6022928" y="2984453"/>
            <a:ext cx="2172600" cy="822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1028" name="Google Shape;1028;p18"/>
          <p:cNvSpPr txBox="1">
            <a:spLocks noGrp="1"/>
          </p:cNvSpPr>
          <p:nvPr>
            <p:ph type="title"/>
          </p:nvPr>
        </p:nvSpPr>
        <p:spPr>
          <a:xfrm>
            <a:off x="720000" y="4450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r>
              <a:rPr lang="en-US"/>
              <a:t>Click to edit Master title style</a:t>
            </a:r>
            <a:endParaRPr/>
          </a:p>
        </p:txBody>
      </p:sp>
      <p:sp>
        <p:nvSpPr>
          <p:cNvPr id="1029" name="Google Shape;1029;p18"/>
          <p:cNvSpPr txBox="1">
            <a:spLocks noGrp="1"/>
          </p:cNvSpPr>
          <p:nvPr>
            <p:ph type="subTitle" idx="4"/>
          </p:nvPr>
        </p:nvSpPr>
        <p:spPr>
          <a:xfrm>
            <a:off x="948475" y="2612400"/>
            <a:ext cx="2172600" cy="44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a:latin typeface="Aclonica"/>
                <a:ea typeface="Aclonica"/>
                <a:cs typeface="Aclonica"/>
                <a:sym typeface="Aclonica"/>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r>
              <a:rPr lang="en-US"/>
              <a:t>Click to edit Master subtitle style</a:t>
            </a:r>
            <a:endParaRPr/>
          </a:p>
        </p:txBody>
      </p:sp>
      <p:sp>
        <p:nvSpPr>
          <p:cNvPr id="1030" name="Google Shape;1030;p18"/>
          <p:cNvSpPr txBox="1">
            <a:spLocks noGrp="1"/>
          </p:cNvSpPr>
          <p:nvPr>
            <p:ph type="subTitle" idx="5"/>
          </p:nvPr>
        </p:nvSpPr>
        <p:spPr>
          <a:xfrm>
            <a:off x="6022934" y="2612400"/>
            <a:ext cx="2172600" cy="44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a:latin typeface="Aclonica"/>
                <a:ea typeface="Aclonica"/>
                <a:cs typeface="Aclonica"/>
                <a:sym typeface="Aclonica"/>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r>
              <a:rPr lang="en-US"/>
              <a:t>Click to edit Master subtitle style</a:t>
            </a:r>
            <a:endParaRPr/>
          </a:p>
        </p:txBody>
      </p:sp>
      <p:sp>
        <p:nvSpPr>
          <p:cNvPr id="1031" name="Google Shape;1031;p18"/>
          <p:cNvSpPr txBox="1">
            <a:spLocks noGrp="1"/>
          </p:cNvSpPr>
          <p:nvPr>
            <p:ph type="subTitle" idx="6"/>
          </p:nvPr>
        </p:nvSpPr>
        <p:spPr>
          <a:xfrm>
            <a:off x="3485567" y="2612400"/>
            <a:ext cx="2172600" cy="44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a:latin typeface="Aclonica"/>
                <a:ea typeface="Aclonica"/>
                <a:cs typeface="Aclonica"/>
                <a:sym typeface="Aclonica"/>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r>
              <a:rPr lang="en-US"/>
              <a:t>Click to edit Master subtitle style</a:t>
            </a:r>
            <a:endParaRPr/>
          </a:p>
        </p:txBody>
      </p:sp>
      <p:sp>
        <p:nvSpPr>
          <p:cNvPr id="1032" name="Google Shape;1032;p18"/>
          <p:cNvSpPr/>
          <p:nvPr/>
        </p:nvSpPr>
        <p:spPr>
          <a:xfrm>
            <a:off x="-434500" y="1187550"/>
            <a:ext cx="1175246" cy="3849734"/>
          </a:xfrm>
          <a:custGeom>
            <a:avLst/>
            <a:gdLst/>
            <a:ahLst/>
            <a:cxnLst/>
            <a:rect l="l" t="t" r="r" b="b"/>
            <a:pathLst>
              <a:path w="29738" h="89774" extrusionOk="0">
                <a:moveTo>
                  <a:pt x="16552" y="0"/>
                </a:moveTo>
                <a:cubicBezTo>
                  <a:pt x="16552" y="842"/>
                  <a:pt x="16552" y="1818"/>
                  <a:pt x="16698" y="2660"/>
                </a:cubicBezTo>
                <a:cubicBezTo>
                  <a:pt x="16698" y="3647"/>
                  <a:pt x="16979" y="4624"/>
                  <a:pt x="16979" y="5611"/>
                </a:cubicBezTo>
                <a:cubicBezTo>
                  <a:pt x="16833" y="6172"/>
                  <a:pt x="16833" y="6733"/>
                  <a:pt x="16698" y="7429"/>
                </a:cubicBezTo>
                <a:lnTo>
                  <a:pt x="16698" y="8832"/>
                </a:lnTo>
                <a:cubicBezTo>
                  <a:pt x="16552" y="9258"/>
                  <a:pt x="16552" y="9819"/>
                  <a:pt x="16418" y="10235"/>
                </a:cubicBezTo>
                <a:cubicBezTo>
                  <a:pt x="16418" y="10235"/>
                  <a:pt x="16418" y="10380"/>
                  <a:pt x="16272" y="10380"/>
                </a:cubicBezTo>
                <a:cubicBezTo>
                  <a:pt x="16137" y="10796"/>
                  <a:pt x="16137" y="11076"/>
                  <a:pt x="16137" y="11503"/>
                </a:cubicBezTo>
                <a:cubicBezTo>
                  <a:pt x="16272" y="11918"/>
                  <a:pt x="16418" y="12198"/>
                  <a:pt x="16418" y="12625"/>
                </a:cubicBezTo>
                <a:cubicBezTo>
                  <a:pt x="16552" y="13040"/>
                  <a:pt x="16418" y="13466"/>
                  <a:pt x="16272" y="13747"/>
                </a:cubicBezTo>
                <a:cubicBezTo>
                  <a:pt x="16137" y="15004"/>
                  <a:pt x="16272" y="16552"/>
                  <a:pt x="15576" y="17529"/>
                </a:cubicBezTo>
                <a:cubicBezTo>
                  <a:pt x="14588" y="16406"/>
                  <a:pt x="14027" y="15150"/>
                  <a:pt x="13612" y="13601"/>
                </a:cubicBezTo>
                <a:cubicBezTo>
                  <a:pt x="13612" y="13321"/>
                  <a:pt x="13466" y="13186"/>
                  <a:pt x="13466" y="12905"/>
                </a:cubicBezTo>
                <a:lnTo>
                  <a:pt x="13893" y="11637"/>
                </a:lnTo>
                <a:cubicBezTo>
                  <a:pt x="14308" y="10661"/>
                  <a:pt x="14308" y="9539"/>
                  <a:pt x="14027" y="8551"/>
                </a:cubicBezTo>
                <a:cubicBezTo>
                  <a:pt x="13893" y="8551"/>
                  <a:pt x="13747" y="8697"/>
                  <a:pt x="13747" y="8978"/>
                </a:cubicBezTo>
                <a:cubicBezTo>
                  <a:pt x="13612" y="9258"/>
                  <a:pt x="13747" y="9393"/>
                  <a:pt x="13612" y="9673"/>
                </a:cubicBezTo>
                <a:cubicBezTo>
                  <a:pt x="13612" y="9954"/>
                  <a:pt x="13466" y="10100"/>
                  <a:pt x="13332" y="10380"/>
                </a:cubicBezTo>
                <a:cubicBezTo>
                  <a:pt x="13051" y="10796"/>
                  <a:pt x="12905" y="11503"/>
                  <a:pt x="12771" y="12198"/>
                </a:cubicBezTo>
                <a:cubicBezTo>
                  <a:pt x="12490" y="11918"/>
                  <a:pt x="12344" y="11637"/>
                  <a:pt x="12064" y="11357"/>
                </a:cubicBezTo>
                <a:cubicBezTo>
                  <a:pt x="12064" y="11357"/>
                  <a:pt x="11929" y="11222"/>
                  <a:pt x="11929" y="11076"/>
                </a:cubicBezTo>
                <a:cubicBezTo>
                  <a:pt x="11783" y="10942"/>
                  <a:pt x="11783" y="10661"/>
                  <a:pt x="11783" y="10380"/>
                </a:cubicBezTo>
                <a:cubicBezTo>
                  <a:pt x="11503" y="10100"/>
                  <a:pt x="11368" y="9819"/>
                  <a:pt x="11222" y="9393"/>
                </a:cubicBezTo>
                <a:cubicBezTo>
                  <a:pt x="11222" y="9258"/>
                  <a:pt x="11222" y="8978"/>
                  <a:pt x="11087" y="8832"/>
                </a:cubicBezTo>
                <a:lnTo>
                  <a:pt x="10807" y="8551"/>
                </a:lnTo>
                <a:cubicBezTo>
                  <a:pt x="10661" y="8551"/>
                  <a:pt x="10526" y="8417"/>
                  <a:pt x="10380" y="8417"/>
                </a:cubicBezTo>
                <a:cubicBezTo>
                  <a:pt x="10246" y="8271"/>
                  <a:pt x="10100" y="8136"/>
                  <a:pt x="9965" y="8136"/>
                </a:cubicBezTo>
                <a:cubicBezTo>
                  <a:pt x="10100" y="8697"/>
                  <a:pt x="10100" y="9258"/>
                  <a:pt x="10246" y="9673"/>
                </a:cubicBezTo>
                <a:cubicBezTo>
                  <a:pt x="10380" y="10235"/>
                  <a:pt x="10661" y="10661"/>
                  <a:pt x="10941" y="11222"/>
                </a:cubicBezTo>
                <a:cubicBezTo>
                  <a:pt x="10941" y="11503"/>
                  <a:pt x="11087" y="11783"/>
                  <a:pt x="11222" y="12064"/>
                </a:cubicBezTo>
                <a:cubicBezTo>
                  <a:pt x="11503" y="12344"/>
                  <a:pt x="11648" y="12625"/>
                  <a:pt x="11783" y="12905"/>
                </a:cubicBezTo>
                <a:cubicBezTo>
                  <a:pt x="12490" y="14027"/>
                  <a:pt x="12905" y="15430"/>
                  <a:pt x="13186" y="16833"/>
                </a:cubicBezTo>
                <a:cubicBezTo>
                  <a:pt x="13332" y="17248"/>
                  <a:pt x="13332" y="17675"/>
                  <a:pt x="13612" y="18090"/>
                </a:cubicBezTo>
                <a:cubicBezTo>
                  <a:pt x="13747" y="18516"/>
                  <a:pt x="14027" y="18931"/>
                  <a:pt x="14173" y="19358"/>
                </a:cubicBezTo>
                <a:cubicBezTo>
                  <a:pt x="14308" y="19773"/>
                  <a:pt x="14454" y="20334"/>
                  <a:pt x="14588" y="20761"/>
                </a:cubicBezTo>
                <a:cubicBezTo>
                  <a:pt x="14734" y="21737"/>
                  <a:pt x="15295" y="22578"/>
                  <a:pt x="15711" y="23566"/>
                </a:cubicBezTo>
                <a:cubicBezTo>
                  <a:pt x="16418" y="25249"/>
                  <a:pt x="16272" y="27213"/>
                  <a:pt x="15991" y="29177"/>
                </a:cubicBezTo>
                <a:cubicBezTo>
                  <a:pt x="15857" y="30153"/>
                  <a:pt x="15857" y="30995"/>
                  <a:pt x="15576" y="31982"/>
                </a:cubicBezTo>
                <a:cubicBezTo>
                  <a:pt x="15150" y="30995"/>
                  <a:pt x="14173" y="30434"/>
                  <a:pt x="13893" y="29311"/>
                </a:cubicBezTo>
                <a:cubicBezTo>
                  <a:pt x="13893" y="29177"/>
                  <a:pt x="13893" y="28896"/>
                  <a:pt x="13747" y="28750"/>
                </a:cubicBezTo>
                <a:cubicBezTo>
                  <a:pt x="13747" y="28616"/>
                  <a:pt x="13612" y="28616"/>
                  <a:pt x="13466" y="28470"/>
                </a:cubicBezTo>
                <a:lnTo>
                  <a:pt x="12625" y="28055"/>
                </a:lnTo>
                <a:lnTo>
                  <a:pt x="12625" y="28055"/>
                </a:lnTo>
                <a:cubicBezTo>
                  <a:pt x="12490" y="28335"/>
                  <a:pt x="12625" y="28616"/>
                  <a:pt x="12771" y="28750"/>
                </a:cubicBezTo>
                <a:cubicBezTo>
                  <a:pt x="12905" y="29031"/>
                  <a:pt x="13051" y="29177"/>
                  <a:pt x="13186" y="29311"/>
                </a:cubicBezTo>
                <a:cubicBezTo>
                  <a:pt x="13612" y="30018"/>
                  <a:pt x="13612" y="30995"/>
                  <a:pt x="14027" y="31702"/>
                </a:cubicBezTo>
                <a:cubicBezTo>
                  <a:pt x="14173" y="32117"/>
                  <a:pt x="14308" y="32263"/>
                  <a:pt x="14454" y="32543"/>
                </a:cubicBezTo>
                <a:cubicBezTo>
                  <a:pt x="15015" y="33665"/>
                  <a:pt x="15015" y="35068"/>
                  <a:pt x="15430" y="36190"/>
                </a:cubicBezTo>
                <a:lnTo>
                  <a:pt x="15857" y="37447"/>
                </a:lnTo>
                <a:cubicBezTo>
                  <a:pt x="15991" y="38008"/>
                  <a:pt x="15991" y="38569"/>
                  <a:pt x="15991" y="39276"/>
                </a:cubicBezTo>
                <a:cubicBezTo>
                  <a:pt x="15991" y="40253"/>
                  <a:pt x="15991" y="41375"/>
                  <a:pt x="15857" y="42497"/>
                </a:cubicBezTo>
                <a:cubicBezTo>
                  <a:pt x="15857" y="43339"/>
                  <a:pt x="15576" y="44046"/>
                  <a:pt x="15430" y="44887"/>
                </a:cubicBezTo>
                <a:cubicBezTo>
                  <a:pt x="15295" y="46425"/>
                  <a:pt x="15015" y="47827"/>
                  <a:pt x="14869" y="49230"/>
                </a:cubicBezTo>
                <a:cubicBezTo>
                  <a:pt x="14734" y="50633"/>
                  <a:pt x="14869" y="52181"/>
                  <a:pt x="14588" y="53584"/>
                </a:cubicBezTo>
                <a:cubicBezTo>
                  <a:pt x="14308" y="55682"/>
                  <a:pt x="14173" y="57792"/>
                  <a:pt x="14308" y="59891"/>
                </a:cubicBezTo>
                <a:cubicBezTo>
                  <a:pt x="14308" y="60452"/>
                  <a:pt x="14173" y="61013"/>
                  <a:pt x="13893" y="61293"/>
                </a:cubicBezTo>
                <a:cubicBezTo>
                  <a:pt x="13747" y="60878"/>
                  <a:pt x="13466" y="60598"/>
                  <a:pt x="13466" y="60036"/>
                </a:cubicBezTo>
                <a:cubicBezTo>
                  <a:pt x="13466" y="59891"/>
                  <a:pt x="13466" y="59756"/>
                  <a:pt x="13332" y="59610"/>
                </a:cubicBezTo>
                <a:cubicBezTo>
                  <a:pt x="13332" y="59404"/>
                  <a:pt x="13253" y="59277"/>
                  <a:pt x="13158" y="59277"/>
                </a:cubicBezTo>
                <a:cubicBezTo>
                  <a:pt x="13124" y="59277"/>
                  <a:pt x="13087" y="59294"/>
                  <a:pt x="13051" y="59329"/>
                </a:cubicBezTo>
                <a:lnTo>
                  <a:pt x="13051" y="59475"/>
                </a:lnTo>
                <a:cubicBezTo>
                  <a:pt x="12905" y="59891"/>
                  <a:pt x="12905" y="60452"/>
                  <a:pt x="13051" y="60878"/>
                </a:cubicBezTo>
                <a:cubicBezTo>
                  <a:pt x="13051" y="61013"/>
                  <a:pt x="13186" y="61159"/>
                  <a:pt x="13186" y="61439"/>
                </a:cubicBezTo>
                <a:lnTo>
                  <a:pt x="13186" y="61854"/>
                </a:lnTo>
                <a:cubicBezTo>
                  <a:pt x="13186" y="62561"/>
                  <a:pt x="13186" y="63122"/>
                  <a:pt x="13332" y="63818"/>
                </a:cubicBezTo>
                <a:cubicBezTo>
                  <a:pt x="13332" y="64379"/>
                  <a:pt x="13466" y="65086"/>
                  <a:pt x="13186" y="65647"/>
                </a:cubicBezTo>
                <a:lnTo>
                  <a:pt x="12771" y="64806"/>
                </a:lnTo>
                <a:cubicBezTo>
                  <a:pt x="12490" y="64099"/>
                  <a:pt x="12209" y="63403"/>
                  <a:pt x="12064" y="62696"/>
                </a:cubicBezTo>
                <a:cubicBezTo>
                  <a:pt x="11783" y="61854"/>
                  <a:pt x="11783" y="61159"/>
                  <a:pt x="11368" y="60452"/>
                </a:cubicBezTo>
                <a:cubicBezTo>
                  <a:pt x="11222" y="60317"/>
                  <a:pt x="11087" y="60036"/>
                  <a:pt x="11087" y="59756"/>
                </a:cubicBezTo>
                <a:cubicBezTo>
                  <a:pt x="10941" y="59475"/>
                  <a:pt x="10941" y="59049"/>
                  <a:pt x="10941" y="58768"/>
                </a:cubicBezTo>
                <a:cubicBezTo>
                  <a:pt x="10941" y="58488"/>
                  <a:pt x="10807" y="58073"/>
                  <a:pt x="10661" y="57792"/>
                </a:cubicBezTo>
                <a:cubicBezTo>
                  <a:pt x="10246" y="56670"/>
                  <a:pt x="9819" y="55402"/>
                  <a:pt x="9404" y="54145"/>
                </a:cubicBezTo>
                <a:cubicBezTo>
                  <a:pt x="8978" y="53023"/>
                  <a:pt x="9404" y="52035"/>
                  <a:pt x="9258" y="50913"/>
                </a:cubicBezTo>
                <a:lnTo>
                  <a:pt x="8843" y="49656"/>
                </a:lnTo>
                <a:lnTo>
                  <a:pt x="8697" y="49656"/>
                </a:lnTo>
                <a:cubicBezTo>
                  <a:pt x="8697" y="50352"/>
                  <a:pt x="8697" y="51059"/>
                  <a:pt x="8562" y="51755"/>
                </a:cubicBezTo>
                <a:cubicBezTo>
                  <a:pt x="8282" y="51340"/>
                  <a:pt x="8136" y="50779"/>
                  <a:pt x="8001" y="50217"/>
                </a:cubicBezTo>
                <a:cubicBezTo>
                  <a:pt x="7721" y="48669"/>
                  <a:pt x="7721" y="47131"/>
                  <a:pt x="7855" y="45583"/>
                </a:cubicBezTo>
                <a:cubicBezTo>
                  <a:pt x="7855" y="44887"/>
                  <a:pt x="8001" y="44326"/>
                  <a:pt x="8136" y="43765"/>
                </a:cubicBezTo>
                <a:cubicBezTo>
                  <a:pt x="8282" y="43204"/>
                  <a:pt x="8562" y="42643"/>
                  <a:pt x="8978" y="42497"/>
                </a:cubicBezTo>
                <a:cubicBezTo>
                  <a:pt x="9258" y="42362"/>
                  <a:pt x="9404" y="42362"/>
                  <a:pt x="9539" y="42216"/>
                </a:cubicBezTo>
                <a:cubicBezTo>
                  <a:pt x="9819" y="41936"/>
                  <a:pt x="10100" y="41375"/>
                  <a:pt x="10380" y="41240"/>
                </a:cubicBezTo>
                <a:lnTo>
                  <a:pt x="10380" y="40814"/>
                </a:lnTo>
                <a:cubicBezTo>
                  <a:pt x="10246" y="40814"/>
                  <a:pt x="9965" y="40814"/>
                  <a:pt x="9819" y="40960"/>
                </a:cubicBezTo>
                <a:cubicBezTo>
                  <a:pt x="9685" y="41094"/>
                  <a:pt x="9539" y="41240"/>
                  <a:pt x="9404" y="41240"/>
                </a:cubicBezTo>
                <a:cubicBezTo>
                  <a:pt x="8978" y="41655"/>
                  <a:pt x="8562" y="41801"/>
                  <a:pt x="8136" y="41936"/>
                </a:cubicBezTo>
                <a:lnTo>
                  <a:pt x="8001" y="41936"/>
                </a:lnTo>
                <a:cubicBezTo>
                  <a:pt x="7855" y="41801"/>
                  <a:pt x="7855" y="41655"/>
                  <a:pt x="7855" y="41375"/>
                </a:cubicBezTo>
                <a:cubicBezTo>
                  <a:pt x="7855" y="40679"/>
                  <a:pt x="7855" y="39837"/>
                  <a:pt x="7575" y="39276"/>
                </a:cubicBezTo>
                <a:cubicBezTo>
                  <a:pt x="7294" y="38569"/>
                  <a:pt x="6733" y="38008"/>
                  <a:pt x="6879" y="37167"/>
                </a:cubicBezTo>
                <a:lnTo>
                  <a:pt x="6879" y="37167"/>
                </a:lnTo>
                <a:cubicBezTo>
                  <a:pt x="6599" y="37313"/>
                  <a:pt x="6599" y="37728"/>
                  <a:pt x="6599" y="38154"/>
                </a:cubicBezTo>
                <a:cubicBezTo>
                  <a:pt x="6879" y="39276"/>
                  <a:pt x="7160" y="40679"/>
                  <a:pt x="7014" y="41936"/>
                </a:cubicBezTo>
                <a:cubicBezTo>
                  <a:pt x="7014" y="43058"/>
                  <a:pt x="6599" y="44046"/>
                  <a:pt x="6599" y="45168"/>
                </a:cubicBezTo>
                <a:cubicBezTo>
                  <a:pt x="6599" y="46009"/>
                  <a:pt x="6733" y="46986"/>
                  <a:pt x="6453" y="47693"/>
                </a:cubicBezTo>
                <a:cubicBezTo>
                  <a:pt x="5757" y="46851"/>
                  <a:pt x="5196" y="45729"/>
                  <a:pt x="4635" y="44887"/>
                </a:cubicBezTo>
                <a:cubicBezTo>
                  <a:pt x="4074" y="43900"/>
                  <a:pt x="4208" y="42497"/>
                  <a:pt x="4354" y="41375"/>
                </a:cubicBezTo>
                <a:lnTo>
                  <a:pt x="4354" y="41375"/>
                </a:lnTo>
                <a:cubicBezTo>
                  <a:pt x="4074" y="41655"/>
                  <a:pt x="3793" y="42216"/>
                  <a:pt x="3647" y="42777"/>
                </a:cubicBezTo>
                <a:cubicBezTo>
                  <a:pt x="3513" y="43339"/>
                  <a:pt x="3647" y="43900"/>
                  <a:pt x="3647" y="44461"/>
                </a:cubicBezTo>
                <a:cubicBezTo>
                  <a:pt x="3086" y="43619"/>
                  <a:pt x="2671" y="42643"/>
                  <a:pt x="1964" y="42216"/>
                </a:cubicBezTo>
                <a:cubicBezTo>
                  <a:pt x="1684" y="42082"/>
                  <a:pt x="1403" y="42082"/>
                  <a:pt x="1268" y="41936"/>
                </a:cubicBezTo>
                <a:cubicBezTo>
                  <a:pt x="1122" y="41801"/>
                  <a:pt x="1122" y="41655"/>
                  <a:pt x="988" y="41521"/>
                </a:cubicBezTo>
                <a:cubicBezTo>
                  <a:pt x="707" y="41094"/>
                  <a:pt x="146" y="40960"/>
                  <a:pt x="0" y="40253"/>
                </a:cubicBezTo>
                <a:lnTo>
                  <a:pt x="0" y="40253"/>
                </a:lnTo>
                <a:cubicBezTo>
                  <a:pt x="146" y="40960"/>
                  <a:pt x="427" y="41655"/>
                  <a:pt x="842" y="42082"/>
                </a:cubicBezTo>
                <a:cubicBezTo>
                  <a:pt x="988" y="42362"/>
                  <a:pt x="1122" y="42497"/>
                  <a:pt x="1268" y="42643"/>
                </a:cubicBezTo>
                <a:cubicBezTo>
                  <a:pt x="1268" y="42923"/>
                  <a:pt x="1403" y="43204"/>
                  <a:pt x="1549" y="43339"/>
                </a:cubicBezTo>
                <a:cubicBezTo>
                  <a:pt x="1684" y="43484"/>
                  <a:pt x="1829" y="43484"/>
                  <a:pt x="1964" y="43484"/>
                </a:cubicBezTo>
                <a:cubicBezTo>
                  <a:pt x="2245" y="43619"/>
                  <a:pt x="2390" y="43900"/>
                  <a:pt x="2525" y="44326"/>
                </a:cubicBezTo>
                <a:cubicBezTo>
                  <a:pt x="3793" y="46290"/>
                  <a:pt x="4769" y="48669"/>
                  <a:pt x="5757" y="50913"/>
                </a:cubicBezTo>
                <a:cubicBezTo>
                  <a:pt x="6172" y="51620"/>
                  <a:pt x="6453" y="52316"/>
                  <a:pt x="6599" y="53023"/>
                </a:cubicBezTo>
                <a:cubicBezTo>
                  <a:pt x="6733" y="53719"/>
                  <a:pt x="6733" y="54280"/>
                  <a:pt x="7014" y="54987"/>
                </a:cubicBezTo>
                <a:cubicBezTo>
                  <a:pt x="7160" y="55402"/>
                  <a:pt x="7575" y="55828"/>
                  <a:pt x="7294" y="56243"/>
                </a:cubicBezTo>
                <a:cubicBezTo>
                  <a:pt x="6976" y="56029"/>
                  <a:pt x="6652" y="55735"/>
                  <a:pt x="6331" y="55735"/>
                </a:cubicBezTo>
                <a:cubicBezTo>
                  <a:pt x="6233" y="55735"/>
                  <a:pt x="6135" y="55763"/>
                  <a:pt x="6038" y="55828"/>
                </a:cubicBezTo>
                <a:cubicBezTo>
                  <a:pt x="6318" y="56524"/>
                  <a:pt x="6733" y="57231"/>
                  <a:pt x="7294" y="57646"/>
                </a:cubicBezTo>
                <a:cubicBezTo>
                  <a:pt x="7440" y="57927"/>
                  <a:pt x="7721" y="58073"/>
                  <a:pt x="7855" y="58207"/>
                </a:cubicBezTo>
                <a:cubicBezTo>
                  <a:pt x="8562" y="59049"/>
                  <a:pt x="8697" y="60171"/>
                  <a:pt x="8978" y="61293"/>
                </a:cubicBezTo>
                <a:cubicBezTo>
                  <a:pt x="8978" y="61434"/>
                  <a:pt x="9374" y="63130"/>
                  <a:pt x="9272" y="63130"/>
                </a:cubicBezTo>
                <a:cubicBezTo>
                  <a:pt x="9268" y="63130"/>
                  <a:pt x="9263" y="63127"/>
                  <a:pt x="9258" y="63122"/>
                </a:cubicBezTo>
                <a:cubicBezTo>
                  <a:pt x="8697" y="62842"/>
                  <a:pt x="8136" y="62415"/>
                  <a:pt x="7721" y="61854"/>
                </a:cubicBezTo>
                <a:cubicBezTo>
                  <a:pt x="7294" y="61439"/>
                  <a:pt x="7014" y="61013"/>
                  <a:pt x="7160" y="60452"/>
                </a:cubicBezTo>
                <a:cubicBezTo>
                  <a:pt x="6879" y="60171"/>
                  <a:pt x="6599" y="60036"/>
                  <a:pt x="6318" y="60036"/>
                </a:cubicBezTo>
                <a:lnTo>
                  <a:pt x="6318" y="60598"/>
                </a:lnTo>
                <a:cubicBezTo>
                  <a:pt x="5476" y="60452"/>
                  <a:pt x="5050" y="59329"/>
                  <a:pt x="4489" y="58634"/>
                </a:cubicBezTo>
                <a:cubicBezTo>
                  <a:pt x="4354" y="58488"/>
                  <a:pt x="4074" y="58353"/>
                  <a:pt x="3928" y="58207"/>
                </a:cubicBezTo>
                <a:cubicBezTo>
                  <a:pt x="3793" y="57792"/>
                  <a:pt x="3647" y="57366"/>
                  <a:pt x="3513" y="56805"/>
                </a:cubicBezTo>
                <a:cubicBezTo>
                  <a:pt x="3367" y="56389"/>
                  <a:pt x="3086" y="55963"/>
                  <a:pt x="2671" y="55828"/>
                </a:cubicBezTo>
                <a:lnTo>
                  <a:pt x="2671" y="55828"/>
                </a:lnTo>
                <a:cubicBezTo>
                  <a:pt x="2806" y="56524"/>
                  <a:pt x="2806" y="57085"/>
                  <a:pt x="2952" y="57646"/>
                </a:cubicBezTo>
                <a:cubicBezTo>
                  <a:pt x="2952" y="58353"/>
                  <a:pt x="3086" y="58768"/>
                  <a:pt x="2671" y="59049"/>
                </a:cubicBezTo>
                <a:cubicBezTo>
                  <a:pt x="2525" y="59195"/>
                  <a:pt x="2671" y="59610"/>
                  <a:pt x="2806" y="59610"/>
                </a:cubicBezTo>
                <a:cubicBezTo>
                  <a:pt x="3086" y="59756"/>
                  <a:pt x="3232" y="59756"/>
                  <a:pt x="3513" y="59756"/>
                </a:cubicBezTo>
                <a:cubicBezTo>
                  <a:pt x="4074" y="59891"/>
                  <a:pt x="4354" y="60732"/>
                  <a:pt x="4769" y="61159"/>
                </a:cubicBezTo>
                <a:cubicBezTo>
                  <a:pt x="5050" y="61293"/>
                  <a:pt x="5196" y="61439"/>
                  <a:pt x="5476" y="61574"/>
                </a:cubicBezTo>
                <a:cubicBezTo>
                  <a:pt x="5757" y="61720"/>
                  <a:pt x="5892" y="62000"/>
                  <a:pt x="6038" y="62281"/>
                </a:cubicBezTo>
                <a:cubicBezTo>
                  <a:pt x="6599" y="62977"/>
                  <a:pt x="7014" y="63683"/>
                  <a:pt x="7440" y="64379"/>
                </a:cubicBezTo>
                <a:cubicBezTo>
                  <a:pt x="7855" y="64940"/>
                  <a:pt x="8136" y="65501"/>
                  <a:pt x="8562" y="66062"/>
                </a:cubicBezTo>
                <a:cubicBezTo>
                  <a:pt x="9819" y="68172"/>
                  <a:pt x="10526" y="70697"/>
                  <a:pt x="10807" y="73357"/>
                </a:cubicBezTo>
                <a:cubicBezTo>
                  <a:pt x="10941" y="73783"/>
                  <a:pt x="10941" y="74198"/>
                  <a:pt x="11087" y="74625"/>
                </a:cubicBezTo>
                <a:cubicBezTo>
                  <a:pt x="11368" y="74905"/>
                  <a:pt x="11503" y="75040"/>
                  <a:pt x="11648" y="75320"/>
                </a:cubicBezTo>
                <a:cubicBezTo>
                  <a:pt x="11783" y="75601"/>
                  <a:pt x="11783" y="75881"/>
                  <a:pt x="11783" y="76162"/>
                </a:cubicBezTo>
                <a:cubicBezTo>
                  <a:pt x="11929" y="77711"/>
                  <a:pt x="12209" y="79394"/>
                  <a:pt x="12344" y="80931"/>
                </a:cubicBezTo>
                <a:cubicBezTo>
                  <a:pt x="12771" y="83176"/>
                  <a:pt x="13051" y="85285"/>
                  <a:pt x="13332" y="87530"/>
                </a:cubicBezTo>
                <a:cubicBezTo>
                  <a:pt x="13466" y="88091"/>
                  <a:pt x="15576" y="88506"/>
                  <a:pt x="15991" y="88652"/>
                </a:cubicBezTo>
                <a:cubicBezTo>
                  <a:pt x="16979" y="89067"/>
                  <a:pt x="17955" y="89213"/>
                  <a:pt x="18797" y="89347"/>
                </a:cubicBezTo>
                <a:cubicBezTo>
                  <a:pt x="19638" y="89493"/>
                  <a:pt x="20345" y="89774"/>
                  <a:pt x="21041" y="89774"/>
                </a:cubicBezTo>
                <a:cubicBezTo>
                  <a:pt x="22028" y="89774"/>
                  <a:pt x="23005" y="89628"/>
                  <a:pt x="23992" y="89493"/>
                </a:cubicBezTo>
                <a:cubicBezTo>
                  <a:pt x="24127" y="87384"/>
                  <a:pt x="23712" y="85285"/>
                  <a:pt x="23566" y="83041"/>
                </a:cubicBezTo>
                <a:cubicBezTo>
                  <a:pt x="23431" y="81919"/>
                  <a:pt x="23431" y="80797"/>
                  <a:pt x="23431" y="79674"/>
                </a:cubicBezTo>
                <a:cubicBezTo>
                  <a:pt x="23285" y="77565"/>
                  <a:pt x="23151" y="75601"/>
                  <a:pt x="23151" y="73502"/>
                </a:cubicBezTo>
                <a:cubicBezTo>
                  <a:pt x="23005" y="72234"/>
                  <a:pt x="23005" y="70832"/>
                  <a:pt x="23151" y="69575"/>
                </a:cubicBezTo>
                <a:cubicBezTo>
                  <a:pt x="23285" y="66624"/>
                  <a:pt x="23992" y="63818"/>
                  <a:pt x="24127" y="60878"/>
                </a:cubicBezTo>
                <a:cubicBezTo>
                  <a:pt x="24273" y="59891"/>
                  <a:pt x="24273" y="58768"/>
                  <a:pt x="24969" y="58073"/>
                </a:cubicBezTo>
                <a:cubicBezTo>
                  <a:pt x="25249" y="57792"/>
                  <a:pt x="25676" y="57646"/>
                  <a:pt x="25956" y="57366"/>
                </a:cubicBezTo>
                <a:cubicBezTo>
                  <a:pt x="26371" y="57085"/>
                  <a:pt x="26517" y="56389"/>
                  <a:pt x="26237" y="56109"/>
                </a:cubicBezTo>
                <a:cubicBezTo>
                  <a:pt x="26156" y="56081"/>
                  <a:pt x="26071" y="56069"/>
                  <a:pt x="25983" y="56069"/>
                </a:cubicBezTo>
                <a:cubicBezTo>
                  <a:pt x="25608" y="56069"/>
                  <a:pt x="25196" y="56296"/>
                  <a:pt x="24969" y="56524"/>
                </a:cubicBezTo>
                <a:cubicBezTo>
                  <a:pt x="24770" y="56722"/>
                  <a:pt x="24572" y="56921"/>
                  <a:pt x="24373" y="56921"/>
                </a:cubicBezTo>
                <a:cubicBezTo>
                  <a:pt x="24291" y="56921"/>
                  <a:pt x="24209" y="56887"/>
                  <a:pt x="24127" y="56805"/>
                </a:cubicBezTo>
                <a:cubicBezTo>
                  <a:pt x="24553" y="54841"/>
                  <a:pt x="24553" y="52742"/>
                  <a:pt x="24407" y="50779"/>
                </a:cubicBezTo>
                <a:lnTo>
                  <a:pt x="24127" y="50779"/>
                </a:lnTo>
                <a:cubicBezTo>
                  <a:pt x="24127" y="51901"/>
                  <a:pt x="23566" y="52877"/>
                  <a:pt x="23431" y="53999"/>
                </a:cubicBezTo>
                <a:cubicBezTo>
                  <a:pt x="22724" y="56524"/>
                  <a:pt x="23285" y="59475"/>
                  <a:pt x="22590" y="62000"/>
                </a:cubicBezTo>
                <a:cubicBezTo>
                  <a:pt x="22444" y="62281"/>
                  <a:pt x="22309" y="62415"/>
                  <a:pt x="22163" y="62561"/>
                </a:cubicBezTo>
                <a:cubicBezTo>
                  <a:pt x="21883" y="62561"/>
                  <a:pt x="21748" y="62135"/>
                  <a:pt x="21748" y="61854"/>
                </a:cubicBezTo>
                <a:cubicBezTo>
                  <a:pt x="21041" y="57927"/>
                  <a:pt x="21187" y="53719"/>
                  <a:pt x="21187" y="49791"/>
                </a:cubicBezTo>
                <a:lnTo>
                  <a:pt x="21187" y="47973"/>
                </a:lnTo>
                <a:cubicBezTo>
                  <a:pt x="21467" y="47266"/>
                  <a:pt x="21748" y="46570"/>
                  <a:pt x="21883" y="45863"/>
                </a:cubicBezTo>
                <a:cubicBezTo>
                  <a:pt x="22028" y="45022"/>
                  <a:pt x="22028" y="43900"/>
                  <a:pt x="22444" y="43204"/>
                </a:cubicBezTo>
                <a:cubicBezTo>
                  <a:pt x="22590" y="42923"/>
                  <a:pt x="22870" y="42643"/>
                  <a:pt x="23151" y="42362"/>
                </a:cubicBezTo>
                <a:cubicBezTo>
                  <a:pt x="23285" y="42082"/>
                  <a:pt x="23566" y="41655"/>
                  <a:pt x="23431" y="41240"/>
                </a:cubicBezTo>
                <a:cubicBezTo>
                  <a:pt x="23431" y="41094"/>
                  <a:pt x="23285" y="40960"/>
                  <a:pt x="23151" y="40679"/>
                </a:cubicBezTo>
                <a:cubicBezTo>
                  <a:pt x="23005" y="40253"/>
                  <a:pt x="23005" y="39557"/>
                  <a:pt x="23285" y="39130"/>
                </a:cubicBezTo>
                <a:cubicBezTo>
                  <a:pt x="23566" y="38850"/>
                  <a:pt x="23846" y="38569"/>
                  <a:pt x="23566" y="38289"/>
                </a:cubicBezTo>
                <a:cubicBezTo>
                  <a:pt x="23550" y="38273"/>
                  <a:pt x="23530" y="38266"/>
                  <a:pt x="23505" y="38266"/>
                </a:cubicBezTo>
                <a:cubicBezTo>
                  <a:pt x="23073" y="38266"/>
                  <a:pt x="21306" y="40414"/>
                  <a:pt x="21041" y="40679"/>
                </a:cubicBezTo>
                <a:lnTo>
                  <a:pt x="20760" y="40679"/>
                </a:lnTo>
                <a:cubicBezTo>
                  <a:pt x="20480" y="39411"/>
                  <a:pt x="20480" y="38154"/>
                  <a:pt x="21322" y="37313"/>
                </a:cubicBezTo>
                <a:cubicBezTo>
                  <a:pt x="21467" y="37032"/>
                  <a:pt x="21748" y="36751"/>
                  <a:pt x="21883" y="36471"/>
                </a:cubicBezTo>
                <a:cubicBezTo>
                  <a:pt x="22028" y="36044"/>
                  <a:pt x="21883" y="35629"/>
                  <a:pt x="21883" y="35203"/>
                </a:cubicBezTo>
                <a:cubicBezTo>
                  <a:pt x="22028" y="34081"/>
                  <a:pt x="22724" y="33385"/>
                  <a:pt x="23005" y="32397"/>
                </a:cubicBezTo>
                <a:cubicBezTo>
                  <a:pt x="23431" y="31275"/>
                  <a:pt x="23712" y="30299"/>
                  <a:pt x="24273" y="29177"/>
                </a:cubicBezTo>
                <a:cubicBezTo>
                  <a:pt x="24407" y="28750"/>
                  <a:pt x="24688" y="28189"/>
                  <a:pt x="25114" y="27909"/>
                </a:cubicBezTo>
                <a:cubicBezTo>
                  <a:pt x="25249" y="27774"/>
                  <a:pt x="25395" y="27774"/>
                  <a:pt x="25530" y="27628"/>
                </a:cubicBezTo>
                <a:cubicBezTo>
                  <a:pt x="25676" y="27348"/>
                  <a:pt x="25676" y="27213"/>
                  <a:pt x="25676" y="26932"/>
                </a:cubicBezTo>
                <a:lnTo>
                  <a:pt x="24969" y="26932"/>
                </a:lnTo>
                <a:cubicBezTo>
                  <a:pt x="24969" y="26506"/>
                  <a:pt x="25249" y="26225"/>
                  <a:pt x="25530" y="25945"/>
                </a:cubicBezTo>
                <a:cubicBezTo>
                  <a:pt x="26091" y="25530"/>
                  <a:pt x="26371" y="24823"/>
                  <a:pt x="26652" y="24127"/>
                </a:cubicBezTo>
                <a:cubicBezTo>
                  <a:pt x="27213" y="22859"/>
                  <a:pt x="28055" y="21883"/>
                  <a:pt x="28896" y="20895"/>
                </a:cubicBezTo>
                <a:cubicBezTo>
                  <a:pt x="29323" y="20480"/>
                  <a:pt x="29457" y="19638"/>
                  <a:pt x="29738" y="19077"/>
                </a:cubicBezTo>
                <a:lnTo>
                  <a:pt x="29738" y="18931"/>
                </a:lnTo>
                <a:lnTo>
                  <a:pt x="29603" y="18931"/>
                </a:lnTo>
                <a:cubicBezTo>
                  <a:pt x="29603" y="18797"/>
                  <a:pt x="29323" y="18797"/>
                  <a:pt x="29177" y="18797"/>
                </a:cubicBezTo>
                <a:lnTo>
                  <a:pt x="28896" y="19212"/>
                </a:lnTo>
                <a:cubicBezTo>
                  <a:pt x="28762" y="19358"/>
                  <a:pt x="28481" y="19358"/>
                  <a:pt x="28335" y="19492"/>
                </a:cubicBezTo>
                <a:cubicBezTo>
                  <a:pt x="27920" y="19773"/>
                  <a:pt x="27639" y="20334"/>
                  <a:pt x="27359" y="20761"/>
                </a:cubicBezTo>
                <a:cubicBezTo>
                  <a:pt x="27078" y="21176"/>
                  <a:pt x="26932" y="21456"/>
                  <a:pt x="26652" y="21737"/>
                </a:cubicBezTo>
                <a:cubicBezTo>
                  <a:pt x="26371" y="22163"/>
                  <a:pt x="25956" y="22444"/>
                  <a:pt x="25530" y="22859"/>
                </a:cubicBezTo>
                <a:cubicBezTo>
                  <a:pt x="25395" y="23005"/>
                  <a:pt x="24834" y="24127"/>
                  <a:pt x="24688" y="24127"/>
                </a:cubicBezTo>
                <a:cubicBezTo>
                  <a:pt x="24407" y="24127"/>
                  <a:pt x="24127" y="23846"/>
                  <a:pt x="24127" y="23420"/>
                </a:cubicBezTo>
                <a:cubicBezTo>
                  <a:pt x="23992" y="23140"/>
                  <a:pt x="23992" y="22724"/>
                  <a:pt x="23992" y="22444"/>
                </a:cubicBezTo>
                <a:cubicBezTo>
                  <a:pt x="23992" y="21737"/>
                  <a:pt x="24127" y="21041"/>
                  <a:pt x="24127" y="20334"/>
                </a:cubicBezTo>
                <a:lnTo>
                  <a:pt x="24127" y="19638"/>
                </a:lnTo>
                <a:cubicBezTo>
                  <a:pt x="24407" y="18797"/>
                  <a:pt x="25530" y="18516"/>
                  <a:pt x="25810" y="17529"/>
                </a:cubicBezTo>
                <a:lnTo>
                  <a:pt x="25810" y="17248"/>
                </a:lnTo>
                <a:cubicBezTo>
                  <a:pt x="25676" y="17113"/>
                  <a:pt x="25530" y="17113"/>
                  <a:pt x="25395" y="17113"/>
                </a:cubicBezTo>
                <a:cubicBezTo>
                  <a:pt x="25249" y="17113"/>
                  <a:pt x="25114" y="17248"/>
                  <a:pt x="25114" y="17394"/>
                </a:cubicBezTo>
                <a:cubicBezTo>
                  <a:pt x="24834" y="17675"/>
                  <a:pt x="24688" y="17955"/>
                  <a:pt x="24407" y="18236"/>
                </a:cubicBezTo>
                <a:lnTo>
                  <a:pt x="24273" y="18370"/>
                </a:lnTo>
                <a:cubicBezTo>
                  <a:pt x="23992" y="18370"/>
                  <a:pt x="23992" y="18090"/>
                  <a:pt x="23992" y="17809"/>
                </a:cubicBezTo>
                <a:cubicBezTo>
                  <a:pt x="24127" y="16406"/>
                  <a:pt x="23431" y="15284"/>
                  <a:pt x="23566" y="13882"/>
                </a:cubicBezTo>
                <a:cubicBezTo>
                  <a:pt x="23566" y="13321"/>
                  <a:pt x="23712" y="12625"/>
                  <a:pt x="23712" y="12064"/>
                </a:cubicBezTo>
                <a:lnTo>
                  <a:pt x="23151" y="12064"/>
                </a:lnTo>
                <a:cubicBezTo>
                  <a:pt x="23005" y="12198"/>
                  <a:pt x="23005" y="12625"/>
                  <a:pt x="23005" y="12905"/>
                </a:cubicBezTo>
                <a:lnTo>
                  <a:pt x="23005" y="15284"/>
                </a:lnTo>
                <a:cubicBezTo>
                  <a:pt x="23005" y="16126"/>
                  <a:pt x="23151" y="16833"/>
                  <a:pt x="22870" y="17809"/>
                </a:cubicBezTo>
                <a:cubicBezTo>
                  <a:pt x="22870" y="17809"/>
                  <a:pt x="22724" y="17955"/>
                  <a:pt x="22724" y="18090"/>
                </a:cubicBezTo>
                <a:lnTo>
                  <a:pt x="22724" y="18651"/>
                </a:lnTo>
                <a:cubicBezTo>
                  <a:pt x="22590" y="19919"/>
                  <a:pt x="22444" y="21041"/>
                  <a:pt x="22444" y="22298"/>
                </a:cubicBezTo>
                <a:lnTo>
                  <a:pt x="22444" y="23981"/>
                </a:lnTo>
                <a:cubicBezTo>
                  <a:pt x="22444" y="24408"/>
                  <a:pt x="22590" y="24542"/>
                  <a:pt x="22444" y="24969"/>
                </a:cubicBezTo>
                <a:cubicBezTo>
                  <a:pt x="22444" y="25103"/>
                  <a:pt x="22444" y="25103"/>
                  <a:pt x="22309" y="25249"/>
                </a:cubicBezTo>
                <a:cubicBezTo>
                  <a:pt x="22163" y="25384"/>
                  <a:pt x="22028" y="25530"/>
                  <a:pt x="21883" y="25530"/>
                </a:cubicBezTo>
                <a:cubicBezTo>
                  <a:pt x="21883" y="26371"/>
                  <a:pt x="21883" y="27348"/>
                  <a:pt x="21602" y="28189"/>
                </a:cubicBezTo>
                <a:cubicBezTo>
                  <a:pt x="21602" y="28335"/>
                  <a:pt x="21467" y="28616"/>
                  <a:pt x="21467" y="28896"/>
                </a:cubicBezTo>
                <a:cubicBezTo>
                  <a:pt x="21322" y="29177"/>
                  <a:pt x="21467" y="29592"/>
                  <a:pt x="21322" y="29873"/>
                </a:cubicBezTo>
                <a:cubicBezTo>
                  <a:pt x="21322" y="30153"/>
                  <a:pt x="21187" y="30299"/>
                  <a:pt x="21041" y="30579"/>
                </a:cubicBezTo>
                <a:lnTo>
                  <a:pt x="20199" y="32263"/>
                </a:lnTo>
                <a:cubicBezTo>
                  <a:pt x="20065" y="32543"/>
                  <a:pt x="19784" y="32958"/>
                  <a:pt x="19638" y="33239"/>
                </a:cubicBezTo>
                <a:cubicBezTo>
                  <a:pt x="19638" y="33385"/>
                  <a:pt x="19504" y="33520"/>
                  <a:pt x="19358" y="33520"/>
                </a:cubicBezTo>
                <a:cubicBezTo>
                  <a:pt x="19285" y="33568"/>
                  <a:pt x="19219" y="33590"/>
                  <a:pt x="19158" y="33590"/>
                </a:cubicBezTo>
                <a:cubicBezTo>
                  <a:pt x="18517" y="33590"/>
                  <a:pt x="18529" y="31092"/>
                  <a:pt x="18662" y="30579"/>
                </a:cubicBezTo>
                <a:cubicBezTo>
                  <a:pt x="18797" y="29873"/>
                  <a:pt x="18797" y="29031"/>
                  <a:pt x="18662" y="28335"/>
                </a:cubicBezTo>
                <a:cubicBezTo>
                  <a:pt x="18662" y="27494"/>
                  <a:pt x="18516" y="26787"/>
                  <a:pt x="18662" y="25945"/>
                </a:cubicBezTo>
                <a:cubicBezTo>
                  <a:pt x="18662" y="24542"/>
                  <a:pt x="19223" y="23285"/>
                  <a:pt x="19223" y="21883"/>
                </a:cubicBezTo>
                <a:lnTo>
                  <a:pt x="19223" y="20480"/>
                </a:lnTo>
                <a:lnTo>
                  <a:pt x="19638" y="19638"/>
                </a:lnTo>
                <a:cubicBezTo>
                  <a:pt x="20065" y="18931"/>
                  <a:pt x="20065" y="17955"/>
                  <a:pt x="19784" y="17248"/>
                </a:cubicBezTo>
                <a:lnTo>
                  <a:pt x="19784" y="17248"/>
                </a:lnTo>
                <a:cubicBezTo>
                  <a:pt x="19638" y="17675"/>
                  <a:pt x="19504" y="18090"/>
                  <a:pt x="19223" y="18516"/>
                </a:cubicBezTo>
                <a:cubicBezTo>
                  <a:pt x="18943" y="19212"/>
                  <a:pt x="18662" y="19919"/>
                  <a:pt x="18516" y="20761"/>
                </a:cubicBezTo>
                <a:cubicBezTo>
                  <a:pt x="18516" y="21322"/>
                  <a:pt x="18516" y="21883"/>
                  <a:pt x="18236" y="22444"/>
                </a:cubicBezTo>
                <a:cubicBezTo>
                  <a:pt x="18236" y="22298"/>
                  <a:pt x="18236" y="22298"/>
                  <a:pt x="18101" y="22298"/>
                </a:cubicBezTo>
                <a:cubicBezTo>
                  <a:pt x="17955" y="21322"/>
                  <a:pt x="17674" y="20480"/>
                  <a:pt x="17820" y="19492"/>
                </a:cubicBezTo>
                <a:lnTo>
                  <a:pt x="18236" y="17809"/>
                </a:lnTo>
                <a:cubicBezTo>
                  <a:pt x="18236" y="17394"/>
                  <a:pt x="18236" y="16968"/>
                  <a:pt x="18381" y="16552"/>
                </a:cubicBezTo>
                <a:lnTo>
                  <a:pt x="18381" y="11076"/>
                </a:lnTo>
                <a:cubicBezTo>
                  <a:pt x="18516" y="9819"/>
                  <a:pt x="18797" y="8551"/>
                  <a:pt x="19223" y="7294"/>
                </a:cubicBezTo>
                <a:cubicBezTo>
                  <a:pt x="19223" y="7149"/>
                  <a:pt x="19358" y="6868"/>
                  <a:pt x="19358" y="6733"/>
                </a:cubicBezTo>
                <a:cubicBezTo>
                  <a:pt x="19784" y="6026"/>
                  <a:pt x="20199" y="5331"/>
                  <a:pt x="20760" y="4904"/>
                </a:cubicBezTo>
                <a:cubicBezTo>
                  <a:pt x="20906" y="4770"/>
                  <a:pt x="21041" y="4624"/>
                  <a:pt x="21041" y="4489"/>
                </a:cubicBezTo>
                <a:cubicBezTo>
                  <a:pt x="21187" y="4063"/>
                  <a:pt x="20906" y="3928"/>
                  <a:pt x="20626" y="3782"/>
                </a:cubicBezTo>
                <a:cubicBezTo>
                  <a:pt x="20199" y="3782"/>
                  <a:pt x="19784" y="4063"/>
                  <a:pt x="19504" y="4489"/>
                </a:cubicBezTo>
                <a:cubicBezTo>
                  <a:pt x="19077" y="4904"/>
                  <a:pt x="18943" y="5331"/>
                  <a:pt x="18662" y="5746"/>
                </a:cubicBezTo>
                <a:cubicBezTo>
                  <a:pt x="18558" y="5849"/>
                  <a:pt x="18461" y="5947"/>
                  <a:pt x="18360" y="5947"/>
                </a:cubicBezTo>
                <a:cubicBezTo>
                  <a:pt x="18319" y="5947"/>
                  <a:pt x="18278" y="5931"/>
                  <a:pt x="18236" y="5892"/>
                </a:cubicBezTo>
                <a:cubicBezTo>
                  <a:pt x="18101" y="5892"/>
                  <a:pt x="18101" y="5746"/>
                  <a:pt x="18101" y="5746"/>
                </a:cubicBezTo>
                <a:cubicBezTo>
                  <a:pt x="17540" y="4343"/>
                  <a:pt x="17394" y="2940"/>
                  <a:pt x="17259" y="1403"/>
                </a:cubicBezTo>
                <a:lnTo>
                  <a:pt x="17259" y="842"/>
                </a:lnTo>
                <a:cubicBezTo>
                  <a:pt x="17113" y="561"/>
                  <a:pt x="16698" y="281"/>
                  <a:pt x="16833"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18"/>
          <p:cNvSpPr/>
          <p:nvPr/>
        </p:nvSpPr>
        <p:spPr>
          <a:xfrm>
            <a:off x="573025" y="2783123"/>
            <a:ext cx="706973" cy="2217842"/>
          </a:xfrm>
          <a:custGeom>
            <a:avLst/>
            <a:gdLst/>
            <a:ahLst/>
            <a:cxnLst/>
            <a:rect l="l" t="t" r="r" b="b"/>
            <a:pathLst>
              <a:path w="14724" h="53584" extrusionOk="0">
                <a:moveTo>
                  <a:pt x="14162" y="0"/>
                </a:moveTo>
                <a:lnTo>
                  <a:pt x="14162" y="0"/>
                </a:lnTo>
                <a:cubicBezTo>
                  <a:pt x="13747" y="1538"/>
                  <a:pt x="13186" y="3086"/>
                  <a:pt x="12479" y="4343"/>
                </a:cubicBezTo>
                <a:cubicBezTo>
                  <a:pt x="11918" y="5611"/>
                  <a:pt x="11076" y="6733"/>
                  <a:pt x="10381" y="7990"/>
                </a:cubicBezTo>
                <a:cubicBezTo>
                  <a:pt x="10235" y="7149"/>
                  <a:pt x="10100" y="6307"/>
                  <a:pt x="10381" y="5611"/>
                </a:cubicBezTo>
                <a:cubicBezTo>
                  <a:pt x="10515" y="5465"/>
                  <a:pt x="10515" y="5331"/>
                  <a:pt x="10661" y="5050"/>
                </a:cubicBezTo>
                <a:lnTo>
                  <a:pt x="10661" y="4208"/>
                </a:lnTo>
                <a:lnTo>
                  <a:pt x="10661" y="281"/>
                </a:lnTo>
                <a:cubicBezTo>
                  <a:pt x="10235" y="977"/>
                  <a:pt x="10100" y="1684"/>
                  <a:pt x="10100" y="2379"/>
                </a:cubicBezTo>
                <a:lnTo>
                  <a:pt x="10100" y="3647"/>
                </a:lnTo>
                <a:cubicBezTo>
                  <a:pt x="9954" y="4063"/>
                  <a:pt x="9674" y="4489"/>
                  <a:pt x="9393" y="4624"/>
                </a:cubicBezTo>
                <a:cubicBezTo>
                  <a:pt x="9259" y="4343"/>
                  <a:pt x="9113" y="4208"/>
                  <a:pt x="8832" y="4208"/>
                </a:cubicBezTo>
                <a:cubicBezTo>
                  <a:pt x="8697" y="4343"/>
                  <a:pt x="8697" y="4489"/>
                  <a:pt x="8832" y="4624"/>
                </a:cubicBezTo>
                <a:cubicBezTo>
                  <a:pt x="8978" y="4904"/>
                  <a:pt x="9113" y="5050"/>
                  <a:pt x="9113" y="5185"/>
                </a:cubicBezTo>
                <a:cubicBezTo>
                  <a:pt x="9393" y="5465"/>
                  <a:pt x="9393" y="5746"/>
                  <a:pt x="9393" y="6172"/>
                </a:cubicBezTo>
                <a:cubicBezTo>
                  <a:pt x="9393" y="7294"/>
                  <a:pt x="9393" y="8417"/>
                  <a:pt x="9259" y="9539"/>
                </a:cubicBezTo>
                <a:cubicBezTo>
                  <a:pt x="9113" y="10100"/>
                  <a:pt x="8978" y="10661"/>
                  <a:pt x="8832" y="11076"/>
                </a:cubicBezTo>
                <a:cubicBezTo>
                  <a:pt x="8552" y="12479"/>
                  <a:pt x="7856" y="13320"/>
                  <a:pt x="7429" y="14723"/>
                </a:cubicBezTo>
                <a:cubicBezTo>
                  <a:pt x="7014" y="16272"/>
                  <a:pt x="7295" y="17955"/>
                  <a:pt x="7295" y="19638"/>
                </a:cubicBezTo>
                <a:cubicBezTo>
                  <a:pt x="7295" y="20480"/>
                  <a:pt x="7149" y="21176"/>
                  <a:pt x="7149" y="22017"/>
                </a:cubicBezTo>
                <a:cubicBezTo>
                  <a:pt x="7295" y="22859"/>
                  <a:pt x="7295" y="23566"/>
                  <a:pt x="7014" y="24262"/>
                </a:cubicBezTo>
                <a:cubicBezTo>
                  <a:pt x="7014" y="24542"/>
                  <a:pt x="6868" y="24823"/>
                  <a:pt x="6868" y="25103"/>
                </a:cubicBezTo>
                <a:cubicBezTo>
                  <a:pt x="6868" y="25384"/>
                  <a:pt x="6868" y="25530"/>
                  <a:pt x="6734" y="25664"/>
                </a:cubicBezTo>
                <a:cubicBezTo>
                  <a:pt x="6734" y="25810"/>
                  <a:pt x="6588" y="25945"/>
                  <a:pt x="6453" y="25945"/>
                </a:cubicBezTo>
                <a:lnTo>
                  <a:pt x="6453" y="25384"/>
                </a:lnTo>
                <a:cubicBezTo>
                  <a:pt x="6307" y="25249"/>
                  <a:pt x="6453" y="24969"/>
                  <a:pt x="6453" y="24823"/>
                </a:cubicBezTo>
                <a:cubicBezTo>
                  <a:pt x="6307" y="24407"/>
                  <a:pt x="6027" y="23846"/>
                  <a:pt x="6173" y="23285"/>
                </a:cubicBezTo>
                <a:lnTo>
                  <a:pt x="6173" y="23005"/>
                </a:lnTo>
                <a:cubicBezTo>
                  <a:pt x="6173" y="22724"/>
                  <a:pt x="6027" y="22444"/>
                  <a:pt x="5892" y="22298"/>
                </a:cubicBezTo>
                <a:cubicBezTo>
                  <a:pt x="5466" y="21737"/>
                  <a:pt x="5466" y="20895"/>
                  <a:pt x="5466" y="20334"/>
                </a:cubicBezTo>
                <a:cubicBezTo>
                  <a:pt x="5331" y="19358"/>
                  <a:pt x="5185" y="18651"/>
                  <a:pt x="4770" y="17809"/>
                </a:cubicBezTo>
                <a:cubicBezTo>
                  <a:pt x="4489" y="16967"/>
                  <a:pt x="3928" y="16126"/>
                  <a:pt x="3782" y="15150"/>
                </a:cubicBezTo>
                <a:cubicBezTo>
                  <a:pt x="3648" y="14869"/>
                  <a:pt x="3648" y="14588"/>
                  <a:pt x="3648" y="14162"/>
                </a:cubicBezTo>
                <a:cubicBezTo>
                  <a:pt x="3502" y="13882"/>
                  <a:pt x="3502" y="13466"/>
                  <a:pt x="3502" y="13040"/>
                </a:cubicBezTo>
                <a:cubicBezTo>
                  <a:pt x="3367" y="12479"/>
                  <a:pt x="3367" y="11918"/>
                  <a:pt x="3221" y="11222"/>
                </a:cubicBezTo>
                <a:lnTo>
                  <a:pt x="3221" y="10234"/>
                </a:lnTo>
                <a:cubicBezTo>
                  <a:pt x="3087" y="9393"/>
                  <a:pt x="2806" y="8697"/>
                  <a:pt x="2380" y="8136"/>
                </a:cubicBezTo>
                <a:lnTo>
                  <a:pt x="2380" y="8136"/>
                </a:lnTo>
                <a:cubicBezTo>
                  <a:pt x="2245" y="8551"/>
                  <a:pt x="2380" y="9112"/>
                  <a:pt x="2526" y="9539"/>
                </a:cubicBezTo>
                <a:cubicBezTo>
                  <a:pt x="2806" y="10661"/>
                  <a:pt x="2941" y="11783"/>
                  <a:pt x="2806" y="12759"/>
                </a:cubicBezTo>
                <a:lnTo>
                  <a:pt x="2806" y="13040"/>
                </a:lnTo>
                <a:cubicBezTo>
                  <a:pt x="2660" y="13040"/>
                  <a:pt x="2660" y="13040"/>
                  <a:pt x="2526" y="13186"/>
                </a:cubicBezTo>
                <a:cubicBezTo>
                  <a:pt x="2526" y="13186"/>
                  <a:pt x="2526" y="13320"/>
                  <a:pt x="2660" y="13466"/>
                </a:cubicBezTo>
                <a:cubicBezTo>
                  <a:pt x="2660" y="13601"/>
                  <a:pt x="2806" y="13601"/>
                  <a:pt x="2806" y="13747"/>
                </a:cubicBezTo>
                <a:cubicBezTo>
                  <a:pt x="2941" y="14027"/>
                  <a:pt x="2941" y="14443"/>
                  <a:pt x="3087" y="14723"/>
                </a:cubicBezTo>
                <a:lnTo>
                  <a:pt x="3087" y="15565"/>
                </a:lnTo>
                <a:cubicBezTo>
                  <a:pt x="3038" y="15613"/>
                  <a:pt x="2991" y="15630"/>
                  <a:pt x="2949" y="15630"/>
                </a:cubicBezTo>
                <a:cubicBezTo>
                  <a:pt x="2866" y="15630"/>
                  <a:pt x="2806" y="15565"/>
                  <a:pt x="2806" y="15565"/>
                </a:cubicBezTo>
                <a:lnTo>
                  <a:pt x="2526" y="15284"/>
                </a:lnTo>
                <a:cubicBezTo>
                  <a:pt x="2380" y="15284"/>
                  <a:pt x="2245" y="15284"/>
                  <a:pt x="2099" y="15150"/>
                </a:cubicBezTo>
                <a:cubicBezTo>
                  <a:pt x="1964" y="15150"/>
                  <a:pt x="1819" y="15004"/>
                  <a:pt x="1819" y="14869"/>
                </a:cubicBezTo>
                <a:cubicBezTo>
                  <a:pt x="1403" y="14588"/>
                  <a:pt x="977" y="14443"/>
                  <a:pt x="416" y="14308"/>
                </a:cubicBezTo>
                <a:lnTo>
                  <a:pt x="281" y="14308"/>
                </a:lnTo>
                <a:cubicBezTo>
                  <a:pt x="135" y="14443"/>
                  <a:pt x="135" y="14588"/>
                  <a:pt x="1" y="14588"/>
                </a:cubicBezTo>
                <a:cubicBezTo>
                  <a:pt x="281" y="14723"/>
                  <a:pt x="562" y="14869"/>
                  <a:pt x="842" y="14869"/>
                </a:cubicBezTo>
                <a:cubicBezTo>
                  <a:pt x="977" y="14869"/>
                  <a:pt x="977" y="15004"/>
                  <a:pt x="1123" y="15004"/>
                </a:cubicBezTo>
                <a:cubicBezTo>
                  <a:pt x="1123" y="15004"/>
                  <a:pt x="1257" y="15150"/>
                  <a:pt x="1257" y="15284"/>
                </a:cubicBezTo>
                <a:lnTo>
                  <a:pt x="1538" y="15284"/>
                </a:lnTo>
                <a:cubicBezTo>
                  <a:pt x="1684" y="15430"/>
                  <a:pt x="1684" y="15430"/>
                  <a:pt x="1684" y="15565"/>
                </a:cubicBezTo>
                <a:cubicBezTo>
                  <a:pt x="1684" y="15845"/>
                  <a:pt x="1964" y="15991"/>
                  <a:pt x="2245" y="15991"/>
                </a:cubicBezTo>
                <a:cubicBezTo>
                  <a:pt x="2660" y="16272"/>
                  <a:pt x="3221" y="16687"/>
                  <a:pt x="3367" y="17394"/>
                </a:cubicBezTo>
                <a:cubicBezTo>
                  <a:pt x="3502" y="18090"/>
                  <a:pt x="3782" y="18797"/>
                  <a:pt x="4063" y="19492"/>
                </a:cubicBezTo>
                <a:cubicBezTo>
                  <a:pt x="4023" y="19535"/>
                  <a:pt x="3982" y="19553"/>
                  <a:pt x="3941" y="19553"/>
                </a:cubicBezTo>
                <a:cubicBezTo>
                  <a:pt x="3843" y="19553"/>
                  <a:pt x="3743" y="19453"/>
                  <a:pt x="3648" y="19358"/>
                </a:cubicBezTo>
                <a:cubicBezTo>
                  <a:pt x="3502" y="19212"/>
                  <a:pt x="3367" y="19077"/>
                  <a:pt x="3221" y="19077"/>
                </a:cubicBezTo>
                <a:cubicBezTo>
                  <a:pt x="3087" y="19212"/>
                  <a:pt x="3221" y="19492"/>
                  <a:pt x="3221" y="19638"/>
                </a:cubicBezTo>
                <a:lnTo>
                  <a:pt x="3648" y="20053"/>
                </a:lnTo>
                <a:cubicBezTo>
                  <a:pt x="3928" y="20334"/>
                  <a:pt x="4209" y="20760"/>
                  <a:pt x="4209" y="21322"/>
                </a:cubicBezTo>
                <a:cubicBezTo>
                  <a:pt x="4343" y="22017"/>
                  <a:pt x="4343" y="23005"/>
                  <a:pt x="4343" y="23701"/>
                </a:cubicBezTo>
                <a:cubicBezTo>
                  <a:pt x="4489" y="24407"/>
                  <a:pt x="4770" y="25103"/>
                  <a:pt x="4905" y="25810"/>
                </a:cubicBezTo>
                <a:cubicBezTo>
                  <a:pt x="5050" y="26506"/>
                  <a:pt x="5050" y="27213"/>
                  <a:pt x="5331" y="27774"/>
                </a:cubicBezTo>
                <a:cubicBezTo>
                  <a:pt x="5466" y="27909"/>
                  <a:pt x="5611" y="28189"/>
                  <a:pt x="5611" y="28335"/>
                </a:cubicBezTo>
                <a:cubicBezTo>
                  <a:pt x="5746" y="28616"/>
                  <a:pt x="5611" y="28896"/>
                  <a:pt x="5466" y="29177"/>
                </a:cubicBezTo>
                <a:cubicBezTo>
                  <a:pt x="5611" y="29592"/>
                  <a:pt x="5611" y="30153"/>
                  <a:pt x="5611" y="30714"/>
                </a:cubicBezTo>
                <a:cubicBezTo>
                  <a:pt x="5466" y="30434"/>
                  <a:pt x="5331" y="30153"/>
                  <a:pt x="5185" y="29738"/>
                </a:cubicBezTo>
                <a:cubicBezTo>
                  <a:pt x="5185" y="29457"/>
                  <a:pt x="5185" y="29177"/>
                  <a:pt x="5050" y="28750"/>
                </a:cubicBezTo>
                <a:cubicBezTo>
                  <a:pt x="5050" y="28616"/>
                  <a:pt x="4905" y="28335"/>
                  <a:pt x="4770" y="28189"/>
                </a:cubicBezTo>
                <a:cubicBezTo>
                  <a:pt x="4624" y="27774"/>
                  <a:pt x="4624" y="27213"/>
                  <a:pt x="4489" y="26786"/>
                </a:cubicBezTo>
                <a:cubicBezTo>
                  <a:pt x="4063" y="24823"/>
                  <a:pt x="2380" y="23420"/>
                  <a:pt x="2660" y="21322"/>
                </a:cubicBezTo>
                <a:lnTo>
                  <a:pt x="2380" y="21322"/>
                </a:lnTo>
                <a:cubicBezTo>
                  <a:pt x="2245" y="21602"/>
                  <a:pt x="2099" y="21883"/>
                  <a:pt x="2099" y="22298"/>
                </a:cubicBezTo>
                <a:cubicBezTo>
                  <a:pt x="2099" y="22578"/>
                  <a:pt x="2099" y="22859"/>
                  <a:pt x="2245" y="23139"/>
                </a:cubicBezTo>
                <a:lnTo>
                  <a:pt x="2660" y="24823"/>
                </a:lnTo>
                <a:cubicBezTo>
                  <a:pt x="2380" y="24688"/>
                  <a:pt x="1964" y="24407"/>
                  <a:pt x="1684" y="24262"/>
                </a:cubicBezTo>
                <a:cubicBezTo>
                  <a:pt x="1403" y="24542"/>
                  <a:pt x="1538" y="24969"/>
                  <a:pt x="1684" y="25103"/>
                </a:cubicBezTo>
                <a:cubicBezTo>
                  <a:pt x="1964" y="25384"/>
                  <a:pt x="2245" y="25530"/>
                  <a:pt x="2526" y="25664"/>
                </a:cubicBezTo>
                <a:cubicBezTo>
                  <a:pt x="2806" y="25945"/>
                  <a:pt x="3087" y="26371"/>
                  <a:pt x="3221" y="26786"/>
                </a:cubicBezTo>
                <a:cubicBezTo>
                  <a:pt x="3367" y="27213"/>
                  <a:pt x="3367" y="27628"/>
                  <a:pt x="3502" y="27909"/>
                </a:cubicBezTo>
                <a:cubicBezTo>
                  <a:pt x="3648" y="28616"/>
                  <a:pt x="3782" y="29177"/>
                  <a:pt x="3928" y="29872"/>
                </a:cubicBezTo>
                <a:cubicBezTo>
                  <a:pt x="3928" y="30434"/>
                  <a:pt x="4063" y="30995"/>
                  <a:pt x="4209" y="31421"/>
                </a:cubicBezTo>
                <a:cubicBezTo>
                  <a:pt x="4343" y="32263"/>
                  <a:pt x="4624" y="32958"/>
                  <a:pt x="4770" y="33800"/>
                </a:cubicBezTo>
                <a:cubicBezTo>
                  <a:pt x="5185" y="35483"/>
                  <a:pt x="5611" y="37312"/>
                  <a:pt x="5611" y="39130"/>
                </a:cubicBezTo>
                <a:cubicBezTo>
                  <a:pt x="5611" y="40398"/>
                  <a:pt x="5331" y="41655"/>
                  <a:pt x="5331" y="42777"/>
                </a:cubicBezTo>
                <a:cubicBezTo>
                  <a:pt x="5050" y="45729"/>
                  <a:pt x="5050" y="48815"/>
                  <a:pt x="5185" y="51755"/>
                </a:cubicBezTo>
                <a:cubicBezTo>
                  <a:pt x="5185" y="52035"/>
                  <a:pt x="5185" y="52181"/>
                  <a:pt x="5331" y="52316"/>
                </a:cubicBezTo>
                <a:cubicBezTo>
                  <a:pt x="5466" y="52596"/>
                  <a:pt x="5611" y="52596"/>
                  <a:pt x="5746" y="52596"/>
                </a:cubicBezTo>
                <a:cubicBezTo>
                  <a:pt x="6734" y="52877"/>
                  <a:pt x="7856" y="53303"/>
                  <a:pt x="8832" y="53584"/>
                </a:cubicBezTo>
                <a:cubicBezTo>
                  <a:pt x="8552" y="47827"/>
                  <a:pt x="8417" y="42216"/>
                  <a:pt x="8271" y="36605"/>
                </a:cubicBezTo>
                <a:cubicBezTo>
                  <a:pt x="8271" y="35483"/>
                  <a:pt x="8136" y="34507"/>
                  <a:pt x="8417" y="33519"/>
                </a:cubicBezTo>
                <a:cubicBezTo>
                  <a:pt x="8832" y="32117"/>
                  <a:pt x="9674" y="30995"/>
                  <a:pt x="10515" y="30018"/>
                </a:cubicBezTo>
                <a:cubicBezTo>
                  <a:pt x="10796" y="29592"/>
                  <a:pt x="11222" y="29457"/>
                  <a:pt x="11638" y="29177"/>
                </a:cubicBezTo>
                <a:cubicBezTo>
                  <a:pt x="12199" y="28750"/>
                  <a:pt x="12760" y="28896"/>
                  <a:pt x="13321" y="28470"/>
                </a:cubicBezTo>
                <a:cubicBezTo>
                  <a:pt x="13321" y="28470"/>
                  <a:pt x="13467" y="28470"/>
                  <a:pt x="13467" y="28335"/>
                </a:cubicBezTo>
                <a:cubicBezTo>
                  <a:pt x="13467" y="28189"/>
                  <a:pt x="13321" y="28189"/>
                  <a:pt x="13186" y="28189"/>
                </a:cubicBezTo>
                <a:cubicBezTo>
                  <a:pt x="13186" y="28144"/>
                  <a:pt x="13170" y="28129"/>
                  <a:pt x="13148" y="28129"/>
                </a:cubicBezTo>
                <a:cubicBezTo>
                  <a:pt x="13105" y="28129"/>
                  <a:pt x="13040" y="28189"/>
                  <a:pt x="13040" y="28189"/>
                </a:cubicBezTo>
                <a:cubicBezTo>
                  <a:pt x="12666" y="28189"/>
                  <a:pt x="12357" y="28254"/>
                  <a:pt x="12026" y="28254"/>
                </a:cubicBezTo>
                <a:cubicBezTo>
                  <a:pt x="11861" y="28254"/>
                  <a:pt x="11690" y="28238"/>
                  <a:pt x="11503" y="28189"/>
                </a:cubicBezTo>
                <a:lnTo>
                  <a:pt x="11357" y="28189"/>
                </a:lnTo>
                <a:cubicBezTo>
                  <a:pt x="10942" y="28055"/>
                  <a:pt x="11503" y="26652"/>
                  <a:pt x="11503" y="26371"/>
                </a:cubicBezTo>
                <a:cubicBezTo>
                  <a:pt x="11638" y="26225"/>
                  <a:pt x="11638" y="26091"/>
                  <a:pt x="11638" y="25945"/>
                </a:cubicBezTo>
                <a:cubicBezTo>
                  <a:pt x="11783" y="25810"/>
                  <a:pt x="11783" y="25664"/>
                  <a:pt x="11918" y="25664"/>
                </a:cubicBezTo>
                <a:cubicBezTo>
                  <a:pt x="12064" y="25384"/>
                  <a:pt x="12345" y="25249"/>
                  <a:pt x="12479" y="24969"/>
                </a:cubicBezTo>
                <a:cubicBezTo>
                  <a:pt x="12760" y="24823"/>
                  <a:pt x="13040" y="24542"/>
                  <a:pt x="13321" y="24542"/>
                </a:cubicBezTo>
                <a:cubicBezTo>
                  <a:pt x="13321" y="24407"/>
                  <a:pt x="13321" y="24407"/>
                  <a:pt x="13186" y="24262"/>
                </a:cubicBezTo>
                <a:lnTo>
                  <a:pt x="12479" y="24262"/>
                </a:lnTo>
                <a:cubicBezTo>
                  <a:pt x="12479" y="24262"/>
                  <a:pt x="12345" y="24262"/>
                  <a:pt x="12345" y="24407"/>
                </a:cubicBezTo>
                <a:cubicBezTo>
                  <a:pt x="12345" y="24407"/>
                  <a:pt x="12199" y="24407"/>
                  <a:pt x="12199" y="24542"/>
                </a:cubicBezTo>
                <a:lnTo>
                  <a:pt x="11503" y="25249"/>
                </a:lnTo>
                <a:cubicBezTo>
                  <a:pt x="11076" y="25810"/>
                  <a:pt x="10942" y="26652"/>
                  <a:pt x="10515" y="27348"/>
                </a:cubicBezTo>
                <a:cubicBezTo>
                  <a:pt x="10235" y="27909"/>
                  <a:pt x="9820" y="28335"/>
                  <a:pt x="9820" y="29031"/>
                </a:cubicBezTo>
                <a:cubicBezTo>
                  <a:pt x="9674" y="29177"/>
                  <a:pt x="9674" y="29311"/>
                  <a:pt x="9674" y="29457"/>
                </a:cubicBezTo>
                <a:cubicBezTo>
                  <a:pt x="9674" y="29738"/>
                  <a:pt x="9393" y="29872"/>
                  <a:pt x="9259" y="30018"/>
                </a:cubicBezTo>
                <a:cubicBezTo>
                  <a:pt x="8832" y="30579"/>
                  <a:pt x="8697" y="31140"/>
                  <a:pt x="8271" y="31702"/>
                </a:cubicBezTo>
                <a:cubicBezTo>
                  <a:pt x="8136" y="31836"/>
                  <a:pt x="7856" y="31982"/>
                  <a:pt x="7856" y="32263"/>
                </a:cubicBezTo>
                <a:cubicBezTo>
                  <a:pt x="7710" y="32263"/>
                  <a:pt x="7575" y="32263"/>
                  <a:pt x="7575" y="32117"/>
                </a:cubicBezTo>
                <a:cubicBezTo>
                  <a:pt x="7429" y="31836"/>
                  <a:pt x="7429" y="31702"/>
                  <a:pt x="7429" y="31556"/>
                </a:cubicBezTo>
                <a:lnTo>
                  <a:pt x="7429" y="30995"/>
                </a:lnTo>
                <a:cubicBezTo>
                  <a:pt x="7429" y="30860"/>
                  <a:pt x="7575" y="30714"/>
                  <a:pt x="7575" y="30579"/>
                </a:cubicBezTo>
                <a:cubicBezTo>
                  <a:pt x="7710" y="30434"/>
                  <a:pt x="7710" y="30153"/>
                  <a:pt x="7710" y="29872"/>
                </a:cubicBezTo>
                <a:cubicBezTo>
                  <a:pt x="7856" y="28470"/>
                  <a:pt x="8136" y="26932"/>
                  <a:pt x="8417" y="25530"/>
                </a:cubicBezTo>
                <a:cubicBezTo>
                  <a:pt x="8417" y="25384"/>
                  <a:pt x="8552" y="25103"/>
                  <a:pt x="8697" y="24823"/>
                </a:cubicBezTo>
                <a:cubicBezTo>
                  <a:pt x="8832" y="24542"/>
                  <a:pt x="8978" y="24407"/>
                  <a:pt x="9113" y="24127"/>
                </a:cubicBezTo>
                <a:cubicBezTo>
                  <a:pt x="9393" y="23846"/>
                  <a:pt x="9393" y="23566"/>
                  <a:pt x="9259" y="23285"/>
                </a:cubicBezTo>
                <a:lnTo>
                  <a:pt x="9259" y="23285"/>
                </a:lnTo>
                <a:cubicBezTo>
                  <a:pt x="9113" y="23420"/>
                  <a:pt x="9113" y="23566"/>
                  <a:pt x="8978" y="23701"/>
                </a:cubicBezTo>
                <a:cubicBezTo>
                  <a:pt x="8905" y="23773"/>
                  <a:pt x="8835" y="23810"/>
                  <a:pt x="8765" y="23810"/>
                </a:cubicBezTo>
                <a:cubicBezTo>
                  <a:pt x="8695" y="23810"/>
                  <a:pt x="8625" y="23773"/>
                  <a:pt x="8552" y="23701"/>
                </a:cubicBezTo>
                <a:lnTo>
                  <a:pt x="8552" y="23420"/>
                </a:lnTo>
                <a:cubicBezTo>
                  <a:pt x="8552" y="21883"/>
                  <a:pt x="8697" y="20334"/>
                  <a:pt x="8552" y="18797"/>
                </a:cubicBezTo>
                <a:cubicBezTo>
                  <a:pt x="8552" y="17394"/>
                  <a:pt x="8417" y="15711"/>
                  <a:pt x="9113" y="14588"/>
                </a:cubicBezTo>
                <a:cubicBezTo>
                  <a:pt x="9393" y="14308"/>
                  <a:pt x="9820" y="13882"/>
                  <a:pt x="9954" y="13466"/>
                </a:cubicBezTo>
                <a:cubicBezTo>
                  <a:pt x="10235" y="12905"/>
                  <a:pt x="10100" y="12344"/>
                  <a:pt x="10100" y="11783"/>
                </a:cubicBezTo>
                <a:cubicBezTo>
                  <a:pt x="10235" y="9954"/>
                  <a:pt x="11638" y="8832"/>
                  <a:pt x="12199" y="7149"/>
                </a:cubicBezTo>
                <a:cubicBezTo>
                  <a:pt x="12479" y="6733"/>
                  <a:pt x="12625" y="6307"/>
                  <a:pt x="12760" y="5892"/>
                </a:cubicBezTo>
                <a:cubicBezTo>
                  <a:pt x="13186" y="5331"/>
                  <a:pt x="13601" y="4904"/>
                  <a:pt x="14028" y="4343"/>
                </a:cubicBezTo>
                <a:cubicBezTo>
                  <a:pt x="14162" y="4208"/>
                  <a:pt x="14308" y="3928"/>
                  <a:pt x="14308" y="3782"/>
                </a:cubicBezTo>
                <a:cubicBezTo>
                  <a:pt x="14443" y="3501"/>
                  <a:pt x="14308" y="3221"/>
                  <a:pt x="14028" y="3221"/>
                </a:cubicBezTo>
                <a:cubicBezTo>
                  <a:pt x="13747" y="2099"/>
                  <a:pt x="14724" y="977"/>
                  <a:pt x="14162"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18"/>
          <p:cNvSpPr/>
          <p:nvPr/>
        </p:nvSpPr>
        <p:spPr>
          <a:xfrm>
            <a:off x="8294900" y="-12"/>
            <a:ext cx="805906" cy="5067291"/>
          </a:xfrm>
          <a:custGeom>
            <a:avLst/>
            <a:gdLst/>
            <a:ahLst/>
            <a:cxnLst/>
            <a:rect l="l" t="t" r="r" b="b"/>
            <a:pathLst>
              <a:path w="5442" h="34939" extrusionOk="0">
                <a:moveTo>
                  <a:pt x="1576" y="0"/>
                </a:moveTo>
                <a:cubicBezTo>
                  <a:pt x="1576" y="0"/>
                  <a:pt x="1576" y="2005"/>
                  <a:pt x="1507" y="4296"/>
                </a:cubicBezTo>
                <a:lnTo>
                  <a:pt x="144" y="3511"/>
                </a:lnTo>
                <a:lnTo>
                  <a:pt x="1" y="3654"/>
                </a:lnTo>
                <a:lnTo>
                  <a:pt x="1507" y="4582"/>
                </a:lnTo>
                <a:cubicBezTo>
                  <a:pt x="1507" y="6730"/>
                  <a:pt x="1507" y="9164"/>
                  <a:pt x="1576" y="10453"/>
                </a:cubicBezTo>
                <a:cubicBezTo>
                  <a:pt x="1719" y="12028"/>
                  <a:pt x="2005" y="14393"/>
                  <a:pt x="2223" y="16541"/>
                </a:cubicBezTo>
                <a:lnTo>
                  <a:pt x="573" y="15539"/>
                </a:lnTo>
                <a:lnTo>
                  <a:pt x="430" y="15682"/>
                </a:lnTo>
                <a:lnTo>
                  <a:pt x="2292" y="16828"/>
                </a:lnTo>
                <a:cubicBezTo>
                  <a:pt x="2435" y="18328"/>
                  <a:pt x="2578" y="19691"/>
                  <a:pt x="2653" y="20476"/>
                </a:cubicBezTo>
                <a:cubicBezTo>
                  <a:pt x="2865" y="22481"/>
                  <a:pt x="3151" y="24560"/>
                  <a:pt x="3369" y="25705"/>
                </a:cubicBezTo>
                <a:cubicBezTo>
                  <a:pt x="3655" y="26851"/>
                  <a:pt x="2578" y="34440"/>
                  <a:pt x="2435" y="34938"/>
                </a:cubicBezTo>
                <a:lnTo>
                  <a:pt x="5442" y="34938"/>
                </a:lnTo>
                <a:cubicBezTo>
                  <a:pt x="5442" y="34938"/>
                  <a:pt x="4800" y="32722"/>
                  <a:pt x="4726" y="31003"/>
                </a:cubicBezTo>
                <a:cubicBezTo>
                  <a:pt x="4657" y="29285"/>
                  <a:pt x="5230" y="25345"/>
                  <a:pt x="5012" y="24485"/>
                </a:cubicBezTo>
                <a:cubicBezTo>
                  <a:pt x="4800" y="23701"/>
                  <a:pt x="3724" y="20619"/>
                  <a:pt x="3512" y="18185"/>
                </a:cubicBezTo>
                <a:lnTo>
                  <a:pt x="4371" y="16255"/>
                </a:lnTo>
                <a:lnTo>
                  <a:pt x="4228" y="16180"/>
                </a:lnTo>
                <a:lnTo>
                  <a:pt x="3437" y="17830"/>
                </a:lnTo>
                <a:cubicBezTo>
                  <a:pt x="3225" y="15321"/>
                  <a:pt x="2653" y="11243"/>
                  <a:pt x="2578" y="9021"/>
                </a:cubicBezTo>
                <a:cubicBezTo>
                  <a:pt x="2578" y="6804"/>
                  <a:pt x="2653" y="0"/>
                  <a:pt x="2653"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18"/>
          <p:cNvSpPr/>
          <p:nvPr/>
        </p:nvSpPr>
        <p:spPr>
          <a:xfrm>
            <a:off x="0" y="4785500"/>
            <a:ext cx="9143961" cy="358000"/>
          </a:xfrm>
          <a:custGeom>
            <a:avLst/>
            <a:gdLst/>
            <a:ahLst/>
            <a:cxnLst/>
            <a:rect l="l" t="t" r="r" b="b"/>
            <a:pathLst>
              <a:path w="95148" h="14320" extrusionOk="0">
                <a:moveTo>
                  <a:pt x="95147" y="0"/>
                </a:moveTo>
                <a:cubicBezTo>
                  <a:pt x="95147" y="0"/>
                  <a:pt x="90783" y="1931"/>
                  <a:pt x="88922" y="2435"/>
                </a:cubicBezTo>
                <a:cubicBezTo>
                  <a:pt x="86986" y="2933"/>
                  <a:pt x="80473" y="5510"/>
                  <a:pt x="78967" y="5510"/>
                </a:cubicBezTo>
                <a:cubicBezTo>
                  <a:pt x="77415" y="5584"/>
                  <a:pt x="72802" y="7877"/>
                  <a:pt x="71847" y="7877"/>
                </a:cubicBezTo>
                <a:cubicBezTo>
                  <a:pt x="71833" y="7877"/>
                  <a:pt x="71820" y="7877"/>
                  <a:pt x="71808" y="7876"/>
                </a:cubicBezTo>
                <a:cubicBezTo>
                  <a:pt x="70997" y="7806"/>
                  <a:pt x="64961" y="4615"/>
                  <a:pt x="62540" y="4615"/>
                </a:cubicBezTo>
                <a:cubicBezTo>
                  <a:pt x="62395" y="4615"/>
                  <a:pt x="62262" y="4627"/>
                  <a:pt x="62145" y="4651"/>
                </a:cubicBezTo>
                <a:cubicBezTo>
                  <a:pt x="59997" y="5012"/>
                  <a:pt x="52763" y="5298"/>
                  <a:pt x="50690" y="5510"/>
                </a:cubicBezTo>
                <a:cubicBezTo>
                  <a:pt x="50628" y="5519"/>
                  <a:pt x="50558" y="5523"/>
                  <a:pt x="50479" y="5523"/>
                </a:cubicBezTo>
                <a:cubicBezTo>
                  <a:pt x="47983" y="5523"/>
                  <a:pt x="37006" y="1269"/>
                  <a:pt x="32287" y="642"/>
                </a:cubicBezTo>
                <a:cubicBezTo>
                  <a:pt x="31557" y="546"/>
                  <a:pt x="30726" y="504"/>
                  <a:pt x="29822" y="504"/>
                </a:cubicBezTo>
                <a:cubicBezTo>
                  <a:pt x="24697" y="504"/>
                  <a:pt x="17237" y="1842"/>
                  <a:pt x="12670" y="2148"/>
                </a:cubicBezTo>
                <a:cubicBezTo>
                  <a:pt x="12212" y="2178"/>
                  <a:pt x="11735" y="2191"/>
                  <a:pt x="11246" y="2191"/>
                </a:cubicBezTo>
                <a:cubicBezTo>
                  <a:pt x="6991" y="2191"/>
                  <a:pt x="1798" y="1170"/>
                  <a:pt x="1" y="785"/>
                </a:cubicBezTo>
                <a:lnTo>
                  <a:pt x="1" y="14319"/>
                </a:lnTo>
                <a:lnTo>
                  <a:pt x="95147" y="14319"/>
                </a:lnTo>
                <a:lnTo>
                  <a:pt x="9514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18"/>
          <p:cNvSpPr/>
          <p:nvPr/>
        </p:nvSpPr>
        <p:spPr>
          <a:xfrm>
            <a:off x="0" y="4451601"/>
            <a:ext cx="9144123" cy="539488"/>
          </a:xfrm>
          <a:custGeom>
            <a:avLst/>
            <a:gdLst/>
            <a:ahLst/>
            <a:cxnLst/>
            <a:rect l="l" t="t" r="r" b="b"/>
            <a:pathLst>
              <a:path w="116197" h="15322" extrusionOk="0">
                <a:moveTo>
                  <a:pt x="5156" y="2503"/>
                </a:moveTo>
                <a:cubicBezTo>
                  <a:pt x="5169" y="2575"/>
                  <a:pt x="5186" y="2646"/>
                  <a:pt x="5204" y="2717"/>
                </a:cubicBezTo>
                <a:lnTo>
                  <a:pt x="5204" y="2717"/>
                </a:lnTo>
                <a:cubicBezTo>
                  <a:pt x="5188" y="2642"/>
                  <a:pt x="5172" y="2571"/>
                  <a:pt x="5156" y="2503"/>
                </a:cubicBezTo>
                <a:close/>
                <a:moveTo>
                  <a:pt x="6227" y="2646"/>
                </a:moveTo>
                <a:lnTo>
                  <a:pt x="6227" y="2646"/>
                </a:lnTo>
                <a:cubicBezTo>
                  <a:pt x="6239" y="2681"/>
                  <a:pt x="6252" y="2716"/>
                  <a:pt x="6267" y="2750"/>
                </a:cubicBezTo>
                <a:lnTo>
                  <a:pt x="6267" y="2750"/>
                </a:lnTo>
                <a:cubicBezTo>
                  <a:pt x="6254" y="2715"/>
                  <a:pt x="6240" y="2680"/>
                  <a:pt x="6227" y="2646"/>
                </a:cubicBezTo>
                <a:close/>
                <a:moveTo>
                  <a:pt x="25701" y="3293"/>
                </a:moveTo>
                <a:lnTo>
                  <a:pt x="25701" y="3293"/>
                </a:lnTo>
                <a:cubicBezTo>
                  <a:pt x="25775" y="3437"/>
                  <a:pt x="25775" y="3505"/>
                  <a:pt x="25844" y="3580"/>
                </a:cubicBezTo>
                <a:cubicBezTo>
                  <a:pt x="25775" y="3505"/>
                  <a:pt x="25775" y="3362"/>
                  <a:pt x="25701" y="3293"/>
                </a:cubicBezTo>
                <a:close/>
                <a:moveTo>
                  <a:pt x="19543" y="3649"/>
                </a:moveTo>
                <a:lnTo>
                  <a:pt x="19543" y="3649"/>
                </a:lnTo>
                <a:cubicBezTo>
                  <a:pt x="19502" y="3693"/>
                  <a:pt x="19486" y="3736"/>
                  <a:pt x="19479" y="3779"/>
                </a:cubicBezTo>
                <a:lnTo>
                  <a:pt x="19479" y="3779"/>
                </a:lnTo>
                <a:lnTo>
                  <a:pt x="19543" y="3649"/>
                </a:lnTo>
                <a:close/>
                <a:moveTo>
                  <a:pt x="10597" y="4439"/>
                </a:moveTo>
                <a:lnTo>
                  <a:pt x="10597" y="4439"/>
                </a:lnTo>
                <a:cubicBezTo>
                  <a:pt x="10597" y="4439"/>
                  <a:pt x="10597" y="4439"/>
                  <a:pt x="10597" y="4439"/>
                </a:cubicBezTo>
                <a:close/>
                <a:moveTo>
                  <a:pt x="44962" y="4725"/>
                </a:moveTo>
                <a:lnTo>
                  <a:pt x="44962" y="4725"/>
                </a:lnTo>
                <a:cubicBezTo>
                  <a:pt x="44962" y="4725"/>
                  <a:pt x="44962" y="4725"/>
                  <a:pt x="44962" y="4725"/>
                </a:cubicBezTo>
                <a:close/>
                <a:moveTo>
                  <a:pt x="44962" y="4725"/>
                </a:moveTo>
                <a:lnTo>
                  <a:pt x="44962" y="4725"/>
                </a:lnTo>
                <a:cubicBezTo>
                  <a:pt x="44962" y="4725"/>
                  <a:pt x="44962" y="4725"/>
                  <a:pt x="44962" y="4725"/>
                </a:cubicBezTo>
                <a:close/>
                <a:moveTo>
                  <a:pt x="44962" y="4725"/>
                </a:moveTo>
                <a:lnTo>
                  <a:pt x="44962" y="4725"/>
                </a:lnTo>
                <a:cubicBezTo>
                  <a:pt x="44962" y="4725"/>
                  <a:pt x="44962" y="4725"/>
                  <a:pt x="44962" y="4725"/>
                </a:cubicBezTo>
                <a:close/>
                <a:moveTo>
                  <a:pt x="44962" y="4725"/>
                </a:moveTo>
                <a:lnTo>
                  <a:pt x="44962" y="4725"/>
                </a:lnTo>
                <a:cubicBezTo>
                  <a:pt x="44962" y="4725"/>
                  <a:pt x="44962" y="4725"/>
                  <a:pt x="44962" y="4725"/>
                </a:cubicBezTo>
                <a:close/>
                <a:moveTo>
                  <a:pt x="1003" y="4937"/>
                </a:moveTo>
                <a:cubicBezTo>
                  <a:pt x="1003" y="4937"/>
                  <a:pt x="1003" y="4937"/>
                  <a:pt x="1003" y="4937"/>
                </a:cubicBezTo>
                <a:lnTo>
                  <a:pt x="1003" y="4937"/>
                </a:lnTo>
                <a:close/>
                <a:moveTo>
                  <a:pt x="9451" y="4296"/>
                </a:moveTo>
                <a:cubicBezTo>
                  <a:pt x="9451" y="4439"/>
                  <a:pt x="9520" y="4651"/>
                  <a:pt x="9520" y="4869"/>
                </a:cubicBezTo>
                <a:cubicBezTo>
                  <a:pt x="9451" y="4937"/>
                  <a:pt x="9451" y="5012"/>
                  <a:pt x="9377" y="5155"/>
                </a:cubicBezTo>
                <a:cubicBezTo>
                  <a:pt x="9377" y="4869"/>
                  <a:pt x="9451" y="4582"/>
                  <a:pt x="9451" y="4296"/>
                </a:cubicBezTo>
                <a:close/>
                <a:moveTo>
                  <a:pt x="11095" y="4651"/>
                </a:moveTo>
                <a:cubicBezTo>
                  <a:pt x="11095" y="4869"/>
                  <a:pt x="11170" y="5080"/>
                  <a:pt x="11238" y="5224"/>
                </a:cubicBezTo>
                <a:lnTo>
                  <a:pt x="11170" y="5224"/>
                </a:lnTo>
                <a:cubicBezTo>
                  <a:pt x="11170" y="5080"/>
                  <a:pt x="11095" y="4937"/>
                  <a:pt x="11026" y="4725"/>
                </a:cubicBezTo>
                <a:lnTo>
                  <a:pt x="11095" y="4651"/>
                </a:lnTo>
                <a:close/>
                <a:moveTo>
                  <a:pt x="20334" y="5224"/>
                </a:moveTo>
                <a:lnTo>
                  <a:pt x="20334" y="5224"/>
                </a:lnTo>
                <a:cubicBezTo>
                  <a:pt x="20334" y="5224"/>
                  <a:pt x="20334" y="5224"/>
                  <a:pt x="20334" y="5224"/>
                </a:cubicBezTo>
                <a:close/>
                <a:moveTo>
                  <a:pt x="20334" y="5224"/>
                </a:moveTo>
                <a:lnTo>
                  <a:pt x="20334" y="5224"/>
                </a:lnTo>
                <a:cubicBezTo>
                  <a:pt x="20334" y="5224"/>
                  <a:pt x="20334" y="5224"/>
                  <a:pt x="20334" y="5224"/>
                </a:cubicBezTo>
                <a:close/>
                <a:moveTo>
                  <a:pt x="20334" y="5224"/>
                </a:moveTo>
                <a:lnTo>
                  <a:pt x="20334" y="5224"/>
                </a:lnTo>
                <a:cubicBezTo>
                  <a:pt x="20334" y="5224"/>
                  <a:pt x="20334" y="5224"/>
                  <a:pt x="20334" y="5224"/>
                </a:cubicBezTo>
                <a:close/>
                <a:moveTo>
                  <a:pt x="25987" y="4153"/>
                </a:moveTo>
                <a:lnTo>
                  <a:pt x="26205" y="5012"/>
                </a:lnTo>
                <a:lnTo>
                  <a:pt x="25918" y="5298"/>
                </a:lnTo>
                <a:cubicBezTo>
                  <a:pt x="25918" y="4937"/>
                  <a:pt x="25987" y="4582"/>
                  <a:pt x="25987" y="4153"/>
                </a:cubicBezTo>
                <a:close/>
                <a:moveTo>
                  <a:pt x="11598" y="4798"/>
                </a:moveTo>
                <a:lnTo>
                  <a:pt x="11742" y="5224"/>
                </a:lnTo>
                <a:cubicBezTo>
                  <a:pt x="11668" y="5298"/>
                  <a:pt x="11599" y="5367"/>
                  <a:pt x="11599" y="5510"/>
                </a:cubicBezTo>
                <a:cubicBezTo>
                  <a:pt x="11525" y="5367"/>
                  <a:pt x="11525" y="5224"/>
                  <a:pt x="11456" y="5080"/>
                </a:cubicBezTo>
                <a:lnTo>
                  <a:pt x="11456" y="5080"/>
                </a:lnTo>
                <a:cubicBezTo>
                  <a:pt x="11456" y="5224"/>
                  <a:pt x="11525" y="5367"/>
                  <a:pt x="11525" y="5510"/>
                </a:cubicBezTo>
                <a:cubicBezTo>
                  <a:pt x="11525" y="5441"/>
                  <a:pt x="11456" y="5367"/>
                  <a:pt x="11382" y="5224"/>
                </a:cubicBezTo>
                <a:cubicBezTo>
                  <a:pt x="11456" y="5155"/>
                  <a:pt x="11456" y="5155"/>
                  <a:pt x="11456" y="5080"/>
                </a:cubicBezTo>
                <a:cubicBezTo>
                  <a:pt x="11519" y="5017"/>
                  <a:pt x="11588" y="4827"/>
                  <a:pt x="11598" y="4798"/>
                </a:cubicBezTo>
                <a:close/>
                <a:moveTo>
                  <a:pt x="34653" y="5510"/>
                </a:moveTo>
                <a:cubicBezTo>
                  <a:pt x="34653" y="5510"/>
                  <a:pt x="34653" y="5510"/>
                  <a:pt x="34653" y="5510"/>
                </a:cubicBezTo>
                <a:lnTo>
                  <a:pt x="34653" y="5510"/>
                </a:lnTo>
                <a:close/>
                <a:moveTo>
                  <a:pt x="34653" y="5510"/>
                </a:moveTo>
                <a:cubicBezTo>
                  <a:pt x="34653" y="5510"/>
                  <a:pt x="34653" y="5510"/>
                  <a:pt x="34653" y="5510"/>
                </a:cubicBezTo>
                <a:lnTo>
                  <a:pt x="34653" y="5510"/>
                </a:lnTo>
                <a:close/>
                <a:moveTo>
                  <a:pt x="34653" y="5510"/>
                </a:moveTo>
                <a:cubicBezTo>
                  <a:pt x="34653" y="5510"/>
                  <a:pt x="34653" y="5510"/>
                  <a:pt x="34653" y="5510"/>
                </a:cubicBezTo>
                <a:lnTo>
                  <a:pt x="34653" y="5510"/>
                </a:lnTo>
                <a:close/>
                <a:moveTo>
                  <a:pt x="10883" y="5155"/>
                </a:moveTo>
                <a:cubicBezTo>
                  <a:pt x="10883" y="5224"/>
                  <a:pt x="10952" y="5441"/>
                  <a:pt x="10952" y="5585"/>
                </a:cubicBezTo>
                <a:cubicBezTo>
                  <a:pt x="10952" y="5585"/>
                  <a:pt x="10883" y="5585"/>
                  <a:pt x="10883" y="5653"/>
                </a:cubicBezTo>
                <a:cubicBezTo>
                  <a:pt x="10883" y="5510"/>
                  <a:pt x="10809" y="5441"/>
                  <a:pt x="10809" y="5298"/>
                </a:cubicBezTo>
                <a:cubicBezTo>
                  <a:pt x="10809" y="5224"/>
                  <a:pt x="10883" y="5155"/>
                  <a:pt x="10883" y="5155"/>
                </a:cubicBezTo>
                <a:close/>
                <a:moveTo>
                  <a:pt x="11886" y="5585"/>
                </a:moveTo>
                <a:lnTo>
                  <a:pt x="11886" y="5653"/>
                </a:lnTo>
                <a:cubicBezTo>
                  <a:pt x="11886" y="5653"/>
                  <a:pt x="11886" y="5728"/>
                  <a:pt x="11811" y="5728"/>
                </a:cubicBezTo>
                <a:cubicBezTo>
                  <a:pt x="11811" y="5728"/>
                  <a:pt x="11886" y="5653"/>
                  <a:pt x="11886" y="5585"/>
                </a:cubicBezTo>
                <a:close/>
                <a:moveTo>
                  <a:pt x="16823" y="4869"/>
                </a:moveTo>
                <a:lnTo>
                  <a:pt x="16823" y="4869"/>
                </a:lnTo>
                <a:cubicBezTo>
                  <a:pt x="16897" y="5080"/>
                  <a:pt x="16966" y="5224"/>
                  <a:pt x="17040" y="5510"/>
                </a:cubicBezTo>
                <a:lnTo>
                  <a:pt x="17040" y="5728"/>
                </a:lnTo>
                <a:lnTo>
                  <a:pt x="16823" y="4869"/>
                </a:lnTo>
                <a:close/>
                <a:moveTo>
                  <a:pt x="33078" y="5080"/>
                </a:moveTo>
                <a:cubicBezTo>
                  <a:pt x="33078" y="5298"/>
                  <a:pt x="33146" y="5510"/>
                  <a:pt x="33146" y="5728"/>
                </a:cubicBezTo>
                <a:cubicBezTo>
                  <a:pt x="33146" y="5585"/>
                  <a:pt x="33078" y="5367"/>
                  <a:pt x="33003" y="5224"/>
                </a:cubicBezTo>
                <a:cubicBezTo>
                  <a:pt x="33078" y="5155"/>
                  <a:pt x="33078" y="5155"/>
                  <a:pt x="33078" y="5080"/>
                </a:cubicBezTo>
                <a:close/>
                <a:moveTo>
                  <a:pt x="48325" y="5728"/>
                </a:moveTo>
                <a:lnTo>
                  <a:pt x="48325" y="5728"/>
                </a:lnTo>
                <a:cubicBezTo>
                  <a:pt x="48325" y="5728"/>
                  <a:pt x="48325" y="5728"/>
                  <a:pt x="48325" y="5728"/>
                </a:cubicBezTo>
                <a:close/>
                <a:moveTo>
                  <a:pt x="48325" y="5728"/>
                </a:moveTo>
                <a:lnTo>
                  <a:pt x="48325" y="5728"/>
                </a:lnTo>
                <a:cubicBezTo>
                  <a:pt x="48325" y="5728"/>
                  <a:pt x="48325" y="5728"/>
                  <a:pt x="48325" y="5728"/>
                </a:cubicBezTo>
                <a:close/>
                <a:moveTo>
                  <a:pt x="48325" y="5728"/>
                </a:moveTo>
                <a:lnTo>
                  <a:pt x="48325" y="5728"/>
                </a:lnTo>
                <a:cubicBezTo>
                  <a:pt x="48325" y="5728"/>
                  <a:pt x="48325" y="5728"/>
                  <a:pt x="48325" y="5728"/>
                </a:cubicBezTo>
                <a:close/>
                <a:moveTo>
                  <a:pt x="12813" y="4794"/>
                </a:moveTo>
                <a:lnTo>
                  <a:pt x="12813" y="5012"/>
                </a:lnTo>
                <a:cubicBezTo>
                  <a:pt x="12745" y="5224"/>
                  <a:pt x="12602" y="5510"/>
                  <a:pt x="12527" y="5796"/>
                </a:cubicBezTo>
                <a:lnTo>
                  <a:pt x="12527" y="5653"/>
                </a:lnTo>
                <a:lnTo>
                  <a:pt x="12527" y="5585"/>
                </a:lnTo>
                <a:cubicBezTo>
                  <a:pt x="12602" y="5298"/>
                  <a:pt x="12745" y="5012"/>
                  <a:pt x="12813" y="4794"/>
                </a:cubicBezTo>
                <a:close/>
                <a:moveTo>
                  <a:pt x="9520" y="5155"/>
                </a:moveTo>
                <a:cubicBezTo>
                  <a:pt x="9520" y="5367"/>
                  <a:pt x="9595" y="5510"/>
                  <a:pt x="9595" y="5728"/>
                </a:cubicBezTo>
                <a:cubicBezTo>
                  <a:pt x="9520" y="5796"/>
                  <a:pt x="9520" y="5871"/>
                  <a:pt x="9520" y="5940"/>
                </a:cubicBezTo>
                <a:lnTo>
                  <a:pt x="9451" y="5871"/>
                </a:lnTo>
                <a:cubicBezTo>
                  <a:pt x="9520" y="5653"/>
                  <a:pt x="9520" y="5441"/>
                  <a:pt x="9520" y="5155"/>
                </a:cubicBezTo>
                <a:close/>
                <a:moveTo>
                  <a:pt x="16107" y="5510"/>
                </a:moveTo>
                <a:cubicBezTo>
                  <a:pt x="16181" y="5653"/>
                  <a:pt x="16181" y="5871"/>
                  <a:pt x="16250" y="6014"/>
                </a:cubicBezTo>
                <a:cubicBezTo>
                  <a:pt x="16250" y="5871"/>
                  <a:pt x="16181" y="5653"/>
                  <a:pt x="16107" y="5510"/>
                </a:cubicBezTo>
                <a:close/>
                <a:moveTo>
                  <a:pt x="10740" y="5510"/>
                </a:moveTo>
                <a:lnTo>
                  <a:pt x="10740" y="5796"/>
                </a:lnTo>
                <a:cubicBezTo>
                  <a:pt x="10666" y="5940"/>
                  <a:pt x="10597" y="6014"/>
                  <a:pt x="10522" y="6083"/>
                </a:cubicBezTo>
                <a:lnTo>
                  <a:pt x="10522" y="6014"/>
                </a:lnTo>
                <a:cubicBezTo>
                  <a:pt x="10597" y="5796"/>
                  <a:pt x="10666" y="5653"/>
                  <a:pt x="10740" y="5510"/>
                </a:cubicBezTo>
                <a:close/>
                <a:moveTo>
                  <a:pt x="26273" y="5155"/>
                </a:moveTo>
                <a:cubicBezTo>
                  <a:pt x="26273" y="5298"/>
                  <a:pt x="26348" y="5441"/>
                  <a:pt x="26348" y="5585"/>
                </a:cubicBezTo>
                <a:cubicBezTo>
                  <a:pt x="26205" y="5728"/>
                  <a:pt x="26061" y="5940"/>
                  <a:pt x="25844" y="6226"/>
                </a:cubicBezTo>
                <a:lnTo>
                  <a:pt x="25844" y="6083"/>
                </a:lnTo>
                <a:cubicBezTo>
                  <a:pt x="26061" y="5653"/>
                  <a:pt x="26130" y="5367"/>
                  <a:pt x="26273" y="5155"/>
                </a:cubicBezTo>
                <a:close/>
                <a:moveTo>
                  <a:pt x="29143" y="6195"/>
                </a:moveTo>
                <a:lnTo>
                  <a:pt x="29143" y="6195"/>
                </a:lnTo>
                <a:cubicBezTo>
                  <a:pt x="29141" y="6205"/>
                  <a:pt x="29139" y="6216"/>
                  <a:pt x="29137" y="6226"/>
                </a:cubicBezTo>
                <a:cubicBezTo>
                  <a:pt x="29137" y="6214"/>
                  <a:pt x="29139" y="6204"/>
                  <a:pt x="29143" y="6195"/>
                </a:cubicBezTo>
                <a:close/>
                <a:moveTo>
                  <a:pt x="1576" y="5367"/>
                </a:moveTo>
                <a:cubicBezTo>
                  <a:pt x="1645" y="5585"/>
                  <a:pt x="1719" y="5796"/>
                  <a:pt x="1788" y="6083"/>
                </a:cubicBezTo>
                <a:cubicBezTo>
                  <a:pt x="1719" y="6157"/>
                  <a:pt x="1719" y="6226"/>
                  <a:pt x="1645" y="6300"/>
                </a:cubicBezTo>
                <a:cubicBezTo>
                  <a:pt x="1645" y="6157"/>
                  <a:pt x="1576" y="6083"/>
                  <a:pt x="1576" y="5940"/>
                </a:cubicBezTo>
                <a:lnTo>
                  <a:pt x="1576" y="5367"/>
                </a:lnTo>
                <a:close/>
                <a:moveTo>
                  <a:pt x="11026" y="6083"/>
                </a:moveTo>
                <a:cubicBezTo>
                  <a:pt x="11026" y="6226"/>
                  <a:pt x="11095" y="6369"/>
                  <a:pt x="11095" y="6444"/>
                </a:cubicBezTo>
                <a:lnTo>
                  <a:pt x="11095" y="6512"/>
                </a:lnTo>
                <a:cubicBezTo>
                  <a:pt x="11026" y="6369"/>
                  <a:pt x="11026" y="6300"/>
                  <a:pt x="11026" y="6157"/>
                </a:cubicBezTo>
                <a:lnTo>
                  <a:pt x="11026" y="6083"/>
                </a:lnTo>
                <a:close/>
                <a:moveTo>
                  <a:pt x="16611" y="5728"/>
                </a:moveTo>
                <a:lnTo>
                  <a:pt x="16611" y="5796"/>
                </a:lnTo>
                <a:lnTo>
                  <a:pt x="16611" y="6300"/>
                </a:lnTo>
                <a:lnTo>
                  <a:pt x="16393" y="6512"/>
                </a:lnTo>
                <a:lnTo>
                  <a:pt x="16393" y="6300"/>
                </a:lnTo>
                <a:cubicBezTo>
                  <a:pt x="16536" y="6014"/>
                  <a:pt x="16536" y="5871"/>
                  <a:pt x="16611" y="5728"/>
                </a:cubicBezTo>
                <a:close/>
                <a:moveTo>
                  <a:pt x="6799" y="6083"/>
                </a:moveTo>
                <a:cubicBezTo>
                  <a:pt x="6874" y="6157"/>
                  <a:pt x="6874" y="6300"/>
                  <a:pt x="6874" y="6444"/>
                </a:cubicBezTo>
                <a:cubicBezTo>
                  <a:pt x="6874" y="6300"/>
                  <a:pt x="6799" y="6226"/>
                  <a:pt x="6799" y="6157"/>
                </a:cubicBezTo>
                <a:lnTo>
                  <a:pt x="6799" y="6157"/>
                </a:lnTo>
                <a:cubicBezTo>
                  <a:pt x="6799" y="6300"/>
                  <a:pt x="6874" y="6444"/>
                  <a:pt x="6874" y="6587"/>
                </a:cubicBezTo>
                <a:cubicBezTo>
                  <a:pt x="6799" y="6444"/>
                  <a:pt x="6799" y="6369"/>
                  <a:pt x="6731" y="6226"/>
                </a:cubicBezTo>
                <a:cubicBezTo>
                  <a:pt x="6731" y="6226"/>
                  <a:pt x="6799" y="6226"/>
                  <a:pt x="6799" y="6157"/>
                </a:cubicBezTo>
                <a:lnTo>
                  <a:pt x="6799" y="6083"/>
                </a:lnTo>
                <a:close/>
                <a:moveTo>
                  <a:pt x="6731" y="6300"/>
                </a:moveTo>
                <a:cubicBezTo>
                  <a:pt x="6731" y="6444"/>
                  <a:pt x="6799" y="6512"/>
                  <a:pt x="6799" y="6656"/>
                </a:cubicBezTo>
                <a:lnTo>
                  <a:pt x="6731" y="6730"/>
                </a:lnTo>
                <a:cubicBezTo>
                  <a:pt x="6731" y="6587"/>
                  <a:pt x="6656" y="6512"/>
                  <a:pt x="6656" y="6444"/>
                </a:cubicBezTo>
                <a:cubicBezTo>
                  <a:pt x="6656" y="6369"/>
                  <a:pt x="6731" y="6369"/>
                  <a:pt x="6731" y="6300"/>
                </a:cubicBezTo>
                <a:close/>
                <a:moveTo>
                  <a:pt x="16324" y="6512"/>
                </a:moveTo>
                <a:lnTo>
                  <a:pt x="16324" y="6656"/>
                </a:lnTo>
                <a:lnTo>
                  <a:pt x="16181" y="6799"/>
                </a:lnTo>
                <a:cubicBezTo>
                  <a:pt x="16181" y="6656"/>
                  <a:pt x="16250" y="6587"/>
                  <a:pt x="16324" y="6512"/>
                </a:cubicBezTo>
                <a:close/>
                <a:moveTo>
                  <a:pt x="1788" y="6226"/>
                </a:moveTo>
                <a:cubicBezTo>
                  <a:pt x="1788" y="6444"/>
                  <a:pt x="1862" y="6656"/>
                  <a:pt x="1862" y="6873"/>
                </a:cubicBezTo>
                <a:lnTo>
                  <a:pt x="1788" y="6942"/>
                </a:lnTo>
                <a:lnTo>
                  <a:pt x="1788" y="6656"/>
                </a:lnTo>
                <a:lnTo>
                  <a:pt x="1788" y="6226"/>
                </a:lnTo>
                <a:close/>
                <a:moveTo>
                  <a:pt x="5368" y="4221"/>
                </a:moveTo>
                <a:cubicBezTo>
                  <a:pt x="5442" y="5012"/>
                  <a:pt x="5442" y="5871"/>
                  <a:pt x="5368" y="6730"/>
                </a:cubicBezTo>
                <a:lnTo>
                  <a:pt x="5368" y="6942"/>
                </a:lnTo>
                <a:cubicBezTo>
                  <a:pt x="5368" y="6873"/>
                  <a:pt x="5299" y="6799"/>
                  <a:pt x="5299" y="6656"/>
                </a:cubicBezTo>
                <a:cubicBezTo>
                  <a:pt x="5299" y="6369"/>
                  <a:pt x="5299" y="6014"/>
                  <a:pt x="5368" y="5653"/>
                </a:cubicBezTo>
                <a:lnTo>
                  <a:pt x="5368" y="5653"/>
                </a:lnTo>
                <a:cubicBezTo>
                  <a:pt x="5299" y="5796"/>
                  <a:pt x="5224" y="6014"/>
                  <a:pt x="5081" y="6300"/>
                </a:cubicBezTo>
                <a:lnTo>
                  <a:pt x="5081" y="6157"/>
                </a:lnTo>
                <a:cubicBezTo>
                  <a:pt x="5224" y="5796"/>
                  <a:pt x="5368" y="5510"/>
                  <a:pt x="5368" y="5510"/>
                </a:cubicBezTo>
                <a:lnTo>
                  <a:pt x="5368" y="5510"/>
                </a:lnTo>
                <a:cubicBezTo>
                  <a:pt x="5367" y="5510"/>
                  <a:pt x="5224" y="5653"/>
                  <a:pt x="5012" y="5940"/>
                </a:cubicBezTo>
                <a:cubicBezTo>
                  <a:pt x="4938" y="5796"/>
                  <a:pt x="4938" y="5728"/>
                  <a:pt x="4869" y="5585"/>
                </a:cubicBezTo>
                <a:cubicBezTo>
                  <a:pt x="5012" y="5080"/>
                  <a:pt x="5224" y="4651"/>
                  <a:pt x="5368" y="4221"/>
                </a:cubicBezTo>
                <a:close/>
                <a:moveTo>
                  <a:pt x="7733" y="6587"/>
                </a:moveTo>
                <a:lnTo>
                  <a:pt x="7733" y="7016"/>
                </a:lnTo>
                <a:cubicBezTo>
                  <a:pt x="7659" y="7016"/>
                  <a:pt x="7659" y="7016"/>
                  <a:pt x="7659" y="7085"/>
                </a:cubicBezTo>
                <a:lnTo>
                  <a:pt x="7659" y="7016"/>
                </a:lnTo>
                <a:cubicBezTo>
                  <a:pt x="7659" y="6873"/>
                  <a:pt x="7733" y="6730"/>
                  <a:pt x="7733" y="6587"/>
                </a:cubicBezTo>
                <a:close/>
                <a:moveTo>
                  <a:pt x="10809" y="6730"/>
                </a:moveTo>
                <a:lnTo>
                  <a:pt x="10809" y="7085"/>
                </a:lnTo>
                <a:cubicBezTo>
                  <a:pt x="10809" y="7016"/>
                  <a:pt x="10740" y="6942"/>
                  <a:pt x="10740" y="6873"/>
                </a:cubicBezTo>
                <a:cubicBezTo>
                  <a:pt x="10740" y="6799"/>
                  <a:pt x="10809" y="6730"/>
                  <a:pt x="10809" y="6730"/>
                </a:cubicBezTo>
                <a:close/>
                <a:moveTo>
                  <a:pt x="6513" y="6730"/>
                </a:moveTo>
                <a:cubicBezTo>
                  <a:pt x="6588" y="6799"/>
                  <a:pt x="6588" y="6873"/>
                  <a:pt x="6588" y="6942"/>
                </a:cubicBezTo>
                <a:cubicBezTo>
                  <a:pt x="6588" y="7016"/>
                  <a:pt x="6513" y="7085"/>
                  <a:pt x="6513" y="7160"/>
                </a:cubicBezTo>
                <a:cubicBezTo>
                  <a:pt x="6513" y="7085"/>
                  <a:pt x="6444" y="7016"/>
                  <a:pt x="6444" y="6942"/>
                </a:cubicBezTo>
                <a:cubicBezTo>
                  <a:pt x="6444" y="6873"/>
                  <a:pt x="6513" y="6799"/>
                  <a:pt x="6513" y="6730"/>
                </a:cubicBezTo>
                <a:close/>
                <a:moveTo>
                  <a:pt x="16611" y="6656"/>
                </a:moveTo>
                <a:lnTo>
                  <a:pt x="16611" y="7228"/>
                </a:lnTo>
                <a:cubicBezTo>
                  <a:pt x="16536" y="7160"/>
                  <a:pt x="16536" y="7016"/>
                  <a:pt x="16536" y="6873"/>
                </a:cubicBezTo>
                <a:cubicBezTo>
                  <a:pt x="16536" y="6799"/>
                  <a:pt x="16536" y="6799"/>
                  <a:pt x="16611" y="6656"/>
                </a:cubicBezTo>
                <a:close/>
                <a:moveTo>
                  <a:pt x="30643" y="7228"/>
                </a:moveTo>
                <a:cubicBezTo>
                  <a:pt x="30647" y="7236"/>
                  <a:pt x="30650" y="7243"/>
                  <a:pt x="30654" y="7250"/>
                </a:cubicBezTo>
                <a:lnTo>
                  <a:pt x="30654" y="7250"/>
                </a:lnTo>
                <a:lnTo>
                  <a:pt x="30643" y="7228"/>
                </a:lnTo>
                <a:close/>
                <a:moveTo>
                  <a:pt x="26560" y="6942"/>
                </a:moveTo>
                <a:cubicBezTo>
                  <a:pt x="26634" y="7085"/>
                  <a:pt x="26634" y="7160"/>
                  <a:pt x="26634" y="7303"/>
                </a:cubicBezTo>
                <a:cubicBezTo>
                  <a:pt x="26634" y="7228"/>
                  <a:pt x="26560" y="7228"/>
                  <a:pt x="26560" y="7160"/>
                </a:cubicBezTo>
                <a:lnTo>
                  <a:pt x="26560" y="6942"/>
                </a:lnTo>
                <a:close/>
                <a:moveTo>
                  <a:pt x="16393" y="7228"/>
                </a:moveTo>
                <a:lnTo>
                  <a:pt x="16393" y="7372"/>
                </a:lnTo>
                <a:cubicBezTo>
                  <a:pt x="16393" y="7303"/>
                  <a:pt x="16324" y="7303"/>
                  <a:pt x="16324" y="7303"/>
                </a:cubicBezTo>
                <a:cubicBezTo>
                  <a:pt x="16324" y="7303"/>
                  <a:pt x="16324" y="7228"/>
                  <a:pt x="16393" y="7228"/>
                </a:cubicBezTo>
                <a:close/>
                <a:moveTo>
                  <a:pt x="20477" y="6369"/>
                </a:moveTo>
                <a:cubicBezTo>
                  <a:pt x="20546" y="6587"/>
                  <a:pt x="20546" y="6799"/>
                  <a:pt x="20546" y="7016"/>
                </a:cubicBezTo>
                <a:lnTo>
                  <a:pt x="20334" y="7446"/>
                </a:lnTo>
                <a:cubicBezTo>
                  <a:pt x="20259" y="7372"/>
                  <a:pt x="20259" y="7303"/>
                  <a:pt x="20191" y="7228"/>
                </a:cubicBezTo>
                <a:cubicBezTo>
                  <a:pt x="20334" y="6942"/>
                  <a:pt x="20403" y="6656"/>
                  <a:pt x="20477" y="6369"/>
                </a:cubicBezTo>
                <a:close/>
                <a:moveTo>
                  <a:pt x="34292" y="6656"/>
                </a:moveTo>
                <a:cubicBezTo>
                  <a:pt x="34223" y="6873"/>
                  <a:pt x="34223" y="7160"/>
                  <a:pt x="34149" y="7446"/>
                </a:cubicBezTo>
                <a:cubicBezTo>
                  <a:pt x="34149" y="7372"/>
                  <a:pt x="34080" y="7228"/>
                  <a:pt x="34080" y="7160"/>
                </a:cubicBezTo>
                <a:cubicBezTo>
                  <a:pt x="34149" y="6942"/>
                  <a:pt x="34223" y="6799"/>
                  <a:pt x="34292" y="6656"/>
                </a:cubicBezTo>
                <a:close/>
                <a:moveTo>
                  <a:pt x="29567" y="7303"/>
                </a:moveTo>
                <a:cubicBezTo>
                  <a:pt x="29567" y="7370"/>
                  <a:pt x="29567" y="7443"/>
                  <a:pt x="29636" y="7510"/>
                </a:cubicBezTo>
                <a:lnTo>
                  <a:pt x="29636" y="7510"/>
                </a:lnTo>
                <a:cubicBezTo>
                  <a:pt x="29629" y="7446"/>
                  <a:pt x="29611" y="7388"/>
                  <a:pt x="29567" y="7303"/>
                </a:cubicBezTo>
                <a:close/>
                <a:moveTo>
                  <a:pt x="48611" y="6157"/>
                </a:moveTo>
                <a:cubicBezTo>
                  <a:pt x="48685" y="6587"/>
                  <a:pt x="48685" y="7016"/>
                  <a:pt x="48754" y="7515"/>
                </a:cubicBezTo>
                <a:cubicBezTo>
                  <a:pt x="48685" y="7160"/>
                  <a:pt x="48611" y="6873"/>
                  <a:pt x="48468" y="6512"/>
                </a:cubicBezTo>
                <a:cubicBezTo>
                  <a:pt x="48542" y="6300"/>
                  <a:pt x="48542" y="6300"/>
                  <a:pt x="48611" y="6157"/>
                </a:cubicBezTo>
                <a:close/>
                <a:moveTo>
                  <a:pt x="49756" y="7446"/>
                </a:moveTo>
                <a:cubicBezTo>
                  <a:pt x="49756" y="7515"/>
                  <a:pt x="49756" y="7515"/>
                  <a:pt x="49831" y="7515"/>
                </a:cubicBezTo>
                <a:cubicBezTo>
                  <a:pt x="49831" y="7515"/>
                  <a:pt x="49756" y="7515"/>
                  <a:pt x="49756" y="7446"/>
                </a:cubicBezTo>
                <a:close/>
                <a:moveTo>
                  <a:pt x="26416" y="5796"/>
                </a:moveTo>
                <a:cubicBezTo>
                  <a:pt x="26491" y="6083"/>
                  <a:pt x="26491" y="6444"/>
                  <a:pt x="26560" y="6730"/>
                </a:cubicBezTo>
                <a:cubicBezTo>
                  <a:pt x="26491" y="6799"/>
                  <a:pt x="26491" y="6873"/>
                  <a:pt x="26416" y="6942"/>
                </a:cubicBezTo>
                <a:cubicBezTo>
                  <a:pt x="26348" y="7160"/>
                  <a:pt x="26273" y="7372"/>
                  <a:pt x="26273" y="7589"/>
                </a:cubicBezTo>
                <a:cubicBezTo>
                  <a:pt x="26130" y="7372"/>
                  <a:pt x="26061" y="7160"/>
                  <a:pt x="25918" y="6942"/>
                </a:cubicBezTo>
                <a:cubicBezTo>
                  <a:pt x="26130" y="6512"/>
                  <a:pt x="26273" y="6083"/>
                  <a:pt x="26416" y="5796"/>
                </a:cubicBezTo>
                <a:close/>
                <a:moveTo>
                  <a:pt x="1931" y="7016"/>
                </a:moveTo>
                <a:cubicBezTo>
                  <a:pt x="1931" y="7215"/>
                  <a:pt x="1931" y="7418"/>
                  <a:pt x="1992" y="7617"/>
                </a:cubicBezTo>
                <a:lnTo>
                  <a:pt x="1992" y="7617"/>
                </a:lnTo>
                <a:cubicBezTo>
                  <a:pt x="1982" y="7602"/>
                  <a:pt x="1963" y="7589"/>
                  <a:pt x="1931" y="7589"/>
                </a:cubicBezTo>
                <a:cubicBezTo>
                  <a:pt x="1931" y="7446"/>
                  <a:pt x="1931" y="7303"/>
                  <a:pt x="1862" y="7160"/>
                </a:cubicBezTo>
                <a:cubicBezTo>
                  <a:pt x="1862" y="7085"/>
                  <a:pt x="1931" y="7085"/>
                  <a:pt x="1931" y="7016"/>
                </a:cubicBezTo>
                <a:close/>
                <a:moveTo>
                  <a:pt x="29567" y="7446"/>
                </a:moveTo>
                <a:cubicBezTo>
                  <a:pt x="29567" y="7515"/>
                  <a:pt x="29641" y="7589"/>
                  <a:pt x="29641" y="7658"/>
                </a:cubicBezTo>
                <a:cubicBezTo>
                  <a:pt x="29641" y="7602"/>
                  <a:pt x="29641" y="7557"/>
                  <a:pt x="29637" y="7515"/>
                </a:cubicBezTo>
                <a:lnTo>
                  <a:pt x="29637" y="7515"/>
                </a:lnTo>
                <a:cubicBezTo>
                  <a:pt x="29638" y="7515"/>
                  <a:pt x="29640" y="7515"/>
                  <a:pt x="29641" y="7515"/>
                </a:cubicBezTo>
                <a:cubicBezTo>
                  <a:pt x="29639" y="7513"/>
                  <a:pt x="29638" y="7512"/>
                  <a:pt x="29636" y="7510"/>
                </a:cubicBezTo>
                <a:lnTo>
                  <a:pt x="29636" y="7510"/>
                </a:lnTo>
                <a:cubicBezTo>
                  <a:pt x="29636" y="7511"/>
                  <a:pt x="29636" y="7513"/>
                  <a:pt x="29637" y="7515"/>
                </a:cubicBezTo>
                <a:lnTo>
                  <a:pt x="29637" y="7515"/>
                </a:lnTo>
                <a:cubicBezTo>
                  <a:pt x="29567" y="7512"/>
                  <a:pt x="29567" y="7447"/>
                  <a:pt x="29567" y="7446"/>
                </a:cubicBezTo>
                <a:close/>
                <a:moveTo>
                  <a:pt x="29641" y="5940"/>
                </a:moveTo>
                <a:cubicBezTo>
                  <a:pt x="29710" y="6512"/>
                  <a:pt x="29710" y="7085"/>
                  <a:pt x="29710" y="7658"/>
                </a:cubicBezTo>
                <a:lnTo>
                  <a:pt x="29641" y="7658"/>
                </a:lnTo>
                <a:lnTo>
                  <a:pt x="29641" y="7732"/>
                </a:lnTo>
                <a:cubicBezTo>
                  <a:pt x="29641" y="7658"/>
                  <a:pt x="29567" y="7589"/>
                  <a:pt x="29567" y="7515"/>
                </a:cubicBezTo>
                <a:lnTo>
                  <a:pt x="29567" y="7446"/>
                </a:lnTo>
                <a:lnTo>
                  <a:pt x="29567" y="7303"/>
                </a:lnTo>
                <a:cubicBezTo>
                  <a:pt x="29567" y="6873"/>
                  <a:pt x="29641" y="6369"/>
                  <a:pt x="29641" y="5940"/>
                </a:cubicBezTo>
                <a:close/>
                <a:moveTo>
                  <a:pt x="50759" y="7589"/>
                </a:moveTo>
                <a:cubicBezTo>
                  <a:pt x="50759" y="7658"/>
                  <a:pt x="50759" y="7732"/>
                  <a:pt x="50833" y="7801"/>
                </a:cubicBezTo>
                <a:cubicBezTo>
                  <a:pt x="50833" y="7732"/>
                  <a:pt x="50759" y="7658"/>
                  <a:pt x="50759" y="7589"/>
                </a:cubicBezTo>
                <a:close/>
                <a:moveTo>
                  <a:pt x="32860" y="5585"/>
                </a:moveTo>
                <a:cubicBezTo>
                  <a:pt x="32934" y="6083"/>
                  <a:pt x="32934" y="6587"/>
                  <a:pt x="32934" y="7085"/>
                </a:cubicBezTo>
                <a:cubicBezTo>
                  <a:pt x="32860" y="7303"/>
                  <a:pt x="32791" y="7515"/>
                  <a:pt x="32648" y="7801"/>
                </a:cubicBezTo>
                <a:cubicBezTo>
                  <a:pt x="32574" y="7515"/>
                  <a:pt x="32505" y="7228"/>
                  <a:pt x="32362" y="6873"/>
                </a:cubicBezTo>
                <a:lnTo>
                  <a:pt x="32362" y="6873"/>
                </a:lnTo>
                <a:cubicBezTo>
                  <a:pt x="32430" y="7160"/>
                  <a:pt x="32505" y="7515"/>
                  <a:pt x="32574" y="7876"/>
                </a:cubicBezTo>
                <a:lnTo>
                  <a:pt x="32362" y="7228"/>
                </a:lnTo>
                <a:lnTo>
                  <a:pt x="32362" y="7228"/>
                </a:lnTo>
                <a:cubicBezTo>
                  <a:pt x="32362" y="7372"/>
                  <a:pt x="32430" y="7515"/>
                  <a:pt x="32430" y="7732"/>
                </a:cubicBezTo>
                <a:cubicBezTo>
                  <a:pt x="32362" y="7515"/>
                  <a:pt x="32362" y="7372"/>
                  <a:pt x="32287" y="7228"/>
                </a:cubicBezTo>
                <a:cubicBezTo>
                  <a:pt x="32287" y="7085"/>
                  <a:pt x="32362" y="7016"/>
                  <a:pt x="32362" y="6873"/>
                </a:cubicBezTo>
                <a:cubicBezTo>
                  <a:pt x="32574" y="6369"/>
                  <a:pt x="32717" y="5940"/>
                  <a:pt x="32860" y="5585"/>
                </a:cubicBezTo>
                <a:close/>
                <a:moveTo>
                  <a:pt x="41669" y="5012"/>
                </a:moveTo>
                <a:cubicBezTo>
                  <a:pt x="41881" y="5728"/>
                  <a:pt x="42099" y="6656"/>
                  <a:pt x="42311" y="7515"/>
                </a:cubicBezTo>
                <a:lnTo>
                  <a:pt x="41955" y="7876"/>
                </a:lnTo>
                <a:cubicBezTo>
                  <a:pt x="41812" y="7446"/>
                  <a:pt x="41669" y="7016"/>
                  <a:pt x="41526" y="6512"/>
                </a:cubicBezTo>
                <a:cubicBezTo>
                  <a:pt x="41595" y="6014"/>
                  <a:pt x="41595" y="5585"/>
                  <a:pt x="41669" y="5012"/>
                </a:cubicBezTo>
                <a:close/>
                <a:moveTo>
                  <a:pt x="4726" y="7016"/>
                </a:moveTo>
                <a:lnTo>
                  <a:pt x="4726" y="7944"/>
                </a:lnTo>
                <a:cubicBezTo>
                  <a:pt x="4726" y="7801"/>
                  <a:pt x="4652" y="7658"/>
                  <a:pt x="4583" y="7446"/>
                </a:cubicBezTo>
                <a:lnTo>
                  <a:pt x="4583" y="7303"/>
                </a:lnTo>
                <a:cubicBezTo>
                  <a:pt x="4652" y="7228"/>
                  <a:pt x="4652" y="7085"/>
                  <a:pt x="4726" y="7016"/>
                </a:cubicBezTo>
                <a:close/>
                <a:moveTo>
                  <a:pt x="24486" y="7446"/>
                </a:moveTo>
                <a:cubicBezTo>
                  <a:pt x="24486" y="7515"/>
                  <a:pt x="24486" y="7589"/>
                  <a:pt x="24555" y="7658"/>
                </a:cubicBezTo>
                <a:cubicBezTo>
                  <a:pt x="24555" y="7658"/>
                  <a:pt x="24486" y="7658"/>
                  <a:pt x="24486" y="7732"/>
                </a:cubicBezTo>
                <a:cubicBezTo>
                  <a:pt x="24486" y="7801"/>
                  <a:pt x="24486" y="7944"/>
                  <a:pt x="24412" y="8019"/>
                </a:cubicBezTo>
                <a:cubicBezTo>
                  <a:pt x="24412" y="7876"/>
                  <a:pt x="24486" y="7658"/>
                  <a:pt x="24486" y="7446"/>
                </a:cubicBezTo>
                <a:close/>
                <a:moveTo>
                  <a:pt x="20191" y="7372"/>
                </a:moveTo>
                <a:lnTo>
                  <a:pt x="20191" y="7732"/>
                </a:lnTo>
                <a:cubicBezTo>
                  <a:pt x="20116" y="7801"/>
                  <a:pt x="20047" y="7944"/>
                  <a:pt x="19973" y="8087"/>
                </a:cubicBezTo>
                <a:cubicBezTo>
                  <a:pt x="20047" y="7876"/>
                  <a:pt x="20116" y="7589"/>
                  <a:pt x="20191" y="7372"/>
                </a:cubicBezTo>
                <a:close/>
                <a:moveTo>
                  <a:pt x="25918" y="7016"/>
                </a:moveTo>
                <a:cubicBezTo>
                  <a:pt x="25987" y="7303"/>
                  <a:pt x="26061" y="7589"/>
                  <a:pt x="26130" y="7944"/>
                </a:cubicBezTo>
                <a:lnTo>
                  <a:pt x="26130" y="8162"/>
                </a:lnTo>
                <a:cubicBezTo>
                  <a:pt x="26061" y="7801"/>
                  <a:pt x="25918" y="7515"/>
                  <a:pt x="25844" y="7160"/>
                </a:cubicBezTo>
                <a:cubicBezTo>
                  <a:pt x="25844" y="7085"/>
                  <a:pt x="25844" y="7085"/>
                  <a:pt x="25918" y="7016"/>
                </a:cubicBezTo>
                <a:close/>
                <a:moveTo>
                  <a:pt x="21834" y="8231"/>
                </a:moveTo>
                <a:lnTo>
                  <a:pt x="21834" y="8231"/>
                </a:lnTo>
                <a:cubicBezTo>
                  <a:pt x="21834" y="8231"/>
                  <a:pt x="21834" y="8231"/>
                  <a:pt x="21834" y="8231"/>
                </a:cubicBezTo>
                <a:close/>
                <a:moveTo>
                  <a:pt x="21834" y="8231"/>
                </a:moveTo>
                <a:lnTo>
                  <a:pt x="21834" y="8231"/>
                </a:lnTo>
                <a:cubicBezTo>
                  <a:pt x="21834" y="8231"/>
                  <a:pt x="21834" y="8231"/>
                  <a:pt x="21834" y="8231"/>
                </a:cubicBezTo>
                <a:close/>
                <a:moveTo>
                  <a:pt x="21834" y="8231"/>
                </a:moveTo>
                <a:lnTo>
                  <a:pt x="21834" y="8231"/>
                </a:lnTo>
                <a:cubicBezTo>
                  <a:pt x="21834" y="8231"/>
                  <a:pt x="21834" y="8231"/>
                  <a:pt x="21834" y="8231"/>
                </a:cubicBezTo>
                <a:close/>
                <a:moveTo>
                  <a:pt x="21834" y="8231"/>
                </a:moveTo>
                <a:lnTo>
                  <a:pt x="21834" y="8231"/>
                </a:lnTo>
                <a:cubicBezTo>
                  <a:pt x="21834" y="8231"/>
                  <a:pt x="21834" y="8231"/>
                  <a:pt x="21834" y="8231"/>
                </a:cubicBezTo>
                <a:close/>
                <a:moveTo>
                  <a:pt x="21834" y="8231"/>
                </a:moveTo>
                <a:lnTo>
                  <a:pt x="21834" y="8231"/>
                </a:lnTo>
                <a:cubicBezTo>
                  <a:pt x="21834" y="8231"/>
                  <a:pt x="21834" y="8231"/>
                  <a:pt x="21834" y="8231"/>
                </a:cubicBezTo>
                <a:close/>
                <a:moveTo>
                  <a:pt x="21834" y="8231"/>
                </a:moveTo>
                <a:lnTo>
                  <a:pt x="21834" y="8231"/>
                </a:lnTo>
                <a:cubicBezTo>
                  <a:pt x="21834" y="8231"/>
                  <a:pt x="21834" y="8231"/>
                  <a:pt x="21834" y="8231"/>
                </a:cubicBezTo>
                <a:close/>
                <a:moveTo>
                  <a:pt x="3649" y="7085"/>
                </a:moveTo>
                <a:lnTo>
                  <a:pt x="3649" y="7303"/>
                </a:lnTo>
                <a:lnTo>
                  <a:pt x="3649" y="7732"/>
                </a:lnTo>
                <a:cubicBezTo>
                  <a:pt x="3581" y="7876"/>
                  <a:pt x="3581" y="8019"/>
                  <a:pt x="3581" y="8231"/>
                </a:cubicBezTo>
                <a:cubicBezTo>
                  <a:pt x="3534" y="8231"/>
                  <a:pt x="3517" y="8259"/>
                  <a:pt x="3510" y="8281"/>
                </a:cubicBezTo>
                <a:lnTo>
                  <a:pt x="3510" y="8281"/>
                </a:lnTo>
                <a:cubicBezTo>
                  <a:pt x="3581" y="7859"/>
                  <a:pt x="3582" y="7439"/>
                  <a:pt x="3649" y="7085"/>
                </a:cubicBezTo>
                <a:close/>
                <a:moveTo>
                  <a:pt x="1719" y="8019"/>
                </a:moveTo>
                <a:lnTo>
                  <a:pt x="1719" y="8305"/>
                </a:lnTo>
                <a:lnTo>
                  <a:pt x="1645" y="8231"/>
                </a:lnTo>
                <a:cubicBezTo>
                  <a:pt x="1645" y="8087"/>
                  <a:pt x="1645" y="8087"/>
                  <a:pt x="1719" y="8019"/>
                </a:cubicBezTo>
                <a:close/>
                <a:moveTo>
                  <a:pt x="45174" y="6300"/>
                </a:moveTo>
                <a:cubicBezTo>
                  <a:pt x="45249" y="7016"/>
                  <a:pt x="45249" y="7801"/>
                  <a:pt x="45249" y="8517"/>
                </a:cubicBezTo>
                <a:lnTo>
                  <a:pt x="45031" y="8087"/>
                </a:lnTo>
                <a:cubicBezTo>
                  <a:pt x="45106" y="7515"/>
                  <a:pt x="45106" y="6942"/>
                  <a:pt x="45174" y="6300"/>
                </a:cubicBezTo>
                <a:close/>
                <a:moveTo>
                  <a:pt x="16107" y="7944"/>
                </a:moveTo>
                <a:lnTo>
                  <a:pt x="16107" y="8591"/>
                </a:lnTo>
                <a:cubicBezTo>
                  <a:pt x="16038" y="8517"/>
                  <a:pt x="16038" y="8448"/>
                  <a:pt x="15964" y="8374"/>
                </a:cubicBezTo>
                <a:lnTo>
                  <a:pt x="15964" y="8305"/>
                </a:lnTo>
                <a:lnTo>
                  <a:pt x="15964" y="8231"/>
                </a:lnTo>
                <a:cubicBezTo>
                  <a:pt x="16038" y="8162"/>
                  <a:pt x="16038" y="8019"/>
                  <a:pt x="16107" y="7944"/>
                </a:cubicBezTo>
                <a:close/>
                <a:moveTo>
                  <a:pt x="41451" y="7446"/>
                </a:moveTo>
                <a:cubicBezTo>
                  <a:pt x="41526" y="7732"/>
                  <a:pt x="41595" y="8019"/>
                  <a:pt x="41595" y="8305"/>
                </a:cubicBezTo>
                <a:cubicBezTo>
                  <a:pt x="41526" y="8374"/>
                  <a:pt x="41451" y="8448"/>
                  <a:pt x="41383" y="8591"/>
                </a:cubicBezTo>
                <a:cubicBezTo>
                  <a:pt x="41383" y="8231"/>
                  <a:pt x="41451" y="7801"/>
                  <a:pt x="41451" y="7446"/>
                </a:cubicBezTo>
                <a:close/>
                <a:moveTo>
                  <a:pt x="1645" y="8374"/>
                </a:moveTo>
                <a:lnTo>
                  <a:pt x="1645" y="8591"/>
                </a:lnTo>
                <a:cubicBezTo>
                  <a:pt x="1645" y="8660"/>
                  <a:pt x="1645" y="8660"/>
                  <a:pt x="1576" y="8735"/>
                </a:cubicBezTo>
                <a:cubicBezTo>
                  <a:pt x="1576" y="8591"/>
                  <a:pt x="1576" y="8517"/>
                  <a:pt x="1645" y="8374"/>
                </a:cubicBezTo>
                <a:close/>
                <a:moveTo>
                  <a:pt x="17252" y="6157"/>
                </a:moveTo>
                <a:cubicBezTo>
                  <a:pt x="17396" y="6942"/>
                  <a:pt x="17539" y="7732"/>
                  <a:pt x="17682" y="8591"/>
                </a:cubicBezTo>
                <a:cubicBezTo>
                  <a:pt x="17613" y="8660"/>
                  <a:pt x="17613" y="8660"/>
                  <a:pt x="17613" y="8735"/>
                </a:cubicBezTo>
                <a:cubicBezTo>
                  <a:pt x="17613" y="8660"/>
                  <a:pt x="17539" y="8517"/>
                  <a:pt x="17539" y="8448"/>
                </a:cubicBezTo>
                <a:cubicBezTo>
                  <a:pt x="17470" y="7944"/>
                  <a:pt x="17327" y="7446"/>
                  <a:pt x="17184" y="6873"/>
                </a:cubicBezTo>
                <a:cubicBezTo>
                  <a:pt x="17184" y="6656"/>
                  <a:pt x="17252" y="6444"/>
                  <a:pt x="17252" y="6157"/>
                </a:cubicBezTo>
                <a:close/>
                <a:moveTo>
                  <a:pt x="40381" y="7892"/>
                </a:moveTo>
                <a:cubicBezTo>
                  <a:pt x="40384" y="8095"/>
                  <a:pt x="40449" y="8236"/>
                  <a:pt x="40449" y="8448"/>
                </a:cubicBezTo>
                <a:cubicBezTo>
                  <a:pt x="40449" y="8517"/>
                  <a:pt x="40380" y="8660"/>
                  <a:pt x="40380" y="8735"/>
                </a:cubicBezTo>
                <a:cubicBezTo>
                  <a:pt x="40306" y="8591"/>
                  <a:pt x="40237" y="8374"/>
                  <a:pt x="40237" y="8231"/>
                </a:cubicBezTo>
                <a:cubicBezTo>
                  <a:pt x="40285" y="8115"/>
                  <a:pt x="40333" y="8001"/>
                  <a:pt x="40381" y="7892"/>
                </a:cubicBezTo>
                <a:close/>
                <a:moveTo>
                  <a:pt x="40020" y="8735"/>
                </a:moveTo>
                <a:cubicBezTo>
                  <a:pt x="40019" y="8742"/>
                  <a:pt x="40018" y="8749"/>
                  <a:pt x="40017" y="8756"/>
                </a:cubicBezTo>
                <a:lnTo>
                  <a:pt x="40017" y="8756"/>
                </a:lnTo>
                <a:cubicBezTo>
                  <a:pt x="40019" y="8750"/>
                  <a:pt x="40020" y="8743"/>
                  <a:pt x="40020" y="8735"/>
                </a:cubicBezTo>
                <a:close/>
                <a:moveTo>
                  <a:pt x="32144" y="7589"/>
                </a:moveTo>
                <a:cubicBezTo>
                  <a:pt x="32219" y="7801"/>
                  <a:pt x="32287" y="8087"/>
                  <a:pt x="32287" y="8374"/>
                </a:cubicBezTo>
                <a:cubicBezTo>
                  <a:pt x="32219" y="8231"/>
                  <a:pt x="32144" y="8087"/>
                  <a:pt x="32075" y="8019"/>
                </a:cubicBezTo>
                <a:lnTo>
                  <a:pt x="32075" y="8019"/>
                </a:lnTo>
                <a:lnTo>
                  <a:pt x="32287" y="8448"/>
                </a:lnTo>
                <a:cubicBezTo>
                  <a:pt x="32144" y="8517"/>
                  <a:pt x="32075" y="8660"/>
                  <a:pt x="31932" y="8803"/>
                </a:cubicBezTo>
                <a:cubicBezTo>
                  <a:pt x="32001" y="8591"/>
                  <a:pt x="32075" y="8374"/>
                  <a:pt x="32075" y="8231"/>
                </a:cubicBezTo>
                <a:lnTo>
                  <a:pt x="32075" y="8231"/>
                </a:lnTo>
                <a:cubicBezTo>
                  <a:pt x="32075" y="8231"/>
                  <a:pt x="32001" y="8305"/>
                  <a:pt x="31932" y="8305"/>
                </a:cubicBezTo>
                <a:cubicBezTo>
                  <a:pt x="32001" y="8087"/>
                  <a:pt x="32075" y="7801"/>
                  <a:pt x="32144" y="7589"/>
                </a:cubicBezTo>
                <a:close/>
                <a:moveTo>
                  <a:pt x="42311" y="7658"/>
                </a:moveTo>
                <a:lnTo>
                  <a:pt x="42311" y="7732"/>
                </a:lnTo>
                <a:cubicBezTo>
                  <a:pt x="42242" y="8087"/>
                  <a:pt x="42167" y="8448"/>
                  <a:pt x="42167" y="8803"/>
                </a:cubicBezTo>
                <a:cubicBezTo>
                  <a:pt x="42099" y="8591"/>
                  <a:pt x="42099" y="8448"/>
                  <a:pt x="42024" y="8231"/>
                </a:cubicBezTo>
                <a:cubicBezTo>
                  <a:pt x="42167" y="8019"/>
                  <a:pt x="42242" y="7801"/>
                  <a:pt x="42311" y="7658"/>
                </a:cubicBezTo>
                <a:close/>
                <a:moveTo>
                  <a:pt x="49688" y="8231"/>
                </a:moveTo>
                <a:lnTo>
                  <a:pt x="49688" y="8231"/>
                </a:lnTo>
                <a:cubicBezTo>
                  <a:pt x="49613" y="8374"/>
                  <a:pt x="49613" y="8517"/>
                  <a:pt x="49545" y="8660"/>
                </a:cubicBezTo>
                <a:cubicBezTo>
                  <a:pt x="49545" y="8735"/>
                  <a:pt x="49545" y="8803"/>
                  <a:pt x="49470" y="8803"/>
                </a:cubicBezTo>
                <a:cubicBezTo>
                  <a:pt x="49545" y="8592"/>
                  <a:pt x="49613" y="8374"/>
                  <a:pt x="49688" y="8231"/>
                </a:cubicBezTo>
                <a:close/>
                <a:moveTo>
                  <a:pt x="16038" y="8591"/>
                </a:moveTo>
                <a:cubicBezTo>
                  <a:pt x="16038" y="8660"/>
                  <a:pt x="16107" y="8735"/>
                  <a:pt x="16107" y="8803"/>
                </a:cubicBezTo>
                <a:cubicBezTo>
                  <a:pt x="16107" y="8803"/>
                  <a:pt x="16107" y="8878"/>
                  <a:pt x="16038" y="8878"/>
                </a:cubicBezTo>
                <a:lnTo>
                  <a:pt x="16038" y="8591"/>
                </a:lnTo>
                <a:close/>
                <a:moveTo>
                  <a:pt x="26560" y="7228"/>
                </a:moveTo>
                <a:cubicBezTo>
                  <a:pt x="26560" y="7303"/>
                  <a:pt x="26634" y="7446"/>
                  <a:pt x="26634" y="7515"/>
                </a:cubicBezTo>
                <a:cubicBezTo>
                  <a:pt x="26703" y="7944"/>
                  <a:pt x="26777" y="8374"/>
                  <a:pt x="26777" y="8803"/>
                </a:cubicBezTo>
                <a:lnTo>
                  <a:pt x="26777" y="8878"/>
                </a:lnTo>
                <a:cubicBezTo>
                  <a:pt x="26703" y="8593"/>
                  <a:pt x="26635" y="8376"/>
                  <a:pt x="26561" y="8092"/>
                </a:cubicBezTo>
                <a:lnTo>
                  <a:pt x="26561" y="8092"/>
                </a:lnTo>
                <a:cubicBezTo>
                  <a:pt x="26635" y="8376"/>
                  <a:pt x="26703" y="8593"/>
                  <a:pt x="26703" y="8878"/>
                </a:cubicBezTo>
                <a:lnTo>
                  <a:pt x="26491" y="8231"/>
                </a:lnTo>
                <a:cubicBezTo>
                  <a:pt x="26491" y="7876"/>
                  <a:pt x="26560" y="7589"/>
                  <a:pt x="26560" y="7228"/>
                </a:cubicBezTo>
                <a:close/>
                <a:moveTo>
                  <a:pt x="111328" y="8735"/>
                </a:moveTo>
                <a:cubicBezTo>
                  <a:pt x="111328" y="8803"/>
                  <a:pt x="111259" y="8947"/>
                  <a:pt x="111259" y="9021"/>
                </a:cubicBezTo>
                <a:lnTo>
                  <a:pt x="111259" y="8947"/>
                </a:lnTo>
                <a:lnTo>
                  <a:pt x="111259" y="8803"/>
                </a:lnTo>
                <a:lnTo>
                  <a:pt x="111328" y="8735"/>
                </a:lnTo>
                <a:close/>
                <a:moveTo>
                  <a:pt x="27992" y="6226"/>
                </a:moveTo>
                <a:cubicBezTo>
                  <a:pt x="28135" y="7016"/>
                  <a:pt x="28209" y="7801"/>
                  <a:pt x="28278" y="8591"/>
                </a:cubicBezTo>
                <a:cubicBezTo>
                  <a:pt x="28209" y="8735"/>
                  <a:pt x="28066" y="8878"/>
                  <a:pt x="27992" y="9090"/>
                </a:cubicBezTo>
                <a:cubicBezTo>
                  <a:pt x="27992" y="8803"/>
                  <a:pt x="27923" y="8517"/>
                  <a:pt x="27848" y="8231"/>
                </a:cubicBezTo>
                <a:cubicBezTo>
                  <a:pt x="27923" y="7589"/>
                  <a:pt x="27923" y="6942"/>
                  <a:pt x="27992" y="6226"/>
                </a:cubicBezTo>
                <a:close/>
                <a:moveTo>
                  <a:pt x="57775" y="8878"/>
                </a:moveTo>
                <a:lnTo>
                  <a:pt x="57775" y="8878"/>
                </a:lnTo>
                <a:cubicBezTo>
                  <a:pt x="57796" y="8951"/>
                  <a:pt x="57817" y="9023"/>
                  <a:pt x="57838" y="9094"/>
                </a:cubicBezTo>
                <a:lnTo>
                  <a:pt x="57838" y="9094"/>
                </a:lnTo>
                <a:cubicBezTo>
                  <a:pt x="57819" y="9019"/>
                  <a:pt x="57798" y="8946"/>
                  <a:pt x="57775" y="8878"/>
                </a:cubicBezTo>
                <a:close/>
                <a:moveTo>
                  <a:pt x="44172" y="9090"/>
                </a:moveTo>
                <a:cubicBezTo>
                  <a:pt x="44172" y="9090"/>
                  <a:pt x="44172" y="9164"/>
                  <a:pt x="44247" y="9164"/>
                </a:cubicBezTo>
                <a:cubicBezTo>
                  <a:pt x="44247" y="9090"/>
                  <a:pt x="44172" y="9090"/>
                  <a:pt x="44172" y="9090"/>
                </a:cubicBezTo>
                <a:close/>
                <a:moveTo>
                  <a:pt x="115194" y="8517"/>
                </a:moveTo>
                <a:lnTo>
                  <a:pt x="115194" y="8517"/>
                </a:lnTo>
                <a:cubicBezTo>
                  <a:pt x="115126" y="8660"/>
                  <a:pt x="115051" y="8947"/>
                  <a:pt x="114982" y="9164"/>
                </a:cubicBezTo>
                <a:cubicBezTo>
                  <a:pt x="114982" y="9090"/>
                  <a:pt x="114982" y="9021"/>
                  <a:pt x="114908" y="8947"/>
                </a:cubicBezTo>
                <a:cubicBezTo>
                  <a:pt x="115126" y="8660"/>
                  <a:pt x="115126" y="8591"/>
                  <a:pt x="115194" y="8517"/>
                </a:cubicBezTo>
                <a:close/>
                <a:moveTo>
                  <a:pt x="21909" y="8947"/>
                </a:moveTo>
                <a:cubicBezTo>
                  <a:pt x="21909" y="9021"/>
                  <a:pt x="21909" y="9021"/>
                  <a:pt x="21978" y="9090"/>
                </a:cubicBezTo>
                <a:cubicBezTo>
                  <a:pt x="21909" y="9164"/>
                  <a:pt x="21909" y="9164"/>
                  <a:pt x="21909" y="9233"/>
                </a:cubicBezTo>
                <a:lnTo>
                  <a:pt x="21909" y="9090"/>
                </a:lnTo>
                <a:lnTo>
                  <a:pt x="21909" y="8947"/>
                </a:lnTo>
                <a:close/>
                <a:moveTo>
                  <a:pt x="29498" y="8448"/>
                </a:moveTo>
                <a:cubicBezTo>
                  <a:pt x="29498" y="8591"/>
                  <a:pt x="29567" y="8735"/>
                  <a:pt x="29567" y="8878"/>
                </a:cubicBezTo>
                <a:lnTo>
                  <a:pt x="29567" y="9307"/>
                </a:lnTo>
                <a:cubicBezTo>
                  <a:pt x="29498" y="9307"/>
                  <a:pt x="29498" y="9376"/>
                  <a:pt x="29498" y="9376"/>
                </a:cubicBezTo>
                <a:lnTo>
                  <a:pt x="29498" y="8448"/>
                </a:lnTo>
                <a:close/>
                <a:moveTo>
                  <a:pt x="43170" y="8878"/>
                </a:moveTo>
                <a:cubicBezTo>
                  <a:pt x="43244" y="9021"/>
                  <a:pt x="43244" y="9090"/>
                  <a:pt x="43313" y="9233"/>
                </a:cubicBezTo>
                <a:lnTo>
                  <a:pt x="43313" y="9376"/>
                </a:lnTo>
                <a:cubicBezTo>
                  <a:pt x="43244" y="9233"/>
                  <a:pt x="43244" y="9021"/>
                  <a:pt x="43170" y="8878"/>
                </a:cubicBezTo>
                <a:close/>
                <a:moveTo>
                  <a:pt x="49401" y="8947"/>
                </a:moveTo>
                <a:lnTo>
                  <a:pt x="49401" y="9021"/>
                </a:lnTo>
                <a:lnTo>
                  <a:pt x="49401" y="9233"/>
                </a:lnTo>
                <a:cubicBezTo>
                  <a:pt x="49401" y="9164"/>
                  <a:pt x="49327" y="9090"/>
                  <a:pt x="49327" y="9090"/>
                </a:cubicBezTo>
                <a:lnTo>
                  <a:pt x="49327" y="9090"/>
                </a:lnTo>
                <a:cubicBezTo>
                  <a:pt x="49327" y="9164"/>
                  <a:pt x="49327" y="9233"/>
                  <a:pt x="49401" y="9307"/>
                </a:cubicBezTo>
                <a:cubicBezTo>
                  <a:pt x="49327" y="9307"/>
                  <a:pt x="49327" y="9376"/>
                  <a:pt x="49327" y="9376"/>
                </a:cubicBezTo>
                <a:lnTo>
                  <a:pt x="49327" y="9164"/>
                </a:lnTo>
                <a:lnTo>
                  <a:pt x="49327" y="9090"/>
                </a:lnTo>
                <a:cubicBezTo>
                  <a:pt x="49327" y="9021"/>
                  <a:pt x="49401" y="9021"/>
                  <a:pt x="49401" y="8947"/>
                </a:cubicBezTo>
                <a:close/>
                <a:moveTo>
                  <a:pt x="51263" y="9164"/>
                </a:moveTo>
                <a:cubicBezTo>
                  <a:pt x="51263" y="9233"/>
                  <a:pt x="51263" y="9307"/>
                  <a:pt x="51332" y="9376"/>
                </a:cubicBezTo>
                <a:cubicBezTo>
                  <a:pt x="51263" y="9376"/>
                  <a:pt x="51263" y="9307"/>
                  <a:pt x="51188" y="9233"/>
                </a:cubicBezTo>
                <a:cubicBezTo>
                  <a:pt x="51263" y="9233"/>
                  <a:pt x="51263" y="9164"/>
                  <a:pt x="51263" y="9164"/>
                </a:cubicBezTo>
                <a:close/>
                <a:moveTo>
                  <a:pt x="44315" y="8660"/>
                </a:moveTo>
                <a:lnTo>
                  <a:pt x="44315" y="8660"/>
                </a:lnTo>
                <a:cubicBezTo>
                  <a:pt x="44247" y="8803"/>
                  <a:pt x="44247" y="8947"/>
                  <a:pt x="44247" y="9164"/>
                </a:cubicBezTo>
                <a:cubicBezTo>
                  <a:pt x="44103" y="9233"/>
                  <a:pt x="44029" y="9376"/>
                  <a:pt x="43960" y="9451"/>
                </a:cubicBezTo>
                <a:lnTo>
                  <a:pt x="43960" y="9376"/>
                </a:lnTo>
                <a:lnTo>
                  <a:pt x="43960" y="9307"/>
                </a:lnTo>
                <a:cubicBezTo>
                  <a:pt x="44103" y="9021"/>
                  <a:pt x="44247" y="8735"/>
                  <a:pt x="44315" y="8660"/>
                </a:cubicBezTo>
                <a:close/>
                <a:moveTo>
                  <a:pt x="48468" y="6656"/>
                </a:moveTo>
                <a:cubicBezTo>
                  <a:pt x="48542" y="7446"/>
                  <a:pt x="48542" y="8374"/>
                  <a:pt x="48542" y="9164"/>
                </a:cubicBezTo>
                <a:cubicBezTo>
                  <a:pt x="48468" y="9307"/>
                  <a:pt x="48468" y="9376"/>
                  <a:pt x="48399" y="9451"/>
                </a:cubicBezTo>
                <a:cubicBezTo>
                  <a:pt x="48325" y="8878"/>
                  <a:pt x="48256" y="8305"/>
                  <a:pt x="48113" y="7446"/>
                </a:cubicBezTo>
                <a:cubicBezTo>
                  <a:pt x="48181" y="7160"/>
                  <a:pt x="48325" y="6873"/>
                  <a:pt x="48468" y="6656"/>
                </a:cubicBezTo>
                <a:close/>
                <a:moveTo>
                  <a:pt x="38805" y="6730"/>
                </a:moveTo>
                <a:cubicBezTo>
                  <a:pt x="38948" y="7372"/>
                  <a:pt x="39017" y="8087"/>
                  <a:pt x="39092" y="8803"/>
                </a:cubicBezTo>
                <a:lnTo>
                  <a:pt x="38874" y="9021"/>
                </a:lnTo>
                <a:cubicBezTo>
                  <a:pt x="38805" y="8878"/>
                  <a:pt x="38805" y="8660"/>
                  <a:pt x="38731" y="8448"/>
                </a:cubicBezTo>
                <a:lnTo>
                  <a:pt x="38731" y="8448"/>
                </a:lnTo>
                <a:cubicBezTo>
                  <a:pt x="38731" y="8660"/>
                  <a:pt x="38805" y="8878"/>
                  <a:pt x="38805" y="9090"/>
                </a:cubicBezTo>
                <a:cubicBezTo>
                  <a:pt x="38731" y="9307"/>
                  <a:pt x="38588" y="9451"/>
                  <a:pt x="38519" y="9594"/>
                </a:cubicBezTo>
                <a:cubicBezTo>
                  <a:pt x="38444" y="9594"/>
                  <a:pt x="38444" y="9519"/>
                  <a:pt x="38444" y="9451"/>
                </a:cubicBezTo>
                <a:cubicBezTo>
                  <a:pt x="38444" y="9090"/>
                  <a:pt x="38519" y="8660"/>
                  <a:pt x="38519" y="8231"/>
                </a:cubicBezTo>
                <a:lnTo>
                  <a:pt x="38519" y="8231"/>
                </a:lnTo>
                <a:cubicBezTo>
                  <a:pt x="38444" y="8374"/>
                  <a:pt x="38301" y="8660"/>
                  <a:pt x="38233" y="9021"/>
                </a:cubicBezTo>
                <a:cubicBezTo>
                  <a:pt x="38158" y="8878"/>
                  <a:pt x="38089" y="8735"/>
                  <a:pt x="38089" y="8660"/>
                </a:cubicBezTo>
                <a:cubicBezTo>
                  <a:pt x="38015" y="8591"/>
                  <a:pt x="38015" y="8517"/>
                  <a:pt x="38015" y="8448"/>
                </a:cubicBezTo>
                <a:cubicBezTo>
                  <a:pt x="38376" y="7589"/>
                  <a:pt x="38731" y="6873"/>
                  <a:pt x="38805" y="6730"/>
                </a:cubicBezTo>
                <a:close/>
                <a:moveTo>
                  <a:pt x="25701" y="9376"/>
                </a:moveTo>
                <a:cubicBezTo>
                  <a:pt x="25701" y="9519"/>
                  <a:pt x="25701" y="9594"/>
                  <a:pt x="25775" y="9663"/>
                </a:cubicBezTo>
                <a:cubicBezTo>
                  <a:pt x="25701" y="9594"/>
                  <a:pt x="25701" y="9519"/>
                  <a:pt x="25701" y="9451"/>
                </a:cubicBezTo>
                <a:lnTo>
                  <a:pt x="25701" y="9376"/>
                </a:lnTo>
                <a:close/>
                <a:moveTo>
                  <a:pt x="35941" y="8591"/>
                </a:moveTo>
                <a:cubicBezTo>
                  <a:pt x="36010" y="8947"/>
                  <a:pt x="36085" y="9307"/>
                  <a:pt x="36085" y="9663"/>
                </a:cubicBezTo>
                <a:lnTo>
                  <a:pt x="36085" y="9663"/>
                </a:lnTo>
                <a:cubicBezTo>
                  <a:pt x="36010" y="9663"/>
                  <a:pt x="36010" y="9663"/>
                  <a:pt x="36010" y="9594"/>
                </a:cubicBezTo>
                <a:cubicBezTo>
                  <a:pt x="36010" y="9519"/>
                  <a:pt x="36010" y="9451"/>
                  <a:pt x="35941" y="9451"/>
                </a:cubicBezTo>
                <a:lnTo>
                  <a:pt x="35941" y="9519"/>
                </a:lnTo>
                <a:cubicBezTo>
                  <a:pt x="35941" y="9451"/>
                  <a:pt x="35941" y="9376"/>
                  <a:pt x="35867" y="9307"/>
                </a:cubicBezTo>
                <a:cubicBezTo>
                  <a:pt x="35941" y="9090"/>
                  <a:pt x="35941" y="8878"/>
                  <a:pt x="35941" y="8591"/>
                </a:cubicBezTo>
                <a:close/>
                <a:moveTo>
                  <a:pt x="1645" y="8660"/>
                </a:moveTo>
                <a:cubicBezTo>
                  <a:pt x="1719" y="8735"/>
                  <a:pt x="1719" y="8878"/>
                  <a:pt x="1719" y="9021"/>
                </a:cubicBezTo>
                <a:cubicBezTo>
                  <a:pt x="1719" y="9164"/>
                  <a:pt x="1645" y="9307"/>
                  <a:pt x="1645" y="9451"/>
                </a:cubicBezTo>
                <a:lnTo>
                  <a:pt x="1645" y="9663"/>
                </a:lnTo>
                <a:cubicBezTo>
                  <a:pt x="1645" y="9594"/>
                  <a:pt x="1645" y="9519"/>
                  <a:pt x="1576" y="9451"/>
                </a:cubicBezTo>
                <a:lnTo>
                  <a:pt x="1645" y="9376"/>
                </a:lnTo>
                <a:lnTo>
                  <a:pt x="1645" y="8660"/>
                </a:lnTo>
                <a:close/>
                <a:moveTo>
                  <a:pt x="47826" y="8305"/>
                </a:moveTo>
                <a:cubicBezTo>
                  <a:pt x="47826" y="8735"/>
                  <a:pt x="47826" y="9233"/>
                  <a:pt x="47752" y="9594"/>
                </a:cubicBezTo>
                <a:lnTo>
                  <a:pt x="47752" y="9663"/>
                </a:lnTo>
                <a:lnTo>
                  <a:pt x="47683" y="9737"/>
                </a:lnTo>
                <a:cubicBezTo>
                  <a:pt x="47752" y="9451"/>
                  <a:pt x="47752" y="9164"/>
                  <a:pt x="47752" y="8878"/>
                </a:cubicBezTo>
                <a:lnTo>
                  <a:pt x="47752" y="8878"/>
                </a:lnTo>
                <a:cubicBezTo>
                  <a:pt x="47609" y="9021"/>
                  <a:pt x="47540" y="9307"/>
                  <a:pt x="47465" y="9663"/>
                </a:cubicBezTo>
                <a:cubicBezTo>
                  <a:pt x="47540" y="9233"/>
                  <a:pt x="47609" y="8735"/>
                  <a:pt x="47826" y="8305"/>
                </a:cubicBezTo>
                <a:close/>
                <a:moveTo>
                  <a:pt x="51045" y="9737"/>
                </a:moveTo>
                <a:lnTo>
                  <a:pt x="51051" y="9748"/>
                </a:lnTo>
                <a:lnTo>
                  <a:pt x="51051" y="9748"/>
                </a:lnTo>
                <a:cubicBezTo>
                  <a:pt x="51049" y="9744"/>
                  <a:pt x="51047" y="9741"/>
                  <a:pt x="51045" y="9737"/>
                </a:cubicBezTo>
                <a:close/>
                <a:moveTo>
                  <a:pt x="41669" y="9021"/>
                </a:moveTo>
                <a:cubicBezTo>
                  <a:pt x="41738" y="9307"/>
                  <a:pt x="41738" y="9519"/>
                  <a:pt x="41738" y="9737"/>
                </a:cubicBezTo>
                <a:lnTo>
                  <a:pt x="41738" y="9806"/>
                </a:lnTo>
                <a:cubicBezTo>
                  <a:pt x="41669" y="9806"/>
                  <a:pt x="41669" y="9737"/>
                  <a:pt x="41669" y="9737"/>
                </a:cubicBezTo>
                <a:cubicBezTo>
                  <a:pt x="41669" y="9594"/>
                  <a:pt x="41595" y="9519"/>
                  <a:pt x="41526" y="9376"/>
                </a:cubicBezTo>
                <a:cubicBezTo>
                  <a:pt x="41595" y="9233"/>
                  <a:pt x="41669" y="9164"/>
                  <a:pt x="41669" y="9021"/>
                </a:cubicBezTo>
                <a:close/>
                <a:moveTo>
                  <a:pt x="37661" y="9531"/>
                </a:moveTo>
                <a:cubicBezTo>
                  <a:pt x="37660" y="9552"/>
                  <a:pt x="37660" y="9573"/>
                  <a:pt x="37660" y="9594"/>
                </a:cubicBezTo>
                <a:lnTo>
                  <a:pt x="37660" y="9737"/>
                </a:lnTo>
                <a:cubicBezTo>
                  <a:pt x="37660" y="9806"/>
                  <a:pt x="37585" y="9806"/>
                  <a:pt x="37517" y="9880"/>
                </a:cubicBezTo>
                <a:cubicBezTo>
                  <a:pt x="37563" y="9783"/>
                  <a:pt x="37613" y="9651"/>
                  <a:pt x="37661" y="9531"/>
                </a:cubicBezTo>
                <a:close/>
                <a:moveTo>
                  <a:pt x="52408" y="9594"/>
                </a:moveTo>
                <a:cubicBezTo>
                  <a:pt x="52408" y="9663"/>
                  <a:pt x="52408" y="9806"/>
                  <a:pt x="52477" y="9880"/>
                </a:cubicBezTo>
                <a:cubicBezTo>
                  <a:pt x="52477" y="9806"/>
                  <a:pt x="52408" y="9663"/>
                  <a:pt x="52408" y="9594"/>
                </a:cubicBezTo>
                <a:close/>
                <a:moveTo>
                  <a:pt x="108321" y="9451"/>
                </a:moveTo>
                <a:cubicBezTo>
                  <a:pt x="108396" y="9519"/>
                  <a:pt x="108396" y="9594"/>
                  <a:pt x="108464" y="9663"/>
                </a:cubicBezTo>
                <a:cubicBezTo>
                  <a:pt x="108396" y="9737"/>
                  <a:pt x="108321" y="9806"/>
                  <a:pt x="108321" y="9880"/>
                </a:cubicBezTo>
                <a:lnTo>
                  <a:pt x="108321" y="9451"/>
                </a:lnTo>
                <a:close/>
                <a:moveTo>
                  <a:pt x="53124" y="9949"/>
                </a:moveTo>
                <a:lnTo>
                  <a:pt x="53193" y="10023"/>
                </a:lnTo>
                <a:lnTo>
                  <a:pt x="53124" y="10023"/>
                </a:lnTo>
                <a:lnTo>
                  <a:pt x="53124" y="9949"/>
                </a:lnTo>
                <a:close/>
                <a:moveTo>
                  <a:pt x="102525" y="9747"/>
                </a:moveTo>
                <a:cubicBezTo>
                  <a:pt x="102525" y="9813"/>
                  <a:pt x="102521" y="9887"/>
                  <a:pt x="102450" y="10023"/>
                </a:cubicBezTo>
                <a:lnTo>
                  <a:pt x="102450" y="9949"/>
                </a:lnTo>
                <a:cubicBezTo>
                  <a:pt x="102521" y="9883"/>
                  <a:pt x="102525" y="9813"/>
                  <a:pt x="102525" y="9747"/>
                </a:cubicBezTo>
                <a:close/>
                <a:moveTo>
                  <a:pt x="90354" y="10023"/>
                </a:moveTo>
                <a:cubicBezTo>
                  <a:pt x="90353" y="10029"/>
                  <a:pt x="90352" y="10034"/>
                  <a:pt x="90352" y="10039"/>
                </a:cubicBezTo>
                <a:lnTo>
                  <a:pt x="90352" y="10039"/>
                </a:lnTo>
                <a:cubicBezTo>
                  <a:pt x="90354" y="10029"/>
                  <a:pt x="90354" y="10023"/>
                  <a:pt x="90354" y="10023"/>
                </a:cubicBezTo>
                <a:close/>
                <a:moveTo>
                  <a:pt x="41526" y="9519"/>
                </a:moveTo>
                <a:lnTo>
                  <a:pt x="41526" y="9663"/>
                </a:lnTo>
                <a:cubicBezTo>
                  <a:pt x="41526" y="9737"/>
                  <a:pt x="41595" y="9880"/>
                  <a:pt x="41595" y="9949"/>
                </a:cubicBezTo>
                <a:lnTo>
                  <a:pt x="41451" y="10092"/>
                </a:lnTo>
                <a:cubicBezTo>
                  <a:pt x="41451" y="9949"/>
                  <a:pt x="41451" y="9737"/>
                  <a:pt x="41526" y="9519"/>
                </a:cubicBezTo>
                <a:lnTo>
                  <a:pt x="41526" y="9519"/>
                </a:lnTo>
                <a:lnTo>
                  <a:pt x="41451" y="9594"/>
                </a:lnTo>
                <a:lnTo>
                  <a:pt x="41451" y="9519"/>
                </a:lnTo>
                <a:close/>
                <a:moveTo>
                  <a:pt x="51692" y="9880"/>
                </a:moveTo>
                <a:cubicBezTo>
                  <a:pt x="51761" y="9880"/>
                  <a:pt x="51761" y="9949"/>
                  <a:pt x="51761" y="10023"/>
                </a:cubicBezTo>
                <a:lnTo>
                  <a:pt x="51761" y="10092"/>
                </a:lnTo>
                <a:cubicBezTo>
                  <a:pt x="51761" y="10023"/>
                  <a:pt x="51761" y="9949"/>
                  <a:pt x="51692" y="9880"/>
                </a:cubicBezTo>
                <a:close/>
                <a:moveTo>
                  <a:pt x="60141" y="10023"/>
                </a:moveTo>
                <a:cubicBezTo>
                  <a:pt x="60175" y="10057"/>
                  <a:pt x="60192" y="10109"/>
                  <a:pt x="60209" y="10162"/>
                </a:cubicBezTo>
                <a:lnTo>
                  <a:pt x="60209" y="10162"/>
                </a:lnTo>
                <a:cubicBezTo>
                  <a:pt x="60209" y="10089"/>
                  <a:pt x="60208" y="10023"/>
                  <a:pt x="60141" y="10023"/>
                </a:cubicBezTo>
                <a:close/>
                <a:moveTo>
                  <a:pt x="26416" y="9090"/>
                </a:moveTo>
                <a:cubicBezTo>
                  <a:pt x="26491" y="9451"/>
                  <a:pt x="26560" y="9806"/>
                  <a:pt x="26560" y="10167"/>
                </a:cubicBezTo>
                <a:cubicBezTo>
                  <a:pt x="26560" y="10092"/>
                  <a:pt x="26491" y="9949"/>
                  <a:pt x="26416" y="9880"/>
                </a:cubicBezTo>
                <a:cubicBezTo>
                  <a:pt x="26416" y="9806"/>
                  <a:pt x="26416" y="9663"/>
                  <a:pt x="26348" y="9594"/>
                </a:cubicBezTo>
                <a:cubicBezTo>
                  <a:pt x="26416" y="9451"/>
                  <a:pt x="26416" y="9233"/>
                  <a:pt x="26416" y="9090"/>
                </a:cubicBezTo>
                <a:close/>
                <a:moveTo>
                  <a:pt x="102382" y="10023"/>
                </a:moveTo>
                <a:cubicBezTo>
                  <a:pt x="102450" y="10023"/>
                  <a:pt x="102450" y="10092"/>
                  <a:pt x="102450" y="10092"/>
                </a:cubicBezTo>
                <a:lnTo>
                  <a:pt x="102450" y="10167"/>
                </a:lnTo>
                <a:cubicBezTo>
                  <a:pt x="102382" y="10092"/>
                  <a:pt x="102382" y="10092"/>
                  <a:pt x="102382" y="10023"/>
                </a:cubicBezTo>
                <a:close/>
                <a:moveTo>
                  <a:pt x="89351" y="10092"/>
                </a:moveTo>
                <a:lnTo>
                  <a:pt x="89351" y="10310"/>
                </a:lnTo>
                <a:cubicBezTo>
                  <a:pt x="89351" y="10235"/>
                  <a:pt x="89351" y="10235"/>
                  <a:pt x="89277" y="10167"/>
                </a:cubicBezTo>
                <a:cubicBezTo>
                  <a:pt x="89277" y="10167"/>
                  <a:pt x="89351" y="10167"/>
                  <a:pt x="89351" y="10092"/>
                </a:cubicBezTo>
                <a:close/>
                <a:moveTo>
                  <a:pt x="51188" y="9376"/>
                </a:moveTo>
                <a:lnTo>
                  <a:pt x="51406" y="10023"/>
                </a:lnTo>
                <a:cubicBezTo>
                  <a:pt x="51332" y="10023"/>
                  <a:pt x="51332" y="10092"/>
                  <a:pt x="51263" y="10167"/>
                </a:cubicBezTo>
                <a:lnTo>
                  <a:pt x="51051" y="9748"/>
                </a:lnTo>
                <a:lnTo>
                  <a:pt x="51051" y="9748"/>
                </a:lnTo>
                <a:cubicBezTo>
                  <a:pt x="51120" y="9888"/>
                  <a:pt x="51121" y="10027"/>
                  <a:pt x="51188" y="10167"/>
                </a:cubicBezTo>
                <a:lnTo>
                  <a:pt x="50976" y="10378"/>
                </a:lnTo>
                <a:lnTo>
                  <a:pt x="50976" y="10235"/>
                </a:lnTo>
                <a:cubicBezTo>
                  <a:pt x="50976" y="10092"/>
                  <a:pt x="51045" y="9949"/>
                  <a:pt x="51045" y="9737"/>
                </a:cubicBezTo>
                <a:cubicBezTo>
                  <a:pt x="51120" y="9594"/>
                  <a:pt x="51120" y="9519"/>
                  <a:pt x="51188" y="9376"/>
                </a:cubicBezTo>
                <a:close/>
                <a:moveTo>
                  <a:pt x="112617" y="10378"/>
                </a:moveTo>
                <a:cubicBezTo>
                  <a:pt x="112617" y="10378"/>
                  <a:pt x="112617" y="10378"/>
                  <a:pt x="112617" y="10378"/>
                </a:cubicBezTo>
                <a:lnTo>
                  <a:pt x="112617" y="10378"/>
                </a:lnTo>
                <a:close/>
                <a:moveTo>
                  <a:pt x="112617" y="10378"/>
                </a:moveTo>
                <a:cubicBezTo>
                  <a:pt x="112617" y="10378"/>
                  <a:pt x="112617" y="10378"/>
                  <a:pt x="112617" y="10378"/>
                </a:cubicBezTo>
                <a:lnTo>
                  <a:pt x="112617" y="10378"/>
                </a:lnTo>
                <a:close/>
                <a:moveTo>
                  <a:pt x="82621" y="10235"/>
                </a:moveTo>
                <a:cubicBezTo>
                  <a:pt x="82644" y="10302"/>
                  <a:pt x="82666" y="10366"/>
                  <a:pt x="82688" y="10429"/>
                </a:cubicBezTo>
                <a:lnTo>
                  <a:pt x="82688" y="10429"/>
                </a:lnTo>
                <a:cubicBezTo>
                  <a:pt x="82668" y="10361"/>
                  <a:pt x="82646" y="10296"/>
                  <a:pt x="82621" y="10235"/>
                </a:cubicBezTo>
                <a:close/>
                <a:moveTo>
                  <a:pt x="45031" y="8517"/>
                </a:moveTo>
                <a:cubicBezTo>
                  <a:pt x="45031" y="9164"/>
                  <a:pt x="45031" y="9806"/>
                  <a:pt x="44962" y="10453"/>
                </a:cubicBezTo>
                <a:lnTo>
                  <a:pt x="44888" y="10378"/>
                </a:lnTo>
                <a:cubicBezTo>
                  <a:pt x="44962" y="9880"/>
                  <a:pt x="44962" y="9233"/>
                  <a:pt x="45031" y="8517"/>
                </a:cubicBezTo>
                <a:close/>
                <a:moveTo>
                  <a:pt x="112044" y="6656"/>
                </a:moveTo>
                <a:cubicBezTo>
                  <a:pt x="112405" y="7372"/>
                  <a:pt x="112617" y="8231"/>
                  <a:pt x="112760" y="9164"/>
                </a:cubicBezTo>
                <a:cubicBezTo>
                  <a:pt x="112548" y="9233"/>
                  <a:pt x="112405" y="9451"/>
                  <a:pt x="112262" y="9663"/>
                </a:cubicBezTo>
                <a:cubicBezTo>
                  <a:pt x="112044" y="9880"/>
                  <a:pt x="111901" y="10167"/>
                  <a:pt x="111758" y="10453"/>
                </a:cubicBezTo>
                <a:lnTo>
                  <a:pt x="111758" y="10378"/>
                </a:lnTo>
                <a:cubicBezTo>
                  <a:pt x="111832" y="10023"/>
                  <a:pt x="111832" y="9519"/>
                  <a:pt x="111832" y="9021"/>
                </a:cubicBezTo>
                <a:cubicBezTo>
                  <a:pt x="111975" y="8878"/>
                  <a:pt x="112044" y="8735"/>
                  <a:pt x="112044" y="8735"/>
                </a:cubicBezTo>
                <a:lnTo>
                  <a:pt x="112044" y="8735"/>
                </a:lnTo>
                <a:lnTo>
                  <a:pt x="111901" y="8878"/>
                </a:lnTo>
                <a:cubicBezTo>
                  <a:pt x="111901" y="8162"/>
                  <a:pt x="111975" y="7446"/>
                  <a:pt x="112044" y="6656"/>
                </a:cubicBezTo>
                <a:close/>
                <a:moveTo>
                  <a:pt x="70021" y="10235"/>
                </a:moveTo>
                <a:lnTo>
                  <a:pt x="70021" y="10522"/>
                </a:lnTo>
                <a:cubicBezTo>
                  <a:pt x="70021" y="10453"/>
                  <a:pt x="69946" y="10453"/>
                  <a:pt x="69946" y="10453"/>
                </a:cubicBezTo>
                <a:cubicBezTo>
                  <a:pt x="69946" y="10378"/>
                  <a:pt x="70021" y="10310"/>
                  <a:pt x="70021" y="10235"/>
                </a:cubicBezTo>
                <a:close/>
                <a:moveTo>
                  <a:pt x="104885" y="10378"/>
                </a:moveTo>
                <a:lnTo>
                  <a:pt x="104885" y="10522"/>
                </a:lnTo>
                <a:cubicBezTo>
                  <a:pt x="104885" y="10522"/>
                  <a:pt x="104816" y="10522"/>
                  <a:pt x="104816" y="10453"/>
                </a:cubicBezTo>
                <a:cubicBezTo>
                  <a:pt x="104885" y="10453"/>
                  <a:pt x="104885" y="10453"/>
                  <a:pt x="104885" y="10378"/>
                </a:cubicBezTo>
                <a:close/>
                <a:moveTo>
                  <a:pt x="92713" y="10453"/>
                </a:moveTo>
                <a:cubicBezTo>
                  <a:pt x="92729" y="10487"/>
                  <a:pt x="92743" y="10521"/>
                  <a:pt x="92758" y="10554"/>
                </a:cubicBezTo>
                <a:lnTo>
                  <a:pt x="92758" y="10554"/>
                </a:lnTo>
                <a:cubicBezTo>
                  <a:pt x="92745" y="10520"/>
                  <a:pt x="92730" y="10486"/>
                  <a:pt x="92713" y="10453"/>
                </a:cubicBezTo>
                <a:close/>
                <a:moveTo>
                  <a:pt x="110687" y="9949"/>
                </a:moveTo>
                <a:cubicBezTo>
                  <a:pt x="110687" y="10023"/>
                  <a:pt x="110612" y="10167"/>
                  <a:pt x="110612" y="10235"/>
                </a:cubicBezTo>
                <a:cubicBezTo>
                  <a:pt x="110543" y="10378"/>
                  <a:pt x="110469" y="10453"/>
                  <a:pt x="110400" y="10596"/>
                </a:cubicBezTo>
                <a:cubicBezTo>
                  <a:pt x="110469" y="10378"/>
                  <a:pt x="110612" y="10167"/>
                  <a:pt x="110687" y="9949"/>
                </a:cubicBezTo>
                <a:close/>
                <a:moveTo>
                  <a:pt x="54270" y="10092"/>
                </a:moveTo>
                <a:cubicBezTo>
                  <a:pt x="54339" y="10235"/>
                  <a:pt x="54413" y="10378"/>
                  <a:pt x="54413" y="10522"/>
                </a:cubicBezTo>
                <a:lnTo>
                  <a:pt x="54270" y="10665"/>
                </a:lnTo>
                <a:lnTo>
                  <a:pt x="54270" y="10092"/>
                </a:lnTo>
                <a:close/>
                <a:moveTo>
                  <a:pt x="67512" y="9594"/>
                </a:moveTo>
                <a:cubicBezTo>
                  <a:pt x="67655" y="9880"/>
                  <a:pt x="67655" y="10092"/>
                  <a:pt x="67730" y="10378"/>
                </a:cubicBezTo>
                <a:cubicBezTo>
                  <a:pt x="67730" y="10453"/>
                  <a:pt x="67655" y="10522"/>
                  <a:pt x="67655" y="10665"/>
                </a:cubicBezTo>
                <a:cubicBezTo>
                  <a:pt x="67586" y="10522"/>
                  <a:pt x="67586" y="10378"/>
                  <a:pt x="67512" y="10167"/>
                </a:cubicBezTo>
                <a:lnTo>
                  <a:pt x="67512" y="9594"/>
                </a:lnTo>
                <a:close/>
                <a:moveTo>
                  <a:pt x="87272" y="10522"/>
                </a:moveTo>
                <a:cubicBezTo>
                  <a:pt x="87272" y="10596"/>
                  <a:pt x="87272" y="10665"/>
                  <a:pt x="87347" y="10665"/>
                </a:cubicBezTo>
                <a:cubicBezTo>
                  <a:pt x="87347" y="10596"/>
                  <a:pt x="87272" y="10522"/>
                  <a:pt x="87272" y="10522"/>
                </a:cubicBezTo>
                <a:close/>
                <a:moveTo>
                  <a:pt x="104598" y="10310"/>
                </a:moveTo>
                <a:lnTo>
                  <a:pt x="104598" y="10453"/>
                </a:lnTo>
                <a:cubicBezTo>
                  <a:pt x="104598" y="10453"/>
                  <a:pt x="104598" y="10522"/>
                  <a:pt x="104530" y="10596"/>
                </a:cubicBezTo>
                <a:lnTo>
                  <a:pt x="104455" y="10665"/>
                </a:lnTo>
                <a:cubicBezTo>
                  <a:pt x="104530" y="10596"/>
                  <a:pt x="104530" y="10453"/>
                  <a:pt x="104598" y="10310"/>
                </a:cubicBezTo>
                <a:close/>
                <a:moveTo>
                  <a:pt x="112760" y="9233"/>
                </a:moveTo>
                <a:cubicBezTo>
                  <a:pt x="112760" y="9376"/>
                  <a:pt x="112835" y="9519"/>
                  <a:pt x="112835" y="9737"/>
                </a:cubicBezTo>
                <a:cubicBezTo>
                  <a:pt x="112835" y="9949"/>
                  <a:pt x="112760" y="10167"/>
                  <a:pt x="112760" y="10378"/>
                </a:cubicBezTo>
                <a:cubicBezTo>
                  <a:pt x="112691" y="10453"/>
                  <a:pt x="112691" y="10522"/>
                  <a:pt x="112617" y="10596"/>
                </a:cubicBezTo>
                <a:lnTo>
                  <a:pt x="112617" y="10378"/>
                </a:lnTo>
                <a:cubicBezTo>
                  <a:pt x="112617" y="10453"/>
                  <a:pt x="112548" y="10596"/>
                  <a:pt x="112474" y="10665"/>
                </a:cubicBezTo>
                <a:cubicBezTo>
                  <a:pt x="112474" y="10596"/>
                  <a:pt x="112405" y="10596"/>
                  <a:pt x="112405" y="10522"/>
                </a:cubicBezTo>
                <a:cubicBezTo>
                  <a:pt x="112474" y="10092"/>
                  <a:pt x="112617" y="9663"/>
                  <a:pt x="112760" y="9233"/>
                </a:cubicBezTo>
                <a:close/>
                <a:moveTo>
                  <a:pt x="40020" y="8660"/>
                </a:moveTo>
                <a:cubicBezTo>
                  <a:pt x="40094" y="8947"/>
                  <a:pt x="40163" y="9233"/>
                  <a:pt x="40163" y="9594"/>
                </a:cubicBezTo>
                <a:cubicBezTo>
                  <a:pt x="40094" y="9949"/>
                  <a:pt x="40094" y="10310"/>
                  <a:pt x="40020" y="10665"/>
                </a:cubicBezTo>
                <a:cubicBezTo>
                  <a:pt x="40020" y="10739"/>
                  <a:pt x="39951" y="10739"/>
                  <a:pt x="39951" y="10739"/>
                </a:cubicBezTo>
                <a:cubicBezTo>
                  <a:pt x="39951" y="10665"/>
                  <a:pt x="39876" y="10522"/>
                  <a:pt x="39876" y="10378"/>
                </a:cubicBezTo>
                <a:cubicBezTo>
                  <a:pt x="39950" y="9886"/>
                  <a:pt x="39951" y="9322"/>
                  <a:pt x="40017" y="8756"/>
                </a:cubicBezTo>
                <a:lnTo>
                  <a:pt x="40017" y="8756"/>
                </a:lnTo>
                <a:cubicBezTo>
                  <a:pt x="40005" y="8804"/>
                  <a:pt x="39951" y="8812"/>
                  <a:pt x="39951" y="8877"/>
                </a:cubicBezTo>
                <a:lnTo>
                  <a:pt x="39951" y="8877"/>
                </a:lnTo>
                <a:cubicBezTo>
                  <a:pt x="39951" y="8803"/>
                  <a:pt x="40020" y="8734"/>
                  <a:pt x="40020" y="8660"/>
                </a:cubicBezTo>
                <a:close/>
                <a:moveTo>
                  <a:pt x="47683" y="10310"/>
                </a:moveTo>
                <a:lnTo>
                  <a:pt x="47683" y="10808"/>
                </a:lnTo>
                <a:lnTo>
                  <a:pt x="47609" y="10808"/>
                </a:lnTo>
                <a:lnTo>
                  <a:pt x="47609" y="10739"/>
                </a:lnTo>
                <a:cubicBezTo>
                  <a:pt x="47609" y="10596"/>
                  <a:pt x="47683" y="10453"/>
                  <a:pt x="47683" y="10310"/>
                </a:cubicBezTo>
                <a:close/>
                <a:moveTo>
                  <a:pt x="107680" y="10092"/>
                </a:moveTo>
                <a:lnTo>
                  <a:pt x="107680" y="10378"/>
                </a:lnTo>
                <a:cubicBezTo>
                  <a:pt x="107680" y="10453"/>
                  <a:pt x="107680" y="10522"/>
                  <a:pt x="107748" y="10596"/>
                </a:cubicBezTo>
                <a:cubicBezTo>
                  <a:pt x="107680" y="10665"/>
                  <a:pt x="107605" y="10739"/>
                  <a:pt x="107605" y="10808"/>
                </a:cubicBezTo>
                <a:cubicBezTo>
                  <a:pt x="107605" y="10596"/>
                  <a:pt x="107605" y="10378"/>
                  <a:pt x="107680" y="10092"/>
                </a:cubicBezTo>
                <a:close/>
                <a:moveTo>
                  <a:pt x="22550" y="9376"/>
                </a:moveTo>
                <a:cubicBezTo>
                  <a:pt x="22550" y="9880"/>
                  <a:pt x="22550" y="10378"/>
                  <a:pt x="22482" y="10883"/>
                </a:cubicBezTo>
                <a:cubicBezTo>
                  <a:pt x="22482" y="10739"/>
                  <a:pt x="22482" y="10665"/>
                  <a:pt x="22407" y="10522"/>
                </a:cubicBezTo>
                <a:cubicBezTo>
                  <a:pt x="22407" y="10378"/>
                  <a:pt x="22482" y="10235"/>
                  <a:pt x="22482" y="10167"/>
                </a:cubicBezTo>
                <a:cubicBezTo>
                  <a:pt x="22482" y="9880"/>
                  <a:pt x="22482" y="9663"/>
                  <a:pt x="22550" y="9376"/>
                </a:cubicBezTo>
                <a:close/>
                <a:moveTo>
                  <a:pt x="51406" y="10092"/>
                </a:moveTo>
                <a:cubicBezTo>
                  <a:pt x="51475" y="10310"/>
                  <a:pt x="51475" y="10453"/>
                  <a:pt x="51549" y="10665"/>
                </a:cubicBezTo>
                <a:cubicBezTo>
                  <a:pt x="51475" y="10739"/>
                  <a:pt x="51475" y="10808"/>
                  <a:pt x="51475" y="10883"/>
                </a:cubicBezTo>
                <a:cubicBezTo>
                  <a:pt x="51406" y="10665"/>
                  <a:pt x="51332" y="10522"/>
                  <a:pt x="51263" y="10310"/>
                </a:cubicBezTo>
                <a:cubicBezTo>
                  <a:pt x="51332" y="10167"/>
                  <a:pt x="51406" y="10167"/>
                  <a:pt x="51406" y="10092"/>
                </a:cubicBezTo>
                <a:close/>
                <a:moveTo>
                  <a:pt x="51618" y="10808"/>
                </a:moveTo>
                <a:lnTo>
                  <a:pt x="51618" y="10883"/>
                </a:lnTo>
                <a:lnTo>
                  <a:pt x="51549" y="10883"/>
                </a:lnTo>
                <a:lnTo>
                  <a:pt x="51549" y="10808"/>
                </a:lnTo>
                <a:close/>
                <a:moveTo>
                  <a:pt x="112405" y="10596"/>
                </a:moveTo>
                <a:cubicBezTo>
                  <a:pt x="112405" y="10596"/>
                  <a:pt x="112405" y="10665"/>
                  <a:pt x="112474" y="10739"/>
                </a:cubicBezTo>
                <a:cubicBezTo>
                  <a:pt x="112474" y="10808"/>
                  <a:pt x="112405" y="10808"/>
                  <a:pt x="112405" y="10883"/>
                </a:cubicBezTo>
                <a:cubicBezTo>
                  <a:pt x="112405" y="10808"/>
                  <a:pt x="112330" y="10739"/>
                  <a:pt x="112330" y="10665"/>
                </a:cubicBezTo>
                <a:cubicBezTo>
                  <a:pt x="112330" y="10665"/>
                  <a:pt x="112330" y="10596"/>
                  <a:pt x="112405" y="10596"/>
                </a:cubicBezTo>
                <a:close/>
                <a:moveTo>
                  <a:pt x="97582" y="10883"/>
                </a:moveTo>
                <a:lnTo>
                  <a:pt x="97582" y="10951"/>
                </a:lnTo>
                <a:cubicBezTo>
                  <a:pt x="97582" y="10883"/>
                  <a:pt x="97582" y="10883"/>
                  <a:pt x="97513" y="10883"/>
                </a:cubicBezTo>
                <a:close/>
                <a:moveTo>
                  <a:pt x="101379" y="10522"/>
                </a:moveTo>
                <a:cubicBezTo>
                  <a:pt x="101379" y="10596"/>
                  <a:pt x="101448" y="10665"/>
                  <a:pt x="101448" y="10808"/>
                </a:cubicBezTo>
                <a:lnTo>
                  <a:pt x="101305" y="10951"/>
                </a:lnTo>
                <a:cubicBezTo>
                  <a:pt x="101305" y="10883"/>
                  <a:pt x="101305" y="10808"/>
                  <a:pt x="101236" y="10739"/>
                </a:cubicBezTo>
                <a:cubicBezTo>
                  <a:pt x="101305" y="10665"/>
                  <a:pt x="101305" y="10596"/>
                  <a:pt x="101379" y="10522"/>
                </a:cubicBezTo>
                <a:close/>
                <a:moveTo>
                  <a:pt x="106677" y="10665"/>
                </a:moveTo>
                <a:lnTo>
                  <a:pt x="106677" y="10808"/>
                </a:lnTo>
                <a:lnTo>
                  <a:pt x="106677" y="10951"/>
                </a:lnTo>
                <a:cubicBezTo>
                  <a:pt x="106677" y="10883"/>
                  <a:pt x="106603" y="10883"/>
                  <a:pt x="106603" y="10808"/>
                </a:cubicBezTo>
                <a:cubicBezTo>
                  <a:pt x="106677" y="10739"/>
                  <a:pt x="106677" y="10739"/>
                  <a:pt x="106677" y="10665"/>
                </a:cubicBezTo>
                <a:close/>
                <a:moveTo>
                  <a:pt x="26491" y="10378"/>
                </a:moveTo>
                <a:lnTo>
                  <a:pt x="26491" y="10378"/>
                </a:lnTo>
                <a:cubicBezTo>
                  <a:pt x="26560" y="10522"/>
                  <a:pt x="26560" y="10596"/>
                  <a:pt x="26560" y="10739"/>
                </a:cubicBezTo>
                <a:lnTo>
                  <a:pt x="26560" y="11026"/>
                </a:lnTo>
                <a:cubicBezTo>
                  <a:pt x="26560" y="10808"/>
                  <a:pt x="26491" y="10596"/>
                  <a:pt x="26491" y="10378"/>
                </a:cubicBezTo>
                <a:close/>
                <a:moveTo>
                  <a:pt x="52552" y="10310"/>
                </a:moveTo>
                <a:lnTo>
                  <a:pt x="52552" y="10453"/>
                </a:lnTo>
                <a:cubicBezTo>
                  <a:pt x="52552" y="10596"/>
                  <a:pt x="52477" y="10739"/>
                  <a:pt x="52477" y="10883"/>
                </a:cubicBezTo>
                <a:cubicBezTo>
                  <a:pt x="52477" y="10883"/>
                  <a:pt x="52408" y="10951"/>
                  <a:pt x="52408" y="11026"/>
                </a:cubicBezTo>
                <a:cubicBezTo>
                  <a:pt x="52334" y="10951"/>
                  <a:pt x="52334" y="10883"/>
                  <a:pt x="52265" y="10808"/>
                </a:cubicBezTo>
                <a:cubicBezTo>
                  <a:pt x="52334" y="10665"/>
                  <a:pt x="52477" y="10453"/>
                  <a:pt x="52552" y="10310"/>
                </a:cubicBezTo>
                <a:close/>
                <a:moveTo>
                  <a:pt x="37660" y="9880"/>
                </a:moveTo>
                <a:cubicBezTo>
                  <a:pt x="37660" y="10310"/>
                  <a:pt x="37585" y="10739"/>
                  <a:pt x="37517" y="11094"/>
                </a:cubicBezTo>
                <a:cubicBezTo>
                  <a:pt x="37517" y="10951"/>
                  <a:pt x="37442" y="10808"/>
                  <a:pt x="37373" y="10596"/>
                </a:cubicBezTo>
                <a:lnTo>
                  <a:pt x="37373" y="10453"/>
                </a:lnTo>
                <a:cubicBezTo>
                  <a:pt x="37585" y="10092"/>
                  <a:pt x="37585" y="10023"/>
                  <a:pt x="37660" y="9880"/>
                </a:cubicBezTo>
                <a:close/>
                <a:moveTo>
                  <a:pt x="40020" y="10808"/>
                </a:moveTo>
                <a:cubicBezTo>
                  <a:pt x="39951" y="10883"/>
                  <a:pt x="39951" y="11026"/>
                  <a:pt x="39951" y="11094"/>
                </a:cubicBezTo>
                <a:lnTo>
                  <a:pt x="39951" y="10883"/>
                </a:lnTo>
                <a:lnTo>
                  <a:pt x="40020" y="10808"/>
                </a:lnTo>
                <a:close/>
                <a:moveTo>
                  <a:pt x="55845" y="10808"/>
                </a:moveTo>
                <a:lnTo>
                  <a:pt x="55845" y="10951"/>
                </a:lnTo>
                <a:cubicBezTo>
                  <a:pt x="55845" y="11026"/>
                  <a:pt x="55845" y="11026"/>
                  <a:pt x="55770" y="11094"/>
                </a:cubicBezTo>
                <a:lnTo>
                  <a:pt x="55770" y="11026"/>
                </a:lnTo>
                <a:cubicBezTo>
                  <a:pt x="55770" y="10951"/>
                  <a:pt x="55845" y="10883"/>
                  <a:pt x="55845" y="10808"/>
                </a:cubicBezTo>
                <a:close/>
                <a:moveTo>
                  <a:pt x="58566" y="10596"/>
                </a:moveTo>
                <a:cubicBezTo>
                  <a:pt x="58566" y="10739"/>
                  <a:pt x="58565" y="10883"/>
                  <a:pt x="58491" y="11094"/>
                </a:cubicBezTo>
                <a:cubicBezTo>
                  <a:pt x="58491" y="11026"/>
                  <a:pt x="58491" y="10951"/>
                  <a:pt x="58422" y="10883"/>
                </a:cubicBezTo>
                <a:cubicBezTo>
                  <a:pt x="58491" y="10808"/>
                  <a:pt x="58565" y="10665"/>
                  <a:pt x="58566" y="10596"/>
                </a:cubicBezTo>
                <a:close/>
                <a:moveTo>
                  <a:pt x="51188" y="10453"/>
                </a:moveTo>
                <a:cubicBezTo>
                  <a:pt x="51263" y="10665"/>
                  <a:pt x="51263" y="10883"/>
                  <a:pt x="51263" y="11094"/>
                </a:cubicBezTo>
                <a:lnTo>
                  <a:pt x="51263" y="11169"/>
                </a:lnTo>
                <a:cubicBezTo>
                  <a:pt x="51188" y="11026"/>
                  <a:pt x="51120" y="10883"/>
                  <a:pt x="51120" y="10665"/>
                </a:cubicBezTo>
                <a:cubicBezTo>
                  <a:pt x="51120" y="10596"/>
                  <a:pt x="51188" y="10522"/>
                  <a:pt x="51188" y="10453"/>
                </a:cubicBezTo>
                <a:close/>
                <a:moveTo>
                  <a:pt x="98566" y="8591"/>
                </a:moveTo>
                <a:cubicBezTo>
                  <a:pt x="98357" y="9158"/>
                  <a:pt x="98186" y="10018"/>
                  <a:pt x="98011" y="10883"/>
                </a:cubicBezTo>
                <a:cubicBezTo>
                  <a:pt x="97943" y="10951"/>
                  <a:pt x="97943" y="11026"/>
                  <a:pt x="97868" y="11094"/>
                </a:cubicBezTo>
                <a:lnTo>
                  <a:pt x="97868" y="11169"/>
                </a:lnTo>
                <a:cubicBezTo>
                  <a:pt x="97800" y="11169"/>
                  <a:pt x="97800" y="11169"/>
                  <a:pt x="97800" y="11094"/>
                </a:cubicBezTo>
                <a:cubicBezTo>
                  <a:pt x="97800" y="10808"/>
                  <a:pt x="97868" y="10522"/>
                  <a:pt x="97868" y="10235"/>
                </a:cubicBezTo>
                <a:lnTo>
                  <a:pt x="97868" y="10235"/>
                </a:lnTo>
                <a:cubicBezTo>
                  <a:pt x="97800" y="10378"/>
                  <a:pt x="97656" y="10596"/>
                  <a:pt x="97582" y="10808"/>
                </a:cubicBezTo>
                <a:cubicBezTo>
                  <a:pt x="97800" y="10167"/>
                  <a:pt x="98155" y="9519"/>
                  <a:pt x="98372" y="8947"/>
                </a:cubicBezTo>
                <a:cubicBezTo>
                  <a:pt x="98446" y="8818"/>
                  <a:pt x="98511" y="8698"/>
                  <a:pt x="98566" y="8591"/>
                </a:cubicBezTo>
                <a:close/>
                <a:moveTo>
                  <a:pt x="106534" y="10883"/>
                </a:moveTo>
                <a:lnTo>
                  <a:pt x="106603" y="10951"/>
                </a:lnTo>
                <a:lnTo>
                  <a:pt x="106603" y="11094"/>
                </a:lnTo>
                <a:lnTo>
                  <a:pt x="106534" y="11169"/>
                </a:lnTo>
                <a:lnTo>
                  <a:pt x="106534" y="11094"/>
                </a:lnTo>
                <a:cubicBezTo>
                  <a:pt x="106534" y="11094"/>
                  <a:pt x="106603" y="11026"/>
                  <a:pt x="106603" y="10951"/>
                </a:cubicBezTo>
                <a:lnTo>
                  <a:pt x="106603" y="10951"/>
                </a:lnTo>
                <a:cubicBezTo>
                  <a:pt x="106603" y="10951"/>
                  <a:pt x="106534" y="11026"/>
                  <a:pt x="106460" y="11026"/>
                </a:cubicBezTo>
                <a:cubicBezTo>
                  <a:pt x="106534" y="11026"/>
                  <a:pt x="106534" y="10951"/>
                  <a:pt x="106534" y="10883"/>
                </a:cubicBezTo>
                <a:close/>
                <a:moveTo>
                  <a:pt x="102095" y="10596"/>
                </a:moveTo>
                <a:lnTo>
                  <a:pt x="102095" y="11094"/>
                </a:lnTo>
                <a:lnTo>
                  <a:pt x="101952" y="11238"/>
                </a:lnTo>
                <a:cubicBezTo>
                  <a:pt x="101952" y="11169"/>
                  <a:pt x="101878" y="11094"/>
                  <a:pt x="101878" y="11026"/>
                </a:cubicBezTo>
                <a:lnTo>
                  <a:pt x="102095" y="10596"/>
                </a:lnTo>
                <a:close/>
                <a:moveTo>
                  <a:pt x="87988" y="11238"/>
                </a:moveTo>
                <a:cubicBezTo>
                  <a:pt x="87988" y="11238"/>
                  <a:pt x="87988" y="11238"/>
                  <a:pt x="87988" y="11238"/>
                </a:cubicBezTo>
                <a:lnTo>
                  <a:pt x="87988" y="11238"/>
                </a:lnTo>
                <a:close/>
                <a:moveTo>
                  <a:pt x="78898" y="10739"/>
                </a:moveTo>
                <a:cubicBezTo>
                  <a:pt x="78898" y="10808"/>
                  <a:pt x="78967" y="10883"/>
                  <a:pt x="78967" y="10883"/>
                </a:cubicBezTo>
                <a:cubicBezTo>
                  <a:pt x="78898" y="11026"/>
                  <a:pt x="78824" y="11094"/>
                  <a:pt x="78824" y="11238"/>
                </a:cubicBezTo>
                <a:lnTo>
                  <a:pt x="78824" y="11312"/>
                </a:lnTo>
                <a:cubicBezTo>
                  <a:pt x="78755" y="11238"/>
                  <a:pt x="78755" y="11169"/>
                  <a:pt x="78755" y="11094"/>
                </a:cubicBezTo>
                <a:cubicBezTo>
                  <a:pt x="78824" y="11026"/>
                  <a:pt x="78824" y="10883"/>
                  <a:pt x="78898" y="10739"/>
                </a:cubicBezTo>
                <a:close/>
                <a:moveTo>
                  <a:pt x="104741" y="10739"/>
                </a:moveTo>
                <a:lnTo>
                  <a:pt x="104741" y="10883"/>
                </a:lnTo>
                <a:lnTo>
                  <a:pt x="104741" y="11169"/>
                </a:lnTo>
                <a:cubicBezTo>
                  <a:pt x="104673" y="11238"/>
                  <a:pt x="104598" y="11238"/>
                  <a:pt x="104598" y="11312"/>
                </a:cubicBezTo>
                <a:lnTo>
                  <a:pt x="104598" y="10883"/>
                </a:lnTo>
                <a:cubicBezTo>
                  <a:pt x="104673" y="10808"/>
                  <a:pt x="104673" y="10739"/>
                  <a:pt x="104741" y="10739"/>
                </a:cubicBezTo>
                <a:close/>
                <a:moveTo>
                  <a:pt x="106460" y="11169"/>
                </a:moveTo>
                <a:lnTo>
                  <a:pt x="106460" y="11238"/>
                </a:lnTo>
                <a:lnTo>
                  <a:pt x="106391" y="11312"/>
                </a:lnTo>
                <a:cubicBezTo>
                  <a:pt x="106460" y="11238"/>
                  <a:pt x="106460" y="11238"/>
                  <a:pt x="106460" y="11169"/>
                </a:cubicBezTo>
                <a:close/>
                <a:moveTo>
                  <a:pt x="108539" y="10092"/>
                </a:moveTo>
                <a:cubicBezTo>
                  <a:pt x="108608" y="10092"/>
                  <a:pt x="108608" y="10167"/>
                  <a:pt x="108608" y="10167"/>
                </a:cubicBezTo>
                <a:lnTo>
                  <a:pt x="108608" y="11312"/>
                </a:lnTo>
                <a:cubicBezTo>
                  <a:pt x="108539" y="11094"/>
                  <a:pt x="108396" y="10883"/>
                  <a:pt x="108321" y="10596"/>
                </a:cubicBezTo>
                <a:cubicBezTo>
                  <a:pt x="108396" y="10378"/>
                  <a:pt x="108464" y="10235"/>
                  <a:pt x="108539" y="10092"/>
                </a:cubicBezTo>
                <a:close/>
                <a:moveTo>
                  <a:pt x="53983" y="9307"/>
                </a:moveTo>
                <a:lnTo>
                  <a:pt x="54052" y="9376"/>
                </a:lnTo>
                <a:cubicBezTo>
                  <a:pt x="53909" y="9949"/>
                  <a:pt x="53766" y="10665"/>
                  <a:pt x="53623" y="11381"/>
                </a:cubicBezTo>
                <a:cubicBezTo>
                  <a:pt x="53623" y="10883"/>
                  <a:pt x="53697" y="10378"/>
                  <a:pt x="53766" y="9806"/>
                </a:cubicBezTo>
                <a:cubicBezTo>
                  <a:pt x="53909" y="9451"/>
                  <a:pt x="53909" y="9451"/>
                  <a:pt x="53983" y="9307"/>
                </a:cubicBezTo>
                <a:close/>
                <a:moveTo>
                  <a:pt x="61000" y="11169"/>
                </a:moveTo>
                <a:lnTo>
                  <a:pt x="61000" y="11238"/>
                </a:lnTo>
                <a:lnTo>
                  <a:pt x="60857" y="11381"/>
                </a:lnTo>
                <a:cubicBezTo>
                  <a:pt x="60925" y="11312"/>
                  <a:pt x="60925" y="11238"/>
                  <a:pt x="61000" y="11169"/>
                </a:cubicBezTo>
                <a:close/>
                <a:moveTo>
                  <a:pt x="67873" y="10883"/>
                </a:moveTo>
                <a:cubicBezTo>
                  <a:pt x="67873" y="10951"/>
                  <a:pt x="67942" y="11094"/>
                  <a:pt x="67942" y="11238"/>
                </a:cubicBezTo>
                <a:cubicBezTo>
                  <a:pt x="67942" y="11238"/>
                  <a:pt x="67873" y="11312"/>
                  <a:pt x="67873" y="11381"/>
                </a:cubicBezTo>
                <a:lnTo>
                  <a:pt x="67873" y="11169"/>
                </a:lnTo>
                <a:lnTo>
                  <a:pt x="67873" y="10883"/>
                </a:lnTo>
                <a:close/>
                <a:moveTo>
                  <a:pt x="89134" y="10522"/>
                </a:moveTo>
                <a:cubicBezTo>
                  <a:pt x="89134" y="10596"/>
                  <a:pt x="89134" y="10665"/>
                  <a:pt x="89208" y="10739"/>
                </a:cubicBezTo>
                <a:cubicBezTo>
                  <a:pt x="89065" y="10883"/>
                  <a:pt x="88991" y="11094"/>
                  <a:pt x="88922" y="11381"/>
                </a:cubicBezTo>
                <a:cubicBezTo>
                  <a:pt x="88922" y="11312"/>
                  <a:pt x="88847" y="11238"/>
                  <a:pt x="88847" y="11169"/>
                </a:cubicBezTo>
                <a:lnTo>
                  <a:pt x="88847" y="11026"/>
                </a:lnTo>
                <a:cubicBezTo>
                  <a:pt x="88991" y="10739"/>
                  <a:pt x="89065" y="10665"/>
                  <a:pt x="89134" y="10522"/>
                </a:cubicBezTo>
                <a:close/>
                <a:moveTo>
                  <a:pt x="70519" y="9663"/>
                </a:moveTo>
                <a:cubicBezTo>
                  <a:pt x="70593" y="9806"/>
                  <a:pt x="70593" y="9949"/>
                  <a:pt x="70662" y="10092"/>
                </a:cubicBezTo>
                <a:cubicBezTo>
                  <a:pt x="70737" y="10453"/>
                  <a:pt x="70737" y="10808"/>
                  <a:pt x="70737" y="11094"/>
                </a:cubicBezTo>
                <a:cubicBezTo>
                  <a:pt x="70662" y="11238"/>
                  <a:pt x="70519" y="11381"/>
                  <a:pt x="70450" y="11455"/>
                </a:cubicBezTo>
                <a:cubicBezTo>
                  <a:pt x="70450" y="10951"/>
                  <a:pt x="70519" y="10378"/>
                  <a:pt x="70519" y="9663"/>
                </a:cubicBezTo>
                <a:close/>
                <a:moveTo>
                  <a:pt x="59923" y="9806"/>
                </a:moveTo>
                <a:cubicBezTo>
                  <a:pt x="60066" y="10235"/>
                  <a:pt x="60209" y="10665"/>
                  <a:pt x="60284" y="11026"/>
                </a:cubicBezTo>
                <a:cubicBezTo>
                  <a:pt x="60209" y="11094"/>
                  <a:pt x="60209" y="11238"/>
                  <a:pt x="60141" y="11312"/>
                </a:cubicBezTo>
                <a:cubicBezTo>
                  <a:pt x="60141" y="11094"/>
                  <a:pt x="60141" y="10951"/>
                  <a:pt x="60209" y="10739"/>
                </a:cubicBezTo>
                <a:lnTo>
                  <a:pt x="60209" y="10739"/>
                </a:lnTo>
                <a:cubicBezTo>
                  <a:pt x="60141" y="10883"/>
                  <a:pt x="60066" y="10951"/>
                  <a:pt x="59997" y="11094"/>
                </a:cubicBezTo>
                <a:lnTo>
                  <a:pt x="59923" y="11026"/>
                </a:lnTo>
                <a:lnTo>
                  <a:pt x="59923" y="11026"/>
                </a:lnTo>
                <a:cubicBezTo>
                  <a:pt x="59923" y="11094"/>
                  <a:pt x="59923" y="11169"/>
                  <a:pt x="59997" y="11238"/>
                </a:cubicBezTo>
                <a:cubicBezTo>
                  <a:pt x="59923" y="11312"/>
                  <a:pt x="59854" y="11381"/>
                  <a:pt x="59854" y="11524"/>
                </a:cubicBezTo>
                <a:cubicBezTo>
                  <a:pt x="59854" y="11238"/>
                  <a:pt x="59923" y="11026"/>
                  <a:pt x="59923" y="10808"/>
                </a:cubicBezTo>
                <a:lnTo>
                  <a:pt x="59923" y="10808"/>
                </a:lnTo>
                <a:cubicBezTo>
                  <a:pt x="59780" y="10951"/>
                  <a:pt x="59711" y="11169"/>
                  <a:pt x="59637" y="11381"/>
                </a:cubicBezTo>
                <a:lnTo>
                  <a:pt x="59425" y="10951"/>
                </a:lnTo>
                <a:cubicBezTo>
                  <a:pt x="59568" y="10596"/>
                  <a:pt x="59780" y="10167"/>
                  <a:pt x="59923" y="9806"/>
                </a:cubicBezTo>
                <a:close/>
                <a:moveTo>
                  <a:pt x="67512" y="10235"/>
                </a:moveTo>
                <a:cubicBezTo>
                  <a:pt x="67512" y="10378"/>
                  <a:pt x="67586" y="10596"/>
                  <a:pt x="67586" y="10739"/>
                </a:cubicBezTo>
                <a:cubicBezTo>
                  <a:pt x="67512" y="10951"/>
                  <a:pt x="67443" y="11238"/>
                  <a:pt x="67369" y="11524"/>
                </a:cubicBezTo>
                <a:cubicBezTo>
                  <a:pt x="67443" y="11094"/>
                  <a:pt x="67443" y="10665"/>
                  <a:pt x="67512" y="10235"/>
                </a:cubicBezTo>
                <a:close/>
                <a:moveTo>
                  <a:pt x="88847" y="11238"/>
                </a:moveTo>
                <a:cubicBezTo>
                  <a:pt x="88847" y="11312"/>
                  <a:pt x="88922" y="11381"/>
                  <a:pt x="88922" y="11455"/>
                </a:cubicBezTo>
                <a:lnTo>
                  <a:pt x="88922" y="11524"/>
                </a:lnTo>
                <a:cubicBezTo>
                  <a:pt x="88847" y="11455"/>
                  <a:pt x="88847" y="11381"/>
                  <a:pt x="88847" y="11312"/>
                </a:cubicBezTo>
                <a:lnTo>
                  <a:pt x="88847" y="11238"/>
                </a:lnTo>
                <a:close/>
                <a:moveTo>
                  <a:pt x="89277" y="11312"/>
                </a:moveTo>
                <a:lnTo>
                  <a:pt x="89351" y="11381"/>
                </a:lnTo>
                <a:cubicBezTo>
                  <a:pt x="89277" y="11455"/>
                  <a:pt x="89277" y="11455"/>
                  <a:pt x="89277" y="11524"/>
                </a:cubicBezTo>
                <a:lnTo>
                  <a:pt x="89277" y="11312"/>
                </a:lnTo>
                <a:close/>
                <a:moveTo>
                  <a:pt x="98945" y="10596"/>
                </a:moveTo>
                <a:cubicBezTo>
                  <a:pt x="99014" y="10739"/>
                  <a:pt x="99014" y="10951"/>
                  <a:pt x="99014" y="11094"/>
                </a:cubicBezTo>
                <a:cubicBezTo>
                  <a:pt x="98883" y="11225"/>
                  <a:pt x="98752" y="11356"/>
                  <a:pt x="98513" y="11543"/>
                </a:cubicBezTo>
                <a:lnTo>
                  <a:pt x="98513" y="11543"/>
                </a:lnTo>
                <a:cubicBezTo>
                  <a:pt x="98516" y="11532"/>
                  <a:pt x="98516" y="11524"/>
                  <a:pt x="98516" y="11524"/>
                </a:cubicBezTo>
                <a:lnTo>
                  <a:pt x="98516" y="11455"/>
                </a:lnTo>
                <a:cubicBezTo>
                  <a:pt x="98659" y="11094"/>
                  <a:pt x="98802" y="10883"/>
                  <a:pt x="98945" y="10596"/>
                </a:cubicBezTo>
                <a:close/>
                <a:moveTo>
                  <a:pt x="85554" y="11455"/>
                </a:moveTo>
                <a:cubicBezTo>
                  <a:pt x="85554" y="11524"/>
                  <a:pt x="85628" y="11598"/>
                  <a:pt x="85628" y="11598"/>
                </a:cubicBezTo>
                <a:cubicBezTo>
                  <a:pt x="85628" y="11524"/>
                  <a:pt x="85628" y="11455"/>
                  <a:pt x="85554" y="11455"/>
                </a:cubicBezTo>
                <a:close/>
                <a:moveTo>
                  <a:pt x="102737" y="10883"/>
                </a:moveTo>
                <a:cubicBezTo>
                  <a:pt x="102737" y="11026"/>
                  <a:pt x="102811" y="11094"/>
                  <a:pt x="102811" y="11238"/>
                </a:cubicBezTo>
                <a:cubicBezTo>
                  <a:pt x="102811" y="11312"/>
                  <a:pt x="102811" y="11455"/>
                  <a:pt x="102737" y="11598"/>
                </a:cubicBezTo>
                <a:cubicBezTo>
                  <a:pt x="102737" y="11524"/>
                  <a:pt x="102668" y="11455"/>
                  <a:pt x="102668" y="11381"/>
                </a:cubicBezTo>
                <a:lnTo>
                  <a:pt x="102668" y="11094"/>
                </a:lnTo>
                <a:lnTo>
                  <a:pt x="102668" y="11026"/>
                </a:lnTo>
                <a:cubicBezTo>
                  <a:pt x="102668" y="10951"/>
                  <a:pt x="102737" y="10951"/>
                  <a:pt x="102737" y="10883"/>
                </a:cubicBezTo>
                <a:close/>
                <a:moveTo>
                  <a:pt x="59425" y="11598"/>
                </a:moveTo>
                <a:cubicBezTo>
                  <a:pt x="59425" y="11599"/>
                  <a:pt x="59425" y="11651"/>
                  <a:pt x="59471" y="11664"/>
                </a:cubicBezTo>
                <a:lnTo>
                  <a:pt x="59471" y="11664"/>
                </a:lnTo>
                <a:cubicBezTo>
                  <a:pt x="59461" y="11642"/>
                  <a:pt x="59446" y="11620"/>
                  <a:pt x="59425" y="11598"/>
                </a:cubicBezTo>
                <a:close/>
                <a:moveTo>
                  <a:pt x="76819" y="11238"/>
                </a:moveTo>
                <a:cubicBezTo>
                  <a:pt x="76819" y="11381"/>
                  <a:pt x="76751" y="11524"/>
                  <a:pt x="76751" y="11667"/>
                </a:cubicBezTo>
                <a:cubicBezTo>
                  <a:pt x="76676" y="11667"/>
                  <a:pt x="76676" y="11667"/>
                  <a:pt x="76676" y="11598"/>
                </a:cubicBezTo>
                <a:cubicBezTo>
                  <a:pt x="76751" y="11524"/>
                  <a:pt x="76751" y="11381"/>
                  <a:pt x="76819" y="11238"/>
                </a:cubicBezTo>
                <a:close/>
                <a:moveTo>
                  <a:pt x="78755" y="11169"/>
                </a:moveTo>
                <a:lnTo>
                  <a:pt x="78755" y="11455"/>
                </a:lnTo>
                <a:cubicBezTo>
                  <a:pt x="78755" y="11524"/>
                  <a:pt x="78681" y="11598"/>
                  <a:pt x="78681" y="11667"/>
                </a:cubicBezTo>
                <a:cubicBezTo>
                  <a:pt x="78681" y="11667"/>
                  <a:pt x="78612" y="11598"/>
                  <a:pt x="78612" y="11524"/>
                </a:cubicBezTo>
                <a:cubicBezTo>
                  <a:pt x="78612" y="11455"/>
                  <a:pt x="78681" y="11312"/>
                  <a:pt x="78755" y="11169"/>
                </a:cubicBezTo>
                <a:close/>
                <a:moveTo>
                  <a:pt x="94718" y="11598"/>
                </a:moveTo>
                <a:cubicBezTo>
                  <a:pt x="94718" y="11598"/>
                  <a:pt x="94793" y="11598"/>
                  <a:pt x="94793" y="11667"/>
                </a:cubicBezTo>
                <a:lnTo>
                  <a:pt x="94718" y="11667"/>
                </a:lnTo>
                <a:lnTo>
                  <a:pt x="94718" y="11598"/>
                </a:lnTo>
                <a:close/>
                <a:moveTo>
                  <a:pt x="94220" y="11094"/>
                </a:moveTo>
                <a:cubicBezTo>
                  <a:pt x="94289" y="11238"/>
                  <a:pt x="94363" y="11381"/>
                  <a:pt x="94363" y="11524"/>
                </a:cubicBezTo>
                <a:cubicBezTo>
                  <a:pt x="94289" y="11598"/>
                  <a:pt x="94220" y="11667"/>
                  <a:pt x="94077" y="11742"/>
                </a:cubicBezTo>
                <a:cubicBezTo>
                  <a:pt x="94077" y="11667"/>
                  <a:pt x="94077" y="11598"/>
                  <a:pt x="94002" y="11524"/>
                </a:cubicBezTo>
                <a:lnTo>
                  <a:pt x="94220" y="11094"/>
                </a:lnTo>
                <a:close/>
                <a:moveTo>
                  <a:pt x="101236" y="10808"/>
                </a:moveTo>
                <a:lnTo>
                  <a:pt x="101236" y="11026"/>
                </a:lnTo>
                <a:cubicBezTo>
                  <a:pt x="101162" y="11094"/>
                  <a:pt x="101162" y="11169"/>
                  <a:pt x="101093" y="11238"/>
                </a:cubicBezTo>
                <a:cubicBezTo>
                  <a:pt x="101093" y="11238"/>
                  <a:pt x="101093" y="11169"/>
                  <a:pt x="101018" y="11094"/>
                </a:cubicBezTo>
                <a:lnTo>
                  <a:pt x="101018" y="11094"/>
                </a:lnTo>
                <a:cubicBezTo>
                  <a:pt x="101018" y="11169"/>
                  <a:pt x="101093" y="11238"/>
                  <a:pt x="101093" y="11312"/>
                </a:cubicBezTo>
                <a:cubicBezTo>
                  <a:pt x="100950" y="11455"/>
                  <a:pt x="100875" y="11598"/>
                  <a:pt x="100807" y="11742"/>
                </a:cubicBezTo>
                <a:cubicBezTo>
                  <a:pt x="100807" y="11742"/>
                  <a:pt x="100807" y="11667"/>
                  <a:pt x="100732" y="11598"/>
                </a:cubicBezTo>
                <a:cubicBezTo>
                  <a:pt x="100875" y="11455"/>
                  <a:pt x="100950" y="11312"/>
                  <a:pt x="101018" y="11094"/>
                </a:cubicBezTo>
                <a:cubicBezTo>
                  <a:pt x="101093" y="11026"/>
                  <a:pt x="101162" y="10883"/>
                  <a:pt x="101236" y="10808"/>
                </a:cubicBezTo>
                <a:close/>
                <a:moveTo>
                  <a:pt x="101666" y="11524"/>
                </a:moveTo>
                <a:lnTo>
                  <a:pt x="101666" y="11742"/>
                </a:lnTo>
                <a:cubicBezTo>
                  <a:pt x="101666" y="11742"/>
                  <a:pt x="101591" y="11667"/>
                  <a:pt x="101591" y="11598"/>
                </a:cubicBezTo>
                <a:lnTo>
                  <a:pt x="101666" y="11524"/>
                </a:lnTo>
                <a:close/>
                <a:moveTo>
                  <a:pt x="102668" y="11598"/>
                </a:moveTo>
                <a:cubicBezTo>
                  <a:pt x="102737" y="11598"/>
                  <a:pt x="102737" y="11667"/>
                  <a:pt x="102737" y="11667"/>
                </a:cubicBezTo>
                <a:lnTo>
                  <a:pt x="102737" y="11742"/>
                </a:lnTo>
                <a:cubicBezTo>
                  <a:pt x="102737" y="11667"/>
                  <a:pt x="102737" y="11667"/>
                  <a:pt x="102668" y="11598"/>
                </a:cubicBezTo>
                <a:close/>
                <a:moveTo>
                  <a:pt x="105314" y="10023"/>
                </a:moveTo>
                <a:cubicBezTo>
                  <a:pt x="105457" y="10235"/>
                  <a:pt x="105601" y="10596"/>
                  <a:pt x="105675" y="10883"/>
                </a:cubicBezTo>
                <a:lnTo>
                  <a:pt x="105457" y="11742"/>
                </a:lnTo>
                <a:cubicBezTo>
                  <a:pt x="105389" y="11524"/>
                  <a:pt x="105314" y="11381"/>
                  <a:pt x="105245" y="11238"/>
                </a:cubicBezTo>
                <a:cubicBezTo>
                  <a:pt x="105245" y="11238"/>
                  <a:pt x="105245" y="11169"/>
                  <a:pt x="105171" y="11169"/>
                </a:cubicBezTo>
                <a:cubicBezTo>
                  <a:pt x="105245" y="10808"/>
                  <a:pt x="105245" y="10378"/>
                  <a:pt x="105314" y="10023"/>
                </a:cubicBezTo>
                <a:close/>
                <a:moveTo>
                  <a:pt x="66584" y="11742"/>
                </a:moveTo>
                <a:cubicBezTo>
                  <a:pt x="66653" y="11742"/>
                  <a:pt x="66653" y="11810"/>
                  <a:pt x="66653" y="11810"/>
                </a:cubicBezTo>
                <a:cubicBezTo>
                  <a:pt x="66653" y="11742"/>
                  <a:pt x="66653" y="11742"/>
                  <a:pt x="66584" y="11742"/>
                </a:cubicBezTo>
                <a:close/>
                <a:moveTo>
                  <a:pt x="88779" y="11667"/>
                </a:moveTo>
                <a:cubicBezTo>
                  <a:pt x="88779" y="11667"/>
                  <a:pt x="88847" y="11742"/>
                  <a:pt x="88847" y="11810"/>
                </a:cubicBezTo>
                <a:cubicBezTo>
                  <a:pt x="88779" y="11810"/>
                  <a:pt x="88779" y="11810"/>
                  <a:pt x="88779" y="11742"/>
                </a:cubicBezTo>
                <a:lnTo>
                  <a:pt x="88779" y="11667"/>
                </a:lnTo>
                <a:close/>
                <a:moveTo>
                  <a:pt x="94432" y="11598"/>
                </a:moveTo>
                <a:lnTo>
                  <a:pt x="94432" y="11742"/>
                </a:lnTo>
                <a:cubicBezTo>
                  <a:pt x="94432" y="11742"/>
                  <a:pt x="94363" y="11742"/>
                  <a:pt x="94363" y="11810"/>
                </a:cubicBezTo>
                <a:cubicBezTo>
                  <a:pt x="94363" y="11742"/>
                  <a:pt x="94363" y="11667"/>
                  <a:pt x="94432" y="11598"/>
                </a:cubicBezTo>
                <a:close/>
                <a:moveTo>
                  <a:pt x="106460" y="11598"/>
                </a:moveTo>
                <a:lnTo>
                  <a:pt x="106460" y="11810"/>
                </a:lnTo>
                <a:cubicBezTo>
                  <a:pt x="106391" y="11810"/>
                  <a:pt x="106391" y="11742"/>
                  <a:pt x="106391" y="11742"/>
                </a:cubicBezTo>
                <a:cubicBezTo>
                  <a:pt x="106460" y="11667"/>
                  <a:pt x="106460" y="11667"/>
                  <a:pt x="106460" y="11598"/>
                </a:cubicBezTo>
                <a:close/>
                <a:moveTo>
                  <a:pt x="64648" y="9806"/>
                </a:moveTo>
                <a:cubicBezTo>
                  <a:pt x="64791" y="10023"/>
                  <a:pt x="64866" y="10235"/>
                  <a:pt x="64866" y="10453"/>
                </a:cubicBezTo>
                <a:cubicBezTo>
                  <a:pt x="64866" y="10522"/>
                  <a:pt x="64791" y="10596"/>
                  <a:pt x="64791" y="10665"/>
                </a:cubicBezTo>
                <a:cubicBezTo>
                  <a:pt x="64648" y="10522"/>
                  <a:pt x="64580" y="10379"/>
                  <a:pt x="64505" y="10235"/>
                </a:cubicBezTo>
                <a:lnTo>
                  <a:pt x="64505" y="10235"/>
                </a:lnTo>
                <a:cubicBezTo>
                  <a:pt x="64580" y="10379"/>
                  <a:pt x="64648" y="10596"/>
                  <a:pt x="64723" y="10739"/>
                </a:cubicBezTo>
                <a:cubicBezTo>
                  <a:pt x="64579" y="10951"/>
                  <a:pt x="64436" y="11238"/>
                  <a:pt x="64362" y="11455"/>
                </a:cubicBezTo>
                <a:cubicBezTo>
                  <a:pt x="64293" y="11381"/>
                  <a:pt x="64293" y="11238"/>
                  <a:pt x="64219" y="11169"/>
                </a:cubicBezTo>
                <a:lnTo>
                  <a:pt x="64219" y="11169"/>
                </a:lnTo>
                <a:cubicBezTo>
                  <a:pt x="64219" y="11238"/>
                  <a:pt x="64293" y="11381"/>
                  <a:pt x="64293" y="11524"/>
                </a:cubicBezTo>
                <a:cubicBezTo>
                  <a:pt x="64219" y="11667"/>
                  <a:pt x="64075" y="11742"/>
                  <a:pt x="64007" y="11885"/>
                </a:cubicBezTo>
                <a:cubicBezTo>
                  <a:pt x="64007" y="11598"/>
                  <a:pt x="64007" y="11312"/>
                  <a:pt x="64075" y="11026"/>
                </a:cubicBezTo>
                <a:cubicBezTo>
                  <a:pt x="64362" y="10378"/>
                  <a:pt x="64579" y="10023"/>
                  <a:pt x="64648" y="9806"/>
                </a:cubicBezTo>
                <a:close/>
                <a:moveTo>
                  <a:pt x="66223" y="11667"/>
                </a:moveTo>
                <a:cubicBezTo>
                  <a:pt x="66223" y="11742"/>
                  <a:pt x="66223" y="11810"/>
                  <a:pt x="66298" y="11885"/>
                </a:cubicBezTo>
                <a:lnTo>
                  <a:pt x="66223" y="11885"/>
                </a:lnTo>
                <a:cubicBezTo>
                  <a:pt x="66223" y="11810"/>
                  <a:pt x="66223" y="11742"/>
                  <a:pt x="66155" y="11667"/>
                </a:cubicBezTo>
                <a:close/>
                <a:moveTo>
                  <a:pt x="97513" y="10951"/>
                </a:moveTo>
                <a:lnTo>
                  <a:pt x="97513" y="11026"/>
                </a:lnTo>
                <a:cubicBezTo>
                  <a:pt x="97439" y="11238"/>
                  <a:pt x="97370" y="11524"/>
                  <a:pt x="97296" y="11810"/>
                </a:cubicBezTo>
                <a:lnTo>
                  <a:pt x="97227" y="11885"/>
                </a:lnTo>
                <a:cubicBezTo>
                  <a:pt x="97296" y="11598"/>
                  <a:pt x="97370" y="11312"/>
                  <a:pt x="97513" y="10951"/>
                </a:cubicBezTo>
                <a:close/>
                <a:moveTo>
                  <a:pt x="108332" y="10831"/>
                </a:moveTo>
                <a:cubicBezTo>
                  <a:pt x="108464" y="11117"/>
                  <a:pt x="108466" y="11534"/>
                  <a:pt x="108539" y="11885"/>
                </a:cubicBezTo>
                <a:lnTo>
                  <a:pt x="108464" y="11885"/>
                </a:lnTo>
                <a:cubicBezTo>
                  <a:pt x="108464" y="11667"/>
                  <a:pt x="108464" y="11524"/>
                  <a:pt x="108396" y="11312"/>
                </a:cubicBezTo>
                <a:cubicBezTo>
                  <a:pt x="108396" y="11176"/>
                  <a:pt x="108396" y="10974"/>
                  <a:pt x="108332" y="10831"/>
                </a:cubicBezTo>
                <a:close/>
                <a:moveTo>
                  <a:pt x="61784" y="10665"/>
                </a:moveTo>
                <a:lnTo>
                  <a:pt x="61784" y="11094"/>
                </a:lnTo>
                <a:cubicBezTo>
                  <a:pt x="61784" y="11381"/>
                  <a:pt x="61716" y="11667"/>
                  <a:pt x="61641" y="11954"/>
                </a:cubicBezTo>
                <a:cubicBezTo>
                  <a:pt x="61573" y="11810"/>
                  <a:pt x="61498" y="11598"/>
                  <a:pt x="61355" y="11381"/>
                </a:cubicBezTo>
                <a:cubicBezTo>
                  <a:pt x="61498" y="11094"/>
                  <a:pt x="61641" y="10883"/>
                  <a:pt x="61784" y="10665"/>
                </a:cubicBezTo>
                <a:close/>
                <a:moveTo>
                  <a:pt x="72237" y="11742"/>
                </a:moveTo>
                <a:cubicBezTo>
                  <a:pt x="72312" y="11810"/>
                  <a:pt x="72312" y="11885"/>
                  <a:pt x="72312" y="11885"/>
                </a:cubicBezTo>
                <a:lnTo>
                  <a:pt x="72312" y="11954"/>
                </a:lnTo>
                <a:lnTo>
                  <a:pt x="72237" y="11885"/>
                </a:lnTo>
                <a:lnTo>
                  <a:pt x="72237" y="11742"/>
                </a:lnTo>
                <a:close/>
                <a:moveTo>
                  <a:pt x="77822" y="11598"/>
                </a:moveTo>
                <a:cubicBezTo>
                  <a:pt x="77753" y="11742"/>
                  <a:pt x="77753" y="11810"/>
                  <a:pt x="77679" y="11954"/>
                </a:cubicBezTo>
                <a:lnTo>
                  <a:pt x="77679" y="11885"/>
                </a:lnTo>
                <a:cubicBezTo>
                  <a:pt x="77753" y="11810"/>
                  <a:pt x="77753" y="11667"/>
                  <a:pt x="77822" y="11598"/>
                </a:cubicBezTo>
                <a:close/>
                <a:moveTo>
                  <a:pt x="69734" y="10883"/>
                </a:moveTo>
                <a:cubicBezTo>
                  <a:pt x="69803" y="11026"/>
                  <a:pt x="69803" y="11238"/>
                  <a:pt x="69878" y="11381"/>
                </a:cubicBezTo>
                <a:cubicBezTo>
                  <a:pt x="69803" y="11455"/>
                  <a:pt x="69803" y="11524"/>
                  <a:pt x="69803" y="11598"/>
                </a:cubicBezTo>
                <a:cubicBezTo>
                  <a:pt x="69734" y="11742"/>
                  <a:pt x="69660" y="11885"/>
                  <a:pt x="69660" y="12028"/>
                </a:cubicBezTo>
                <a:cubicBezTo>
                  <a:pt x="69591" y="11885"/>
                  <a:pt x="69517" y="11667"/>
                  <a:pt x="69448" y="11455"/>
                </a:cubicBezTo>
                <a:cubicBezTo>
                  <a:pt x="69517" y="11238"/>
                  <a:pt x="69660" y="11094"/>
                  <a:pt x="69734" y="10883"/>
                </a:cubicBezTo>
                <a:close/>
                <a:moveTo>
                  <a:pt x="70805" y="11810"/>
                </a:moveTo>
                <a:lnTo>
                  <a:pt x="70805" y="12028"/>
                </a:lnTo>
                <a:lnTo>
                  <a:pt x="70737" y="11954"/>
                </a:lnTo>
                <a:cubicBezTo>
                  <a:pt x="70737" y="11885"/>
                  <a:pt x="70737" y="11885"/>
                  <a:pt x="70805" y="11810"/>
                </a:cubicBezTo>
                <a:close/>
                <a:moveTo>
                  <a:pt x="75319" y="11455"/>
                </a:moveTo>
                <a:lnTo>
                  <a:pt x="75319" y="12028"/>
                </a:lnTo>
                <a:lnTo>
                  <a:pt x="75244" y="12028"/>
                </a:lnTo>
                <a:cubicBezTo>
                  <a:pt x="75244" y="11885"/>
                  <a:pt x="75244" y="11667"/>
                  <a:pt x="75319" y="11455"/>
                </a:cubicBezTo>
                <a:close/>
                <a:moveTo>
                  <a:pt x="85772" y="10951"/>
                </a:moveTo>
                <a:cubicBezTo>
                  <a:pt x="85984" y="11238"/>
                  <a:pt x="86058" y="11524"/>
                  <a:pt x="86201" y="11810"/>
                </a:cubicBezTo>
                <a:cubicBezTo>
                  <a:pt x="86127" y="11885"/>
                  <a:pt x="86127" y="11954"/>
                  <a:pt x="86058" y="12028"/>
                </a:cubicBezTo>
                <a:cubicBezTo>
                  <a:pt x="85984" y="11742"/>
                  <a:pt x="85915" y="11381"/>
                  <a:pt x="85772" y="11026"/>
                </a:cubicBezTo>
                <a:lnTo>
                  <a:pt x="85772" y="10951"/>
                </a:lnTo>
                <a:close/>
                <a:moveTo>
                  <a:pt x="104598" y="11742"/>
                </a:moveTo>
                <a:lnTo>
                  <a:pt x="104598" y="11810"/>
                </a:lnTo>
                <a:cubicBezTo>
                  <a:pt x="104598" y="11885"/>
                  <a:pt x="104598" y="11954"/>
                  <a:pt x="104530" y="12028"/>
                </a:cubicBezTo>
                <a:lnTo>
                  <a:pt x="104530" y="11954"/>
                </a:lnTo>
                <a:lnTo>
                  <a:pt x="104530" y="11885"/>
                </a:lnTo>
                <a:cubicBezTo>
                  <a:pt x="104530" y="11810"/>
                  <a:pt x="104598" y="11810"/>
                  <a:pt x="104598" y="11742"/>
                </a:cubicBezTo>
                <a:close/>
                <a:moveTo>
                  <a:pt x="88779" y="11954"/>
                </a:moveTo>
                <a:lnTo>
                  <a:pt x="88779" y="12028"/>
                </a:lnTo>
                <a:lnTo>
                  <a:pt x="88779" y="12097"/>
                </a:lnTo>
                <a:lnTo>
                  <a:pt x="88704" y="12097"/>
                </a:lnTo>
                <a:cubicBezTo>
                  <a:pt x="88779" y="12028"/>
                  <a:pt x="88779" y="12028"/>
                  <a:pt x="88779" y="11954"/>
                </a:cubicBezTo>
                <a:close/>
                <a:moveTo>
                  <a:pt x="37299" y="11381"/>
                </a:moveTo>
                <a:cubicBezTo>
                  <a:pt x="37299" y="11524"/>
                  <a:pt x="37373" y="11667"/>
                  <a:pt x="37373" y="11810"/>
                </a:cubicBezTo>
                <a:lnTo>
                  <a:pt x="37373" y="11885"/>
                </a:lnTo>
                <a:cubicBezTo>
                  <a:pt x="37373" y="12028"/>
                  <a:pt x="37299" y="12097"/>
                  <a:pt x="37230" y="12240"/>
                </a:cubicBezTo>
                <a:cubicBezTo>
                  <a:pt x="37230" y="11954"/>
                  <a:pt x="37299" y="11667"/>
                  <a:pt x="37299" y="11381"/>
                </a:cubicBezTo>
                <a:close/>
                <a:moveTo>
                  <a:pt x="59350" y="11238"/>
                </a:moveTo>
                <a:cubicBezTo>
                  <a:pt x="59350" y="11381"/>
                  <a:pt x="59425" y="11524"/>
                  <a:pt x="59493" y="11667"/>
                </a:cubicBezTo>
                <a:cubicBezTo>
                  <a:pt x="59485" y="11667"/>
                  <a:pt x="59478" y="11666"/>
                  <a:pt x="59471" y="11664"/>
                </a:cubicBezTo>
                <a:lnTo>
                  <a:pt x="59471" y="11664"/>
                </a:lnTo>
                <a:cubicBezTo>
                  <a:pt x="59493" y="11713"/>
                  <a:pt x="59493" y="11763"/>
                  <a:pt x="59493" y="11810"/>
                </a:cubicBezTo>
                <a:lnTo>
                  <a:pt x="59493" y="11885"/>
                </a:lnTo>
                <a:cubicBezTo>
                  <a:pt x="59425" y="11954"/>
                  <a:pt x="59281" y="12028"/>
                  <a:pt x="58995" y="12240"/>
                </a:cubicBezTo>
                <a:cubicBezTo>
                  <a:pt x="59064" y="11954"/>
                  <a:pt x="59207" y="11598"/>
                  <a:pt x="59350" y="11238"/>
                </a:cubicBezTo>
                <a:close/>
                <a:moveTo>
                  <a:pt x="73314" y="11524"/>
                </a:moveTo>
                <a:lnTo>
                  <a:pt x="73314" y="12028"/>
                </a:lnTo>
                <a:cubicBezTo>
                  <a:pt x="73314" y="12097"/>
                  <a:pt x="73314" y="12171"/>
                  <a:pt x="73240" y="12240"/>
                </a:cubicBezTo>
                <a:cubicBezTo>
                  <a:pt x="73240" y="12028"/>
                  <a:pt x="73314" y="11810"/>
                  <a:pt x="73314" y="11524"/>
                </a:cubicBezTo>
                <a:close/>
                <a:moveTo>
                  <a:pt x="92358" y="10522"/>
                </a:moveTo>
                <a:cubicBezTo>
                  <a:pt x="92427" y="10665"/>
                  <a:pt x="92502" y="10883"/>
                  <a:pt x="92570" y="11026"/>
                </a:cubicBezTo>
                <a:lnTo>
                  <a:pt x="92570" y="11312"/>
                </a:lnTo>
                <a:cubicBezTo>
                  <a:pt x="92570" y="11238"/>
                  <a:pt x="92502" y="11169"/>
                  <a:pt x="92427" y="11026"/>
                </a:cubicBezTo>
                <a:lnTo>
                  <a:pt x="92427" y="11026"/>
                </a:lnTo>
                <a:cubicBezTo>
                  <a:pt x="92502" y="11169"/>
                  <a:pt x="92502" y="11312"/>
                  <a:pt x="92570" y="11381"/>
                </a:cubicBezTo>
                <a:lnTo>
                  <a:pt x="92570" y="11524"/>
                </a:lnTo>
                <a:lnTo>
                  <a:pt x="92570" y="12097"/>
                </a:lnTo>
                <a:cubicBezTo>
                  <a:pt x="92502" y="12171"/>
                  <a:pt x="92502" y="12171"/>
                  <a:pt x="92358" y="12240"/>
                </a:cubicBezTo>
                <a:cubicBezTo>
                  <a:pt x="92358" y="12097"/>
                  <a:pt x="92284" y="12028"/>
                  <a:pt x="92284" y="11885"/>
                </a:cubicBezTo>
                <a:cubicBezTo>
                  <a:pt x="92427" y="11667"/>
                  <a:pt x="92570" y="11455"/>
                  <a:pt x="92570" y="11381"/>
                </a:cubicBezTo>
                <a:lnTo>
                  <a:pt x="92570" y="11381"/>
                </a:lnTo>
                <a:lnTo>
                  <a:pt x="92284" y="11667"/>
                </a:lnTo>
                <a:cubicBezTo>
                  <a:pt x="92284" y="11312"/>
                  <a:pt x="92284" y="10951"/>
                  <a:pt x="92358" y="10522"/>
                </a:cubicBezTo>
                <a:close/>
                <a:moveTo>
                  <a:pt x="66653" y="11667"/>
                </a:moveTo>
                <a:lnTo>
                  <a:pt x="66653" y="11810"/>
                </a:lnTo>
                <a:lnTo>
                  <a:pt x="66653" y="12314"/>
                </a:lnTo>
                <a:cubicBezTo>
                  <a:pt x="66584" y="12171"/>
                  <a:pt x="66510" y="12097"/>
                  <a:pt x="66441" y="11954"/>
                </a:cubicBezTo>
                <a:cubicBezTo>
                  <a:pt x="66584" y="11810"/>
                  <a:pt x="66584" y="11810"/>
                  <a:pt x="66584" y="11742"/>
                </a:cubicBezTo>
                <a:cubicBezTo>
                  <a:pt x="66653" y="11742"/>
                  <a:pt x="66653" y="11667"/>
                  <a:pt x="66653" y="11667"/>
                </a:cubicBezTo>
                <a:close/>
                <a:moveTo>
                  <a:pt x="80972" y="12240"/>
                </a:moveTo>
                <a:cubicBezTo>
                  <a:pt x="81008" y="12277"/>
                  <a:pt x="81027" y="12312"/>
                  <a:pt x="81045" y="12338"/>
                </a:cubicBezTo>
                <a:lnTo>
                  <a:pt x="81045" y="12338"/>
                </a:lnTo>
                <a:cubicBezTo>
                  <a:pt x="81040" y="12308"/>
                  <a:pt x="81025" y="12293"/>
                  <a:pt x="80972" y="12240"/>
                </a:cubicBezTo>
                <a:close/>
                <a:moveTo>
                  <a:pt x="56704" y="11026"/>
                </a:moveTo>
                <a:lnTo>
                  <a:pt x="56704" y="11169"/>
                </a:lnTo>
                <a:cubicBezTo>
                  <a:pt x="56630" y="11598"/>
                  <a:pt x="56561" y="11954"/>
                  <a:pt x="56486" y="12383"/>
                </a:cubicBezTo>
                <a:cubicBezTo>
                  <a:pt x="56486" y="12097"/>
                  <a:pt x="56486" y="11810"/>
                  <a:pt x="56418" y="11524"/>
                </a:cubicBezTo>
                <a:cubicBezTo>
                  <a:pt x="56486" y="11312"/>
                  <a:pt x="56561" y="11169"/>
                  <a:pt x="56704" y="11026"/>
                </a:cubicBezTo>
                <a:close/>
                <a:moveTo>
                  <a:pt x="59425" y="11954"/>
                </a:moveTo>
                <a:cubicBezTo>
                  <a:pt x="59425" y="12097"/>
                  <a:pt x="59350" y="12240"/>
                  <a:pt x="59350" y="12383"/>
                </a:cubicBezTo>
                <a:lnTo>
                  <a:pt x="59281" y="12314"/>
                </a:lnTo>
                <a:cubicBezTo>
                  <a:pt x="59350" y="12097"/>
                  <a:pt x="59425" y="12028"/>
                  <a:pt x="59425" y="11954"/>
                </a:cubicBezTo>
                <a:close/>
                <a:moveTo>
                  <a:pt x="88418" y="11885"/>
                </a:moveTo>
                <a:cubicBezTo>
                  <a:pt x="88418" y="12028"/>
                  <a:pt x="88349" y="12240"/>
                  <a:pt x="88275" y="12383"/>
                </a:cubicBezTo>
                <a:cubicBezTo>
                  <a:pt x="88275" y="12314"/>
                  <a:pt x="88275" y="12314"/>
                  <a:pt x="88206" y="12240"/>
                </a:cubicBezTo>
                <a:cubicBezTo>
                  <a:pt x="88275" y="12097"/>
                  <a:pt x="88349" y="11954"/>
                  <a:pt x="88418" y="11885"/>
                </a:cubicBezTo>
                <a:close/>
                <a:moveTo>
                  <a:pt x="85628" y="11312"/>
                </a:moveTo>
                <a:lnTo>
                  <a:pt x="85628" y="11598"/>
                </a:lnTo>
                <a:cubicBezTo>
                  <a:pt x="85697" y="11885"/>
                  <a:pt x="85697" y="12171"/>
                  <a:pt x="85697" y="12458"/>
                </a:cubicBezTo>
                <a:cubicBezTo>
                  <a:pt x="85628" y="12240"/>
                  <a:pt x="85485" y="12028"/>
                  <a:pt x="85411" y="11742"/>
                </a:cubicBezTo>
                <a:cubicBezTo>
                  <a:pt x="85485" y="11667"/>
                  <a:pt x="85485" y="11524"/>
                  <a:pt x="85554" y="11455"/>
                </a:cubicBezTo>
                <a:cubicBezTo>
                  <a:pt x="85554" y="11381"/>
                  <a:pt x="85628" y="11312"/>
                  <a:pt x="85628" y="11312"/>
                </a:cubicBezTo>
                <a:close/>
                <a:moveTo>
                  <a:pt x="96007" y="12240"/>
                </a:moveTo>
                <a:lnTo>
                  <a:pt x="96007" y="12458"/>
                </a:lnTo>
                <a:cubicBezTo>
                  <a:pt x="96007" y="12458"/>
                  <a:pt x="96007" y="12383"/>
                  <a:pt x="95938" y="12383"/>
                </a:cubicBezTo>
                <a:cubicBezTo>
                  <a:pt x="96007" y="12314"/>
                  <a:pt x="96007" y="12314"/>
                  <a:pt x="96007" y="12240"/>
                </a:cubicBezTo>
                <a:close/>
                <a:moveTo>
                  <a:pt x="98441" y="12171"/>
                </a:moveTo>
                <a:cubicBezTo>
                  <a:pt x="98441" y="12314"/>
                  <a:pt x="98516" y="12383"/>
                  <a:pt x="98516" y="12458"/>
                </a:cubicBezTo>
                <a:cubicBezTo>
                  <a:pt x="98516" y="12458"/>
                  <a:pt x="98441" y="12458"/>
                  <a:pt x="98441" y="12383"/>
                </a:cubicBezTo>
                <a:lnTo>
                  <a:pt x="98441" y="12314"/>
                </a:lnTo>
                <a:lnTo>
                  <a:pt x="98441" y="12171"/>
                </a:lnTo>
                <a:close/>
                <a:moveTo>
                  <a:pt x="70662" y="12028"/>
                </a:moveTo>
                <a:cubicBezTo>
                  <a:pt x="70662" y="12097"/>
                  <a:pt x="70737" y="12171"/>
                  <a:pt x="70737" y="12171"/>
                </a:cubicBezTo>
                <a:cubicBezTo>
                  <a:pt x="70662" y="12314"/>
                  <a:pt x="70662" y="12383"/>
                  <a:pt x="70593" y="12526"/>
                </a:cubicBezTo>
                <a:cubicBezTo>
                  <a:pt x="70593" y="12458"/>
                  <a:pt x="70593" y="12383"/>
                  <a:pt x="70519" y="12314"/>
                </a:cubicBezTo>
                <a:cubicBezTo>
                  <a:pt x="70593" y="12240"/>
                  <a:pt x="70662" y="12097"/>
                  <a:pt x="70662" y="12028"/>
                </a:cubicBezTo>
                <a:close/>
                <a:moveTo>
                  <a:pt x="63360" y="12601"/>
                </a:moveTo>
                <a:cubicBezTo>
                  <a:pt x="63360" y="12601"/>
                  <a:pt x="63359" y="12670"/>
                  <a:pt x="63291" y="12670"/>
                </a:cubicBezTo>
                <a:lnTo>
                  <a:pt x="63360" y="12601"/>
                </a:lnTo>
                <a:close/>
                <a:moveTo>
                  <a:pt x="75319" y="12028"/>
                </a:moveTo>
                <a:lnTo>
                  <a:pt x="75319" y="12028"/>
                </a:lnTo>
                <a:cubicBezTo>
                  <a:pt x="75244" y="12240"/>
                  <a:pt x="75244" y="12383"/>
                  <a:pt x="75244" y="12601"/>
                </a:cubicBezTo>
                <a:lnTo>
                  <a:pt x="75176" y="12670"/>
                </a:lnTo>
                <a:lnTo>
                  <a:pt x="75176" y="12314"/>
                </a:lnTo>
                <a:cubicBezTo>
                  <a:pt x="75244" y="12240"/>
                  <a:pt x="75244" y="12097"/>
                  <a:pt x="75319" y="12028"/>
                </a:cubicBezTo>
                <a:close/>
                <a:moveTo>
                  <a:pt x="66367" y="12097"/>
                </a:moveTo>
                <a:cubicBezTo>
                  <a:pt x="66441" y="12240"/>
                  <a:pt x="66510" y="12383"/>
                  <a:pt x="66584" y="12601"/>
                </a:cubicBezTo>
                <a:cubicBezTo>
                  <a:pt x="66510" y="12601"/>
                  <a:pt x="66510" y="12670"/>
                  <a:pt x="66441" y="12744"/>
                </a:cubicBezTo>
                <a:cubicBezTo>
                  <a:pt x="66441" y="12601"/>
                  <a:pt x="66367" y="12383"/>
                  <a:pt x="66298" y="12240"/>
                </a:cubicBezTo>
                <a:cubicBezTo>
                  <a:pt x="66367" y="12171"/>
                  <a:pt x="66367" y="12171"/>
                  <a:pt x="66367" y="12097"/>
                </a:cubicBezTo>
                <a:close/>
                <a:moveTo>
                  <a:pt x="99014" y="11238"/>
                </a:moveTo>
                <a:lnTo>
                  <a:pt x="99014" y="11810"/>
                </a:lnTo>
                <a:cubicBezTo>
                  <a:pt x="99014" y="11885"/>
                  <a:pt x="98945" y="11954"/>
                  <a:pt x="98945" y="12028"/>
                </a:cubicBezTo>
                <a:cubicBezTo>
                  <a:pt x="98871" y="12240"/>
                  <a:pt x="98802" y="12526"/>
                  <a:pt x="98727" y="12744"/>
                </a:cubicBezTo>
                <a:lnTo>
                  <a:pt x="98516" y="12097"/>
                </a:lnTo>
                <a:cubicBezTo>
                  <a:pt x="98727" y="11667"/>
                  <a:pt x="98871" y="11381"/>
                  <a:pt x="99014" y="11238"/>
                </a:cubicBezTo>
                <a:close/>
                <a:moveTo>
                  <a:pt x="65009" y="11524"/>
                </a:moveTo>
                <a:cubicBezTo>
                  <a:pt x="65152" y="11810"/>
                  <a:pt x="65221" y="12097"/>
                  <a:pt x="65295" y="12383"/>
                </a:cubicBezTo>
                <a:lnTo>
                  <a:pt x="65078" y="12601"/>
                </a:lnTo>
                <a:lnTo>
                  <a:pt x="64866" y="12383"/>
                </a:lnTo>
                <a:lnTo>
                  <a:pt x="64866" y="12383"/>
                </a:lnTo>
                <a:cubicBezTo>
                  <a:pt x="64935" y="12526"/>
                  <a:pt x="64935" y="12670"/>
                  <a:pt x="64935" y="12813"/>
                </a:cubicBezTo>
                <a:cubicBezTo>
                  <a:pt x="64866" y="12813"/>
                  <a:pt x="64866" y="12887"/>
                  <a:pt x="64791" y="12887"/>
                </a:cubicBezTo>
                <a:cubicBezTo>
                  <a:pt x="64791" y="12813"/>
                  <a:pt x="64723" y="12670"/>
                  <a:pt x="64723" y="12526"/>
                </a:cubicBezTo>
                <a:cubicBezTo>
                  <a:pt x="64791" y="12240"/>
                  <a:pt x="64866" y="11885"/>
                  <a:pt x="65009" y="11524"/>
                </a:cubicBezTo>
                <a:close/>
                <a:moveTo>
                  <a:pt x="86270" y="12028"/>
                </a:moveTo>
                <a:cubicBezTo>
                  <a:pt x="86344" y="12240"/>
                  <a:pt x="86413" y="12526"/>
                  <a:pt x="86488" y="12813"/>
                </a:cubicBezTo>
                <a:lnTo>
                  <a:pt x="86488" y="12887"/>
                </a:lnTo>
                <a:cubicBezTo>
                  <a:pt x="86413" y="12744"/>
                  <a:pt x="86270" y="12601"/>
                  <a:pt x="86201" y="12383"/>
                </a:cubicBezTo>
                <a:lnTo>
                  <a:pt x="86270" y="12028"/>
                </a:lnTo>
                <a:close/>
                <a:moveTo>
                  <a:pt x="59207" y="12383"/>
                </a:moveTo>
                <a:lnTo>
                  <a:pt x="59207" y="13030"/>
                </a:lnTo>
                <a:cubicBezTo>
                  <a:pt x="59138" y="12887"/>
                  <a:pt x="59138" y="12744"/>
                  <a:pt x="59064" y="12601"/>
                </a:cubicBezTo>
                <a:cubicBezTo>
                  <a:pt x="59064" y="12526"/>
                  <a:pt x="59138" y="12458"/>
                  <a:pt x="59207" y="12383"/>
                </a:cubicBezTo>
                <a:close/>
                <a:moveTo>
                  <a:pt x="78538" y="11598"/>
                </a:moveTo>
                <a:cubicBezTo>
                  <a:pt x="78612" y="11667"/>
                  <a:pt x="78612" y="11742"/>
                  <a:pt x="78681" y="11810"/>
                </a:cubicBezTo>
                <a:cubicBezTo>
                  <a:pt x="78538" y="12240"/>
                  <a:pt x="78394" y="12601"/>
                  <a:pt x="78251" y="13030"/>
                </a:cubicBezTo>
                <a:lnTo>
                  <a:pt x="78251" y="12813"/>
                </a:lnTo>
                <a:cubicBezTo>
                  <a:pt x="78251" y="12458"/>
                  <a:pt x="78394" y="12028"/>
                  <a:pt x="78538" y="11598"/>
                </a:cubicBezTo>
                <a:close/>
                <a:moveTo>
                  <a:pt x="82833" y="12383"/>
                </a:moveTo>
                <a:cubicBezTo>
                  <a:pt x="82833" y="12383"/>
                  <a:pt x="82908" y="12458"/>
                  <a:pt x="82908" y="12526"/>
                </a:cubicBezTo>
                <a:cubicBezTo>
                  <a:pt x="82908" y="12744"/>
                  <a:pt x="82833" y="12887"/>
                  <a:pt x="82833" y="13099"/>
                </a:cubicBezTo>
                <a:cubicBezTo>
                  <a:pt x="82765" y="12956"/>
                  <a:pt x="82690" y="12887"/>
                  <a:pt x="82690" y="12744"/>
                </a:cubicBezTo>
                <a:cubicBezTo>
                  <a:pt x="82765" y="12601"/>
                  <a:pt x="82765" y="12458"/>
                  <a:pt x="82833" y="12383"/>
                </a:cubicBezTo>
                <a:close/>
                <a:moveTo>
                  <a:pt x="90852" y="12601"/>
                </a:moveTo>
                <a:lnTo>
                  <a:pt x="90852" y="12813"/>
                </a:lnTo>
                <a:cubicBezTo>
                  <a:pt x="90783" y="12887"/>
                  <a:pt x="90709" y="13030"/>
                  <a:pt x="90640" y="13174"/>
                </a:cubicBezTo>
                <a:lnTo>
                  <a:pt x="90640" y="13099"/>
                </a:lnTo>
                <a:lnTo>
                  <a:pt x="90640" y="12956"/>
                </a:lnTo>
                <a:cubicBezTo>
                  <a:pt x="90709" y="12813"/>
                  <a:pt x="90783" y="12744"/>
                  <a:pt x="90852" y="12601"/>
                </a:cubicBezTo>
                <a:close/>
                <a:moveTo>
                  <a:pt x="92215" y="13030"/>
                </a:moveTo>
                <a:lnTo>
                  <a:pt x="92215" y="13174"/>
                </a:lnTo>
                <a:cubicBezTo>
                  <a:pt x="92215" y="13242"/>
                  <a:pt x="92141" y="13242"/>
                  <a:pt x="92141" y="13242"/>
                </a:cubicBezTo>
                <a:lnTo>
                  <a:pt x="92141" y="13030"/>
                </a:lnTo>
                <a:close/>
                <a:moveTo>
                  <a:pt x="82547" y="13030"/>
                </a:moveTo>
                <a:cubicBezTo>
                  <a:pt x="82621" y="13174"/>
                  <a:pt x="82621" y="13317"/>
                  <a:pt x="82690" y="13460"/>
                </a:cubicBezTo>
                <a:cubicBezTo>
                  <a:pt x="82621" y="13385"/>
                  <a:pt x="82547" y="13242"/>
                  <a:pt x="82478" y="13174"/>
                </a:cubicBezTo>
                <a:cubicBezTo>
                  <a:pt x="82478" y="13099"/>
                  <a:pt x="82547" y="13030"/>
                  <a:pt x="82547" y="13030"/>
                </a:cubicBezTo>
                <a:close/>
                <a:moveTo>
                  <a:pt x="83337" y="12744"/>
                </a:moveTo>
                <a:cubicBezTo>
                  <a:pt x="83481" y="12956"/>
                  <a:pt x="83549" y="13174"/>
                  <a:pt x="83624" y="13385"/>
                </a:cubicBezTo>
                <a:cubicBezTo>
                  <a:pt x="83549" y="13385"/>
                  <a:pt x="83549" y="13460"/>
                  <a:pt x="83481" y="13529"/>
                </a:cubicBezTo>
                <a:cubicBezTo>
                  <a:pt x="83481" y="13317"/>
                  <a:pt x="83406" y="13030"/>
                  <a:pt x="83337" y="12744"/>
                </a:cubicBezTo>
                <a:close/>
                <a:moveTo>
                  <a:pt x="86413" y="13746"/>
                </a:moveTo>
                <a:lnTo>
                  <a:pt x="86413" y="13890"/>
                </a:lnTo>
                <a:cubicBezTo>
                  <a:pt x="86413" y="13890"/>
                  <a:pt x="86413" y="13815"/>
                  <a:pt x="86344" y="13815"/>
                </a:cubicBezTo>
                <a:lnTo>
                  <a:pt x="86413" y="13746"/>
                </a:lnTo>
                <a:close/>
                <a:moveTo>
                  <a:pt x="80330" y="12240"/>
                </a:moveTo>
                <a:cubicBezTo>
                  <a:pt x="80399" y="12813"/>
                  <a:pt x="80399" y="13317"/>
                  <a:pt x="80330" y="13815"/>
                </a:cubicBezTo>
                <a:cubicBezTo>
                  <a:pt x="80330" y="13746"/>
                  <a:pt x="80256" y="13672"/>
                  <a:pt x="80256" y="13603"/>
                </a:cubicBezTo>
                <a:lnTo>
                  <a:pt x="80256" y="13603"/>
                </a:lnTo>
                <a:cubicBezTo>
                  <a:pt x="80256" y="13672"/>
                  <a:pt x="80256" y="13815"/>
                  <a:pt x="80330" y="13890"/>
                </a:cubicBezTo>
                <a:lnTo>
                  <a:pt x="80330" y="13958"/>
                </a:lnTo>
                <a:cubicBezTo>
                  <a:pt x="80256" y="13815"/>
                  <a:pt x="80256" y="13746"/>
                  <a:pt x="80187" y="13603"/>
                </a:cubicBezTo>
                <a:cubicBezTo>
                  <a:pt x="80256" y="13174"/>
                  <a:pt x="80256" y="12744"/>
                  <a:pt x="80330" y="12240"/>
                </a:cubicBezTo>
                <a:close/>
                <a:moveTo>
                  <a:pt x="82478" y="13242"/>
                </a:moveTo>
                <a:lnTo>
                  <a:pt x="82478" y="14245"/>
                </a:lnTo>
                <a:cubicBezTo>
                  <a:pt x="82404" y="14033"/>
                  <a:pt x="82335" y="13890"/>
                  <a:pt x="82261" y="13746"/>
                </a:cubicBezTo>
                <a:cubicBezTo>
                  <a:pt x="82335" y="13603"/>
                  <a:pt x="82404" y="13385"/>
                  <a:pt x="82478" y="13242"/>
                </a:cubicBezTo>
                <a:close/>
                <a:moveTo>
                  <a:pt x="9377" y="0"/>
                </a:moveTo>
                <a:cubicBezTo>
                  <a:pt x="9022" y="642"/>
                  <a:pt x="8804" y="1861"/>
                  <a:pt x="8592" y="3293"/>
                </a:cubicBezTo>
                <a:lnTo>
                  <a:pt x="8592" y="3293"/>
                </a:lnTo>
                <a:cubicBezTo>
                  <a:pt x="8593" y="3020"/>
                  <a:pt x="8598" y="2698"/>
                  <a:pt x="8661" y="2434"/>
                </a:cubicBezTo>
                <a:lnTo>
                  <a:pt x="8661" y="2434"/>
                </a:lnTo>
                <a:cubicBezTo>
                  <a:pt x="8449" y="2789"/>
                  <a:pt x="8306" y="3293"/>
                  <a:pt x="8163" y="3866"/>
                </a:cubicBezTo>
                <a:cubicBezTo>
                  <a:pt x="8088" y="4009"/>
                  <a:pt x="7945" y="4221"/>
                  <a:pt x="7876" y="4365"/>
                </a:cubicBezTo>
                <a:cubicBezTo>
                  <a:pt x="7802" y="4078"/>
                  <a:pt x="7733" y="3792"/>
                  <a:pt x="7659" y="3580"/>
                </a:cubicBezTo>
                <a:lnTo>
                  <a:pt x="7659" y="3580"/>
                </a:lnTo>
                <a:cubicBezTo>
                  <a:pt x="7733" y="3866"/>
                  <a:pt x="7733" y="4153"/>
                  <a:pt x="7802" y="4508"/>
                </a:cubicBezTo>
                <a:cubicBezTo>
                  <a:pt x="7733" y="4582"/>
                  <a:pt x="7733" y="4651"/>
                  <a:pt x="7659" y="4794"/>
                </a:cubicBezTo>
                <a:cubicBezTo>
                  <a:pt x="7590" y="4869"/>
                  <a:pt x="7590" y="4937"/>
                  <a:pt x="7515" y="5012"/>
                </a:cubicBezTo>
                <a:cubicBezTo>
                  <a:pt x="7515" y="4651"/>
                  <a:pt x="7590" y="4296"/>
                  <a:pt x="7590" y="4009"/>
                </a:cubicBezTo>
                <a:lnTo>
                  <a:pt x="7590" y="4009"/>
                </a:lnTo>
                <a:cubicBezTo>
                  <a:pt x="7447" y="4221"/>
                  <a:pt x="7372" y="4582"/>
                  <a:pt x="7229" y="5012"/>
                </a:cubicBezTo>
                <a:cubicBezTo>
                  <a:pt x="7017" y="3580"/>
                  <a:pt x="6513" y="2005"/>
                  <a:pt x="5797" y="642"/>
                </a:cubicBezTo>
                <a:lnTo>
                  <a:pt x="5797" y="642"/>
                </a:lnTo>
                <a:cubicBezTo>
                  <a:pt x="6084" y="1358"/>
                  <a:pt x="6370" y="2217"/>
                  <a:pt x="6513" y="3219"/>
                </a:cubicBezTo>
                <a:cubicBezTo>
                  <a:pt x="6455" y="3099"/>
                  <a:pt x="6345" y="2930"/>
                  <a:pt x="6267" y="2750"/>
                </a:cubicBezTo>
                <a:lnTo>
                  <a:pt x="6267" y="2750"/>
                </a:lnTo>
                <a:cubicBezTo>
                  <a:pt x="6396" y="3088"/>
                  <a:pt x="6520" y="3477"/>
                  <a:pt x="6588" y="3866"/>
                </a:cubicBezTo>
                <a:cubicBezTo>
                  <a:pt x="6731" y="4508"/>
                  <a:pt x="6799" y="5224"/>
                  <a:pt x="6799" y="5940"/>
                </a:cubicBezTo>
                <a:cubicBezTo>
                  <a:pt x="6799" y="6014"/>
                  <a:pt x="6799" y="6014"/>
                  <a:pt x="6731" y="6083"/>
                </a:cubicBezTo>
                <a:cubicBezTo>
                  <a:pt x="6656" y="6083"/>
                  <a:pt x="6656" y="6014"/>
                  <a:pt x="6656" y="5940"/>
                </a:cubicBezTo>
                <a:lnTo>
                  <a:pt x="6656" y="6157"/>
                </a:lnTo>
                <a:cubicBezTo>
                  <a:pt x="6656" y="6157"/>
                  <a:pt x="6588" y="6226"/>
                  <a:pt x="6588" y="6300"/>
                </a:cubicBezTo>
                <a:cubicBezTo>
                  <a:pt x="6513" y="6226"/>
                  <a:pt x="6513" y="6157"/>
                  <a:pt x="6513" y="6083"/>
                </a:cubicBezTo>
                <a:lnTo>
                  <a:pt x="6513" y="5653"/>
                </a:lnTo>
                <a:lnTo>
                  <a:pt x="6513" y="5510"/>
                </a:lnTo>
                <a:cubicBezTo>
                  <a:pt x="6444" y="5585"/>
                  <a:pt x="6444" y="5728"/>
                  <a:pt x="6370" y="5871"/>
                </a:cubicBezTo>
                <a:cubicBezTo>
                  <a:pt x="6301" y="5728"/>
                  <a:pt x="6158" y="5510"/>
                  <a:pt x="6084" y="5367"/>
                </a:cubicBezTo>
                <a:lnTo>
                  <a:pt x="6084" y="5367"/>
                </a:lnTo>
                <a:lnTo>
                  <a:pt x="6301" y="6014"/>
                </a:lnTo>
                <a:lnTo>
                  <a:pt x="6301" y="6157"/>
                </a:lnTo>
                <a:lnTo>
                  <a:pt x="6084" y="5510"/>
                </a:lnTo>
                <a:lnTo>
                  <a:pt x="6084" y="5367"/>
                </a:lnTo>
                <a:cubicBezTo>
                  <a:pt x="6158" y="4725"/>
                  <a:pt x="6158" y="4009"/>
                  <a:pt x="6227" y="3362"/>
                </a:cubicBezTo>
                <a:lnTo>
                  <a:pt x="6227" y="3362"/>
                </a:lnTo>
                <a:cubicBezTo>
                  <a:pt x="6084" y="3649"/>
                  <a:pt x="5940" y="4153"/>
                  <a:pt x="5797" y="4725"/>
                </a:cubicBezTo>
                <a:lnTo>
                  <a:pt x="5585" y="4078"/>
                </a:lnTo>
                <a:cubicBezTo>
                  <a:pt x="5585" y="4009"/>
                  <a:pt x="5511" y="3935"/>
                  <a:pt x="5511" y="3866"/>
                </a:cubicBezTo>
                <a:cubicBezTo>
                  <a:pt x="5728" y="3437"/>
                  <a:pt x="5872" y="3076"/>
                  <a:pt x="5872" y="3076"/>
                </a:cubicBezTo>
                <a:lnTo>
                  <a:pt x="5872" y="3076"/>
                </a:lnTo>
                <a:cubicBezTo>
                  <a:pt x="5872" y="3076"/>
                  <a:pt x="5654" y="3294"/>
                  <a:pt x="5442" y="3580"/>
                </a:cubicBezTo>
                <a:cubicBezTo>
                  <a:pt x="5382" y="3291"/>
                  <a:pt x="5278" y="3005"/>
                  <a:pt x="5204" y="2717"/>
                </a:cubicBezTo>
                <a:lnTo>
                  <a:pt x="5204" y="2717"/>
                </a:lnTo>
                <a:cubicBezTo>
                  <a:pt x="5255" y="2959"/>
                  <a:pt x="5299" y="3234"/>
                  <a:pt x="5299" y="3505"/>
                </a:cubicBezTo>
                <a:lnTo>
                  <a:pt x="5081" y="3076"/>
                </a:lnTo>
                <a:lnTo>
                  <a:pt x="5299" y="3723"/>
                </a:lnTo>
                <a:cubicBezTo>
                  <a:pt x="5081" y="4078"/>
                  <a:pt x="4795" y="4439"/>
                  <a:pt x="4508" y="4937"/>
                </a:cubicBezTo>
                <a:lnTo>
                  <a:pt x="4508" y="4869"/>
                </a:lnTo>
                <a:cubicBezTo>
                  <a:pt x="4508" y="4794"/>
                  <a:pt x="4440" y="4725"/>
                  <a:pt x="4440" y="4725"/>
                </a:cubicBezTo>
                <a:lnTo>
                  <a:pt x="4440" y="4725"/>
                </a:lnTo>
                <a:cubicBezTo>
                  <a:pt x="4440" y="4794"/>
                  <a:pt x="4508" y="4869"/>
                  <a:pt x="4508" y="5012"/>
                </a:cubicBezTo>
                <a:cubicBezTo>
                  <a:pt x="4440" y="5080"/>
                  <a:pt x="4440" y="5155"/>
                  <a:pt x="4365" y="5298"/>
                </a:cubicBezTo>
                <a:cubicBezTo>
                  <a:pt x="4365" y="5080"/>
                  <a:pt x="4365" y="4937"/>
                  <a:pt x="4440" y="4725"/>
                </a:cubicBezTo>
                <a:cubicBezTo>
                  <a:pt x="4440" y="4153"/>
                  <a:pt x="4508" y="3649"/>
                  <a:pt x="4508" y="3150"/>
                </a:cubicBezTo>
                <a:lnTo>
                  <a:pt x="4508" y="3150"/>
                </a:lnTo>
                <a:cubicBezTo>
                  <a:pt x="4222" y="3723"/>
                  <a:pt x="4010" y="4937"/>
                  <a:pt x="3792" y="6226"/>
                </a:cubicBezTo>
                <a:cubicBezTo>
                  <a:pt x="3792" y="6157"/>
                  <a:pt x="3724" y="6083"/>
                  <a:pt x="3724" y="6014"/>
                </a:cubicBezTo>
                <a:cubicBezTo>
                  <a:pt x="3724" y="5728"/>
                  <a:pt x="3724" y="5510"/>
                  <a:pt x="3792" y="5298"/>
                </a:cubicBezTo>
                <a:lnTo>
                  <a:pt x="3792" y="5298"/>
                </a:lnTo>
                <a:cubicBezTo>
                  <a:pt x="3724" y="5367"/>
                  <a:pt x="3649" y="5510"/>
                  <a:pt x="3581" y="5653"/>
                </a:cubicBezTo>
                <a:lnTo>
                  <a:pt x="3581" y="5585"/>
                </a:lnTo>
                <a:cubicBezTo>
                  <a:pt x="3363" y="5012"/>
                  <a:pt x="3151" y="4508"/>
                  <a:pt x="2790" y="4009"/>
                </a:cubicBezTo>
                <a:lnTo>
                  <a:pt x="2790" y="4009"/>
                </a:lnTo>
                <a:cubicBezTo>
                  <a:pt x="3077" y="4508"/>
                  <a:pt x="3294" y="5155"/>
                  <a:pt x="3437" y="5871"/>
                </a:cubicBezTo>
                <a:cubicBezTo>
                  <a:pt x="3363" y="5940"/>
                  <a:pt x="3363" y="6014"/>
                  <a:pt x="3363" y="6083"/>
                </a:cubicBezTo>
                <a:cubicBezTo>
                  <a:pt x="3294" y="6226"/>
                  <a:pt x="3220" y="6444"/>
                  <a:pt x="3151" y="6587"/>
                </a:cubicBezTo>
                <a:cubicBezTo>
                  <a:pt x="3077" y="5653"/>
                  <a:pt x="2865" y="4508"/>
                  <a:pt x="2435" y="3150"/>
                </a:cubicBezTo>
                <a:lnTo>
                  <a:pt x="2435" y="3150"/>
                </a:lnTo>
                <a:cubicBezTo>
                  <a:pt x="2647" y="3866"/>
                  <a:pt x="2647" y="4869"/>
                  <a:pt x="2647" y="5940"/>
                </a:cubicBezTo>
                <a:cubicBezTo>
                  <a:pt x="2647" y="5871"/>
                  <a:pt x="2578" y="5728"/>
                  <a:pt x="2504" y="5653"/>
                </a:cubicBezTo>
                <a:lnTo>
                  <a:pt x="2504" y="5653"/>
                </a:lnTo>
                <a:cubicBezTo>
                  <a:pt x="2578" y="6014"/>
                  <a:pt x="2578" y="6369"/>
                  <a:pt x="2578" y="6799"/>
                </a:cubicBezTo>
                <a:cubicBezTo>
                  <a:pt x="2504" y="6587"/>
                  <a:pt x="2361" y="6444"/>
                  <a:pt x="2292" y="6226"/>
                </a:cubicBezTo>
                <a:lnTo>
                  <a:pt x="2292" y="6226"/>
                </a:lnTo>
                <a:cubicBezTo>
                  <a:pt x="2361" y="6444"/>
                  <a:pt x="2504" y="6730"/>
                  <a:pt x="2578" y="7016"/>
                </a:cubicBezTo>
                <a:cubicBezTo>
                  <a:pt x="2504" y="7085"/>
                  <a:pt x="2504" y="7160"/>
                  <a:pt x="2504" y="7228"/>
                </a:cubicBezTo>
                <a:cubicBezTo>
                  <a:pt x="2435" y="7303"/>
                  <a:pt x="2435" y="7372"/>
                  <a:pt x="2435" y="7446"/>
                </a:cubicBezTo>
                <a:cubicBezTo>
                  <a:pt x="2217" y="6587"/>
                  <a:pt x="2005" y="5728"/>
                  <a:pt x="1645" y="4937"/>
                </a:cubicBezTo>
                <a:lnTo>
                  <a:pt x="1862" y="2148"/>
                </a:lnTo>
                <a:lnTo>
                  <a:pt x="1862" y="2148"/>
                </a:lnTo>
                <a:cubicBezTo>
                  <a:pt x="1645" y="2578"/>
                  <a:pt x="1433" y="3293"/>
                  <a:pt x="1290" y="4153"/>
                </a:cubicBezTo>
                <a:cubicBezTo>
                  <a:pt x="1215" y="4079"/>
                  <a:pt x="1147" y="4010"/>
                  <a:pt x="1073" y="3869"/>
                </a:cubicBezTo>
                <a:lnTo>
                  <a:pt x="1073" y="3869"/>
                </a:lnTo>
                <a:cubicBezTo>
                  <a:pt x="1147" y="4010"/>
                  <a:pt x="1215" y="4079"/>
                  <a:pt x="1290" y="4221"/>
                </a:cubicBezTo>
                <a:cubicBezTo>
                  <a:pt x="1215" y="4439"/>
                  <a:pt x="1215" y="4651"/>
                  <a:pt x="1146" y="4869"/>
                </a:cubicBezTo>
                <a:cubicBezTo>
                  <a:pt x="1146" y="5012"/>
                  <a:pt x="1072" y="5155"/>
                  <a:pt x="1072" y="5298"/>
                </a:cubicBezTo>
                <a:lnTo>
                  <a:pt x="1003" y="5224"/>
                </a:lnTo>
                <a:lnTo>
                  <a:pt x="1003" y="4937"/>
                </a:lnTo>
                <a:cubicBezTo>
                  <a:pt x="1003" y="5012"/>
                  <a:pt x="1003" y="5080"/>
                  <a:pt x="929" y="5155"/>
                </a:cubicBezTo>
                <a:cubicBezTo>
                  <a:pt x="860" y="5367"/>
                  <a:pt x="717" y="5728"/>
                  <a:pt x="642" y="6083"/>
                </a:cubicBezTo>
                <a:cubicBezTo>
                  <a:pt x="642" y="5871"/>
                  <a:pt x="717" y="5728"/>
                  <a:pt x="717" y="5585"/>
                </a:cubicBezTo>
                <a:lnTo>
                  <a:pt x="717" y="5585"/>
                </a:lnTo>
                <a:cubicBezTo>
                  <a:pt x="642" y="5728"/>
                  <a:pt x="499" y="5940"/>
                  <a:pt x="430" y="6157"/>
                </a:cubicBezTo>
                <a:cubicBezTo>
                  <a:pt x="430" y="6014"/>
                  <a:pt x="356" y="5871"/>
                  <a:pt x="287" y="5796"/>
                </a:cubicBezTo>
                <a:lnTo>
                  <a:pt x="287" y="6083"/>
                </a:lnTo>
                <a:lnTo>
                  <a:pt x="287" y="6512"/>
                </a:lnTo>
                <a:cubicBezTo>
                  <a:pt x="287" y="6444"/>
                  <a:pt x="213" y="6369"/>
                  <a:pt x="144" y="6300"/>
                </a:cubicBezTo>
                <a:lnTo>
                  <a:pt x="144" y="6300"/>
                </a:lnTo>
                <a:cubicBezTo>
                  <a:pt x="213" y="6369"/>
                  <a:pt x="287" y="6512"/>
                  <a:pt x="287" y="6587"/>
                </a:cubicBezTo>
                <a:lnTo>
                  <a:pt x="287" y="6799"/>
                </a:lnTo>
                <a:cubicBezTo>
                  <a:pt x="287" y="6942"/>
                  <a:pt x="213" y="7016"/>
                  <a:pt x="213" y="7160"/>
                </a:cubicBezTo>
                <a:lnTo>
                  <a:pt x="1" y="6730"/>
                </a:lnTo>
                <a:lnTo>
                  <a:pt x="1" y="6799"/>
                </a:lnTo>
                <a:cubicBezTo>
                  <a:pt x="70" y="6942"/>
                  <a:pt x="144" y="7160"/>
                  <a:pt x="213" y="7303"/>
                </a:cubicBezTo>
                <a:cubicBezTo>
                  <a:pt x="144" y="7732"/>
                  <a:pt x="70" y="8087"/>
                  <a:pt x="1" y="8517"/>
                </a:cubicBezTo>
                <a:lnTo>
                  <a:pt x="1" y="15321"/>
                </a:lnTo>
                <a:lnTo>
                  <a:pt x="116197" y="15321"/>
                </a:lnTo>
                <a:lnTo>
                  <a:pt x="116197" y="9090"/>
                </a:lnTo>
                <a:cubicBezTo>
                  <a:pt x="116197" y="8878"/>
                  <a:pt x="116128" y="8735"/>
                  <a:pt x="116053" y="8517"/>
                </a:cubicBezTo>
                <a:cubicBezTo>
                  <a:pt x="116053" y="8374"/>
                  <a:pt x="116053" y="8305"/>
                  <a:pt x="115985" y="8162"/>
                </a:cubicBezTo>
                <a:cubicBezTo>
                  <a:pt x="116053" y="8019"/>
                  <a:pt x="116128" y="7876"/>
                  <a:pt x="116197" y="7658"/>
                </a:cubicBezTo>
                <a:lnTo>
                  <a:pt x="116197" y="6656"/>
                </a:lnTo>
                <a:cubicBezTo>
                  <a:pt x="116053" y="6799"/>
                  <a:pt x="115910" y="7016"/>
                  <a:pt x="115767" y="7228"/>
                </a:cubicBezTo>
                <a:cubicBezTo>
                  <a:pt x="115624" y="6730"/>
                  <a:pt x="115481" y="6300"/>
                  <a:pt x="115269" y="5728"/>
                </a:cubicBezTo>
                <a:lnTo>
                  <a:pt x="115269" y="5728"/>
                </a:lnTo>
                <a:cubicBezTo>
                  <a:pt x="115412" y="6226"/>
                  <a:pt x="115481" y="6942"/>
                  <a:pt x="115481" y="7658"/>
                </a:cubicBezTo>
                <a:cubicBezTo>
                  <a:pt x="115412" y="7801"/>
                  <a:pt x="115337" y="8019"/>
                  <a:pt x="115269" y="8162"/>
                </a:cubicBezTo>
                <a:cubicBezTo>
                  <a:pt x="115269" y="8231"/>
                  <a:pt x="115269" y="8305"/>
                  <a:pt x="115194" y="8374"/>
                </a:cubicBezTo>
                <a:cubicBezTo>
                  <a:pt x="115194" y="8448"/>
                  <a:pt x="115051" y="8517"/>
                  <a:pt x="114839" y="8735"/>
                </a:cubicBezTo>
                <a:lnTo>
                  <a:pt x="114839" y="8660"/>
                </a:lnTo>
                <a:cubicBezTo>
                  <a:pt x="114908" y="7732"/>
                  <a:pt x="114982" y="6656"/>
                  <a:pt x="115126" y="5585"/>
                </a:cubicBezTo>
                <a:lnTo>
                  <a:pt x="115126" y="5585"/>
                </a:lnTo>
                <a:cubicBezTo>
                  <a:pt x="114696" y="6226"/>
                  <a:pt x="114410" y="7801"/>
                  <a:pt x="114192" y="9233"/>
                </a:cubicBezTo>
                <a:cubicBezTo>
                  <a:pt x="114123" y="8374"/>
                  <a:pt x="113906" y="7228"/>
                  <a:pt x="113333" y="5796"/>
                </a:cubicBezTo>
                <a:lnTo>
                  <a:pt x="113333" y="5796"/>
                </a:lnTo>
                <a:cubicBezTo>
                  <a:pt x="113550" y="6656"/>
                  <a:pt x="113619" y="7876"/>
                  <a:pt x="113619" y="8947"/>
                </a:cubicBezTo>
                <a:cubicBezTo>
                  <a:pt x="113476" y="9090"/>
                  <a:pt x="113407" y="9307"/>
                  <a:pt x="113333" y="9594"/>
                </a:cubicBezTo>
                <a:cubicBezTo>
                  <a:pt x="113333" y="9519"/>
                  <a:pt x="113264" y="9451"/>
                  <a:pt x="113264" y="9376"/>
                </a:cubicBezTo>
                <a:cubicBezTo>
                  <a:pt x="113190" y="9021"/>
                  <a:pt x="113121" y="8735"/>
                  <a:pt x="112978" y="8448"/>
                </a:cubicBezTo>
                <a:cubicBezTo>
                  <a:pt x="112760" y="7801"/>
                  <a:pt x="112474" y="7160"/>
                  <a:pt x="112044" y="6587"/>
                </a:cubicBezTo>
                <a:cubicBezTo>
                  <a:pt x="112044" y="6226"/>
                  <a:pt x="112119" y="5940"/>
                  <a:pt x="112119" y="5585"/>
                </a:cubicBezTo>
                <a:lnTo>
                  <a:pt x="112119" y="5585"/>
                </a:lnTo>
                <a:cubicBezTo>
                  <a:pt x="111758" y="6157"/>
                  <a:pt x="111546" y="7302"/>
                  <a:pt x="111328" y="8448"/>
                </a:cubicBezTo>
                <a:lnTo>
                  <a:pt x="111328" y="8448"/>
                </a:lnTo>
                <a:cubicBezTo>
                  <a:pt x="111329" y="8246"/>
                  <a:pt x="111336" y="7996"/>
                  <a:pt x="111403" y="7801"/>
                </a:cubicBezTo>
                <a:lnTo>
                  <a:pt x="111403" y="7801"/>
                </a:lnTo>
                <a:cubicBezTo>
                  <a:pt x="111259" y="8019"/>
                  <a:pt x="111116" y="8305"/>
                  <a:pt x="111042" y="8591"/>
                </a:cubicBezTo>
                <a:cubicBezTo>
                  <a:pt x="110973" y="8517"/>
                  <a:pt x="110899" y="8448"/>
                  <a:pt x="110830" y="8305"/>
                </a:cubicBezTo>
                <a:lnTo>
                  <a:pt x="110830" y="8305"/>
                </a:lnTo>
                <a:cubicBezTo>
                  <a:pt x="110830" y="8517"/>
                  <a:pt x="110830" y="8735"/>
                  <a:pt x="110899" y="8947"/>
                </a:cubicBezTo>
                <a:cubicBezTo>
                  <a:pt x="110687" y="9164"/>
                  <a:pt x="110400" y="9451"/>
                  <a:pt x="110183" y="9737"/>
                </a:cubicBezTo>
                <a:cubicBezTo>
                  <a:pt x="110114" y="9376"/>
                  <a:pt x="110039" y="9021"/>
                  <a:pt x="109896" y="8591"/>
                </a:cubicBezTo>
                <a:cubicBezTo>
                  <a:pt x="109971" y="7732"/>
                  <a:pt x="110039" y="6730"/>
                  <a:pt x="110114" y="5653"/>
                </a:cubicBezTo>
                <a:lnTo>
                  <a:pt x="110114" y="5653"/>
                </a:lnTo>
                <a:cubicBezTo>
                  <a:pt x="109896" y="6083"/>
                  <a:pt x="109684" y="6799"/>
                  <a:pt x="109541" y="7658"/>
                </a:cubicBezTo>
                <a:cubicBezTo>
                  <a:pt x="109255" y="7228"/>
                  <a:pt x="109037" y="6730"/>
                  <a:pt x="108682" y="6300"/>
                </a:cubicBezTo>
                <a:lnTo>
                  <a:pt x="108682" y="6300"/>
                </a:lnTo>
                <a:cubicBezTo>
                  <a:pt x="109037" y="6873"/>
                  <a:pt x="109255" y="7515"/>
                  <a:pt x="109398" y="8231"/>
                </a:cubicBezTo>
                <a:cubicBezTo>
                  <a:pt x="109324" y="8878"/>
                  <a:pt x="109180" y="9663"/>
                  <a:pt x="109112" y="10310"/>
                </a:cubicBezTo>
                <a:cubicBezTo>
                  <a:pt x="109037" y="10092"/>
                  <a:pt x="108894" y="9949"/>
                  <a:pt x="108751" y="9737"/>
                </a:cubicBezTo>
                <a:cubicBezTo>
                  <a:pt x="108968" y="9308"/>
                  <a:pt x="109180" y="8947"/>
                  <a:pt x="109180" y="8947"/>
                </a:cubicBezTo>
                <a:lnTo>
                  <a:pt x="109180" y="8947"/>
                </a:lnTo>
                <a:cubicBezTo>
                  <a:pt x="109180" y="8947"/>
                  <a:pt x="108894" y="9164"/>
                  <a:pt x="108608" y="9519"/>
                </a:cubicBezTo>
                <a:cubicBezTo>
                  <a:pt x="108539" y="9376"/>
                  <a:pt x="108464" y="9164"/>
                  <a:pt x="108396" y="8947"/>
                </a:cubicBezTo>
                <a:lnTo>
                  <a:pt x="108396" y="8947"/>
                </a:lnTo>
                <a:cubicBezTo>
                  <a:pt x="108396" y="9090"/>
                  <a:pt x="108464" y="9233"/>
                  <a:pt x="108464" y="9376"/>
                </a:cubicBezTo>
                <a:cubicBezTo>
                  <a:pt x="108464" y="9307"/>
                  <a:pt x="108396" y="9233"/>
                  <a:pt x="108396" y="9164"/>
                </a:cubicBezTo>
                <a:lnTo>
                  <a:pt x="108396" y="9090"/>
                </a:lnTo>
                <a:cubicBezTo>
                  <a:pt x="108396" y="9090"/>
                  <a:pt x="108321" y="9090"/>
                  <a:pt x="108321" y="9164"/>
                </a:cubicBezTo>
                <a:lnTo>
                  <a:pt x="107892" y="8517"/>
                </a:lnTo>
                <a:lnTo>
                  <a:pt x="107892" y="8517"/>
                </a:lnTo>
                <a:cubicBezTo>
                  <a:pt x="108035" y="8735"/>
                  <a:pt x="108178" y="9021"/>
                  <a:pt x="108252" y="9233"/>
                </a:cubicBezTo>
                <a:cubicBezTo>
                  <a:pt x="108178" y="9376"/>
                  <a:pt x="108178" y="9519"/>
                  <a:pt x="108109" y="9663"/>
                </a:cubicBezTo>
                <a:cubicBezTo>
                  <a:pt x="108035" y="9307"/>
                  <a:pt x="107892" y="9021"/>
                  <a:pt x="107823" y="8660"/>
                </a:cubicBezTo>
                <a:cubicBezTo>
                  <a:pt x="107536" y="7944"/>
                  <a:pt x="107176" y="7085"/>
                  <a:pt x="106603" y="6369"/>
                </a:cubicBezTo>
                <a:lnTo>
                  <a:pt x="106603" y="6369"/>
                </a:lnTo>
                <a:cubicBezTo>
                  <a:pt x="107032" y="7160"/>
                  <a:pt x="107319" y="8162"/>
                  <a:pt x="107536" y="9233"/>
                </a:cubicBezTo>
                <a:cubicBezTo>
                  <a:pt x="107319" y="9806"/>
                  <a:pt x="107176" y="10522"/>
                  <a:pt x="107032" y="11312"/>
                </a:cubicBezTo>
                <a:cubicBezTo>
                  <a:pt x="106964" y="11238"/>
                  <a:pt x="106964" y="11169"/>
                  <a:pt x="106964" y="11094"/>
                </a:cubicBezTo>
                <a:lnTo>
                  <a:pt x="106964" y="10808"/>
                </a:lnTo>
                <a:cubicBezTo>
                  <a:pt x="106964" y="10596"/>
                  <a:pt x="107032" y="10378"/>
                  <a:pt x="107032" y="10167"/>
                </a:cubicBezTo>
                <a:lnTo>
                  <a:pt x="107032" y="10167"/>
                </a:lnTo>
                <a:cubicBezTo>
                  <a:pt x="106964" y="10235"/>
                  <a:pt x="106821" y="10453"/>
                  <a:pt x="106746" y="10665"/>
                </a:cubicBezTo>
                <a:lnTo>
                  <a:pt x="106746" y="10596"/>
                </a:lnTo>
                <a:cubicBezTo>
                  <a:pt x="107032" y="10092"/>
                  <a:pt x="107250" y="9737"/>
                  <a:pt x="107250" y="9737"/>
                </a:cubicBezTo>
                <a:lnTo>
                  <a:pt x="107250" y="9737"/>
                </a:lnTo>
                <a:cubicBezTo>
                  <a:pt x="107250" y="9737"/>
                  <a:pt x="106964" y="9949"/>
                  <a:pt x="106603" y="10310"/>
                </a:cubicBezTo>
                <a:lnTo>
                  <a:pt x="106460" y="10453"/>
                </a:lnTo>
                <a:lnTo>
                  <a:pt x="106173" y="10739"/>
                </a:lnTo>
                <a:cubicBezTo>
                  <a:pt x="106030" y="10310"/>
                  <a:pt x="105887" y="9806"/>
                  <a:pt x="105675" y="9233"/>
                </a:cubicBezTo>
                <a:lnTo>
                  <a:pt x="105675" y="9233"/>
                </a:lnTo>
                <a:cubicBezTo>
                  <a:pt x="105744" y="9594"/>
                  <a:pt x="105818" y="10092"/>
                  <a:pt x="105887" y="10522"/>
                </a:cubicBezTo>
                <a:cubicBezTo>
                  <a:pt x="105887" y="10596"/>
                  <a:pt x="105818" y="10665"/>
                  <a:pt x="105818" y="10665"/>
                </a:cubicBezTo>
                <a:cubicBezTo>
                  <a:pt x="105675" y="10453"/>
                  <a:pt x="105532" y="10167"/>
                  <a:pt x="105314" y="9949"/>
                </a:cubicBezTo>
                <a:cubicBezTo>
                  <a:pt x="105314" y="9594"/>
                  <a:pt x="105389" y="9307"/>
                  <a:pt x="105389" y="8947"/>
                </a:cubicBezTo>
                <a:lnTo>
                  <a:pt x="105389" y="8947"/>
                </a:lnTo>
                <a:cubicBezTo>
                  <a:pt x="105245" y="9233"/>
                  <a:pt x="105102" y="9663"/>
                  <a:pt x="104959" y="10235"/>
                </a:cubicBezTo>
                <a:cubicBezTo>
                  <a:pt x="104885" y="10235"/>
                  <a:pt x="104885" y="10310"/>
                  <a:pt x="104741" y="10378"/>
                </a:cubicBezTo>
                <a:cubicBezTo>
                  <a:pt x="104741" y="10310"/>
                  <a:pt x="104673" y="10235"/>
                  <a:pt x="104673" y="10167"/>
                </a:cubicBezTo>
                <a:cubicBezTo>
                  <a:pt x="105102" y="9164"/>
                  <a:pt x="105675" y="8231"/>
                  <a:pt x="105675" y="8231"/>
                </a:cubicBezTo>
                <a:lnTo>
                  <a:pt x="105675" y="8231"/>
                </a:lnTo>
                <a:cubicBezTo>
                  <a:pt x="105675" y="8231"/>
                  <a:pt x="104885" y="8878"/>
                  <a:pt x="104312" y="9663"/>
                </a:cubicBezTo>
                <a:lnTo>
                  <a:pt x="104243" y="9594"/>
                </a:lnTo>
                <a:lnTo>
                  <a:pt x="104243" y="9594"/>
                </a:lnTo>
                <a:cubicBezTo>
                  <a:pt x="104243" y="9663"/>
                  <a:pt x="104243" y="9663"/>
                  <a:pt x="104312" y="9737"/>
                </a:cubicBezTo>
                <a:cubicBezTo>
                  <a:pt x="104243" y="9737"/>
                  <a:pt x="104243" y="9806"/>
                  <a:pt x="104243" y="9806"/>
                </a:cubicBezTo>
                <a:lnTo>
                  <a:pt x="104243" y="9594"/>
                </a:lnTo>
                <a:cubicBezTo>
                  <a:pt x="104243" y="9233"/>
                  <a:pt x="104312" y="8803"/>
                  <a:pt x="104312" y="8448"/>
                </a:cubicBezTo>
                <a:lnTo>
                  <a:pt x="104312" y="8448"/>
                </a:lnTo>
                <a:cubicBezTo>
                  <a:pt x="104100" y="8878"/>
                  <a:pt x="103882" y="9594"/>
                  <a:pt x="103739" y="10310"/>
                </a:cubicBezTo>
                <a:cubicBezTo>
                  <a:pt x="103670" y="10167"/>
                  <a:pt x="103596" y="10092"/>
                  <a:pt x="103527" y="9949"/>
                </a:cubicBezTo>
                <a:lnTo>
                  <a:pt x="103527" y="9949"/>
                </a:lnTo>
                <a:cubicBezTo>
                  <a:pt x="103596" y="10092"/>
                  <a:pt x="103670" y="10310"/>
                  <a:pt x="103670" y="10522"/>
                </a:cubicBezTo>
                <a:cubicBezTo>
                  <a:pt x="103670" y="10665"/>
                  <a:pt x="103596" y="10808"/>
                  <a:pt x="103596" y="11026"/>
                </a:cubicBezTo>
                <a:cubicBezTo>
                  <a:pt x="103527" y="11169"/>
                  <a:pt x="103527" y="11312"/>
                  <a:pt x="103527" y="11381"/>
                </a:cubicBezTo>
                <a:cubicBezTo>
                  <a:pt x="103453" y="11381"/>
                  <a:pt x="103453" y="11312"/>
                  <a:pt x="103453" y="11312"/>
                </a:cubicBezTo>
                <a:lnTo>
                  <a:pt x="103453" y="11598"/>
                </a:lnTo>
                <a:lnTo>
                  <a:pt x="103453" y="11667"/>
                </a:lnTo>
                <a:cubicBezTo>
                  <a:pt x="103384" y="11598"/>
                  <a:pt x="103310" y="11455"/>
                  <a:pt x="103241" y="11381"/>
                </a:cubicBezTo>
                <a:lnTo>
                  <a:pt x="103241" y="11312"/>
                </a:lnTo>
                <a:lnTo>
                  <a:pt x="103241" y="10808"/>
                </a:lnTo>
                <a:cubicBezTo>
                  <a:pt x="103310" y="10522"/>
                  <a:pt x="103310" y="10310"/>
                  <a:pt x="103310" y="10092"/>
                </a:cubicBezTo>
                <a:lnTo>
                  <a:pt x="103310" y="10092"/>
                </a:lnTo>
                <a:cubicBezTo>
                  <a:pt x="103166" y="10235"/>
                  <a:pt x="103098" y="10522"/>
                  <a:pt x="102954" y="10808"/>
                </a:cubicBezTo>
                <a:cubicBezTo>
                  <a:pt x="102954" y="10739"/>
                  <a:pt x="102880" y="10665"/>
                  <a:pt x="102880" y="10665"/>
                </a:cubicBezTo>
                <a:cubicBezTo>
                  <a:pt x="103098" y="10167"/>
                  <a:pt x="103309" y="9806"/>
                  <a:pt x="103310" y="9806"/>
                </a:cubicBezTo>
                <a:lnTo>
                  <a:pt x="103310" y="9806"/>
                </a:lnTo>
                <a:cubicBezTo>
                  <a:pt x="103309" y="9806"/>
                  <a:pt x="103023" y="10023"/>
                  <a:pt x="102737" y="10378"/>
                </a:cubicBezTo>
                <a:cubicBezTo>
                  <a:pt x="102737" y="9949"/>
                  <a:pt x="102811" y="9594"/>
                  <a:pt x="102811" y="9164"/>
                </a:cubicBezTo>
                <a:lnTo>
                  <a:pt x="102811" y="9164"/>
                </a:lnTo>
                <a:cubicBezTo>
                  <a:pt x="102737" y="9233"/>
                  <a:pt x="102668" y="9376"/>
                  <a:pt x="102594" y="9594"/>
                </a:cubicBezTo>
                <a:cubicBezTo>
                  <a:pt x="102594" y="9594"/>
                  <a:pt x="102450" y="9663"/>
                  <a:pt x="102307" y="9806"/>
                </a:cubicBezTo>
                <a:cubicBezTo>
                  <a:pt x="102164" y="9376"/>
                  <a:pt x="102021" y="8878"/>
                  <a:pt x="101809" y="8374"/>
                </a:cubicBezTo>
                <a:lnTo>
                  <a:pt x="101809" y="8374"/>
                </a:lnTo>
                <a:cubicBezTo>
                  <a:pt x="101952" y="8878"/>
                  <a:pt x="102021" y="9451"/>
                  <a:pt x="102095" y="10092"/>
                </a:cubicBezTo>
                <a:cubicBezTo>
                  <a:pt x="101952" y="10235"/>
                  <a:pt x="101809" y="10378"/>
                  <a:pt x="101666" y="10596"/>
                </a:cubicBezTo>
                <a:cubicBezTo>
                  <a:pt x="101448" y="10092"/>
                  <a:pt x="101162" y="9594"/>
                  <a:pt x="100807" y="9164"/>
                </a:cubicBezTo>
                <a:lnTo>
                  <a:pt x="100807" y="9164"/>
                </a:lnTo>
                <a:cubicBezTo>
                  <a:pt x="101018" y="9519"/>
                  <a:pt x="101162" y="10023"/>
                  <a:pt x="101379" y="10453"/>
                </a:cubicBezTo>
                <a:cubicBezTo>
                  <a:pt x="101305" y="10522"/>
                  <a:pt x="101305" y="10522"/>
                  <a:pt x="101162" y="10596"/>
                </a:cubicBezTo>
                <a:cubicBezTo>
                  <a:pt x="101093" y="10739"/>
                  <a:pt x="100950" y="10883"/>
                  <a:pt x="100807" y="10951"/>
                </a:cubicBezTo>
                <a:lnTo>
                  <a:pt x="100589" y="11169"/>
                </a:lnTo>
                <a:cubicBezTo>
                  <a:pt x="100589" y="11094"/>
                  <a:pt x="100520" y="11026"/>
                  <a:pt x="100520" y="10951"/>
                </a:cubicBezTo>
                <a:cubicBezTo>
                  <a:pt x="100520" y="10596"/>
                  <a:pt x="100520" y="10235"/>
                  <a:pt x="100589" y="9880"/>
                </a:cubicBezTo>
                <a:lnTo>
                  <a:pt x="100589" y="9880"/>
                </a:lnTo>
                <a:cubicBezTo>
                  <a:pt x="100446" y="10023"/>
                  <a:pt x="100377" y="10310"/>
                  <a:pt x="100303" y="10596"/>
                </a:cubicBezTo>
                <a:cubicBezTo>
                  <a:pt x="100091" y="10310"/>
                  <a:pt x="99947" y="10023"/>
                  <a:pt x="99730" y="9737"/>
                </a:cubicBezTo>
                <a:lnTo>
                  <a:pt x="99730" y="9737"/>
                </a:lnTo>
                <a:cubicBezTo>
                  <a:pt x="99873" y="10092"/>
                  <a:pt x="100091" y="10453"/>
                  <a:pt x="100234" y="10808"/>
                </a:cubicBezTo>
                <a:lnTo>
                  <a:pt x="100159" y="10883"/>
                </a:lnTo>
                <a:cubicBezTo>
                  <a:pt x="100091" y="10596"/>
                  <a:pt x="99947" y="10310"/>
                  <a:pt x="99804" y="9949"/>
                </a:cubicBezTo>
                <a:lnTo>
                  <a:pt x="99804" y="9949"/>
                </a:lnTo>
                <a:cubicBezTo>
                  <a:pt x="99947" y="10310"/>
                  <a:pt x="99947" y="10665"/>
                  <a:pt x="100016" y="11026"/>
                </a:cubicBezTo>
                <a:cubicBezTo>
                  <a:pt x="99947" y="10951"/>
                  <a:pt x="99873" y="10808"/>
                  <a:pt x="99804" y="10739"/>
                </a:cubicBezTo>
                <a:lnTo>
                  <a:pt x="99804" y="10739"/>
                </a:lnTo>
                <a:lnTo>
                  <a:pt x="100016" y="11169"/>
                </a:lnTo>
                <a:lnTo>
                  <a:pt x="100016" y="11312"/>
                </a:lnTo>
                <a:cubicBezTo>
                  <a:pt x="99947" y="11169"/>
                  <a:pt x="99873" y="11094"/>
                  <a:pt x="99804" y="11026"/>
                </a:cubicBezTo>
                <a:lnTo>
                  <a:pt x="99804" y="11026"/>
                </a:lnTo>
                <a:cubicBezTo>
                  <a:pt x="99873" y="11095"/>
                  <a:pt x="99947" y="11238"/>
                  <a:pt x="100016" y="11381"/>
                </a:cubicBezTo>
                <a:lnTo>
                  <a:pt x="100016" y="11524"/>
                </a:lnTo>
                <a:cubicBezTo>
                  <a:pt x="99947" y="11524"/>
                  <a:pt x="99947" y="11455"/>
                  <a:pt x="99873" y="11381"/>
                </a:cubicBezTo>
                <a:lnTo>
                  <a:pt x="99873" y="11381"/>
                </a:lnTo>
                <a:cubicBezTo>
                  <a:pt x="99873" y="11455"/>
                  <a:pt x="99947" y="11524"/>
                  <a:pt x="100016" y="11598"/>
                </a:cubicBezTo>
                <a:cubicBezTo>
                  <a:pt x="99947" y="11742"/>
                  <a:pt x="99947" y="11810"/>
                  <a:pt x="99947" y="11954"/>
                </a:cubicBezTo>
                <a:lnTo>
                  <a:pt x="99873" y="11954"/>
                </a:lnTo>
                <a:cubicBezTo>
                  <a:pt x="99804" y="11524"/>
                  <a:pt x="99730" y="11094"/>
                  <a:pt x="99375" y="10739"/>
                </a:cubicBezTo>
                <a:lnTo>
                  <a:pt x="99375" y="10739"/>
                </a:lnTo>
                <a:cubicBezTo>
                  <a:pt x="99443" y="11026"/>
                  <a:pt x="99443" y="11381"/>
                  <a:pt x="99443" y="11742"/>
                </a:cubicBezTo>
                <a:cubicBezTo>
                  <a:pt x="99443" y="11598"/>
                  <a:pt x="99375" y="11455"/>
                  <a:pt x="99375" y="11312"/>
                </a:cubicBezTo>
                <a:lnTo>
                  <a:pt x="99375" y="11169"/>
                </a:lnTo>
                <a:cubicBezTo>
                  <a:pt x="99375" y="11169"/>
                  <a:pt x="99300" y="11169"/>
                  <a:pt x="99300" y="11238"/>
                </a:cubicBezTo>
                <a:lnTo>
                  <a:pt x="99088" y="10378"/>
                </a:lnTo>
                <a:cubicBezTo>
                  <a:pt x="99231" y="10167"/>
                  <a:pt x="99300" y="9949"/>
                  <a:pt x="99300" y="9949"/>
                </a:cubicBezTo>
                <a:lnTo>
                  <a:pt x="99300" y="9949"/>
                </a:lnTo>
                <a:cubicBezTo>
                  <a:pt x="99300" y="9949"/>
                  <a:pt x="99231" y="10092"/>
                  <a:pt x="99014" y="10235"/>
                </a:cubicBezTo>
                <a:lnTo>
                  <a:pt x="99804" y="8660"/>
                </a:lnTo>
                <a:lnTo>
                  <a:pt x="99804" y="8660"/>
                </a:lnTo>
                <a:cubicBezTo>
                  <a:pt x="99804" y="8660"/>
                  <a:pt x="99300" y="9090"/>
                  <a:pt x="98802" y="9737"/>
                </a:cubicBezTo>
                <a:cubicBezTo>
                  <a:pt x="98727" y="9806"/>
                  <a:pt x="98659" y="9949"/>
                  <a:pt x="98584" y="10023"/>
                </a:cubicBezTo>
                <a:cubicBezTo>
                  <a:pt x="98658" y="9459"/>
                  <a:pt x="98725" y="8895"/>
                  <a:pt x="98727" y="8259"/>
                </a:cubicBezTo>
                <a:lnTo>
                  <a:pt x="98727" y="8259"/>
                </a:lnTo>
                <a:cubicBezTo>
                  <a:pt x="98777" y="8150"/>
                  <a:pt x="98802" y="8088"/>
                  <a:pt x="98802" y="8087"/>
                </a:cubicBezTo>
                <a:lnTo>
                  <a:pt x="98802" y="8087"/>
                </a:lnTo>
                <a:cubicBezTo>
                  <a:pt x="98802" y="8088"/>
                  <a:pt x="97370" y="9451"/>
                  <a:pt x="96940" y="10665"/>
                </a:cubicBezTo>
                <a:lnTo>
                  <a:pt x="96940" y="10378"/>
                </a:lnTo>
                <a:cubicBezTo>
                  <a:pt x="97152" y="10023"/>
                  <a:pt x="97295" y="9737"/>
                  <a:pt x="97296" y="9737"/>
                </a:cubicBezTo>
                <a:lnTo>
                  <a:pt x="97296" y="9737"/>
                </a:lnTo>
                <a:lnTo>
                  <a:pt x="97009" y="10023"/>
                </a:lnTo>
                <a:lnTo>
                  <a:pt x="97009" y="9880"/>
                </a:lnTo>
                <a:cubicBezTo>
                  <a:pt x="96940" y="9949"/>
                  <a:pt x="96866" y="10092"/>
                  <a:pt x="96866" y="10167"/>
                </a:cubicBezTo>
                <a:cubicBezTo>
                  <a:pt x="96797" y="10235"/>
                  <a:pt x="96797" y="10235"/>
                  <a:pt x="96723" y="10235"/>
                </a:cubicBezTo>
                <a:cubicBezTo>
                  <a:pt x="96866" y="10092"/>
                  <a:pt x="97009" y="9737"/>
                  <a:pt x="97009" y="9737"/>
                </a:cubicBezTo>
                <a:lnTo>
                  <a:pt x="97009" y="9737"/>
                </a:lnTo>
                <a:lnTo>
                  <a:pt x="96293" y="10453"/>
                </a:lnTo>
                <a:cubicBezTo>
                  <a:pt x="96150" y="9949"/>
                  <a:pt x="96007" y="9376"/>
                  <a:pt x="95795" y="8803"/>
                </a:cubicBezTo>
                <a:lnTo>
                  <a:pt x="95795" y="8803"/>
                </a:lnTo>
                <a:cubicBezTo>
                  <a:pt x="95864" y="9090"/>
                  <a:pt x="95938" y="9451"/>
                  <a:pt x="95938" y="9880"/>
                </a:cubicBezTo>
                <a:cubicBezTo>
                  <a:pt x="95795" y="9519"/>
                  <a:pt x="95577" y="9164"/>
                  <a:pt x="95365" y="8878"/>
                </a:cubicBezTo>
                <a:lnTo>
                  <a:pt x="95365" y="8878"/>
                </a:lnTo>
                <a:cubicBezTo>
                  <a:pt x="95652" y="9376"/>
                  <a:pt x="95864" y="10023"/>
                  <a:pt x="96007" y="10665"/>
                </a:cubicBezTo>
                <a:cubicBezTo>
                  <a:pt x="96081" y="10665"/>
                  <a:pt x="96081" y="10665"/>
                  <a:pt x="96081" y="10739"/>
                </a:cubicBezTo>
                <a:cubicBezTo>
                  <a:pt x="95938" y="10808"/>
                  <a:pt x="95864" y="10951"/>
                  <a:pt x="95795" y="11026"/>
                </a:cubicBezTo>
                <a:cubicBezTo>
                  <a:pt x="95720" y="10739"/>
                  <a:pt x="95652" y="10453"/>
                  <a:pt x="95577" y="10092"/>
                </a:cubicBezTo>
                <a:cubicBezTo>
                  <a:pt x="95577" y="9949"/>
                  <a:pt x="95577" y="9737"/>
                  <a:pt x="95652" y="9519"/>
                </a:cubicBezTo>
                <a:lnTo>
                  <a:pt x="95652" y="9519"/>
                </a:lnTo>
                <a:cubicBezTo>
                  <a:pt x="95577" y="9594"/>
                  <a:pt x="95509" y="9663"/>
                  <a:pt x="95509" y="9806"/>
                </a:cubicBezTo>
                <a:cubicBezTo>
                  <a:pt x="95365" y="9307"/>
                  <a:pt x="95222" y="8735"/>
                  <a:pt x="94936" y="8162"/>
                </a:cubicBezTo>
                <a:lnTo>
                  <a:pt x="94936" y="8162"/>
                </a:lnTo>
                <a:cubicBezTo>
                  <a:pt x="95148" y="8735"/>
                  <a:pt x="95222" y="9451"/>
                  <a:pt x="95222" y="10167"/>
                </a:cubicBezTo>
                <a:lnTo>
                  <a:pt x="95222" y="10235"/>
                </a:lnTo>
                <a:lnTo>
                  <a:pt x="95222" y="10453"/>
                </a:lnTo>
                <a:cubicBezTo>
                  <a:pt x="95148" y="10665"/>
                  <a:pt x="95148" y="10808"/>
                  <a:pt x="95079" y="10951"/>
                </a:cubicBezTo>
                <a:cubicBezTo>
                  <a:pt x="95005" y="10883"/>
                  <a:pt x="95005" y="10739"/>
                  <a:pt x="94936" y="10596"/>
                </a:cubicBezTo>
                <a:lnTo>
                  <a:pt x="94936" y="10596"/>
                </a:lnTo>
                <a:cubicBezTo>
                  <a:pt x="95005" y="10740"/>
                  <a:pt x="95005" y="10951"/>
                  <a:pt x="95079" y="11169"/>
                </a:cubicBezTo>
                <a:cubicBezTo>
                  <a:pt x="95005" y="11238"/>
                  <a:pt x="95005" y="11381"/>
                  <a:pt x="95005" y="11455"/>
                </a:cubicBezTo>
                <a:cubicBezTo>
                  <a:pt x="94970" y="11490"/>
                  <a:pt x="94953" y="11490"/>
                  <a:pt x="94935" y="11490"/>
                </a:cubicBezTo>
                <a:cubicBezTo>
                  <a:pt x="94917" y="11490"/>
                  <a:pt x="94899" y="11490"/>
                  <a:pt x="94861" y="11524"/>
                </a:cubicBezTo>
                <a:lnTo>
                  <a:pt x="94793" y="11455"/>
                </a:lnTo>
                <a:lnTo>
                  <a:pt x="94936" y="11312"/>
                </a:lnTo>
                <a:lnTo>
                  <a:pt x="94793" y="11381"/>
                </a:lnTo>
                <a:cubicBezTo>
                  <a:pt x="94649" y="11238"/>
                  <a:pt x="94506" y="11026"/>
                  <a:pt x="94363" y="10883"/>
                </a:cubicBezTo>
                <a:lnTo>
                  <a:pt x="94363" y="10883"/>
                </a:lnTo>
                <a:cubicBezTo>
                  <a:pt x="94506" y="11094"/>
                  <a:pt x="94575" y="11238"/>
                  <a:pt x="94718" y="11455"/>
                </a:cubicBezTo>
                <a:lnTo>
                  <a:pt x="94649" y="11524"/>
                </a:lnTo>
                <a:cubicBezTo>
                  <a:pt x="94506" y="11381"/>
                  <a:pt x="94432" y="11169"/>
                  <a:pt x="94289" y="11026"/>
                </a:cubicBezTo>
                <a:cubicBezTo>
                  <a:pt x="94718" y="10167"/>
                  <a:pt x="95148" y="9376"/>
                  <a:pt x="95148" y="9376"/>
                </a:cubicBezTo>
                <a:lnTo>
                  <a:pt x="95148" y="9376"/>
                </a:lnTo>
                <a:cubicBezTo>
                  <a:pt x="95148" y="9376"/>
                  <a:pt x="94649" y="9806"/>
                  <a:pt x="94077" y="10453"/>
                </a:cubicBezTo>
                <a:lnTo>
                  <a:pt x="94077" y="10378"/>
                </a:lnTo>
                <a:cubicBezTo>
                  <a:pt x="94077" y="10378"/>
                  <a:pt x="94002" y="10453"/>
                  <a:pt x="94002" y="10522"/>
                </a:cubicBezTo>
                <a:cubicBezTo>
                  <a:pt x="93933" y="10522"/>
                  <a:pt x="93933" y="10453"/>
                  <a:pt x="93859" y="10453"/>
                </a:cubicBezTo>
                <a:lnTo>
                  <a:pt x="93859" y="10453"/>
                </a:lnTo>
                <a:cubicBezTo>
                  <a:pt x="93933" y="10453"/>
                  <a:pt x="93933" y="10522"/>
                  <a:pt x="94002" y="10596"/>
                </a:cubicBezTo>
                <a:lnTo>
                  <a:pt x="93790" y="10808"/>
                </a:lnTo>
                <a:cubicBezTo>
                  <a:pt x="93716" y="10522"/>
                  <a:pt x="93573" y="10167"/>
                  <a:pt x="93430" y="9880"/>
                </a:cubicBezTo>
                <a:lnTo>
                  <a:pt x="93430" y="9880"/>
                </a:lnTo>
                <a:cubicBezTo>
                  <a:pt x="93573" y="10167"/>
                  <a:pt x="93647" y="10596"/>
                  <a:pt x="93647" y="11026"/>
                </a:cubicBezTo>
                <a:cubicBezTo>
                  <a:pt x="93504" y="10665"/>
                  <a:pt x="93361" y="10235"/>
                  <a:pt x="93217" y="9806"/>
                </a:cubicBezTo>
                <a:lnTo>
                  <a:pt x="93217" y="9806"/>
                </a:lnTo>
                <a:cubicBezTo>
                  <a:pt x="93286" y="10092"/>
                  <a:pt x="93361" y="10378"/>
                  <a:pt x="93361" y="10665"/>
                </a:cubicBezTo>
                <a:cubicBezTo>
                  <a:pt x="93286" y="10522"/>
                  <a:pt x="93286" y="10378"/>
                  <a:pt x="93217" y="10167"/>
                </a:cubicBezTo>
                <a:lnTo>
                  <a:pt x="93217" y="10167"/>
                </a:lnTo>
                <a:cubicBezTo>
                  <a:pt x="93286" y="10522"/>
                  <a:pt x="93361" y="10951"/>
                  <a:pt x="93429" y="11381"/>
                </a:cubicBezTo>
                <a:cubicBezTo>
                  <a:pt x="93361" y="11381"/>
                  <a:pt x="93361" y="11455"/>
                  <a:pt x="93361" y="11455"/>
                </a:cubicBezTo>
                <a:cubicBezTo>
                  <a:pt x="93286" y="11381"/>
                  <a:pt x="93217" y="11381"/>
                  <a:pt x="93217" y="11312"/>
                </a:cubicBezTo>
                <a:lnTo>
                  <a:pt x="93217" y="11667"/>
                </a:lnTo>
                <a:lnTo>
                  <a:pt x="93217" y="11742"/>
                </a:lnTo>
                <a:cubicBezTo>
                  <a:pt x="93084" y="11342"/>
                  <a:pt x="92951" y="11001"/>
                  <a:pt x="92758" y="10554"/>
                </a:cubicBezTo>
                <a:lnTo>
                  <a:pt x="92758" y="10554"/>
                </a:lnTo>
                <a:cubicBezTo>
                  <a:pt x="92858" y="10820"/>
                  <a:pt x="92865" y="11127"/>
                  <a:pt x="92931" y="11381"/>
                </a:cubicBezTo>
                <a:cubicBezTo>
                  <a:pt x="92931" y="11381"/>
                  <a:pt x="92857" y="11312"/>
                  <a:pt x="92857" y="11238"/>
                </a:cubicBezTo>
                <a:cubicBezTo>
                  <a:pt x="92788" y="11026"/>
                  <a:pt x="92645" y="10808"/>
                  <a:pt x="92502" y="10665"/>
                </a:cubicBezTo>
                <a:lnTo>
                  <a:pt x="92502" y="10739"/>
                </a:lnTo>
                <a:cubicBezTo>
                  <a:pt x="92427" y="10596"/>
                  <a:pt x="92427" y="10522"/>
                  <a:pt x="92358" y="10453"/>
                </a:cubicBezTo>
                <a:cubicBezTo>
                  <a:pt x="92358" y="9880"/>
                  <a:pt x="92427" y="9233"/>
                  <a:pt x="92502" y="8517"/>
                </a:cubicBezTo>
                <a:lnTo>
                  <a:pt x="92502" y="8517"/>
                </a:lnTo>
                <a:cubicBezTo>
                  <a:pt x="92284" y="8947"/>
                  <a:pt x="92072" y="9737"/>
                  <a:pt x="91854" y="10521"/>
                </a:cubicBezTo>
                <a:lnTo>
                  <a:pt x="91854" y="10521"/>
                </a:lnTo>
                <a:cubicBezTo>
                  <a:pt x="91855" y="10330"/>
                  <a:pt x="91863" y="10142"/>
                  <a:pt x="91929" y="9949"/>
                </a:cubicBezTo>
                <a:lnTo>
                  <a:pt x="91929" y="9949"/>
                </a:lnTo>
                <a:cubicBezTo>
                  <a:pt x="91786" y="10092"/>
                  <a:pt x="91711" y="10235"/>
                  <a:pt x="91642" y="10453"/>
                </a:cubicBezTo>
                <a:cubicBezTo>
                  <a:pt x="91711" y="9737"/>
                  <a:pt x="91786" y="8803"/>
                  <a:pt x="91854" y="7876"/>
                </a:cubicBezTo>
                <a:lnTo>
                  <a:pt x="91854" y="7876"/>
                </a:lnTo>
                <a:cubicBezTo>
                  <a:pt x="91642" y="8305"/>
                  <a:pt x="91425" y="9090"/>
                  <a:pt x="91282" y="9880"/>
                </a:cubicBezTo>
                <a:cubicBezTo>
                  <a:pt x="91213" y="9738"/>
                  <a:pt x="91139" y="9595"/>
                  <a:pt x="91138" y="9452"/>
                </a:cubicBezTo>
                <a:lnTo>
                  <a:pt x="91138" y="9452"/>
                </a:lnTo>
                <a:cubicBezTo>
                  <a:pt x="91139" y="9595"/>
                  <a:pt x="91213" y="9807"/>
                  <a:pt x="91213" y="10023"/>
                </a:cubicBezTo>
                <a:cubicBezTo>
                  <a:pt x="91138" y="10596"/>
                  <a:pt x="91070" y="11169"/>
                  <a:pt x="90995" y="11667"/>
                </a:cubicBezTo>
                <a:cubicBezTo>
                  <a:pt x="90852" y="11455"/>
                  <a:pt x="90640" y="11169"/>
                  <a:pt x="90422" y="10951"/>
                </a:cubicBezTo>
                <a:lnTo>
                  <a:pt x="90422" y="10951"/>
                </a:lnTo>
                <a:cubicBezTo>
                  <a:pt x="90640" y="11238"/>
                  <a:pt x="90783" y="11598"/>
                  <a:pt x="90926" y="11954"/>
                </a:cubicBezTo>
                <a:lnTo>
                  <a:pt x="90926" y="12028"/>
                </a:lnTo>
                <a:cubicBezTo>
                  <a:pt x="90926" y="11954"/>
                  <a:pt x="90852" y="11954"/>
                  <a:pt x="90852" y="11886"/>
                </a:cubicBezTo>
                <a:lnTo>
                  <a:pt x="90852" y="11886"/>
                </a:lnTo>
                <a:cubicBezTo>
                  <a:pt x="90852" y="11954"/>
                  <a:pt x="90926" y="12028"/>
                  <a:pt x="90926" y="12097"/>
                </a:cubicBezTo>
                <a:lnTo>
                  <a:pt x="90926" y="12240"/>
                </a:lnTo>
                <a:lnTo>
                  <a:pt x="90783" y="12097"/>
                </a:lnTo>
                <a:lnTo>
                  <a:pt x="90783" y="12314"/>
                </a:lnTo>
                <a:lnTo>
                  <a:pt x="90497" y="12601"/>
                </a:lnTo>
                <a:cubicBezTo>
                  <a:pt x="90422" y="12314"/>
                  <a:pt x="90279" y="12028"/>
                  <a:pt x="90211" y="11742"/>
                </a:cubicBezTo>
                <a:cubicBezTo>
                  <a:pt x="90279" y="11242"/>
                  <a:pt x="90279" y="10674"/>
                  <a:pt x="90352" y="10039"/>
                </a:cubicBezTo>
                <a:lnTo>
                  <a:pt x="90352" y="10039"/>
                </a:lnTo>
                <a:cubicBezTo>
                  <a:pt x="90347" y="10064"/>
                  <a:pt x="90332" y="10114"/>
                  <a:pt x="90279" y="10167"/>
                </a:cubicBezTo>
                <a:cubicBezTo>
                  <a:pt x="90279" y="10023"/>
                  <a:pt x="90354" y="9806"/>
                  <a:pt x="90354" y="9663"/>
                </a:cubicBezTo>
                <a:lnTo>
                  <a:pt x="90354" y="9663"/>
                </a:lnTo>
                <a:cubicBezTo>
                  <a:pt x="90211" y="9806"/>
                  <a:pt x="90136" y="10023"/>
                  <a:pt x="90067" y="10235"/>
                </a:cubicBezTo>
                <a:cubicBezTo>
                  <a:pt x="90067" y="10023"/>
                  <a:pt x="90067" y="9806"/>
                  <a:pt x="90136" y="9594"/>
                </a:cubicBezTo>
                <a:lnTo>
                  <a:pt x="90136" y="9594"/>
                </a:lnTo>
                <a:cubicBezTo>
                  <a:pt x="89993" y="9806"/>
                  <a:pt x="89850" y="10167"/>
                  <a:pt x="89706" y="10596"/>
                </a:cubicBezTo>
                <a:cubicBezTo>
                  <a:pt x="89638" y="10378"/>
                  <a:pt x="89495" y="10167"/>
                  <a:pt x="89420" y="9949"/>
                </a:cubicBezTo>
                <a:cubicBezTo>
                  <a:pt x="89277" y="9663"/>
                  <a:pt x="89065" y="9451"/>
                  <a:pt x="88922" y="9164"/>
                </a:cubicBezTo>
                <a:lnTo>
                  <a:pt x="88922" y="9164"/>
                </a:lnTo>
                <a:cubicBezTo>
                  <a:pt x="89065" y="9451"/>
                  <a:pt x="89208" y="9737"/>
                  <a:pt x="89277" y="10023"/>
                </a:cubicBezTo>
                <a:lnTo>
                  <a:pt x="89277" y="10092"/>
                </a:lnTo>
                <a:cubicBezTo>
                  <a:pt x="89065" y="9594"/>
                  <a:pt x="88779" y="9021"/>
                  <a:pt x="88418" y="8517"/>
                </a:cubicBezTo>
                <a:lnTo>
                  <a:pt x="88418" y="8517"/>
                </a:lnTo>
                <a:cubicBezTo>
                  <a:pt x="88704" y="9021"/>
                  <a:pt x="88922" y="9663"/>
                  <a:pt x="89065" y="10310"/>
                </a:cubicBezTo>
                <a:lnTo>
                  <a:pt x="88492" y="10883"/>
                </a:lnTo>
                <a:cubicBezTo>
                  <a:pt x="88275" y="11094"/>
                  <a:pt x="88131" y="11238"/>
                  <a:pt x="87988" y="11455"/>
                </a:cubicBezTo>
                <a:lnTo>
                  <a:pt x="87988" y="11238"/>
                </a:lnTo>
                <a:cubicBezTo>
                  <a:pt x="87988" y="11312"/>
                  <a:pt x="87919" y="11381"/>
                  <a:pt x="87845" y="11455"/>
                </a:cubicBezTo>
                <a:cubicBezTo>
                  <a:pt x="87776" y="11381"/>
                  <a:pt x="87776" y="11312"/>
                  <a:pt x="87702" y="11169"/>
                </a:cubicBezTo>
                <a:cubicBezTo>
                  <a:pt x="87776" y="10596"/>
                  <a:pt x="87776" y="9880"/>
                  <a:pt x="87845" y="9164"/>
                </a:cubicBezTo>
                <a:lnTo>
                  <a:pt x="87845" y="9164"/>
                </a:lnTo>
                <a:cubicBezTo>
                  <a:pt x="87702" y="9519"/>
                  <a:pt x="87490" y="10023"/>
                  <a:pt x="87347" y="10665"/>
                </a:cubicBezTo>
                <a:lnTo>
                  <a:pt x="87347" y="10808"/>
                </a:lnTo>
                <a:lnTo>
                  <a:pt x="86917" y="10167"/>
                </a:lnTo>
                <a:lnTo>
                  <a:pt x="86917" y="10167"/>
                </a:lnTo>
                <a:cubicBezTo>
                  <a:pt x="87060" y="10453"/>
                  <a:pt x="87204" y="10665"/>
                  <a:pt x="87272" y="10951"/>
                </a:cubicBezTo>
                <a:lnTo>
                  <a:pt x="87272" y="11026"/>
                </a:lnTo>
                <a:cubicBezTo>
                  <a:pt x="87129" y="10739"/>
                  <a:pt x="86917" y="10453"/>
                  <a:pt x="86699" y="10167"/>
                </a:cubicBezTo>
                <a:lnTo>
                  <a:pt x="86699" y="10167"/>
                </a:lnTo>
                <a:cubicBezTo>
                  <a:pt x="86917" y="10522"/>
                  <a:pt x="87060" y="10883"/>
                  <a:pt x="87204" y="11312"/>
                </a:cubicBezTo>
                <a:cubicBezTo>
                  <a:pt x="87129" y="11598"/>
                  <a:pt x="87060" y="11954"/>
                  <a:pt x="87060" y="12314"/>
                </a:cubicBezTo>
                <a:cubicBezTo>
                  <a:pt x="86843" y="12028"/>
                  <a:pt x="86631" y="11667"/>
                  <a:pt x="86413" y="11381"/>
                </a:cubicBezTo>
                <a:lnTo>
                  <a:pt x="86413" y="11381"/>
                </a:lnTo>
                <a:cubicBezTo>
                  <a:pt x="86631" y="11667"/>
                  <a:pt x="86774" y="12097"/>
                  <a:pt x="86917" y="12526"/>
                </a:cubicBezTo>
                <a:cubicBezTo>
                  <a:pt x="86917" y="12526"/>
                  <a:pt x="86843" y="12526"/>
                  <a:pt x="86774" y="12601"/>
                </a:cubicBezTo>
                <a:cubicBezTo>
                  <a:pt x="86556" y="12097"/>
                  <a:pt x="86201" y="11524"/>
                  <a:pt x="85840" y="10951"/>
                </a:cubicBezTo>
                <a:cubicBezTo>
                  <a:pt x="85984" y="10596"/>
                  <a:pt x="86201" y="10235"/>
                  <a:pt x="86201" y="10235"/>
                </a:cubicBezTo>
                <a:lnTo>
                  <a:pt x="86201" y="10235"/>
                </a:lnTo>
                <a:lnTo>
                  <a:pt x="85697" y="10739"/>
                </a:lnTo>
                <a:cubicBezTo>
                  <a:pt x="85628" y="10453"/>
                  <a:pt x="85485" y="10235"/>
                  <a:pt x="85411" y="9949"/>
                </a:cubicBezTo>
                <a:lnTo>
                  <a:pt x="85411" y="9949"/>
                </a:lnTo>
                <a:cubicBezTo>
                  <a:pt x="85485" y="10235"/>
                  <a:pt x="85554" y="10522"/>
                  <a:pt x="85554" y="10808"/>
                </a:cubicBezTo>
                <a:cubicBezTo>
                  <a:pt x="85485" y="10951"/>
                  <a:pt x="85342" y="11094"/>
                  <a:pt x="85199" y="11238"/>
                </a:cubicBezTo>
                <a:cubicBezTo>
                  <a:pt x="84981" y="10739"/>
                  <a:pt x="84695" y="10235"/>
                  <a:pt x="84340" y="9737"/>
                </a:cubicBezTo>
                <a:lnTo>
                  <a:pt x="84340" y="9737"/>
                </a:lnTo>
                <a:cubicBezTo>
                  <a:pt x="84626" y="10235"/>
                  <a:pt x="84838" y="10883"/>
                  <a:pt x="84981" y="11524"/>
                </a:cubicBezTo>
                <a:cubicBezTo>
                  <a:pt x="84912" y="11598"/>
                  <a:pt x="84912" y="11667"/>
                  <a:pt x="84838" y="11742"/>
                </a:cubicBezTo>
                <a:cubicBezTo>
                  <a:pt x="84769" y="11742"/>
                  <a:pt x="84769" y="11810"/>
                  <a:pt x="84769" y="11810"/>
                </a:cubicBezTo>
                <a:cubicBezTo>
                  <a:pt x="84695" y="11810"/>
                  <a:pt x="84695" y="11742"/>
                  <a:pt x="84627" y="11668"/>
                </a:cubicBezTo>
                <a:lnTo>
                  <a:pt x="84627" y="11668"/>
                </a:lnTo>
                <a:cubicBezTo>
                  <a:pt x="84695" y="11742"/>
                  <a:pt x="84695" y="11811"/>
                  <a:pt x="84695" y="11885"/>
                </a:cubicBezTo>
                <a:cubicBezTo>
                  <a:pt x="84626" y="12028"/>
                  <a:pt x="84483" y="12240"/>
                  <a:pt x="84408" y="12458"/>
                </a:cubicBezTo>
                <a:cubicBezTo>
                  <a:pt x="84408" y="12526"/>
                  <a:pt x="84340" y="12601"/>
                  <a:pt x="84340" y="12670"/>
                </a:cubicBezTo>
                <a:cubicBezTo>
                  <a:pt x="84340" y="12670"/>
                  <a:pt x="84265" y="12670"/>
                  <a:pt x="84265" y="12601"/>
                </a:cubicBezTo>
                <a:cubicBezTo>
                  <a:pt x="84340" y="12383"/>
                  <a:pt x="84340" y="12097"/>
                  <a:pt x="84340" y="11810"/>
                </a:cubicBezTo>
                <a:lnTo>
                  <a:pt x="84340" y="11810"/>
                </a:lnTo>
                <a:cubicBezTo>
                  <a:pt x="84265" y="11954"/>
                  <a:pt x="84197" y="12171"/>
                  <a:pt x="84053" y="12383"/>
                </a:cubicBezTo>
                <a:lnTo>
                  <a:pt x="84053" y="12526"/>
                </a:lnTo>
                <a:cubicBezTo>
                  <a:pt x="83979" y="12670"/>
                  <a:pt x="83910" y="12744"/>
                  <a:pt x="83836" y="12887"/>
                </a:cubicBezTo>
                <a:cubicBezTo>
                  <a:pt x="83767" y="12601"/>
                  <a:pt x="83624" y="12383"/>
                  <a:pt x="83549" y="12097"/>
                </a:cubicBezTo>
                <a:lnTo>
                  <a:pt x="83549" y="12097"/>
                </a:lnTo>
                <a:cubicBezTo>
                  <a:pt x="83624" y="12383"/>
                  <a:pt x="83693" y="12744"/>
                  <a:pt x="83767" y="13099"/>
                </a:cubicBezTo>
                <a:lnTo>
                  <a:pt x="83337" y="12458"/>
                </a:lnTo>
                <a:lnTo>
                  <a:pt x="83120" y="11810"/>
                </a:lnTo>
                <a:cubicBezTo>
                  <a:pt x="83481" y="11238"/>
                  <a:pt x="83767" y="10739"/>
                  <a:pt x="83767" y="10739"/>
                </a:cubicBezTo>
                <a:lnTo>
                  <a:pt x="83767" y="10739"/>
                </a:lnTo>
                <a:cubicBezTo>
                  <a:pt x="83767" y="10739"/>
                  <a:pt x="83406" y="11026"/>
                  <a:pt x="83051" y="11381"/>
                </a:cubicBezTo>
                <a:cubicBezTo>
                  <a:pt x="82930" y="11080"/>
                  <a:pt x="82809" y="10776"/>
                  <a:pt x="82688" y="10429"/>
                </a:cubicBezTo>
                <a:lnTo>
                  <a:pt x="82688" y="10429"/>
                </a:lnTo>
                <a:cubicBezTo>
                  <a:pt x="82786" y="10765"/>
                  <a:pt x="82833" y="11180"/>
                  <a:pt x="82833" y="11598"/>
                </a:cubicBezTo>
                <a:cubicBezTo>
                  <a:pt x="82690" y="11742"/>
                  <a:pt x="82547" y="11954"/>
                  <a:pt x="82404" y="12097"/>
                </a:cubicBezTo>
                <a:lnTo>
                  <a:pt x="82335" y="12171"/>
                </a:lnTo>
                <a:lnTo>
                  <a:pt x="82049" y="11885"/>
                </a:lnTo>
                <a:lnTo>
                  <a:pt x="82049" y="11885"/>
                </a:lnTo>
                <a:cubicBezTo>
                  <a:pt x="82117" y="12028"/>
                  <a:pt x="82192" y="12097"/>
                  <a:pt x="82261" y="12240"/>
                </a:cubicBezTo>
                <a:cubicBezTo>
                  <a:pt x="82117" y="12314"/>
                  <a:pt x="82049" y="12383"/>
                  <a:pt x="81905" y="12526"/>
                </a:cubicBezTo>
                <a:cubicBezTo>
                  <a:pt x="81905" y="12383"/>
                  <a:pt x="81905" y="12240"/>
                  <a:pt x="81974" y="12097"/>
                </a:cubicBezTo>
                <a:cubicBezTo>
                  <a:pt x="81974" y="12028"/>
                  <a:pt x="82049" y="11954"/>
                  <a:pt x="82049" y="11885"/>
                </a:cubicBezTo>
                <a:cubicBezTo>
                  <a:pt x="82404" y="11312"/>
                  <a:pt x="82621" y="10883"/>
                  <a:pt x="82621" y="10883"/>
                </a:cubicBezTo>
                <a:lnTo>
                  <a:pt x="82621" y="10883"/>
                </a:lnTo>
                <a:cubicBezTo>
                  <a:pt x="82621" y="10883"/>
                  <a:pt x="82335" y="11095"/>
                  <a:pt x="81974" y="11455"/>
                </a:cubicBezTo>
                <a:cubicBezTo>
                  <a:pt x="82049" y="10883"/>
                  <a:pt x="82117" y="10310"/>
                  <a:pt x="82192" y="9594"/>
                </a:cubicBezTo>
                <a:lnTo>
                  <a:pt x="82192" y="9594"/>
                </a:lnTo>
                <a:cubicBezTo>
                  <a:pt x="81974" y="9880"/>
                  <a:pt x="81831" y="10378"/>
                  <a:pt x="81688" y="10951"/>
                </a:cubicBezTo>
                <a:cubicBezTo>
                  <a:pt x="81476" y="11312"/>
                  <a:pt x="81333" y="11742"/>
                  <a:pt x="81258" y="12240"/>
                </a:cubicBezTo>
                <a:lnTo>
                  <a:pt x="81115" y="12383"/>
                </a:lnTo>
                <a:cubicBezTo>
                  <a:pt x="81080" y="12383"/>
                  <a:pt x="81063" y="12365"/>
                  <a:pt x="81045" y="12338"/>
                </a:cubicBezTo>
                <a:lnTo>
                  <a:pt x="81045" y="12338"/>
                </a:lnTo>
                <a:cubicBezTo>
                  <a:pt x="81046" y="12350"/>
                  <a:pt x="81046" y="12364"/>
                  <a:pt x="81046" y="12383"/>
                </a:cubicBezTo>
                <a:cubicBezTo>
                  <a:pt x="81046" y="12383"/>
                  <a:pt x="81046" y="12458"/>
                  <a:pt x="81115" y="12458"/>
                </a:cubicBezTo>
                <a:cubicBezTo>
                  <a:pt x="80972" y="12601"/>
                  <a:pt x="80903" y="12744"/>
                  <a:pt x="80829" y="12813"/>
                </a:cubicBezTo>
                <a:cubicBezTo>
                  <a:pt x="80760" y="12526"/>
                  <a:pt x="80686" y="12240"/>
                  <a:pt x="80542" y="11885"/>
                </a:cubicBezTo>
                <a:cubicBezTo>
                  <a:pt x="80685" y="11599"/>
                  <a:pt x="80829" y="11455"/>
                  <a:pt x="80829" y="11455"/>
                </a:cubicBezTo>
                <a:lnTo>
                  <a:pt x="80829" y="11455"/>
                </a:lnTo>
                <a:cubicBezTo>
                  <a:pt x="80829" y="11455"/>
                  <a:pt x="80685" y="11524"/>
                  <a:pt x="80474" y="11742"/>
                </a:cubicBezTo>
                <a:cubicBezTo>
                  <a:pt x="80399" y="11381"/>
                  <a:pt x="80256" y="11094"/>
                  <a:pt x="80113" y="10665"/>
                </a:cubicBezTo>
                <a:lnTo>
                  <a:pt x="80113" y="10665"/>
                </a:lnTo>
                <a:cubicBezTo>
                  <a:pt x="80187" y="11026"/>
                  <a:pt x="80256" y="11455"/>
                  <a:pt x="80330" y="11810"/>
                </a:cubicBezTo>
                <a:cubicBezTo>
                  <a:pt x="80187" y="12028"/>
                  <a:pt x="79970" y="12171"/>
                  <a:pt x="79758" y="12383"/>
                </a:cubicBezTo>
                <a:cubicBezTo>
                  <a:pt x="79758" y="12171"/>
                  <a:pt x="79683" y="12028"/>
                  <a:pt x="79614" y="11885"/>
                </a:cubicBezTo>
                <a:cubicBezTo>
                  <a:pt x="79614" y="11598"/>
                  <a:pt x="79614" y="11312"/>
                  <a:pt x="79683" y="10951"/>
                </a:cubicBezTo>
                <a:cubicBezTo>
                  <a:pt x="79901" y="10378"/>
                  <a:pt x="80187" y="9737"/>
                  <a:pt x="80399" y="9307"/>
                </a:cubicBezTo>
                <a:cubicBezTo>
                  <a:pt x="80617" y="8804"/>
                  <a:pt x="80829" y="8448"/>
                  <a:pt x="80829" y="8448"/>
                </a:cubicBezTo>
                <a:lnTo>
                  <a:pt x="80829" y="8448"/>
                </a:lnTo>
                <a:cubicBezTo>
                  <a:pt x="80828" y="8449"/>
                  <a:pt x="79614" y="9663"/>
                  <a:pt x="79042" y="10808"/>
                </a:cubicBezTo>
                <a:cubicBezTo>
                  <a:pt x="78967" y="10739"/>
                  <a:pt x="78967" y="10665"/>
                  <a:pt x="78967" y="10665"/>
                </a:cubicBezTo>
                <a:cubicBezTo>
                  <a:pt x="79397" y="9594"/>
                  <a:pt x="79901" y="8517"/>
                  <a:pt x="79901" y="8517"/>
                </a:cubicBezTo>
                <a:lnTo>
                  <a:pt x="79901" y="8517"/>
                </a:lnTo>
                <a:cubicBezTo>
                  <a:pt x="79901" y="8517"/>
                  <a:pt x="78967" y="9451"/>
                  <a:pt x="78326" y="10453"/>
                </a:cubicBezTo>
                <a:cubicBezTo>
                  <a:pt x="78681" y="9663"/>
                  <a:pt x="79042" y="9021"/>
                  <a:pt x="79042" y="9021"/>
                </a:cubicBezTo>
                <a:lnTo>
                  <a:pt x="79042" y="9021"/>
                </a:lnTo>
                <a:cubicBezTo>
                  <a:pt x="79041" y="9021"/>
                  <a:pt x="78108" y="9880"/>
                  <a:pt x="77467" y="10808"/>
                </a:cubicBezTo>
                <a:cubicBezTo>
                  <a:pt x="77467" y="10596"/>
                  <a:pt x="77392" y="10378"/>
                  <a:pt x="77323" y="10167"/>
                </a:cubicBezTo>
                <a:cubicBezTo>
                  <a:pt x="77678" y="9376"/>
                  <a:pt x="77965" y="8735"/>
                  <a:pt x="77965" y="8735"/>
                </a:cubicBezTo>
                <a:lnTo>
                  <a:pt x="77965" y="8735"/>
                </a:lnTo>
                <a:cubicBezTo>
                  <a:pt x="77965" y="8735"/>
                  <a:pt x="77610" y="9090"/>
                  <a:pt x="77180" y="9594"/>
                </a:cubicBezTo>
                <a:cubicBezTo>
                  <a:pt x="77106" y="9233"/>
                  <a:pt x="76963" y="8803"/>
                  <a:pt x="76819" y="8305"/>
                </a:cubicBezTo>
                <a:lnTo>
                  <a:pt x="76819" y="8305"/>
                </a:lnTo>
                <a:cubicBezTo>
                  <a:pt x="76894" y="8735"/>
                  <a:pt x="76963" y="9233"/>
                  <a:pt x="77037" y="9806"/>
                </a:cubicBezTo>
                <a:cubicBezTo>
                  <a:pt x="76894" y="9949"/>
                  <a:pt x="76751" y="10167"/>
                  <a:pt x="76607" y="10310"/>
                </a:cubicBezTo>
                <a:cubicBezTo>
                  <a:pt x="76533" y="10378"/>
                  <a:pt x="76533" y="10453"/>
                  <a:pt x="76464" y="10522"/>
                </a:cubicBezTo>
                <a:cubicBezTo>
                  <a:pt x="76321" y="9949"/>
                  <a:pt x="76103" y="9233"/>
                  <a:pt x="75892" y="8305"/>
                </a:cubicBezTo>
                <a:lnTo>
                  <a:pt x="75892" y="8305"/>
                </a:lnTo>
                <a:cubicBezTo>
                  <a:pt x="76035" y="9164"/>
                  <a:pt x="76103" y="10167"/>
                  <a:pt x="76178" y="11094"/>
                </a:cubicBezTo>
                <a:cubicBezTo>
                  <a:pt x="76103" y="11238"/>
                  <a:pt x="76035" y="11381"/>
                  <a:pt x="75960" y="11455"/>
                </a:cubicBezTo>
                <a:cubicBezTo>
                  <a:pt x="75960" y="11598"/>
                  <a:pt x="75892" y="11742"/>
                  <a:pt x="75817" y="11954"/>
                </a:cubicBezTo>
                <a:lnTo>
                  <a:pt x="75817" y="11885"/>
                </a:lnTo>
                <a:cubicBezTo>
                  <a:pt x="75817" y="11810"/>
                  <a:pt x="75817" y="11667"/>
                  <a:pt x="75892" y="11598"/>
                </a:cubicBezTo>
                <a:cubicBezTo>
                  <a:pt x="75817" y="11598"/>
                  <a:pt x="75817" y="11667"/>
                  <a:pt x="75817" y="11742"/>
                </a:cubicBezTo>
                <a:cubicBezTo>
                  <a:pt x="75748" y="11381"/>
                  <a:pt x="75674" y="11094"/>
                  <a:pt x="75531" y="10665"/>
                </a:cubicBezTo>
                <a:cubicBezTo>
                  <a:pt x="75605" y="10596"/>
                  <a:pt x="75748" y="10379"/>
                  <a:pt x="75748" y="10378"/>
                </a:cubicBezTo>
                <a:lnTo>
                  <a:pt x="75748" y="10378"/>
                </a:lnTo>
                <a:cubicBezTo>
                  <a:pt x="75748" y="10379"/>
                  <a:pt x="75605" y="10453"/>
                  <a:pt x="75531" y="10596"/>
                </a:cubicBezTo>
                <a:cubicBezTo>
                  <a:pt x="75387" y="10023"/>
                  <a:pt x="75244" y="9519"/>
                  <a:pt x="75032" y="8803"/>
                </a:cubicBezTo>
                <a:lnTo>
                  <a:pt x="75032" y="8803"/>
                </a:lnTo>
                <a:cubicBezTo>
                  <a:pt x="75176" y="9376"/>
                  <a:pt x="75244" y="10023"/>
                  <a:pt x="75244" y="10665"/>
                </a:cubicBezTo>
                <a:cubicBezTo>
                  <a:pt x="75176" y="10739"/>
                  <a:pt x="75176" y="10883"/>
                  <a:pt x="75101" y="10951"/>
                </a:cubicBezTo>
                <a:cubicBezTo>
                  <a:pt x="74958" y="11094"/>
                  <a:pt x="74889" y="11238"/>
                  <a:pt x="74672" y="11381"/>
                </a:cubicBezTo>
                <a:lnTo>
                  <a:pt x="74672" y="11169"/>
                </a:lnTo>
                <a:cubicBezTo>
                  <a:pt x="74889" y="10808"/>
                  <a:pt x="74958" y="10596"/>
                  <a:pt x="74958" y="10596"/>
                </a:cubicBezTo>
                <a:lnTo>
                  <a:pt x="74958" y="10596"/>
                </a:lnTo>
                <a:lnTo>
                  <a:pt x="74603" y="10951"/>
                </a:lnTo>
                <a:cubicBezTo>
                  <a:pt x="74460" y="10310"/>
                  <a:pt x="74242" y="9519"/>
                  <a:pt x="73956" y="8517"/>
                </a:cubicBezTo>
                <a:lnTo>
                  <a:pt x="73956" y="8517"/>
                </a:lnTo>
                <a:cubicBezTo>
                  <a:pt x="74030" y="8803"/>
                  <a:pt x="74099" y="9164"/>
                  <a:pt x="74099" y="9519"/>
                </a:cubicBezTo>
                <a:cubicBezTo>
                  <a:pt x="74173" y="10023"/>
                  <a:pt x="74242" y="10596"/>
                  <a:pt x="74242" y="11094"/>
                </a:cubicBezTo>
                <a:cubicBezTo>
                  <a:pt x="74173" y="10951"/>
                  <a:pt x="74099" y="10883"/>
                  <a:pt x="73956" y="10739"/>
                </a:cubicBezTo>
                <a:lnTo>
                  <a:pt x="73956" y="10739"/>
                </a:lnTo>
                <a:cubicBezTo>
                  <a:pt x="74099" y="10883"/>
                  <a:pt x="74173" y="11026"/>
                  <a:pt x="74242" y="11238"/>
                </a:cubicBezTo>
                <a:lnTo>
                  <a:pt x="74242" y="11312"/>
                </a:lnTo>
                <a:cubicBezTo>
                  <a:pt x="74030" y="11455"/>
                  <a:pt x="73887" y="11667"/>
                  <a:pt x="73669" y="11885"/>
                </a:cubicBezTo>
                <a:cubicBezTo>
                  <a:pt x="73744" y="11598"/>
                  <a:pt x="73744" y="11312"/>
                  <a:pt x="73744" y="10951"/>
                </a:cubicBezTo>
                <a:lnTo>
                  <a:pt x="73744" y="10951"/>
                </a:lnTo>
                <a:cubicBezTo>
                  <a:pt x="73669" y="11094"/>
                  <a:pt x="73600" y="11238"/>
                  <a:pt x="73526" y="11455"/>
                </a:cubicBezTo>
                <a:cubicBezTo>
                  <a:pt x="73457" y="11312"/>
                  <a:pt x="73457" y="11238"/>
                  <a:pt x="73383" y="11094"/>
                </a:cubicBezTo>
                <a:cubicBezTo>
                  <a:pt x="73744" y="10310"/>
                  <a:pt x="74099" y="9594"/>
                  <a:pt x="74099" y="9519"/>
                </a:cubicBezTo>
                <a:lnTo>
                  <a:pt x="74099" y="9519"/>
                </a:lnTo>
                <a:lnTo>
                  <a:pt x="73383" y="10235"/>
                </a:lnTo>
                <a:cubicBezTo>
                  <a:pt x="73457" y="9519"/>
                  <a:pt x="73526" y="8660"/>
                  <a:pt x="73600" y="7801"/>
                </a:cubicBezTo>
                <a:lnTo>
                  <a:pt x="73600" y="7801"/>
                </a:lnTo>
                <a:cubicBezTo>
                  <a:pt x="73240" y="8448"/>
                  <a:pt x="72953" y="9806"/>
                  <a:pt x="72810" y="11026"/>
                </a:cubicBezTo>
                <a:cubicBezTo>
                  <a:pt x="72667" y="11169"/>
                  <a:pt x="72598" y="11238"/>
                  <a:pt x="72598" y="11381"/>
                </a:cubicBezTo>
                <a:cubicBezTo>
                  <a:pt x="72524" y="11381"/>
                  <a:pt x="72524" y="11381"/>
                  <a:pt x="72524" y="11455"/>
                </a:cubicBezTo>
                <a:cubicBezTo>
                  <a:pt x="72524" y="11381"/>
                  <a:pt x="72455" y="11381"/>
                  <a:pt x="72455" y="11312"/>
                </a:cubicBezTo>
                <a:lnTo>
                  <a:pt x="72455" y="11524"/>
                </a:lnTo>
                <a:cubicBezTo>
                  <a:pt x="72455" y="11598"/>
                  <a:pt x="72455" y="11667"/>
                  <a:pt x="72380" y="11742"/>
                </a:cubicBezTo>
                <a:cubicBezTo>
                  <a:pt x="72380" y="11667"/>
                  <a:pt x="72312" y="11598"/>
                  <a:pt x="72312" y="11524"/>
                </a:cubicBezTo>
                <a:cubicBezTo>
                  <a:pt x="72380" y="10522"/>
                  <a:pt x="72455" y="9307"/>
                  <a:pt x="72598" y="7801"/>
                </a:cubicBezTo>
                <a:lnTo>
                  <a:pt x="72598" y="7801"/>
                </a:lnTo>
                <a:cubicBezTo>
                  <a:pt x="72237" y="8374"/>
                  <a:pt x="72025" y="9451"/>
                  <a:pt x="71808" y="10522"/>
                </a:cubicBezTo>
                <a:cubicBezTo>
                  <a:pt x="71808" y="10453"/>
                  <a:pt x="71739" y="10310"/>
                  <a:pt x="71739" y="10235"/>
                </a:cubicBezTo>
                <a:lnTo>
                  <a:pt x="71739" y="10235"/>
                </a:lnTo>
                <a:cubicBezTo>
                  <a:pt x="71739" y="10379"/>
                  <a:pt x="71808" y="10522"/>
                  <a:pt x="71808" y="10665"/>
                </a:cubicBezTo>
                <a:cubicBezTo>
                  <a:pt x="71739" y="11026"/>
                  <a:pt x="71739" y="11312"/>
                  <a:pt x="71665" y="11598"/>
                </a:cubicBezTo>
                <a:cubicBezTo>
                  <a:pt x="71596" y="11524"/>
                  <a:pt x="71596" y="11455"/>
                  <a:pt x="71521" y="11312"/>
                </a:cubicBezTo>
                <a:cubicBezTo>
                  <a:pt x="71596" y="10522"/>
                  <a:pt x="71665" y="9451"/>
                  <a:pt x="71739" y="8305"/>
                </a:cubicBezTo>
                <a:lnTo>
                  <a:pt x="71739" y="8305"/>
                </a:lnTo>
                <a:cubicBezTo>
                  <a:pt x="71521" y="8735"/>
                  <a:pt x="71309" y="9594"/>
                  <a:pt x="71092" y="10522"/>
                </a:cubicBezTo>
                <a:lnTo>
                  <a:pt x="71092" y="10596"/>
                </a:lnTo>
                <a:cubicBezTo>
                  <a:pt x="70949" y="10167"/>
                  <a:pt x="70805" y="9737"/>
                  <a:pt x="70593" y="9307"/>
                </a:cubicBezTo>
                <a:cubicBezTo>
                  <a:pt x="70593" y="8878"/>
                  <a:pt x="70662" y="8448"/>
                  <a:pt x="70662" y="7944"/>
                </a:cubicBezTo>
                <a:lnTo>
                  <a:pt x="70662" y="7944"/>
                </a:lnTo>
                <a:cubicBezTo>
                  <a:pt x="70593" y="8231"/>
                  <a:pt x="70450" y="8517"/>
                  <a:pt x="70376" y="8878"/>
                </a:cubicBezTo>
                <a:cubicBezTo>
                  <a:pt x="70233" y="8660"/>
                  <a:pt x="70164" y="8448"/>
                  <a:pt x="70021" y="8231"/>
                </a:cubicBezTo>
                <a:lnTo>
                  <a:pt x="70021" y="8231"/>
                </a:lnTo>
                <a:cubicBezTo>
                  <a:pt x="70164" y="8448"/>
                  <a:pt x="70233" y="8735"/>
                  <a:pt x="70307" y="9021"/>
                </a:cubicBezTo>
                <a:cubicBezTo>
                  <a:pt x="70233" y="9233"/>
                  <a:pt x="70164" y="9519"/>
                  <a:pt x="70089" y="9806"/>
                </a:cubicBezTo>
                <a:cubicBezTo>
                  <a:pt x="70021" y="9880"/>
                  <a:pt x="69946" y="10023"/>
                  <a:pt x="69803" y="10092"/>
                </a:cubicBezTo>
                <a:cubicBezTo>
                  <a:pt x="69591" y="9519"/>
                  <a:pt x="69305" y="8878"/>
                  <a:pt x="68944" y="8231"/>
                </a:cubicBezTo>
                <a:lnTo>
                  <a:pt x="68944" y="8231"/>
                </a:lnTo>
                <a:cubicBezTo>
                  <a:pt x="69230" y="8878"/>
                  <a:pt x="69448" y="9594"/>
                  <a:pt x="69660" y="10310"/>
                </a:cubicBezTo>
                <a:cubicBezTo>
                  <a:pt x="69517" y="10453"/>
                  <a:pt x="69373" y="10596"/>
                  <a:pt x="69230" y="10808"/>
                </a:cubicBezTo>
                <a:cubicBezTo>
                  <a:pt x="68944" y="10167"/>
                  <a:pt x="68589" y="9451"/>
                  <a:pt x="68228" y="8735"/>
                </a:cubicBezTo>
                <a:lnTo>
                  <a:pt x="68228" y="8735"/>
                </a:lnTo>
                <a:cubicBezTo>
                  <a:pt x="68514" y="9451"/>
                  <a:pt x="68801" y="10235"/>
                  <a:pt x="68944" y="11026"/>
                </a:cubicBezTo>
                <a:cubicBezTo>
                  <a:pt x="68801" y="11238"/>
                  <a:pt x="68589" y="11381"/>
                  <a:pt x="68446" y="11598"/>
                </a:cubicBezTo>
                <a:cubicBezTo>
                  <a:pt x="68446" y="11455"/>
                  <a:pt x="68371" y="11381"/>
                  <a:pt x="68302" y="11238"/>
                </a:cubicBezTo>
                <a:cubicBezTo>
                  <a:pt x="68371" y="10739"/>
                  <a:pt x="68446" y="10235"/>
                  <a:pt x="68446" y="9737"/>
                </a:cubicBezTo>
                <a:lnTo>
                  <a:pt x="68446" y="9737"/>
                </a:lnTo>
                <a:cubicBezTo>
                  <a:pt x="68302" y="9949"/>
                  <a:pt x="68228" y="10235"/>
                  <a:pt x="68085" y="10596"/>
                </a:cubicBezTo>
                <a:cubicBezTo>
                  <a:pt x="68016" y="10453"/>
                  <a:pt x="68016" y="10310"/>
                  <a:pt x="67942" y="10167"/>
                </a:cubicBezTo>
                <a:lnTo>
                  <a:pt x="67942" y="9949"/>
                </a:lnTo>
                <a:cubicBezTo>
                  <a:pt x="67942" y="9949"/>
                  <a:pt x="67942" y="10023"/>
                  <a:pt x="67873" y="10023"/>
                </a:cubicBezTo>
                <a:cubicBezTo>
                  <a:pt x="67798" y="9806"/>
                  <a:pt x="67655" y="9594"/>
                  <a:pt x="67586" y="9307"/>
                </a:cubicBezTo>
                <a:lnTo>
                  <a:pt x="67586" y="8803"/>
                </a:lnTo>
                <a:cubicBezTo>
                  <a:pt x="67586" y="8878"/>
                  <a:pt x="67512" y="9021"/>
                  <a:pt x="67443" y="9090"/>
                </a:cubicBezTo>
                <a:cubicBezTo>
                  <a:pt x="67369" y="8878"/>
                  <a:pt x="67226" y="8660"/>
                  <a:pt x="67083" y="8448"/>
                </a:cubicBezTo>
                <a:lnTo>
                  <a:pt x="67083" y="8448"/>
                </a:lnTo>
                <a:cubicBezTo>
                  <a:pt x="67226" y="8660"/>
                  <a:pt x="67300" y="8947"/>
                  <a:pt x="67443" y="9233"/>
                </a:cubicBezTo>
                <a:cubicBezTo>
                  <a:pt x="67226" y="9737"/>
                  <a:pt x="67082" y="10453"/>
                  <a:pt x="66939" y="11169"/>
                </a:cubicBezTo>
                <a:cubicBezTo>
                  <a:pt x="66796" y="10665"/>
                  <a:pt x="66653" y="10023"/>
                  <a:pt x="66367" y="9307"/>
                </a:cubicBezTo>
                <a:lnTo>
                  <a:pt x="66367" y="9307"/>
                </a:lnTo>
                <a:cubicBezTo>
                  <a:pt x="66584" y="9949"/>
                  <a:pt x="66653" y="10808"/>
                  <a:pt x="66653" y="11598"/>
                </a:cubicBezTo>
                <a:cubicBezTo>
                  <a:pt x="66584" y="11598"/>
                  <a:pt x="66510" y="11667"/>
                  <a:pt x="66367" y="11810"/>
                </a:cubicBezTo>
                <a:cubicBezTo>
                  <a:pt x="66298" y="11742"/>
                  <a:pt x="66298" y="11667"/>
                  <a:pt x="66223" y="11598"/>
                </a:cubicBezTo>
                <a:cubicBezTo>
                  <a:pt x="66155" y="11524"/>
                  <a:pt x="66155" y="11455"/>
                  <a:pt x="66080" y="11381"/>
                </a:cubicBezTo>
                <a:cubicBezTo>
                  <a:pt x="65937" y="11026"/>
                  <a:pt x="65868" y="10596"/>
                  <a:pt x="65651" y="10167"/>
                </a:cubicBezTo>
                <a:lnTo>
                  <a:pt x="65651" y="10167"/>
                </a:lnTo>
                <a:cubicBezTo>
                  <a:pt x="65794" y="10665"/>
                  <a:pt x="65868" y="11238"/>
                  <a:pt x="65937" y="11810"/>
                </a:cubicBezTo>
                <a:lnTo>
                  <a:pt x="65868" y="11810"/>
                </a:lnTo>
                <a:cubicBezTo>
                  <a:pt x="65725" y="11524"/>
                  <a:pt x="65582" y="11169"/>
                  <a:pt x="65364" y="10808"/>
                </a:cubicBezTo>
                <a:cubicBezTo>
                  <a:pt x="65439" y="10596"/>
                  <a:pt x="65582" y="10378"/>
                  <a:pt x="65651" y="10167"/>
                </a:cubicBezTo>
                <a:cubicBezTo>
                  <a:pt x="66011" y="9519"/>
                  <a:pt x="66223" y="8947"/>
                  <a:pt x="66223" y="8947"/>
                </a:cubicBezTo>
                <a:lnTo>
                  <a:pt x="66223" y="8947"/>
                </a:lnTo>
                <a:cubicBezTo>
                  <a:pt x="66223" y="8947"/>
                  <a:pt x="65582" y="9519"/>
                  <a:pt x="65009" y="10310"/>
                </a:cubicBezTo>
                <a:cubicBezTo>
                  <a:pt x="64935" y="10092"/>
                  <a:pt x="64866" y="9880"/>
                  <a:pt x="64723" y="9737"/>
                </a:cubicBezTo>
                <a:cubicBezTo>
                  <a:pt x="64723" y="9663"/>
                  <a:pt x="64791" y="9663"/>
                  <a:pt x="64791" y="9663"/>
                </a:cubicBezTo>
                <a:lnTo>
                  <a:pt x="64723" y="9663"/>
                </a:lnTo>
                <a:cubicBezTo>
                  <a:pt x="64648" y="9519"/>
                  <a:pt x="64505" y="9308"/>
                  <a:pt x="64436" y="9164"/>
                </a:cubicBezTo>
                <a:lnTo>
                  <a:pt x="64436" y="9164"/>
                </a:lnTo>
                <a:cubicBezTo>
                  <a:pt x="64505" y="9308"/>
                  <a:pt x="64580" y="9519"/>
                  <a:pt x="64648" y="9737"/>
                </a:cubicBezTo>
                <a:cubicBezTo>
                  <a:pt x="64579" y="9806"/>
                  <a:pt x="64362" y="9949"/>
                  <a:pt x="64150" y="10235"/>
                </a:cubicBezTo>
                <a:cubicBezTo>
                  <a:pt x="64150" y="10023"/>
                  <a:pt x="64150" y="9806"/>
                  <a:pt x="64219" y="9594"/>
                </a:cubicBezTo>
                <a:lnTo>
                  <a:pt x="64219" y="9594"/>
                </a:lnTo>
                <a:cubicBezTo>
                  <a:pt x="64007" y="9806"/>
                  <a:pt x="63864" y="10235"/>
                  <a:pt x="63789" y="10596"/>
                </a:cubicBezTo>
                <a:cubicBezTo>
                  <a:pt x="63577" y="10883"/>
                  <a:pt x="63360" y="11094"/>
                  <a:pt x="63148" y="11381"/>
                </a:cubicBezTo>
                <a:lnTo>
                  <a:pt x="63148" y="11312"/>
                </a:lnTo>
                <a:cubicBezTo>
                  <a:pt x="63434" y="10739"/>
                  <a:pt x="63720" y="10310"/>
                  <a:pt x="63720" y="10310"/>
                </a:cubicBezTo>
                <a:lnTo>
                  <a:pt x="63720" y="10310"/>
                </a:lnTo>
                <a:cubicBezTo>
                  <a:pt x="63720" y="10310"/>
                  <a:pt x="63359" y="10522"/>
                  <a:pt x="63004" y="10883"/>
                </a:cubicBezTo>
                <a:lnTo>
                  <a:pt x="63004" y="10739"/>
                </a:lnTo>
                <a:cubicBezTo>
                  <a:pt x="63004" y="10092"/>
                  <a:pt x="63073" y="9451"/>
                  <a:pt x="63148" y="8735"/>
                </a:cubicBezTo>
                <a:lnTo>
                  <a:pt x="63148" y="8735"/>
                </a:lnTo>
                <a:cubicBezTo>
                  <a:pt x="63004" y="8947"/>
                  <a:pt x="62861" y="9376"/>
                  <a:pt x="62718" y="9806"/>
                </a:cubicBezTo>
                <a:cubicBezTo>
                  <a:pt x="62644" y="9451"/>
                  <a:pt x="62500" y="9090"/>
                  <a:pt x="62357" y="8660"/>
                </a:cubicBezTo>
                <a:lnTo>
                  <a:pt x="62357" y="8660"/>
                </a:lnTo>
                <a:cubicBezTo>
                  <a:pt x="62500" y="9164"/>
                  <a:pt x="62575" y="9737"/>
                  <a:pt x="62644" y="10310"/>
                </a:cubicBezTo>
                <a:cubicBezTo>
                  <a:pt x="62500" y="10739"/>
                  <a:pt x="62432" y="11238"/>
                  <a:pt x="62357" y="11667"/>
                </a:cubicBezTo>
                <a:cubicBezTo>
                  <a:pt x="62288" y="11742"/>
                  <a:pt x="62288" y="11810"/>
                  <a:pt x="62214" y="11885"/>
                </a:cubicBezTo>
                <a:lnTo>
                  <a:pt x="62214" y="11742"/>
                </a:lnTo>
                <a:cubicBezTo>
                  <a:pt x="62214" y="11094"/>
                  <a:pt x="62288" y="10310"/>
                  <a:pt x="62357" y="9519"/>
                </a:cubicBezTo>
                <a:lnTo>
                  <a:pt x="62357" y="9519"/>
                </a:lnTo>
                <a:cubicBezTo>
                  <a:pt x="62214" y="9806"/>
                  <a:pt x="62002" y="10310"/>
                  <a:pt x="61928" y="10808"/>
                </a:cubicBezTo>
                <a:cubicBezTo>
                  <a:pt x="61859" y="10739"/>
                  <a:pt x="61859" y="10665"/>
                  <a:pt x="61859" y="10596"/>
                </a:cubicBezTo>
                <a:lnTo>
                  <a:pt x="62002" y="10310"/>
                </a:lnTo>
                <a:lnTo>
                  <a:pt x="62002" y="10310"/>
                </a:lnTo>
                <a:cubicBezTo>
                  <a:pt x="62002" y="10310"/>
                  <a:pt x="61928" y="10379"/>
                  <a:pt x="61784" y="10453"/>
                </a:cubicBezTo>
                <a:cubicBezTo>
                  <a:pt x="61716" y="10310"/>
                  <a:pt x="61716" y="10167"/>
                  <a:pt x="61641" y="10023"/>
                </a:cubicBezTo>
                <a:lnTo>
                  <a:pt x="61641" y="10023"/>
                </a:lnTo>
                <a:cubicBezTo>
                  <a:pt x="61641" y="10167"/>
                  <a:pt x="61716" y="10310"/>
                  <a:pt x="61716" y="10522"/>
                </a:cubicBezTo>
                <a:cubicBezTo>
                  <a:pt x="61641" y="10596"/>
                  <a:pt x="61429" y="10739"/>
                  <a:pt x="61286" y="10951"/>
                </a:cubicBezTo>
                <a:lnTo>
                  <a:pt x="61286" y="10665"/>
                </a:lnTo>
                <a:cubicBezTo>
                  <a:pt x="61286" y="10739"/>
                  <a:pt x="61212" y="10808"/>
                  <a:pt x="61212" y="10883"/>
                </a:cubicBezTo>
                <a:cubicBezTo>
                  <a:pt x="61212" y="10808"/>
                  <a:pt x="61143" y="10808"/>
                  <a:pt x="61143" y="10739"/>
                </a:cubicBezTo>
                <a:cubicBezTo>
                  <a:pt x="61572" y="9949"/>
                  <a:pt x="61859" y="9233"/>
                  <a:pt x="61859" y="9233"/>
                </a:cubicBezTo>
                <a:lnTo>
                  <a:pt x="61859" y="9233"/>
                </a:lnTo>
                <a:cubicBezTo>
                  <a:pt x="61859" y="9233"/>
                  <a:pt x="61498" y="9663"/>
                  <a:pt x="61000" y="10167"/>
                </a:cubicBezTo>
                <a:cubicBezTo>
                  <a:pt x="60925" y="9880"/>
                  <a:pt x="60782" y="9594"/>
                  <a:pt x="60713" y="9308"/>
                </a:cubicBezTo>
                <a:lnTo>
                  <a:pt x="60713" y="9308"/>
                </a:lnTo>
                <a:cubicBezTo>
                  <a:pt x="60782" y="9594"/>
                  <a:pt x="60857" y="9949"/>
                  <a:pt x="60925" y="10310"/>
                </a:cubicBezTo>
                <a:cubicBezTo>
                  <a:pt x="60857" y="10310"/>
                  <a:pt x="60857" y="10310"/>
                  <a:pt x="60857" y="10378"/>
                </a:cubicBezTo>
                <a:cubicBezTo>
                  <a:pt x="60782" y="10167"/>
                  <a:pt x="60639" y="10023"/>
                  <a:pt x="60570" y="9880"/>
                </a:cubicBezTo>
                <a:lnTo>
                  <a:pt x="60570" y="9880"/>
                </a:lnTo>
                <a:cubicBezTo>
                  <a:pt x="60639" y="10023"/>
                  <a:pt x="60713" y="10235"/>
                  <a:pt x="60782" y="10378"/>
                </a:cubicBezTo>
                <a:cubicBezTo>
                  <a:pt x="60713" y="10522"/>
                  <a:pt x="60570" y="10665"/>
                  <a:pt x="60496" y="10808"/>
                </a:cubicBezTo>
                <a:cubicBezTo>
                  <a:pt x="60427" y="10665"/>
                  <a:pt x="60353" y="10522"/>
                  <a:pt x="60284" y="10310"/>
                </a:cubicBezTo>
                <a:cubicBezTo>
                  <a:pt x="60246" y="10272"/>
                  <a:pt x="60227" y="10217"/>
                  <a:pt x="60209" y="10162"/>
                </a:cubicBezTo>
                <a:lnTo>
                  <a:pt x="60209" y="10162"/>
                </a:lnTo>
                <a:cubicBezTo>
                  <a:pt x="60209" y="10164"/>
                  <a:pt x="60209" y="10165"/>
                  <a:pt x="60209" y="10167"/>
                </a:cubicBezTo>
                <a:lnTo>
                  <a:pt x="59997" y="9737"/>
                </a:lnTo>
                <a:cubicBezTo>
                  <a:pt x="60352" y="8947"/>
                  <a:pt x="60639" y="8305"/>
                  <a:pt x="60639" y="8305"/>
                </a:cubicBezTo>
                <a:lnTo>
                  <a:pt x="60639" y="8305"/>
                </a:lnTo>
                <a:lnTo>
                  <a:pt x="60209" y="8735"/>
                </a:lnTo>
                <a:cubicBezTo>
                  <a:pt x="60352" y="8517"/>
                  <a:pt x="60427" y="8305"/>
                  <a:pt x="60427" y="8305"/>
                </a:cubicBezTo>
                <a:lnTo>
                  <a:pt x="60427" y="8305"/>
                </a:lnTo>
                <a:cubicBezTo>
                  <a:pt x="60427" y="8305"/>
                  <a:pt x="60066" y="8660"/>
                  <a:pt x="59637" y="9164"/>
                </a:cubicBezTo>
                <a:cubicBezTo>
                  <a:pt x="59493" y="9376"/>
                  <a:pt x="59281" y="9594"/>
                  <a:pt x="59138" y="9806"/>
                </a:cubicBezTo>
                <a:cubicBezTo>
                  <a:pt x="59138" y="9663"/>
                  <a:pt x="59138" y="9519"/>
                  <a:pt x="59207" y="9376"/>
                </a:cubicBezTo>
                <a:cubicBezTo>
                  <a:pt x="59350" y="9021"/>
                  <a:pt x="59493" y="8735"/>
                  <a:pt x="59493" y="8735"/>
                </a:cubicBezTo>
                <a:lnTo>
                  <a:pt x="59493" y="8735"/>
                </a:lnTo>
                <a:cubicBezTo>
                  <a:pt x="59493" y="8735"/>
                  <a:pt x="59350" y="8803"/>
                  <a:pt x="59207" y="8947"/>
                </a:cubicBezTo>
                <a:cubicBezTo>
                  <a:pt x="59207" y="8660"/>
                  <a:pt x="59281" y="8374"/>
                  <a:pt x="59281" y="8019"/>
                </a:cubicBezTo>
                <a:lnTo>
                  <a:pt x="59281" y="8019"/>
                </a:lnTo>
                <a:cubicBezTo>
                  <a:pt x="59138" y="8374"/>
                  <a:pt x="58995" y="8803"/>
                  <a:pt x="58852" y="9376"/>
                </a:cubicBezTo>
                <a:cubicBezTo>
                  <a:pt x="58709" y="9519"/>
                  <a:pt x="58566" y="9663"/>
                  <a:pt x="58491" y="9806"/>
                </a:cubicBezTo>
                <a:lnTo>
                  <a:pt x="58491" y="9451"/>
                </a:lnTo>
                <a:cubicBezTo>
                  <a:pt x="58422" y="9594"/>
                  <a:pt x="58279" y="9880"/>
                  <a:pt x="58205" y="10092"/>
                </a:cubicBezTo>
                <a:lnTo>
                  <a:pt x="58205" y="10167"/>
                </a:lnTo>
                <a:cubicBezTo>
                  <a:pt x="58205" y="10092"/>
                  <a:pt x="58136" y="10023"/>
                  <a:pt x="58136" y="9949"/>
                </a:cubicBezTo>
                <a:lnTo>
                  <a:pt x="58136" y="9949"/>
                </a:lnTo>
                <a:cubicBezTo>
                  <a:pt x="58136" y="9963"/>
                  <a:pt x="58136" y="9976"/>
                  <a:pt x="58136" y="9989"/>
                </a:cubicBezTo>
                <a:lnTo>
                  <a:pt x="58136" y="9989"/>
                </a:lnTo>
                <a:cubicBezTo>
                  <a:pt x="58037" y="9724"/>
                  <a:pt x="57938" y="9425"/>
                  <a:pt x="57838" y="9094"/>
                </a:cubicBezTo>
                <a:lnTo>
                  <a:pt x="57838" y="9094"/>
                </a:lnTo>
                <a:cubicBezTo>
                  <a:pt x="57940" y="9488"/>
                  <a:pt x="57993" y="9960"/>
                  <a:pt x="57993" y="10378"/>
                </a:cubicBezTo>
                <a:cubicBezTo>
                  <a:pt x="57850" y="10665"/>
                  <a:pt x="57706" y="10883"/>
                  <a:pt x="57563" y="11169"/>
                </a:cubicBezTo>
                <a:cubicBezTo>
                  <a:pt x="57563" y="10808"/>
                  <a:pt x="57420" y="10310"/>
                  <a:pt x="57346" y="9806"/>
                </a:cubicBezTo>
                <a:cubicBezTo>
                  <a:pt x="57346" y="9451"/>
                  <a:pt x="57420" y="9090"/>
                  <a:pt x="57420" y="8660"/>
                </a:cubicBezTo>
                <a:lnTo>
                  <a:pt x="57420" y="8660"/>
                </a:lnTo>
                <a:cubicBezTo>
                  <a:pt x="57346" y="8803"/>
                  <a:pt x="57277" y="9021"/>
                  <a:pt x="57202" y="9233"/>
                </a:cubicBezTo>
                <a:cubicBezTo>
                  <a:pt x="57059" y="8803"/>
                  <a:pt x="56990" y="8448"/>
                  <a:pt x="56847" y="7944"/>
                </a:cubicBezTo>
                <a:lnTo>
                  <a:pt x="56847" y="7944"/>
                </a:lnTo>
                <a:cubicBezTo>
                  <a:pt x="56916" y="8374"/>
                  <a:pt x="56990" y="8878"/>
                  <a:pt x="57059" y="9376"/>
                </a:cubicBezTo>
                <a:cubicBezTo>
                  <a:pt x="56916" y="8947"/>
                  <a:pt x="56773" y="8448"/>
                  <a:pt x="56630" y="7876"/>
                </a:cubicBezTo>
                <a:lnTo>
                  <a:pt x="56630" y="7876"/>
                </a:lnTo>
                <a:cubicBezTo>
                  <a:pt x="56773" y="8591"/>
                  <a:pt x="56847" y="9519"/>
                  <a:pt x="56847" y="10310"/>
                </a:cubicBezTo>
                <a:lnTo>
                  <a:pt x="56847" y="10453"/>
                </a:lnTo>
                <a:cubicBezTo>
                  <a:pt x="56630" y="9737"/>
                  <a:pt x="56274" y="9021"/>
                  <a:pt x="55845" y="8374"/>
                </a:cubicBezTo>
                <a:lnTo>
                  <a:pt x="55845" y="8374"/>
                </a:lnTo>
                <a:cubicBezTo>
                  <a:pt x="56200" y="9021"/>
                  <a:pt x="56418" y="9880"/>
                  <a:pt x="56630" y="10665"/>
                </a:cubicBezTo>
                <a:cubicBezTo>
                  <a:pt x="56486" y="10739"/>
                  <a:pt x="56418" y="10808"/>
                  <a:pt x="56274" y="10951"/>
                </a:cubicBezTo>
                <a:lnTo>
                  <a:pt x="56274" y="10739"/>
                </a:lnTo>
                <a:cubicBezTo>
                  <a:pt x="56343" y="10665"/>
                  <a:pt x="56418" y="10522"/>
                  <a:pt x="56418" y="10522"/>
                </a:cubicBezTo>
                <a:lnTo>
                  <a:pt x="56418" y="10522"/>
                </a:lnTo>
                <a:cubicBezTo>
                  <a:pt x="56418" y="10522"/>
                  <a:pt x="56343" y="10596"/>
                  <a:pt x="56200" y="10665"/>
                </a:cubicBezTo>
                <a:cubicBezTo>
                  <a:pt x="56200" y="10522"/>
                  <a:pt x="56200" y="10378"/>
                  <a:pt x="56131" y="10235"/>
                </a:cubicBezTo>
                <a:cubicBezTo>
                  <a:pt x="56200" y="10167"/>
                  <a:pt x="56274" y="10023"/>
                  <a:pt x="56274" y="10023"/>
                </a:cubicBezTo>
                <a:lnTo>
                  <a:pt x="56274" y="10023"/>
                </a:lnTo>
                <a:lnTo>
                  <a:pt x="56131" y="10167"/>
                </a:lnTo>
                <a:cubicBezTo>
                  <a:pt x="55988" y="9594"/>
                  <a:pt x="55845" y="9021"/>
                  <a:pt x="55627" y="8305"/>
                </a:cubicBezTo>
                <a:lnTo>
                  <a:pt x="55627" y="8305"/>
                </a:lnTo>
                <a:cubicBezTo>
                  <a:pt x="55770" y="8947"/>
                  <a:pt x="55845" y="9663"/>
                  <a:pt x="55845" y="10378"/>
                </a:cubicBezTo>
                <a:lnTo>
                  <a:pt x="55559" y="10665"/>
                </a:lnTo>
                <a:cubicBezTo>
                  <a:pt x="55415" y="10310"/>
                  <a:pt x="55272" y="10023"/>
                  <a:pt x="55054" y="9737"/>
                </a:cubicBezTo>
                <a:lnTo>
                  <a:pt x="55054" y="9737"/>
                </a:lnTo>
                <a:cubicBezTo>
                  <a:pt x="55198" y="10023"/>
                  <a:pt x="55341" y="10378"/>
                  <a:pt x="55484" y="10739"/>
                </a:cubicBezTo>
                <a:cubicBezTo>
                  <a:pt x="55341" y="10883"/>
                  <a:pt x="55129" y="11094"/>
                  <a:pt x="54986" y="11312"/>
                </a:cubicBezTo>
                <a:cubicBezTo>
                  <a:pt x="54986" y="11169"/>
                  <a:pt x="54911" y="11094"/>
                  <a:pt x="54911" y="11026"/>
                </a:cubicBezTo>
                <a:cubicBezTo>
                  <a:pt x="54911" y="11026"/>
                  <a:pt x="54911" y="10951"/>
                  <a:pt x="54843" y="10951"/>
                </a:cubicBezTo>
                <a:cubicBezTo>
                  <a:pt x="54911" y="10739"/>
                  <a:pt x="54911" y="10453"/>
                  <a:pt x="54911" y="10167"/>
                </a:cubicBezTo>
                <a:cubicBezTo>
                  <a:pt x="54986" y="10092"/>
                  <a:pt x="55054" y="9949"/>
                  <a:pt x="55054" y="9949"/>
                </a:cubicBezTo>
                <a:lnTo>
                  <a:pt x="55054" y="9949"/>
                </a:lnTo>
                <a:lnTo>
                  <a:pt x="54986" y="10023"/>
                </a:lnTo>
                <a:cubicBezTo>
                  <a:pt x="54986" y="9806"/>
                  <a:pt x="54986" y="9594"/>
                  <a:pt x="55054" y="9376"/>
                </a:cubicBezTo>
                <a:lnTo>
                  <a:pt x="55054" y="9376"/>
                </a:lnTo>
                <a:cubicBezTo>
                  <a:pt x="54843" y="9594"/>
                  <a:pt x="54768" y="9949"/>
                  <a:pt x="54625" y="10310"/>
                </a:cubicBezTo>
                <a:cubicBezTo>
                  <a:pt x="54556" y="10310"/>
                  <a:pt x="54556" y="10235"/>
                  <a:pt x="54556" y="10235"/>
                </a:cubicBezTo>
                <a:lnTo>
                  <a:pt x="54339" y="9806"/>
                </a:lnTo>
                <a:cubicBezTo>
                  <a:pt x="54339" y="9307"/>
                  <a:pt x="54413" y="8803"/>
                  <a:pt x="54482" y="8231"/>
                </a:cubicBezTo>
                <a:lnTo>
                  <a:pt x="54482" y="8231"/>
                </a:lnTo>
                <a:cubicBezTo>
                  <a:pt x="54339" y="8448"/>
                  <a:pt x="54195" y="8878"/>
                  <a:pt x="54052" y="9307"/>
                </a:cubicBezTo>
                <a:lnTo>
                  <a:pt x="54052" y="9233"/>
                </a:lnTo>
                <a:lnTo>
                  <a:pt x="54127" y="9021"/>
                </a:lnTo>
                <a:lnTo>
                  <a:pt x="54127" y="9021"/>
                </a:lnTo>
                <a:cubicBezTo>
                  <a:pt x="54127" y="9021"/>
                  <a:pt x="54052" y="9164"/>
                  <a:pt x="53983" y="9164"/>
                </a:cubicBezTo>
                <a:lnTo>
                  <a:pt x="53766" y="9376"/>
                </a:lnTo>
                <a:cubicBezTo>
                  <a:pt x="53840" y="8735"/>
                  <a:pt x="53840" y="8087"/>
                  <a:pt x="53909" y="7303"/>
                </a:cubicBezTo>
                <a:lnTo>
                  <a:pt x="53909" y="7303"/>
                </a:lnTo>
                <a:cubicBezTo>
                  <a:pt x="53623" y="7801"/>
                  <a:pt x="53411" y="8878"/>
                  <a:pt x="53267" y="9880"/>
                </a:cubicBezTo>
                <a:lnTo>
                  <a:pt x="53193" y="9949"/>
                </a:lnTo>
                <a:cubicBezTo>
                  <a:pt x="53193" y="9949"/>
                  <a:pt x="53124" y="9949"/>
                  <a:pt x="53124" y="9880"/>
                </a:cubicBezTo>
                <a:cubicBezTo>
                  <a:pt x="53193" y="9090"/>
                  <a:pt x="53267" y="8162"/>
                  <a:pt x="53336" y="7160"/>
                </a:cubicBezTo>
                <a:lnTo>
                  <a:pt x="53336" y="7160"/>
                </a:lnTo>
                <a:cubicBezTo>
                  <a:pt x="53050" y="7658"/>
                  <a:pt x="52838" y="8660"/>
                  <a:pt x="52695" y="9663"/>
                </a:cubicBezTo>
                <a:lnTo>
                  <a:pt x="52477" y="9880"/>
                </a:lnTo>
                <a:lnTo>
                  <a:pt x="52265" y="10092"/>
                </a:lnTo>
                <a:cubicBezTo>
                  <a:pt x="52334" y="9376"/>
                  <a:pt x="52408" y="8517"/>
                  <a:pt x="52477" y="7658"/>
                </a:cubicBezTo>
                <a:lnTo>
                  <a:pt x="52477" y="7658"/>
                </a:lnTo>
                <a:cubicBezTo>
                  <a:pt x="52191" y="8087"/>
                  <a:pt x="51979" y="9021"/>
                  <a:pt x="51836" y="9949"/>
                </a:cubicBezTo>
                <a:cubicBezTo>
                  <a:pt x="51761" y="9880"/>
                  <a:pt x="51692" y="9806"/>
                  <a:pt x="51692" y="9737"/>
                </a:cubicBezTo>
                <a:cubicBezTo>
                  <a:pt x="51549" y="9451"/>
                  <a:pt x="51475" y="9164"/>
                  <a:pt x="51332" y="8878"/>
                </a:cubicBezTo>
                <a:cubicBezTo>
                  <a:pt x="51618" y="8162"/>
                  <a:pt x="51904" y="7372"/>
                  <a:pt x="52122" y="6799"/>
                </a:cubicBezTo>
                <a:cubicBezTo>
                  <a:pt x="52408" y="6157"/>
                  <a:pt x="52551" y="5728"/>
                  <a:pt x="52552" y="5728"/>
                </a:cubicBezTo>
                <a:lnTo>
                  <a:pt x="52552" y="5728"/>
                </a:lnTo>
                <a:cubicBezTo>
                  <a:pt x="52551" y="5728"/>
                  <a:pt x="52334" y="6014"/>
                  <a:pt x="51979" y="6444"/>
                </a:cubicBezTo>
                <a:cubicBezTo>
                  <a:pt x="51979" y="6369"/>
                  <a:pt x="52047" y="6226"/>
                  <a:pt x="52047" y="6226"/>
                </a:cubicBezTo>
                <a:lnTo>
                  <a:pt x="52047" y="6226"/>
                </a:lnTo>
                <a:cubicBezTo>
                  <a:pt x="52047" y="6226"/>
                  <a:pt x="51406" y="6873"/>
                  <a:pt x="50833" y="7801"/>
                </a:cubicBezTo>
                <a:cubicBezTo>
                  <a:pt x="50616" y="8087"/>
                  <a:pt x="50472" y="8374"/>
                  <a:pt x="50329" y="8660"/>
                </a:cubicBezTo>
                <a:cubicBezTo>
                  <a:pt x="50616" y="7944"/>
                  <a:pt x="50902" y="7085"/>
                  <a:pt x="51120" y="6512"/>
                </a:cubicBezTo>
                <a:cubicBezTo>
                  <a:pt x="51406" y="5940"/>
                  <a:pt x="51549" y="5510"/>
                  <a:pt x="51549" y="5510"/>
                </a:cubicBezTo>
                <a:lnTo>
                  <a:pt x="51549" y="5510"/>
                </a:lnTo>
                <a:cubicBezTo>
                  <a:pt x="51549" y="5510"/>
                  <a:pt x="50547" y="6587"/>
                  <a:pt x="49900" y="7801"/>
                </a:cubicBezTo>
                <a:lnTo>
                  <a:pt x="49900" y="7732"/>
                </a:lnTo>
                <a:cubicBezTo>
                  <a:pt x="50043" y="7446"/>
                  <a:pt x="50260" y="7085"/>
                  <a:pt x="50260" y="7085"/>
                </a:cubicBezTo>
                <a:lnTo>
                  <a:pt x="50260" y="7085"/>
                </a:lnTo>
                <a:cubicBezTo>
                  <a:pt x="50260" y="7085"/>
                  <a:pt x="50043" y="7228"/>
                  <a:pt x="49831" y="7515"/>
                </a:cubicBezTo>
                <a:cubicBezTo>
                  <a:pt x="49613" y="7732"/>
                  <a:pt x="49401" y="7944"/>
                  <a:pt x="49184" y="8231"/>
                </a:cubicBezTo>
                <a:cubicBezTo>
                  <a:pt x="49184" y="8231"/>
                  <a:pt x="49184" y="8162"/>
                  <a:pt x="49115" y="8087"/>
                </a:cubicBezTo>
                <a:cubicBezTo>
                  <a:pt x="49041" y="7515"/>
                  <a:pt x="48897" y="6873"/>
                  <a:pt x="48685" y="6014"/>
                </a:cubicBezTo>
                <a:cubicBezTo>
                  <a:pt x="48829" y="5728"/>
                  <a:pt x="49040" y="5224"/>
                  <a:pt x="49041" y="5224"/>
                </a:cubicBezTo>
                <a:lnTo>
                  <a:pt x="49041" y="5224"/>
                </a:lnTo>
                <a:cubicBezTo>
                  <a:pt x="49040" y="5224"/>
                  <a:pt x="48754" y="5510"/>
                  <a:pt x="48611" y="5728"/>
                </a:cubicBezTo>
                <a:cubicBezTo>
                  <a:pt x="48543" y="5585"/>
                  <a:pt x="48542" y="5369"/>
                  <a:pt x="48469" y="5226"/>
                </a:cubicBezTo>
                <a:lnTo>
                  <a:pt x="48469" y="5226"/>
                </a:lnTo>
                <a:cubicBezTo>
                  <a:pt x="48542" y="5369"/>
                  <a:pt x="48542" y="5585"/>
                  <a:pt x="48542" y="5728"/>
                </a:cubicBezTo>
                <a:lnTo>
                  <a:pt x="48399" y="6014"/>
                </a:lnTo>
                <a:cubicBezTo>
                  <a:pt x="48325" y="5940"/>
                  <a:pt x="48325" y="5796"/>
                  <a:pt x="48325" y="5728"/>
                </a:cubicBezTo>
                <a:lnTo>
                  <a:pt x="48325" y="6014"/>
                </a:lnTo>
                <a:cubicBezTo>
                  <a:pt x="48181" y="6226"/>
                  <a:pt x="48038" y="6369"/>
                  <a:pt x="47895" y="6587"/>
                </a:cubicBezTo>
                <a:cubicBezTo>
                  <a:pt x="47826" y="6157"/>
                  <a:pt x="47683" y="5585"/>
                  <a:pt x="47540" y="5012"/>
                </a:cubicBezTo>
                <a:lnTo>
                  <a:pt x="47540" y="5012"/>
                </a:lnTo>
                <a:cubicBezTo>
                  <a:pt x="47609" y="5585"/>
                  <a:pt x="47683" y="6226"/>
                  <a:pt x="47752" y="6873"/>
                </a:cubicBezTo>
                <a:cubicBezTo>
                  <a:pt x="47465" y="7372"/>
                  <a:pt x="47110" y="7876"/>
                  <a:pt x="46967" y="8448"/>
                </a:cubicBezTo>
                <a:cubicBezTo>
                  <a:pt x="46967" y="8591"/>
                  <a:pt x="46893" y="8735"/>
                  <a:pt x="46824" y="8878"/>
                </a:cubicBezTo>
                <a:cubicBezTo>
                  <a:pt x="46824" y="8878"/>
                  <a:pt x="46824" y="8947"/>
                  <a:pt x="46749" y="8947"/>
                </a:cubicBezTo>
                <a:cubicBezTo>
                  <a:pt x="46824" y="8591"/>
                  <a:pt x="46824" y="8231"/>
                  <a:pt x="46893" y="7876"/>
                </a:cubicBezTo>
                <a:lnTo>
                  <a:pt x="46893" y="7876"/>
                </a:lnTo>
                <a:cubicBezTo>
                  <a:pt x="46824" y="8019"/>
                  <a:pt x="46681" y="8231"/>
                  <a:pt x="46606" y="8374"/>
                </a:cubicBezTo>
                <a:cubicBezTo>
                  <a:pt x="46538" y="7876"/>
                  <a:pt x="46394" y="7303"/>
                  <a:pt x="46177" y="6587"/>
                </a:cubicBezTo>
                <a:lnTo>
                  <a:pt x="46177" y="6587"/>
                </a:lnTo>
                <a:cubicBezTo>
                  <a:pt x="46320" y="7303"/>
                  <a:pt x="46394" y="8231"/>
                  <a:pt x="46463" y="9090"/>
                </a:cubicBezTo>
                <a:cubicBezTo>
                  <a:pt x="46394" y="9164"/>
                  <a:pt x="46394" y="9233"/>
                  <a:pt x="46394" y="9376"/>
                </a:cubicBezTo>
                <a:lnTo>
                  <a:pt x="46320" y="9376"/>
                </a:lnTo>
                <a:cubicBezTo>
                  <a:pt x="46251" y="9307"/>
                  <a:pt x="46251" y="9233"/>
                  <a:pt x="46251" y="9164"/>
                </a:cubicBezTo>
                <a:cubicBezTo>
                  <a:pt x="46251" y="8878"/>
                  <a:pt x="46320" y="8591"/>
                  <a:pt x="46320" y="8305"/>
                </a:cubicBezTo>
                <a:lnTo>
                  <a:pt x="46320" y="8305"/>
                </a:lnTo>
                <a:lnTo>
                  <a:pt x="46108" y="8735"/>
                </a:lnTo>
                <a:cubicBezTo>
                  <a:pt x="46034" y="8517"/>
                  <a:pt x="45965" y="8305"/>
                  <a:pt x="45890" y="8162"/>
                </a:cubicBezTo>
                <a:lnTo>
                  <a:pt x="45890" y="8374"/>
                </a:lnTo>
                <a:lnTo>
                  <a:pt x="45890" y="8803"/>
                </a:lnTo>
                <a:lnTo>
                  <a:pt x="45890" y="9307"/>
                </a:lnTo>
                <a:cubicBezTo>
                  <a:pt x="45890" y="9307"/>
                  <a:pt x="45890" y="9234"/>
                  <a:pt x="45823" y="9165"/>
                </a:cubicBezTo>
                <a:lnTo>
                  <a:pt x="45823" y="9165"/>
                </a:lnTo>
                <a:cubicBezTo>
                  <a:pt x="45890" y="9234"/>
                  <a:pt x="45890" y="9308"/>
                  <a:pt x="45890" y="9376"/>
                </a:cubicBezTo>
                <a:lnTo>
                  <a:pt x="45890" y="9519"/>
                </a:lnTo>
                <a:cubicBezTo>
                  <a:pt x="45890" y="9451"/>
                  <a:pt x="45822" y="9307"/>
                  <a:pt x="45822" y="9164"/>
                </a:cubicBezTo>
                <a:cubicBezTo>
                  <a:pt x="45747" y="8305"/>
                  <a:pt x="45535" y="7228"/>
                  <a:pt x="45174" y="5728"/>
                </a:cubicBezTo>
                <a:cubicBezTo>
                  <a:pt x="45249" y="5510"/>
                  <a:pt x="45249" y="5224"/>
                  <a:pt x="45249" y="5012"/>
                </a:cubicBezTo>
                <a:lnTo>
                  <a:pt x="45249" y="5012"/>
                </a:lnTo>
                <a:cubicBezTo>
                  <a:pt x="45249" y="5081"/>
                  <a:pt x="45174" y="5224"/>
                  <a:pt x="45106" y="5367"/>
                </a:cubicBezTo>
                <a:cubicBezTo>
                  <a:pt x="45174" y="5012"/>
                  <a:pt x="45174" y="4725"/>
                  <a:pt x="45174" y="4439"/>
                </a:cubicBezTo>
                <a:lnTo>
                  <a:pt x="45174" y="4439"/>
                </a:lnTo>
                <a:cubicBezTo>
                  <a:pt x="45106" y="4508"/>
                  <a:pt x="45031" y="4725"/>
                  <a:pt x="45031" y="4869"/>
                </a:cubicBezTo>
                <a:cubicBezTo>
                  <a:pt x="44962" y="4794"/>
                  <a:pt x="44962" y="4794"/>
                  <a:pt x="44962" y="4725"/>
                </a:cubicBezTo>
                <a:lnTo>
                  <a:pt x="44962" y="4937"/>
                </a:lnTo>
                <a:cubicBezTo>
                  <a:pt x="44676" y="5796"/>
                  <a:pt x="44458" y="7228"/>
                  <a:pt x="44315" y="8448"/>
                </a:cubicBezTo>
                <a:lnTo>
                  <a:pt x="43960" y="8803"/>
                </a:lnTo>
                <a:cubicBezTo>
                  <a:pt x="44029" y="7589"/>
                  <a:pt x="44172" y="6014"/>
                  <a:pt x="44315" y="4221"/>
                </a:cubicBezTo>
                <a:lnTo>
                  <a:pt x="44315" y="4221"/>
                </a:lnTo>
                <a:cubicBezTo>
                  <a:pt x="43886" y="5012"/>
                  <a:pt x="43599" y="6730"/>
                  <a:pt x="43387" y="8305"/>
                </a:cubicBezTo>
                <a:cubicBezTo>
                  <a:pt x="43387" y="8231"/>
                  <a:pt x="43313" y="8162"/>
                  <a:pt x="43313" y="8088"/>
                </a:cubicBezTo>
                <a:lnTo>
                  <a:pt x="43313" y="8088"/>
                </a:lnTo>
                <a:cubicBezTo>
                  <a:pt x="43313" y="8163"/>
                  <a:pt x="43387" y="8305"/>
                  <a:pt x="43387" y="8374"/>
                </a:cubicBezTo>
                <a:cubicBezTo>
                  <a:pt x="43387" y="8591"/>
                  <a:pt x="43313" y="8878"/>
                  <a:pt x="43313" y="9090"/>
                </a:cubicBezTo>
                <a:cubicBezTo>
                  <a:pt x="43244" y="8947"/>
                  <a:pt x="43244" y="8878"/>
                  <a:pt x="43170" y="8735"/>
                </a:cubicBezTo>
                <a:lnTo>
                  <a:pt x="42740" y="7446"/>
                </a:lnTo>
                <a:cubicBezTo>
                  <a:pt x="42815" y="6942"/>
                  <a:pt x="42815" y="6369"/>
                  <a:pt x="42883" y="5796"/>
                </a:cubicBezTo>
                <a:lnTo>
                  <a:pt x="42883" y="5796"/>
                </a:lnTo>
                <a:cubicBezTo>
                  <a:pt x="42740" y="6014"/>
                  <a:pt x="42671" y="6369"/>
                  <a:pt x="42528" y="6799"/>
                </a:cubicBezTo>
                <a:cubicBezTo>
                  <a:pt x="42385" y="6300"/>
                  <a:pt x="42167" y="5796"/>
                  <a:pt x="41881" y="5298"/>
                </a:cubicBezTo>
                <a:lnTo>
                  <a:pt x="41881" y="5298"/>
                </a:lnTo>
                <a:cubicBezTo>
                  <a:pt x="42099" y="5728"/>
                  <a:pt x="42242" y="6157"/>
                  <a:pt x="42311" y="6656"/>
                </a:cubicBezTo>
                <a:cubicBezTo>
                  <a:pt x="42167" y="6083"/>
                  <a:pt x="41881" y="5510"/>
                  <a:pt x="41669" y="4937"/>
                </a:cubicBezTo>
                <a:cubicBezTo>
                  <a:pt x="41669" y="4582"/>
                  <a:pt x="41669" y="4296"/>
                  <a:pt x="41738" y="3935"/>
                </a:cubicBezTo>
                <a:lnTo>
                  <a:pt x="41738" y="3935"/>
                </a:lnTo>
                <a:cubicBezTo>
                  <a:pt x="41526" y="4296"/>
                  <a:pt x="41383" y="4937"/>
                  <a:pt x="41240" y="5653"/>
                </a:cubicBezTo>
                <a:cubicBezTo>
                  <a:pt x="41096" y="5298"/>
                  <a:pt x="40879" y="4869"/>
                  <a:pt x="40735" y="4508"/>
                </a:cubicBezTo>
                <a:lnTo>
                  <a:pt x="40735" y="4508"/>
                </a:lnTo>
                <a:cubicBezTo>
                  <a:pt x="40879" y="4937"/>
                  <a:pt x="41022" y="5441"/>
                  <a:pt x="41165" y="5940"/>
                </a:cubicBezTo>
                <a:cubicBezTo>
                  <a:pt x="40953" y="6942"/>
                  <a:pt x="40810" y="8087"/>
                  <a:pt x="40735" y="9090"/>
                </a:cubicBezTo>
                <a:cubicBezTo>
                  <a:pt x="40667" y="9021"/>
                  <a:pt x="40667" y="8947"/>
                  <a:pt x="40667" y="8878"/>
                </a:cubicBezTo>
                <a:cubicBezTo>
                  <a:pt x="40667" y="8517"/>
                  <a:pt x="40735" y="8087"/>
                  <a:pt x="40735" y="7732"/>
                </a:cubicBezTo>
                <a:lnTo>
                  <a:pt x="40735" y="7732"/>
                </a:lnTo>
                <a:cubicBezTo>
                  <a:pt x="40667" y="7876"/>
                  <a:pt x="40592" y="8087"/>
                  <a:pt x="40524" y="8305"/>
                </a:cubicBezTo>
                <a:cubicBezTo>
                  <a:pt x="40452" y="8167"/>
                  <a:pt x="40385" y="8029"/>
                  <a:pt x="40381" y="7891"/>
                </a:cubicBezTo>
                <a:lnTo>
                  <a:pt x="40381" y="7891"/>
                </a:lnTo>
                <a:cubicBezTo>
                  <a:pt x="40683" y="7191"/>
                  <a:pt x="40953" y="6656"/>
                  <a:pt x="40953" y="6656"/>
                </a:cubicBezTo>
                <a:lnTo>
                  <a:pt x="40953" y="6656"/>
                </a:lnTo>
                <a:cubicBezTo>
                  <a:pt x="40953" y="6656"/>
                  <a:pt x="40449" y="7085"/>
                  <a:pt x="40020" y="7658"/>
                </a:cubicBezTo>
                <a:cubicBezTo>
                  <a:pt x="39808" y="7160"/>
                  <a:pt x="39590" y="6587"/>
                  <a:pt x="39304" y="6083"/>
                </a:cubicBezTo>
                <a:lnTo>
                  <a:pt x="39304" y="6083"/>
                </a:lnTo>
                <a:cubicBezTo>
                  <a:pt x="39521" y="6587"/>
                  <a:pt x="39664" y="7228"/>
                  <a:pt x="39876" y="7876"/>
                </a:cubicBezTo>
                <a:cubicBezTo>
                  <a:pt x="39733" y="8019"/>
                  <a:pt x="39590" y="8162"/>
                  <a:pt x="39521" y="8374"/>
                </a:cubicBezTo>
                <a:cubicBezTo>
                  <a:pt x="39235" y="7085"/>
                  <a:pt x="38805" y="5585"/>
                  <a:pt x="38158" y="4221"/>
                </a:cubicBezTo>
                <a:lnTo>
                  <a:pt x="38158" y="4221"/>
                </a:lnTo>
                <a:cubicBezTo>
                  <a:pt x="38376" y="4937"/>
                  <a:pt x="38588" y="5796"/>
                  <a:pt x="38805" y="6656"/>
                </a:cubicBezTo>
                <a:cubicBezTo>
                  <a:pt x="38731" y="6730"/>
                  <a:pt x="38301" y="7160"/>
                  <a:pt x="37872" y="7732"/>
                </a:cubicBezTo>
                <a:cubicBezTo>
                  <a:pt x="37728" y="7228"/>
                  <a:pt x="37660" y="6730"/>
                  <a:pt x="37442" y="6157"/>
                </a:cubicBezTo>
                <a:lnTo>
                  <a:pt x="37442" y="6157"/>
                </a:lnTo>
                <a:cubicBezTo>
                  <a:pt x="37585" y="6730"/>
                  <a:pt x="37660" y="7303"/>
                  <a:pt x="37660" y="7944"/>
                </a:cubicBezTo>
                <a:cubicBezTo>
                  <a:pt x="37373" y="8374"/>
                  <a:pt x="37156" y="8803"/>
                  <a:pt x="37013" y="9307"/>
                </a:cubicBezTo>
                <a:cubicBezTo>
                  <a:pt x="36944" y="9376"/>
                  <a:pt x="36944" y="9451"/>
                  <a:pt x="36944" y="9519"/>
                </a:cubicBezTo>
                <a:lnTo>
                  <a:pt x="36944" y="9451"/>
                </a:lnTo>
                <a:cubicBezTo>
                  <a:pt x="36944" y="8735"/>
                  <a:pt x="37013" y="8019"/>
                  <a:pt x="37087" y="7160"/>
                </a:cubicBezTo>
                <a:lnTo>
                  <a:pt x="37087" y="7160"/>
                </a:lnTo>
                <a:cubicBezTo>
                  <a:pt x="36944" y="7446"/>
                  <a:pt x="36801" y="7944"/>
                  <a:pt x="36657" y="8448"/>
                </a:cubicBezTo>
                <a:cubicBezTo>
                  <a:pt x="36583" y="8231"/>
                  <a:pt x="36514" y="7944"/>
                  <a:pt x="36440" y="7658"/>
                </a:cubicBezTo>
                <a:lnTo>
                  <a:pt x="36440" y="7658"/>
                </a:lnTo>
                <a:cubicBezTo>
                  <a:pt x="36514" y="8019"/>
                  <a:pt x="36514" y="8374"/>
                  <a:pt x="36583" y="8735"/>
                </a:cubicBezTo>
                <a:cubicBezTo>
                  <a:pt x="36583" y="8803"/>
                  <a:pt x="36583" y="8803"/>
                  <a:pt x="36514" y="8878"/>
                </a:cubicBezTo>
                <a:cubicBezTo>
                  <a:pt x="36440" y="8517"/>
                  <a:pt x="36297" y="8162"/>
                  <a:pt x="36228" y="7732"/>
                </a:cubicBezTo>
                <a:lnTo>
                  <a:pt x="36228" y="7732"/>
                </a:lnTo>
                <a:cubicBezTo>
                  <a:pt x="36297" y="8231"/>
                  <a:pt x="36371" y="8735"/>
                  <a:pt x="36440" y="9307"/>
                </a:cubicBezTo>
                <a:cubicBezTo>
                  <a:pt x="36371" y="9376"/>
                  <a:pt x="36297" y="9519"/>
                  <a:pt x="36297" y="9594"/>
                </a:cubicBezTo>
                <a:cubicBezTo>
                  <a:pt x="36153" y="9233"/>
                  <a:pt x="36085" y="8878"/>
                  <a:pt x="35941" y="8517"/>
                </a:cubicBezTo>
                <a:cubicBezTo>
                  <a:pt x="35941" y="8374"/>
                  <a:pt x="35941" y="8231"/>
                  <a:pt x="36010" y="8087"/>
                </a:cubicBezTo>
                <a:cubicBezTo>
                  <a:pt x="36228" y="7589"/>
                  <a:pt x="36371" y="7303"/>
                  <a:pt x="36371" y="7303"/>
                </a:cubicBezTo>
                <a:lnTo>
                  <a:pt x="36371" y="7303"/>
                </a:lnTo>
                <a:cubicBezTo>
                  <a:pt x="36371" y="7303"/>
                  <a:pt x="36228" y="7446"/>
                  <a:pt x="36010" y="7589"/>
                </a:cubicBezTo>
                <a:cubicBezTo>
                  <a:pt x="36010" y="7446"/>
                  <a:pt x="36010" y="7228"/>
                  <a:pt x="36085" y="7016"/>
                </a:cubicBezTo>
                <a:cubicBezTo>
                  <a:pt x="36514" y="5797"/>
                  <a:pt x="37012" y="4651"/>
                  <a:pt x="37013" y="4651"/>
                </a:cubicBezTo>
                <a:lnTo>
                  <a:pt x="37013" y="4651"/>
                </a:lnTo>
                <a:cubicBezTo>
                  <a:pt x="37012" y="4651"/>
                  <a:pt x="36869" y="4794"/>
                  <a:pt x="36657" y="5080"/>
                </a:cubicBezTo>
                <a:cubicBezTo>
                  <a:pt x="36726" y="4937"/>
                  <a:pt x="36801" y="4725"/>
                  <a:pt x="36801" y="4725"/>
                </a:cubicBezTo>
                <a:lnTo>
                  <a:pt x="36801" y="4725"/>
                </a:lnTo>
                <a:cubicBezTo>
                  <a:pt x="36801" y="4725"/>
                  <a:pt x="36657" y="4869"/>
                  <a:pt x="36440" y="5155"/>
                </a:cubicBezTo>
                <a:cubicBezTo>
                  <a:pt x="36583" y="4794"/>
                  <a:pt x="36801" y="4296"/>
                  <a:pt x="36801" y="4296"/>
                </a:cubicBezTo>
                <a:lnTo>
                  <a:pt x="36801" y="4296"/>
                </a:lnTo>
                <a:cubicBezTo>
                  <a:pt x="36800" y="4296"/>
                  <a:pt x="35867" y="5224"/>
                  <a:pt x="35226" y="6444"/>
                </a:cubicBezTo>
                <a:cubicBezTo>
                  <a:pt x="35151" y="6301"/>
                  <a:pt x="35151" y="6226"/>
                  <a:pt x="35082" y="6083"/>
                </a:cubicBezTo>
                <a:lnTo>
                  <a:pt x="35082" y="6083"/>
                </a:lnTo>
                <a:cubicBezTo>
                  <a:pt x="35151" y="6226"/>
                  <a:pt x="35151" y="6369"/>
                  <a:pt x="35151" y="6444"/>
                </a:cubicBezTo>
                <a:cubicBezTo>
                  <a:pt x="35008" y="6799"/>
                  <a:pt x="34796" y="7160"/>
                  <a:pt x="34722" y="7515"/>
                </a:cubicBezTo>
                <a:cubicBezTo>
                  <a:pt x="34653" y="7801"/>
                  <a:pt x="34510" y="8231"/>
                  <a:pt x="34435" y="8660"/>
                </a:cubicBezTo>
                <a:cubicBezTo>
                  <a:pt x="34435" y="8231"/>
                  <a:pt x="34510" y="7801"/>
                  <a:pt x="34510" y="7372"/>
                </a:cubicBezTo>
                <a:lnTo>
                  <a:pt x="34578" y="7228"/>
                </a:lnTo>
                <a:lnTo>
                  <a:pt x="34510" y="7303"/>
                </a:lnTo>
                <a:cubicBezTo>
                  <a:pt x="34578" y="6873"/>
                  <a:pt x="34578" y="6369"/>
                  <a:pt x="34653" y="5871"/>
                </a:cubicBezTo>
                <a:cubicBezTo>
                  <a:pt x="34721" y="5797"/>
                  <a:pt x="34722" y="5655"/>
                  <a:pt x="34722" y="5653"/>
                </a:cubicBezTo>
                <a:lnTo>
                  <a:pt x="34722" y="5653"/>
                </a:lnTo>
                <a:cubicBezTo>
                  <a:pt x="34722" y="5654"/>
                  <a:pt x="34721" y="5728"/>
                  <a:pt x="34653" y="5728"/>
                </a:cubicBezTo>
                <a:lnTo>
                  <a:pt x="34653" y="5510"/>
                </a:lnTo>
                <a:cubicBezTo>
                  <a:pt x="34653" y="5585"/>
                  <a:pt x="34578" y="5728"/>
                  <a:pt x="34510" y="5871"/>
                </a:cubicBezTo>
                <a:cubicBezTo>
                  <a:pt x="34366" y="6014"/>
                  <a:pt x="34223" y="6226"/>
                  <a:pt x="34006" y="6512"/>
                </a:cubicBezTo>
                <a:cubicBezTo>
                  <a:pt x="33937" y="6444"/>
                  <a:pt x="33937" y="6369"/>
                  <a:pt x="33937" y="6369"/>
                </a:cubicBezTo>
                <a:lnTo>
                  <a:pt x="34080" y="6083"/>
                </a:lnTo>
                <a:lnTo>
                  <a:pt x="33937" y="6226"/>
                </a:lnTo>
                <a:cubicBezTo>
                  <a:pt x="33794" y="5653"/>
                  <a:pt x="33650" y="4937"/>
                  <a:pt x="33433" y="4221"/>
                </a:cubicBezTo>
                <a:lnTo>
                  <a:pt x="33433" y="4221"/>
                </a:lnTo>
                <a:cubicBezTo>
                  <a:pt x="33576" y="4869"/>
                  <a:pt x="33650" y="5728"/>
                  <a:pt x="33650" y="6512"/>
                </a:cubicBezTo>
                <a:cubicBezTo>
                  <a:pt x="33650" y="6587"/>
                  <a:pt x="33576" y="6587"/>
                  <a:pt x="33507" y="6656"/>
                </a:cubicBezTo>
                <a:cubicBezTo>
                  <a:pt x="33433" y="6157"/>
                  <a:pt x="33290" y="5585"/>
                  <a:pt x="33146" y="4937"/>
                </a:cubicBezTo>
                <a:cubicBezTo>
                  <a:pt x="33290" y="4508"/>
                  <a:pt x="33364" y="4365"/>
                  <a:pt x="33433" y="4221"/>
                </a:cubicBezTo>
                <a:lnTo>
                  <a:pt x="33507" y="4078"/>
                </a:lnTo>
                <a:lnTo>
                  <a:pt x="33433" y="4153"/>
                </a:lnTo>
                <a:cubicBezTo>
                  <a:pt x="33364" y="4221"/>
                  <a:pt x="33290" y="4365"/>
                  <a:pt x="33078" y="4582"/>
                </a:cubicBezTo>
                <a:cubicBezTo>
                  <a:pt x="33004" y="4508"/>
                  <a:pt x="33003" y="4366"/>
                  <a:pt x="32935" y="4223"/>
                </a:cubicBezTo>
                <a:lnTo>
                  <a:pt x="32935" y="4223"/>
                </a:lnTo>
                <a:cubicBezTo>
                  <a:pt x="33003" y="4366"/>
                  <a:pt x="33003" y="4508"/>
                  <a:pt x="33003" y="4651"/>
                </a:cubicBezTo>
                <a:lnTo>
                  <a:pt x="32934" y="4725"/>
                </a:lnTo>
                <a:cubicBezTo>
                  <a:pt x="32860" y="4439"/>
                  <a:pt x="32791" y="4153"/>
                  <a:pt x="32648" y="3792"/>
                </a:cubicBezTo>
                <a:lnTo>
                  <a:pt x="32648" y="3792"/>
                </a:lnTo>
                <a:cubicBezTo>
                  <a:pt x="32717" y="4078"/>
                  <a:pt x="32791" y="4508"/>
                  <a:pt x="32860" y="4869"/>
                </a:cubicBezTo>
                <a:cubicBezTo>
                  <a:pt x="32574" y="5155"/>
                  <a:pt x="32287" y="5585"/>
                  <a:pt x="32075" y="6014"/>
                </a:cubicBezTo>
                <a:lnTo>
                  <a:pt x="32075" y="5441"/>
                </a:lnTo>
                <a:cubicBezTo>
                  <a:pt x="32001" y="5585"/>
                  <a:pt x="31932" y="5871"/>
                  <a:pt x="31789" y="6157"/>
                </a:cubicBezTo>
                <a:cubicBezTo>
                  <a:pt x="31715" y="6014"/>
                  <a:pt x="31715" y="5871"/>
                  <a:pt x="31646" y="5728"/>
                </a:cubicBezTo>
                <a:lnTo>
                  <a:pt x="31646" y="5728"/>
                </a:lnTo>
                <a:cubicBezTo>
                  <a:pt x="31646" y="5871"/>
                  <a:pt x="31715" y="6083"/>
                  <a:pt x="31789" y="6226"/>
                </a:cubicBezTo>
                <a:cubicBezTo>
                  <a:pt x="31789" y="6369"/>
                  <a:pt x="31715" y="6512"/>
                  <a:pt x="31646" y="6730"/>
                </a:cubicBezTo>
                <a:cubicBezTo>
                  <a:pt x="31646" y="6799"/>
                  <a:pt x="31571" y="6942"/>
                  <a:pt x="31571" y="7016"/>
                </a:cubicBezTo>
                <a:cubicBezTo>
                  <a:pt x="31428" y="6444"/>
                  <a:pt x="31285" y="5871"/>
                  <a:pt x="31073" y="5155"/>
                </a:cubicBezTo>
                <a:lnTo>
                  <a:pt x="31073" y="5155"/>
                </a:lnTo>
                <a:cubicBezTo>
                  <a:pt x="31216" y="5728"/>
                  <a:pt x="31285" y="6444"/>
                  <a:pt x="31285" y="7085"/>
                </a:cubicBezTo>
                <a:cubicBezTo>
                  <a:pt x="31285" y="7016"/>
                  <a:pt x="31216" y="6873"/>
                  <a:pt x="31142" y="6730"/>
                </a:cubicBezTo>
                <a:lnTo>
                  <a:pt x="31142" y="6730"/>
                </a:lnTo>
                <a:cubicBezTo>
                  <a:pt x="31142" y="7016"/>
                  <a:pt x="31216" y="7372"/>
                  <a:pt x="31216" y="7732"/>
                </a:cubicBezTo>
                <a:cubicBezTo>
                  <a:pt x="31073" y="7085"/>
                  <a:pt x="30930" y="6444"/>
                  <a:pt x="30643" y="5653"/>
                </a:cubicBezTo>
                <a:lnTo>
                  <a:pt x="30643" y="5653"/>
                </a:lnTo>
                <a:cubicBezTo>
                  <a:pt x="30787" y="6157"/>
                  <a:pt x="30855" y="6730"/>
                  <a:pt x="30855" y="7372"/>
                </a:cubicBezTo>
                <a:cubicBezTo>
                  <a:pt x="30787" y="7228"/>
                  <a:pt x="30787" y="7016"/>
                  <a:pt x="30712" y="6799"/>
                </a:cubicBezTo>
                <a:lnTo>
                  <a:pt x="30712" y="6799"/>
                </a:lnTo>
                <a:cubicBezTo>
                  <a:pt x="30712" y="7016"/>
                  <a:pt x="30787" y="7303"/>
                  <a:pt x="30787" y="7515"/>
                </a:cubicBezTo>
                <a:cubicBezTo>
                  <a:pt x="30787" y="7449"/>
                  <a:pt x="30720" y="7379"/>
                  <a:pt x="30654" y="7250"/>
                </a:cubicBezTo>
                <a:lnTo>
                  <a:pt x="30654" y="7250"/>
                </a:lnTo>
                <a:lnTo>
                  <a:pt x="30855" y="7658"/>
                </a:lnTo>
                <a:lnTo>
                  <a:pt x="30855" y="8087"/>
                </a:lnTo>
                <a:cubicBezTo>
                  <a:pt x="30787" y="7658"/>
                  <a:pt x="30643" y="7303"/>
                  <a:pt x="30500" y="6942"/>
                </a:cubicBezTo>
                <a:lnTo>
                  <a:pt x="30500" y="6942"/>
                </a:lnTo>
                <a:cubicBezTo>
                  <a:pt x="30569" y="7372"/>
                  <a:pt x="30569" y="7801"/>
                  <a:pt x="30569" y="8374"/>
                </a:cubicBezTo>
                <a:cubicBezTo>
                  <a:pt x="30500" y="7944"/>
                  <a:pt x="30426" y="7589"/>
                  <a:pt x="30283" y="7228"/>
                </a:cubicBezTo>
                <a:cubicBezTo>
                  <a:pt x="30357" y="6083"/>
                  <a:pt x="30426" y="4869"/>
                  <a:pt x="30569" y="3437"/>
                </a:cubicBezTo>
                <a:lnTo>
                  <a:pt x="30569" y="3437"/>
                </a:lnTo>
                <a:cubicBezTo>
                  <a:pt x="30283" y="3935"/>
                  <a:pt x="30071" y="4794"/>
                  <a:pt x="29928" y="5796"/>
                </a:cubicBezTo>
                <a:cubicBezTo>
                  <a:pt x="29853" y="5510"/>
                  <a:pt x="29784" y="5155"/>
                  <a:pt x="29710" y="4869"/>
                </a:cubicBezTo>
                <a:cubicBezTo>
                  <a:pt x="29784" y="4439"/>
                  <a:pt x="29784" y="3935"/>
                  <a:pt x="29853" y="3505"/>
                </a:cubicBezTo>
                <a:lnTo>
                  <a:pt x="29853" y="3505"/>
                </a:lnTo>
                <a:cubicBezTo>
                  <a:pt x="29784" y="3649"/>
                  <a:pt x="29641" y="3935"/>
                  <a:pt x="29567" y="4221"/>
                </a:cubicBezTo>
                <a:cubicBezTo>
                  <a:pt x="29498" y="4010"/>
                  <a:pt x="29498" y="3792"/>
                  <a:pt x="29424" y="3580"/>
                </a:cubicBezTo>
                <a:lnTo>
                  <a:pt x="29424" y="3580"/>
                </a:lnTo>
                <a:cubicBezTo>
                  <a:pt x="29498" y="3792"/>
                  <a:pt x="29498" y="4078"/>
                  <a:pt x="29567" y="4365"/>
                </a:cubicBezTo>
                <a:cubicBezTo>
                  <a:pt x="29432" y="4839"/>
                  <a:pt x="29297" y="5434"/>
                  <a:pt x="29163" y="6099"/>
                </a:cubicBezTo>
                <a:lnTo>
                  <a:pt x="29163" y="6099"/>
                </a:lnTo>
                <a:cubicBezTo>
                  <a:pt x="29145" y="6114"/>
                  <a:pt x="29139" y="6137"/>
                  <a:pt x="29138" y="6149"/>
                </a:cubicBezTo>
                <a:lnTo>
                  <a:pt x="29138" y="6149"/>
                </a:lnTo>
                <a:cubicBezTo>
                  <a:pt x="29212" y="5217"/>
                  <a:pt x="29281" y="4149"/>
                  <a:pt x="29355" y="3007"/>
                </a:cubicBezTo>
                <a:lnTo>
                  <a:pt x="29355" y="3007"/>
                </a:lnTo>
                <a:cubicBezTo>
                  <a:pt x="28994" y="3723"/>
                  <a:pt x="28708" y="5367"/>
                  <a:pt x="28496" y="7016"/>
                </a:cubicBezTo>
                <a:lnTo>
                  <a:pt x="28066" y="5510"/>
                </a:lnTo>
                <a:cubicBezTo>
                  <a:pt x="28066" y="5155"/>
                  <a:pt x="28135" y="4794"/>
                  <a:pt x="28135" y="4508"/>
                </a:cubicBezTo>
                <a:lnTo>
                  <a:pt x="28135" y="4508"/>
                </a:lnTo>
                <a:cubicBezTo>
                  <a:pt x="28066" y="4651"/>
                  <a:pt x="27992" y="4869"/>
                  <a:pt x="27923" y="5080"/>
                </a:cubicBezTo>
                <a:lnTo>
                  <a:pt x="27923" y="5012"/>
                </a:lnTo>
                <a:cubicBezTo>
                  <a:pt x="27705" y="4582"/>
                  <a:pt x="27562" y="4153"/>
                  <a:pt x="27350" y="3723"/>
                </a:cubicBezTo>
                <a:lnTo>
                  <a:pt x="27350" y="3723"/>
                </a:lnTo>
                <a:cubicBezTo>
                  <a:pt x="27493" y="4153"/>
                  <a:pt x="27636" y="4725"/>
                  <a:pt x="27780" y="5224"/>
                </a:cubicBezTo>
                <a:cubicBezTo>
                  <a:pt x="27705" y="5441"/>
                  <a:pt x="27636" y="5796"/>
                  <a:pt x="27493" y="6157"/>
                </a:cubicBezTo>
                <a:cubicBezTo>
                  <a:pt x="27493" y="6226"/>
                  <a:pt x="27493" y="6300"/>
                  <a:pt x="27419" y="6369"/>
                </a:cubicBezTo>
                <a:cubicBezTo>
                  <a:pt x="27207" y="5510"/>
                  <a:pt x="26846" y="4651"/>
                  <a:pt x="26416" y="3792"/>
                </a:cubicBezTo>
                <a:lnTo>
                  <a:pt x="26416" y="3792"/>
                </a:lnTo>
                <a:cubicBezTo>
                  <a:pt x="26777" y="4651"/>
                  <a:pt x="27064" y="5796"/>
                  <a:pt x="27207" y="7016"/>
                </a:cubicBezTo>
                <a:cubicBezTo>
                  <a:pt x="27207" y="7085"/>
                  <a:pt x="27132" y="7228"/>
                  <a:pt x="27132" y="7372"/>
                </a:cubicBezTo>
                <a:cubicBezTo>
                  <a:pt x="27064" y="7228"/>
                  <a:pt x="27064" y="7160"/>
                  <a:pt x="27064" y="7085"/>
                </a:cubicBezTo>
                <a:cubicBezTo>
                  <a:pt x="26921" y="6512"/>
                  <a:pt x="26777" y="6014"/>
                  <a:pt x="26560" y="5441"/>
                </a:cubicBezTo>
                <a:lnTo>
                  <a:pt x="26634" y="5367"/>
                </a:lnTo>
                <a:lnTo>
                  <a:pt x="26560" y="5367"/>
                </a:lnTo>
                <a:cubicBezTo>
                  <a:pt x="26491" y="5224"/>
                  <a:pt x="26416" y="5012"/>
                  <a:pt x="26416" y="4869"/>
                </a:cubicBezTo>
                <a:lnTo>
                  <a:pt x="26416" y="4725"/>
                </a:lnTo>
                <a:cubicBezTo>
                  <a:pt x="26416" y="4725"/>
                  <a:pt x="26416" y="4794"/>
                  <a:pt x="26348" y="4794"/>
                </a:cubicBezTo>
                <a:cubicBezTo>
                  <a:pt x="26273" y="4508"/>
                  <a:pt x="26130" y="4221"/>
                  <a:pt x="25987" y="3935"/>
                </a:cubicBezTo>
                <a:cubicBezTo>
                  <a:pt x="26061" y="3580"/>
                  <a:pt x="26061" y="3150"/>
                  <a:pt x="26130" y="2789"/>
                </a:cubicBezTo>
                <a:lnTo>
                  <a:pt x="26130" y="2789"/>
                </a:lnTo>
                <a:cubicBezTo>
                  <a:pt x="25987" y="3007"/>
                  <a:pt x="25918" y="3219"/>
                  <a:pt x="25844" y="3580"/>
                </a:cubicBezTo>
                <a:cubicBezTo>
                  <a:pt x="25632" y="4221"/>
                  <a:pt x="25489" y="5012"/>
                  <a:pt x="25345" y="5796"/>
                </a:cubicBezTo>
                <a:cubicBezTo>
                  <a:pt x="25202" y="5441"/>
                  <a:pt x="25059" y="5080"/>
                  <a:pt x="24916" y="4794"/>
                </a:cubicBezTo>
                <a:lnTo>
                  <a:pt x="24916" y="4794"/>
                </a:lnTo>
                <a:cubicBezTo>
                  <a:pt x="25059" y="5155"/>
                  <a:pt x="25202" y="5653"/>
                  <a:pt x="25345" y="6083"/>
                </a:cubicBezTo>
                <a:lnTo>
                  <a:pt x="25271" y="6157"/>
                </a:lnTo>
                <a:cubicBezTo>
                  <a:pt x="25128" y="5871"/>
                  <a:pt x="24985" y="5510"/>
                  <a:pt x="24841" y="5224"/>
                </a:cubicBezTo>
                <a:lnTo>
                  <a:pt x="24841" y="5224"/>
                </a:lnTo>
                <a:cubicBezTo>
                  <a:pt x="24985" y="5585"/>
                  <a:pt x="25059" y="5940"/>
                  <a:pt x="25202" y="6300"/>
                </a:cubicBezTo>
                <a:cubicBezTo>
                  <a:pt x="24985" y="6656"/>
                  <a:pt x="24773" y="7016"/>
                  <a:pt x="24629" y="7446"/>
                </a:cubicBezTo>
                <a:cubicBezTo>
                  <a:pt x="24412" y="7085"/>
                  <a:pt x="24269" y="6730"/>
                  <a:pt x="24057" y="6369"/>
                </a:cubicBezTo>
                <a:lnTo>
                  <a:pt x="24057" y="6369"/>
                </a:lnTo>
                <a:cubicBezTo>
                  <a:pt x="24200" y="6656"/>
                  <a:pt x="24343" y="7016"/>
                  <a:pt x="24412" y="7372"/>
                </a:cubicBezTo>
                <a:cubicBezTo>
                  <a:pt x="24343" y="7589"/>
                  <a:pt x="24200" y="7944"/>
                  <a:pt x="24057" y="8374"/>
                </a:cubicBezTo>
                <a:cubicBezTo>
                  <a:pt x="23982" y="7732"/>
                  <a:pt x="23839" y="7085"/>
                  <a:pt x="23627" y="6369"/>
                </a:cubicBezTo>
                <a:cubicBezTo>
                  <a:pt x="23839" y="5940"/>
                  <a:pt x="23982" y="5585"/>
                  <a:pt x="23982" y="5585"/>
                </a:cubicBezTo>
                <a:lnTo>
                  <a:pt x="23982" y="5585"/>
                </a:lnTo>
                <a:lnTo>
                  <a:pt x="23553" y="6014"/>
                </a:lnTo>
                <a:cubicBezTo>
                  <a:pt x="23266" y="5080"/>
                  <a:pt x="22911" y="4078"/>
                  <a:pt x="22482" y="3150"/>
                </a:cubicBezTo>
                <a:lnTo>
                  <a:pt x="22482" y="3150"/>
                </a:lnTo>
                <a:cubicBezTo>
                  <a:pt x="22768" y="3866"/>
                  <a:pt x="22980" y="4725"/>
                  <a:pt x="23123" y="5585"/>
                </a:cubicBezTo>
                <a:cubicBezTo>
                  <a:pt x="23054" y="5367"/>
                  <a:pt x="23054" y="5155"/>
                  <a:pt x="22980" y="4937"/>
                </a:cubicBezTo>
                <a:lnTo>
                  <a:pt x="22980" y="4937"/>
                </a:lnTo>
                <a:cubicBezTo>
                  <a:pt x="23054" y="5367"/>
                  <a:pt x="23123" y="5940"/>
                  <a:pt x="23198" y="6512"/>
                </a:cubicBezTo>
                <a:lnTo>
                  <a:pt x="23123" y="6512"/>
                </a:lnTo>
                <a:cubicBezTo>
                  <a:pt x="22980" y="5871"/>
                  <a:pt x="22837" y="5155"/>
                  <a:pt x="22625" y="4365"/>
                </a:cubicBezTo>
                <a:lnTo>
                  <a:pt x="22625" y="4365"/>
                </a:lnTo>
                <a:cubicBezTo>
                  <a:pt x="22768" y="5080"/>
                  <a:pt x="22837" y="6014"/>
                  <a:pt x="22837" y="6942"/>
                </a:cubicBezTo>
                <a:cubicBezTo>
                  <a:pt x="22837" y="7016"/>
                  <a:pt x="22768" y="7016"/>
                  <a:pt x="22768" y="7085"/>
                </a:cubicBezTo>
                <a:cubicBezTo>
                  <a:pt x="22625" y="6587"/>
                  <a:pt x="22482" y="6014"/>
                  <a:pt x="22338" y="5441"/>
                </a:cubicBezTo>
                <a:lnTo>
                  <a:pt x="22338" y="5441"/>
                </a:lnTo>
                <a:cubicBezTo>
                  <a:pt x="22407" y="6014"/>
                  <a:pt x="22482" y="6730"/>
                  <a:pt x="22550" y="7446"/>
                </a:cubicBezTo>
                <a:cubicBezTo>
                  <a:pt x="22407" y="7732"/>
                  <a:pt x="22264" y="8019"/>
                  <a:pt x="22121" y="8374"/>
                </a:cubicBezTo>
                <a:cubicBezTo>
                  <a:pt x="22121" y="8448"/>
                  <a:pt x="22121" y="8591"/>
                  <a:pt x="22052" y="8735"/>
                </a:cubicBezTo>
                <a:cubicBezTo>
                  <a:pt x="22052" y="8660"/>
                  <a:pt x="22052" y="8660"/>
                  <a:pt x="21978" y="8591"/>
                </a:cubicBezTo>
                <a:cubicBezTo>
                  <a:pt x="22052" y="8517"/>
                  <a:pt x="22052" y="8448"/>
                  <a:pt x="22052" y="8374"/>
                </a:cubicBezTo>
                <a:lnTo>
                  <a:pt x="22052" y="8374"/>
                </a:lnTo>
                <a:cubicBezTo>
                  <a:pt x="22052" y="8448"/>
                  <a:pt x="21978" y="8448"/>
                  <a:pt x="21978" y="8448"/>
                </a:cubicBezTo>
                <a:cubicBezTo>
                  <a:pt x="21909" y="8231"/>
                  <a:pt x="21834" y="7944"/>
                  <a:pt x="21766" y="7732"/>
                </a:cubicBezTo>
                <a:lnTo>
                  <a:pt x="21766" y="7732"/>
                </a:lnTo>
                <a:cubicBezTo>
                  <a:pt x="21834" y="7944"/>
                  <a:pt x="21834" y="8231"/>
                  <a:pt x="21909" y="8517"/>
                </a:cubicBezTo>
                <a:cubicBezTo>
                  <a:pt x="21834" y="8448"/>
                  <a:pt x="21834" y="8374"/>
                  <a:pt x="21834" y="8231"/>
                </a:cubicBezTo>
                <a:lnTo>
                  <a:pt x="21834" y="8591"/>
                </a:lnTo>
                <a:lnTo>
                  <a:pt x="21691" y="8735"/>
                </a:lnTo>
                <a:cubicBezTo>
                  <a:pt x="21548" y="8374"/>
                  <a:pt x="21405" y="7944"/>
                  <a:pt x="21193" y="7589"/>
                </a:cubicBezTo>
                <a:lnTo>
                  <a:pt x="21193" y="7589"/>
                </a:lnTo>
                <a:lnTo>
                  <a:pt x="21622" y="8878"/>
                </a:lnTo>
                <a:cubicBezTo>
                  <a:pt x="21479" y="9090"/>
                  <a:pt x="21336" y="9451"/>
                  <a:pt x="21193" y="9737"/>
                </a:cubicBezTo>
                <a:cubicBezTo>
                  <a:pt x="21118" y="9233"/>
                  <a:pt x="21050" y="8735"/>
                  <a:pt x="20975" y="8087"/>
                </a:cubicBezTo>
                <a:cubicBezTo>
                  <a:pt x="21050" y="7876"/>
                  <a:pt x="21118" y="7732"/>
                  <a:pt x="21193" y="7589"/>
                </a:cubicBezTo>
                <a:cubicBezTo>
                  <a:pt x="21336" y="7228"/>
                  <a:pt x="21479" y="6942"/>
                  <a:pt x="21479" y="6942"/>
                </a:cubicBezTo>
                <a:lnTo>
                  <a:pt x="21479" y="6942"/>
                </a:lnTo>
                <a:cubicBezTo>
                  <a:pt x="21479" y="6942"/>
                  <a:pt x="21336" y="7085"/>
                  <a:pt x="21118" y="7372"/>
                </a:cubicBezTo>
                <a:cubicBezTo>
                  <a:pt x="21548" y="6157"/>
                  <a:pt x="22052" y="5081"/>
                  <a:pt x="22052" y="5080"/>
                </a:cubicBezTo>
                <a:lnTo>
                  <a:pt x="22052" y="5080"/>
                </a:lnTo>
                <a:cubicBezTo>
                  <a:pt x="22052" y="5081"/>
                  <a:pt x="21336" y="5797"/>
                  <a:pt x="20689" y="6730"/>
                </a:cubicBezTo>
                <a:cubicBezTo>
                  <a:pt x="20689" y="6512"/>
                  <a:pt x="20620" y="6369"/>
                  <a:pt x="20620" y="6157"/>
                </a:cubicBezTo>
                <a:cubicBezTo>
                  <a:pt x="21050" y="5012"/>
                  <a:pt x="21479" y="4078"/>
                  <a:pt x="21479" y="4078"/>
                </a:cubicBezTo>
                <a:lnTo>
                  <a:pt x="21479" y="4078"/>
                </a:lnTo>
                <a:cubicBezTo>
                  <a:pt x="21479" y="4078"/>
                  <a:pt x="20906" y="4582"/>
                  <a:pt x="20403" y="5367"/>
                </a:cubicBezTo>
                <a:cubicBezTo>
                  <a:pt x="20334" y="5298"/>
                  <a:pt x="20334" y="5298"/>
                  <a:pt x="20334" y="5224"/>
                </a:cubicBezTo>
                <a:lnTo>
                  <a:pt x="20334" y="5367"/>
                </a:lnTo>
                <a:lnTo>
                  <a:pt x="19904" y="6226"/>
                </a:lnTo>
                <a:lnTo>
                  <a:pt x="19904" y="5871"/>
                </a:lnTo>
                <a:lnTo>
                  <a:pt x="20116" y="5441"/>
                </a:lnTo>
                <a:lnTo>
                  <a:pt x="19904" y="5653"/>
                </a:lnTo>
                <a:cubicBezTo>
                  <a:pt x="19973" y="5224"/>
                  <a:pt x="19973" y="4794"/>
                  <a:pt x="20047" y="4296"/>
                </a:cubicBezTo>
                <a:lnTo>
                  <a:pt x="20047" y="4296"/>
                </a:lnTo>
                <a:cubicBezTo>
                  <a:pt x="19830" y="4725"/>
                  <a:pt x="19618" y="5367"/>
                  <a:pt x="19475" y="6083"/>
                </a:cubicBezTo>
                <a:cubicBezTo>
                  <a:pt x="19400" y="6157"/>
                  <a:pt x="19400" y="6300"/>
                  <a:pt x="19331" y="6369"/>
                </a:cubicBezTo>
                <a:cubicBezTo>
                  <a:pt x="19331" y="5796"/>
                  <a:pt x="19400" y="5224"/>
                  <a:pt x="19400" y="4651"/>
                </a:cubicBezTo>
                <a:cubicBezTo>
                  <a:pt x="19761" y="3866"/>
                  <a:pt x="19973" y="3294"/>
                  <a:pt x="19973" y="3293"/>
                </a:cubicBezTo>
                <a:lnTo>
                  <a:pt x="19973" y="3293"/>
                </a:lnTo>
                <a:cubicBezTo>
                  <a:pt x="19973" y="3294"/>
                  <a:pt x="19761" y="3505"/>
                  <a:pt x="19475" y="3866"/>
                </a:cubicBezTo>
                <a:cubicBezTo>
                  <a:pt x="19475" y="3836"/>
                  <a:pt x="19475" y="3808"/>
                  <a:pt x="19479" y="3779"/>
                </a:cubicBezTo>
                <a:lnTo>
                  <a:pt x="19479" y="3779"/>
                </a:lnTo>
                <a:lnTo>
                  <a:pt x="19331" y="4078"/>
                </a:lnTo>
                <a:cubicBezTo>
                  <a:pt x="19045" y="4508"/>
                  <a:pt x="18684" y="5012"/>
                  <a:pt x="18398" y="5585"/>
                </a:cubicBezTo>
                <a:cubicBezTo>
                  <a:pt x="18329" y="5298"/>
                  <a:pt x="18255" y="5012"/>
                  <a:pt x="18111" y="4725"/>
                </a:cubicBezTo>
                <a:lnTo>
                  <a:pt x="18111" y="4725"/>
                </a:lnTo>
                <a:cubicBezTo>
                  <a:pt x="18186" y="5012"/>
                  <a:pt x="18255" y="5441"/>
                  <a:pt x="18329" y="5796"/>
                </a:cubicBezTo>
                <a:cubicBezTo>
                  <a:pt x="18255" y="5940"/>
                  <a:pt x="18186" y="6083"/>
                  <a:pt x="18186" y="6226"/>
                </a:cubicBezTo>
                <a:lnTo>
                  <a:pt x="18186" y="6300"/>
                </a:lnTo>
                <a:cubicBezTo>
                  <a:pt x="18112" y="6084"/>
                  <a:pt x="18043" y="5941"/>
                  <a:pt x="18043" y="5730"/>
                </a:cubicBezTo>
                <a:lnTo>
                  <a:pt x="18043" y="5730"/>
                </a:lnTo>
                <a:cubicBezTo>
                  <a:pt x="18043" y="5941"/>
                  <a:pt x="18111" y="6158"/>
                  <a:pt x="18111" y="6444"/>
                </a:cubicBezTo>
                <a:lnTo>
                  <a:pt x="18111" y="6512"/>
                </a:lnTo>
                <a:cubicBezTo>
                  <a:pt x="17968" y="5653"/>
                  <a:pt x="17756" y="4794"/>
                  <a:pt x="17470" y="3723"/>
                </a:cubicBezTo>
                <a:lnTo>
                  <a:pt x="17470" y="3723"/>
                </a:lnTo>
                <a:cubicBezTo>
                  <a:pt x="17682" y="4651"/>
                  <a:pt x="17756" y="5796"/>
                  <a:pt x="17756" y="7016"/>
                </a:cubicBezTo>
                <a:cubicBezTo>
                  <a:pt x="17613" y="6587"/>
                  <a:pt x="17470" y="6157"/>
                  <a:pt x="17252" y="5796"/>
                </a:cubicBezTo>
                <a:cubicBezTo>
                  <a:pt x="17327" y="5367"/>
                  <a:pt x="17327" y="5012"/>
                  <a:pt x="17396" y="4651"/>
                </a:cubicBezTo>
                <a:lnTo>
                  <a:pt x="17396" y="4651"/>
                </a:lnTo>
                <a:cubicBezTo>
                  <a:pt x="17252" y="4794"/>
                  <a:pt x="17184" y="5080"/>
                  <a:pt x="17109" y="5367"/>
                </a:cubicBezTo>
                <a:cubicBezTo>
                  <a:pt x="17040" y="5155"/>
                  <a:pt x="16897" y="4937"/>
                  <a:pt x="16823" y="4794"/>
                </a:cubicBezTo>
                <a:cubicBezTo>
                  <a:pt x="16754" y="4296"/>
                  <a:pt x="16611" y="3723"/>
                  <a:pt x="16393" y="3076"/>
                </a:cubicBezTo>
                <a:lnTo>
                  <a:pt x="16393" y="3076"/>
                </a:lnTo>
                <a:cubicBezTo>
                  <a:pt x="16536" y="3723"/>
                  <a:pt x="16611" y="4439"/>
                  <a:pt x="16611" y="5155"/>
                </a:cubicBezTo>
                <a:cubicBezTo>
                  <a:pt x="16468" y="4794"/>
                  <a:pt x="16324" y="4439"/>
                  <a:pt x="16107" y="4078"/>
                </a:cubicBezTo>
                <a:lnTo>
                  <a:pt x="16107" y="4078"/>
                </a:lnTo>
                <a:cubicBezTo>
                  <a:pt x="16324" y="4508"/>
                  <a:pt x="16468" y="5080"/>
                  <a:pt x="16611" y="5653"/>
                </a:cubicBezTo>
                <a:cubicBezTo>
                  <a:pt x="16536" y="5728"/>
                  <a:pt x="16393" y="5796"/>
                  <a:pt x="16250" y="6014"/>
                </a:cubicBezTo>
                <a:cubicBezTo>
                  <a:pt x="16181" y="6157"/>
                  <a:pt x="16107" y="6226"/>
                  <a:pt x="16038" y="6300"/>
                </a:cubicBezTo>
                <a:lnTo>
                  <a:pt x="16038" y="6157"/>
                </a:lnTo>
                <a:lnTo>
                  <a:pt x="15964" y="6226"/>
                </a:lnTo>
                <a:lnTo>
                  <a:pt x="15534" y="5367"/>
                </a:lnTo>
                <a:lnTo>
                  <a:pt x="15534" y="5367"/>
                </a:lnTo>
                <a:cubicBezTo>
                  <a:pt x="15677" y="5728"/>
                  <a:pt x="15752" y="6014"/>
                  <a:pt x="15820" y="6369"/>
                </a:cubicBezTo>
                <a:cubicBezTo>
                  <a:pt x="15752" y="6512"/>
                  <a:pt x="15677" y="6656"/>
                  <a:pt x="15609" y="6873"/>
                </a:cubicBezTo>
                <a:lnTo>
                  <a:pt x="15534" y="6942"/>
                </a:lnTo>
                <a:cubicBezTo>
                  <a:pt x="15466" y="6731"/>
                  <a:pt x="15392" y="6446"/>
                  <a:pt x="15323" y="6161"/>
                </a:cubicBezTo>
                <a:lnTo>
                  <a:pt x="15323" y="6161"/>
                </a:lnTo>
                <a:cubicBezTo>
                  <a:pt x="15392" y="6446"/>
                  <a:pt x="15465" y="6732"/>
                  <a:pt x="15465" y="7085"/>
                </a:cubicBezTo>
                <a:cubicBezTo>
                  <a:pt x="15391" y="7160"/>
                  <a:pt x="15322" y="7303"/>
                  <a:pt x="15248" y="7446"/>
                </a:cubicBezTo>
                <a:cubicBezTo>
                  <a:pt x="15179" y="7372"/>
                  <a:pt x="15179" y="7228"/>
                  <a:pt x="15179" y="7160"/>
                </a:cubicBezTo>
                <a:cubicBezTo>
                  <a:pt x="15248" y="7016"/>
                  <a:pt x="15322" y="6730"/>
                  <a:pt x="15322" y="6730"/>
                </a:cubicBezTo>
                <a:lnTo>
                  <a:pt x="15322" y="6730"/>
                </a:lnTo>
                <a:cubicBezTo>
                  <a:pt x="15322" y="6730"/>
                  <a:pt x="15248" y="6873"/>
                  <a:pt x="15179" y="6942"/>
                </a:cubicBezTo>
                <a:cubicBezTo>
                  <a:pt x="15179" y="6873"/>
                  <a:pt x="15248" y="6799"/>
                  <a:pt x="15248" y="6799"/>
                </a:cubicBezTo>
                <a:lnTo>
                  <a:pt x="15248" y="6799"/>
                </a:lnTo>
                <a:cubicBezTo>
                  <a:pt x="15248" y="6799"/>
                  <a:pt x="15104" y="6873"/>
                  <a:pt x="15036" y="6942"/>
                </a:cubicBezTo>
                <a:cubicBezTo>
                  <a:pt x="15179" y="6444"/>
                  <a:pt x="15322" y="5940"/>
                  <a:pt x="15534" y="5367"/>
                </a:cubicBezTo>
                <a:cubicBezTo>
                  <a:pt x="15820" y="4439"/>
                  <a:pt x="16250" y="3505"/>
                  <a:pt x="16393" y="3076"/>
                </a:cubicBezTo>
                <a:lnTo>
                  <a:pt x="16536" y="2789"/>
                </a:lnTo>
                <a:lnTo>
                  <a:pt x="16536" y="2789"/>
                </a:lnTo>
                <a:cubicBezTo>
                  <a:pt x="16536" y="2790"/>
                  <a:pt x="16038" y="3362"/>
                  <a:pt x="15465" y="4153"/>
                </a:cubicBezTo>
                <a:cubicBezTo>
                  <a:pt x="15677" y="3580"/>
                  <a:pt x="15895" y="3219"/>
                  <a:pt x="15895" y="3219"/>
                </a:cubicBezTo>
                <a:lnTo>
                  <a:pt x="15895" y="3219"/>
                </a:lnTo>
                <a:cubicBezTo>
                  <a:pt x="15895" y="3219"/>
                  <a:pt x="15677" y="3362"/>
                  <a:pt x="15465" y="3649"/>
                </a:cubicBezTo>
                <a:cubicBezTo>
                  <a:pt x="15964" y="2148"/>
                  <a:pt x="16611" y="716"/>
                  <a:pt x="16611" y="716"/>
                </a:cubicBezTo>
                <a:lnTo>
                  <a:pt x="16611" y="716"/>
                </a:lnTo>
                <a:cubicBezTo>
                  <a:pt x="16611" y="716"/>
                  <a:pt x="16181" y="1146"/>
                  <a:pt x="15752" y="1787"/>
                </a:cubicBezTo>
                <a:cubicBezTo>
                  <a:pt x="15322" y="2360"/>
                  <a:pt x="14818" y="3219"/>
                  <a:pt x="14606" y="4078"/>
                </a:cubicBezTo>
                <a:cubicBezTo>
                  <a:pt x="14463" y="4439"/>
                  <a:pt x="14389" y="4869"/>
                  <a:pt x="14320" y="5367"/>
                </a:cubicBezTo>
                <a:cubicBezTo>
                  <a:pt x="14245" y="5224"/>
                  <a:pt x="14177" y="5155"/>
                  <a:pt x="14102" y="5012"/>
                </a:cubicBezTo>
                <a:lnTo>
                  <a:pt x="14102" y="5012"/>
                </a:lnTo>
                <a:cubicBezTo>
                  <a:pt x="14177" y="5155"/>
                  <a:pt x="14245" y="5298"/>
                  <a:pt x="14245" y="5441"/>
                </a:cubicBezTo>
                <a:cubicBezTo>
                  <a:pt x="14245" y="5585"/>
                  <a:pt x="14177" y="5653"/>
                  <a:pt x="14102" y="5796"/>
                </a:cubicBezTo>
                <a:lnTo>
                  <a:pt x="14102" y="5871"/>
                </a:lnTo>
                <a:cubicBezTo>
                  <a:pt x="14033" y="5871"/>
                  <a:pt x="14033" y="5940"/>
                  <a:pt x="14033" y="5940"/>
                </a:cubicBezTo>
                <a:cubicBezTo>
                  <a:pt x="14033" y="5653"/>
                  <a:pt x="14102" y="5298"/>
                  <a:pt x="14102" y="4869"/>
                </a:cubicBezTo>
                <a:cubicBezTo>
                  <a:pt x="14177" y="4794"/>
                  <a:pt x="14245" y="4582"/>
                  <a:pt x="14245" y="4582"/>
                </a:cubicBezTo>
                <a:lnTo>
                  <a:pt x="14245" y="4582"/>
                </a:lnTo>
                <a:cubicBezTo>
                  <a:pt x="14245" y="4582"/>
                  <a:pt x="14177" y="4725"/>
                  <a:pt x="14102" y="4725"/>
                </a:cubicBezTo>
                <a:cubicBezTo>
                  <a:pt x="14177" y="4221"/>
                  <a:pt x="14177" y="3649"/>
                  <a:pt x="14245" y="3150"/>
                </a:cubicBezTo>
                <a:lnTo>
                  <a:pt x="14245" y="3150"/>
                </a:lnTo>
                <a:cubicBezTo>
                  <a:pt x="14033" y="3580"/>
                  <a:pt x="13816" y="4365"/>
                  <a:pt x="13673" y="5298"/>
                </a:cubicBezTo>
                <a:lnTo>
                  <a:pt x="13461" y="5510"/>
                </a:lnTo>
                <a:cubicBezTo>
                  <a:pt x="13461" y="5080"/>
                  <a:pt x="13461" y="4651"/>
                  <a:pt x="13386" y="4078"/>
                </a:cubicBezTo>
                <a:cubicBezTo>
                  <a:pt x="13386" y="3580"/>
                  <a:pt x="13461" y="3007"/>
                  <a:pt x="13461" y="2503"/>
                </a:cubicBezTo>
                <a:lnTo>
                  <a:pt x="13461" y="2503"/>
                </a:lnTo>
                <a:cubicBezTo>
                  <a:pt x="13386" y="2646"/>
                  <a:pt x="13317" y="2933"/>
                  <a:pt x="13243" y="3219"/>
                </a:cubicBezTo>
                <a:cubicBezTo>
                  <a:pt x="13100" y="2360"/>
                  <a:pt x="12888" y="1501"/>
                  <a:pt x="12602" y="498"/>
                </a:cubicBezTo>
                <a:lnTo>
                  <a:pt x="12602" y="498"/>
                </a:lnTo>
                <a:cubicBezTo>
                  <a:pt x="12745" y="1214"/>
                  <a:pt x="12813" y="2148"/>
                  <a:pt x="12813" y="3076"/>
                </a:cubicBezTo>
                <a:cubicBezTo>
                  <a:pt x="12813" y="2933"/>
                  <a:pt x="12745" y="2721"/>
                  <a:pt x="12745" y="2578"/>
                </a:cubicBezTo>
                <a:lnTo>
                  <a:pt x="12745" y="2578"/>
                </a:lnTo>
                <a:cubicBezTo>
                  <a:pt x="12745" y="2864"/>
                  <a:pt x="12813" y="3150"/>
                  <a:pt x="12888" y="3505"/>
                </a:cubicBezTo>
                <a:lnTo>
                  <a:pt x="12888" y="4365"/>
                </a:lnTo>
                <a:cubicBezTo>
                  <a:pt x="12745" y="4508"/>
                  <a:pt x="12527" y="4725"/>
                  <a:pt x="12384" y="4937"/>
                </a:cubicBezTo>
                <a:cubicBezTo>
                  <a:pt x="12241" y="4296"/>
                  <a:pt x="12097" y="3649"/>
                  <a:pt x="11886" y="2933"/>
                </a:cubicBezTo>
                <a:lnTo>
                  <a:pt x="11886" y="2933"/>
                </a:lnTo>
                <a:cubicBezTo>
                  <a:pt x="12029" y="3580"/>
                  <a:pt x="12097" y="4439"/>
                  <a:pt x="12097" y="5298"/>
                </a:cubicBezTo>
                <a:cubicBezTo>
                  <a:pt x="12097" y="5367"/>
                  <a:pt x="12029" y="5441"/>
                  <a:pt x="11954" y="5510"/>
                </a:cubicBezTo>
                <a:lnTo>
                  <a:pt x="11954" y="5367"/>
                </a:lnTo>
                <a:cubicBezTo>
                  <a:pt x="11954" y="5224"/>
                  <a:pt x="11954" y="5080"/>
                  <a:pt x="12029" y="5012"/>
                </a:cubicBezTo>
                <a:cubicBezTo>
                  <a:pt x="11954" y="5012"/>
                  <a:pt x="11886" y="5080"/>
                  <a:pt x="11811" y="5155"/>
                </a:cubicBezTo>
                <a:cubicBezTo>
                  <a:pt x="11742" y="4937"/>
                  <a:pt x="11599" y="4725"/>
                  <a:pt x="11525" y="4582"/>
                </a:cubicBezTo>
                <a:lnTo>
                  <a:pt x="11525" y="4582"/>
                </a:lnTo>
                <a:lnTo>
                  <a:pt x="11598" y="4797"/>
                </a:lnTo>
                <a:lnTo>
                  <a:pt x="11598" y="4797"/>
                </a:lnTo>
                <a:cubicBezTo>
                  <a:pt x="11586" y="4818"/>
                  <a:pt x="11513" y="4949"/>
                  <a:pt x="11382" y="5080"/>
                </a:cubicBezTo>
                <a:cubicBezTo>
                  <a:pt x="11313" y="4869"/>
                  <a:pt x="11238" y="4725"/>
                  <a:pt x="11170" y="4508"/>
                </a:cubicBezTo>
                <a:cubicBezTo>
                  <a:pt x="11313" y="4078"/>
                  <a:pt x="11456" y="3723"/>
                  <a:pt x="11456" y="3723"/>
                </a:cubicBezTo>
                <a:lnTo>
                  <a:pt x="11456" y="3723"/>
                </a:lnTo>
                <a:cubicBezTo>
                  <a:pt x="11456" y="3723"/>
                  <a:pt x="11313" y="3935"/>
                  <a:pt x="11026" y="4221"/>
                </a:cubicBezTo>
                <a:cubicBezTo>
                  <a:pt x="10883" y="4009"/>
                  <a:pt x="10809" y="3792"/>
                  <a:pt x="10666" y="3649"/>
                </a:cubicBezTo>
                <a:lnTo>
                  <a:pt x="10666" y="3649"/>
                </a:lnTo>
                <a:cubicBezTo>
                  <a:pt x="10809" y="3866"/>
                  <a:pt x="10883" y="4078"/>
                  <a:pt x="10952" y="4296"/>
                </a:cubicBezTo>
                <a:cubicBezTo>
                  <a:pt x="10952" y="4296"/>
                  <a:pt x="10952" y="4365"/>
                  <a:pt x="10883" y="4365"/>
                </a:cubicBezTo>
                <a:cubicBezTo>
                  <a:pt x="10740" y="3866"/>
                  <a:pt x="10522" y="3362"/>
                  <a:pt x="10236" y="2933"/>
                </a:cubicBezTo>
                <a:lnTo>
                  <a:pt x="10236" y="2933"/>
                </a:lnTo>
                <a:cubicBezTo>
                  <a:pt x="10454" y="3437"/>
                  <a:pt x="10666" y="3935"/>
                  <a:pt x="10740" y="4582"/>
                </a:cubicBezTo>
                <a:cubicBezTo>
                  <a:pt x="10740" y="4582"/>
                  <a:pt x="10666" y="4651"/>
                  <a:pt x="10666" y="4725"/>
                </a:cubicBezTo>
                <a:cubicBezTo>
                  <a:pt x="10597" y="4582"/>
                  <a:pt x="10597" y="4508"/>
                  <a:pt x="10597" y="4439"/>
                </a:cubicBezTo>
                <a:lnTo>
                  <a:pt x="10597" y="4725"/>
                </a:lnTo>
                <a:cubicBezTo>
                  <a:pt x="10597" y="4794"/>
                  <a:pt x="10522" y="4869"/>
                  <a:pt x="10454" y="5012"/>
                </a:cubicBezTo>
                <a:cubicBezTo>
                  <a:pt x="10379" y="4439"/>
                  <a:pt x="10236" y="3935"/>
                  <a:pt x="10024" y="3580"/>
                </a:cubicBezTo>
                <a:lnTo>
                  <a:pt x="10024" y="3580"/>
                </a:lnTo>
                <a:cubicBezTo>
                  <a:pt x="10093" y="4153"/>
                  <a:pt x="10093" y="4869"/>
                  <a:pt x="10024" y="5653"/>
                </a:cubicBezTo>
                <a:cubicBezTo>
                  <a:pt x="10024" y="5728"/>
                  <a:pt x="9950" y="5871"/>
                  <a:pt x="9881" y="5940"/>
                </a:cubicBezTo>
                <a:cubicBezTo>
                  <a:pt x="9881" y="5796"/>
                  <a:pt x="9806" y="5585"/>
                  <a:pt x="9806" y="5441"/>
                </a:cubicBezTo>
                <a:lnTo>
                  <a:pt x="9806" y="5155"/>
                </a:lnTo>
                <a:cubicBezTo>
                  <a:pt x="9806" y="5224"/>
                  <a:pt x="9738" y="5224"/>
                  <a:pt x="9738" y="5298"/>
                </a:cubicBezTo>
                <a:cubicBezTo>
                  <a:pt x="9663" y="4937"/>
                  <a:pt x="9595" y="4508"/>
                  <a:pt x="9451" y="4153"/>
                </a:cubicBezTo>
                <a:cubicBezTo>
                  <a:pt x="9520" y="3437"/>
                  <a:pt x="9595" y="2789"/>
                  <a:pt x="9595" y="2073"/>
                </a:cubicBezTo>
                <a:lnTo>
                  <a:pt x="9595" y="2073"/>
                </a:lnTo>
                <a:cubicBezTo>
                  <a:pt x="9377" y="2434"/>
                  <a:pt x="9234" y="3150"/>
                  <a:pt x="9090" y="4009"/>
                </a:cubicBezTo>
                <a:cubicBezTo>
                  <a:pt x="9090" y="3580"/>
                  <a:pt x="9090" y="3150"/>
                  <a:pt x="9165" y="2721"/>
                </a:cubicBezTo>
                <a:lnTo>
                  <a:pt x="9234" y="2578"/>
                </a:lnTo>
                <a:lnTo>
                  <a:pt x="9234" y="2578"/>
                </a:lnTo>
                <a:lnTo>
                  <a:pt x="9165" y="2646"/>
                </a:lnTo>
                <a:cubicBezTo>
                  <a:pt x="9234" y="1787"/>
                  <a:pt x="9308" y="859"/>
                  <a:pt x="937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18"/>
          <p:cNvSpPr/>
          <p:nvPr/>
        </p:nvSpPr>
        <p:spPr>
          <a:xfrm rot="-165868">
            <a:off x="165668" y="160183"/>
            <a:ext cx="885751" cy="416969"/>
          </a:xfrm>
          <a:custGeom>
            <a:avLst/>
            <a:gdLst/>
            <a:ahLst/>
            <a:cxnLst/>
            <a:rect l="l" t="t" r="r" b="b"/>
            <a:pathLst>
              <a:path w="20839" h="9810" extrusionOk="0">
                <a:moveTo>
                  <a:pt x="12937" y="4905"/>
                </a:moveTo>
                <a:lnTo>
                  <a:pt x="12937" y="4905"/>
                </a:lnTo>
                <a:cubicBezTo>
                  <a:pt x="12937" y="4924"/>
                  <a:pt x="12944" y="4944"/>
                  <a:pt x="12957" y="4967"/>
                </a:cubicBezTo>
                <a:lnTo>
                  <a:pt x="12957" y="4967"/>
                </a:lnTo>
                <a:cubicBezTo>
                  <a:pt x="12951" y="4946"/>
                  <a:pt x="12944" y="4925"/>
                  <a:pt x="12937" y="4905"/>
                </a:cubicBezTo>
                <a:close/>
                <a:moveTo>
                  <a:pt x="20839" y="1"/>
                </a:moveTo>
                <a:lnTo>
                  <a:pt x="19346" y="3815"/>
                </a:lnTo>
                <a:cubicBezTo>
                  <a:pt x="19346" y="3815"/>
                  <a:pt x="18256" y="4633"/>
                  <a:pt x="17842" y="5047"/>
                </a:cubicBezTo>
                <a:cubicBezTo>
                  <a:pt x="17569" y="5319"/>
                  <a:pt x="16348" y="5723"/>
                  <a:pt x="15662" y="5995"/>
                </a:cubicBezTo>
                <a:cubicBezTo>
                  <a:pt x="15531" y="5995"/>
                  <a:pt x="15531" y="5864"/>
                  <a:pt x="15531" y="5864"/>
                </a:cubicBezTo>
                <a:lnTo>
                  <a:pt x="15531" y="5592"/>
                </a:lnTo>
                <a:cubicBezTo>
                  <a:pt x="15531" y="5178"/>
                  <a:pt x="15531" y="4502"/>
                  <a:pt x="15117" y="4088"/>
                </a:cubicBezTo>
                <a:lnTo>
                  <a:pt x="15117" y="4088"/>
                </a:lnTo>
                <a:cubicBezTo>
                  <a:pt x="15259" y="4230"/>
                  <a:pt x="14986" y="4905"/>
                  <a:pt x="14986" y="5047"/>
                </a:cubicBezTo>
                <a:cubicBezTo>
                  <a:pt x="14986" y="5178"/>
                  <a:pt x="14844" y="5178"/>
                  <a:pt x="14844" y="5319"/>
                </a:cubicBezTo>
                <a:cubicBezTo>
                  <a:pt x="14765" y="5291"/>
                  <a:pt x="14691" y="5280"/>
                  <a:pt x="14620" y="5280"/>
                </a:cubicBezTo>
                <a:cubicBezTo>
                  <a:pt x="14329" y="5280"/>
                  <a:pt x="14087" y="5478"/>
                  <a:pt x="13755" y="5592"/>
                </a:cubicBezTo>
                <a:lnTo>
                  <a:pt x="13755" y="5723"/>
                </a:lnTo>
                <a:cubicBezTo>
                  <a:pt x="13624" y="5592"/>
                  <a:pt x="13482" y="5450"/>
                  <a:pt x="13482" y="5319"/>
                </a:cubicBezTo>
                <a:cubicBezTo>
                  <a:pt x="13368" y="5319"/>
                  <a:pt x="13041" y="5114"/>
                  <a:pt x="12957" y="4967"/>
                </a:cubicBezTo>
                <a:lnTo>
                  <a:pt x="12957" y="4967"/>
                </a:lnTo>
                <a:cubicBezTo>
                  <a:pt x="13079" y="5372"/>
                  <a:pt x="13079" y="5884"/>
                  <a:pt x="13079" y="6268"/>
                </a:cubicBezTo>
                <a:lnTo>
                  <a:pt x="13210" y="6268"/>
                </a:lnTo>
                <a:cubicBezTo>
                  <a:pt x="12937" y="6540"/>
                  <a:pt x="12806" y="6682"/>
                  <a:pt x="12665" y="6954"/>
                </a:cubicBezTo>
                <a:cubicBezTo>
                  <a:pt x="12537" y="6985"/>
                  <a:pt x="12388" y="7001"/>
                  <a:pt x="12221" y="7001"/>
                </a:cubicBezTo>
                <a:cubicBezTo>
                  <a:pt x="11675" y="7001"/>
                  <a:pt x="10947" y="6827"/>
                  <a:pt x="10212" y="6409"/>
                </a:cubicBezTo>
                <a:cubicBezTo>
                  <a:pt x="8578" y="5319"/>
                  <a:pt x="8305" y="4774"/>
                  <a:pt x="8305" y="4774"/>
                </a:cubicBezTo>
                <a:cubicBezTo>
                  <a:pt x="8305" y="4774"/>
                  <a:pt x="7760" y="4774"/>
                  <a:pt x="6943" y="4360"/>
                </a:cubicBezTo>
                <a:cubicBezTo>
                  <a:pt x="6125" y="3815"/>
                  <a:pt x="3673" y="2453"/>
                  <a:pt x="3673" y="2453"/>
                </a:cubicBezTo>
                <a:cubicBezTo>
                  <a:pt x="3673" y="2453"/>
                  <a:pt x="2672" y="2167"/>
                  <a:pt x="1809" y="2167"/>
                </a:cubicBezTo>
                <a:cubicBezTo>
                  <a:pt x="1481" y="2167"/>
                  <a:pt x="1174" y="2208"/>
                  <a:pt x="949" y="2322"/>
                </a:cubicBezTo>
                <a:cubicBezTo>
                  <a:pt x="0" y="2725"/>
                  <a:pt x="0" y="2998"/>
                  <a:pt x="0" y="2998"/>
                </a:cubicBezTo>
                <a:cubicBezTo>
                  <a:pt x="0" y="2998"/>
                  <a:pt x="273" y="2862"/>
                  <a:pt x="630" y="2862"/>
                </a:cubicBezTo>
                <a:cubicBezTo>
                  <a:pt x="987" y="2862"/>
                  <a:pt x="1428" y="2998"/>
                  <a:pt x="1766" y="3543"/>
                </a:cubicBezTo>
                <a:cubicBezTo>
                  <a:pt x="2453" y="4774"/>
                  <a:pt x="2725" y="6137"/>
                  <a:pt x="2725" y="6137"/>
                </a:cubicBezTo>
                <a:cubicBezTo>
                  <a:pt x="2725" y="6137"/>
                  <a:pt x="3542" y="6137"/>
                  <a:pt x="4632" y="7085"/>
                </a:cubicBezTo>
                <a:cubicBezTo>
                  <a:pt x="5581" y="8175"/>
                  <a:pt x="5722" y="8720"/>
                  <a:pt x="5722" y="8720"/>
                </a:cubicBezTo>
                <a:cubicBezTo>
                  <a:pt x="5722" y="8720"/>
                  <a:pt x="5891" y="8699"/>
                  <a:pt x="6179" y="8699"/>
                </a:cubicBezTo>
                <a:cubicBezTo>
                  <a:pt x="6622" y="8699"/>
                  <a:pt x="7348" y="8748"/>
                  <a:pt x="8174" y="8992"/>
                </a:cubicBezTo>
                <a:cubicBezTo>
                  <a:pt x="9537" y="9406"/>
                  <a:pt x="9668" y="9810"/>
                  <a:pt x="9668" y="9810"/>
                </a:cubicBezTo>
                <a:cubicBezTo>
                  <a:pt x="9668" y="9810"/>
                  <a:pt x="10485" y="9406"/>
                  <a:pt x="11575" y="8992"/>
                </a:cubicBezTo>
                <a:cubicBezTo>
                  <a:pt x="11847" y="8861"/>
                  <a:pt x="12261" y="8720"/>
                  <a:pt x="12534" y="8589"/>
                </a:cubicBezTo>
                <a:cubicBezTo>
                  <a:pt x="12665" y="8720"/>
                  <a:pt x="12806" y="8720"/>
                  <a:pt x="12806" y="8720"/>
                </a:cubicBezTo>
                <a:cubicBezTo>
                  <a:pt x="13008" y="8791"/>
                  <a:pt x="13177" y="8826"/>
                  <a:pt x="13347" y="8826"/>
                </a:cubicBezTo>
                <a:cubicBezTo>
                  <a:pt x="13518" y="8826"/>
                  <a:pt x="13689" y="8791"/>
                  <a:pt x="13896" y="8720"/>
                </a:cubicBezTo>
                <a:cubicBezTo>
                  <a:pt x="14441" y="8589"/>
                  <a:pt x="14986" y="8175"/>
                  <a:pt x="15259" y="7499"/>
                </a:cubicBezTo>
                <a:cubicBezTo>
                  <a:pt x="16348" y="6954"/>
                  <a:pt x="17711" y="5864"/>
                  <a:pt x="17711" y="5864"/>
                </a:cubicBezTo>
                <a:cubicBezTo>
                  <a:pt x="17711" y="5864"/>
                  <a:pt x="19204" y="4774"/>
                  <a:pt x="19749" y="3957"/>
                </a:cubicBezTo>
                <a:cubicBezTo>
                  <a:pt x="20435" y="2998"/>
                  <a:pt x="20839" y="1"/>
                  <a:pt x="208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18"/>
          <p:cNvSpPr/>
          <p:nvPr/>
        </p:nvSpPr>
        <p:spPr>
          <a:xfrm rot="-700824">
            <a:off x="8505151" y="116049"/>
            <a:ext cx="521673" cy="206722"/>
          </a:xfrm>
          <a:custGeom>
            <a:avLst/>
            <a:gdLst/>
            <a:ahLst/>
            <a:cxnLst/>
            <a:rect l="l" t="t" r="r" b="b"/>
            <a:pathLst>
              <a:path w="37188" h="14739" extrusionOk="0">
                <a:moveTo>
                  <a:pt x="6922" y="1"/>
                </a:moveTo>
                <a:cubicBezTo>
                  <a:pt x="4515" y="1"/>
                  <a:pt x="1" y="4385"/>
                  <a:pt x="1" y="4385"/>
                </a:cubicBezTo>
                <a:cubicBezTo>
                  <a:pt x="1" y="4385"/>
                  <a:pt x="29" y="4382"/>
                  <a:pt x="81" y="4382"/>
                </a:cubicBezTo>
                <a:cubicBezTo>
                  <a:pt x="402" y="4382"/>
                  <a:pt x="1626" y="4479"/>
                  <a:pt x="2453" y="5889"/>
                </a:cubicBezTo>
                <a:cubicBezTo>
                  <a:pt x="3401" y="7382"/>
                  <a:pt x="2856" y="8613"/>
                  <a:pt x="2856" y="8613"/>
                </a:cubicBezTo>
                <a:cubicBezTo>
                  <a:pt x="2856" y="8613"/>
                  <a:pt x="4330" y="7631"/>
                  <a:pt x="5881" y="7631"/>
                </a:cubicBezTo>
                <a:cubicBezTo>
                  <a:pt x="6331" y="7631"/>
                  <a:pt x="6787" y="7713"/>
                  <a:pt x="7216" y="7927"/>
                </a:cubicBezTo>
                <a:cubicBezTo>
                  <a:pt x="9265" y="8886"/>
                  <a:pt x="9265" y="11065"/>
                  <a:pt x="9265" y="11065"/>
                </a:cubicBezTo>
                <a:cubicBezTo>
                  <a:pt x="9265" y="11065"/>
                  <a:pt x="10148" y="10067"/>
                  <a:pt x="11613" y="10067"/>
                </a:cubicBezTo>
                <a:cubicBezTo>
                  <a:pt x="11775" y="10067"/>
                  <a:pt x="11944" y="10079"/>
                  <a:pt x="12120" y="10106"/>
                </a:cubicBezTo>
                <a:cubicBezTo>
                  <a:pt x="13897" y="10379"/>
                  <a:pt x="14572" y="12831"/>
                  <a:pt x="14572" y="12831"/>
                </a:cubicBezTo>
                <a:cubicBezTo>
                  <a:pt x="14572" y="12831"/>
                  <a:pt x="15115" y="11970"/>
                  <a:pt x="15618" y="11970"/>
                </a:cubicBezTo>
                <a:cubicBezTo>
                  <a:pt x="15681" y="11970"/>
                  <a:pt x="15743" y="11983"/>
                  <a:pt x="15804" y="12014"/>
                </a:cubicBezTo>
                <a:cubicBezTo>
                  <a:pt x="16207" y="12155"/>
                  <a:pt x="17166" y="14193"/>
                  <a:pt x="18659" y="14738"/>
                </a:cubicBezTo>
                <a:cubicBezTo>
                  <a:pt x="20022" y="14193"/>
                  <a:pt x="20981" y="12155"/>
                  <a:pt x="21384" y="12014"/>
                </a:cubicBezTo>
                <a:cubicBezTo>
                  <a:pt x="21445" y="11983"/>
                  <a:pt x="21507" y="11970"/>
                  <a:pt x="21570" y="11970"/>
                </a:cubicBezTo>
                <a:cubicBezTo>
                  <a:pt x="22073" y="11970"/>
                  <a:pt x="22616" y="12831"/>
                  <a:pt x="22616" y="12831"/>
                </a:cubicBezTo>
                <a:cubicBezTo>
                  <a:pt x="22616" y="12831"/>
                  <a:pt x="23291" y="10379"/>
                  <a:pt x="25068" y="10106"/>
                </a:cubicBezTo>
                <a:cubicBezTo>
                  <a:pt x="25244" y="10079"/>
                  <a:pt x="25413" y="10067"/>
                  <a:pt x="25575" y="10067"/>
                </a:cubicBezTo>
                <a:cubicBezTo>
                  <a:pt x="27040" y="10067"/>
                  <a:pt x="27923" y="11065"/>
                  <a:pt x="27923" y="11065"/>
                </a:cubicBezTo>
                <a:cubicBezTo>
                  <a:pt x="27923" y="11065"/>
                  <a:pt x="27923" y="8886"/>
                  <a:pt x="29972" y="7927"/>
                </a:cubicBezTo>
                <a:cubicBezTo>
                  <a:pt x="30401" y="7713"/>
                  <a:pt x="30857" y="7631"/>
                  <a:pt x="31307" y="7631"/>
                </a:cubicBezTo>
                <a:cubicBezTo>
                  <a:pt x="32858" y="7631"/>
                  <a:pt x="34332" y="8613"/>
                  <a:pt x="34332" y="8613"/>
                </a:cubicBezTo>
                <a:cubicBezTo>
                  <a:pt x="34332" y="8613"/>
                  <a:pt x="33787" y="7382"/>
                  <a:pt x="34735" y="5889"/>
                </a:cubicBezTo>
                <a:cubicBezTo>
                  <a:pt x="35562" y="4479"/>
                  <a:pt x="36785" y="4382"/>
                  <a:pt x="37107" y="4382"/>
                </a:cubicBezTo>
                <a:cubicBezTo>
                  <a:pt x="37159" y="4382"/>
                  <a:pt x="37187" y="4385"/>
                  <a:pt x="37187" y="4385"/>
                </a:cubicBezTo>
                <a:cubicBezTo>
                  <a:pt x="37187" y="4385"/>
                  <a:pt x="32673" y="1"/>
                  <a:pt x="30266" y="1"/>
                </a:cubicBezTo>
                <a:cubicBezTo>
                  <a:pt x="30164" y="1"/>
                  <a:pt x="30066" y="9"/>
                  <a:pt x="29972" y="25"/>
                </a:cubicBezTo>
                <a:cubicBezTo>
                  <a:pt x="27520" y="439"/>
                  <a:pt x="25068" y="3709"/>
                  <a:pt x="23291" y="5202"/>
                </a:cubicBezTo>
                <a:cubicBezTo>
                  <a:pt x="21995" y="6306"/>
                  <a:pt x="21063" y="6453"/>
                  <a:pt x="20659" y="6453"/>
                </a:cubicBezTo>
                <a:cubicBezTo>
                  <a:pt x="20513" y="6453"/>
                  <a:pt x="20436" y="6433"/>
                  <a:pt x="20436" y="6433"/>
                </a:cubicBezTo>
                <a:cubicBezTo>
                  <a:pt x="20436" y="6433"/>
                  <a:pt x="21929" y="3840"/>
                  <a:pt x="21253" y="3022"/>
                </a:cubicBezTo>
                <a:lnTo>
                  <a:pt x="21253" y="3022"/>
                </a:lnTo>
                <a:cubicBezTo>
                  <a:pt x="20436" y="3436"/>
                  <a:pt x="19749" y="4657"/>
                  <a:pt x="19749" y="4657"/>
                </a:cubicBezTo>
                <a:cubicBezTo>
                  <a:pt x="19379" y="4508"/>
                  <a:pt x="18967" y="4401"/>
                  <a:pt x="18536" y="4401"/>
                </a:cubicBezTo>
                <a:cubicBezTo>
                  <a:pt x="18179" y="4401"/>
                  <a:pt x="17809" y="4474"/>
                  <a:pt x="17439" y="4657"/>
                </a:cubicBezTo>
                <a:cubicBezTo>
                  <a:pt x="17439" y="4657"/>
                  <a:pt x="16752" y="3436"/>
                  <a:pt x="15935" y="3022"/>
                </a:cubicBezTo>
                <a:lnTo>
                  <a:pt x="15935" y="3022"/>
                </a:lnTo>
                <a:cubicBezTo>
                  <a:pt x="15259" y="3840"/>
                  <a:pt x="16752" y="6433"/>
                  <a:pt x="16752" y="6433"/>
                </a:cubicBezTo>
                <a:cubicBezTo>
                  <a:pt x="16752" y="6433"/>
                  <a:pt x="16675" y="6453"/>
                  <a:pt x="16529" y="6453"/>
                </a:cubicBezTo>
                <a:cubicBezTo>
                  <a:pt x="16125" y="6453"/>
                  <a:pt x="15193" y="6306"/>
                  <a:pt x="13897" y="5202"/>
                </a:cubicBezTo>
                <a:cubicBezTo>
                  <a:pt x="12120" y="3709"/>
                  <a:pt x="9668" y="439"/>
                  <a:pt x="7216" y="25"/>
                </a:cubicBezTo>
                <a:cubicBezTo>
                  <a:pt x="7122" y="9"/>
                  <a:pt x="7024" y="1"/>
                  <a:pt x="69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18"/>
          <p:cNvSpPr/>
          <p:nvPr/>
        </p:nvSpPr>
        <p:spPr>
          <a:xfrm rot="360155">
            <a:off x="8549054" y="453543"/>
            <a:ext cx="433853" cy="171915"/>
          </a:xfrm>
          <a:custGeom>
            <a:avLst/>
            <a:gdLst/>
            <a:ahLst/>
            <a:cxnLst/>
            <a:rect l="l" t="t" r="r" b="b"/>
            <a:pathLst>
              <a:path w="37188" h="14739" extrusionOk="0">
                <a:moveTo>
                  <a:pt x="6922" y="1"/>
                </a:moveTo>
                <a:cubicBezTo>
                  <a:pt x="4515" y="1"/>
                  <a:pt x="1" y="4385"/>
                  <a:pt x="1" y="4385"/>
                </a:cubicBezTo>
                <a:cubicBezTo>
                  <a:pt x="1" y="4385"/>
                  <a:pt x="29" y="4382"/>
                  <a:pt x="81" y="4382"/>
                </a:cubicBezTo>
                <a:cubicBezTo>
                  <a:pt x="402" y="4382"/>
                  <a:pt x="1626" y="4479"/>
                  <a:pt x="2453" y="5889"/>
                </a:cubicBezTo>
                <a:cubicBezTo>
                  <a:pt x="3401" y="7382"/>
                  <a:pt x="2856" y="8613"/>
                  <a:pt x="2856" y="8613"/>
                </a:cubicBezTo>
                <a:cubicBezTo>
                  <a:pt x="2856" y="8613"/>
                  <a:pt x="4330" y="7631"/>
                  <a:pt x="5881" y="7631"/>
                </a:cubicBezTo>
                <a:cubicBezTo>
                  <a:pt x="6331" y="7631"/>
                  <a:pt x="6787" y="7713"/>
                  <a:pt x="7216" y="7927"/>
                </a:cubicBezTo>
                <a:cubicBezTo>
                  <a:pt x="9265" y="8886"/>
                  <a:pt x="9265" y="11065"/>
                  <a:pt x="9265" y="11065"/>
                </a:cubicBezTo>
                <a:cubicBezTo>
                  <a:pt x="9265" y="11065"/>
                  <a:pt x="10148" y="10067"/>
                  <a:pt x="11613" y="10067"/>
                </a:cubicBezTo>
                <a:cubicBezTo>
                  <a:pt x="11775" y="10067"/>
                  <a:pt x="11944" y="10079"/>
                  <a:pt x="12120" y="10106"/>
                </a:cubicBezTo>
                <a:cubicBezTo>
                  <a:pt x="13897" y="10379"/>
                  <a:pt x="14572" y="12831"/>
                  <a:pt x="14572" y="12831"/>
                </a:cubicBezTo>
                <a:cubicBezTo>
                  <a:pt x="14572" y="12831"/>
                  <a:pt x="15115" y="11970"/>
                  <a:pt x="15618" y="11970"/>
                </a:cubicBezTo>
                <a:cubicBezTo>
                  <a:pt x="15681" y="11970"/>
                  <a:pt x="15743" y="11983"/>
                  <a:pt x="15804" y="12014"/>
                </a:cubicBezTo>
                <a:cubicBezTo>
                  <a:pt x="16207" y="12155"/>
                  <a:pt x="17166" y="14193"/>
                  <a:pt x="18659" y="14738"/>
                </a:cubicBezTo>
                <a:cubicBezTo>
                  <a:pt x="20022" y="14193"/>
                  <a:pt x="20981" y="12155"/>
                  <a:pt x="21384" y="12014"/>
                </a:cubicBezTo>
                <a:cubicBezTo>
                  <a:pt x="21445" y="11983"/>
                  <a:pt x="21507" y="11970"/>
                  <a:pt x="21570" y="11970"/>
                </a:cubicBezTo>
                <a:cubicBezTo>
                  <a:pt x="22073" y="11970"/>
                  <a:pt x="22616" y="12831"/>
                  <a:pt x="22616" y="12831"/>
                </a:cubicBezTo>
                <a:cubicBezTo>
                  <a:pt x="22616" y="12831"/>
                  <a:pt x="23291" y="10379"/>
                  <a:pt x="25068" y="10106"/>
                </a:cubicBezTo>
                <a:cubicBezTo>
                  <a:pt x="25244" y="10079"/>
                  <a:pt x="25413" y="10067"/>
                  <a:pt x="25575" y="10067"/>
                </a:cubicBezTo>
                <a:cubicBezTo>
                  <a:pt x="27040" y="10067"/>
                  <a:pt x="27923" y="11065"/>
                  <a:pt x="27923" y="11065"/>
                </a:cubicBezTo>
                <a:cubicBezTo>
                  <a:pt x="27923" y="11065"/>
                  <a:pt x="27923" y="8886"/>
                  <a:pt x="29972" y="7927"/>
                </a:cubicBezTo>
                <a:cubicBezTo>
                  <a:pt x="30401" y="7713"/>
                  <a:pt x="30857" y="7631"/>
                  <a:pt x="31307" y="7631"/>
                </a:cubicBezTo>
                <a:cubicBezTo>
                  <a:pt x="32858" y="7631"/>
                  <a:pt x="34332" y="8613"/>
                  <a:pt x="34332" y="8613"/>
                </a:cubicBezTo>
                <a:cubicBezTo>
                  <a:pt x="34332" y="8613"/>
                  <a:pt x="33787" y="7382"/>
                  <a:pt x="34735" y="5889"/>
                </a:cubicBezTo>
                <a:cubicBezTo>
                  <a:pt x="35562" y="4479"/>
                  <a:pt x="36785" y="4382"/>
                  <a:pt x="37107" y="4382"/>
                </a:cubicBezTo>
                <a:cubicBezTo>
                  <a:pt x="37159" y="4382"/>
                  <a:pt x="37187" y="4385"/>
                  <a:pt x="37187" y="4385"/>
                </a:cubicBezTo>
                <a:cubicBezTo>
                  <a:pt x="37187" y="4385"/>
                  <a:pt x="32673" y="1"/>
                  <a:pt x="30266" y="1"/>
                </a:cubicBezTo>
                <a:cubicBezTo>
                  <a:pt x="30164" y="1"/>
                  <a:pt x="30066" y="9"/>
                  <a:pt x="29972" y="25"/>
                </a:cubicBezTo>
                <a:cubicBezTo>
                  <a:pt x="27520" y="439"/>
                  <a:pt x="25068" y="3709"/>
                  <a:pt x="23291" y="5202"/>
                </a:cubicBezTo>
                <a:cubicBezTo>
                  <a:pt x="21995" y="6306"/>
                  <a:pt x="21063" y="6453"/>
                  <a:pt x="20659" y="6453"/>
                </a:cubicBezTo>
                <a:cubicBezTo>
                  <a:pt x="20513" y="6453"/>
                  <a:pt x="20436" y="6433"/>
                  <a:pt x="20436" y="6433"/>
                </a:cubicBezTo>
                <a:cubicBezTo>
                  <a:pt x="20436" y="6433"/>
                  <a:pt x="21929" y="3840"/>
                  <a:pt x="21253" y="3022"/>
                </a:cubicBezTo>
                <a:lnTo>
                  <a:pt x="21253" y="3022"/>
                </a:lnTo>
                <a:cubicBezTo>
                  <a:pt x="20436" y="3436"/>
                  <a:pt x="19749" y="4657"/>
                  <a:pt x="19749" y="4657"/>
                </a:cubicBezTo>
                <a:cubicBezTo>
                  <a:pt x="19379" y="4508"/>
                  <a:pt x="18967" y="4401"/>
                  <a:pt x="18536" y="4401"/>
                </a:cubicBezTo>
                <a:cubicBezTo>
                  <a:pt x="18179" y="4401"/>
                  <a:pt x="17809" y="4474"/>
                  <a:pt x="17439" y="4657"/>
                </a:cubicBezTo>
                <a:cubicBezTo>
                  <a:pt x="17439" y="4657"/>
                  <a:pt x="16752" y="3436"/>
                  <a:pt x="15935" y="3022"/>
                </a:cubicBezTo>
                <a:lnTo>
                  <a:pt x="15935" y="3022"/>
                </a:lnTo>
                <a:cubicBezTo>
                  <a:pt x="15259" y="3840"/>
                  <a:pt x="16752" y="6433"/>
                  <a:pt x="16752" y="6433"/>
                </a:cubicBezTo>
                <a:cubicBezTo>
                  <a:pt x="16752" y="6433"/>
                  <a:pt x="16675" y="6453"/>
                  <a:pt x="16529" y="6453"/>
                </a:cubicBezTo>
                <a:cubicBezTo>
                  <a:pt x="16125" y="6453"/>
                  <a:pt x="15193" y="6306"/>
                  <a:pt x="13897" y="5202"/>
                </a:cubicBezTo>
                <a:cubicBezTo>
                  <a:pt x="12120" y="3709"/>
                  <a:pt x="9668" y="439"/>
                  <a:pt x="7216" y="25"/>
                </a:cubicBezTo>
                <a:cubicBezTo>
                  <a:pt x="7122" y="9"/>
                  <a:pt x="7024" y="1"/>
                  <a:pt x="69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0" name="Google Shape;1040;p18"/>
          <p:cNvGrpSpPr/>
          <p:nvPr/>
        </p:nvGrpSpPr>
        <p:grpSpPr>
          <a:xfrm>
            <a:off x="8990705" y="783610"/>
            <a:ext cx="75974" cy="84124"/>
            <a:chOff x="7553342" y="94254"/>
            <a:chExt cx="43123" cy="47743"/>
          </a:xfrm>
        </p:grpSpPr>
        <p:sp>
          <p:nvSpPr>
            <p:cNvPr id="1041" name="Google Shape;1041;p18"/>
            <p:cNvSpPr/>
            <p:nvPr/>
          </p:nvSpPr>
          <p:spPr>
            <a:xfrm rot="-5400000" flipH="1">
              <a:off x="7572401" y="94271"/>
              <a:ext cx="5005" cy="43123"/>
            </a:xfrm>
            <a:custGeom>
              <a:avLst/>
              <a:gdLst/>
              <a:ahLst/>
              <a:cxnLst/>
              <a:rect l="l" t="t" r="r" b="b"/>
              <a:pathLst>
                <a:path w="143" h="1232" extrusionOk="0">
                  <a:moveTo>
                    <a:pt x="142" y="0"/>
                  </a:moveTo>
                  <a:cubicBezTo>
                    <a:pt x="1" y="0"/>
                    <a:pt x="1" y="273"/>
                    <a:pt x="1" y="687"/>
                  </a:cubicBezTo>
                  <a:cubicBezTo>
                    <a:pt x="1" y="960"/>
                    <a:pt x="1" y="1232"/>
                    <a:pt x="142" y="1232"/>
                  </a:cubicBezTo>
                  <a:lnTo>
                    <a:pt x="142" y="687"/>
                  </a:lnTo>
                  <a:lnTo>
                    <a:pt x="1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18"/>
            <p:cNvSpPr/>
            <p:nvPr/>
          </p:nvSpPr>
          <p:spPr>
            <a:xfrm rot="-5400000" flipH="1">
              <a:off x="7551049" y="115623"/>
              <a:ext cx="47743" cy="5005"/>
            </a:xfrm>
            <a:custGeom>
              <a:avLst/>
              <a:gdLst/>
              <a:ahLst/>
              <a:cxnLst/>
              <a:rect l="l" t="t" r="r" b="b"/>
              <a:pathLst>
                <a:path w="1364" h="143" extrusionOk="0">
                  <a:moveTo>
                    <a:pt x="687" y="0"/>
                  </a:moveTo>
                  <a:cubicBezTo>
                    <a:pt x="273" y="0"/>
                    <a:pt x="1" y="0"/>
                    <a:pt x="1" y="142"/>
                  </a:cubicBezTo>
                  <a:lnTo>
                    <a:pt x="1363" y="142"/>
                  </a:lnTo>
                  <a:cubicBezTo>
                    <a:pt x="1363" y="0"/>
                    <a:pt x="96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18"/>
            <p:cNvSpPr/>
            <p:nvPr/>
          </p:nvSpPr>
          <p:spPr>
            <a:xfrm rot="-5400000" flipH="1">
              <a:off x="7554147" y="103389"/>
              <a:ext cx="38188" cy="29857"/>
            </a:xfrm>
            <a:custGeom>
              <a:avLst/>
              <a:gdLst/>
              <a:ahLst/>
              <a:cxnLst/>
              <a:rect l="l" t="t" r="r" b="b"/>
              <a:pathLst>
                <a:path w="1091" h="853" extrusionOk="0">
                  <a:moveTo>
                    <a:pt x="1090" y="0"/>
                  </a:moveTo>
                  <a:cubicBezTo>
                    <a:pt x="1090" y="0"/>
                    <a:pt x="818" y="131"/>
                    <a:pt x="545" y="403"/>
                  </a:cubicBezTo>
                  <a:cubicBezTo>
                    <a:pt x="273" y="545"/>
                    <a:pt x="1" y="818"/>
                    <a:pt x="131" y="818"/>
                  </a:cubicBezTo>
                  <a:cubicBezTo>
                    <a:pt x="131" y="842"/>
                    <a:pt x="141" y="852"/>
                    <a:pt x="158" y="852"/>
                  </a:cubicBezTo>
                  <a:cubicBezTo>
                    <a:pt x="232" y="852"/>
                    <a:pt x="454" y="652"/>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18"/>
            <p:cNvSpPr/>
            <p:nvPr/>
          </p:nvSpPr>
          <p:spPr>
            <a:xfrm rot="-5400000" flipH="1">
              <a:off x="7562390" y="98367"/>
              <a:ext cx="28632" cy="39518"/>
            </a:xfrm>
            <a:custGeom>
              <a:avLst/>
              <a:gdLst/>
              <a:ahLst/>
              <a:cxnLst/>
              <a:rect l="l" t="t" r="r" b="b"/>
              <a:pathLst>
                <a:path w="818" h="1129" extrusionOk="0">
                  <a:moveTo>
                    <a:pt x="27" y="0"/>
                  </a:moveTo>
                  <a:cubicBezTo>
                    <a:pt x="10" y="0"/>
                    <a:pt x="0" y="12"/>
                    <a:pt x="0" y="39"/>
                  </a:cubicBezTo>
                  <a:lnTo>
                    <a:pt x="273" y="584"/>
                  </a:lnTo>
                  <a:cubicBezTo>
                    <a:pt x="545" y="857"/>
                    <a:pt x="687" y="1129"/>
                    <a:pt x="818" y="1129"/>
                  </a:cubicBezTo>
                  <a:cubicBezTo>
                    <a:pt x="818" y="987"/>
                    <a:pt x="687" y="715"/>
                    <a:pt x="414" y="442"/>
                  </a:cubicBezTo>
                  <a:cubicBezTo>
                    <a:pt x="300" y="221"/>
                    <a:pt x="99"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 name="Google Shape;1045;p18"/>
          <p:cNvGrpSpPr/>
          <p:nvPr/>
        </p:nvGrpSpPr>
        <p:grpSpPr>
          <a:xfrm>
            <a:off x="129257" y="139072"/>
            <a:ext cx="517273" cy="878650"/>
            <a:chOff x="129257" y="139072"/>
            <a:chExt cx="517273" cy="878650"/>
          </a:xfrm>
        </p:grpSpPr>
        <p:grpSp>
          <p:nvGrpSpPr>
            <p:cNvPr id="1046" name="Google Shape;1046;p18"/>
            <p:cNvGrpSpPr/>
            <p:nvPr/>
          </p:nvGrpSpPr>
          <p:grpSpPr>
            <a:xfrm>
              <a:off x="129257" y="598264"/>
              <a:ext cx="47743" cy="47708"/>
              <a:chOff x="8670282" y="1248364"/>
              <a:chExt cx="47743" cy="47708"/>
            </a:xfrm>
          </p:grpSpPr>
          <p:sp>
            <p:nvSpPr>
              <p:cNvPr id="1047" name="Google Shape;1047;p18"/>
              <p:cNvSpPr/>
              <p:nvPr/>
            </p:nvSpPr>
            <p:spPr>
              <a:xfrm rot="10800000" flipH="1">
                <a:off x="8689358" y="1248364"/>
                <a:ext cx="5005" cy="47708"/>
              </a:xfrm>
              <a:custGeom>
                <a:avLst/>
                <a:gdLst/>
                <a:ahLst/>
                <a:cxnLst/>
                <a:rect l="l" t="t" r="r" b="b"/>
                <a:pathLst>
                  <a:path w="143" h="1363" extrusionOk="0">
                    <a:moveTo>
                      <a:pt x="143" y="0"/>
                    </a:moveTo>
                    <a:cubicBezTo>
                      <a:pt x="1" y="0"/>
                      <a:pt x="1" y="273"/>
                      <a:pt x="1" y="676"/>
                    </a:cubicBezTo>
                    <a:cubicBezTo>
                      <a:pt x="1" y="1090"/>
                      <a:pt x="1" y="1363"/>
                      <a:pt x="143" y="1363"/>
                    </a:cubicBezTo>
                    <a:lnTo>
                      <a:pt x="143" y="676"/>
                    </a:lnTo>
                    <a:lnTo>
                      <a:pt x="1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18"/>
              <p:cNvSpPr/>
              <p:nvPr/>
            </p:nvSpPr>
            <p:spPr>
              <a:xfrm rot="10800000" flipH="1">
                <a:off x="8670282" y="1272376"/>
                <a:ext cx="47743" cy="4620"/>
              </a:xfrm>
              <a:custGeom>
                <a:avLst/>
                <a:gdLst/>
                <a:ahLst/>
                <a:cxnLst/>
                <a:rect l="l" t="t" r="r" b="b"/>
                <a:pathLst>
                  <a:path w="1364" h="132" extrusionOk="0">
                    <a:moveTo>
                      <a:pt x="688" y="0"/>
                    </a:moveTo>
                    <a:cubicBezTo>
                      <a:pt x="273" y="0"/>
                      <a:pt x="1" y="131"/>
                      <a:pt x="1" y="131"/>
                    </a:cubicBezTo>
                    <a:lnTo>
                      <a:pt x="1363" y="131"/>
                    </a:lnTo>
                    <a:cubicBezTo>
                      <a:pt x="1363" y="131"/>
                      <a:pt x="960" y="0"/>
                      <a:pt x="6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18"/>
              <p:cNvSpPr/>
              <p:nvPr/>
            </p:nvSpPr>
            <p:spPr>
              <a:xfrm rot="10800000" flipH="1">
                <a:off x="8675252" y="1257885"/>
                <a:ext cx="38188" cy="33602"/>
              </a:xfrm>
              <a:custGeom>
                <a:avLst/>
                <a:gdLst/>
                <a:ahLst/>
                <a:cxnLst/>
                <a:rect l="l" t="t" r="r" b="b"/>
                <a:pathLst>
                  <a:path w="1091" h="960" extrusionOk="0">
                    <a:moveTo>
                      <a:pt x="1090" y="0"/>
                    </a:moveTo>
                    <a:cubicBezTo>
                      <a:pt x="1090" y="0"/>
                      <a:pt x="818" y="142"/>
                      <a:pt x="546" y="414"/>
                    </a:cubicBezTo>
                    <a:cubicBezTo>
                      <a:pt x="273" y="687"/>
                      <a:pt x="1" y="818"/>
                      <a:pt x="131" y="959"/>
                    </a:cubicBezTo>
                    <a:cubicBezTo>
                      <a:pt x="131" y="959"/>
                      <a:pt x="404" y="818"/>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18"/>
              <p:cNvSpPr/>
              <p:nvPr/>
            </p:nvSpPr>
            <p:spPr>
              <a:xfrm rot="10800000" flipH="1">
                <a:off x="8679838" y="1253299"/>
                <a:ext cx="28632" cy="38188"/>
              </a:xfrm>
              <a:custGeom>
                <a:avLst/>
                <a:gdLst/>
                <a:ahLst/>
                <a:cxnLst/>
                <a:rect l="l" t="t" r="r" b="b"/>
                <a:pathLst>
                  <a:path w="818" h="1091" extrusionOk="0">
                    <a:moveTo>
                      <a:pt x="0" y="0"/>
                    </a:moveTo>
                    <a:lnTo>
                      <a:pt x="273" y="545"/>
                    </a:lnTo>
                    <a:cubicBezTo>
                      <a:pt x="545" y="818"/>
                      <a:pt x="687" y="1090"/>
                      <a:pt x="818" y="1090"/>
                    </a:cubicBezTo>
                    <a:cubicBezTo>
                      <a:pt x="818" y="1090"/>
                      <a:pt x="687" y="818"/>
                      <a:pt x="415" y="545"/>
                    </a:cubicBezTo>
                    <a:cubicBezTo>
                      <a:pt x="273" y="142"/>
                      <a:pt x="0"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 name="Google Shape;1051;p18"/>
            <p:cNvGrpSpPr/>
            <p:nvPr/>
          </p:nvGrpSpPr>
          <p:grpSpPr>
            <a:xfrm>
              <a:off x="570555" y="139072"/>
              <a:ext cx="75974" cy="84124"/>
              <a:chOff x="7553342" y="94254"/>
              <a:chExt cx="43123" cy="47743"/>
            </a:xfrm>
          </p:grpSpPr>
          <p:sp>
            <p:nvSpPr>
              <p:cNvPr id="1052" name="Google Shape;1052;p18"/>
              <p:cNvSpPr/>
              <p:nvPr/>
            </p:nvSpPr>
            <p:spPr>
              <a:xfrm rot="-5400000" flipH="1">
                <a:off x="7572401" y="94271"/>
                <a:ext cx="5005" cy="43123"/>
              </a:xfrm>
              <a:custGeom>
                <a:avLst/>
                <a:gdLst/>
                <a:ahLst/>
                <a:cxnLst/>
                <a:rect l="l" t="t" r="r" b="b"/>
                <a:pathLst>
                  <a:path w="143" h="1232" extrusionOk="0">
                    <a:moveTo>
                      <a:pt x="142" y="0"/>
                    </a:moveTo>
                    <a:cubicBezTo>
                      <a:pt x="1" y="0"/>
                      <a:pt x="1" y="273"/>
                      <a:pt x="1" y="687"/>
                    </a:cubicBezTo>
                    <a:cubicBezTo>
                      <a:pt x="1" y="960"/>
                      <a:pt x="1" y="1232"/>
                      <a:pt x="142" y="1232"/>
                    </a:cubicBezTo>
                    <a:lnTo>
                      <a:pt x="142" y="687"/>
                    </a:lnTo>
                    <a:lnTo>
                      <a:pt x="1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18"/>
              <p:cNvSpPr/>
              <p:nvPr/>
            </p:nvSpPr>
            <p:spPr>
              <a:xfrm rot="-5400000" flipH="1">
                <a:off x="7551049" y="115623"/>
                <a:ext cx="47743" cy="5005"/>
              </a:xfrm>
              <a:custGeom>
                <a:avLst/>
                <a:gdLst/>
                <a:ahLst/>
                <a:cxnLst/>
                <a:rect l="l" t="t" r="r" b="b"/>
                <a:pathLst>
                  <a:path w="1364" h="143" extrusionOk="0">
                    <a:moveTo>
                      <a:pt x="687" y="0"/>
                    </a:moveTo>
                    <a:cubicBezTo>
                      <a:pt x="273" y="0"/>
                      <a:pt x="1" y="0"/>
                      <a:pt x="1" y="142"/>
                    </a:cubicBezTo>
                    <a:lnTo>
                      <a:pt x="1363" y="142"/>
                    </a:lnTo>
                    <a:cubicBezTo>
                      <a:pt x="1363" y="0"/>
                      <a:pt x="96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18"/>
              <p:cNvSpPr/>
              <p:nvPr/>
            </p:nvSpPr>
            <p:spPr>
              <a:xfrm rot="-5400000" flipH="1">
                <a:off x="7554147" y="103389"/>
                <a:ext cx="38188" cy="29857"/>
              </a:xfrm>
              <a:custGeom>
                <a:avLst/>
                <a:gdLst/>
                <a:ahLst/>
                <a:cxnLst/>
                <a:rect l="l" t="t" r="r" b="b"/>
                <a:pathLst>
                  <a:path w="1091" h="853" extrusionOk="0">
                    <a:moveTo>
                      <a:pt x="1090" y="0"/>
                    </a:moveTo>
                    <a:cubicBezTo>
                      <a:pt x="1090" y="0"/>
                      <a:pt x="818" y="131"/>
                      <a:pt x="545" y="403"/>
                    </a:cubicBezTo>
                    <a:cubicBezTo>
                      <a:pt x="273" y="545"/>
                      <a:pt x="1" y="818"/>
                      <a:pt x="131" y="818"/>
                    </a:cubicBezTo>
                    <a:cubicBezTo>
                      <a:pt x="131" y="842"/>
                      <a:pt x="141" y="852"/>
                      <a:pt x="158" y="852"/>
                    </a:cubicBezTo>
                    <a:cubicBezTo>
                      <a:pt x="232" y="852"/>
                      <a:pt x="454" y="652"/>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18"/>
              <p:cNvSpPr/>
              <p:nvPr/>
            </p:nvSpPr>
            <p:spPr>
              <a:xfrm rot="-5400000" flipH="1">
                <a:off x="7562390" y="98367"/>
                <a:ext cx="28632" cy="39518"/>
              </a:xfrm>
              <a:custGeom>
                <a:avLst/>
                <a:gdLst/>
                <a:ahLst/>
                <a:cxnLst/>
                <a:rect l="l" t="t" r="r" b="b"/>
                <a:pathLst>
                  <a:path w="818" h="1129" extrusionOk="0">
                    <a:moveTo>
                      <a:pt x="27" y="0"/>
                    </a:moveTo>
                    <a:cubicBezTo>
                      <a:pt x="10" y="0"/>
                      <a:pt x="0" y="12"/>
                      <a:pt x="0" y="39"/>
                    </a:cubicBezTo>
                    <a:lnTo>
                      <a:pt x="273" y="584"/>
                    </a:lnTo>
                    <a:cubicBezTo>
                      <a:pt x="545" y="857"/>
                      <a:pt x="687" y="1129"/>
                      <a:pt x="818" y="1129"/>
                    </a:cubicBezTo>
                    <a:cubicBezTo>
                      <a:pt x="818" y="987"/>
                      <a:pt x="687" y="715"/>
                      <a:pt x="414" y="442"/>
                    </a:cubicBezTo>
                    <a:cubicBezTo>
                      <a:pt x="300" y="221"/>
                      <a:pt x="99"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 name="Google Shape;1056;p18"/>
            <p:cNvGrpSpPr/>
            <p:nvPr/>
          </p:nvGrpSpPr>
          <p:grpSpPr>
            <a:xfrm>
              <a:off x="486232" y="801814"/>
              <a:ext cx="47743" cy="47708"/>
              <a:chOff x="8670282" y="1248364"/>
              <a:chExt cx="47743" cy="47708"/>
            </a:xfrm>
          </p:grpSpPr>
          <p:sp>
            <p:nvSpPr>
              <p:cNvPr id="1057" name="Google Shape;1057;p18"/>
              <p:cNvSpPr/>
              <p:nvPr/>
            </p:nvSpPr>
            <p:spPr>
              <a:xfrm rot="10800000" flipH="1">
                <a:off x="8689358" y="1248364"/>
                <a:ext cx="5005" cy="47708"/>
              </a:xfrm>
              <a:custGeom>
                <a:avLst/>
                <a:gdLst/>
                <a:ahLst/>
                <a:cxnLst/>
                <a:rect l="l" t="t" r="r" b="b"/>
                <a:pathLst>
                  <a:path w="143" h="1363" extrusionOk="0">
                    <a:moveTo>
                      <a:pt x="143" y="0"/>
                    </a:moveTo>
                    <a:cubicBezTo>
                      <a:pt x="1" y="0"/>
                      <a:pt x="1" y="273"/>
                      <a:pt x="1" y="676"/>
                    </a:cubicBezTo>
                    <a:cubicBezTo>
                      <a:pt x="1" y="1090"/>
                      <a:pt x="1" y="1363"/>
                      <a:pt x="143" y="1363"/>
                    </a:cubicBezTo>
                    <a:lnTo>
                      <a:pt x="143" y="676"/>
                    </a:lnTo>
                    <a:lnTo>
                      <a:pt x="1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18"/>
              <p:cNvSpPr/>
              <p:nvPr/>
            </p:nvSpPr>
            <p:spPr>
              <a:xfrm rot="10800000" flipH="1">
                <a:off x="8670282" y="1272376"/>
                <a:ext cx="47743" cy="4620"/>
              </a:xfrm>
              <a:custGeom>
                <a:avLst/>
                <a:gdLst/>
                <a:ahLst/>
                <a:cxnLst/>
                <a:rect l="l" t="t" r="r" b="b"/>
                <a:pathLst>
                  <a:path w="1364" h="132" extrusionOk="0">
                    <a:moveTo>
                      <a:pt x="688" y="0"/>
                    </a:moveTo>
                    <a:cubicBezTo>
                      <a:pt x="273" y="0"/>
                      <a:pt x="1" y="131"/>
                      <a:pt x="1" y="131"/>
                    </a:cubicBezTo>
                    <a:lnTo>
                      <a:pt x="1363" y="131"/>
                    </a:lnTo>
                    <a:cubicBezTo>
                      <a:pt x="1363" y="131"/>
                      <a:pt x="960" y="0"/>
                      <a:pt x="6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18"/>
              <p:cNvSpPr/>
              <p:nvPr/>
            </p:nvSpPr>
            <p:spPr>
              <a:xfrm rot="10800000" flipH="1">
                <a:off x="8675252" y="1257885"/>
                <a:ext cx="38188" cy="33602"/>
              </a:xfrm>
              <a:custGeom>
                <a:avLst/>
                <a:gdLst/>
                <a:ahLst/>
                <a:cxnLst/>
                <a:rect l="l" t="t" r="r" b="b"/>
                <a:pathLst>
                  <a:path w="1091" h="960" extrusionOk="0">
                    <a:moveTo>
                      <a:pt x="1090" y="0"/>
                    </a:moveTo>
                    <a:cubicBezTo>
                      <a:pt x="1090" y="0"/>
                      <a:pt x="818" y="142"/>
                      <a:pt x="546" y="414"/>
                    </a:cubicBezTo>
                    <a:cubicBezTo>
                      <a:pt x="273" y="687"/>
                      <a:pt x="1" y="818"/>
                      <a:pt x="131" y="959"/>
                    </a:cubicBezTo>
                    <a:cubicBezTo>
                      <a:pt x="131" y="959"/>
                      <a:pt x="404" y="818"/>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18"/>
              <p:cNvSpPr/>
              <p:nvPr/>
            </p:nvSpPr>
            <p:spPr>
              <a:xfrm rot="10800000" flipH="1">
                <a:off x="8679838" y="1253299"/>
                <a:ext cx="28632" cy="38188"/>
              </a:xfrm>
              <a:custGeom>
                <a:avLst/>
                <a:gdLst/>
                <a:ahLst/>
                <a:cxnLst/>
                <a:rect l="l" t="t" r="r" b="b"/>
                <a:pathLst>
                  <a:path w="818" h="1091" extrusionOk="0">
                    <a:moveTo>
                      <a:pt x="0" y="0"/>
                    </a:moveTo>
                    <a:lnTo>
                      <a:pt x="273" y="545"/>
                    </a:lnTo>
                    <a:cubicBezTo>
                      <a:pt x="545" y="818"/>
                      <a:pt x="687" y="1090"/>
                      <a:pt x="818" y="1090"/>
                    </a:cubicBezTo>
                    <a:cubicBezTo>
                      <a:pt x="818" y="1090"/>
                      <a:pt x="687" y="818"/>
                      <a:pt x="415" y="545"/>
                    </a:cubicBezTo>
                    <a:cubicBezTo>
                      <a:pt x="273" y="142"/>
                      <a:pt x="0"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 name="Google Shape;1061;p18"/>
            <p:cNvGrpSpPr/>
            <p:nvPr/>
          </p:nvGrpSpPr>
          <p:grpSpPr>
            <a:xfrm>
              <a:off x="273332" y="970014"/>
              <a:ext cx="47743" cy="47708"/>
              <a:chOff x="8670282" y="1248364"/>
              <a:chExt cx="47743" cy="47708"/>
            </a:xfrm>
          </p:grpSpPr>
          <p:sp>
            <p:nvSpPr>
              <p:cNvPr id="1062" name="Google Shape;1062;p18"/>
              <p:cNvSpPr/>
              <p:nvPr/>
            </p:nvSpPr>
            <p:spPr>
              <a:xfrm rot="10800000" flipH="1">
                <a:off x="8689358" y="1248364"/>
                <a:ext cx="5005" cy="47708"/>
              </a:xfrm>
              <a:custGeom>
                <a:avLst/>
                <a:gdLst/>
                <a:ahLst/>
                <a:cxnLst/>
                <a:rect l="l" t="t" r="r" b="b"/>
                <a:pathLst>
                  <a:path w="143" h="1363" extrusionOk="0">
                    <a:moveTo>
                      <a:pt x="143" y="0"/>
                    </a:moveTo>
                    <a:cubicBezTo>
                      <a:pt x="1" y="0"/>
                      <a:pt x="1" y="273"/>
                      <a:pt x="1" y="676"/>
                    </a:cubicBezTo>
                    <a:cubicBezTo>
                      <a:pt x="1" y="1090"/>
                      <a:pt x="1" y="1363"/>
                      <a:pt x="143" y="1363"/>
                    </a:cubicBezTo>
                    <a:lnTo>
                      <a:pt x="143" y="676"/>
                    </a:lnTo>
                    <a:lnTo>
                      <a:pt x="1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18"/>
              <p:cNvSpPr/>
              <p:nvPr/>
            </p:nvSpPr>
            <p:spPr>
              <a:xfrm rot="10800000" flipH="1">
                <a:off x="8670282" y="1272376"/>
                <a:ext cx="47743" cy="4620"/>
              </a:xfrm>
              <a:custGeom>
                <a:avLst/>
                <a:gdLst/>
                <a:ahLst/>
                <a:cxnLst/>
                <a:rect l="l" t="t" r="r" b="b"/>
                <a:pathLst>
                  <a:path w="1364" h="132" extrusionOk="0">
                    <a:moveTo>
                      <a:pt x="688" y="0"/>
                    </a:moveTo>
                    <a:cubicBezTo>
                      <a:pt x="273" y="0"/>
                      <a:pt x="1" y="131"/>
                      <a:pt x="1" y="131"/>
                    </a:cubicBezTo>
                    <a:lnTo>
                      <a:pt x="1363" y="131"/>
                    </a:lnTo>
                    <a:cubicBezTo>
                      <a:pt x="1363" y="131"/>
                      <a:pt x="960" y="0"/>
                      <a:pt x="6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18"/>
              <p:cNvSpPr/>
              <p:nvPr/>
            </p:nvSpPr>
            <p:spPr>
              <a:xfrm rot="10800000" flipH="1">
                <a:off x="8675252" y="1257885"/>
                <a:ext cx="38188" cy="33602"/>
              </a:xfrm>
              <a:custGeom>
                <a:avLst/>
                <a:gdLst/>
                <a:ahLst/>
                <a:cxnLst/>
                <a:rect l="l" t="t" r="r" b="b"/>
                <a:pathLst>
                  <a:path w="1091" h="960" extrusionOk="0">
                    <a:moveTo>
                      <a:pt x="1090" y="0"/>
                    </a:moveTo>
                    <a:cubicBezTo>
                      <a:pt x="1090" y="0"/>
                      <a:pt x="818" y="142"/>
                      <a:pt x="546" y="414"/>
                    </a:cubicBezTo>
                    <a:cubicBezTo>
                      <a:pt x="273" y="687"/>
                      <a:pt x="1" y="818"/>
                      <a:pt x="131" y="959"/>
                    </a:cubicBezTo>
                    <a:cubicBezTo>
                      <a:pt x="131" y="959"/>
                      <a:pt x="404" y="818"/>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18"/>
              <p:cNvSpPr/>
              <p:nvPr/>
            </p:nvSpPr>
            <p:spPr>
              <a:xfrm rot="10800000" flipH="1">
                <a:off x="8679838" y="1253299"/>
                <a:ext cx="28632" cy="38188"/>
              </a:xfrm>
              <a:custGeom>
                <a:avLst/>
                <a:gdLst/>
                <a:ahLst/>
                <a:cxnLst/>
                <a:rect l="l" t="t" r="r" b="b"/>
                <a:pathLst>
                  <a:path w="818" h="1091" extrusionOk="0">
                    <a:moveTo>
                      <a:pt x="0" y="0"/>
                    </a:moveTo>
                    <a:lnTo>
                      <a:pt x="273" y="545"/>
                    </a:lnTo>
                    <a:cubicBezTo>
                      <a:pt x="545" y="818"/>
                      <a:pt x="687" y="1090"/>
                      <a:pt x="818" y="1090"/>
                    </a:cubicBezTo>
                    <a:cubicBezTo>
                      <a:pt x="818" y="1090"/>
                      <a:pt x="687" y="818"/>
                      <a:pt x="415" y="545"/>
                    </a:cubicBezTo>
                    <a:cubicBezTo>
                      <a:pt x="273" y="142"/>
                      <a:pt x="0"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6" name="Google Shape;1066;p18"/>
          <p:cNvGrpSpPr/>
          <p:nvPr/>
        </p:nvGrpSpPr>
        <p:grpSpPr>
          <a:xfrm>
            <a:off x="9004819" y="325714"/>
            <a:ext cx="47743" cy="47708"/>
            <a:chOff x="8670282" y="1248364"/>
            <a:chExt cx="47743" cy="47708"/>
          </a:xfrm>
        </p:grpSpPr>
        <p:sp>
          <p:nvSpPr>
            <p:cNvPr id="1067" name="Google Shape;1067;p18"/>
            <p:cNvSpPr/>
            <p:nvPr/>
          </p:nvSpPr>
          <p:spPr>
            <a:xfrm rot="10800000" flipH="1">
              <a:off x="8689358" y="1248364"/>
              <a:ext cx="5005" cy="47708"/>
            </a:xfrm>
            <a:custGeom>
              <a:avLst/>
              <a:gdLst/>
              <a:ahLst/>
              <a:cxnLst/>
              <a:rect l="l" t="t" r="r" b="b"/>
              <a:pathLst>
                <a:path w="143" h="1363" extrusionOk="0">
                  <a:moveTo>
                    <a:pt x="143" y="0"/>
                  </a:moveTo>
                  <a:cubicBezTo>
                    <a:pt x="1" y="0"/>
                    <a:pt x="1" y="273"/>
                    <a:pt x="1" y="676"/>
                  </a:cubicBezTo>
                  <a:cubicBezTo>
                    <a:pt x="1" y="1090"/>
                    <a:pt x="1" y="1363"/>
                    <a:pt x="143" y="1363"/>
                  </a:cubicBezTo>
                  <a:lnTo>
                    <a:pt x="143" y="676"/>
                  </a:lnTo>
                  <a:lnTo>
                    <a:pt x="1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18"/>
            <p:cNvSpPr/>
            <p:nvPr/>
          </p:nvSpPr>
          <p:spPr>
            <a:xfrm rot="10800000" flipH="1">
              <a:off x="8670282" y="1272376"/>
              <a:ext cx="47743" cy="4620"/>
            </a:xfrm>
            <a:custGeom>
              <a:avLst/>
              <a:gdLst/>
              <a:ahLst/>
              <a:cxnLst/>
              <a:rect l="l" t="t" r="r" b="b"/>
              <a:pathLst>
                <a:path w="1364" h="132" extrusionOk="0">
                  <a:moveTo>
                    <a:pt x="688" y="0"/>
                  </a:moveTo>
                  <a:cubicBezTo>
                    <a:pt x="273" y="0"/>
                    <a:pt x="1" y="131"/>
                    <a:pt x="1" y="131"/>
                  </a:cubicBezTo>
                  <a:lnTo>
                    <a:pt x="1363" y="131"/>
                  </a:lnTo>
                  <a:cubicBezTo>
                    <a:pt x="1363" y="131"/>
                    <a:pt x="960" y="0"/>
                    <a:pt x="6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18"/>
            <p:cNvSpPr/>
            <p:nvPr/>
          </p:nvSpPr>
          <p:spPr>
            <a:xfrm rot="10800000" flipH="1">
              <a:off x="8675252" y="1257885"/>
              <a:ext cx="38188" cy="33602"/>
            </a:xfrm>
            <a:custGeom>
              <a:avLst/>
              <a:gdLst/>
              <a:ahLst/>
              <a:cxnLst/>
              <a:rect l="l" t="t" r="r" b="b"/>
              <a:pathLst>
                <a:path w="1091" h="960" extrusionOk="0">
                  <a:moveTo>
                    <a:pt x="1090" y="0"/>
                  </a:moveTo>
                  <a:cubicBezTo>
                    <a:pt x="1090" y="0"/>
                    <a:pt x="818" y="142"/>
                    <a:pt x="546" y="414"/>
                  </a:cubicBezTo>
                  <a:cubicBezTo>
                    <a:pt x="273" y="687"/>
                    <a:pt x="1" y="818"/>
                    <a:pt x="131" y="959"/>
                  </a:cubicBezTo>
                  <a:cubicBezTo>
                    <a:pt x="131" y="959"/>
                    <a:pt x="404" y="818"/>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18"/>
            <p:cNvSpPr/>
            <p:nvPr/>
          </p:nvSpPr>
          <p:spPr>
            <a:xfrm rot="10800000" flipH="1">
              <a:off x="8679838" y="1253299"/>
              <a:ext cx="28632" cy="38188"/>
            </a:xfrm>
            <a:custGeom>
              <a:avLst/>
              <a:gdLst/>
              <a:ahLst/>
              <a:cxnLst/>
              <a:rect l="l" t="t" r="r" b="b"/>
              <a:pathLst>
                <a:path w="818" h="1091" extrusionOk="0">
                  <a:moveTo>
                    <a:pt x="0" y="0"/>
                  </a:moveTo>
                  <a:lnTo>
                    <a:pt x="273" y="545"/>
                  </a:lnTo>
                  <a:cubicBezTo>
                    <a:pt x="545" y="818"/>
                    <a:pt x="687" y="1090"/>
                    <a:pt x="818" y="1090"/>
                  </a:cubicBezTo>
                  <a:cubicBezTo>
                    <a:pt x="818" y="1090"/>
                    <a:pt x="687" y="818"/>
                    <a:pt x="415" y="545"/>
                  </a:cubicBezTo>
                  <a:cubicBezTo>
                    <a:pt x="273" y="142"/>
                    <a:pt x="0"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 name="Google Shape;1071;p18"/>
          <p:cNvGrpSpPr/>
          <p:nvPr/>
        </p:nvGrpSpPr>
        <p:grpSpPr>
          <a:xfrm>
            <a:off x="8247144" y="65364"/>
            <a:ext cx="47743" cy="47708"/>
            <a:chOff x="8670282" y="1248364"/>
            <a:chExt cx="47743" cy="47708"/>
          </a:xfrm>
        </p:grpSpPr>
        <p:sp>
          <p:nvSpPr>
            <p:cNvPr id="1072" name="Google Shape;1072;p18"/>
            <p:cNvSpPr/>
            <p:nvPr/>
          </p:nvSpPr>
          <p:spPr>
            <a:xfrm rot="10800000" flipH="1">
              <a:off x="8689358" y="1248364"/>
              <a:ext cx="5005" cy="47708"/>
            </a:xfrm>
            <a:custGeom>
              <a:avLst/>
              <a:gdLst/>
              <a:ahLst/>
              <a:cxnLst/>
              <a:rect l="l" t="t" r="r" b="b"/>
              <a:pathLst>
                <a:path w="143" h="1363" extrusionOk="0">
                  <a:moveTo>
                    <a:pt x="143" y="0"/>
                  </a:moveTo>
                  <a:cubicBezTo>
                    <a:pt x="1" y="0"/>
                    <a:pt x="1" y="273"/>
                    <a:pt x="1" y="676"/>
                  </a:cubicBezTo>
                  <a:cubicBezTo>
                    <a:pt x="1" y="1090"/>
                    <a:pt x="1" y="1363"/>
                    <a:pt x="143" y="1363"/>
                  </a:cubicBezTo>
                  <a:lnTo>
                    <a:pt x="143" y="676"/>
                  </a:lnTo>
                  <a:lnTo>
                    <a:pt x="1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18"/>
            <p:cNvSpPr/>
            <p:nvPr/>
          </p:nvSpPr>
          <p:spPr>
            <a:xfrm rot="10800000" flipH="1">
              <a:off x="8670282" y="1272376"/>
              <a:ext cx="47743" cy="4620"/>
            </a:xfrm>
            <a:custGeom>
              <a:avLst/>
              <a:gdLst/>
              <a:ahLst/>
              <a:cxnLst/>
              <a:rect l="l" t="t" r="r" b="b"/>
              <a:pathLst>
                <a:path w="1364" h="132" extrusionOk="0">
                  <a:moveTo>
                    <a:pt x="688" y="0"/>
                  </a:moveTo>
                  <a:cubicBezTo>
                    <a:pt x="273" y="0"/>
                    <a:pt x="1" y="131"/>
                    <a:pt x="1" y="131"/>
                  </a:cubicBezTo>
                  <a:lnTo>
                    <a:pt x="1363" y="131"/>
                  </a:lnTo>
                  <a:cubicBezTo>
                    <a:pt x="1363" y="131"/>
                    <a:pt x="960" y="0"/>
                    <a:pt x="6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18"/>
            <p:cNvSpPr/>
            <p:nvPr/>
          </p:nvSpPr>
          <p:spPr>
            <a:xfrm rot="10800000" flipH="1">
              <a:off x="8675252" y="1257885"/>
              <a:ext cx="38188" cy="33602"/>
            </a:xfrm>
            <a:custGeom>
              <a:avLst/>
              <a:gdLst/>
              <a:ahLst/>
              <a:cxnLst/>
              <a:rect l="l" t="t" r="r" b="b"/>
              <a:pathLst>
                <a:path w="1091" h="960" extrusionOk="0">
                  <a:moveTo>
                    <a:pt x="1090" y="0"/>
                  </a:moveTo>
                  <a:cubicBezTo>
                    <a:pt x="1090" y="0"/>
                    <a:pt x="818" y="142"/>
                    <a:pt x="546" y="414"/>
                  </a:cubicBezTo>
                  <a:cubicBezTo>
                    <a:pt x="273" y="687"/>
                    <a:pt x="1" y="818"/>
                    <a:pt x="131" y="959"/>
                  </a:cubicBezTo>
                  <a:cubicBezTo>
                    <a:pt x="131" y="959"/>
                    <a:pt x="404" y="818"/>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18"/>
            <p:cNvSpPr/>
            <p:nvPr/>
          </p:nvSpPr>
          <p:spPr>
            <a:xfrm rot="10800000" flipH="1">
              <a:off x="8679838" y="1253299"/>
              <a:ext cx="28632" cy="38188"/>
            </a:xfrm>
            <a:custGeom>
              <a:avLst/>
              <a:gdLst/>
              <a:ahLst/>
              <a:cxnLst/>
              <a:rect l="l" t="t" r="r" b="b"/>
              <a:pathLst>
                <a:path w="818" h="1091" extrusionOk="0">
                  <a:moveTo>
                    <a:pt x="0" y="0"/>
                  </a:moveTo>
                  <a:lnTo>
                    <a:pt x="273" y="545"/>
                  </a:lnTo>
                  <a:cubicBezTo>
                    <a:pt x="545" y="818"/>
                    <a:pt x="687" y="1090"/>
                    <a:pt x="818" y="1090"/>
                  </a:cubicBezTo>
                  <a:cubicBezTo>
                    <a:pt x="818" y="1090"/>
                    <a:pt x="687" y="818"/>
                    <a:pt x="415" y="545"/>
                  </a:cubicBezTo>
                  <a:cubicBezTo>
                    <a:pt x="273" y="142"/>
                    <a:pt x="0"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 name="Google Shape;1076;p18"/>
          <p:cNvGrpSpPr/>
          <p:nvPr/>
        </p:nvGrpSpPr>
        <p:grpSpPr>
          <a:xfrm>
            <a:off x="8406894" y="344814"/>
            <a:ext cx="47743" cy="47708"/>
            <a:chOff x="8670282" y="1248364"/>
            <a:chExt cx="47743" cy="47708"/>
          </a:xfrm>
        </p:grpSpPr>
        <p:sp>
          <p:nvSpPr>
            <p:cNvPr id="1077" name="Google Shape;1077;p18"/>
            <p:cNvSpPr/>
            <p:nvPr/>
          </p:nvSpPr>
          <p:spPr>
            <a:xfrm rot="10800000" flipH="1">
              <a:off x="8689358" y="1248364"/>
              <a:ext cx="5005" cy="47708"/>
            </a:xfrm>
            <a:custGeom>
              <a:avLst/>
              <a:gdLst/>
              <a:ahLst/>
              <a:cxnLst/>
              <a:rect l="l" t="t" r="r" b="b"/>
              <a:pathLst>
                <a:path w="143" h="1363" extrusionOk="0">
                  <a:moveTo>
                    <a:pt x="143" y="0"/>
                  </a:moveTo>
                  <a:cubicBezTo>
                    <a:pt x="1" y="0"/>
                    <a:pt x="1" y="273"/>
                    <a:pt x="1" y="676"/>
                  </a:cubicBezTo>
                  <a:cubicBezTo>
                    <a:pt x="1" y="1090"/>
                    <a:pt x="1" y="1363"/>
                    <a:pt x="143" y="1363"/>
                  </a:cubicBezTo>
                  <a:lnTo>
                    <a:pt x="143" y="676"/>
                  </a:lnTo>
                  <a:lnTo>
                    <a:pt x="1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18"/>
            <p:cNvSpPr/>
            <p:nvPr/>
          </p:nvSpPr>
          <p:spPr>
            <a:xfrm rot="10800000" flipH="1">
              <a:off x="8670282" y="1272376"/>
              <a:ext cx="47743" cy="4620"/>
            </a:xfrm>
            <a:custGeom>
              <a:avLst/>
              <a:gdLst/>
              <a:ahLst/>
              <a:cxnLst/>
              <a:rect l="l" t="t" r="r" b="b"/>
              <a:pathLst>
                <a:path w="1364" h="132" extrusionOk="0">
                  <a:moveTo>
                    <a:pt x="688" y="0"/>
                  </a:moveTo>
                  <a:cubicBezTo>
                    <a:pt x="273" y="0"/>
                    <a:pt x="1" y="131"/>
                    <a:pt x="1" y="131"/>
                  </a:cubicBezTo>
                  <a:lnTo>
                    <a:pt x="1363" y="131"/>
                  </a:lnTo>
                  <a:cubicBezTo>
                    <a:pt x="1363" y="131"/>
                    <a:pt x="960" y="0"/>
                    <a:pt x="6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18"/>
            <p:cNvSpPr/>
            <p:nvPr/>
          </p:nvSpPr>
          <p:spPr>
            <a:xfrm rot="10800000" flipH="1">
              <a:off x="8675252" y="1257885"/>
              <a:ext cx="38188" cy="33602"/>
            </a:xfrm>
            <a:custGeom>
              <a:avLst/>
              <a:gdLst/>
              <a:ahLst/>
              <a:cxnLst/>
              <a:rect l="l" t="t" r="r" b="b"/>
              <a:pathLst>
                <a:path w="1091" h="960" extrusionOk="0">
                  <a:moveTo>
                    <a:pt x="1090" y="0"/>
                  </a:moveTo>
                  <a:cubicBezTo>
                    <a:pt x="1090" y="0"/>
                    <a:pt x="818" y="142"/>
                    <a:pt x="546" y="414"/>
                  </a:cubicBezTo>
                  <a:cubicBezTo>
                    <a:pt x="273" y="687"/>
                    <a:pt x="1" y="818"/>
                    <a:pt x="131" y="959"/>
                  </a:cubicBezTo>
                  <a:cubicBezTo>
                    <a:pt x="131" y="959"/>
                    <a:pt x="404" y="818"/>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18"/>
            <p:cNvSpPr/>
            <p:nvPr/>
          </p:nvSpPr>
          <p:spPr>
            <a:xfrm rot="10800000" flipH="1">
              <a:off x="8679838" y="1253299"/>
              <a:ext cx="28632" cy="38188"/>
            </a:xfrm>
            <a:custGeom>
              <a:avLst/>
              <a:gdLst/>
              <a:ahLst/>
              <a:cxnLst/>
              <a:rect l="l" t="t" r="r" b="b"/>
              <a:pathLst>
                <a:path w="818" h="1091" extrusionOk="0">
                  <a:moveTo>
                    <a:pt x="0" y="0"/>
                  </a:moveTo>
                  <a:lnTo>
                    <a:pt x="273" y="545"/>
                  </a:lnTo>
                  <a:cubicBezTo>
                    <a:pt x="545" y="818"/>
                    <a:pt x="687" y="1090"/>
                    <a:pt x="818" y="1090"/>
                  </a:cubicBezTo>
                  <a:cubicBezTo>
                    <a:pt x="818" y="1090"/>
                    <a:pt x="687" y="818"/>
                    <a:pt x="415" y="545"/>
                  </a:cubicBezTo>
                  <a:cubicBezTo>
                    <a:pt x="273" y="142"/>
                    <a:pt x="0"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1239"/>
        <p:cNvGrpSpPr/>
        <p:nvPr/>
      </p:nvGrpSpPr>
      <p:grpSpPr>
        <a:xfrm>
          <a:off x="0" y="0"/>
          <a:ext cx="0" cy="0"/>
          <a:chOff x="0" y="0"/>
          <a:chExt cx="0" cy="0"/>
        </a:xfrm>
      </p:grpSpPr>
      <p:sp>
        <p:nvSpPr>
          <p:cNvPr id="1240" name="Google Shape;1240;p21"/>
          <p:cNvSpPr/>
          <p:nvPr/>
        </p:nvSpPr>
        <p:spPr>
          <a:xfrm>
            <a:off x="134000" y="-12"/>
            <a:ext cx="805906" cy="5067291"/>
          </a:xfrm>
          <a:custGeom>
            <a:avLst/>
            <a:gdLst/>
            <a:ahLst/>
            <a:cxnLst/>
            <a:rect l="l" t="t" r="r" b="b"/>
            <a:pathLst>
              <a:path w="5442" h="34939" extrusionOk="0">
                <a:moveTo>
                  <a:pt x="1576" y="0"/>
                </a:moveTo>
                <a:cubicBezTo>
                  <a:pt x="1576" y="0"/>
                  <a:pt x="1576" y="2005"/>
                  <a:pt x="1507" y="4296"/>
                </a:cubicBezTo>
                <a:lnTo>
                  <a:pt x="144" y="3511"/>
                </a:lnTo>
                <a:lnTo>
                  <a:pt x="1" y="3654"/>
                </a:lnTo>
                <a:lnTo>
                  <a:pt x="1507" y="4582"/>
                </a:lnTo>
                <a:cubicBezTo>
                  <a:pt x="1507" y="6730"/>
                  <a:pt x="1507" y="9164"/>
                  <a:pt x="1576" y="10453"/>
                </a:cubicBezTo>
                <a:cubicBezTo>
                  <a:pt x="1719" y="12028"/>
                  <a:pt x="2005" y="14393"/>
                  <a:pt x="2223" y="16541"/>
                </a:cubicBezTo>
                <a:lnTo>
                  <a:pt x="573" y="15539"/>
                </a:lnTo>
                <a:lnTo>
                  <a:pt x="430" y="15682"/>
                </a:lnTo>
                <a:lnTo>
                  <a:pt x="2292" y="16828"/>
                </a:lnTo>
                <a:cubicBezTo>
                  <a:pt x="2435" y="18328"/>
                  <a:pt x="2578" y="19691"/>
                  <a:pt x="2653" y="20476"/>
                </a:cubicBezTo>
                <a:cubicBezTo>
                  <a:pt x="2865" y="22481"/>
                  <a:pt x="3151" y="24560"/>
                  <a:pt x="3369" y="25705"/>
                </a:cubicBezTo>
                <a:cubicBezTo>
                  <a:pt x="3655" y="26851"/>
                  <a:pt x="2578" y="34440"/>
                  <a:pt x="2435" y="34938"/>
                </a:cubicBezTo>
                <a:lnTo>
                  <a:pt x="5442" y="34938"/>
                </a:lnTo>
                <a:cubicBezTo>
                  <a:pt x="5442" y="34938"/>
                  <a:pt x="4800" y="32722"/>
                  <a:pt x="4726" y="31003"/>
                </a:cubicBezTo>
                <a:cubicBezTo>
                  <a:pt x="4657" y="29285"/>
                  <a:pt x="5230" y="25345"/>
                  <a:pt x="5012" y="24485"/>
                </a:cubicBezTo>
                <a:cubicBezTo>
                  <a:pt x="4800" y="23701"/>
                  <a:pt x="3724" y="20619"/>
                  <a:pt x="3512" y="18185"/>
                </a:cubicBezTo>
                <a:lnTo>
                  <a:pt x="4371" y="16255"/>
                </a:lnTo>
                <a:lnTo>
                  <a:pt x="4228" y="16180"/>
                </a:lnTo>
                <a:lnTo>
                  <a:pt x="3437" y="17830"/>
                </a:lnTo>
                <a:cubicBezTo>
                  <a:pt x="3225" y="15321"/>
                  <a:pt x="2653" y="11243"/>
                  <a:pt x="2578" y="9021"/>
                </a:cubicBezTo>
                <a:cubicBezTo>
                  <a:pt x="2578" y="6804"/>
                  <a:pt x="2653" y="0"/>
                  <a:pt x="2653"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21"/>
          <p:cNvSpPr/>
          <p:nvPr/>
        </p:nvSpPr>
        <p:spPr>
          <a:xfrm>
            <a:off x="1288375" y="10950"/>
            <a:ext cx="576080" cy="5067306"/>
          </a:xfrm>
          <a:custGeom>
            <a:avLst/>
            <a:gdLst/>
            <a:ahLst/>
            <a:cxnLst/>
            <a:rect l="l" t="t" r="r" b="b"/>
            <a:pathLst>
              <a:path w="3890" h="35876" extrusionOk="0">
                <a:moveTo>
                  <a:pt x="1507" y="0"/>
                </a:moveTo>
                <a:cubicBezTo>
                  <a:pt x="1507" y="0"/>
                  <a:pt x="1794" y="5585"/>
                  <a:pt x="1719" y="7876"/>
                </a:cubicBezTo>
                <a:cubicBezTo>
                  <a:pt x="1719" y="8735"/>
                  <a:pt x="1650" y="9663"/>
                  <a:pt x="1650" y="10665"/>
                </a:cubicBezTo>
                <a:lnTo>
                  <a:pt x="648" y="9949"/>
                </a:lnTo>
                <a:lnTo>
                  <a:pt x="505" y="10092"/>
                </a:lnTo>
                <a:lnTo>
                  <a:pt x="1650" y="10883"/>
                </a:lnTo>
                <a:cubicBezTo>
                  <a:pt x="1650" y="12383"/>
                  <a:pt x="1576" y="13959"/>
                  <a:pt x="1650" y="15465"/>
                </a:cubicBezTo>
                <a:cubicBezTo>
                  <a:pt x="1650" y="17968"/>
                  <a:pt x="1576" y="19617"/>
                  <a:pt x="1433" y="21336"/>
                </a:cubicBezTo>
                <a:lnTo>
                  <a:pt x="648" y="20763"/>
                </a:lnTo>
                <a:lnTo>
                  <a:pt x="505" y="20906"/>
                </a:lnTo>
                <a:lnTo>
                  <a:pt x="1433" y="21548"/>
                </a:lnTo>
                <a:lnTo>
                  <a:pt x="1433" y="21691"/>
                </a:lnTo>
                <a:cubicBezTo>
                  <a:pt x="1290" y="23627"/>
                  <a:pt x="1433" y="27350"/>
                  <a:pt x="1364" y="28495"/>
                </a:cubicBezTo>
                <a:cubicBezTo>
                  <a:pt x="1364" y="29566"/>
                  <a:pt x="1507" y="31285"/>
                  <a:pt x="1433" y="32144"/>
                </a:cubicBezTo>
                <a:cubicBezTo>
                  <a:pt x="1364" y="33003"/>
                  <a:pt x="1078" y="34366"/>
                  <a:pt x="934" y="34652"/>
                </a:cubicBezTo>
                <a:cubicBezTo>
                  <a:pt x="860" y="34864"/>
                  <a:pt x="1" y="35225"/>
                  <a:pt x="75" y="35225"/>
                </a:cubicBezTo>
                <a:cubicBezTo>
                  <a:pt x="75" y="35294"/>
                  <a:pt x="934" y="35368"/>
                  <a:pt x="1078" y="35368"/>
                </a:cubicBezTo>
                <a:cubicBezTo>
                  <a:pt x="1279" y="35298"/>
                  <a:pt x="1548" y="34647"/>
                  <a:pt x="1761" y="34647"/>
                </a:cubicBezTo>
                <a:cubicBezTo>
                  <a:pt x="1772" y="34647"/>
                  <a:pt x="1783" y="34649"/>
                  <a:pt x="1794" y="34652"/>
                </a:cubicBezTo>
                <a:cubicBezTo>
                  <a:pt x="2006" y="34721"/>
                  <a:pt x="1794" y="35082"/>
                  <a:pt x="1794" y="35294"/>
                </a:cubicBezTo>
                <a:cubicBezTo>
                  <a:pt x="1794" y="35494"/>
                  <a:pt x="1852" y="35875"/>
                  <a:pt x="1919" y="35875"/>
                </a:cubicBezTo>
                <a:cubicBezTo>
                  <a:pt x="1925" y="35875"/>
                  <a:pt x="1931" y="35872"/>
                  <a:pt x="1937" y="35867"/>
                </a:cubicBezTo>
                <a:cubicBezTo>
                  <a:pt x="2006" y="35798"/>
                  <a:pt x="2223" y="35151"/>
                  <a:pt x="2292" y="35082"/>
                </a:cubicBezTo>
                <a:cubicBezTo>
                  <a:pt x="2308" y="35073"/>
                  <a:pt x="2329" y="35070"/>
                  <a:pt x="2354" y="35070"/>
                </a:cubicBezTo>
                <a:cubicBezTo>
                  <a:pt x="2546" y="35070"/>
                  <a:pt x="2963" y="35302"/>
                  <a:pt x="3151" y="35368"/>
                </a:cubicBezTo>
                <a:cubicBezTo>
                  <a:pt x="3303" y="35468"/>
                  <a:pt x="3626" y="35601"/>
                  <a:pt x="3784" y="35601"/>
                </a:cubicBezTo>
                <a:cubicBezTo>
                  <a:pt x="3853" y="35601"/>
                  <a:pt x="3890" y="35576"/>
                  <a:pt x="3867" y="35511"/>
                </a:cubicBezTo>
                <a:cubicBezTo>
                  <a:pt x="3724" y="35368"/>
                  <a:pt x="3226" y="34796"/>
                  <a:pt x="3008" y="34366"/>
                </a:cubicBezTo>
                <a:cubicBezTo>
                  <a:pt x="2796" y="34005"/>
                  <a:pt x="2722" y="31645"/>
                  <a:pt x="2722" y="30425"/>
                </a:cubicBezTo>
                <a:cubicBezTo>
                  <a:pt x="2653" y="29211"/>
                  <a:pt x="2435" y="25345"/>
                  <a:pt x="2366" y="23913"/>
                </a:cubicBezTo>
                <a:lnTo>
                  <a:pt x="3581" y="23054"/>
                </a:lnTo>
                <a:lnTo>
                  <a:pt x="3437" y="22911"/>
                </a:lnTo>
                <a:lnTo>
                  <a:pt x="2366" y="23695"/>
                </a:lnTo>
                <a:cubicBezTo>
                  <a:pt x="2292" y="22120"/>
                  <a:pt x="2366" y="17183"/>
                  <a:pt x="2366" y="14892"/>
                </a:cubicBezTo>
                <a:lnTo>
                  <a:pt x="3369" y="14176"/>
                </a:lnTo>
                <a:lnTo>
                  <a:pt x="3226" y="14033"/>
                </a:lnTo>
                <a:lnTo>
                  <a:pt x="2366" y="14675"/>
                </a:lnTo>
                <a:lnTo>
                  <a:pt x="2366" y="14245"/>
                </a:lnTo>
                <a:cubicBezTo>
                  <a:pt x="2366" y="12383"/>
                  <a:pt x="2578" y="9949"/>
                  <a:pt x="2653" y="7801"/>
                </a:cubicBezTo>
                <a:cubicBezTo>
                  <a:pt x="2722" y="6587"/>
                  <a:pt x="2722" y="4153"/>
                  <a:pt x="2722" y="2291"/>
                </a:cubicBezTo>
                <a:lnTo>
                  <a:pt x="3581" y="1644"/>
                </a:lnTo>
                <a:lnTo>
                  <a:pt x="3437" y="1576"/>
                </a:lnTo>
                <a:lnTo>
                  <a:pt x="2722" y="2074"/>
                </a:lnTo>
                <a:cubicBezTo>
                  <a:pt x="2653" y="928"/>
                  <a:pt x="2653" y="0"/>
                  <a:pt x="2653"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21"/>
          <p:cNvSpPr/>
          <p:nvPr/>
        </p:nvSpPr>
        <p:spPr>
          <a:xfrm>
            <a:off x="6337375" y="10950"/>
            <a:ext cx="1195827" cy="5143483"/>
          </a:xfrm>
          <a:custGeom>
            <a:avLst/>
            <a:gdLst/>
            <a:ahLst/>
            <a:cxnLst/>
            <a:rect l="l" t="t" r="r" b="b"/>
            <a:pathLst>
              <a:path w="8075" h="42248" extrusionOk="0">
                <a:moveTo>
                  <a:pt x="3076" y="0"/>
                </a:moveTo>
                <a:cubicBezTo>
                  <a:pt x="3076" y="0"/>
                  <a:pt x="3792" y="6513"/>
                  <a:pt x="3580" y="9233"/>
                </a:cubicBezTo>
                <a:cubicBezTo>
                  <a:pt x="3580" y="10310"/>
                  <a:pt x="3506" y="11381"/>
                  <a:pt x="3437" y="12527"/>
                </a:cubicBezTo>
                <a:lnTo>
                  <a:pt x="1358" y="11742"/>
                </a:lnTo>
                <a:lnTo>
                  <a:pt x="1146" y="11811"/>
                </a:lnTo>
                <a:lnTo>
                  <a:pt x="3437" y="12813"/>
                </a:lnTo>
                <a:cubicBezTo>
                  <a:pt x="3362" y="14531"/>
                  <a:pt x="3362" y="16393"/>
                  <a:pt x="3362" y="18186"/>
                </a:cubicBezTo>
                <a:cubicBezTo>
                  <a:pt x="3506" y="21118"/>
                  <a:pt x="3294" y="23054"/>
                  <a:pt x="3007" y="25127"/>
                </a:cubicBezTo>
                <a:lnTo>
                  <a:pt x="1358" y="24486"/>
                </a:lnTo>
                <a:lnTo>
                  <a:pt x="1146" y="24555"/>
                </a:lnTo>
                <a:lnTo>
                  <a:pt x="3007" y="25345"/>
                </a:lnTo>
                <a:lnTo>
                  <a:pt x="3007" y="25557"/>
                </a:lnTo>
                <a:cubicBezTo>
                  <a:pt x="2721" y="27779"/>
                  <a:pt x="2933" y="32144"/>
                  <a:pt x="2933" y="33507"/>
                </a:cubicBezTo>
                <a:cubicBezTo>
                  <a:pt x="2864" y="34796"/>
                  <a:pt x="3150" y="36800"/>
                  <a:pt x="3007" y="37803"/>
                </a:cubicBezTo>
                <a:cubicBezTo>
                  <a:pt x="2933" y="38805"/>
                  <a:pt x="2217" y="40523"/>
                  <a:pt x="2005" y="40810"/>
                </a:cubicBezTo>
                <a:cubicBezTo>
                  <a:pt x="1787" y="41096"/>
                  <a:pt x="0" y="41451"/>
                  <a:pt x="143" y="41525"/>
                </a:cubicBezTo>
                <a:cubicBezTo>
                  <a:pt x="192" y="41574"/>
                  <a:pt x="1060" y="41625"/>
                  <a:pt x="1694" y="41625"/>
                </a:cubicBezTo>
                <a:cubicBezTo>
                  <a:pt x="1960" y="41625"/>
                  <a:pt x="2185" y="41616"/>
                  <a:pt x="2291" y="41594"/>
                </a:cubicBezTo>
                <a:cubicBezTo>
                  <a:pt x="2630" y="41529"/>
                  <a:pt x="3236" y="40805"/>
                  <a:pt x="3664" y="40805"/>
                </a:cubicBezTo>
                <a:cubicBezTo>
                  <a:pt x="3684" y="40805"/>
                  <a:pt x="3704" y="40806"/>
                  <a:pt x="3723" y="40810"/>
                </a:cubicBezTo>
                <a:cubicBezTo>
                  <a:pt x="4153" y="40878"/>
                  <a:pt x="3723" y="41308"/>
                  <a:pt x="3723" y="41525"/>
                </a:cubicBezTo>
                <a:cubicBezTo>
                  <a:pt x="3723" y="41726"/>
                  <a:pt x="3851" y="42247"/>
                  <a:pt x="4043" y="42247"/>
                </a:cubicBezTo>
                <a:cubicBezTo>
                  <a:pt x="4055" y="42247"/>
                  <a:pt x="4066" y="42245"/>
                  <a:pt x="4078" y="42241"/>
                </a:cubicBezTo>
                <a:cubicBezTo>
                  <a:pt x="4221" y="42167"/>
                  <a:pt x="4582" y="41382"/>
                  <a:pt x="4869" y="41308"/>
                </a:cubicBezTo>
                <a:cubicBezTo>
                  <a:pt x="4887" y="41302"/>
                  <a:pt x="4912" y="41299"/>
                  <a:pt x="4943" y="41299"/>
                </a:cubicBezTo>
                <a:cubicBezTo>
                  <a:pt x="5264" y="41299"/>
                  <a:pt x="6195" y="41601"/>
                  <a:pt x="6587" y="41669"/>
                </a:cubicBezTo>
                <a:cubicBezTo>
                  <a:pt x="6904" y="41719"/>
                  <a:pt x="7649" y="41889"/>
                  <a:pt x="7932" y="41889"/>
                </a:cubicBezTo>
                <a:cubicBezTo>
                  <a:pt x="8032" y="41889"/>
                  <a:pt x="8074" y="41867"/>
                  <a:pt x="8019" y="41812"/>
                </a:cubicBezTo>
                <a:cubicBezTo>
                  <a:pt x="7801" y="41594"/>
                  <a:pt x="6656" y="40953"/>
                  <a:pt x="6226" y="40523"/>
                </a:cubicBezTo>
                <a:cubicBezTo>
                  <a:pt x="5797" y="40019"/>
                  <a:pt x="5728" y="37230"/>
                  <a:pt x="5653" y="35798"/>
                </a:cubicBezTo>
                <a:cubicBezTo>
                  <a:pt x="5510" y="34435"/>
                  <a:pt x="5012" y="29853"/>
                  <a:pt x="4869" y="28134"/>
                </a:cubicBezTo>
                <a:lnTo>
                  <a:pt x="7446" y="27132"/>
                </a:lnTo>
                <a:lnTo>
                  <a:pt x="7228" y="26989"/>
                </a:lnTo>
                <a:lnTo>
                  <a:pt x="4869" y="27922"/>
                </a:lnTo>
                <a:cubicBezTo>
                  <a:pt x="4794" y="26061"/>
                  <a:pt x="5012" y="20190"/>
                  <a:pt x="5012" y="17538"/>
                </a:cubicBezTo>
                <a:lnTo>
                  <a:pt x="7017" y="16679"/>
                </a:lnTo>
                <a:lnTo>
                  <a:pt x="6799" y="16536"/>
                </a:lnTo>
                <a:lnTo>
                  <a:pt x="5012" y="17252"/>
                </a:lnTo>
                <a:lnTo>
                  <a:pt x="5012" y="16754"/>
                </a:lnTo>
                <a:cubicBezTo>
                  <a:pt x="4869" y="14606"/>
                  <a:pt x="5441" y="11742"/>
                  <a:pt x="5585" y="9233"/>
                </a:cubicBezTo>
                <a:cubicBezTo>
                  <a:pt x="5653" y="7733"/>
                  <a:pt x="5653" y="4869"/>
                  <a:pt x="5585" y="2721"/>
                </a:cubicBezTo>
                <a:lnTo>
                  <a:pt x="7446" y="1931"/>
                </a:lnTo>
                <a:lnTo>
                  <a:pt x="7228" y="1787"/>
                </a:lnTo>
                <a:lnTo>
                  <a:pt x="5585" y="2435"/>
                </a:lnTo>
                <a:lnTo>
                  <a:pt x="5585" y="0"/>
                </a:ln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1"/>
          <p:cNvSpPr/>
          <p:nvPr/>
        </p:nvSpPr>
        <p:spPr>
          <a:xfrm>
            <a:off x="8847075" y="0"/>
            <a:ext cx="296925" cy="5067317"/>
          </a:xfrm>
          <a:custGeom>
            <a:avLst/>
            <a:gdLst/>
            <a:ahLst/>
            <a:cxnLst/>
            <a:rect l="l" t="t" r="r" b="b"/>
            <a:pathLst>
              <a:path w="2005" h="36731" extrusionOk="0">
                <a:moveTo>
                  <a:pt x="0" y="0"/>
                </a:moveTo>
                <a:cubicBezTo>
                  <a:pt x="0" y="0"/>
                  <a:pt x="287" y="6661"/>
                  <a:pt x="504" y="8093"/>
                </a:cubicBezTo>
                <a:cubicBezTo>
                  <a:pt x="791" y="9594"/>
                  <a:pt x="1862" y="12887"/>
                  <a:pt x="1936" y="14680"/>
                </a:cubicBezTo>
                <a:cubicBezTo>
                  <a:pt x="1936" y="16398"/>
                  <a:pt x="1220" y="23271"/>
                  <a:pt x="859" y="25419"/>
                </a:cubicBezTo>
                <a:cubicBezTo>
                  <a:pt x="573" y="27636"/>
                  <a:pt x="143" y="36301"/>
                  <a:pt x="143" y="36301"/>
                </a:cubicBezTo>
                <a:lnTo>
                  <a:pt x="2005" y="36731"/>
                </a:lnTo>
                <a:lnTo>
                  <a:pt x="2005" y="9382"/>
                </a:lnTo>
                <a:cubicBezTo>
                  <a:pt x="1793" y="8379"/>
                  <a:pt x="1575" y="7589"/>
                  <a:pt x="1575" y="7091"/>
                </a:cubicBezTo>
                <a:cubicBezTo>
                  <a:pt x="1363" y="5802"/>
                  <a:pt x="1363" y="0"/>
                  <a:pt x="1363"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1"/>
          <p:cNvSpPr/>
          <p:nvPr/>
        </p:nvSpPr>
        <p:spPr>
          <a:xfrm>
            <a:off x="5536250" y="0"/>
            <a:ext cx="794799" cy="5067346"/>
          </a:xfrm>
          <a:custGeom>
            <a:avLst/>
            <a:gdLst/>
            <a:ahLst/>
            <a:cxnLst/>
            <a:rect l="l" t="t" r="r" b="b"/>
            <a:pathLst>
              <a:path w="5367" h="38307" extrusionOk="0">
                <a:moveTo>
                  <a:pt x="1575" y="0"/>
                </a:moveTo>
                <a:cubicBezTo>
                  <a:pt x="1575" y="0"/>
                  <a:pt x="1501" y="2222"/>
                  <a:pt x="1501" y="4725"/>
                </a:cubicBezTo>
                <a:lnTo>
                  <a:pt x="143" y="3866"/>
                </a:lnTo>
                <a:lnTo>
                  <a:pt x="0" y="4009"/>
                </a:lnTo>
                <a:lnTo>
                  <a:pt x="1501" y="5012"/>
                </a:lnTo>
                <a:cubicBezTo>
                  <a:pt x="1501" y="7446"/>
                  <a:pt x="1501" y="10098"/>
                  <a:pt x="1575" y="11530"/>
                </a:cubicBezTo>
                <a:cubicBezTo>
                  <a:pt x="1718" y="13173"/>
                  <a:pt x="1930" y="15825"/>
                  <a:pt x="2217" y="18185"/>
                </a:cubicBezTo>
                <a:lnTo>
                  <a:pt x="573" y="17114"/>
                </a:lnTo>
                <a:lnTo>
                  <a:pt x="430" y="17257"/>
                </a:lnTo>
                <a:lnTo>
                  <a:pt x="2217" y="18471"/>
                </a:lnTo>
                <a:cubicBezTo>
                  <a:pt x="2434" y="20121"/>
                  <a:pt x="2578" y="21622"/>
                  <a:pt x="2646" y="22481"/>
                </a:cubicBezTo>
                <a:cubicBezTo>
                  <a:pt x="2864" y="24629"/>
                  <a:pt x="3076" y="26994"/>
                  <a:pt x="3362" y="28208"/>
                </a:cubicBezTo>
                <a:cubicBezTo>
                  <a:pt x="3580" y="29497"/>
                  <a:pt x="2578" y="37802"/>
                  <a:pt x="2434" y="38306"/>
                </a:cubicBezTo>
                <a:lnTo>
                  <a:pt x="5367" y="38306"/>
                </a:lnTo>
                <a:cubicBezTo>
                  <a:pt x="5367" y="38306"/>
                  <a:pt x="4725" y="35941"/>
                  <a:pt x="4725" y="34079"/>
                </a:cubicBezTo>
                <a:cubicBezTo>
                  <a:pt x="4651" y="32149"/>
                  <a:pt x="5224" y="27779"/>
                  <a:pt x="5012" y="26920"/>
                </a:cubicBezTo>
                <a:cubicBezTo>
                  <a:pt x="4794" y="26061"/>
                  <a:pt x="3723" y="22624"/>
                  <a:pt x="3437" y="19978"/>
                </a:cubicBezTo>
                <a:lnTo>
                  <a:pt x="4365" y="17830"/>
                </a:lnTo>
                <a:lnTo>
                  <a:pt x="4153" y="17830"/>
                </a:lnTo>
                <a:lnTo>
                  <a:pt x="3437" y="19548"/>
                </a:lnTo>
                <a:cubicBezTo>
                  <a:pt x="3219" y="16828"/>
                  <a:pt x="2646" y="12389"/>
                  <a:pt x="2578" y="9880"/>
                </a:cubicBezTo>
                <a:cubicBezTo>
                  <a:pt x="2503" y="7446"/>
                  <a:pt x="2646" y="0"/>
                  <a:pt x="2646"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1"/>
          <p:cNvSpPr/>
          <p:nvPr/>
        </p:nvSpPr>
        <p:spPr>
          <a:xfrm>
            <a:off x="7269475" y="25"/>
            <a:ext cx="604080" cy="5143456"/>
          </a:xfrm>
          <a:custGeom>
            <a:avLst/>
            <a:gdLst/>
            <a:ahLst/>
            <a:cxnLst/>
            <a:rect l="l" t="t" r="r" b="b"/>
            <a:pathLst>
              <a:path w="4079" h="39452" extrusionOk="0">
                <a:moveTo>
                  <a:pt x="1003" y="0"/>
                </a:moveTo>
                <a:cubicBezTo>
                  <a:pt x="1003" y="0"/>
                  <a:pt x="860" y="1650"/>
                  <a:pt x="928" y="2938"/>
                </a:cubicBezTo>
                <a:cubicBezTo>
                  <a:pt x="1072" y="4227"/>
                  <a:pt x="1787" y="11959"/>
                  <a:pt x="2005" y="14176"/>
                </a:cubicBezTo>
                <a:cubicBezTo>
                  <a:pt x="2217" y="16398"/>
                  <a:pt x="2360" y="19331"/>
                  <a:pt x="2005" y="21553"/>
                </a:cubicBezTo>
                <a:cubicBezTo>
                  <a:pt x="1644" y="23701"/>
                  <a:pt x="1146" y="30431"/>
                  <a:pt x="860" y="32934"/>
                </a:cubicBezTo>
                <a:cubicBezTo>
                  <a:pt x="573" y="35511"/>
                  <a:pt x="0" y="39452"/>
                  <a:pt x="0" y="39452"/>
                </a:cubicBezTo>
                <a:lnTo>
                  <a:pt x="3649" y="39234"/>
                </a:lnTo>
                <a:cubicBezTo>
                  <a:pt x="3649" y="39234"/>
                  <a:pt x="3076" y="37372"/>
                  <a:pt x="3007" y="36015"/>
                </a:cubicBezTo>
                <a:cubicBezTo>
                  <a:pt x="2933" y="34652"/>
                  <a:pt x="3151" y="29497"/>
                  <a:pt x="3219" y="27492"/>
                </a:cubicBezTo>
                <a:cubicBezTo>
                  <a:pt x="3219" y="25488"/>
                  <a:pt x="3935" y="20906"/>
                  <a:pt x="4010" y="19548"/>
                </a:cubicBezTo>
                <a:cubicBezTo>
                  <a:pt x="4079" y="18185"/>
                  <a:pt x="3506" y="13391"/>
                  <a:pt x="3219" y="10596"/>
                </a:cubicBezTo>
                <a:cubicBezTo>
                  <a:pt x="2933" y="7807"/>
                  <a:pt x="2360" y="0"/>
                  <a:pt x="2360"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1"/>
          <p:cNvSpPr/>
          <p:nvPr/>
        </p:nvSpPr>
        <p:spPr>
          <a:xfrm>
            <a:off x="5043800" y="0"/>
            <a:ext cx="435229" cy="5067346"/>
          </a:xfrm>
          <a:custGeom>
            <a:avLst/>
            <a:gdLst/>
            <a:ahLst/>
            <a:cxnLst/>
            <a:rect l="l" t="t" r="r" b="b"/>
            <a:pathLst>
              <a:path w="4079" h="38307" extrusionOk="0">
                <a:moveTo>
                  <a:pt x="1719" y="0"/>
                </a:moveTo>
                <a:cubicBezTo>
                  <a:pt x="1719" y="0"/>
                  <a:pt x="1146" y="7589"/>
                  <a:pt x="860" y="10310"/>
                </a:cubicBezTo>
                <a:cubicBezTo>
                  <a:pt x="573" y="13030"/>
                  <a:pt x="1" y="17687"/>
                  <a:pt x="69" y="18975"/>
                </a:cubicBezTo>
                <a:cubicBezTo>
                  <a:pt x="144" y="20333"/>
                  <a:pt x="860" y="24772"/>
                  <a:pt x="860" y="26708"/>
                </a:cubicBezTo>
                <a:cubicBezTo>
                  <a:pt x="929" y="28638"/>
                  <a:pt x="1146" y="33650"/>
                  <a:pt x="1072" y="35013"/>
                </a:cubicBezTo>
                <a:cubicBezTo>
                  <a:pt x="1003" y="36301"/>
                  <a:pt x="430" y="38088"/>
                  <a:pt x="430" y="38088"/>
                </a:cubicBezTo>
                <a:lnTo>
                  <a:pt x="4079" y="38306"/>
                </a:lnTo>
                <a:cubicBezTo>
                  <a:pt x="4079" y="38306"/>
                  <a:pt x="3506" y="34440"/>
                  <a:pt x="3220" y="32006"/>
                </a:cubicBezTo>
                <a:cubicBezTo>
                  <a:pt x="2933" y="29572"/>
                  <a:pt x="2435" y="23054"/>
                  <a:pt x="2074" y="20906"/>
                </a:cubicBezTo>
                <a:cubicBezTo>
                  <a:pt x="1719" y="18758"/>
                  <a:pt x="1862" y="15969"/>
                  <a:pt x="2074" y="13821"/>
                </a:cubicBezTo>
                <a:cubicBezTo>
                  <a:pt x="2292" y="11673"/>
                  <a:pt x="3008" y="4153"/>
                  <a:pt x="3151" y="2864"/>
                </a:cubicBezTo>
                <a:cubicBezTo>
                  <a:pt x="3220" y="1575"/>
                  <a:pt x="3076" y="0"/>
                  <a:pt x="3076"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1"/>
          <p:cNvSpPr/>
          <p:nvPr/>
        </p:nvSpPr>
        <p:spPr>
          <a:xfrm>
            <a:off x="4052713" y="0"/>
            <a:ext cx="604049" cy="5067270"/>
          </a:xfrm>
          <a:custGeom>
            <a:avLst/>
            <a:gdLst/>
            <a:ahLst/>
            <a:cxnLst/>
            <a:rect l="l" t="t" r="r" b="b"/>
            <a:pathLst>
              <a:path w="4079" h="36875" extrusionOk="0">
                <a:moveTo>
                  <a:pt x="1003" y="0"/>
                </a:moveTo>
                <a:cubicBezTo>
                  <a:pt x="1003" y="0"/>
                  <a:pt x="860" y="1506"/>
                  <a:pt x="929" y="2721"/>
                </a:cubicBezTo>
                <a:cubicBezTo>
                  <a:pt x="1072" y="4009"/>
                  <a:pt x="1788" y="11169"/>
                  <a:pt x="2006" y="13248"/>
                </a:cubicBezTo>
                <a:cubicBezTo>
                  <a:pt x="2217" y="15321"/>
                  <a:pt x="2361" y="18042"/>
                  <a:pt x="2006" y="20121"/>
                </a:cubicBezTo>
                <a:cubicBezTo>
                  <a:pt x="1645" y="22194"/>
                  <a:pt x="1146" y="28426"/>
                  <a:pt x="860" y="30786"/>
                </a:cubicBezTo>
                <a:cubicBezTo>
                  <a:pt x="574" y="33151"/>
                  <a:pt x="1" y="36874"/>
                  <a:pt x="1" y="36874"/>
                </a:cubicBezTo>
                <a:lnTo>
                  <a:pt x="3649" y="36657"/>
                </a:lnTo>
                <a:cubicBezTo>
                  <a:pt x="3649" y="36657"/>
                  <a:pt x="3077" y="34938"/>
                  <a:pt x="3008" y="33650"/>
                </a:cubicBezTo>
                <a:cubicBezTo>
                  <a:pt x="2933" y="32361"/>
                  <a:pt x="3151" y="27567"/>
                  <a:pt x="3220" y="25705"/>
                </a:cubicBezTo>
                <a:cubicBezTo>
                  <a:pt x="3220" y="23844"/>
                  <a:pt x="3936" y="19548"/>
                  <a:pt x="4010" y="18260"/>
                </a:cubicBezTo>
                <a:cubicBezTo>
                  <a:pt x="4079" y="16971"/>
                  <a:pt x="3506" y="12532"/>
                  <a:pt x="3220" y="9955"/>
                </a:cubicBezTo>
                <a:cubicBezTo>
                  <a:pt x="2933" y="7303"/>
                  <a:pt x="2361" y="0"/>
                  <a:pt x="2361"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1"/>
          <p:cNvSpPr/>
          <p:nvPr/>
        </p:nvSpPr>
        <p:spPr>
          <a:xfrm>
            <a:off x="3356325" y="0"/>
            <a:ext cx="477574" cy="5000585"/>
          </a:xfrm>
          <a:custGeom>
            <a:avLst/>
            <a:gdLst/>
            <a:ahLst/>
            <a:cxnLst/>
            <a:rect l="l" t="t" r="r" b="b"/>
            <a:pathLst>
              <a:path w="3225" h="33507" extrusionOk="0">
                <a:moveTo>
                  <a:pt x="0" y="0"/>
                </a:moveTo>
                <a:cubicBezTo>
                  <a:pt x="0" y="0"/>
                  <a:pt x="286" y="6014"/>
                  <a:pt x="504" y="7377"/>
                </a:cubicBezTo>
                <a:cubicBezTo>
                  <a:pt x="790" y="8735"/>
                  <a:pt x="1862" y="11742"/>
                  <a:pt x="1936" y="13391"/>
                </a:cubicBezTo>
                <a:cubicBezTo>
                  <a:pt x="1936" y="14966"/>
                  <a:pt x="1146" y="21192"/>
                  <a:pt x="859" y="23197"/>
                </a:cubicBezTo>
                <a:cubicBezTo>
                  <a:pt x="573" y="25201"/>
                  <a:pt x="143" y="33077"/>
                  <a:pt x="143" y="33077"/>
                </a:cubicBezTo>
                <a:lnTo>
                  <a:pt x="2222" y="33506"/>
                </a:lnTo>
                <a:cubicBezTo>
                  <a:pt x="2222" y="33506"/>
                  <a:pt x="2148" y="27922"/>
                  <a:pt x="2222" y="25201"/>
                </a:cubicBezTo>
                <a:cubicBezTo>
                  <a:pt x="2366" y="22481"/>
                  <a:pt x="3225" y="13889"/>
                  <a:pt x="3082" y="12818"/>
                </a:cubicBezTo>
                <a:cubicBezTo>
                  <a:pt x="2864" y="11742"/>
                  <a:pt x="1718" y="7664"/>
                  <a:pt x="1506" y="6444"/>
                </a:cubicBezTo>
                <a:cubicBezTo>
                  <a:pt x="1363" y="5298"/>
                  <a:pt x="1363" y="0"/>
                  <a:pt x="1363"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21"/>
          <p:cNvSpPr/>
          <p:nvPr/>
        </p:nvSpPr>
        <p:spPr>
          <a:xfrm>
            <a:off x="2276150" y="0"/>
            <a:ext cx="668478" cy="5000587"/>
          </a:xfrm>
          <a:custGeom>
            <a:avLst/>
            <a:gdLst/>
            <a:ahLst/>
            <a:cxnLst/>
            <a:rect l="l" t="t" r="r" b="b"/>
            <a:pathLst>
              <a:path w="4514" h="34584" extrusionOk="0">
                <a:moveTo>
                  <a:pt x="1364" y="0"/>
                </a:moveTo>
                <a:cubicBezTo>
                  <a:pt x="1364" y="0"/>
                  <a:pt x="1289" y="5372"/>
                  <a:pt x="1289" y="7875"/>
                </a:cubicBezTo>
                <a:cubicBezTo>
                  <a:pt x="1289" y="8952"/>
                  <a:pt x="1364" y="10739"/>
                  <a:pt x="1432" y="12601"/>
                </a:cubicBezTo>
                <a:lnTo>
                  <a:pt x="934" y="12102"/>
                </a:lnTo>
                <a:lnTo>
                  <a:pt x="361" y="10384"/>
                </a:lnTo>
                <a:lnTo>
                  <a:pt x="287" y="10384"/>
                </a:lnTo>
                <a:lnTo>
                  <a:pt x="791" y="11885"/>
                </a:lnTo>
                <a:lnTo>
                  <a:pt x="144" y="11386"/>
                </a:lnTo>
                <a:lnTo>
                  <a:pt x="0" y="11530"/>
                </a:lnTo>
                <a:lnTo>
                  <a:pt x="1507" y="12962"/>
                </a:lnTo>
                <a:cubicBezTo>
                  <a:pt x="1576" y="15321"/>
                  <a:pt x="1650" y="17687"/>
                  <a:pt x="1576" y="18615"/>
                </a:cubicBezTo>
                <a:cubicBezTo>
                  <a:pt x="1507" y="20407"/>
                  <a:pt x="1289" y="26776"/>
                  <a:pt x="1003" y="29428"/>
                </a:cubicBezTo>
                <a:cubicBezTo>
                  <a:pt x="791" y="32006"/>
                  <a:pt x="218" y="34583"/>
                  <a:pt x="218" y="34583"/>
                </a:cubicBezTo>
                <a:lnTo>
                  <a:pt x="3580" y="34010"/>
                </a:lnTo>
                <a:cubicBezTo>
                  <a:pt x="3007" y="33294"/>
                  <a:pt x="2652" y="31003"/>
                  <a:pt x="2578" y="29142"/>
                </a:cubicBezTo>
                <a:cubicBezTo>
                  <a:pt x="2509" y="27280"/>
                  <a:pt x="2939" y="20476"/>
                  <a:pt x="2939" y="19044"/>
                </a:cubicBezTo>
                <a:lnTo>
                  <a:pt x="2939" y="18758"/>
                </a:lnTo>
                <a:lnTo>
                  <a:pt x="4514" y="17257"/>
                </a:lnTo>
                <a:lnTo>
                  <a:pt x="4371" y="17040"/>
                </a:lnTo>
                <a:lnTo>
                  <a:pt x="2939" y="18403"/>
                </a:lnTo>
                <a:cubicBezTo>
                  <a:pt x="2939" y="16255"/>
                  <a:pt x="3007" y="11026"/>
                  <a:pt x="2939" y="7875"/>
                </a:cubicBezTo>
                <a:cubicBezTo>
                  <a:pt x="2864" y="6948"/>
                  <a:pt x="2864" y="5945"/>
                  <a:pt x="2864" y="5012"/>
                </a:cubicBezTo>
                <a:lnTo>
                  <a:pt x="4514" y="3368"/>
                </a:lnTo>
                <a:lnTo>
                  <a:pt x="4371" y="3225"/>
                </a:lnTo>
                <a:lnTo>
                  <a:pt x="2864" y="4657"/>
                </a:lnTo>
                <a:cubicBezTo>
                  <a:pt x="2864" y="2148"/>
                  <a:pt x="2939" y="0"/>
                  <a:pt x="2939"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21"/>
          <p:cNvSpPr txBox="1">
            <a:spLocks noGrp="1"/>
          </p:cNvSpPr>
          <p:nvPr>
            <p:ph type="title"/>
          </p:nvPr>
        </p:nvSpPr>
        <p:spPr>
          <a:xfrm>
            <a:off x="939900" y="540000"/>
            <a:ext cx="4448100" cy="1058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sz="6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r>
              <a:rPr lang="en-US"/>
              <a:t>Click to edit Master title style</a:t>
            </a:r>
            <a:endParaRPr/>
          </a:p>
        </p:txBody>
      </p:sp>
      <p:sp>
        <p:nvSpPr>
          <p:cNvPr id="1251" name="Google Shape;1251;p21"/>
          <p:cNvSpPr txBox="1">
            <a:spLocks noGrp="1"/>
          </p:cNvSpPr>
          <p:nvPr>
            <p:ph type="subTitle" idx="1"/>
          </p:nvPr>
        </p:nvSpPr>
        <p:spPr>
          <a:xfrm>
            <a:off x="939900" y="1612850"/>
            <a:ext cx="4448100" cy="123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1252" name="Google Shape;1252;p21"/>
          <p:cNvSpPr txBox="1"/>
          <p:nvPr/>
        </p:nvSpPr>
        <p:spPr>
          <a:xfrm>
            <a:off x="939900" y="3459550"/>
            <a:ext cx="4356300" cy="5562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200">
                <a:solidFill>
                  <a:schemeClr val="dk1"/>
                </a:solidFill>
                <a:latin typeface="Darker Grotesque Medium"/>
                <a:ea typeface="Darker Grotesque Medium"/>
                <a:cs typeface="Darker Grotesque Medium"/>
                <a:sym typeface="Darker Grotesque Medium"/>
              </a:rPr>
              <a:t>CREDITS: This presentation template was created by </a:t>
            </a:r>
            <a:r>
              <a:rPr lang="en" sz="1200" b="1" u="sng">
                <a:solidFill>
                  <a:schemeClr val="hlink"/>
                </a:solidFill>
                <a:latin typeface="Darker Grotesque"/>
                <a:ea typeface="Darker Grotesque"/>
                <a:cs typeface="Darker Grotesque"/>
                <a:sym typeface="Darker Grotesque"/>
                <a:hlinkClick r:id="rId2"/>
              </a:rPr>
              <a:t>Slidesgo</a:t>
            </a:r>
            <a:r>
              <a:rPr lang="en" sz="1200" b="1">
                <a:solidFill>
                  <a:schemeClr val="dk1"/>
                </a:solidFill>
                <a:latin typeface="Darker Grotesque"/>
                <a:ea typeface="Darker Grotesque"/>
                <a:cs typeface="Darker Grotesque"/>
                <a:sym typeface="Darker Grotesque"/>
              </a:rPr>
              <a:t>,</a:t>
            </a:r>
            <a:r>
              <a:rPr lang="en" sz="1200">
                <a:solidFill>
                  <a:schemeClr val="dk1"/>
                </a:solidFill>
                <a:latin typeface="Darker Grotesque Medium"/>
                <a:ea typeface="Darker Grotesque Medium"/>
                <a:cs typeface="Darker Grotesque Medium"/>
                <a:sym typeface="Darker Grotesque Medium"/>
              </a:rPr>
              <a:t> and includes icons by </a:t>
            </a:r>
            <a:r>
              <a:rPr lang="en" sz="1200" b="1" u="sng">
                <a:solidFill>
                  <a:schemeClr val="dk1"/>
                </a:solidFill>
                <a:latin typeface="Darker Grotesque"/>
                <a:ea typeface="Darker Grotesque"/>
                <a:cs typeface="Darker Grotesque"/>
                <a:sym typeface="Darker Grotesque"/>
                <a:hlinkClick r:id="rId3">
                  <a:extLst>
                    <a:ext uri="{A12FA001-AC4F-418D-AE19-62706E023703}">
                      <ahyp:hlinkClr xmlns:ahyp="http://schemas.microsoft.com/office/drawing/2018/hyperlinkcolor" val="tx"/>
                    </a:ext>
                  </a:extLst>
                </a:hlinkClick>
              </a:rPr>
              <a:t>Flaticon</a:t>
            </a:r>
            <a:r>
              <a:rPr lang="en" sz="1200" b="1">
                <a:solidFill>
                  <a:schemeClr val="dk1"/>
                </a:solidFill>
                <a:latin typeface="Darker Grotesque"/>
                <a:ea typeface="Darker Grotesque"/>
                <a:cs typeface="Darker Grotesque"/>
                <a:sym typeface="Darker Grotesque"/>
              </a:rPr>
              <a:t>,</a:t>
            </a:r>
            <a:r>
              <a:rPr lang="en" sz="1200">
                <a:solidFill>
                  <a:schemeClr val="dk1"/>
                </a:solidFill>
                <a:latin typeface="Darker Grotesque Medium"/>
                <a:ea typeface="Darker Grotesque Medium"/>
                <a:cs typeface="Darker Grotesque Medium"/>
                <a:sym typeface="Darker Grotesque Medium"/>
              </a:rPr>
              <a:t> and infographics &amp; images by </a:t>
            </a:r>
            <a:r>
              <a:rPr lang="en" sz="1200" b="1" u="sng">
                <a:solidFill>
                  <a:schemeClr val="dk1"/>
                </a:solidFill>
                <a:latin typeface="Darker Grotesque"/>
                <a:ea typeface="Darker Grotesque"/>
                <a:cs typeface="Darker Grotesque"/>
                <a:sym typeface="Darker Grotesque"/>
                <a:hlinkClick r:id="rId4">
                  <a:extLst>
                    <a:ext uri="{A12FA001-AC4F-418D-AE19-62706E023703}">
                      <ahyp:hlinkClr xmlns:ahyp="http://schemas.microsoft.com/office/drawing/2018/hyperlinkcolor" val="tx"/>
                    </a:ext>
                  </a:extLst>
                </a:hlinkClick>
              </a:rPr>
              <a:t>Freepik</a:t>
            </a:r>
            <a:r>
              <a:rPr lang="en" sz="1200" b="1" u="sng">
                <a:solidFill>
                  <a:schemeClr val="dk1"/>
                </a:solidFill>
                <a:latin typeface="Darker Grotesque"/>
                <a:ea typeface="Darker Grotesque"/>
                <a:cs typeface="Darker Grotesque"/>
                <a:sym typeface="Darker Grotesque"/>
              </a:rPr>
              <a:t> </a:t>
            </a:r>
            <a:endParaRPr sz="1200" b="1" u="sng">
              <a:solidFill>
                <a:schemeClr val="dk1"/>
              </a:solidFill>
              <a:latin typeface="Darker Grotesque"/>
              <a:ea typeface="Darker Grotesque"/>
              <a:cs typeface="Darker Grotesque"/>
              <a:sym typeface="Darker Grotesque"/>
            </a:endParaRPr>
          </a:p>
        </p:txBody>
      </p:sp>
      <p:sp>
        <p:nvSpPr>
          <p:cNvPr id="1253" name="Google Shape;1253;p21"/>
          <p:cNvSpPr/>
          <p:nvPr/>
        </p:nvSpPr>
        <p:spPr>
          <a:xfrm>
            <a:off x="8018300" y="0"/>
            <a:ext cx="668478" cy="5000587"/>
          </a:xfrm>
          <a:custGeom>
            <a:avLst/>
            <a:gdLst/>
            <a:ahLst/>
            <a:cxnLst/>
            <a:rect l="l" t="t" r="r" b="b"/>
            <a:pathLst>
              <a:path w="4514" h="34584" extrusionOk="0">
                <a:moveTo>
                  <a:pt x="1364" y="0"/>
                </a:moveTo>
                <a:cubicBezTo>
                  <a:pt x="1364" y="0"/>
                  <a:pt x="1289" y="5372"/>
                  <a:pt x="1289" y="7875"/>
                </a:cubicBezTo>
                <a:cubicBezTo>
                  <a:pt x="1289" y="8952"/>
                  <a:pt x="1364" y="10739"/>
                  <a:pt x="1432" y="12601"/>
                </a:cubicBezTo>
                <a:lnTo>
                  <a:pt x="934" y="12102"/>
                </a:lnTo>
                <a:lnTo>
                  <a:pt x="361" y="10384"/>
                </a:lnTo>
                <a:lnTo>
                  <a:pt x="287" y="10384"/>
                </a:lnTo>
                <a:lnTo>
                  <a:pt x="791" y="11885"/>
                </a:lnTo>
                <a:lnTo>
                  <a:pt x="144" y="11386"/>
                </a:lnTo>
                <a:lnTo>
                  <a:pt x="0" y="11530"/>
                </a:lnTo>
                <a:lnTo>
                  <a:pt x="1507" y="12962"/>
                </a:lnTo>
                <a:cubicBezTo>
                  <a:pt x="1576" y="15321"/>
                  <a:pt x="1650" y="17687"/>
                  <a:pt x="1576" y="18615"/>
                </a:cubicBezTo>
                <a:cubicBezTo>
                  <a:pt x="1507" y="20407"/>
                  <a:pt x="1289" y="26776"/>
                  <a:pt x="1003" y="29428"/>
                </a:cubicBezTo>
                <a:cubicBezTo>
                  <a:pt x="791" y="32006"/>
                  <a:pt x="218" y="34583"/>
                  <a:pt x="218" y="34583"/>
                </a:cubicBezTo>
                <a:lnTo>
                  <a:pt x="3580" y="34010"/>
                </a:lnTo>
                <a:cubicBezTo>
                  <a:pt x="3007" y="33294"/>
                  <a:pt x="2652" y="31003"/>
                  <a:pt x="2578" y="29142"/>
                </a:cubicBezTo>
                <a:cubicBezTo>
                  <a:pt x="2509" y="27280"/>
                  <a:pt x="2939" y="20476"/>
                  <a:pt x="2939" y="19044"/>
                </a:cubicBezTo>
                <a:lnTo>
                  <a:pt x="2939" y="18758"/>
                </a:lnTo>
                <a:lnTo>
                  <a:pt x="4514" y="17257"/>
                </a:lnTo>
                <a:lnTo>
                  <a:pt x="4371" y="17040"/>
                </a:lnTo>
                <a:lnTo>
                  <a:pt x="2939" y="18403"/>
                </a:lnTo>
                <a:cubicBezTo>
                  <a:pt x="2939" y="16255"/>
                  <a:pt x="3007" y="11026"/>
                  <a:pt x="2939" y="7875"/>
                </a:cubicBezTo>
                <a:cubicBezTo>
                  <a:pt x="2864" y="6948"/>
                  <a:pt x="2864" y="5945"/>
                  <a:pt x="2864" y="5012"/>
                </a:cubicBezTo>
                <a:lnTo>
                  <a:pt x="4514" y="3368"/>
                </a:lnTo>
                <a:lnTo>
                  <a:pt x="4371" y="3225"/>
                </a:lnTo>
                <a:lnTo>
                  <a:pt x="2864" y="4657"/>
                </a:lnTo>
                <a:cubicBezTo>
                  <a:pt x="2864" y="2148"/>
                  <a:pt x="2939" y="0"/>
                  <a:pt x="2939"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21"/>
          <p:cNvSpPr/>
          <p:nvPr/>
        </p:nvSpPr>
        <p:spPr>
          <a:xfrm>
            <a:off x="0" y="4858825"/>
            <a:ext cx="9144062" cy="284675"/>
          </a:xfrm>
          <a:custGeom>
            <a:avLst/>
            <a:gdLst/>
            <a:ahLst/>
            <a:cxnLst/>
            <a:rect l="l" t="t" r="r" b="b"/>
            <a:pathLst>
              <a:path w="71596" h="11387" extrusionOk="0">
                <a:moveTo>
                  <a:pt x="1" y="0"/>
                </a:moveTo>
                <a:lnTo>
                  <a:pt x="1" y="11386"/>
                </a:lnTo>
                <a:lnTo>
                  <a:pt x="71596" y="11386"/>
                </a:lnTo>
                <a:lnTo>
                  <a:pt x="71596" y="4153"/>
                </a:lnTo>
                <a:lnTo>
                  <a:pt x="69019" y="3866"/>
                </a:lnTo>
                <a:cubicBezTo>
                  <a:pt x="69019" y="3866"/>
                  <a:pt x="60792" y="495"/>
                  <a:pt x="59846" y="495"/>
                </a:cubicBezTo>
                <a:cubicBezTo>
                  <a:pt x="59817" y="495"/>
                  <a:pt x="59795" y="498"/>
                  <a:pt x="59780" y="504"/>
                </a:cubicBezTo>
                <a:cubicBezTo>
                  <a:pt x="59282" y="790"/>
                  <a:pt x="56487" y="2795"/>
                  <a:pt x="55702" y="2795"/>
                </a:cubicBezTo>
                <a:cubicBezTo>
                  <a:pt x="54843" y="2795"/>
                  <a:pt x="53554" y="3081"/>
                  <a:pt x="52695" y="3293"/>
                </a:cubicBezTo>
                <a:cubicBezTo>
                  <a:pt x="51862" y="3432"/>
                  <a:pt x="44041" y="6528"/>
                  <a:pt x="43164" y="6528"/>
                </a:cubicBezTo>
                <a:cubicBezTo>
                  <a:pt x="43136" y="6528"/>
                  <a:pt x="43115" y="6525"/>
                  <a:pt x="43101" y="6518"/>
                </a:cubicBezTo>
                <a:cubicBezTo>
                  <a:pt x="42677" y="6303"/>
                  <a:pt x="30113" y="931"/>
                  <a:pt x="28964" y="931"/>
                </a:cubicBezTo>
                <a:cubicBezTo>
                  <a:pt x="28949" y="931"/>
                  <a:pt x="28936" y="932"/>
                  <a:pt x="28925" y="934"/>
                </a:cubicBezTo>
                <a:cubicBezTo>
                  <a:pt x="28018" y="1073"/>
                  <a:pt x="19209" y="3374"/>
                  <a:pt x="17987" y="3374"/>
                </a:cubicBezTo>
                <a:cubicBezTo>
                  <a:pt x="17951" y="3374"/>
                  <a:pt x="17922" y="3372"/>
                  <a:pt x="17900" y="3368"/>
                </a:cubicBezTo>
                <a:cubicBezTo>
                  <a:pt x="17171" y="3167"/>
                  <a:pt x="13707" y="2787"/>
                  <a:pt x="12780" y="2787"/>
                </a:cubicBezTo>
                <a:cubicBezTo>
                  <a:pt x="12701" y="2787"/>
                  <a:pt x="12641" y="2789"/>
                  <a:pt x="12602" y="2795"/>
                </a:cubicBezTo>
                <a:cubicBezTo>
                  <a:pt x="12239" y="2916"/>
                  <a:pt x="9583" y="3342"/>
                  <a:pt x="8376" y="3342"/>
                </a:cubicBezTo>
                <a:cubicBezTo>
                  <a:pt x="8151" y="3342"/>
                  <a:pt x="7977" y="3327"/>
                  <a:pt x="7876" y="3293"/>
                </a:cubicBezTo>
                <a:cubicBezTo>
                  <a:pt x="7516" y="3081"/>
                  <a:pt x="3008" y="1220"/>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21"/>
          <p:cNvSpPr/>
          <p:nvPr/>
        </p:nvSpPr>
        <p:spPr>
          <a:xfrm rot="-700338">
            <a:off x="150297" y="189390"/>
            <a:ext cx="547764" cy="217100"/>
          </a:xfrm>
          <a:custGeom>
            <a:avLst/>
            <a:gdLst/>
            <a:ahLst/>
            <a:cxnLst/>
            <a:rect l="l" t="t" r="r" b="b"/>
            <a:pathLst>
              <a:path w="37188" h="14739" extrusionOk="0">
                <a:moveTo>
                  <a:pt x="6922" y="1"/>
                </a:moveTo>
                <a:cubicBezTo>
                  <a:pt x="4515" y="1"/>
                  <a:pt x="1" y="4385"/>
                  <a:pt x="1" y="4385"/>
                </a:cubicBezTo>
                <a:cubicBezTo>
                  <a:pt x="1" y="4385"/>
                  <a:pt x="29" y="4382"/>
                  <a:pt x="81" y="4382"/>
                </a:cubicBezTo>
                <a:cubicBezTo>
                  <a:pt x="402" y="4382"/>
                  <a:pt x="1626" y="4479"/>
                  <a:pt x="2453" y="5889"/>
                </a:cubicBezTo>
                <a:cubicBezTo>
                  <a:pt x="3401" y="7382"/>
                  <a:pt x="2856" y="8613"/>
                  <a:pt x="2856" y="8613"/>
                </a:cubicBezTo>
                <a:cubicBezTo>
                  <a:pt x="2856" y="8613"/>
                  <a:pt x="4330" y="7631"/>
                  <a:pt x="5881" y="7631"/>
                </a:cubicBezTo>
                <a:cubicBezTo>
                  <a:pt x="6331" y="7631"/>
                  <a:pt x="6787" y="7713"/>
                  <a:pt x="7216" y="7927"/>
                </a:cubicBezTo>
                <a:cubicBezTo>
                  <a:pt x="9265" y="8886"/>
                  <a:pt x="9265" y="11065"/>
                  <a:pt x="9265" y="11065"/>
                </a:cubicBezTo>
                <a:cubicBezTo>
                  <a:pt x="9265" y="11065"/>
                  <a:pt x="10148" y="10067"/>
                  <a:pt x="11613" y="10067"/>
                </a:cubicBezTo>
                <a:cubicBezTo>
                  <a:pt x="11775" y="10067"/>
                  <a:pt x="11944" y="10079"/>
                  <a:pt x="12120" y="10106"/>
                </a:cubicBezTo>
                <a:cubicBezTo>
                  <a:pt x="13897" y="10379"/>
                  <a:pt x="14572" y="12831"/>
                  <a:pt x="14572" y="12831"/>
                </a:cubicBezTo>
                <a:cubicBezTo>
                  <a:pt x="14572" y="12831"/>
                  <a:pt x="15115" y="11970"/>
                  <a:pt x="15618" y="11970"/>
                </a:cubicBezTo>
                <a:cubicBezTo>
                  <a:pt x="15681" y="11970"/>
                  <a:pt x="15743" y="11983"/>
                  <a:pt x="15804" y="12014"/>
                </a:cubicBezTo>
                <a:cubicBezTo>
                  <a:pt x="16207" y="12155"/>
                  <a:pt x="17166" y="14193"/>
                  <a:pt x="18659" y="14738"/>
                </a:cubicBezTo>
                <a:cubicBezTo>
                  <a:pt x="20022" y="14193"/>
                  <a:pt x="20981" y="12155"/>
                  <a:pt x="21384" y="12014"/>
                </a:cubicBezTo>
                <a:cubicBezTo>
                  <a:pt x="21445" y="11983"/>
                  <a:pt x="21507" y="11970"/>
                  <a:pt x="21570" y="11970"/>
                </a:cubicBezTo>
                <a:cubicBezTo>
                  <a:pt x="22073" y="11970"/>
                  <a:pt x="22616" y="12831"/>
                  <a:pt x="22616" y="12831"/>
                </a:cubicBezTo>
                <a:cubicBezTo>
                  <a:pt x="22616" y="12831"/>
                  <a:pt x="23291" y="10379"/>
                  <a:pt x="25068" y="10106"/>
                </a:cubicBezTo>
                <a:cubicBezTo>
                  <a:pt x="25244" y="10079"/>
                  <a:pt x="25413" y="10067"/>
                  <a:pt x="25575" y="10067"/>
                </a:cubicBezTo>
                <a:cubicBezTo>
                  <a:pt x="27040" y="10067"/>
                  <a:pt x="27923" y="11065"/>
                  <a:pt x="27923" y="11065"/>
                </a:cubicBezTo>
                <a:cubicBezTo>
                  <a:pt x="27923" y="11065"/>
                  <a:pt x="27923" y="8886"/>
                  <a:pt x="29972" y="7927"/>
                </a:cubicBezTo>
                <a:cubicBezTo>
                  <a:pt x="30401" y="7713"/>
                  <a:pt x="30857" y="7631"/>
                  <a:pt x="31307" y="7631"/>
                </a:cubicBezTo>
                <a:cubicBezTo>
                  <a:pt x="32858" y="7631"/>
                  <a:pt x="34332" y="8613"/>
                  <a:pt x="34332" y="8613"/>
                </a:cubicBezTo>
                <a:cubicBezTo>
                  <a:pt x="34332" y="8613"/>
                  <a:pt x="33787" y="7382"/>
                  <a:pt x="34735" y="5889"/>
                </a:cubicBezTo>
                <a:cubicBezTo>
                  <a:pt x="35562" y="4479"/>
                  <a:pt x="36785" y="4382"/>
                  <a:pt x="37107" y="4382"/>
                </a:cubicBezTo>
                <a:cubicBezTo>
                  <a:pt x="37159" y="4382"/>
                  <a:pt x="37187" y="4385"/>
                  <a:pt x="37187" y="4385"/>
                </a:cubicBezTo>
                <a:cubicBezTo>
                  <a:pt x="37187" y="4385"/>
                  <a:pt x="32673" y="1"/>
                  <a:pt x="30266" y="1"/>
                </a:cubicBezTo>
                <a:cubicBezTo>
                  <a:pt x="30164" y="1"/>
                  <a:pt x="30066" y="9"/>
                  <a:pt x="29972" y="25"/>
                </a:cubicBezTo>
                <a:cubicBezTo>
                  <a:pt x="27520" y="439"/>
                  <a:pt x="25068" y="3709"/>
                  <a:pt x="23291" y="5202"/>
                </a:cubicBezTo>
                <a:cubicBezTo>
                  <a:pt x="21995" y="6306"/>
                  <a:pt x="21063" y="6453"/>
                  <a:pt x="20659" y="6453"/>
                </a:cubicBezTo>
                <a:cubicBezTo>
                  <a:pt x="20513" y="6453"/>
                  <a:pt x="20436" y="6433"/>
                  <a:pt x="20436" y="6433"/>
                </a:cubicBezTo>
                <a:cubicBezTo>
                  <a:pt x="20436" y="6433"/>
                  <a:pt x="21929" y="3840"/>
                  <a:pt x="21253" y="3022"/>
                </a:cubicBezTo>
                <a:lnTo>
                  <a:pt x="21253" y="3022"/>
                </a:lnTo>
                <a:cubicBezTo>
                  <a:pt x="20436" y="3436"/>
                  <a:pt x="19749" y="4657"/>
                  <a:pt x="19749" y="4657"/>
                </a:cubicBezTo>
                <a:cubicBezTo>
                  <a:pt x="19379" y="4508"/>
                  <a:pt x="18967" y="4401"/>
                  <a:pt x="18536" y="4401"/>
                </a:cubicBezTo>
                <a:cubicBezTo>
                  <a:pt x="18179" y="4401"/>
                  <a:pt x="17809" y="4474"/>
                  <a:pt x="17439" y="4657"/>
                </a:cubicBezTo>
                <a:cubicBezTo>
                  <a:pt x="17439" y="4657"/>
                  <a:pt x="16752" y="3436"/>
                  <a:pt x="15935" y="3022"/>
                </a:cubicBezTo>
                <a:lnTo>
                  <a:pt x="15935" y="3022"/>
                </a:lnTo>
                <a:cubicBezTo>
                  <a:pt x="15259" y="3840"/>
                  <a:pt x="16752" y="6433"/>
                  <a:pt x="16752" y="6433"/>
                </a:cubicBezTo>
                <a:cubicBezTo>
                  <a:pt x="16752" y="6433"/>
                  <a:pt x="16675" y="6453"/>
                  <a:pt x="16529" y="6453"/>
                </a:cubicBezTo>
                <a:cubicBezTo>
                  <a:pt x="16125" y="6453"/>
                  <a:pt x="15193" y="6306"/>
                  <a:pt x="13897" y="5202"/>
                </a:cubicBezTo>
                <a:cubicBezTo>
                  <a:pt x="12120" y="3709"/>
                  <a:pt x="9668" y="439"/>
                  <a:pt x="7216" y="25"/>
                </a:cubicBezTo>
                <a:cubicBezTo>
                  <a:pt x="7122" y="9"/>
                  <a:pt x="7024" y="1"/>
                  <a:pt x="69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6" name="Google Shape;1256;p21"/>
          <p:cNvGrpSpPr/>
          <p:nvPr/>
        </p:nvGrpSpPr>
        <p:grpSpPr>
          <a:xfrm rot="-1560137" flipH="1">
            <a:off x="8483627" y="240799"/>
            <a:ext cx="562778" cy="371050"/>
            <a:chOff x="201499" y="3290704"/>
            <a:chExt cx="2376935" cy="1567156"/>
          </a:xfrm>
        </p:grpSpPr>
        <p:sp>
          <p:nvSpPr>
            <p:cNvPr id="1257" name="Google Shape;1257;p21"/>
            <p:cNvSpPr/>
            <p:nvPr/>
          </p:nvSpPr>
          <p:spPr>
            <a:xfrm rot="917509">
              <a:off x="298377" y="3560402"/>
              <a:ext cx="2183180" cy="1027760"/>
            </a:xfrm>
            <a:custGeom>
              <a:avLst/>
              <a:gdLst/>
              <a:ahLst/>
              <a:cxnLst/>
              <a:rect l="l" t="t" r="r" b="b"/>
              <a:pathLst>
                <a:path w="20839" h="9810" extrusionOk="0">
                  <a:moveTo>
                    <a:pt x="12937" y="4905"/>
                  </a:moveTo>
                  <a:lnTo>
                    <a:pt x="12937" y="4905"/>
                  </a:lnTo>
                  <a:cubicBezTo>
                    <a:pt x="12937" y="4924"/>
                    <a:pt x="12944" y="4944"/>
                    <a:pt x="12957" y="4967"/>
                  </a:cubicBezTo>
                  <a:lnTo>
                    <a:pt x="12957" y="4967"/>
                  </a:lnTo>
                  <a:cubicBezTo>
                    <a:pt x="12951" y="4946"/>
                    <a:pt x="12944" y="4925"/>
                    <a:pt x="12937" y="4905"/>
                  </a:cubicBezTo>
                  <a:close/>
                  <a:moveTo>
                    <a:pt x="20839" y="1"/>
                  </a:moveTo>
                  <a:lnTo>
                    <a:pt x="19346" y="3815"/>
                  </a:lnTo>
                  <a:cubicBezTo>
                    <a:pt x="19346" y="3815"/>
                    <a:pt x="18256" y="4633"/>
                    <a:pt x="17842" y="5047"/>
                  </a:cubicBezTo>
                  <a:cubicBezTo>
                    <a:pt x="17569" y="5319"/>
                    <a:pt x="16348" y="5723"/>
                    <a:pt x="15662" y="5995"/>
                  </a:cubicBezTo>
                  <a:cubicBezTo>
                    <a:pt x="15531" y="5995"/>
                    <a:pt x="15531" y="5864"/>
                    <a:pt x="15531" y="5864"/>
                  </a:cubicBezTo>
                  <a:lnTo>
                    <a:pt x="15531" y="5592"/>
                  </a:lnTo>
                  <a:cubicBezTo>
                    <a:pt x="15531" y="5178"/>
                    <a:pt x="15531" y="4502"/>
                    <a:pt x="15117" y="4088"/>
                  </a:cubicBezTo>
                  <a:lnTo>
                    <a:pt x="15117" y="4088"/>
                  </a:lnTo>
                  <a:cubicBezTo>
                    <a:pt x="15259" y="4230"/>
                    <a:pt x="14986" y="4905"/>
                    <a:pt x="14986" y="5047"/>
                  </a:cubicBezTo>
                  <a:cubicBezTo>
                    <a:pt x="14986" y="5178"/>
                    <a:pt x="14844" y="5178"/>
                    <a:pt x="14844" y="5319"/>
                  </a:cubicBezTo>
                  <a:cubicBezTo>
                    <a:pt x="14765" y="5291"/>
                    <a:pt x="14691" y="5280"/>
                    <a:pt x="14620" y="5280"/>
                  </a:cubicBezTo>
                  <a:cubicBezTo>
                    <a:pt x="14329" y="5280"/>
                    <a:pt x="14087" y="5478"/>
                    <a:pt x="13755" y="5592"/>
                  </a:cubicBezTo>
                  <a:lnTo>
                    <a:pt x="13755" y="5723"/>
                  </a:lnTo>
                  <a:cubicBezTo>
                    <a:pt x="13624" y="5592"/>
                    <a:pt x="13482" y="5450"/>
                    <a:pt x="13482" y="5319"/>
                  </a:cubicBezTo>
                  <a:cubicBezTo>
                    <a:pt x="13368" y="5319"/>
                    <a:pt x="13041" y="5114"/>
                    <a:pt x="12957" y="4967"/>
                  </a:cubicBezTo>
                  <a:lnTo>
                    <a:pt x="12957" y="4967"/>
                  </a:lnTo>
                  <a:cubicBezTo>
                    <a:pt x="13079" y="5372"/>
                    <a:pt x="13079" y="5884"/>
                    <a:pt x="13079" y="6268"/>
                  </a:cubicBezTo>
                  <a:lnTo>
                    <a:pt x="13210" y="6268"/>
                  </a:lnTo>
                  <a:cubicBezTo>
                    <a:pt x="12937" y="6540"/>
                    <a:pt x="12806" y="6682"/>
                    <a:pt x="12665" y="6954"/>
                  </a:cubicBezTo>
                  <a:cubicBezTo>
                    <a:pt x="12537" y="6985"/>
                    <a:pt x="12388" y="7001"/>
                    <a:pt x="12221" y="7001"/>
                  </a:cubicBezTo>
                  <a:cubicBezTo>
                    <a:pt x="11675" y="7001"/>
                    <a:pt x="10947" y="6827"/>
                    <a:pt x="10212" y="6409"/>
                  </a:cubicBezTo>
                  <a:cubicBezTo>
                    <a:pt x="8578" y="5319"/>
                    <a:pt x="8305" y="4774"/>
                    <a:pt x="8305" y="4774"/>
                  </a:cubicBezTo>
                  <a:cubicBezTo>
                    <a:pt x="8305" y="4774"/>
                    <a:pt x="7760" y="4774"/>
                    <a:pt x="6943" y="4360"/>
                  </a:cubicBezTo>
                  <a:cubicBezTo>
                    <a:pt x="6125" y="3815"/>
                    <a:pt x="3673" y="2453"/>
                    <a:pt x="3673" y="2453"/>
                  </a:cubicBezTo>
                  <a:cubicBezTo>
                    <a:pt x="3673" y="2453"/>
                    <a:pt x="2672" y="2167"/>
                    <a:pt x="1809" y="2167"/>
                  </a:cubicBezTo>
                  <a:cubicBezTo>
                    <a:pt x="1481" y="2167"/>
                    <a:pt x="1174" y="2208"/>
                    <a:pt x="949" y="2322"/>
                  </a:cubicBezTo>
                  <a:cubicBezTo>
                    <a:pt x="0" y="2725"/>
                    <a:pt x="0" y="2998"/>
                    <a:pt x="0" y="2998"/>
                  </a:cubicBezTo>
                  <a:cubicBezTo>
                    <a:pt x="0" y="2998"/>
                    <a:pt x="273" y="2862"/>
                    <a:pt x="630" y="2862"/>
                  </a:cubicBezTo>
                  <a:cubicBezTo>
                    <a:pt x="987" y="2862"/>
                    <a:pt x="1428" y="2998"/>
                    <a:pt x="1766" y="3543"/>
                  </a:cubicBezTo>
                  <a:cubicBezTo>
                    <a:pt x="2453" y="4774"/>
                    <a:pt x="2725" y="6137"/>
                    <a:pt x="2725" y="6137"/>
                  </a:cubicBezTo>
                  <a:cubicBezTo>
                    <a:pt x="2725" y="6137"/>
                    <a:pt x="3542" y="6137"/>
                    <a:pt x="4632" y="7085"/>
                  </a:cubicBezTo>
                  <a:cubicBezTo>
                    <a:pt x="5581" y="8175"/>
                    <a:pt x="5722" y="8720"/>
                    <a:pt x="5722" y="8720"/>
                  </a:cubicBezTo>
                  <a:cubicBezTo>
                    <a:pt x="5722" y="8720"/>
                    <a:pt x="5891" y="8699"/>
                    <a:pt x="6179" y="8699"/>
                  </a:cubicBezTo>
                  <a:cubicBezTo>
                    <a:pt x="6622" y="8699"/>
                    <a:pt x="7348" y="8748"/>
                    <a:pt x="8174" y="8992"/>
                  </a:cubicBezTo>
                  <a:cubicBezTo>
                    <a:pt x="9537" y="9406"/>
                    <a:pt x="9668" y="9810"/>
                    <a:pt x="9668" y="9810"/>
                  </a:cubicBezTo>
                  <a:cubicBezTo>
                    <a:pt x="9668" y="9810"/>
                    <a:pt x="10485" y="9406"/>
                    <a:pt x="11575" y="8992"/>
                  </a:cubicBezTo>
                  <a:cubicBezTo>
                    <a:pt x="11847" y="8861"/>
                    <a:pt x="12261" y="8720"/>
                    <a:pt x="12534" y="8589"/>
                  </a:cubicBezTo>
                  <a:cubicBezTo>
                    <a:pt x="12665" y="8720"/>
                    <a:pt x="12806" y="8720"/>
                    <a:pt x="12806" y="8720"/>
                  </a:cubicBezTo>
                  <a:cubicBezTo>
                    <a:pt x="13008" y="8791"/>
                    <a:pt x="13177" y="8826"/>
                    <a:pt x="13347" y="8826"/>
                  </a:cubicBezTo>
                  <a:cubicBezTo>
                    <a:pt x="13518" y="8826"/>
                    <a:pt x="13689" y="8791"/>
                    <a:pt x="13896" y="8720"/>
                  </a:cubicBezTo>
                  <a:cubicBezTo>
                    <a:pt x="14441" y="8589"/>
                    <a:pt x="14986" y="8175"/>
                    <a:pt x="15259" y="7499"/>
                  </a:cubicBezTo>
                  <a:cubicBezTo>
                    <a:pt x="16348" y="6954"/>
                    <a:pt x="17711" y="5864"/>
                    <a:pt x="17711" y="5864"/>
                  </a:cubicBezTo>
                  <a:cubicBezTo>
                    <a:pt x="17711" y="5864"/>
                    <a:pt x="19204" y="4774"/>
                    <a:pt x="19749" y="3957"/>
                  </a:cubicBezTo>
                  <a:cubicBezTo>
                    <a:pt x="20435" y="2998"/>
                    <a:pt x="20839" y="1"/>
                    <a:pt x="208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8" name="Google Shape;1258;p21"/>
            <p:cNvGrpSpPr/>
            <p:nvPr/>
          </p:nvGrpSpPr>
          <p:grpSpPr>
            <a:xfrm rot="769064">
              <a:off x="1679606" y="4257440"/>
              <a:ext cx="171378" cy="93552"/>
              <a:chOff x="3467344" y="1694749"/>
              <a:chExt cx="114969" cy="62784"/>
            </a:xfrm>
          </p:grpSpPr>
          <p:sp>
            <p:nvSpPr>
              <p:cNvPr id="1259" name="Google Shape;1259;p21"/>
              <p:cNvSpPr/>
              <p:nvPr/>
            </p:nvSpPr>
            <p:spPr>
              <a:xfrm>
                <a:off x="3545727" y="1694749"/>
                <a:ext cx="36586" cy="56634"/>
              </a:xfrm>
              <a:custGeom>
                <a:avLst/>
                <a:gdLst/>
                <a:ahLst/>
                <a:cxnLst/>
                <a:rect l="l" t="t" r="r" b="b"/>
                <a:pathLst>
                  <a:path w="1053" h="1630" extrusionOk="0">
                    <a:moveTo>
                      <a:pt x="828" y="1"/>
                    </a:moveTo>
                    <a:cubicBezTo>
                      <a:pt x="627" y="552"/>
                      <a:pt x="76" y="853"/>
                      <a:pt x="76" y="853"/>
                    </a:cubicBezTo>
                    <a:cubicBezTo>
                      <a:pt x="51" y="1103"/>
                      <a:pt x="25" y="1379"/>
                      <a:pt x="0" y="1630"/>
                    </a:cubicBezTo>
                    <a:cubicBezTo>
                      <a:pt x="1053" y="1304"/>
                      <a:pt x="828" y="1"/>
                      <a:pt x="8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21"/>
              <p:cNvSpPr/>
              <p:nvPr/>
            </p:nvSpPr>
            <p:spPr>
              <a:xfrm>
                <a:off x="3467344" y="1713928"/>
                <a:ext cx="46211" cy="43605"/>
              </a:xfrm>
              <a:custGeom>
                <a:avLst/>
                <a:gdLst/>
                <a:ahLst/>
                <a:cxnLst/>
                <a:rect l="l" t="t" r="r" b="b"/>
                <a:pathLst>
                  <a:path w="1330" h="1255" extrusionOk="0">
                    <a:moveTo>
                      <a:pt x="1" y="0"/>
                    </a:moveTo>
                    <a:lnTo>
                      <a:pt x="1" y="0"/>
                    </a:lnTo>
                    <a:cubicBezTo>
                      <a:pt x="1" y="0"/>
                      <a:pt x="218" y="1255"/>
                      <a:pt x="1268" y="1255"/>
                    </a:cubicBezTo>
                    <a:cubicBezTo>
                      <a:pt x="1288" y="1255"/>
                      <a:pt x="1308" y="1254"/>
                      <a:pt x="1329" y="1253"/>
                    </a:cubicBezTo>
                    <a:cubicBezTo>
                      <a:pt x="1204" y="1003"/>
                      <a:pt x="1104" y="777"/>
                      <a:pt x="978" y="526"/>
                    </a:cubicBezTo>
                    <a:cubicBezTo>
                      <a:pt x="978" y="526"/>
                      <a:pt x="377" y="45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61" name="Google Shape;1261;p21"/>
          <p:cNvGrpSpPr/>
          <p:nvPr/>
        </p:nvGrpSpPr>
        <p:grpSpPr>
          <a:xfrm rot="1100226">
            <a:off x="79973" y="629546"/>
            <a:ext cx="47742" cy="47707"/>
            <a:chOff x="8670282" y="1248364"/>
            <a:chExt cx="47743" cy="47708"/>
          </a:xfrm>
        </p:grpSpPr>
        <p:sp>
          <p:nvSpPr>
            <p:cNvPr id="1262" name="Google Shape;1262;p21"/>
            <p:cNvSpPr/>
            <p:nvPr/>
          </p:nvSpPr>
          <p:spPr>
            <a:xfrm rot="10800000" flipH="1">
              <a:off x="8689358" y="1248364"/>
              <a:ext cx="5005" cy="47708"/>
            </a:xfrm>
            <a:custGeom>
              <a:avLst/>
              <a:gdLst/>
              <a:ahLst/>
              <a:cxnLst/>
              <a:rect l="l" t="t" r="r" b="b"/>
              <a:pathLst>
                <a:path w="143" h="1363" extrusionOk="0">
                  <a:moveTo>
                    <a:pt x="143" y="0"/>
                  </a:moveTo>
                  <a:cubicBezTo>
                    <a:pt x="1" y="0"/>
                    <a:pt x="1" y="273"/>
                    <a:pt x="1" y="676"/>
                  </a:cubicBezTo>
                  <a:cubicBezTo>
                    <a:pt x="1" y="1090"/>
                    <a:pt x="1" y="1363"/>
                    <a:pt x="143" y="1363"/>
                  </a:cubicBezTo>
                  <a:lnTo>
                    <a:pt x="143" y="676"/>
                  </a:lnTo>
                  <a:lnTo>
                    <a:pt x="1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21"/>
            <p:cNvSpPr/>
            <p:nvPr/>
          </p:nvSpPr>
          <p:spPr>
            <a:xfrm rot="10800000" flipH="1">
              <a:off x="8670282" y="1272376"/>
              <a:ext cx="47743" cy="4620"/>
            </a:xfrm>
            <a:custGeom>
              <a:avLst/>
              <a:gdLst/>
              <a:ahLst/>
              <a:cxnLst/>
              <a:rect l="l" t="t" r="r" b="b"/>
              <a:pathLst>
                <a:path w="1364" h="132" extrusionOk="0">
                  <a:moveTo>
                    <a:pt x="688" y="0"/>
                  </a:moveTo>
                  <a:cubicBezTo>
                    <a:pt x="273" y="0"/>
                    <a:pt x="1" y="131"/>
                    <a:pt x="1" y="131"/>
                  </a:cubicBezTo>
                  <a:lnTo>
                    <a:pt x="1363" y="131"/>
                  </a:lnTo>
                  <a:cubicBezTo>
                    <a:pt x="1363" y="131"/>
                    <a:pt x="960" y="0"/>
                    <a:pt x="6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21"/>
            <p:cNvSpPr/>
            <p:nvPr/>
          </p:nvSpPr>
          <p:spPr>
            <a:xfrm rot="10800000" flipH="1">
              <a:off x="8675252" y="1257885"/>
              <a:ext cx="38188" cy="33602"/>
            </a:xfrm>
            <a:custGeom>
              <a:avLst/>
              <a:gdLst/>
              <a:ahLst/>
              <a:cxnLst/>
              <a:rect l="l" t="t" r="r" b="b"/>
              <a:pathLst>
                <a:path w="1091" h="960" extrusionOk="0">
                  <a:moveTo>
                    <a:pt x="1090" y="0"/>
                  </a:moveTo>
                  <a:cubicBezTo>
                    <a:pt x="1090" y="0"/>
                    <a:pt x="818" y="142"/>
                    <a:pt x="546" y="414"/>
                  </a:cubicBezTo>
                  <a:cubicBezTo>
                    <a:pt x="273" y="687"/>
                    <a:pt x="1" y="818"/>
                    <a:pt x="131" y="959"/>
                  </a:cubicBezTo>
                  <a:cubicBezTo>
                    <a:pt x="131" y="959"/>
                    <a:pt x="404" y="818"/>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21"/>
            <p:cNvSpPr/>
            <p:nvPr/>
          </p:nvSpPr>
          <p:spPr>
            <a:xfrm rot="10800000" flipH="1">
              <a:off x="8679838" y="1253299"/>
              <a:ext cx="28632" cy="38188"/>
            </a:xfrm>
            <a:custGeom>
              <a:avLst/>
              <a:gdLst/>
              <a:ahLst/>
              <a:cxnLst/>
              <a:rect l="l" t="t" r="r" b="b"/>
              <a:pathLst>
                <a:path w="818" h="1091" extrusionOk="0">
                  <a:moveTo>
                    <a:pt x="0" y="0"/>
                  </a:moveTo>
                  <a:lnTo>
                    <a:pt x="273" y="545"/>
                  </a:lnTo>
                  <a:cubicBezTo>
                    <a:pt x="545" y="818"/>
                    <a:pt x="687" y="1090"/>
                    <a:pt x="818" y="1090"/>
                  </a:cubicBezTo>
                  <a:cubicBezTo>
                    <a:pt x="818" y="1090"/>
                    <a:pt x="687" y="818"/>
                    <a:pt x="415" y="545"/>
                  </a:cubicBezTo>
                  <a:cubicBezTo>
                    <a:pt x="273" y="142"/>
                    <a:pt x="0"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 name="Google Shape;1266;p21"/>
          <p:cNvGrpSpPr/>
          <p:nvPr/>
        </p:nvGrpSpPr>
        <p:grpSpPr>
          <a:xfrm rot="1100226">
            <a:off x="764671" y="284880"/>
            <a:ext cx="75972" cy="84122"/>
            <a:chOff x="7553342" y="94254"/>
            <a:chExt cx="43123" cy="47743"/>
          </a:xfrm>
        </p:grpSpPr>
        <p:sp>
          <p:nvSpPr>
            <p:cNvPr id="1267" name="Google Shape;1267;p21"/>
            <p:cNvSpPr/>
            <p:nvPr/>
          </p:nvSpPr>
          <p:spPr>
            <a:xfrm rot="-5400000" flipH="1">
              <a:off x="7572401" y="94271"/>
              <a:ext cx="5005" cy="43123"/>
            </a:xfrm>
            <a:custGeom>
              <a:avLst/>
              <a:gdLst/>
              <a:ahLst/>
              <a:cxnLst/>
              <a:rect l="l" t="t" r="r" b="b"/>
              <a:pathLst>
                <a:path w="143" h="1232" extrusionOk="0">
                  <a:moveTo>
                    <a:pt x="142" y="0"/>
                  </a:moveTo>
                  <a:cubicBezTo>
                    <a:pt x="1" y="0"/>
                    <a:pt x="1" y="273"/>
                    <a:pt x="1" y="687"/>
                  </a:cubicBezTo>
                  <a:cubicBezTo>
                    <a:pt x="1" y="960"/>
                    <a:pt x="1" y="1232"/>
                    <a:pt x="142" y="1232"/>
                  </a:cubicBezTo>
                  <a:lnTo>
                    <a:pt x="142" y="687"/>
                  </a:lnTo>
                  <a:lnTo>
                    <a:pt x="1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21"/>
            <p:cNvSpPr/>
            <p:nvPr/>
          </p:nvSpPr>
          <p:spPr>
            <a:xfrm rot="-5400000" flipH="1">
              <a:off x="7551049" y="115623"/>
              <a:ext cx="47743" cy="5005"/>
            </a:xfrm>
            <a:custGeom>
              <a:avLst/>
              <a:gdLst/>
              <a:ahLst/>
              <a:cxnLst/>
              <a:rect l="l" t="t" r="r" b="b"/>
              <a:pathLst>
                <a:path w="1364" h="143" extrusionOk="0">
                  <a:moveTo>
                    <a:pt x="687" y="0"/>
                  </a:moveTo>
                  <a:cubicBezTo>
                    <a:pt x="273" y="0"/>
                    <a:pt x="1" y="0"/>
                    <a:pt x="1" y="142"/>
                  </a:cubicBezTo>
                  <a:lnTo>
                    <a:pt x="1363" y="142"/>
                  </a:lnTo>
                  <a:cubicBezTo>
                    <a:pt x="1363" y="0"/>
                    <a:pt x="96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21"/>
            <p:cNvSpPr/>
            <p:nvPr/>
          </p:nvSpPr>
          <p:spPr>
            <a:xfrm rot="-5400000" flipH="1">
              <a:off x="7554147" y="103389"/>
              <a:ext cx="38188" cy="29857"/>
            </a:xfrm>
            <a:custGeom>
              <a:avLst/>
              <a:gdLst/>
              <a:ahLst/>
              <a:cxnLst/>
              <a:rect l="l" t="t" r="r" b="b"/>
              <a:pathLst>
                <a:path w="1091" h="853" extrusionOk="0">
                  <a:moveTo>
                    <a:pt x="1090" y="0"/>
                  </a:moveTo>
                  <a:cubicBezTo>
                    <a:pt x="1090" y="0"/>
                    <a:pt x="818" y="131"/>
                    <a:pt x="545" y="403"/>
                  </a:cubicBezTo>
                  <a:cubicBezTo>
                    <a:pt x="273" y="545"/>
                    <a:pt x="1" y="818"/>
                    <a:pt x="131" y="818"/>
                  </a:cubicBezTo>
                  <a:cubicBezTo>
                    <a:pt x="131" y="842"/>
                    <a:pt x="141" y="852"/>
                    <a:pt x="158" y="852"/>
                  </a:cubicBezTo>
                  <a:cubicBezTo>
                    <a:pt x="232" y="852"/>
                    <a:pt x="454" y="652"/>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21"/>
            <p:cNvSpPr/>
            <p:nvPr/>
          </p:nvSpPr>
          <p:spPr>
            <a:xfrm rot="-5400000" flipH="1">
              <a:off x="7562390" y="98367"/>
              <a:ext cx="28632" cy="39518"/>
            </a:xfrm>
            <a:custGeom>
              <a:avLst/>
              <a:gdLst/>
              <a:ahLst/>
              <a:cxnLst/>
              <a:rect l="l" t="t" r="r" b="b"/>
              <a:pathLst>
                <a:path w="818" h="1129" extrusionOk="0">
                  <a:moveTo>
                    <a:pt x="27" y="0"/>
                  </a:moveTo>
                  <a:cubicBezTo>
                    <a:pt x="10" y="0"/>
                    <a:pt x="0" y="12"/>
                    <a:pt x="0" y="39"/>
                  </a:cubicBezTo>
                  <a:lnTo>
                    <a:pt x="273" y="584"/>
                  </a:lnTo>
                  <a:cubicBezTo>
                    <a:pt x="545" y="857"/>
                    <a:pt x="687" y="1129"/>
                    <a:pt x="818" y="1129"/>
                  </a:cubicBezTo>
                  <a:cubicBezTo>
                    <a:pt x="818" y="987"/>
                    <a:pt x="687" y="715"/>
                    <a:pt x="414" y="442"/>
                  </a:cubicBezTo>
                  <a:cubicBezTo>
                    <a:pt x="300" y="221"/>
                    <a:pt x="99"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 name="Google Shape;1271;p21"/>
          <p:cNvGrpSpPr/>
          <p:nvPr/>
        </p:nvGrpSpPr>
        <p:grpSpPr>
          <a:xfrm rot="1100226">
            <a:off x="570252" y="803535"/>
            <a:ext cx="47742" cy="47707"/>
            <a:chOff x="8670282" y="1248364"/>
            <a:chExt cx="47743" cy="47708"/>
          </a:xfrm>
        </p:grpSpPr>
        <p:sp>
          <p:nvSpPr>
            <p:cNvPr id="1272" name="Google Shape;1272;p21"/>
            <p:cNvSpPr/>
            <p:nvPr/>
          </p:nvSpPr>
          <p:spPr>
            <a:xfrm rot="10800000" flipH="1">
              <a:off x="8689358" y="1248364"/>
              <a:ext cx="5005" cy="47708"/>
            </a:xfrm>
            <a:custGeom>
              <a:avLst/>
              <a:gdLst/>
              <a:ahLst/>
              <a:cxnLst/>
              <a:rect l="l" t="t" r="r" b="b"/>
              <a:pathLst>
                <a:path w="143" h="1363" extrusionOk="0">
                  <a:moveTo>
                    <a:pt x="143" y="0"/>
                  </a:moveTo>
                  <a:cubicBezTo>
                    <a:pt x="1" y="0"/>
                    <a:pt x="1" y="273"/>
                    <a:pt x="1" y="676"/>
                  </a:cubicBezTo>
                  <a:cubicBezTo>
                    <a:pt x="1" y="1090"/>
                    <a:pt x="1" y="1363"/>
                    <a:pt x="143" y="1363"/>
                  </a:cubicBezTo>
                  <a:lnTo>
                    <a:pt x="143" y="676"/>
                  </a:lnTo>
                  <a:lnTo>
                    <a:pt x="1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21"/>
            <p:cNvSpPr/>
            <p:nvPr/>
          </p:nvSpPr>
          <p:spPr>
            <a:xfrm rot="10800000" flipH="1">
              <a:off x="8670282" y="1272376"/>
              <a:ext cx="47743" cy="4620"/>
            </a:xfrm>
            <a:custGeom>
              <a:avLst/>
              <a:gdLst/>
              <a:ahLst/>
              <a:cxnLst/>
              <a:rect l="l" t="t" r="r" b="b"/>
              <a:pathLst>
                <a:path w="1364" h="132" extrusionOk="0">
                  <a:moveTo>
                    <a:pt x="688" y="0"/>
                  </a:moveTo>
                  <a:cubicBezTo>
                    <a:pt x="273" y="0"/>
                    <a:pt x="1" y="131"/>
                    <a:pt x="1" y="131"/>
                  </a:cubicBezTo>
                  <a:lnTo>
                    <a:pt x="1363" y="131"/>
                  </a:lnTo>
                  <a:cubicBezTo>
                    <a:pt x="1363" y="131"/>
                    <a:pt x="960" y="0"/>
                    <a:pt x="6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21"/>
            <p:cNvSpPr/>
            <p:nvPr/>
          </p:nvSpPr>
          <p:spPr>
            <a:xfrm rot="10800000" flipH="1">
              <a:off x="8675252" y="1257885"/>
              <a:ext cx="38188" cy="33602"/>
            </a:xfrm>
            <a:custGeom>
              <a:avLst/>
              <a:gdLst/>
              <a:ahLst/>
              <a:cxnLst/>
              <a:rect l="l" t="t" r="r" b="b"/>
              <a:pathLst>
                <a:path w="1091" h="960" extrusionOk="0">
                  <a:moveTo>
                    <a:pt x="1090" y="0"/>
                  </a:moveTo>
                  <a:cubicBezTo>
                    <a:pt x="1090" y="0"/>
                    <a:pt x="818" y="142"/>
                    <a:pt x="546" y="414"/>
                  </a:cubicBezTo>
                  <a:cubicBezTo>
                    <a:pt x="273" y="687"/>
                    <a:pt x="1" y="818"/>
                    <a:pt x="131" y="959"/>
                  </a:cubicBezTo>
                  <a:cubicBezTo>
                    <a:pt x="131" y="959"/>
                    <a:pt x="404" y="818"/>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21"/>
            <p:cNvSpPr/>
            <p:nvPr/>
          </p:nvSpPr>
          <p:spPr>
            <a:xfrm rot="10800000" flipH="1">
              <a:off x="8679838" y="1253299"/>
              <a:ext cx="28632" cy="38188"/>
            </a:xfrm>
            <a:custGeom>
              <a:avLst/>
              <a:gdLst/>
              <a:ahLst/>
              <a:cxnLst/>
              <a:rect l="l" t="t" r="r" b="b"/>
              <a:pathLst>
                <a:path w="818" h="1091" extrusionOk="0">
                  <a:moveTo>
                    <a:pt x="0" y="0"/>
                  </a:moveTo>
                  <a:lnTo>
                    <a:pt x="273" y="545"/>
                  </a:lnTo>
                  <a:cubicBezTo>
                    <a:pt x="545" y="818"/>
                    <a:pt x="687" y="1090"/>
                    <a:pt x="818" y="1090"/>
                  </a:cubicBezTo>
                  <a:cubicBezTo>
                    <a:pt x="818" y="1090"/>
                    <a:pt x="687" y="818"/>
                    <a:pt x="415" y="545"/>
                  </a:cubicBezTo>
                  <a:cubicBezTo>
                    <a:pt x="273" y="142"/>
                    <a:pt x="0"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 name="Google Shape;1276;p21"/>
          <p:cNvGrpSpPr/>
          <p:nvPr/>
        </p:nvGrpSpPr>
        <p:grpSpPr>
          <a:xfrm rot="1100226">
            <a:off x="227577" y="976587"/>
            <a:ext cx="47742" cy="47707"/>
            <a:chOff x="8670282" y="1248364"/>
            <a:chExt cx="47743" cy="47708"/>
          </a:xfrm>
        </p:grpSpPr>
        <p:sp>
          <p:nvSpPr>
            <p:cNvPr id="1277" name="Google Shape;1277;p21"/>
            <p:cNvSpPr/>
            <p:nvPr/>
          </p:nvSpPr>
          <p:spPr>
            <a:xfrm rot="10800000" flipH="1">
              <a:off x="8689358" y="1248364"/>
              <a:ext cx="5005" cy="47708"/>
            </a:xfrm>
            <a:custGeom>
              <a:avLst/>
              <a:gdLst/>
              <a:ahLst/>
              <a:cxnLst/>
              <a:rect l="l" t="t" r="r" b="b"/>
              <a:pathLst>
                <a:path w="143" h="1363" extrusionOk="0">
                  <a:moveTo>
                    <a:pt x="143" y="0"/>
                  </a:moveTo>
                  <a:cubicBezTo>
                    <a:pt x="1" y="0"/>
                    <a:pt x="1" y="273"/>
                    <a:pt x="1" y="676"/>
                  </a:cubicBezTo>
                  <a:cubicBezTo>
                    <a:pt x="1" y="1090"/>
                    <a:pt x="1" y="1363"/>
                    <a:pt x="143" y="1363"/>
                  </a:cubicBezTo>
                  <a:lnTo>
                    <a:pt x="143" y="676"/>
                  </a:lnTo>
                  <a:lnTo>
                    <a:pt x="1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21"/>
            <p:cNvSpPr/>
            <p:nvPr/>
          </p:nvSpPr>
          <p:spPr>
            <a:xfrm rot="10800000" flipH="1">
              <a:off x="8670282" y="1272376"/>
              <a:ext cx="47743" cy="4620"/>
            </a:xfrm>
            <a:custGeom>
              <a:avLst/>
              <a:gdLst/>
              <a:ahLst/>
              <a:cxnLst/>
              <a:rect l="l" t="t" r="r" b="b"/>
              <a:pathLst>
                <a:path w="1364" h="132" extrusionOk="0">
                  <a:moveTo>
                    <a:pt x="688" y="0"/>
                  </a:moveTo>
                  <a:cubicBezTo>
                    <a:pt x="273" y="0"/>
                    <a:pt x="1" y="131"/>
                    <a:pt x="1" y="131"/>
                  </a:cubicBezTo>
                  <a:lnTo>
                    <a:pt x="1363" y="131"/>
                  </a:lnTo>
                  <a:cubicBezTo>
                    <a:pt x="1363" y="131"/>
                    <a:pt x="960" y="0"/>
                    <a:pt x="6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21"/>
            <p:cNvSpPr/>
            <p:nvPr/>
          </p:nvSpPr>
          <p:spPr>
            <a:xfrm rot="10800000" flipH="1">
              <a:off x="8675252" y="1257885"/>
              <a:ext cx="38188" cy="33602"/>
            </a:xfrm>
            <a:custGeom>
              <a:avLst/>
              <a:gdLst/>
              <a:ahLst/>
              <a:cxnLst/>
              <a:rect l="l" t="t" r="r" b="b"/>
              <a:pathLst>
                <a:path w="1091" h="960" extrusionOk="0">
                  <a:moveTo>
                    <a:pt x="1090" y="0"/>
                  </a:moveTo>
                  <a:cubicBezTo>
                    <a:pt x="1090" y="0"/>
                    <a:pt x="818" y="142"/>
                    <a:pt x="546" y="414"/>
                  </a:cubicBezTo>
                  <a:cubicBezTo>
                    <a:pt x="273" y="687"/>
                    <a:pt x="1" y="818"/>
                    <a:pt x="131" y="959"/>
                  </a:cubicBezTo>
                  <a:cubicBezTo>
                    <a:pt x="131" y="959"/>
                    <a:pt x="404" y="818"/>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21"/>
            <p:cNvSpPr/>
            <p:nvPr/>
          </p:nvSpPr>
          <p:spPr>
            <a:xfrm rot="10800000" flipH="1">
              <a:off x="8679838" y="1253299"/>
              <a:ext cx="28632" cy="38188"/>
            </a:xfrm>
            <a:custGeom>
              <a:avLst/>
              <a:gdLst/>
              <a:ahLst/>
              <a:cxnLst/>
              <a:rect l="l" t="t" r="r" b="b"/>
              <a:pathLst>
                <a:path w="818" h="1091" extrusionOk="0">
                  <a:moveTo>
                    <a:pt x="0" y="0"/>
                  </a:moveTo>
                  <a:lnTo>
                    <a:pt x="273" y="545"/>
                  </a:lnTo>
                  <a:cubicBezTo>
                    <a:pt x="545" y="818"/>
                    <a:pt x="687" y="1090"/>
                    <a:pt x="818" y="1090"/>
                  </a:cubicBezTo>
                  <a:cubicBezTo>
                    <a:pt x="818" y="1090"/>
                    <a:pt x="687" y="818"/>
                    <a:pt x="415" y="545"/>
                  </a:cubicBezTo>
                  <a:cubicBezTo>
                    <a:pt x="273" y="142"/>
                    <a:pt x="0"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 name="Google Shape;1281;p21"/>
          <p:cNvGrpSpPr/>
          <p:nvPr/>
        </p:nvGrpSpPr>
        <p:grpSpPr>
          <a:xfrm rot="1100297">
            <a:off x="8599494" y="181142"/>
            <a:ext cx="75973" cy="84122"/>
            <a:chOff x="7553342" y="94254"/>
            <a:chExt cx="43123" cy="47743"/>
          </a:xfrm>
        </p:grpSpPr>
        <p:sp>
          <p:nvSpPr>
            <p:cNvPr id="1282" name="Google Shape;1282;p21"/>
            <p:cNvSpPr/>
            <p:nvPr/>
          </p:nvSpPr>
          <p:spPr>
            <a:xfrm rot="-5400000" flipH="1">
              <a:off x="7572401" y="94271"/>
              <a:ext cx="5005" cy="43123"/>
            </a:xfrm>
            <a:custGeom>
              <a:avLst/>
              <a:gdLst/>
              <a:ahLst/>
              <a:cxnLst/>
              <a:rect l="l" t="t" r="r" b="b"/>
              <a:pathLst>
                <a:path w="143" h="1232" extrusionOk="0">
                  <a:moveTo>
                    <a:pt x="142" y="0"/>
                  </a:moveTo>
                  <a:cubicBezTo>
                    <a:pt x="1" y="0"/>
                    <a:pt x="1" y="273"/>
                    <a:pt x="1" y="687"/>
                  </a:cubicBezTo>
                  <a:cubicBezTo>
                    <a:pt x="1" y="960"/>
                    <a:pt x="1" y="1232"/>
                    <a:pt x="142" y="1232"/>
                  </a:cubicBezTo>
                  <a:lnTo>
                    <a:pt x="142" y="687"/>
                  </a:lnTo>
                  <a:lnTo>
                    <a:pt x="1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21"/>
            <p:cNvSpPr/>
            <p:nvPr/>
          </p:nvSpPr>
          <p:spPr>
            <a:xfrm rot="-5400000" flipH="1">
              <a:off x="7551049" y="115623"/>
              <a:ext cx="47743" cy="5005"/>
            </a:xfrm>
            <a:custGeom>
              <a:avLst/>
              <a:gdLst/>
              <a:ahLst/>
              <a:cxnLst/>
              <a:rect l="l" t="t" r="r" b="b"/>
              <a:pathLst>
                <a:path w="1364" h="143" extrusionOk="0">
                  <a:moveTo>
                    <a:pt x="687" y="0"/>
                  </a:moveTo>
                  <a:cubicBezTo>
                    <a:pt x="273" y="0"/>
                    <a:pt x="1" y="0"/>
                    <a:pt x="1" y="142"/>
                  </a:cubicBezTo>
                  <a:lnTo>
                    <a:pt x="1363" y="142"/>
                  </a:lnTo>
                  <a:cubicBezTo>
                    <a:pt x="1363" y="0"/>
                    <a:pt x="96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21"/>
            <p:cNvSpPr/>
            <p:nvPr/>
          </p:nvSpPr>
          <p:spPr>
            <a:xfrm rot="-5400000" flipH="1">
              <a:off x="7554147" y="103389"/>
              <a:ext cx="38188" cy="29857"/>
            </a:xfrm>
            <a:custGeom>
              <a:avLst/>
              <a:gdLst/>
              <a:ahLst/>
              <a:cxnLst/>
              <a:rect l="l" t="t" r="r" b="b"/>
              <a:pathLst>
                <a:path w="1091" h="853" extrusionOk="0">
                  <a:moveTo>
                    <a:pt x="1090" y="0"/>
                  </a:moveTo>
                  <a:cubicBezTo>
                    <a:pt x="1090" y="0"/>
                    <a:pt x="818" y="131"/>
                    <a:pt x="545" y="403"/>
                  </a:cubicBezTo>
                  <a:cubicBezTo>
                    <a:pt x="273" y="545"/>
                    <a:pt x="1" y="818"/>
                    <a:pt x="131" y="818"/>
                  </a:cubicBezTo>
                  <a:cubicBezTo>
                    <a:pt x="131" y="842"/>
                    <a:pt x="141" y="852"/>
                    <a:pt x="158" y="852"/>
                  </a:cubicBezTo>
                  <a:cubicBezTo>
                    <a:pt x="232" y="852"/>
                    <a:pt x="454" y="652"/>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21"/>
            <p:cNvSpPr/>
            <p:nvPr/>
          </p:nvSpPr>
          <p:spPr>
            <a:xfrm rot="-5400000" flipH="1">
              <a:off x="7562390" y="98367"/>
              <a:ext cx="28632" cy="39518"/>
            </a:xfrm>
            <a:custGeom>
              <a:avLst/>
              <a:gdLst/>
              <a:ahLst/>
              <a:cxnLst/>
              <a:rect l="l" t="t" r="r" b="b"/>
              <a:pathLst>
                <a:path w="818" h="1129" extrusionOk="0">
                  <a:moveTo>
                    <a:pt x="27" y="0"/>
                  </a:moveTo>
                  <a:cubicBezTo>
                    <a:pt x="10" y="0"/>
                    <a:pt x="0" y="12"/>
                    <a:pt x="0" y="39"/>
                  </a:cubicBezTo>
                  <a:lnTo>
                    <a:pt x="273" y="584"/>
                  </a:lnTo>
                  <a:cubicBezTo>
                    <a:pt x="545" y="857"/>
                    <a:pt x="687" y="1129"/>
                    <a:pt x="818" y="1129"/>
                  </a:cubicBezTo>
                  <a:cubicBezTo>
                    <a:pt x="818" y="987"/>
                    <a:pt x="687" y="715"/>
                    <a:pt x="414" y="442"/>
                  </a:cubicBezTo>
                  <a:cubicBezTo>
                    <a:pt x="300" y="221"/>
                    <a:pt x="99"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 name="Google Shape;1286;p21"/>
          <p:cNvGrpSpPr/>
          <p:nvPr/>
        </p:nvGrpSpPr>
        <p:grpSpPr>
          <a:xfrm rot="1100279">
            <a:off x="8703376" y="759146"/>
            <a:ext cx="123275" cy="136496"/>
            <a:chOff x="7553342" y="94254"/>
            <a:chExt cx="43123" cy="47743"/>
          </a:xfrm>
        </p:grpSpPr>
        <p:sp>
          <p:nvSpPr>
            <p:cNvPr id="1287" name="Google Shape;1287;p21"/>
            <p:cNvSpPr/>
            <p:nvPr/>
          </p:nvSpPr>
          <p:spPr>
            <a:xfrm rot="-5400000" flipH="1">
              <a:off x="7572401" y="94271"/>
              <a:ext cx="5005" cy="43123"/>
            </a:xfrm>
            <a:custGeom>
              <a:avLst/>
              <a:gdLst/>
              <a:ahLst/>
              <a:cxnLst/>
              <a:rect l="l" t="t" r="r" b="b"/>
              <a:pathLst>
                <a:path w="143" h="1232" extrusionOk="0">
                  <a:moveTo>
                    <a:pt x="142" y="0"/>
                  </a:moveTo>
                  <a:cubicBezTo>
                    <a:pt x="1" y="0"/>
                    <a:pt x="1" y="273"/>
                    <a:pt x="1" y="687"/>
                  </a:cubicBezTo>
                  <a:cubicBezTo>
                    <a:pt x="1" y="960"/>
                    <a:pt x="1" y="1232"/>
                    <a:pt x="142" y="1232"/>
                  </a:cubicBezTo>
                  <a:lnTo>
                    <a:pt x="142" y="687"/>
                  </a:lnTo>
                  <a:lnTo>
                    <a:pt x="1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21"/>
            <p:cNvSpPr/>
            <p:nvPr/>
          </p:nvSpPr>
          <p:spPr>
            <a:xfrm rot="-5400000" flipH="1">
              <a:off x="7551049" y="115623"/>
              <a:ext cx="47743" cy="5005"/>
            </a:xfrm>
            <a:custGeom>
              <a:avLst/>
              <a:gdLst/>
              <a:ahLst/>
              <a:cxnLst/>
              <a:rect l="l" t="t" r="r" b="b"/>
              <a:pathLst>
                <a:path w="1364" h="143" extrusionOk="0">
                  <a:moveTo>
                    <a:pt x="687" y="0"/>
                  </a:moveTo>
                  <a:cubicBezTo>
                    <a:pt x="273" y="0"/>
                    <a:pt x="1" y="0"/>
                    <a:pt x="1" y="142"/>
                  </a:cubicBezTo>
                  <a:lnTo>
                    <a:pt x="1363" y="142"/>
                  </a:lnTo>
                  <a:cubicBezTo>
                    <a:pt x="1363" y="0"/>
                    <a:pt x="96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21"/>
            <p:cNvSpPr/>
            <p:nvPr/>
          </p:nvSpPr>
          <p:spPr>
            <a:xfrm rot="-5400000" flipH="1">
              <a:off x="7554147" y="103389"/>
              <a:ext cx="38188" cy="29857"/>
            </a:xfrm>
            <a:custGeom>
              <a:avLst/>
              <a:gdLst/>
              <a:ahLst/>
              <a:cxnLst/>
              <a:rect l="l" t="t" r="r" b="b"/>
              <a:pathLst>
                <a:path w="1091" h="853" extrusionOk="0">
                  <a:moveTo>
                    <a:pt x="1090" y="0"/>
                  </a:moveTo>
                  <a:cubicBezTo>
                    <a:pt x="1090" y="0"/>
                    <a:pt x="818" y="131"/>
                    <a:pt x="545" y="403"/>
                  </a:cubicBezTo>
                  <a:cubicBezTo>
                    <a:pt x="273" y="545"/>
                    <a:pt x="1" y="818"/>
                    <a:pt x="131" y="818"/>
                  </a:cubicBezTo>
                  <a:cubicBezTo>
                    <a:pt x="131" y="842"/>
                    <a:pt x="141" y="852"/>
                    <a:pt x="158" y="852"/>
                  </a:cubicBezTo>
                  <a:cubicBezTo>
                    <a:pt x="232" y="852"/>
                    <a:pt x="454" y="652"/>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21"/>
            <p:cNvSpPr/>
            <p:nvPr/>
          </p:nvSpPr>
          <p:spPr>
            <a:xfrm rot="-5400000" flipH="1">
              <a:off x="7562390" y="98367"/>
              <a:ext cx="28632" cy="39518"/>
            </a:xfrm>
            <a:custGeom>
              <a:avLst/>
              <a:gdLst/>
              <a:ahLst/>
              <a:cxnLst/>
              <a:rect l="l" t="t" r="r" b="b"/>
              <a:pathLst>
                <a:path w="818" h="1129" extrusionOk="0">
                  <a:moveTo>
                    <a:pt x="27" y="0"/>
                  </a:moveTo>
                  <a:cubicBezTo>
                    <a:pt x="10" y="0"/>
                    <a:pt x="0" y="12"/>
                    <a:pt x="0" y="39"/>
                  </a:cubicBezTo>
                  <a:lnTo>
                    <a:pt x="273" y="584"/>
                  </a:lnTo>
                  <a:cubicBezTo>
                    <a:pt x="545" y="857"/>
                    <a:pt x="687" y="1129"/>
                    <a:pt x="818" y="1129"/>
                  </a:cubicBezTo>
                  <a:cubicBezTo>
                    <a:pt x="818" y="987"/>
                    <a:pt x="687" y="715"/>
                    <a:pt x="414" y="442"/>
                  </a:cubicBezTo>
                  <a:cubicBezTo>
                    <a:pt x="300" y="221"/>
                    <a:pt x="99"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 name="Google Shape;1291;p21"/>
          <p:cNvGrpSpPr/>
          <p:nvPr/>
        </p:nvGrpSpPr>
        <p:grpSpPr>
          <a:xfrm rot="1100226">
            <a:off x="8036840" y="142535"/>
            <a:ext cx="47742" cy="47707"/>
            <a:chOff x="8670282" y="1248364"/>
            <a:chExt cx="47743" cy="47708"/>
          </a:xfrm>
        </p:grpSpPr>
        <p:sp>
          <p:nvSpPr>
            <p:cNvPr id="1292" name="Google Shape;1292;p21"/>
            <p:cNvSpPr/>
            <p:nvPr/>
          </p:nvSpPr>
          <p:spPr>
            <a:xfrm rot="10800000" flipH="1">
              <a:off x="8689358" y="1248364"/>
              <a:ext cx="5005" cy="47708"/>
            </a:xfrm>
            <a:custGeom>
              <a:avLst/>
              <a:gdLst/>
              <a:ahLst/>
              <a:cxnLst/>
              <a:rect l="l" t="t" r="r" b="b"/>
              <a:pathLst>
                <a:path w="143" h="1363" extrusionOk="0">
                  <a:moveTo>
                    <a:pt x="143" y="0"/>
                  </a:moveTo>
                  <a:cubicBezTo>
                    <a:pt x="1" y="0"/>
                    <a:pt x="1" y="273"/>
                    <a:pt x="1" y="676"/>
                  </a:cubicBezTo>
                  <a:cubicBezTo>
                    <a:pt x="1" y="1090"/>
                    <a:pt x="1" y="1363"/>
                    <a:pt x="143" y="1363"/>
                  </a:cubicBezTo>
                  <a:lnTo>
                    <a:pt x="143" y="676"/>
                  </a:lnTo>
                  <a:lnTo>
                    <a:pt x="1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21"/>
            <p:cNvSpPr/>
            <p:nvPr/>
          </p:nvSpPr>
          <p:spPr>
            <a:xfrm rot="10800000" flipH="1">
              <a:off x="8670282" y="1272376"/>
              <a:ext cx="47743" cy="4620"/>
            </a:xfrm>
            <a:custGeom>
              <a:avLst/>
              <a:gdLst/>
              <a:ahLst/>
              <a:cxnLst/>
              <a:rect l="l" t="t" r="r" b="b"/>
              <a:pathLst>
                <a:path w="1364" h="132" extrusionOk="0">
                  <a:moveTo>
                    <a:pt x="688" y="0"/>
                  </a:moveTo>
                  <a:cubicBezTo>
                    <a:pt x="273" y="0"/>
                    <a:pt x="1" y="131"/>
                    <a:pt x="1" y="131"/>
                  </a:cubicBezTo>
                  <a:lnTo>
                    <a:pt x="1363" y="131"/>
                  </a:lnTo>
                  <a:cubicBezTo>
                    <a:pt x="1363" y="131"/>
                    <a:pt x="960" y="0"/>
                    <a:pt x="6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21"/>
            <p:cNvSpPr/>
            <p:nvPr/>
          </p:nvSpPr>
          <p:spPr>
            <a:xfrm rot="10800000" flipH="1">
              <a:off x="8675252" y="1257885"/>
              <a:ext cx="38188" cy="33602"/>
            </a:xfrm>
            <a:custGeom>
              <a:avLst/>
              <a:gdLst/>
              <a:ahLst/>
              <a:cxnLst/>
              <a:rect l="l" t="t" r="r" b="b"/>
              <a:pathLst>
                <a:path w="1091" h="960" extrusionOk="0">
                  <a:moveTo>
                    <a:pt x="1090" y="0"/>
                  </a:moveTo>
                  <a:cubicBezTo>
                    <a:pt x="1090" y="0"/>
                    <a:pt x="818" y="142"/>
                    <a:pt x="546" y="414"/>
                  </a:cubicBezTo>
                  <a:cubicBezTo>
                    <a:pt x="273" y="687"/>
                    <a:pt x="1" y="818"/>
                    <a:pt x="131" y="959"/>
                  </a:cubicBezTo>
                  <a:cubicBezTo>
                    <a:pt x="131" y="959"/>
                    <a:pt x="404" y="818"/>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21"/>
            <p:cNvSpPr/>
            <p:nvPr/>
          </p:nvSpPr>
          <p:spPr>
            <a:xfrm rot="10800000" flipH="1">
              <a:off x="8679838" y="1253299"/>
              <a:ext cx="28632" cy="38188"/>
            </a:xfrm>
            <a:custGeom>
              <a:avLst/>
              <a:gdLst/>
              <a:ahLst/>
              <a:cxnLst/>
              <a:rect l="l" t="t" r="r" b="b"/>
              <a:pathLst>
                <a:path w="818" h="1091" extrusionOk="0">
                  <a:moveTo>
                    <a:pt x="0" y="0"/>
                  </a:moveTo>
                  <a:lnTo>
                    <a:pt x="273" y="545"/>
                  </a:lnTo>
                  <a:cubicBezTo>
                    <a:pt x="545" y="818"/>
                    <a:pt x="687" y="1090"/>
                    <a:pt x="818" y="1090"/>
                  </a:cubicBezTo>
                  <a:cubicBezTo>
                    <a:pt x="818" y="1090"/>
                    <a:pt x="687" y="818"/>
                    <a:pt x="415" y="545"/>
                  </a:cubicBezTo>
                  <a:cubicBezTo>
                    <a:pt x="273" y="142"/>
                    <a:pt x="0"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 name="Google Shape;1296;p21"/>
          <p:cNvGrpSpPr/>
          <p:nvPr/>
        </p:nvGrpSpPr>
        <p:grpSpPr>
          <a:xfrm rot="1100226">
            <a:off x="8039690" y="402473"/>
            <a:ext cx="47742" cy="47707"/>
            <a:chOff x="8670282" y="1248364"/>
            <a:chExt cx="47743" cy="47708"/>
          </a:xfrm>
        </p:grpSpPr>
        <p:sp>
          <p:nvSpPr>
            <p:cNvPr id="1297" name="Google Shape;1297;p21"/>
            <p:cNvSpPr/>
            <p:nvPr/>
          </p:nvSpPr>
          <p:spPr>
            <a:xfrm rot="10800000" flipH="1">
              <a:off x="8689358" y="1248364"/>
              <a:ext cx="5005" cy="47708"/>
            </a:xfrm>
            <a:custGeom>
              <a:avLst/>
              <a:gdLst/>
              <a:ahLst/>
              <a:cxnLst/>
              <a:rect l="l" t="t" r="r" b="b"/>
              <a:pathLst>
                <a:path w="143" h="1363" extrusionOk="0">
                  <a:moveTo>
                    <a:pt x="143" y="0"/>
                  </a:moveTo>
                  <a:cubicBezTo>
                    <a:pt x="1" y="0"/>
                    <a:pt x="1" y="273"/>
                    <a:pt x="1" y="676"/>
                  </a:cubicBezTo>
                  <a:cubicBezTo>
                    <a:pt x="1" y="1090"/>
                    <a:pt x="1" y="1363"/>
                    <a:pt x="143" y="1363"/>
                  </a:cubicBezTo>
                  <a:lnTo>
                    <a:pt x="143" y="676"/>
                  </a:lnTo>
                  <a:lnTo>
                    <a:pt x="1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21"/>
            <p:cNvSpPr/>
            <p:nvPr/>
          </p:nvSpPr>
          <p:spPr>
            <a:xfrm rot="10800000" flipH="1">
              <a:off x="8670282" y="1272376"/>
              <a:ext cx="47743" cy="4620"/>
            </a:xfrm>
            <a:custGeom>
              <a:avLst/>
              <a:gdLst/>
              <a:ahLst/>
              <a:cxnLst/>
              <a:rect l="l" t="t" r="r" b="b"/>
              <a:pathLst>
                <a:path w="1364" h="132" extrusionOk="0">
                  <a:moveTo>
                    <a:pt x="688" y="0"/>
                  </a:moveTo>
                  <a:cubicBezTo>
                    <a:pt x="273" y="0"/>
                    <a:pt x="1" y="131"/>
                    <a:pt x="1" y="131"/>
                  </a:cubicBezTo>
                  <a:lnTo>
                    <a:pt x="1363" y="131"/>
                  </a:lnTo>
                  <a:cubicBezTo>
                    <a:pt x="1363" y="131"/>
                    <a:pt x="960" y="0"/>
                    <a:pt x="6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21"/>
            <p:cNvSpPr/>
            <p:nvPr/>
          </p:nvSpPr>
          <p:spPr>
            <a:xfrm rot="10800000" flipH="1">
              <a:off x="8675252" y="1257885"/>
              <a:ext cx="38188" cy="33602"/>
            </a:xfrm>
            <a:custGeom>
              <a:avLst/>
              <a:gdLst/>
              <a:ahLst/>
              <a:cxnLst/>
              <a:rect l="l" t="t" r="r" b="b"/>
              <a:pathLst>
                <a:path w="1091" h="960" extrusionOk="0">
                  <a:moveTo>
                    <a:pt x="1090" y="0"/>
                  </a:moveTo>
                  <a:cubicBezTo>
                    <a:pt x="1090" y="0"/>
                    <a:pt x="818" y="142"/>
                    <a:pt x="546" y="414"/>
                  </a:cubicBezTo>
                  <a:cubicBezTo>
                    <a:pt x="273" y="687"/>
                    <a:pt x="1" y="818"/>
                    <a:pt x="131" y="959"/>
                  </a:cubicBezTo>
                  <a:cubicBezTo>
                    <a:pt x="131" y="959"/>
                    <a:pt x="404" y="818"/>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21"/>
            <p:cNvSpPr/>
            <p:nvPr/>
          </p:nvSpPr>
          <p:spPr>
            <a:xfrm rot="10800000" flipH="1">
              <a:off x="8679838" y="1253299"/>
              <a:ext cx="28632" cy="38188"/>
            </a:xfrm>
            <a:custGeom>
              <a:avLst/>
              <a:gdLst/>
              <a:ahLst/>
              <a:cxnLst/>
              <a:rect l="l" t="t" r="r" b="b"/>
              <a:pathLst>
                <a:path w="818" h="1091" extrusionOk="0">
                  <a:moveTo>
                    <a:pt x="0" y="0"/>
                  </a:moveTo>
                  <a:lnTo>
                    <a:pt x="273" y="545"/>
                  </a:lnTo>
                  <a:cubicBezTo>
                    <a:pt x="545" y="818"/>
                    <a:pt x="687" y="1090"/>
                    <a:pt x="818" y="1090"/>
                  </a:cubicBezTo>
                  <a:cubicBezTo>
                    <a:pt x="818" y="1090"/>
                    <a:pt x="687" y="818"/>
                    <a:pt x="415" y="545"/>
                  </a:cubicBezTo>
                  <a:cubicBezTo>
                    <a:pt x="273" y="142"/>
                    <a:pt x="0"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 name="Google Shape;1301;p21"/>
          <p:cNvGrpSpPr/>
          <p:nvPr/>
        </p:nvGrpSpPr>
        <p:grpSpPr>
          <a:xfrm rot="1100226">
            <a:off x="167240" y="117310"/>
            <a:ext cx="47742" cy="47707"/>
            <a:chOff x="8670282" y="1248364"/>
            <a:chExt cx="47743" cy="47708"/>
          </a:xfrm>
        </p:grpSpPr>
        <p:sp>
          <p:nvSpPr>
            <p:cNvPr id="1302" name="Google Shape;1302;p21"/>
            <p:cNvSpPr/>
            <p:nvPr/>
          </p:nvSpPr>
          <p:spPr>
            <a:xfrm rot="10800000" flipH="1">
              <a:off x="8689358" y="1248364"/>
              <a:ext cx="5005" cy="47708"/>
            </a:xfrm>
            <a:custGeom>
              <a:avLst/>
              <a:gdLst/>
              <a:ahLst/>
              <a:cxnLst/>
              <a:rect l="l" t="t" r="r" b="b"/>
              <a:pathLst>
                <a:path w="143" h="1363" extrusionOk="0">
                  <a:moveTo>
                    <a:pt x="143" y="0"/>
                  </a:moveTo>
                  <a:cubicBezTo>
                    <a:pt x="1" y="0"/>
                    <a:pt x="1" y="273"/>
                    <a:pt x="1" y="676"/>
                  </a:cubicBezTo>
                  <a:cubicBezTo>
                    <a:pt x="1" y="1090"/>
                    <a:pt x="1" y="1363"/>
                    <a:pt x="143" y="1363"/>
                  </a:cubicBezTo>
                  <a:lnTo>
                    <a:pt x="143" y="676"/>
                  </a:lnTo>
                  <a:lnTo>
                    <a:pt x="1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21"/>
            <p:cNvSpPr/>
            <p:nvPr/>
          </p:nvSpPr>
          <p:spPr>
            <a:xfrm rot="10800000" flipH="1">
              <a:off x="8670282" y="1272376"/>
              <a:ext cx="47743" cy="4620"/>
            </a:xfrm>
            <a:custGeom>
              <a:avLst/>
              <a:gdLst/>
              <a:ahLst/>
              <a:cxnLst/>
              <a:rect l="l" t="t" r="r" b="b"/>
              <a:pathLst>
                <a:path w="1364" h="132" extrusionOk="0">
                  <a:moveTo>
                    <a:pt x="688" y="0"/>
                  </a:moveTo>
                  <a:cubicBezTo>
                    <a:pt x="273" y="0"/>
                    <a:pt x="1" y="131"/>
                    <a:pt x="1" y="131"/>
                  </a:cubicBezTo>
                  <a:lnTo>
                    <a:pt x="1363" y="131"/>
                  </a:lnTo>
                  <a:cubicBezTo>
                    <a:pt x="1363" y="131"/>
                    <a:pt x="960" y="0"/>
                    <a:pt x="6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21"/>
            <p:cNvSpPr/>
            <p:nvPr/>
          </p:nvSpPr>
          <p:spPr>
            <a:xfrm rot="10800000" flipH="1">
              <a:off x="8675252" y="1257885"/>
              <a:ext cx="38188" cy="33602"/>
            </a:xfrm>
            <a:custGeom>
              <a:avLst/>
              <a:gdLst/>
              <a:ahLst/>
              <a:cxnLst/>
              <a:rect l="l" t="t" r="r" b="b"/>
              <a:pathLst>
                <a:path w="1091" h="960" extrusionOk="0">
                  <a:moveTo>
                    <a:pt x="1090" y="0"/>
                  </a:moveTo>
                  <a:cubicBezTo>
                    <a:pt x="1090" y="0"/>
                    <a:pt x="818" y="142"/>
                    <a:pt x="546" y="414"/>
                  </a:cubicBezTo>
                  <a:cubicBezTo>
                    <a:pt x="273" y="687"/>
                    <a:pt x="1" y="818"/>
                    <a:pt x="131" y="959"/>
                  </a:cubicBezTo>
                  <a:cubicBezTo>
                    <a:pt x="131" y="959"/>
                    <a:pt x="404" y="818"/>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21"/>
            <p:cNvSpPr/>
            <p:nvPr/>
          </p:nvSpPr>
          <p:spPr>
            <a:xfrm rot="10800000" flipH="1">
              <a:off x="8679838" y="1253299"/>
              <a:ext cx="28632" cy="38188"/>
            </a:xfrm>
            <a:custGeom>
              <a:avLst/>
              <a:gdLst/>
              <a:ahLst/>
              <a:cxnLst/>
              <a:rect l="l" t="t" r="r" b="b"/>
              <a:pathLst>
                <a:path w="818" h="1091" extrusionOk="0">
                  <a:moveTo>
                    <a:pt x="0" y="0"/>
                  </a:moveTo>
                  <a:lnTo>
                    <a:pt x="273" y="545"/>
                  </a:lnTo>
                  <a:cubicBezTo>
                    <a:pt x="545" y="818"/>
                    <a:pt x="687" y="1090"/>
                    <a:pt x="818" y="1090"/>
                  </a:cubicBezTo>
                  <a:cubicBezTo>
                    <a:pt x="818" y="1090"/>
                    <a:pt x="687" y="818"/>
                    <a:pt x="415" y="545"/>
                  </a:cubicBezTo>
                  <a:cubicBezTo>
                    <a:pt x="273" y="142"/>
                    <a:pt x="0"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 name="Google Shape;1306;p21"/>
          <p:cNvGrpSpPr/>
          <p:nvPr/>
        </p:nvGrpSpPr>
        <p:grpSpPr>
          <a:xfrm rot="1100297">
            <a:off x="1210719" y="124330"/>
            <a:ext cx="75973" cy="84122"/>
            <a:chOff x="7553342" y="94254"/>
            <a:chExt cx="43123" cy="47743"/>
          </a:xfrm>
        </p:grpSpPr>
        <p:sp>
          <p:nvSpPr>
            <p:cNvPr id="1307" name="Google Shape;1307;p21"/>
            <p:cNvSpPr/>
            <p:nvPr/>
          </p:nvSpPr>
          <p:spPr>
            <a:xfrm rot="-5400000" flipH="1">
              <a:off x="7572401" y="94271"/>
              <a:ext cx="5005" cy="43123"/>
            </a:xfrm>
            <a:custGeom>
              <a:avLst/>
              <a:gdLst/>
              <a:ahLst/>
              <a:cxnLst/>
              <a:rect l="l" t="t" r="r" b="b"/>
              <a:pathLst>
                <a:path w="143" h="1232" extrusionOk="0">
                  <a:moveTo>
                    <a:pt x="142" y="0"/>
                  </a:moveTo>
                  <a:cubicBezTo>
                    <a:pt x="1" y="0"/>
                    <a:pt x="1" y="273"/>
                    <a:pt x="1" y="687"/>
                  </a:cubicBezTo>
                  <a:cubicBezTo>
                    <a:pt x="1" y="960"/>
                    <a:pt x="1" y="1232"/>
                    <a:pt x="142" y="1232"/>
                  </a:cubicBezTo>
                  <a:lnTo>
                    <a:pt x="142" y="687"/>
                  </a:lnTo>
                  <a:lnTo>
                    <a:pt x="1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21"/>
            <p:cNvSpPr/>
            <p:nvPr/>
          </p:nvSpPr>
          <p:spPr>
            <a:xfrm rot="-5400000" flipH="1">
              <a:off x="7551049" y="115623"/>
              <a:ext cx="47743" cy="5005"/>
            </a:xfrm>
            <a:custGeom>
              <a:avLst/>
              <a:gdLst/>
              <a:ahLst/>
              <a:cxnLst/>
              <a:rect l="l" t="t" r="r" b="b"/>
              <a:pathLst>
                <a:path w="1364" h="143" extrusionOk="0">
                  <a:moveTo>
                    <a:pt x="687" y="0"/>
                  </a:moveTo>
                  <a:cubicBezTo>
                    <a:pt x="273" y="0"/>
                    <a:pt x="1" y="0"/>
                    <a:pt x="1" y="142"/>
                  </a:cubicBezTo>
                  <a:lnTo>
                    <a:pt x="1363" y="142"/>
                  </a:lnTo>
                  <a:cubicBezTo>
                    <a:pt x="1363" y="0"/>
                    <a:pt x="96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21"/>
            <p:cNvSpPr/>
            <p:nvPr/>
          </p:nvSpPr>
          <p:spPr>
            <a:xfrm rot="-5400000" flipH="1">
              <a:off x="7554147" y="103389"/>
              <a:ext cx="38188" cy="29857"/>
            </a:xfrm>
            <a:custGeom>
              <a:avLst/>
              <a:gdLst/>
              <a:ahLst/>
              <a:cxnLst/>
              <a:rect l="l" t="t" r="r" b="b"/>
              <a:pathLst>
                <a:path w="1091" h="853" extrusionOk="0">
                  <a:moveTo>
                    <a:pt x="1090" y="0"/>
                  </a:moveTo>
                  <a:cubicBezTo>
                    <a:pt x="1090" y="0"/>
                    <a:pt x="818" y="131"/>
                    <a:pt x="545" y="403"/>
                  </a:cubicBezTo>
                  <a:cubicBezTo>
                    <a:pt x="273" y="545"/>
                    <a:pt x="1" y="818"/>
                    <a:pt x="131" y="818"/>
                  </a:cubicBezTo>
                  <a:cubicBezTo>
                    <a:pt x="131" y="842"/>
                    <a:pt x="141" y="852"/>
                    <a:pt x="158" y="852"/>
                  </a:cubicBezTo>
                  <a:cubicBezTo>
                    <a:pt x="232" y="852"/>
                    <a:pt x="454" y="652"/>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21"/>
            <p:cNvSpPr/>
            <p:nvPr/>
          </p:nvSpPr>
          <p:spPr>
            <a:xfrm rot="-5400000" flipH="1">
              <a:off x="7562390" y="98367"/>
              <a:ext cx="28632" cy="39518"/>
            </a:xfrm>
            <a:custGeom>
              <a:avLst/>
              <a:gdLst/>
              <a:ahLst/>
              <a:cxnLst/>
              <a:rect l="l" t="t" r="r" b="b"/>
              <a:pathLst>
                <a:path w="818" h="1129" extrusionOk="0">
                  <a:moveTo>
                    <a:pt x="27" y="0"/>
                  </a:moveTo>
                  <a:cubicBezTo>
                    <a:pt x="10" y="0"/>
                    <a:pt x="0" y="12"/>
                    <a:pt x="0" y="39"/>
                  </a:cubicBezTo>
                  <a:lnTo>
                    <a:pt x="273" y="584"/>
                  </a:lnTo>
                  <a:cubicBezTo>
                    <a:pt x="545" y="857"/>
                    <a:pt x="687" y="1129"/>
                    <a:pt x="818" y="1129"/>
                  </a:cubicBezTo>
                  <a:cubicBezTo>
                    <a:pt x="818" y="987"/>
                    <a:pt x="687" y="715"/>
                    <a:pt x="414" y="442"/>
                  </a:cubicBezTo>
                  <a:cubicBezTo>
                    <a:pt x="300" y="221"/>
                    <a:pt x="99"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 name="Google Shape;1311;p21"/>
          <p:cNvGrpSpPr/>
          <p:nvPr/>
        </p:nvGrpSpPr>
        <p:grpSpPr>
          <a:xfrm rot="1100297">
            <a:off x="7737757" y="181130"/>
            <a:ext cx="75973" cy="84122"/>
            <a:chOff x="7553342" y="94254"/>
            <a:chExt cx="43123" cy="47743"/>
          </a:xfrm>
        </p:grpSpPr>
        <p:sp>
          <p:nvSpPr>
            <p:cNvPr id="1312" name="Google Shape;1312;p21"/>
            <p:cNvSpPr/>
            <p:nvPr/>
          </p:nvSpPr>
          <p:spPr>
            <a:xfrm rot="-5400000" flipH="1">
              <a:off x="7572401" y="94271"/>
              <a:ext cx="5005" cy="43123"/>
            </a:xfrm>
            <a:custGeom>
              <a:avLst/>
              <a:gdLst/>
              <a:ahLst/>
              <a:cxnLst/>
              <a:rect l="l" t="t" r="r" b="b"/>
              <a:pathLst>
                <a:path w="143" h="1232" extrusionOk="0">
                  <a:moveTo>
                    <a:pt x="142" y="0"/>
                  </a:moveTo>
                  <a:cubicBezTo>
                    <a:pt x="1" y="0"/>
                    <a:pt x="1" y="273"/>
                    <a:pt x="1" y="687"/>
                  </a:cubicBezTo>
                  <a:cubicBezTo>
                    <a:pt x="1" y="960"/>
                    <a:pt x="1" y="1232"/>
                    <a:pt x="142" y="1232"/>
                  </a:cubicBezTo>
                  <a:lnTo>
                    <a:pt x="142" y="687"/>
                  </a:lnTo>
                  <a:lnTo>
                    <a:pt x="1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21"/>
            <p:cNvSpPr/>
            <p:nvPr/>
          </p:nvSpPr>
          <p:spPr>
            <a:xfrm rot="-5400000" flipH="1">
              <a:off x="7551049" y="115623"/>
              <a:ext cx="47743" cy="5005"/>
            </a:xfrm>
            <a:custGeom>
              <a:avLst/>
              <a:gdLst/>
              <a:ahLst/>
              <a:cxnLst/>
              <a:rect l="l" t="t" r="r" b="b"/>
              <a:pathLst>
                <a:path w="1364" h="143" extrusionOk="0">
                  <a:moveTo>
                    <a:pt x="687" y="0"/>
                  </a:moveTo>
                  <a:cubicBezTo>
                    <a:pt x="273" y="0"/>
                    <a:pt x="1" y="0"/>
                    <a:pt x="1" y="142"/>
                  </a:cubicBezTo>
                  <a:lnTo>
                    <a:pt x="1363" y="142"/>
                  </a:lnTo>
                  <a:cubicBezTo>
                    <a:pt x="1363" y="0"/>
                    <a:pt x="960" y="0"/>
                    <a:pt x="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21"/>
            <p:cNvSpPr/>
            <p:nvPr/>
          </p:nvSpPr>
          <p:spPr>
            <a:xfrm rot="-5400000" flipH="1">
              <a:off x="7554147" y="103389"/>
              <a:ext cx="38188" cy="29857"/>
            </a:xfrm>
            <a:custGeom>
              <a:avLst/>
              <a:gdLst/>
              <a:ahLst/>
              <a:cxnLst/>
              <a:rect l="l" t="t" r="r" b="b"/>
              <a:pathLst>
                <a:path w="1091" h="853" extrusionOk="0">
                  <a:moveTo>
                    <a:pt x="1090" y="0"/>
                  </a:moveTo>
                  <a:cubicBezTo>
                    <a:pt x="1090" y="0"/>
                    <a:pt x="818" y="131"/>
                    <a:pt x="545" y="403"/>
                  </a:cubicBezTo>
                  <a:cubicBezTo>
                    <a:pt x="273" y="545"/>
                    <a:pt x="1" y="818"/>
                    <a:pt x="131" y="818"/>
                  </a:cubicBezTo>
                  <a:cubicBezTo>
                    <a:pt x="131" y="842"/>
                    <a:pt x="141" y="852"/>
                    <a:pt x="158" y="852"/>
                  </a:cubicBezTo>
                  <a:cubicBezTo>
                    <a:pt x="232" y="852"/>
                    <a:pt x="454" y="652"/>
                    <a:pt x="676" y="545"/>
                  </a:cubicBezTo>
                  <a:cubicBezTo>
                    <a:pt x="949" y="273"/>
                    <a:pt x="1090" y="0"/>
                    <a:pt x="10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21"/>
            <p:cNvSpPr/>
            <p:nvPr/>
          </p:nvSpPr>
          <p:spPr>
            <a:xfrm rot="-5400000" flipH="1">
              <a:off x="7562390" y="98367"/>
              <a:ext cx="28632" cy="39518"/>
            </a:xfrm>
            <a:custGeom>
              <a:avLst/>
              <a:gdLst/>
              <a:ahLst/>
              <a:cxnLst/>
              <a:rect l="l" t="t" r="r" b="b"/>
              <a:pathLst>
                <a:path w="818" h="1129" extrusionOk="0">
                  <a:moveTo>
                    <a:pt x="27" y="0"/>
                  </a:moveTo>
                  <a:cubicBezTo>
                    <a:pt x="10" y="0"/>
                    <a:pt x="0" y="12"/>
                    <a:pt x="0" y="39"/>
                  </a:cubicBezTo>
                  <a:lnTo>
                    <a:pt x="273" y="584"/>
                  </a:lnTo>
                  <a:cubicBezTo>
                    <a:pt x="545" y="857"/>
                    <a:pt x="687" y="1129"/>
                    <a:pt x="818" y="1129"/>
                  </a:cubicBezTo>
                  <a:cubicBezTo>
                    <a:pt x="818" y="987"/>
                    <a:pt x="687" y="715"/>
                    <a:pt x="414" y="442"/>
                  </a:cubicBezTo>
                  <a:cubicBezTo>
                    <a:pt x="300" y="221"/>
                    <a:pt x="99"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Background">
  <p:cSld name="BLANK_1_1_1_1_1_1_1">
    <p:spTree>
      <p:nvGrpSpPr>
        <p:cNvPr id="1" name="Shape 1316"/>
        <p:cNvGrpSpPr/>
        <p:nvPr/>
      </p:nvGrpSpPr>
      <p:grpSpPr>
        <a:xfrm>
          <a:off x="0" y="0"/>
          <a:ext cx="0" cy="0"/>
          <a:chOff x="0" y="0"/>
          <a:chExt cx="0" cy="0"/>
        </a:xfrm>
      </p:grpSpPr>
      <p:grpSp>
        <p:nvGrpSpPr>
          <p:cNvPr id="1317" name="Google Shape;1317;p22"/>
          <p:cNvGrpSpPr/>
          <p:nvPr/>
        </p:nvGrpSpPr>
        <p:grpSpPr>
          <a:xfrm flipH="1">
            <a:off x="601401" y="0"/>
            <a:ext cx="8312222" cy="5154433"/>
            <a:chOff x="230500" y="0"/>
            <a:chExt cx="8312222" cy="5154433"/>
          </a:xfrm>
        </p:grpSpPr>
        <p:sp>
          <p:nvSpPr>
            <p:cNvPr id="1318" name="Google Shape;1318;p22"/>
            <p:cNvSpPr/>
            <p:nvPr/>
          </p:nvSpPr>
          <p:spPr>
            <a:xfrm>
              <a:off x="230500" y="0"/>
              <a:ext cx="805906" cy="5067291"/>
            </a:xfrm>
            <a:custGeom>
              <a:avLst/>
              <a:gdLst/>
              <a:ahLst/>
              <a:cxnLst/>
              <a:rect l="l" t="t" r="r" b="b"/>
              <a:pathLst>
                <a:path w="5442" h="34939" extrusionOk="0">
                  <a:moveTo>
                    <a:pt x="1576" y="0"/>
                  </a:moveTo>
                  <a:cubicBezTo>
                    <a:pt x="1576" y="0"/>
                    <a:pt x="1576" y="2005"/>
                    <a:pt x="1507" y="4296"/>
                  </a:cubicBezTo>
                  <a:lnTo>
                    <a:pt x="144" y="3511"/>
                  </a:lnTo>
                  <a:lnTo>
                    <a:pt x="1" y="3654"/>
                  </a:lnTo>
                  <a:lnTo>
                    <a:pt x="1507" y="4582"/>
                  </a:lnTo>
                  <a:cubicBezTo>
                    <a:pt x="1507" y="6730"/>
                    <a:pt x="1507" y="9164"/>
                    <a:pt x="1576" y="10453"/>
                  </a:cubicBezTo>
                  <a:cubicBezTo>
                    <a:pt x="1719" y="12028"/>
                    <a:pt x="2005" y="14393"/>
                    <a:pt x="2223" y="16541"/>
                  </a:cubicBezTo>
                  <a:lnTo>
                    <a:pt x="573" y="15539"/>
                  </a:lnTo>
                  <a:lnTo>
                    <a:pt x="430" y="15682"/>
                  </a:lnTo>
                  <a:lnTo>
                    <a:pt x="2292" y="16828"/>
                  </a:lnTo>
                  <a:cubicBezTo>
                    <a:pt x="2435" y="18328"/>
                    <a:pt x="2578" y="19691"/>
                    <a:pt x="2653" y="20476"/>
                  </a:cubicBezTo>
                  <a:cubicBezTo>
                    <a:pt x="2865" y="22481"/>
                    <a:pt x="3151" y="24560"/>
                    <a:pt x="3369" y="25705"/>
                  </a:cubicBezTo>
                  <a:cubicBezTo>
                    <a:pt x="3655" y="26851"/>
                    <a:pt x="2578" y="34440"/>
                    <a:pt x="2435" y="34938"/>
                  </a:cubicBezTo>
                  <a:lnTo>
                    <a:pt x="5442" y="34938"/>
                  </a:lnTo>
                  <a:cubicBezTo>
                    <a:pt x="5442" y="34938"/>
                    <a:pt x="4800" y="32722"/>
                    <a:pt x="4726" y="31003"/>
                  </a:cubicBezTo>
                  <a:cubicBezTo>
                    <a:pt x="4657" y="29285"/>
                    <a:pt x="5230" y="25345"/>
                    <a:pt x="5012" y="24485"/>
                  </a:cubicBezTo>
                  <a:cubicBezTo>
                    <a:pt x="4800" y="23701"/>
                    <a:pt x="3724" y="20619"/>
                    <a:pt x="3512" y="18185"/>
                  </a:cubicBezTo>
                  <a:lnTo>
                    <a:pt x="4371" y="16255"/>
                  </a:lnTo>
                  <a:lnTo>
                    <a:pt x="4228" y="16180"/>
                  </a:lnTo>
                  <a:lnTo>
                    <a:pt x="3437" y="17830"/>
                  </a:lnTo>
                  <a:cubicBezTo>
                    <a:pt x="3225" y="15321"/>
                    <a:pt x="2653" y="11243"/>
                    <a:pt x="2578" y="9021"/>
                  </a:cubicBezTo>
                  <a:cubicBezTo>
                    <a:pt x="2578" y="6804"/>
                    <a:pt x="2653" y="0"/>
                    <a:pt x="2653"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22"/>
            <p:cNvSpPr/>
            <p:nvPr/>
          </p:nvSpPr>
          <p:spPr>
            <a:xfrm>
              <a:off x="8107500" y="0"/>
              <a:ext cx="435222" cy="5067358"/>
            </a:xfrm>
            <a:custGeom>
              <a:avLst/>
              <a:gdLst/>
              <a:ahLst/>
              <a:cxnLst/>
              <a:rect l="l" t="t" r="r" b="b"/>
              <a:pathLst>
                <a:path w="2939" h="39378" extrusionOk="0">
                  <a:moveTo>
                    <a:pt x="1507" y="0"/>
                  </a:moveTo>
                  <a:cubicBezTo>
                    <a:pt x="1507" y="0"/>
                    <a:pt x="934" y="3511"/>
                    <a:pt x="791" y="4725"/>
                  </a:cubicBezTo>
                  <a:cubicBezTo>
                    <a:pt x="574" y="6014"/>
                    <a:pt x="75" y="10527"/>
                    <a:pt x="75" y="12102"/>
                  </a:cubicBezTo>
                  <a:cubicBezTo>
                    <a:pt x="1" y="13746"/>
                    <a:pt x="1003" y="21049"/>
                    <a:pt x="1221" y="22051"/>
                  </a:cubicBezTo>
                  <a:cubicBezTo>
                    <a:pt x="1364" y="23128"/>
                    <a:pt x="1078" y="28638"/>
                    <a:pt x="1146" y="30070"/>
                  </a:cubicBezTo>
                  <a:cubicBezTo>
                    <a:pt x="1221" y="31576"/>
                    <a:pt x="1221" y="35729"/>
                    <a:pt x="1078" y="36943"/>
                  </a:cubicBezTo>
                  <a:cubicBezTo>
                    <a:pt x="1003" y="38088"/>
                    <a:pt x="430" y="39377"/>
                    <a:pt x="430" y="39377"/>
                  </a:cubicBezTo>
                  <a:lnTo>
                    <a:pt x="2939" y="39377"/>
                  </a:lnTo>
                  <a:cubicBezTo>
                    <a:pt x="2939" y="39377"/>
                    <a:pt x="2578" y="38449"/>
                    <a:pt x="2509" y="37733"/>
                  </a:cubicBezTo>
                  <a:cubicBezTo>
                    <a:pt x="2435" y="37017"/>
                    <a:pt x="2366" y="32218"/>
                    <a:pt x="2292" y="30287"/>
                  </a:cubicBezTo>
                  <a:cubicBezTo>
                    <a:pt x="2223" y="28352"/>
                    <a:pt x="2435" y="23701"/>
                    <a:pt x="2292" y="22051"/>
                  </a:cubicBezTo>
                  <a:cubicBezTo>
                    <a:pt x="2149" y="20476"/>
                    <a:pt x="1078" y="13603"/>
                    <a:pt x="1078" y="12389"/>
                  </a:cubicBezTo>
                  <a:cubicBezTo>
                    <a:pt x="1078" y="11243"/>
                    <a:pt x="1078" y="7664"/>
                    <a:pt x="1650" y="5372"/>
                  </a:cubicBezTo>
                  <a:cubicBezTo>
                    <a:pt x="2149" y="3007"/>
                    <a:pt x="2292" y="0"/>
                    <a:pt x="2292"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22"/>
            <p:cNvSpPr/>
            <p:nvPr/>
          </p:nvSpPr>
          <p:spPr>
            <a:xfrm>
              <a:off x="1185375" y="25"/>
              <a:ext cx="576080" cy="5067306"/>
            </a:xfrm>
            <a:custGeom>
              <a:avLst/>
              <a:gdLst/>
              <a:ahLst/>
              <a:cxnLst/>
              <a:rect l="l" t="t" r="r" b="b"/>
              <a:pathLst>
                <a:path w="3890" h="35876" extrusionOk="0">
                  <a:moveTo>
                    <a:pt x="1507" y="0"/>
                  </a:moveTo>
                  <a:cubicBezTo>
                    <a:pt x="1507" y="0"/>
                    <a:pt x="1794" y="5585"/>
                    <a:pt x="1719" y="7876"/>
                  </a:cubicBezTo>
                  <a:cubicBezTo>
                    <a:pt x="1719" y="8735"/>
                    <a:pt x="1650" y="9663"/>
                    <a:pt x="1650" y="10665"/>
                  </a:cubicBezTo>
                  <a:lnTo>
                    <a:pt x="648" y="9949"/>
                  </a:lnTo>
                  <a:lnTo>
                    <a:pt x="505" y="10092"/>
                  </a:lnTo>
                  <a:lnTo>
                    <a:pt x="1650" y="10883"/>
                  </a:lnTo>
                  <a:cubicBezTo>
                    <a:pt x="1650" y="12383"/>
                    <a:pt x="1576" y="13959"/>
                    <a:pt x="1650" y="15465"/>
                  </a:cubicBezTo>
                  <a:cubicBezTo>
                    <a:pt x="1650" y="17968"/>
                    <a:pt x="1576" y="19617"/>
                    <a:pt x="1433" y="21336"/>
                  </a:cubicBezTo>
                  <a:lnTo>
                    <a:pt x="648" y="20763"/>
                  </a:lnTo>
                  <a:lnTo>
                    <a:pt x="505" y="20906"/>
                  </a:lnTo>
                  <a:lnTo>
                    <a:pt x="1433" y="21548"/>
                  </a:lnTo>
                  <a:lnTo>
                    <a:pt x="1433" y="21691"/>
                  </a:lnTo>
                  <a:cubicBezTo>
                    <a:pt x="1290" y="23627"/>
                    <a:pt x="1433" y="27350"/>
                    <a:pt x="1364" y="28495"/>
                  </a:cubicBezTo>
                  <a:cubicBezTo>
                    <a:pt x="1364" y="29566"/>
                    <a:pt x="1507" y="31285"/>
                    <a:pt x="1433" y="32144"/>
                  </a:cubicBezTo>
                  <a:cubicBezTo>
                    <a:pt x="1364" y="33003"/>
                    <a:pt x="1078" y="34366"/>
                    <a:pt x="934" y="34652"/>
                  </a:cubicBezTo>
                  <a:cubicBezTo>
                    <a:pt x="860" y="34864"/>
                    <a:pt x="1" y="35225"/>
                    <a:pt x="75" y="35225"/>
                  </a:cubicBezTo>
                  <a:cubicBezTo>
                    <a:pt x="75" y="35294"/>
                    <a:pt x="934" y="35368"/>
                    <a:pt x="1078" y="35368"/>
                  </a:cubicBezTo>
                  <a:cubicBezTo>
                    <a:pt x="1279" y="35298"/>
                    <a:pt x="1548" y="34647"/>
                    <a:pt x="1761" y="34647"/>
                  </a:cubicBezTo>
                  <a:cubicBezTo>
                    <a:pt x="1772" y="34647"/>
                    <a:pt x="1783" y="34649"/>
                    <a:pt x="1794" y="34652"/>
                  </a:cubicBezTo>
                  <a:cubicBezTo>
                    <a:pt x="2006" y="34721"/>
                    <a:pt x="1794" y="35082"/>
                    <a:pt x="1794" y="35294"/>
                  </a:cubicBezTo>
                  <a:cubicBezTo>
                    <a:pt x="1794" y="35494"/>
                    <a:pt x="1852" y="35875"/>
                    <a:pt x="1919" y="35875"/>
                  </a:cubicBezTo>
                  <a:cubicBezTo>
                    <a:pt x="1925" y="35875"/>
                    <a:pt x="1931" y="35872"/>
                    <a:pt x="1937" y="35867"/>
                  </a:cubicBezTo>
                  <a:cubicBezTo>
                    <a:pt x="2006" y="35798"/>
                    <a:pt x="2223" y="35151"/>
                    <a:pt x="2292" y="35082"/>
                  </a:cubicBezTo>
                  <a:cubicBezTo>
                    <a:pt x="2308" y="35073"/>
                    <a:pt x="2329" y="35070"/>
                    <a:pt x="2354" y="35070"/>
                  </a:cubicBezTo>
                  <a:cubicBezTo>
                    <a:pt x="2546" y="35070"/>
                    <a:pt x="2963" y="35302"/>
                    <a:pt x="3151" y="35368"/>
                  </a:cubicBezTo>
                  <a:cubicBezTo>
                    <a:pt x="3303" y="35468"/>
                    <a:pt x="3626" y="35601"/>
                    <a:pt x="3784" y="35601"/>
                  </a:cubicBezTo>
                  <a:cubicBezTo>
                    <a:pt x="3853" y="35601"/>
                    <a:pt x="3890" y="35576"/>
                    <a:pt x="3867" y="35511"/>
                  </a:cubicBezTo>
                  <a:cubicBezTo>
                    <a:pt x="3724" y="35368"/>
                    <a:pt x="3226" y="34796"/>
                    <a:pt x="3008" y="34366"/>
                  </a:cubicBezTo>
                  <a:cubicBezTo>
                    <a:pt x="2796" y="34005"/>
                    <a:pt x="2722" y="31645"/>
                    <a:pt x="2722" y="30425"/>
                  </a:cubicBezTo>
                  <a:cubicBezTo>
                    <a:pt x="2653" y="29211"/>
                    <a:pt x="2435" y="25345"/>
                    <a:pt x="2366" y="23913"/>
                  </a:cubicBezTo>
                  <a:lnTo>
                    <a:pt x="3581" y="23054"/>
                  </a:lnTo>
                  <a:lnTo>
                    <a:pt x="3437" y="22911"/>
                  </a:lnTo>
                  <a:lnTo>
                    <a:pt x="2366" y="23695"/>
                  </a:lnTo>
                  <a:cubicBezTo>
                    <a:pt x="2292" y="22120"/>
                    <a:pt x="2366" y="17183"/>
                    <a:pt x="2366" y="14892"/>
                  </a:cubicBezTo>
                  <a:lnTo>
                    <a:pt x="3369" y="14176"/>
                  </a:lnTo>
                  <a:lnTo>
                    <a:pt x="3226" y="14033"/>
                  </a:lnTo>
                  <a:lnTo>
                    <a:pt x="2366" y="14675"/>
                  </a:lnTo>
                  <a:lnTo>
                    <a:pt x="2366" y="14245"/>
                  </a:lnTo>
                  <a:cubicBezTo>
                    <a:pt x="2366" y="12383"/>
                    <a:pt x="2578" y="9949"/>
                    <a:pt x="2653" y="7801"/>
                  </a:cubicBezTo>
                  <a:cubicBezTo>
                    <a:pt x="2722" y="6587"/>
                    <a:pt x="2722" y="4153"/>
                    <a:pt x="2722" y="2291"/>
                  </a:cubicBezTo>
                  <a:lnTo>
                    <a:pt x="3581" y="1644"/>
                  </a:lnTo>
                  <a:lnTo>
                    <a:pt x="3437" y="1576"/>
                  </a:lnTo>
                  <a:lnTo>
                    <a:pt x="2722" y="2074"/>
                  </a:lnTo>
                  <a:cubicBezTo>
                    <a:pt x="2653" y="928"/>
                    <a:pt x="2653" y="0"/>
                    <a:pt x="2653"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22"/>
            <p:cNvSpPr/>
            <p:nvPr/>
          </p:nvSpPr>
          <p:spPr>
            <a:xfrm>
              <a:off x="6951100" y="10950"/>
              <a:ext cx="1195827" cy="5143483"/>
            </a:xfrm>
            <a:custGeom>
              <a:avLst/>
              <a:gdLst/>
              <a:ahLst/>
              <a:cxnLst/>
              <a:rect l="l" t="t" r="r" b="b"/>
              <a:pathLst>
                <a:path w="8075" h="42248" extrusionOk="0">
                  <a:moveTo>
                    <a:pt x="3076" y="0"/>
                  </a:moveTo>
                  <a:cubicBezTo>
                    <a:pt x="3076" y="0"/>
                    <a:pt x="3792" y="6513"/>
                    <a:pt x="3580" y="9233"/>
                  </a:cubicBezTo>
                  <a:cubicBezTo>
                    <a:pt x="3580" y="10310"/>
                    <a:pt x="3506" y="11381"/>
                    <a:pt x="3437" y="12527"/>
                  </a:cubicBezTo>
                  <a:lnTo>
                    <a:pt x="1358" y="11742"/>
                  </a:lnTo>
                  <a:lnTo>
                    <a:pt x="1146" y="11811"/>
                  </a:lnTo>
                  <a:lnTo>
                    <a:pt x="3437" y="12813"/>
                  </a:lnTo>
                  <a:cubicBezTo>
                    <a:pt x="3362" y="14531"/>
                    <a:pt x="3362" y="16393"/>
                    <a:pt x="3362" y="18186"/>
                  </a:cubicBezTo>
                  <a:cubicBezTo>
                    <a:pt x="3506" y="21118"/>
                    <a:pt x="3294" y="23054"/>
                    <a:pt x="3007" y="25127"/>
                  </a:cubicBezTo>
                  <a:lnTo>
                    <a:pt x="1358" y="24486"/>
                  </a:lnTo>
                  <a:lnTo>
                    <a:pt x="1146" y="24555"/>
                  </a:lnTo>
                  <a:lnTo>
                    <a:pt x="3007" y="25345"/>
                  </a:lnTo>
                  <a:lnTo>
                    <a:pt x="3007" y="25557"/>
                  </a:lnTo>
                  <a:cubicBezTo>
                    <a:pt x="2721" y="27779"/>
                    <a:pt x="2933" y="32144"/>
                    <a:pt x="2933" y="33507"/>
                  </a:cubicBezTo>
                  <a:cubicBezTo>
                    <a:pt x="2864" y="34796"/>
                    <a:pt x="3150" y="36800"/>
                    <a:pt x="3007" y="37803"/>
                  </a:cubicBezTo>
                  <a:cubicBezTo>
                    <a:pt x="2933" y="38805"/>
                    <a:pt x="2217" y="40523"/>
                    <a:pt x="2005" y="40810"/>
                  </a:cubicBezTo>
                  <a:cubicBezTo>
                    <a:pt x="1787" y="41096"/>
                    <a:pt x="0" y="41451"/>
                    <a:pt x="143" y="41525"/>
                  </a:cubicBezTo>
                  <a:cubicBezTo>
                    <a:pt x="192" y="41574"/>
                    <a:pt x="1060" y="41625"/>
                    <a:pt x="1694" y="41625"/>
                  </a:cubicBezTo>
                  <a:cubicBezTo>
                    <a:pt x="1960" y="41625"/>
                    <a:pt x="2185" y="41616"/>
                    <a:pt x="2291" y="41594"/>
                  </a:cubicBezTo>
                  <a:cubicBezTo>
                    <a:pt x="2630" y="41529"/>
                    <a:pt x="3236" y="40805"/>
                    <a:pt x="3664" y="40805"/>
                  </a:cubicBezTo>
                  <a:cubicBezTo>
                    <a:pt x="3684" y="40805"/>
                    <a:pt x="3704" y="40806"/>
                    <a:pt x="3723" y="40810"/>
                  </a:cubicBezTo>
                  <a:cubicBezTo>
                    <a:pt x="4153" y="40878"/>
                    <a:pt x="3723" y="41308"/>
                    <a:pt x="3723" y="41525"/>
                  </a:cubicBezTo>
                  <a:cubicBezTo>
                    <a:pt x="3723" y="41726"/>
                    <a:pt x="3851" y="42247"/>
                    <a:pt x="4043" y="42247"/>
                  </a:cubicBezTo>
                  <a:cubicBezTo>
                    <a:pt x="4055" y="42247"/>
                    <a:pt x="4066" y="42245"/>
                    <a:pt x="4078" y="42241"/>
                  </a:cubicBezTo>
                  <a:cubicBezTo>
                    <a:pt x="4221" y="42167"/>
                    <a:pt x="4582" y="41382"/>
                    <a:pt x="4869" y="41308"/>
                  </a:cubicBezTo>
                  <a:cubicBezTo>
                    <a:pt x="4887" y="41302"/>
                    <a:pt x="4912" y="41299"/>
                    <a:pt x="4943" y="41299"/>
                  </a:cubicBezTo>
                  <a:cubicBezTo>
                    <a:pt x="5264" y="41299"/>
                    <a:pt x="6195" y="41601"/>
                    <a:pt x="6587" y="41669"/>
                  </a:cubicBezTo>
                  <a:cubicBezTo>
                    <a:pt x="6904" y="41719"/>
                    <a:pt x="7649" y="41889"/>
                    <a:pt x="7932" y="41889"/>
                  </a:cubicBezTo>
                  <a:cubicBezTo>
                    <a:pt x="8032" y="41889"/>
                    <a:pt x="8074" y="41867"/>
                    <a:pt x="8019" y="41812"/>
                  </a:cubicBezTo>
                  <a:cubicBezTo>
                    <a:pt x="7801" y="41594"/>
                    <a:pt x="6656" y="40953"/>
                    <a:pt x="6226" y="40523"/>
                  </a:cubicBezTo>
                  <a:cubicBezTo>
                    <a:pt x="5797" y="40019"/>
                    <a:pt x="5728" y="37230"/>
                    <a:pt x="5653" y="35798"/>
                  </a:cubicBezTo>
                  <a:cubicBezTo>
                    <a:pt x="5510" y="34435"/>
                    <a:pt x="5012" y="29853"/>
                    <a:pt x="4869" y="28134"/>
                  </a:cubicBezTo>
                  <a:lnTo>
                    <a:pt x="7446" y="27132"/>
                  </a:lnTo>
                  <a:lnTo>
                    <a:pt x="7228" y="26989"/>
                  </a:lnTo>
                  <a:lnTo>
                    <a:pt x="4869" y="27922"/>
                  </a:lnTo>
                  <a:cubicBezTo>
                    <a:pt x="4794" y="26061"/>
                    <a:pt x="5012" y="20190"/>
                    <a:pt x="5012" y="17538"/>
                  </a:cubicBezTo>
                  <a:lnTo>
                    <a:pt x="7017" y="16679"/>
                  </a:lnTo>
                  <a:lnTo>
                    <a:pt x="6799" y="16536"/>
                  </a:lnTo>
                  <a:lnTo>
                    <a:pt x="5012" y="17252"/>
                  </a:lnTo>
                  <a:lnTo>
                    <a:pt x="5012" y="16754"/>
                  </a:lnTo>
                  <a:cubicBezTo>
                    <a:pt x="4869" y="14606"/>
                    <a:pt x="5441" y="11742"/>
                    <a:pt x="5585" y="9233"/>
                  </a:cubicBezTo>
                  <a:cubicBezTo>
                    <a:pt x="5653" y="7733"/>
                    <a:pt x="5653" y="4869"/>
                    <a:pt x="5585" y="2721"/>
                  </a:cubicBezTo>
                  <a:lnTo>
                    <a:pt x="7446" y="1931"/>
                  </a:lnTo>
                  <a:lnTo>
                    <a:pt x="7228" y="1787"/>
                  </a:lnTo>
                  <a:lnTo>
                    <a:pt x="5585" y="2435"/>
                  </a:lnTo>
                  <a:lnTo>
                    <a:pt x="5585" y="0"/>
                  </a:ln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22"/>
            <p:cNvSpPr/>
            <p:nvPr/>
          </p:nvSpPr>
          <p:spPr>
            <a:xfrm>
              <a:off x="6393175" y="0"/>
              <a:ext cx="794799" cy="5067346"/>
            </a:xfrm>
            <a:custGeom>
              <a:avLst/>
              <a:gdLst/>
              <a:ahLst/>
              <a:cxnLst/>
              <a:rect l="l" t="t" r="r" b="b"/>
              <a:pathLst>
                <a:path w="5367" h="38307" extrusionOk="0">
                  <a:moveTo>
                    <a:pt x="1575" y="0"/>
                  </a:moveTo>
                  <a:cubicBezTo>
                    <a:pt x="1575" y="0"/>
                    <a:pt x="1501" y="2222"/>
                    <a:pt x="1501" y="4725"/>
                  </a:cubicBezTo>
                  <a:lnTo>
                    <a:pt x="143" y="3866"/>
                  </a:lnTo>
                  <a:lnTo>
                    <a:pt x="0" y="4009"/>
                  </a:lnTo>
                  <a:lnTo>
                    <a:pt x="1501" y="5012"/>
                  </a:lnTo>
                  <a:cubicBezTo>
                    <a:pt x="1501" y="7446"/>
                    <a:pt x="1501" y="10098"/>
                    <a:pt x="1575" y="11530"/>
                  </a:cubicBezTo>
                  <a:cubicBezTo>
                    <a:pt x="1718" y="13173"/>
                    <a:pt x="1930" y="15825"/>
                    <a:pt x="2217" y="18185"/>
                  </a:cubicBezTo>
                  <a:lnTo>
                    <a:pt x="573" y="17114"/>
                  </a:lnTo>
                  <a:lnTo>
                    <a:pt x="430" y="17257"/>
                  </a:lnTo>
                  <a:lnTo>
                    <a:pt x="2217" y="18471"/>
                  </a:lnTo>
                  <a:cubicBezTo>
                    <a:pt x="2434" y="20121"/>
                    <a:pt x="2578" y="21622"/>
                    <a:pt x="2646" y="22481"/>
                  </a:cubicBezTo>
                  <a:cubicBezTo>
                    <a:pt x="2864" y="24629"/>
                    <a:pt x="3076" y="26994"/>
                    <a:pt x="3362" y="28208"/>
                  </a:cubicBezTo>
                  <a:cubicBezTo>
                    <a:pt x="3580" y="29497"/>
                    <a:pt x="2578" y="37802"/>
                    <a:pt x="2434" y="38306"/>
                  </a:cubicBezTo>
                  <a:lnTo>
                    <a:pt x="5367" y="38306"/>
                  </a:lnTo>
                  <a:cubicBezTo>
                    <a:pt x="5367" y="38306"/>
                    <a:pt x="4725" y="35941"/>
                    <a:pt x="4725" y="34079"/>
                  </a:cubicBezTo>
                  <a:cubicBezTo>
                    <a:pt x="4651" y="32149"/>
                    <a:pt x="5224" y="27779"/>
                    <a:pt x="5012" y="26920"/>
                  </a:cubicBezTo>
                  <a:cubicBezTo>
                    <a:pt x="4794" y="26061"/>
                    <a:pt x="3723" y="22624"/>
                    <a:pt x="3437" y="19978"/>
                  </a:cubicBezTo>
                  <a:lnTo>
                    <a:pt x="4365" y="17830"/>
                  </a:lnTo>
                  <a:lnTo>
                    <a:pt x="4153" y="17830"/>
                  </a:lnTo>
                  <a:lnTo>
                    <a:pt x="3437" y="19548"/>
                  </a:lnTo>
                  <a:cubicBezTo>
                    <a:pt x="3219" y="16828"/>
                    <a:pt x="2646" y="12389"/>
                    <a:pt x="2578" y="9880"/>
                  </a:cubicBezTo>
                  <a:cubicBezTo>
                    <a:pt x="2503" y="7446"/>
                    <a:pt x="2646" y="0"/>
                    <a:pt x="2646"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22"/>
            <p:cNvSpPr/>
            <p:nvPr/>
          </p:nvSpPr>
          <p:spPr>
            <a:xfrm>
              <a:off x="5832850" y="0"/>
              <a:ext cx="604080" cy="5067346"/>
            </a:xfrm>
            <a:custGeom>
              <a:avLst/>
              <a:gdLst/>
              <a:ahLst/>
              <a:cxnLst/>
              <a:rect l="l" t="t" r="r" b="b"/>
              <a:pathLst>
                <a:path w="4079" h="38307" extrusionOk="0">
                  <a:moveTo>
                    <a:pt x="1719" y="0"/>
                  </a:moveTo>
                  <a:cubicBezTo>
                    <a:pt x="1719" y="0"/>
                    <a:pt x="1146" y="7589"/>
                    <a:pt x="860" y="10310"/>
                  </a:cubicBezTo>
                  <a:cubicBezTo>
                    <a:pt x="573" y="13030"/>
                    <a:pt x="1" y="17687"/>
                    <a:pt x="69" y="18975"/>
                  </a:cubicBezTo>
                  <a:cubicBezTo>
                    <a:pt x="144" y="20333"/>
                    <a:pt x="860" y="24772"/>
                    <a:pt x="860" y="26708"/>
                  </a:cubicBezTo>
                  <a:cubicBezTo>
                    <a:pt x="929" y="28638"/>
                    <a:pt x="1146" y="33650"/>
                    <a:pt x="1072" y="35013"/>
                  </a:cubicBezTo>
                  <a:cubicBezTo>
                    <a:pt x="1003" y="36301"/>
                    <a:pt x="430" y="38088"/>
                    <a:pt x="430" y="38088"/>
                  </a:cubicBezTo>
                  <a:lnTo>
                    <a:pt x="4079" y="38306"/>
                  </a:lnTo>
                  <a:cubicBezTo>
                    <a:pt x="4079" y="38306"/>
                    <a:pt x="3506" y="34440"/>
                    <a:pt x="3220" y="32006"/>
                  </a:cubicBezTo>
                  <a:cubicBezTo>
                    <a:pt x="2933" y="29572"/>
                    <a:pt x="2435" y="23054"/>
                    <a:pt x="2074" y="20906"/>
                  </a:cubicBezTo>
                  <a:cubicBezTo>
                    <a:pt x="1719" y="18758"/>
                    <a:pt x="1862" y="15969"/>
                    <a:pt x="2074" y="13821"/>
                  </a:cubicBezTo>
                  <a:cubicBezTo>
                    <a:pt x="2292" y="11673"/>
                    <a:pt x="3008" y="4153"/>
                    <a:pt x="3151" y="2864"/>
                  </a:cubicBezTo>
                  <a:cubicBezTo>
                    <a:pt x="3220" y="1575"/>
                    <a:pt x="3076" y="0"/>
                    <a:pt x="3076"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22"/>
            <p:cNvSpPr/>
            <p:nvPr/>
          </p:nvSpPr>
          <p:spPr>
            <a:xfrm>
              <a:off x="4148175" y="0"/>
              <a:ext cx="604049" cy="5067270"/>
            </a:xfrm>
            <a:custGeom>
              <a:avLst/>
              <a:gdLst/>
              <a:ahLst/>
              <a:cxnLst/>
              <a:rect l="l" t="t" r="r" b="b"/>
              <a:pathLst>
                <a:path w="4079" h="36875" extrusionOk="0">
                  <a:moveTo>
                    <a:pt x="1003" y="0"/>
                  </a:moveTo>
                  <a:cubicBezTo>
                    <a:pt x="1003" y="0"/>
                    <a:pt x="860" y="1506"/>
                    <a:pt x="929" y="2721"/>
                  </a:cubicBezTo>
                  <a:cubicBezTo>
                    <a:pt x="1072" y="4009"/>
                    <a:pt x="1788" y="11169"/>
                    <a:pt x="2006" y="13248"/>
                  </a:cubicBezTo>
                  <a:cubicBezTo>
                    <a:pt x="2217" y="15321"/>
                    <a:pt x="2361" y="18042"/>
                    <a:pt x="2006" y="20121"/>
                  </a:cubicBezTo>
                  <a:cubicBezTo>
                    <a:pt x="1645" y="22194"/>
                    <a:pt x="1146" y="28426"/>
                    <a:pt x="860" y="30786"/>
                  </a:cubicBezTo>
                  <a:cubicBezTo>
                    <a:pt x="574" y="33151"/>
                    <a:pt x="1" y="36874"/>
                    <a:pt x="1" y="36874"/>
                  </a:cubicBezTo>
                  <a:lnTo>
                    <a:pt x="3649" y="36657"/>
                  </a:lnTo>
                  <a:cubicBezTo>
                    <a:pt x="3649" y="36657"/>
                    <a:pt x="3077" y="34938"/>
                    <a:pt x="3008" y="33650"/>
                  </a:cubicBezTo>
                  <a:cubicBezTo>
                    <a:pt x="2933" y="32361"/>
                    <a:pt x="3151" y="27567"/>
                    <a:pt x="3220" y="25705"/>
                  </a:cubicBezTo>
                  <a:cubicBezTo>
                    <a:pt x="3220" y="23844"/>
                    <a:pt x="3936" y="19548"/>
                    <a:pt x="4010" y="18260"/>
                  </a:cubicBezTo>
                  <a:cubicBezTo>
                    <a:pt x="4079" y="16971"/>
                    <a:pt x="3506" y="12532"/>
                    <a:pt x="3220" y="9955"/>
                  </a:cubicBezTo>
                  <a:cubicBezTo>
                    <a:pt x="2933" y="7303"/>
                    <a:pt x="2361" y="0"/>
                    <a:pt x="2361"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22"/>
            <p:cNvSpPr/>
            <p:nvPr/>
          </p:nvSpPr>
          <p:spPr>
            <a:xfrm>
              <a:off x="2716025" y="0"/>
              <a:ext cx="477574" cy="5000585"/>
            </a:xfrm>
            <a:custGeom>
              <a:avLst/>
              <a:gdLst/>
              <a:ahLst/>
              <a:cxnLst/>
              <a:rect l="l" t="t" r="r" b="b"/>
              <a:pathLst>
                <a:path w="3225" h="33507" extrusionOk="0">
                  <a:moveTo>
                    <a:pt x="0" y="0"/>
                  </a:moveTo>
                  <a:cubicBezTo>
                    <a:pt x="0" y="0"/>
                    <a:pt x="286" y="6014"/>
                    <a:pt x="504" y="7377"/>
                  </a:cubicBezTo>
                  <a:cubicBezTo>
                    <a:pt x="790" y="8735"/>
                    <a:pt x="1862" y="11742"/>
                    <a:pt x="1936" y="13391"/>
                  </a:cubicBezTo>
                  <a:cubicBezTo>
                    <a:pt x="1936" y="14966"/>
                    <a:pt x="1146" y="21192"/>
                    <a:pt x="859" y="23197"/>
                  </a:cubicBezTo>
                  <a:cubicBezTo>
                    <a:pt x="573" y="25201"/>
                    <a:pt x="143" y="33077"/>
                    <a:pt x="143" y="33077"/>
                  </a:cubicBezTo>
                  <a:lnTo>
                    <a:pt x="2222" y="33506"/>
                  </a:lnTo>
                  <a:cubicBezTo>
                    <a:pt x="2222" y="33506"/>
                    <a:pt x="2148" y="27922"/>
                    <a:pt x="2222" y="25201"/>
                  </a:cubicBezTo>
                  <a:cubicBezTo>
                    <a:pt x="2366" y="22481"/>
                    <a:pt x="3225" y="13889"/>
                    <a:pt x="3082" y="12818"/>
                  </a:cubicBezTo>
                  <a:cubicBezTo>
                    <a:pt x="2864" y="11742"/>
                    <a:pt x="1718" y="7664"/>
                    <a:pt x="1506" y="6444"/>
                  </a:cubicBezTo>
                  <a:cubicBezTo>
                    <a:pt x="1363" y="5298"/>
                    <a:pt x="1363" y="0"/>
                    <a:pt x="1363"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22"/>
            <p:cNvSpPr/>
            <p:nvPr/>
          </p:nvSpPr>
          <p:spPr>
            <a:xfrm>
              <a:off x="1818950" y="0"/>
              <a:ext cx="668478" cy="5000587"/>
            </a:xfrm>
            <a:custGeom>
              <a:avLst/>
              <a:gdLst/>
              <a:ahLst/>
              <a:cxnLst/>
              <a:rect l="l" t="t" r="r" b="b"/>
              <a:pathLst>
                <a:path w="4514" h="34584" extrusionOk="0">
                  <a:moveTo>
                    <a:pt x="1364" y="0"/>
                  </a:moveTo>
                  <a:cubicBezTo>
                    <a:pt x="1364" y="0"/>
                    <a:pt x="1289" y="5372"/>
                    <a:pt x="1289" y="7875"/>
                  </a:cubicBezTo>
                  <a:cubicBezTo>
                    <a:pt x="1289" y="8952"/>
                    <a:pt x="1364" y="10739"/>
                    <a:pt x="1432" y="12601"/>
                  </a:cubicBezTo>
                  <a:lnTo>
                    <a:pt x="934" y="12102"/>
                  </a:lnTo>
                  <a:lnTo>
                    <a:pt x="361" y="10384"/>
                  </a:lnTo>
                  <a:lnTo>
                    <a:pt x="287" y="10384"/>
                  </a:lnTo>
                  <a:lnTo>
                    <a:pt x="791" y="11885"/>
                  </a:lnTo>
                  <a:lnTo>
                    <a:pt x="144" y="11386"/>
                  </a:lnTo>
                  <a:lnTo>
                    <a:pt x="0" y="11530"/>
                  </a:lnTo>
                  <a:lnTo>
                    <a:pt x="1507" y="12962"/>
                  </a:lnTo>
                  <a:cubicBezTo>
                    <a:pt x="1576" y="15321"/>
                    <a:pt x="1650" y="17687"/>
                    <a:pt x="1576" y="18615"/>
                  </a:cubicBezTo>
                  <a:cubicBezTo>
                    <a:pt x="1507" y="20407"/>
                    <a:pt x="1289" y="26776"/>
                    <a:pt x="1003" y="29428"/>
                  </a:cubicBezTo>
                  <a:cubicBezTo>
                    <a:pt x="791" y="32006"/>
                    <a:pt x="218" y="34583"/>
                    <a:pt x="218" y="34583"/>
                  </a:cubicBezTo>
                  <a:lnTo>
                    <a:pt x="3580" y="34010"/>
                  </a:lnTo>
                  <a:cubicBezTo>
                    <a:pt x="3007" y="33294"/>
                    <a:pt x="2652" y="31003"/>
                    <a:pt x="2578" y="29142"/>
                  </a:cubicBezTo>
                  <a:cubicBezTo>
                    <a:pt x="2509" y="27280"/>
                    <a:pt x="2939" y="20476"/>
                    <a:pt x="2939" y="19044"/>
                  </a:cubicBezTo>
                  <a:lnTo>
                    <a:pt x="2939" y="18758"/>
                  </a:lnTo>
                  <a:lnTo>
                    <a:pt x="4514" y="17257"/>
                  </a:lnTo>
                  <a:lnTo>
                    <a:pt x="4371" y="17040"/>
                  </a:lnTo>
                  <a:lnTo>
                    <a:pt x="2939" y="18403"/>
                  </a:lnTo>
                  <a:cubicBezTo>
                    <a:pt x="2939" y="16255"/>
                    <a:pt x="3007" y="11026"/>
                    <a:pt x="2939" y="7875"/>
                  </a:cubicBezTo>
                  <a:cubicBezTo>
                    <a:pt x="2864" y="6948"/>
                    <a:pt x="2864" y="5945"/>
                    <a:pt x="2864" y="5012"/>
                  </a:cubicBezTo>
                  <a:lnTo>
                    <a:pt x="4514" y="3368"/>
                  </a:lnTo>
                  <a:lnTo>
                    <a:pt x="4371" y="3225"/>
                  </a:lnTo>
                  <a:lnTo>
                    <a:pt x="2864" y="4657"/>
                  </a:lnTo>
                  <a:cubicBezTo>
                    <a:pt x="2864" y="2148"/>
                    <a:pt x="2939" y="0"/>
                    <a:pt x="2939"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7" name="Google Shape;1327;p22"/>
          <p:cNvSpPr/>
          <p:nvPr/>
        </p:nvSpPr>
        <p:spPr>
          <a:xfrm flipH="1">
            <a:off x="-39426" y="0"/>
            <a:ext cx="794799" cy="5067346"/>
          </a:xfrm>
          <a:custGeom>
            <a:avLst/>
            <a:gdLst/>
            <a:ahLst/>
            <a:cxnLst/>
            <a:rect l="l" t="t" r="r" b="b"/>
            <a:pathLst>
              <a:path w="5367" h="38307" extrusionOk="0">
                <a:moveTo>
                  <a:pt x="1575" y="0"/>
                </a:moveTo>
                <a:cubicBezTo>
                  <a:pt x="1575" y="0"/>
                  <a:pt x="1501" y="2222"/>
                  <a:pt x="1501" y="4725"/>
                </a:cubicBezTo>
                <a:lnTo>
                  <a:pt x="143" y="3866"/>
                </a:lnTo>
                <a:lnTo>
                  <a:pt x="0" y="4009"/>
                </a:lnTo>
                <a:lnTo>
                  <a:pt x="1501" y="5012"/>
                </a:lnTo>
                <a:cubicBezTo>
                  <a:pt x="1501" y="7446"/>
                  <a:pt x="1501" y="10098"/>
                  <a:pt x="1575" y="11530"/>
                </a:cubicBezTo>
                <a:cubicBezTo>
                  <a:pt x="1718" y="13173"/>
                  <a:pt x="1930" y="15825"/>
                  <a:pt x="2217" y="18185"/>
                </a:cubicBezTo>
                <a:lnTo>
                  <a:pt x="573" y="17114"/>
                </a:lnTo>
                <a:lnTo>
                  <a:pt x="430" y="17257"/>
                </a:lnTo>
                <a:lnTo>
                  <a:pt x="2217" y="18471"/>
                </a:lnTo>
                <a:cubicBezTo>
                  <a:pt x="2434" y="20121"/>
                  <a:pt x="2578" y="21622"/>
                  <a:pt x="2646" y="22481"/>
                </a:cubicBezTo>
                <a:cubicBezTo>
                  <a:pt x="2864" y="24629"/>
                  <a:pt x="3076" y="26994"/>
                  <a:pt x="3362" y="28208"/>
                </a:cubicBezTo>
                <a:cubicBezTo>
                  <a:pt x="3580" y="29497"/>
                  <a:pt x="2578" y="37802"/>
                  <a:pt x="2434" y="38306"/>
                </a:cubicBezTo>
                <a:lnTo>
                  <a:pt x="5367" y="38306"/>
                </a:lnTo>
                <a:cubicBezTo>
                  <a:pt x="5367" y="38306"/>
                  <a:pt x="4725" y="35941"/>
                  <a:pt x="4725" y="34079"/>
                </a:cubicBezTo>
                <a:cubicBezTo>
                  <a:pt x="4651" y="32149"/>
                  <a:pt x="5224" y="27779"/>
                  <a:pt x="5012" y="26920"/>
                </a:cubicBezTo>
                <a:cubicBezTo>
                  <a:pt x="4794" y="26061"/>
                  <a:pt x="3723" y="22624"/>
                  <a:pt x="3437" y="19978"/>
                </a:cubicBezTo>
                <a:lnTo>
                  <a:pt x="4365" y="17830"/>
                </a:lnTo>
                <a:lnTo>
                  <a:pt x="4153" y="17830"/>
                </a:lnTo>
                <a:lnTo>
                  <a:pt x="3437" y="19548"/>
                </a:lnTo>
                <a:cubicBezTo>
                  <a:pt x="3219" y="16828"/>
                  <a:pt x="2646" y="12389"/>
                  <a:pt x="2578" y="9880"/>
                </a:cubicBezTo>
                <a:cubicBezTo>
                  <a:pt x="2503" y="7446"/>
                  <a:pt x="2646" y="0"/>
                  <a:pt x="2646"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22"/>
          <p:cNvSpPr/>
          <p:nvPr/>
        </p:nvSpPr>
        <p:spPr>
          <a:xfrm flipH="1">
            <a:off x="3633976" y="0"/>
            <a:ext cx="435222" cy="5067358"/>
          </a:xfrm>
          <a:custGeom>
            <a:avLst/>
            <a:gdLst/>
            <a:ahLst/>
            <a:cxnLst/>
            <a:rect l="l" t="t" r="r" b="b"/>
            <a:pathLst>
              <a:path w="2939" h="39378" extrusionOk="0">
                <a:moveTo>
                  <a:pt x="1507" y="0"/>
                </a:moveTo>
                <a:cubicBezTo>
                  <a:pt x="1507" y="0"/>
                  <a:pt x="934" y="3511"/>
                  <a:pt x="791" y="4725"/>
                </a:cubicBezTo>
                <a:cubicBezTo>
                  <a:pt x="574" y="6014"/>
                  <a:pt x="75" y="10527"/>
                  <a:pt x="75" y="12102"/>
                </a:cubicBezTo>
                <a:cubicBezTo>
                  <a:pt x="1" y="13746"/>
                  <a:pt x="1003" y="21049"/>
                  <a:pt x="1221" y="22051"/>
                </a:cubicBezTo>
                <a:cubicBezTo>
                  <a:pt x="1364" y="23128"/>
                  <a:pt x="1078" y="28638"/>
                  <a:pt x="1146" y="30070"/>
                </a:cubicBezTo>
                <a:cubicBezTo>
                  <a:pt x="1221" y="31576"/>
                  <a:pt x="1221" y="35729"/>
                  <a:pt x="1078" y="36943"/>
                </a:cubicBezTo>
                <a:cubicBezTo>
                  <a:pt x="1003" y="38088"/>
                  <a:pt x="430" y="39377"/>
                  <a:pt x="430" y="39377"/>
                </a:cubicBezTo>
                <a:lnTo>
                  <a:pt x="2939" y="39377"/>
                </a:lnTo>
                <a:cubicBezTo>
                  <a:pt x="2939" y="39377"/>
                  <a:pt x="2578" y="38449"/>
                  <a:pt x="2509" y="37733"/>
                </a:cubicBezTo>
                <a:cubicBezTo>
                  <a:pt x="2435" y="37017"/>
                  <a:pt x="2366" y="32218"/>
                  <a:pt x="2292" y="30287"/>
                </a:cubicBezTo>
                <a:cubicBezTo>
                  <a:pt x="2223" y="28352"/>
                  <a:pt x="2435" y="23701"/>
                  <a:pt x="2292" y="22051"/>
                </a:cubicBezTo>
                <a:cubicBezTo>
                  <a:pt x="2149" y="20476"/>
                  <a:pt x="1078" y="13603"/>
                  <a:pt x="1078" y="12389"/>
                </a:cubicBezTo>
                <a:cubicBezTo>
                  <a:pt x="1078" y="11243"/>
                  <a:pt x="1078" y="7664"/>
                  <a:pt x="1650" y="5372"/>
                </a:cubicBezTo>
                <a:cubicBezTo>
                  <a:pt x="2149" y="3007"/>
                  <a:pt x="2292" y="0"/>
                  <a:pt x="2292"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22"/>
          <p:cNvSpPr/>
          <p:nvPr/>
        </p:nvSpPr>
        <p:spPr>
          <a:xfrm flipH="1">
            <a:off x="5175193" y="25"/>
            <a:ext cx="576080" cy="5067306"/>
          </a:xfrm>
          <a:custGeom>
            <a:avLst/>
            <a:gdLst/>
            <a:ahLst/>
            <a:cxnLst/>
            <a:rect l="l" t="t" r="r" b="b"/>
            <a:pathLst>
              <a:path w="3890" h="35876" extrusionOk="0">
                <a:moveTo>
                  <a:pt x="1507" y="0"/>
                </a:moveTo>
                <a:cubicBezTo>
                  <a:pt x="1507" y="0"/>
                  <a:pt x="1794" y="5585"/>
                  <a:pt x="1719" y="7876"/>
                </a:cubicBezTo>
                <a:cubicBezTo>
                  <a:pt x="1719" y="8735"/>
                  <a:pt x="1650" y="9663"/>
                  <a:pt x="1650" y="10665"/>
                </a:cubicBezTo>
                <a:lnTo>
                  <a:pt x="648" y="9949"/>
                </a:lnTo>
                <a:lnTo>
                  <a:pt x="505" y="10092"/>
                </a:lnTo>
                <a:lnTo>
                  <a:pt x="1650" y="10883"/>
                </a:lnTo>
                <a:cubicBezTo>
                  <a:pt x="1650" y="12383"/>
                  <a:pt x="1576" y="13959"/>
                  <a:pt x="1650" y="15465"/>
                </a:cubicBezTo>
                <a:cubicBezTo>
                  <a:pt x="1650" y="17968"/>
                  <a:pt x="1576" y="19617"/>
                  <a:pt x="1433" y="21336"/>
                </a:cubicBezTo>
                <a:lnTo>
                  <a:pt x="648" y="20763"/>
                </a:lnTo>
                <a:lnTo>
                  <a:pt x="505" y="20906"/>
                </a:lnTo>
                <a:lnTo>
                  <a:pt x="1433" y="21548"/>
                </a:lnTo>
                <a:lnTo>
                  <a:pt x="1433" y="21691"/>
                </a:lnTo>
                <a:cubicBezTo>
                  <a:pt x="1290" y="23627"/>
                  <a:pt x="1433" y="27350"/>
                  <a:pt x="1364" y="28495"/>
                </a:cubicBezTo>
                <a:cubicBezTo>
                  <a:pt x="1364" y="29566"/>
                  <a:pt x="1507" y="31285"/>
                  <a:pt x="1433" y="32144"/>
                </a:cubicBezTo>
                <a:cubicBezTo>
                  <a:pt x="1364" y="33003"/>
                  <a:pt x="1078" y="34366"/>
                  <a:pt x="934" y="34652"/>
                </a:cubicBezTo>
                <a:cubicBezTo>
                  <a:pt x="860" y="34864"/>
                  <a:pt x="1" y="35225"/>
                  <a:pt x="75" y="35225"/>
                </a:cubicBezTo>
                <a:cubicBezTo>
                  <a:pt x="75" y="35294"/>
                  <a:pt x="934" y="35368"/>
                  <a:pt x="1078" y="35368"/>
                </a:cubicBezTo>
                <a:cubicBezTo>
                  <a:pt x="1279" y="35298"/>
                  <a:pt x="1548" y="34647"/>
                  <a:pt x="1761" y="34647"/>
                </a:cubicBezTo>
                <a:cubicBezTo>
                  <a:pt x="1772" y="34647"/>
                  <a:pt x="1783" y="34649"/>
                  <a:pt x="1794" y="34652"/>
                </a:cubicBezTo>
                <a:cubicBezTo>
                  <a:pt x="2006" y="34721"/>
                  <a:pt x="1794" y="35082"/>
                  <a:pt x="1794" y="35294"/>
                </a:cubicBezTo>
                <a:cubicBezTo>
                  <a:pt x="1794" y="35494"/>
                  <a:pt x="1852" y="35875"/>
                  <a:pt x="1919" y="35875"/>
                </a:cubicBezTo>
                <a:cubicBezTo>
                  <a:pt x="1925" y="35875"/>
                  <a:pt x="1931" y="35872"/>
                  <a:pt x="1937" y="35867"/>
                </a:cubicBezTo>
                <a:cubicBezTo>
                  <a:pt x="2006" y="35798"/>
                  <a:pt x="2223" y="35151"/>
                  <a:pt x="2292" y="35082"/>
                </a:cubicBezTo>
                <a:cubicBezTo>
                  <a:pt x="2308" y="35073"/>
                  <a:pt x="2329" y="35070"/>
                  <a:pt x="2354" y="35070"/>
                </a:cubicBezTo>
                <a:cubicBezTo>
                  <a:pt x="2546" y="35070"/>
                  <a:pt x="2963" y="35302"/>
                  <a:pt x="3151" y="35368"/>
                </a:cubicBezTo>
                <a:cubicBezTo>
                  <a:pt x="3303" y="35468"/>
                  <a:pt x="3626" y="35601"/>
                  <a:pt x="3784" y="35601"/>
                </a:cubicBezTo>
                <a:cubicBezTo>
                  <a:pt x="3853" y="35601"/>
                  <a:pt x="3890" y="35576"/>
                  <a:pt x="3867" y="35511"/>
                </a:cubicBezTo>
                <a:cubicBezTo>
                  <a:pt x="3724" y="35368"/>
                  <a:pt x="3226" y="34796"/>
                  <a:pt x="3008" y="34366"/>
                </a:cubicBezTo>
                <a:cubicBezTo>
                  <a:pt x="2796" y="34005"/>
                  <a:pt x="2722" y="31645"/>
                  <a:pt x="2722" y="30425"/>
                </a:cubicBezTo>
                <a:cubicBezTo>
                  <a:pt x="2653" y="29211"/>
                  <a:pt x="2435" y="25345"/>
                  <a:pt x="2366" y="23913"/>
                </a:cubicBezTo>
                <a:lnTo>
                  <a:pt x="3581" y="23054"/>
                </a:lnTo>
                <a:lnTo>
                  <a:pt x="3437" y="22911"/>
                </a:lnTo>
                <a:lnTo>
                  <a:pt x="2366" y="23695"/>
                </a:lnTo>
                <a:cubicBezTo>
                  <a:pt x="2292" y="22120"/>
                  <a:pt x="2366" y="17183"/>
                  <a:pt x="2366" y="14892"/>
                </a:cubicBezTo>
                <a:lnTo>
                  <a:pt x="3369" y="14176"/>
                </a:lnTo>
                <a:lnTo>
                  <a:pt x="3226" y="14033"/>
                </a:lnTo>
                <a:lnTo>
                  <a:pt x="2366" y="14675"/>
                </a:lnTo>
                <a:lnTo>
                  <a:pt x="2366" y="14245"/>
                </a:lnTo>
                <a:cubicBezTo>
                  <a:pt x="2366" y="12383"/>
                  <a:pt x="2578" y="9949"/>
                  <a:pt x="2653" y="7801"/>
                </a:cubicBezTo>
                <a:cubicBezTo>
                  <a:pt x="2722" y="6587"/>
                  <a:pt x="2722" y="4153"/>
                  <a:pt x="2722" y="2291"/>
                </a:cubicBezTo>
                <a:lnTo>
                  <a:pt x="3581" y="1644"/>
                </a:lnTo>
                <a:lnTo>
                  <a:pt x="3437" y="1576"/>
                </a:lnTo>
                <a:lnTo>
                  <a:pt x="2722" y="2074"/>
                </a:lnTo>
                <a:cubicBezTo>
                  <a:pt x="2653" y="928"/>
                  <a:pt x="2653" y="0"/>
                  <a:pt x="2653" y="0"/>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22"/>
          <p:cNvSpPr/>
          <p:nvPr/>
        </p:nvSpPr>
        <p:spPr>
          <a:xfrm flipH="1">
            <a:off x="0" y="3851201"/>
            <a:ext cx="9144123" cy="1205765"/>
          </a:xfrm>
          <a:custGeom>
            <a:avLst/>
            <a:gdLst/>
            <a:ahLst/>
            <a:cxnLst/>
            <a:rect l="l" t="t" r="r" b="b"/>
            <a:pathLst>
              <a:path w="116197" h="15322" extrusionOk="0">
                <a:moveTo>
                  <a:pt x="5156" y="2503"/>
                </a:moveTo>
                <a:cubicBezTo>
                  <a:pt x="5169" y="2575"/>
                  <a:pt x="5186" y="2646"/>
                  <a:pt x="5204" y="2717"/>
                </a:cubicBezTo>
                <a:lnTo>
                  <a:pt x="5204" y="2717"/>
                </a:lnTo>
                <a:cubicBezTo>
                  <a:pt x="5188" y="2642"/>
                  <a:pt x="5172" y="2571"/>
                  <a:pt x="5156" y="2503"/>
                </a:cubicBezTo>
                <a:close/>
                <a:moveTo>
                  <a:pt x="6227" y="2646"/>
                </a:moveTo>
                <a:lnTo>
                  <a:pt x="6227" y="2646"/>
                </a:lnTo>
                <a:cubicBezTo>
                  <a:pt x="6239" y="2681"/>
                  <a:pt x="6252" y="2716"/>
                  <a:pt x="6267" y="2750"/>
                </a:cubicBezTo>
                <a:lnTo>
                  <a:pt x="6267" y="2750"/>
                </a:lnTo>
                <a:cubicBezTo>
                  <a:pt x="6254" y="2715"/>
                  <a:pt x="6240" y="2680"/>
                  <a:pt x="6227" y="2646"/>
                </a:cubicBezTo>
                <a:close/>
                <a:moveTo>
                  <a:pt x="25701" y="3293"/>
                </a:moveTo>
                <a:lnTo>
                  <a:pt x="25701" y="3293"/>
                </a:lnTo>
                <a:cubicBezTo>
                  <a:pt x="25775" y="3437"/>
                  <a:pt x="25775" y="3505"/>
                  <a:pt x="25844" y="3580"/>
                </a:cubicBezTo>
                <a:cubicBezTo>
                  <a:pt x="25775" y="3505"/>
                  <a:pt x="25775" y="3362"/>
                  <a:pt x="25701" y="3293"/>
                </a:cubicBezTo>
                <a:close/>
                <a:moveTo>
                  <a:pt x="19543" y="3649"/>
                </a:moveTo>
                <a:lnTo>
                  <a:pt x="19543" y="3649"/>
                </a:lnTo>
                <a:cubicBezTo>
                  <a:pt x="19502" y="3693"/>
                  <a:pt x="19486" y="3736"/>
                  <a:pt x="19479" y="3779"/>
                </a:cubicBezTo>
                <a:lnTo>
                  <a:pt x="19479" y="3779"/>
                </a:lnTo>
                <a:lnTo>
                  <a:pt x="19543" y="3649"/>
                </a:lnTo>
                <a:close/>
                <a:moveTo>
                  <a:pt x="10597" y="4439"/>
                </a:moveTo>
                <a:lnTo>
                  <a:pt x="10597" y="4439"/>
                </a:lnTo>
                <a:cubicBezTo>
                  <a:pt x="10597" y="4439"/>
                  <a:pt x="10597" y="4439"/>
                  <a:pt x="10597" y="4439"/>
                </a:cubicBezTo>
                <a:close/>
                <a:moveTo>
                  <a:pt x="44962" y="4725"/>
                </a:moveTo>
                <a:lnTo>
                  <a:pt x="44962" y="4725"/>
                </a:lnTo>
                <a:cubicBezTo>
                  <a:pt x="44962" y="4725"/>
                  <a:pt x="44962" y="4725"/>
                  <a:pt x="44962" y="4725"/>
                </a:cubicBezTo>
                <a:close/>
                <a:moveTo>
                  <a:pt x="44962" y="4725"/>
                </a:moveTo>
                <a:lnTo>
                  <a:pt x="44962" y="4725"/>
                </a:lnTo>
                <a:cubicBezTo>
                  <a:pt x="44962" y="4725"/>
                  <a:pt x="44962" y="4725"/>
                  <a:pt x="44962" y="4725"/>
                </a:cubicBezTo>
                <a:close/>
                <a:moveTo>
                  <a:pt x="44962" y="4725"/>
                </a:moveTo>
                <a:lnTo>
                  <a:pt x="44962" y="4725"/>
                </a:lnTo>
                <a:cubicBezTo>
                  <a:pt x="44962" y="4725"/>
                  <a:pt x="44962" y="4725"/>
                  <a:pt x="44962" y="4725"/>
                </a:cubicBezTo>
                <a:close/>
                <a:moveTo>
                  <a:pt x="44962" y="4725"/>
                </a:moveTo>
                <a:lnTo>
                  <a:pt x="44962" y="4725"/>
                </a:lnTo>
                <a:cubicBezTo>
                  <a:pt x="44962" y="4725"/>
                  <a:pt x="44962" y="4725"/>
                  <a:pt x="44962" y="4725"/>
                </a:cubicBezTo>
                <a:close/>
                <a:moveTo>
                  <a:pt x="1003" y="4937"/>
                </a:moveTo>
                <a:cubicBezTo>
                  <a:pt x="1003" y="4937"/>
                  <a:pt x="1003" y="4937"/>
                  <a:pt x="1003" y="4937"/>
                </a:cubicBezTo>
                <a:lnTo>
                  <a:pt x="1003" y="4937"/>
                </a:lnTo>
                <a:close/>
                <a:moveTo>
                  <a:pt x="9451" y="4296"/>
                </a:moveTo>
                <a:cubicBezTo>
                  <a:pt x="9451" y="4439"/>
                  <a:pt x="9520" y="4651"/>
                  <a:pt x="9520" y="4869"/>
                </a:cubicBezTo>
                <a:cubicBezTo>
                  <a:pt x="9451" y="4937"/>
                  <a:pt x="9451" y="5012"/>
                  <a:pt x="9377" y="5155"/>
                </a:cubicBezTo>
                <a:cubicBezTo>
                  <a:pt x="9377" y="4869"/>
                  <a:pt x="9451" y="4582"/>
                  <a:pt x="9451" y="4296"/>
                </a:cubicBezTo>
                <a:close/>
                <a:moveTo>
                  <a:pt x="11095" y="4651"/>
                </a:moveTo>
                <a:cubicBezTo>
                  <a:pt x="11095" y="4869"/>
                  <a:pt x="11170" y="5080"/>
                  <a:pt x="11238" y="5224"/>
                </a:cubicBezTo>
                <a:lnTo>
                  <a:pt x="11170" y="5224"/>
                </a:lnTo>
                <a:cubicBezTo>
                  <a:pt x="11170" y="5080"/>
                  <a:pt x="11095" y="4937"/>
                  <a:pt x="11026" y="4725"/>
                </a:cubicBezTo>
                <a:lnTo>
                  <a:pt x="11095" y="4651"/>
                </a:lnTo>
                <a:close/>
                <a:moveTo>
                  <a:pt x="20334" y="5224"/>
                </a:moveTo>
                <a:lnTo>
                  <a:pt x="20334" y="5224"/>
                </a:lnTo>
                <a:cubicBezTo>
                  <a:pt x="20334" y="5224"/>
                  <a:pt x="20334" y="5224"/>
                  <a:pt x="20334" y="5224"/>
                </a:cubicBezTo>
                <a:close/>
                <a:moveTo>
                  <a:pt x="20334" y="5224"/>
                </a:moveTo>
                <a:lnTo>
                  <a:pt x="20334" y="5224"/>
                </a:lnTo>
                <a:cubicBezTo>
                  <a:pt x="20334" y="5224"/>
                  <a:pt x="20334" y="5224"/>
                  <a:pt x="20334" y="5224"/>
                </a:cubicBezTo>
                <a:close/>
                <a:moveTo>
                  <a:pt x="20334" y="5224"/>
                </a:moveTo>
                <a:lnTo>
                  <a:pt x="20334" y="5224"/>
                </a:lnTo>
                <a:cubicBezTo>
                  <a:pt x="20334" y="5224"/>
                  <a:pt x="20334" y="5224"/>
                  <a:pt x="20334" y="5224"/>
                </a:cubicBezTo>
                <a:close/>
                <a:moveTo>
                  <a:pt x="25987" y="4153"/>
                </a:moveTo>
                <a:lnTo>
                  <a:pt x="26205" y="5012"/>
                </a:lnTo>
                <a:lnTo>
                  <a:pt x="25918" y="5298"/>
                </a:lnTo>
                <a:cubicBezTo>
                  <a:pt x="25918" y="4937"/>
                  <a:pt x="25987" y="4582"/>
                  <a:pt x="25987" y="4153"/>
                </a:cubicBezTo>
                <a:close/>
                <a:moveTo>
                  <a:pt x="11598" y="4798"/>
                </a:moveTo>
                <a:lnTo>
                  <a:pt x="11742" y="5224"/>
                </a:lnTo>
                <a:cubicBezTo>
                  <a:pt x="11668" y="5298"/>
                  <a:pt x="11599" y="5367"/>
                  <a:pt x="11599" y="5510"/>
                </a:cubicBezTo>
                <a:cubicBezTo>
                  <a:pt x="11525" y="5367"/>
                  <a:pt x="11525" y="5224"/>
                  <a:pt x="11456" y="5080"/>
                </a:cubicBezTo>
                <a:lnTo>
                  <a:pt x="11456" y="5080"/>
                </a:lnTo>
                <a:cubicBezTo>
                  <a:pt x="11456" y="5224"/>
                  <a:pt x="11525" y="5367"/>
                  <a:pt x="11525" y="5510"/>
                </a:cubicBezTo>
                <a:cubicBezTo>
                  <a:pt x="11525" y="5441"/>
                  <a:pt x="11456" y="5367"/>
                  <a:pt x="11382" y="5224"/>
                </a:cubicBezTo>
                <a:cubicBezTo>
                  <a:pt x="11456" y="5155"/>
                  <a:pt x="11456" y="5155"/>
                  <a:pt x="11456" y="5080"/>
                </a:cubicBezTo>
                <a:cubicBezTo>
                  <a:pt x="11519" y="5017"/>
                  <a:pt x="11588" y="4827"/>
                  <a:pt x="11598" y="4798"/>
                </a:cubicBezTo>
                <a:close/>
                <a:moveTo>
                  <a:pt x="34653" y="5510"/>
                </a:moveTo>
                <a:cubicBezTo>
                  <a:pt x="34653" y="5510"/>
                  <a:pt x="34653" y="5510"/>
                  <a:pt x="34653" y="5510"/>
                </a:cubicBezTo>
                <a:lnTo>
                  <a:pt x="34653" y="5510"/>
                </a:lnTo>
                <a:close/>
                <a:moveTo>
                  <a:pt x="34653" y="5510"/>
                </a:moveTo>
                <a:cubicBezTo>
                  <a:pt x="34653" y="5510"/>
                  <a:pt x="34653" y="5510"/>
                  <a:pt x="34653" y="5510"/>
                </a:cubicBezTo>
                <a:lnTo>
                  <a:pt x="34653" y="5510"/>
                </a:lnTo>
                <a:close/>
                <a:moveTo>
                  <a:pt x="34653" y="5510"/>
                </a:moveTo>
                <a:cubicBezTo>
                  <a:pt x="34653" y="5510"/>
                  <a:pt x="34653" y="5510"/>
                  <a:pt x="34653" y="5510"/>
                </a:cubicBezTo>
                <a:lnTo>
                  <a:pt x="34653" y="5510"/>
                </a:lnTo>
                <a:close/>
                <a:moveTo>
                  <a:pt x="10883" y="5155"/>
                </a:moveTo>
                <a:cubicBezTo>
                  <a:pt x="10883" y="5224"/>
                  <a:pt x="10952" y="5441"/>
                  <a:pt x="10952" y="5585"/>
                </a:cubicBezTo>
                <a:cubicBezTo>
                  <a:pt x="10952" y="5585"/>
                  <a:pt x="10883" y="5585"/>
                  <a:pt x="10883" y="5653"/>
                </a:cubicBezTo>
                <a:cubicBezTo>
                  <a:pt x="10883" y="5510"/>
                  <a:pt x="10809" y="5441"/>
                  <a:pt x="10809" y="5298"/>
                </a:cubicBezTo>
                <a:cubicBezTo>
                  <a:pt x="10809" y="5224"/>
                  <a:pt x="10883" y="5155"/>
                  <a:pt x="10883" y="5155"/>
                </a:cubicBezTo>
                <a:close/>
                <a:moveTo>
                  <a:pt x="11886" y="5585"/>
                </a:moveTo>
                <a:lnTo>
                  <a:pt x="11886" y="5653"/>
                </a:lnTo>
                <a:cubicBezTo>
                  <a:pt x="11886" y="5653"/>
                  <a:pt x="11886" y="5728"/>
                  <a:pt x="11811" y="5728"/>
                </a:cubicBezTo>
                <a:cubicBezTo>
                  <a:pt x="11811" y="5728"/>
                  <a:pt x="11886" y="5653"/>
                  <a:pt x="11886" y="5585"/>
                </a:cubicBezTo>
                <a:close/>
                <a:moveTo>
                  <a:pt x="16823" y="4869"/>
                </a:moveTo>
                <a:lnTo>
                  <a:pt x="16823" y="4869"/>
                </a:lnTo>
                <a:cubicBezTo>
                  <a:pt x="16897" y="5080"/>
                  <a:pt x="16966" y="5224"/>
                  <a:pt x="17040" y="5510"/>
                </a:cubicBezTo>
                <a:lnTo>
                  <a:pt x="17040" y="5728"/>
                </a:lnTo>
                <a:lnTo>
                  <a:pt x="16823" y="4869"/>
                </a:lnTo>
                <a:close/>
                <a:moveTo>
                  <a:pt x="33078" y="5080"/>
                </a:moveTo>
                <a:cubicBezTo>
                  <a:pt x="33078" y="5298"/>
                  <a:pt x="33146" y="5510"/>
                  <a:pt x="33146" y="5728"/>
                </a:cubicBezTo>
                <a:cubicBezTo>
                  <a:pt x="33146" y="5585"/>
                  <a:pt x="33078" y="5367"/>
                  <a:pt x="33003" y="5224"/>
                </a:cubicBezTo>
                <a:cubicBezTo>
                  <a:pt x="33078" y="5155"/>
                  <a:pt x="33078" y="5155"/>
                  <a:pt x="33078" y="5080"/>
                </a:cubicBezTo>
                <a:close/>
                <a:moveTo>
                  <a:pt x="48325" y="5728"/>
                </a:moveTo>
                <a:lnTo>
                  <a:pt x="48325" y="5728"/>
                </a:lnTo>
                <a:cubicBezTo>
                  <a:pt x="48325" y="5728"/>
                  <a:pt x="48325" y="5728"/>
                  <a:pt x="48325" y="5728"/>
                </a:cubicBezTo>
                <a:close/>
                <a:moveTo>
                  <a:pt x="48325" y="5728"/>
                </a:moveTo>
                <a:lnTo>
                  <a:pt x="48325" y="5728"/>
                </a:lnTo>
                <a:cubicBezTo>
                  <a:pt x="48325" y="5728"/>
                  <a:pt x="48325" y="5728"/>
                  <a:pt x="48325" y="5728"/>
                </a:cubicBezTo>
                <a:close/>
                <a:moveTo>
                  <a:pt x="48325" y="5728"/>
                </a:moveTo>
                <a:lnTo>
                  <a:pt x="48325" y="5728"/>
                </a:lnTo>
                <a:cubicBezTo>
                  <a:pt x="48325" y="5728"/>
                  <a:pt x="48325" y="5728"/>
                  <a:pt x="48325" y="5728"/>
                </a:cubicBezTo>
                <a:close/>
                <a:moveTo>
                  <a:pt x="12813" y="4794"/>
                </a:moveTo>
                <a:lnTo>
                  <a:pt x="12813" y="5012"/>
                </a:lnTo>
                <a:cubicBezTo>
                  <a:pt x="12745" y="5224"/>
                  <a:pt x="12602" y="5510"/>
                  <a:pt x="12527" y="5796"/>
                </a:cubicBezTo>
                <a:lnTo>
                  <a:pt x="12527" y="5653"/>
                </a:lnTo>
                <a:lnTo>
                  <a:pt x="12527" y="5585"/>
                </a:lnTo>
                <a:cubicBezTo>
                  <a:pt x="12602" y="5298"/>
                  <a:pt x="12745" y="5012"/>
                  <a:pt x="12813" y="4794"/>
                </a:cubicBezTo>
                <a:close/>
                <a:moveTo>
                  <a:pt x="9520" y="5155"/>
                </a:moveTo>
                <a:cubicBezTo>
                  <a:pt x="9520" y="5367"/>
                  <a:pt x="9595" y="5510"/>
                  <a:pt x="9595" y="5728"/>
                </a:cubicBezTo>
                <a:cubicBezTo>
                  <a:pt x="9520" y="5796"/>
                  <a:pt x="9520" y="5871"/>
                  <a:pt x="9520" y="5940"/>
                </a:cubicBezTo>
                <a:lnTo>
                  <a:pt x="9451" y="5871"/>
                </a:lnTo>
                <a:cubicBezTo>
                  <a:pt x="9520" y="5653"/>
                  <a:pt x="9520" y="5441"/>
                  <a:pt x="9520" y="5155"/>
                </a:cubicBezTo>
                <a:close/>
                <a:moveTo>
                  <a:pt x="16107" y="5510"/>
                </a:moveTo>
                <a:cubicBezTo>
                  <a:pt x="16181" y="5653"/>
                  <a:pt x="16181" y="5871"/>
                  <a:pt x="16250" y="6014"/>
                </a:cubicBezTo>
                <a:cubicBezTo>
                  <a:pt x="16250" y="5871"/>
                  <a:pt x="16181" y="5653"/>
                  <a:pt x="16107" y="5510"/>
                </a:cubicBezTo>
                <a:close/>
                <a:moveTo>
                  <a:pt x="10740" y="5510"/>
                </a:moveTo>
                <a:lnTo>
                  <a:pt x="10740" y="5796"/>
                </a:lnTo>
                <a:cubicBezTo>
                  <a:pt x="10666" y="5940"/>
                  <a:pt x="10597" y="6014"/>
                  <a:pt x="10522" y="6083"/>
                </a:cubicBezTo>
                <a:lnTo>
                  <a:pt x="10522" y="6014"/>
                </a:lnTo>
                <a:cubicBezTo>
                  <a:pt x="10597" y="5796"/>
                  <a:pt x="10666" y="5653"/>
                  <a:pt x="10740" y="5510"/>
                </a:cubicBezTo>
                <a:close/>
                <a:moveTo>
                  <a:pt x="26273" y="5155"/>
                </a:moveTo>
                <a:cubicBezTo>
                  <a:pt x="26273" y="5298"/>
                  <a:pt x="26348" y="5441"/>
                  <a:pt x="26348" y="5585"/>
                </a:cubicBezTo>
                <a:cubicBezTo>
                  <a:pt x="26205" y="5728"/>
                  <a:pt x="26061" y="5940"/>
                  <a:pt x="25844" y="6226"/>
                </a:cubicBezTo>
                <a:lnTo>
                  <a:pt x="25844" y="6083"/>
                </a:lnTo>
                <a:cubicBezTo>
                  <a:pt x="26061" y="5653"/>
                  <a:pt x="26130" y="5367"/>
                  <a:pt x="26273" y="5155"/>
                </a:cubicBezTo>
                <a:close/>
                <a:moveTo>
                  <a:pt x="29143" y="6195"/>
                </a:moveTo>
                <a:lnTo>
                  <a:pt x="29143" y="6195"/>
                </a:lnTo>
                <a:cubicBezTo>
                  <a:pt x="29141" y="6205"/>
                  <a:pt x="29139" y="6216"/>
                  <a:pt x="29137" y="6226"/>
                </a:cubicBezTo>
                <a:cubicBezTo>
                  <a:pt x="29137" y="6214"/>
                  <a:pt x="29139" y="6204"/>
                  <a:pt x="29143" y="6195"/>
                </a:cubicBezTo>
                <a:close/>
                <a:moveTo>
                  <a:pt x="1576" y="5367"/>
                </a:moveTo>
                <a:cubicBezTo>
                  <a:pt x="1645" y="5585"/>
                  <a:pt x="1719" y="5796"/>
                  <a:pt x="1788" y="6083"/>
                </a:cubicBezTo>
                <a:cubicBezTo>
                  <a:pt x="1719" y="6157"/>
                  <a:pt x="1719" y="6226"/>
                  <a:pt x="1645" y="6300"/>
                </a:cubicBezTo>
                <a:cubicBezTo>
                  <a:pt x="1645" y="6157"/>
                  <a:pt x="1576" y="6083"/>
                  <a:pt x="1576" y="5940"/>
                </a:cubicBezTo>
                <a:lnTo>
                  <a:pt x="1576" y="5367"/>
                </a:lnTo>
                <a:close/>
                <a:moveTo>
                  <a:pt x="11026" y="6083"/>
                </a:moveTo>
                <a:cubicBezTo>
                  <a:pt x="11026" y="6226"/>
                  <a:pt x="11095" y="6369"/>
                  <a:pt x="11095" y="6444"/>
                </a:cubicBezTo>
                <a:lnTo>
                  <a:pt x="11095" y="6512"/>
                </a:lnTo>
                <a:cubicBezTo>
                  <a:pt x="11026" y="6369"/>
                  <a:pt x="11026" y="6300"/>
                  <a:pt x="11026" y="6157"/>
                </a:cubicBezTo>
                <a:lnTo>
                  <a:pt x="11026" y="6083"/>
                </a:lnTo>
                <a:close/>
                <a:moveTo>
                  <a:pt x="16611" y="5728"/>
                </a:moveTo>
                <a:lnTo>
                  <a:pt x="16611" y="5796"/>
                </a:lnTo>
                <a:lnTo>
                  <a:pt x="16611" y="6300"/>
                </a:lnTo>
                <a:lnTo>
                  <a:pt x="16393" y="6512"/>
                </a:lnTo>
                <a:lnTo>
                  <a:pt x="16393" y="6300"/>
                </a:lnTo>
                <a:cubicBezTo>
                  <a:pt x="16536" y="6014"/>
                  <a:pt x="16536" y="5871"/>
                  <a:pt x="16611" y="5728"/>
                </a:cubicBezTo>
                <a:close/>
                <a:moveTo>
                  <a:pt x="6799" y="6083"/>
                </a:moveTo>
                <a:cubicBezTo>
                  <a:pt x="6874" y="6157"/>
                  <a:pt x="6874" y="6300"/>
                  <a:pt x="6874" y="6444"/>
                </a:cubicBezTo>
                <a:cubicBezTo>
                  <a:pt x="6874" y="6300"/>
                  <a:pt x="6799" y="6226"/>
                  <a:pt x="6799" y="6157"/>
                </a:cubicBezTo>
                <a:lnTo>
                  <a:pt x="6799" y="6157"/>
                </a:lnTo>
                <a:cubicBezTo>
                  <a:pt x="6799" y="6300"/>
                  <a:pt x="6874" y="6444"/>
                  <a:pt x="6874" y="6587"/>
                </a:cubicBezTo>
                <a:cubicBezTo>
                  <a:pt x="6799" y="6444"/>
                  <a:pt x="6799" y="6369"/>
                  <a:pt x="6731" y="6226"/>
                </a:cubicBezTo>
                <a:cubicBezTo>
                  <a:pt x="6731" y="6226"/>
                  <a:pt x="6799" y="6226"/>
                  <a:pt x="6799" y="6157"/>
                </a:cubicBezTo>
                <a:lnTo>
                  <a:pt x="6799" y="6083"/>
                </a:lnTo>
                <a:close/>
                <a:moveTo>
                  <a:pt x="6731" y="6300"/>
                </a:moveTo>
                <a:cubicBezTo>
                  <a:pt x="6731" y="6444"/>
                  <a:pt x="6799" y="6512"/>
                  <a:pt x="6799" y="6656"/>
                </a:cubicBezTo>
                <a:lnTo>
                  <a:pt x="6731" y="6730"/>
                </a:lnTo>
                <a:cubicBezTo>
                  <a:pt x="6731" y="6587"/>
                  <a:pt x="6656" y="6512"/>
                  <a:pt x="6656" y="6444"/>
                </a:cubicBezTo>
                <a:cubicBezTo>
                  <a:pt x="6656" y="6369"/>
                  <a:pt x="6731" y="6369"/>
                  <a:pt x="6731" y="6300"/>
                </a:cubicBezTo>
                <a:close/>
                <a:moveTo>
                  <a:pt x="16324" y="6512"/>
                </a:moveTo>
                <a:lnTo>
                  <a:pt x="16324" y="6656"/>
                </a:lnTo>
                <a:lnTo>
                  <a:pt x="16181" y="6799"/>
                </a:lnTo>
                <a:cubicBezTo>
                  <a:pt x="16181" y="6656"/>
                  <a:pt x="16250" y="6587"/>
                  <a:pt x="16324" y="6512"/>
                </a:cubicBezTo>
                <a:close/>
                <a:moveTo>
                  <a:pt x="1788" y="6226"/>
                </a:moveTo>
                <a:cubicBezTo>
                  <a:pt x="1788" y="6444"/>
                  <a:pt x="1862" y="6656"/>
                  <a:pt x="1862" y="6873"/>
                </a:cubicBezTo>
                <a:lnTo>
                  <a:pt x="1788" y="6942"/>
                </a:lnTo>
                <a:lnTo>
                  <a:pt x="1788" y="6656"/>
                </a:lnTo>
                <a:lnTo>
                  <a:pt x="1788" y="6226"/>
                </a:lnTo>
                <a:close/>
                <a:moveTo>
                  <a:pt x="5368" y="4221"/>
                </a:moveTo>
                <a:cubicBezTo>
                  <a:pt x="5442" y="5012"/>
                  <a:pt x="5442" y="5871"/>
                  <a:pt x="5368" y="6730"/>
                </a:cubicBezTo>
                <a:lnTo>
                  <a:pt x="5368" y="6942"/>
                </a:lnTo>
                <a:cubicBezTo>
                  <a:pt x="5368" y="6873"/>
                  <a:pt x="5299" y="6799"/>
                  <a:pt x="5299" y="6656"/>
                </a:cubicBezTo>
                <a:cubicBezTo>
                  <a:pt x="5299" y="6369"/>
                  <a:pt x="5299" y="6014"/>
                  <a:pt x="5368" y="5653"/>
                </a:cubicBezTo>
                <a:lnTo>
                  <a:pt x="5368" y="5653"/>
                </a:lnTo>
                <a:cubicBezTo>
                  <a:pt x="5299" y="5796"/>
                  <a:pt x="5224" y="6014"/>
                  <a:pt x="5081" y="6300"/>
                </a:cubicBezTo>
                <a:lnTo>
                  <a:pt x="5081" y="6157"/>
                </a:lnTo>
                <a:cubicBezTo>
                  <a:pt x="5224" y="5796"/>
                  <a:pt x="5368" y="5510"/>
                  <a:pt x="5368" y="5510"/>
                </a:cubicBezTo>
                <a:lnTo>
                  <a:pt x="5368" y="5510"/>
                </a:lnTo>
                <a:cubicBezTo>
                  <a:pt x="5367" y="5510"/>
                  <a:pt x="5224" y="5653"/>
                  <a:pt x="5012" y="5940"/>
                </a:cubicBezTo>
                <a:cubicBezTo>
                  <a:pt x="4938" y="5796"/>
                  <a:pt x="4938" y="5728"/>
                  <a:pt x="4869" y="5585"/>
                </a:cubicBezTo>
                <a:cubicBezTo>
                  <a:pt x="5012" y="5080"/>
                  <a:pt x="5224" y="4651"/>
                  <a:pt x="5368" y="4221"/>
                </a:cubicBezTo>
                <a:close/>
                <a:moveTo>
                  <a:pt x="7733" y="6587"/>
                </a:moveTo>
                <a:lnTo>
                  <a:pt x="7733" y="7016"/>
                </a:lnTo>
                <a:cubicBezTo>
                  <a:pt x="7659" y="7016"/>
                  <a:pt x="7659" y="7016"/>
                  <a:pt x="7659" y="7085"/>
                </a:cubicBezTo>
                <a:lnTo>
                  <a:pt x="7659" y="7016"/>
                </a:lnTo>
                <a:cubicBezTo>
                  <a:pt x="7659" y="6873"/>
                  <a:pt x="7733" y="6730"/>
                  <a:pt x="7733" y="6587"/>
                </a:cubicBezTo>
                <a:close/>
                <a:moveTo>
                  <a:pt x="10809" y="6730"/>
                </a:moveTo>
                <a:lnTo>
                  <a:pt x="10809" y="7085"/>
                </a:lnTo>
                <a:cubicBezTo>
                  <a:pt x="10809" y="7016"/>
                  <a:pt x="10740" y="6942"/>
                  <a:pt x="10740" y="6873"/>
                </a:cubicBezTo>
                <a:cubicBezTo>
                  <a:pt x="10740" y="6799"/>
                  <a:pt x="10809" y="6730"/>
                  <a:pt x="10809" y="6730"/>
                </a:cubicBezTo>
                <a:close/>
                <a:moveTo>
                  <a:pt x="6513" y="6730"/>
                </a:moveTo>
                <a:cubicBezTo>
                  <a:pt x="6588" y="6799"/>
                  <a:pt x="6588" y="6873"/>
                  <a:pt x="6588" y="6942"/>
                </a:cubicBezTo>
                <a:cubicBezTo>
                  <a:pt x="6588" y="7016"/>
                  <a:pt x="6513" y="7085"/>
                  <a:pt x="6513" y="7160"/>
                </a:cubicBezTo>
                <a:cubicBezTo>
                  <a:pt x="6513" y="7085"/>
                  <a:pt x="6444" y="7016"/>
                  <a:pt x="6444" y="6942"/>
                </a:cubicBezTo>
                <a:cubicBezTo>
                  <a:pt x="6444" y="6873"/>
                  <a:pt x="6513" y="6799"/>
                  <a:pt x="6513" y="6730"/>
                </a:cubicBezTo>
                <a:close/>
                <a:moveTo>
                  <a:pt x="16611" y="6656"/>
                </a:moveTo>
                <a:lnTo>
                  <a:pt x="16611" y="7228"/>
                </a:lnTo>
                <a:cubicBezTo>
                  <a:pt x="16536" y="7160"/>
                  <a:pt x="16536" y="7016"/>
                  <a:pt x="16536" y="6873"/>
                </a:cubicBezTo>
                <a:cubicBezTo>
                  <a:pt x="16536" y="6799"/>
                  <a:pt x="16536" y="6799"/>
                  <a:pt x="16611" y="6656"/>
                </a:cubicBezTo>
                <a:close/>
                <a:moveTo>
                  <a:pt x="30643" y="7228"/>
                </a:moveTo>
                <a:cubicBezTo>
                  <a:pt x="30647" y="7236"/>
                  <a:pt x="30650" y="7243"/>
                  <a:pt x="30654" y="7250"/>
                </a:cubicBezTo>
                <a:lnTo>
                  <a:pt x="30654" y="7250"/>
                </a:lnTo>
                <a:lnTo>
                  <a:pt x="30643" y="7228"/>
                </a:lnTo>
                <a:close/>
                <a:moveTo>
                  <a:pt x="26560" y="6942"/>
                </a:moveTo>
                <a:cubicBezTo>
                  <a:pt x="26634" y="7085"/>
                  <a:pt x="26634" y="7160"/>
                  <a:pt x="26634" y="7303"/>
                </a:cubicBezTo>
                <a:cubicBezTo>
                  <a:pt x="26634" y="7228"/>
                  <a:pt x="26560" y="7228"/>
                  <a:pt x="26560" y="7160"/>
                </a:cubicBezTo>
                <a:lnTo>
                  <a:pt x="26560" y="6942"/>
                </a:lnTo>
                <a:close/>
                <a:moveTo>
                  <a:pt x="16393" y="7228"/>
                </a:moveTo>
                <a:lnTo>
                  <a:pt x="16393" y="7372"/>
                </a:lnTo>
                <a:cubicBezTo>
                  <a:pt x="16393" y="7303"/>
                  <a:pt x="16324" y="7303"/>
                  <a:pt x="16324" y="7303"/>
                </a:cubicBezTo>
                <a:cubicBezTo>
                  <a:pt x="16324" y="7303"/>
                  <a:pt x="16324" y="7228"/>
                  <a:pt x="16393" y="7228"/>
                </a:cubicBezTo>
                <a:close/>
                <a:moveTo>
                  <a:pt x="20477" y="6369"/>
                </a:moveTo>
                <a:cubicBezTo>
                  <a:pt x="20546" y="6587"/>
                  <a:pt x="20546" y="6799"/>
                  <a:pt x="20546" y="7016"/>
                </a:cubicBezTo>
                <a:lnTo>
                  <a:pt x="20334" y="7446"/>
                </a:lnTo>
                <a:cubicBezTo>
                  <a:pt x="20259" y="7372"/>
                  <a:pt x="20259" y="7303"/>
                  <a:pt x="20191" y="7228"/>
                </a:cubicBezTo>
                <a:cubicBezTo>
                  <a:pt x="20334" y="6942"/>
                  <a:pt x="20403" y="6656"/>
                  <a:pt x="20477" y="6369"/>
                </a:cubicBezTo>
                <a:close/>
                <a:moveTo>
                  <a:pt x="34292" y="6656"/>
                </a:moveTo>
                <a:cubicBezTo>
                  <a:pt x="34223" y="6873"/>
                  <a:pt x="34223" y="7160"/>
                  <a:pt x="34149" y="7446"/>
                </a:cubicBezTo>
                <a:cubicBezTo>
                  <a:pt x="34149" y="7372"/>
                  <a:pt x="34080" y="7228"/>
                  <a:pt x="34080" y="7160"/>
                </a:cubicBezTo>
                <a:cubicBezTo>
                  <a:pt x="34149" y="6942"/>
                  <a:pt x="34223" y="6799"/>
                  <a:pt x="34292" y="6656"/>
                </a:cubicBezTo>
                <a:close/>
                <a:moveTo>
                  <a:pt x="29567" y="7303"/>
                </a:moveTo>
                <a:cubicBezTo>
                  <a:pt x="29567" y="7370"/>
                  <a:pt x="29567" y="7443"/>
                  <a:pt x="29636" y="7510"/>
                </a:cubicBezTo>
                <a:lnTo>
                  <a:pt x="29636" y="7510"/>
                </a:lnTo>
                <a:cubicBezTo>
                  <a:pt x="29629" y="7446"/>
                  <a:pt x="29611" y="7388"/>
                  <a:pt x="29567" y="7303"/>
                </a:cubicBezTo>
                <a:close/>
                <a:moveTo>
                  <a:pt x="48611" y="6157"/>
                </a:moveTo>
                <a:cubicBezTo>
                  <a:pt x="48685" y="6587"/>
                  <a:pt x="48685" y="7016"/>
                  <a:pt x="48754" y="7515"/>
                </a:cubicBezTo>
                <a:cubicBezTo>
                  <a:pt x="48685" y="7160"/>
                  <a:pt x="48611" y="6873"/>
                  <a:pt x="48468" y="6512"/>
                </a:cubicBezTo>
                <a:cubicBezTo>
                  <a:pt x="48542" y="6300"/>
                  <a:pt x="48542" y="6300"/>
                  <a:pt x="48611" y="6157"/>
                </a:cubicBezTo>
                <a:close/>
                <a:moveTo>
                  <a:pt x="49756" y="7446"/>
                </a:moveTo>
                <a:cubicBezTo>
                  <a:pt x="49756" y="7515"/>
                  <a:pt x="49756" y="7515"/>
                  <a:pt x="49831" y="7515"/>
                </a:cubicBezTo>
                <a:cubicBezTo>
                  <a:pt x="49831" y="7515"/>
                  <a:pt x="49756" y="7515"/>
                  <a:pt x="49756" y="7446"/>
                </a:cubicBezTo>
                <a:close/>
                <a:moveTo>
                  <a:pt x="26416" y="5796"/>
                </a:moveTo>
                <a:cubicBezTo>
                  <a:pt x="26491" y="6083"/>
                  <a:pt x="26491" y="6444"/>
                  <a:pt x="26560" y="6730"/>
                </a:cubicBezTo>
                <a:cubicBezTo>
                  <a:pt x="26491" y="6799"/>
                  <a:pt x="26491" y="6873"/>
                  <a:pt x="26416" y="6942"/>
                </a:cubicBezTo>
                <a:cubicBezTo>
                  <a:pt x="26348" y="7160"/>
                  <a:pt x="26273" y="7372"/>
                  <a:pt x="26273" y="7589"/>
                </a:cubicBezTo>
                <a:cubicBezTo>
                  <a:pt x="26130" y="7372"/>
                  <a:pt x="26061" y="7160"/>
                  <a:pt x="25918" y="6942"/>
                </a:cubicBezTo>
                <a:cubicBezTo>
                  <a:pt x="26130" y="6512"/>
                  <a:pt x="26273" y="6083"/>
                  <a:pt x="26416" y="5796"/>
                </a:cubicBezTo>
                <a:close/>
                <a:moveTo>
                  <a:pt x="1931" y="7016"/>
                </a:moveTo>
                <a:cubicBezTo>
                  <a:pt x="1931" y="7215"/>
                  <a:pt x="1931" y="7418"/>
                  <a:pt x="1992" y="7617"/>
                </a:cubicBezTo>
                <a:lnTo>
                  <a:pt x="1992" y="7617"/>
                </a:lnTo>
                <a:cubicBezTo>
                  <a:pt x="1982" y="7602"/>
                  <a:pt x="1963" y="7589"/>
                  <a:pt x="1931" y="7589"/>
                </a:cubicBezTo>
                <a:cubicBezTo>
                  <a:pt x="1931" y="7446"/>
                  <a:pt x="1931" y="7303"/>
                  <a:pt x="1862" y="7160"/>
                </a:cubicBezTo>
                <a:cubicBezTo>
                  <a:pt x="1862" y="7085"/>
                  <a:pt x="1931" y="7085"/>
                  <a:pt x="1931" y="7016"/>
                </a:cubicBezTo>
                <a:close/>
                <a:moveTo>
                  <a:pt x="29567" y="7446"/>
                </a:moveTo>
                <a:cubicBezTo>
                  <a:pt x="29567" y="7515"/>
                  <a:pt x="29641" y="7589"/>
                  <a:pt x="29641" y="7658"/>
                </a:cubicBezTo>
                <a:cubicBezTo>
                  <a:pt x="29641" y="7602"/>
                  <a:pt x="29641" y="7557"/>
                  <a:pt x="29637" y="7515"/>
                </a:cubicBezTo>
                <a:lnTo>
                  <a:pt x="29637" y="7515"/>
                </a:lnTo>
                <a:cubicBezTo>
                  <a:pt x="29638" y="7515"/>
                  <a:pt x="29640" y="7515"/>
                  <a:pt x="29641" y="7515"/>
                </a:cubicBezTo>
                <a:cubicBezTo>
                  <a:pt x="29639" y="7513"/>
                  <a:pt x="29638" y="7512"/>
                  <a:pt x="29636" y="7510"/>
                </a:cubicBezTo>
                <a:lnTo>
                  <a:pt x="29636" y="7510"/>
                </a:lnTo>
                <a:cubicBezTo>
                  <a:pt x="29636" y="7511"/>
                  <a:pt x="29636" y="7513"/>
                  <a:pt x="29637" y="7515"/>
                </a:cubicBezTo>
                <a:lnTo>
                  <a:pt x="29637" y="7515"/>
                </a:lnTo>
                <a:cubicBezTo>
                  <a:pt x="29567" y="7512"/>
                  <a:pt x="29567" y="7447"/>
                  <a:pt x="29567" y="7446"/>
                </a:cubicBezTo>
                <a:close/>
                <a:moveTo>
                  <a:pt x="29641" y="5940"/>
                </a:moveTo>
                <a:cubicBezTo>
                  <a:pt x="29710" y="6512"/>
                  <a:pt x="29710" y="7085"/>
                  <a:pt x="29710" y="7658"/>
                </a:cubicBezTo>
                <a:lnTo>
                  <a:pt x="29641" y="7658"/>
                </a:lnTo>
                <a:lnTo>
                  <a:pt x="29641" y="7732"/>
                </a:lnTo>
                <a:cubicBezTo>
                  <a:pt x="29641" y="7658"/>
                  <a:pt x="29567" y="7589"/>
                  <a:pt x="29567" y="7515"/>
                </a:cubicBezTo>
                <a:lnTo>
                  <a:pt x="29567" y="7446"/>
                </a:lnTo>
                <a:lnTo>
                  <a:pt x="29567" y="7303"/>
                </a:lnTo>
                <a:cubicBezTo>
                  <a:pt x="29567" y="6873"/>
                  <a:pt x="29641" y="6369"/>
                  <a:pt x="29641" y="5940"/>
                </a:cubicBezTo>
                <a:close/>
                <a:moveTo>
                  <a:pt x="50759" y="7589"/>
                </a:moveTo>
                <a:cubicBezTo>
                  <a:pt x="50759" y="7658"/>
                  <a:pt x="50759" y="7732"/>
                  <a:pt x="50833" y="7801"/>
                </a:cubicBezTo>
                <a:cubicBezTo>
                  <a:pt x="50833" y="7732"/>
                  <a:pt x="50759" y="7658"/>
                  <a:pt x="50759" y="7589"/>
                </a:cubicBezTo>
                <a:close/>
                <a:moveTo>
                  <a:pt x="32860" y="5585"/>
                </a:moveTo>
                <a:cubicBezTo>
                  <a:pt x="32934" y="6083"/>
                  <a:pt x="32934" y="6587"/>
                  <a:pt x="32934" y="7085"/>
                </a:cubicBezTo>
                <a:cubicBezTo>
                  <a:pt x="32860" y="7303"/>
                  <a:pt x="32791" y="7515"/>
                  <a:pt x="32648" y="7801"/>
                </a:cubicBezTo>
                <a:cubicBezTo>
                  <a:pt x="32574" y="7515"/>
                  <a:pt x="32505" y="7228"/>
                  <a:pt x="32362" y="6873"/>
                </a:cubicBezTo>
                <a:lnTo>
                  <a:pt x="32362" y="6873"/>
                </a:lnTo>
                <a:cubicBezTo>
                  <a:pt x="32430" y="7160"/>
                  <a:pt x="32505" y="7515"/>
                  <a:pt x="32574" y="7876"/>
                </a:cubicBezTo>
                <a:lnTo>
                  <a:pt x="32362" y="7228"/>
                </a:lnTo>
                <a:lnTo>
                  <a:pt x="32362" y="7228"/>
                </a:lnTo>
                <a:cubicBezTo>
                  <a:pt x="32362" y="7372"/>
                  <a:pt x="32430" y="7515"/>
                  <a:pt x="32430" y="7732"/>
                </a:cubicBezTo>
                <a:cubicBezTo>
                  <a:pt x="32362" y="7515"/>
                  <a:pt x="32362" y="7372"/>
                  <a:pt x="32287" y="7228"/>
                </a:cubicBezTo>
                <a:cubicBezTo>
                  <a:pt x="32287" y="7085"/>
                  <a:pt x="32362" y="7016"/>
                  <a:pt x="32362" y="6873"/>
                </a:cubicBezTo>
                <a:cubicBezTo>
                  <a:pt x="32574" y="6369"/>
                  <a:pt x="32717" y="5940"/>
                  <a:pt x="32860" y="5585"/>
                </a:cubicBezTo>
                <a:close/>
                <a:moveTo>
                  <a:pt x="41669" y="5012"/>
                </a:moveTo>
                <a:cubicBezTo>
                  <a:pt x="41881" y="5728"/>
                  <a:pt x="42099" y="6656"/>
                  <a:pt x="42311" y="7515"/>
                </a:cubicBezTo>
                <a:lnTo>
                  <a:pt x="41955" y="7876"/>
                </a:lnTo>
                <a:cubicBezTo>
                  <a:pt x="41812" y="7446"/>
                  <a:pt x="41669" y="7016"/>
                  <a:pt x="41526" y="6512"/>
                </a:cubicBezTo>
                <a:cubicBezTo>
                  <a:pt x="41595" y="6014"/>
                  <a:pt x="41595" y="5585"/>
                  <a:pt x="41669" y="5012"/>
                </a:cubicBezTo>
                <a:close/>
                <a:moveTo>
                  <a:pt x="4726" y="7016"/>
                </a:moveTo>
                <a:lnTo>
                  <a:pt x="4726" y="7944"/>
                </a:lnTo>
                <a:cubicBezTo>
                  <a:pt x="4726" y="7801"/>
                  <a:pt x="4652" y="7658"/>
                  <a:pt x="4583" y="7446"/>
                </a:cubicBezTo>
                <a:lnTo>
                  <a:pt x="4583" y="7303"/>
                </a:lnTo>
                <a:cubicBezTo>
                  <a:pt x="4652" y="7228"/>
                  <a:pt x="4652" y="7085"/>
                  <a:pt x="4726" y="7016"/>
                </a:cubicBezTo>
                <a:close/>
                <a:moveTo>
                  <a:pt x="24486" y="7446"/>
                </a:moveTo>
                <a:cubicBezTo>
                  <a:pt x="24486" y="7515"/>
                  <a:pt x="24486" y="7589"/>
                  <a:pt x="24555" y="7658"/>
                </a:cubicBezTo>
                <a:cubicBezTo>
                  <a:pt x="24555" y="7658"/>
                  <a:pt x="24486" y="7658"/>
                  <a:pt x="24486" y="7732"/>
                </a:cubicBezTo>
                <a:cubicBezTo>
                  <a:pt x="24486" y="7801"/>
                  <a:pt x="24486" y="7944"/>
                  <a:pt x="24412" y="8019"/>
                </a:cubicBezTo>
                <a:cubicBezTo>
                  <a:pt x="24412" y="7876"/>
                  <a:pt x="24486" y="7658"/>
                  <a:pt x="24486" y="7446"/>
                </a:cubicBezTo>
                <a:close/>
                <a:moveTo>
                  <a:pt x="20191" y="7372"/>
                </a:moveTo>
                <a:lnTo>
                  <a:pt x="20191" y="7732"/>
                </a:lnTo>
                <a:cubicBezTo>
                  <a:pt x="20116" y="7801"/>
                  <a:pt x="20047" y="7944"/>
                  <a:pt x="19973" y="8087"/>
                </a:cubicBezTo>
                <a:cubicBezTo>
                  <a:pt x="20047" y="7876"/>
                  <a:pt x="20116" y="7589"/>
                  <a:pt x="20191" y="7372"/>
                </a:cubicBezTo>
                <a:close/>
                <a:moveTo>
                  <a:pt x="25918" y="7016"/>
                </a:moveTo>
                <a:cubicBezTo>
                  <a:pt x="25987" y="7303"/>
                  <a:pt x="26061" y="7589"/>
                  <a:pt x="26130" y="7944"/>
                </a:cubicBezTo>
                <a:lnTo>
                  <a:pt x="26130" y="8162"/>
                </a:lnTo>
                <a:cubicBezTo>
                  <a:pt x="26061" y="7801"/>
                  <a:pt x="25918" y="7515"/>
                  <a:pt x="25844" y="7160"/>
                </a:cubicBezTo>
                <a:cubicBezTo>
                  <a:pt x="25844" y="7085"/>
                  <a:pt x="25844" y="7085"/>
                  <a:pt x="25918" y="7016"/>
                </a:cubicBezTo>
                <a:close/>
                <a:moveTo>
                  <a:pt x="21834" y="8231"/>
                </a:moveTo>
                <a:lnTo>
                  <a:pt x="21834" y="8231"/>
                </a:lnTo>
                <a:cubicBezTo>
                  <a:pt x="21834" y="8231"/>
                  <a:pt x="21834" y="8231"/>
                  <a:pt x="21834" y="8231"/>
                </a:cubicBezTo>
                <a:close/>
                <a:moveTo>
                  <a:pt x="21834" y="8231"/>
                </a:moveTo>
                <a:lnTo>
                  <a:pt x="21834" y="8231"/>
                </a:lnTo>
                <a:cubicBezTo>
                  <a:pt x="21834" y="8231"/>
                  <a:pt x="21834" y="8231"/>
                  <a:pt x="21834" y="8231"/>
                </a:cubicBezTo>
                <a:close/>
                <a:moveTo>
                  <a:pt x="21834" y="8231"/>
                </a:moveTo>
                <a:lnTo>
                  <a:pt x="21834" y="8231"/>
                </a:lnTo>
                <a:cubicBezTo>
                  <a:pt x="21834" y="8231"/>
                  <a:pt x="21834" y="8231"/>
                  <a:pt x="21834" y="8231"/>
                </a:cubicBezTo>
                <a:close/>
                <a:moveTo>
                  <a:pt x="21834" y="8231"/>
                </a:moveTo>
                <a:lnTo>
                  <a:pt x="21834" y="8231"/>
                </a:lnTo>
                <a:cubicBezTo>
                  <a:pt x="21834" y="8231"/>
                  <a:pt x="21834" y="8231"/>
                  <a:pt x="21834" y="8231"/>
                </a:cubicBezTo>
                <a:close/>
                <a:moveTo>
                  <a:pt x="21834" y="8231"/>
                </a:moveTo>
                <a:lnTo>
                  <a:pt x="21834" y="8231"/>
                </a:lnTo>
                <a:cubicBezTo>
                  <a:pt x="21834" y="8231"/>
                  <a:pt x="21834" y="8231"/>
                  <a:pt x="21834" y="8231"/>
                </a:cubicBezTo>
                <a:close/>
                <a:moveTo>
                  <a:pt x="21834" y="8231"/>
                </a:moveTo>
                <a:lnTo>
                  <a:pt x="21834" y="8231"/>
                </a:lnTo>
                <a:cubicBezTo>
                  <a:pt x="21834" y="8231"/>
                  <a:pt x="21834" y="8231"/>
                  <a:pt x="21834" y="8231"/>
                </a:cubicBezTo>
                <a:close/>
                <a:moveTo>
                  <a:pt x="3649" y="7085"/>
                </a:moveTo>
                <a:lnTo>
                  <a:pt x="3649" y="7303"/>
                </a:lnTo>
                <a:lnTo>
                  <a:pt x="3649" y="7732"/>
                </a:lnTo>
                <a:cubicBezTo>
                  <a:pt x="3581" y="7876"/>
                  <a:pt x="3581" y="8019"/>
                  <a:pt x="3581" y="8231"/>
                </a:cubicBezTo>
                <a:cubicBezTo>
                  <a:pt x="3534" y="8231"/>
                  <a:pt x="3517" y="8259"/>
                  <a:pt x="3510" y="8281"/>
                </a:cubicBezTo>
                <a:lnTo>
                  <a:pt x="3510" y="8281"/>
                </a:lnTo>
                <a:cubicBezTo>
                  <a:pt x="3581" y="7859"/>
                  <a:pt x="3582" y="7439"/>
                  <a:pt x="3649" y="7085"/>
                </a:cubicBezTo>
                <a:close/>
                <a:moveTo>
                  <a:pt x="1719" y="8019"/>
                </a:moveTo>
                <a:lnTo>
                  <a:pt x="1719" y="8305"/>
                </a:lnTo>
                <a:lnTo>
                  <a:pt x="1645" y="8231"/>
                </a:lnTo>
                <a:cubicBezTo>
                  <a:pt x="1645" y="8087"/>
                  <a:pt x="1645" y="8087"/>
                  <a:pt x="1719" y="8019"/>
                </a:cubicBezTo>
                <a:close/>
                <a:moveTo>
                  <a:pt x="45174" y="6300"/>
                </a:moveTo>
                <a:cubicBezTo>
                  <a:pt x="45249" y="7016"/>
                  <a:pt x="45249" y="7801"/>
                  <a:pt x="45249" y="8517"/>
                </a:cubicBezTo>
                <a:lnTo>
                  <a:pt x="45031" y="8087"/>
                </a:lnTo>
                <a:cubicBezTo>
                  <a:pt x="45106" y="7515"/>
                  <a:pt x="45106" y="6942"/>
                  <a:pt x="45174" y="6300"/>
                </a:cubicBezTo>
                <a:close/>
                <a:moveTo>
                  <a:pt x="16107" y="7944"/>
                </a:moveTo>
                <a:lnTo>
                  <a:pt x="16107" y="8591"/>
                </a:lnTo>
                <a:cubicBezTo>
                  <a:pt x="16038" y="8517"/>
                  <a:pt x="16038" y="8448"/>
                  <a:pt x="15964" y="8374"/>
                </a:cubicBezTo>
                <a:lnTo>
                  <a:pt x="15964" y="8305"/>
                </a:lnTo>
                <a:lnTo>
                  <a:pt x="15964" y="8231"/>
                </a:lnTo>
                <a:cubicBezTo>
                  <a:pt x="16038" y="8162"/>
                  <a:pt x="16038" y="8019"/>
                  <a:pt x="16107" y="7944"/>
                </a:cubicBezTo>
                <a:close/>
                <a:moveTo>
                  <a:pt x="41451" y="7446"/>
                </a:moveTo>
                <a:cubicBezTo>
                  <a:pt x="41526" y="7732"/>
                  <a:pt x="41595" y="8019"/>
                  <a:pt x="41595" y="8305"/>
                </a:cubicBezTo>
                <a:cubicBezTo>
                  <a:pt x="41526" y="8374"/>
                  <a:pt x="41451" y="8448"/>
                  <a:pt x="41383" y="8591"/>
                </a:cubicBezTo>
                <a:cubicBezTo>
                  <a:pt x="41383" y="8231"/>
                  <a:pt x="41451" y="7801"/>
                  <a:pt x="41451" y="7446"/>
                </a:cubicBezTo>
                <a:close/>
                <a:moveTo>
                  <a:pt x="1645" y="8374"/>
                </a:moveTo>
                <a:lnTo>
                  <a:pt x="1645" y="8591"/>
                </a:lnTo>
                <a:cubicBezTo>
                  <a:pt x="1645" y="8660"/>
                  <a:pt x="1645" y="8660"/>
                  <a:pt x="1576" y="8735"/>
                </a:cubicBezTo>
                <a:cubicBezTo>
                  <a:pt x="1576" y="8591"/>
                  <a:pt x="1576" y="8517"/>
                  <a:pt x="1645" y="8374"/>
                </a:cubicBezTo>
                <a:close/>
                <a:moveTo>
                  <a:pt x="17252" y="6157"/>
                </a:moveTo>
                <a:cubicBezTo>
                  <a:pt x="17396" y="6942"/>
                  <a:pt x="17539" y="7732"/>
                  <a:pt x="17682" y="8591"/>
                </a:cubicBezTo>
                <a:cubicBezTo>
                  <a:pt x="17613" y="8660"/>
                  <a:pt x="17613" y="8660"/>
                  <a:pt x="17613" y="8735"/>
                </a:cubicBezTo>
                <a:cubicBezTo>
                  <a:pt x="17613" y="8660"/>
                  <a:pt x="17539" y="8517"/>
                  <a:pt x="17539" y="8448"/>
                </a:cubicBezTo>
                <a:cubicBezTo>
                  <a:pt x="17470" y="7944"/>
                  <a:pt x="17327" y="7446"/>
                  <a:pt x="17184" y="6873"/>
                </a:cubicBezTo>
                <a:cubicBezTo>
                  <a:pt x="17184" y="6656"/>
                  <a:pt x="17252" y="6444"/>
                  <a:pt x="17252" y="6157"/>
                </a:cubicBezTo>
                <a:close/>
                <a:moveTo>
                  <a:pt x="40381" y="7892"/>
                </a:moveTo>
                <a:cubicBezTo>
                  <a:pt x="40384" y="8095"/>
                  <a:pt x="40449" y="8236"/>
                  <a:pt x="40449" y="8448"/>
                </a:cubicBezTo>
                <a:cubicBezTo>
                  <a:pt x="40449" y="8517"/>
                  <a:pt x="40380" y="8660"/>
                  <a:pt x="40380" y="8735"/>
                </a:cubicBezTo>
                <a:cubicBezTo>
                  <a:pt x="40306" y="8591"/>
                  <a:pt x="40237" y="8374"/>
                  <a:pt x="40237" y="8231"/>
                </a:cubicBezTo>
                <a:cubicBezTo>
                  <a:pt x="40285" y="8115"/>
                  <a:pt x="40333" y="8001"/>
                  <a:pt x="40381" y="7892"/>
                </a:cubicBezTo>
                <a:close/>
                <a:moveTo>
                  <a:pt x="40020" y="8735"/>
                </a:moveTo>
                <a:cubicBezTo>
                  <a:pt x="40019" y="8742"/>
                  <a:pt x="40018" y="8749"/>
                  <a:pt x="40017" y="8756"/>
                </a:cubicBezTo>
                <a:lnTo>
                  <a:pt x="40017" y="8756"/>
                </a:lnTo>
                <a:cubicBezTo>
                  <a:pt x="40019" y="8750"/>
                  <a:pt x="40020" y="8743"/>
                  <a:pt x="40020" y="8735"/>
                </a:cubicBezTo>
                <a:close/>
                <a:moveTo>
                  <a:pt x="32144" y="7589"/>
                </a:moveTo>
                <a:cubicBezTo>
                  <a:pt x="32219" y="7801"/>
                  <a:pt x="32287" y="8087"/>
                  <a:pt x="32287" y="8374"/>
                </a:cubicBezTo>
                <a:cubicBezTo>
                  <a:pt x="32219" y="8231"/>
                  <a:pt x="32144" y="8087"/>
                  <a:pt x="32075" y="8019"/>
                </a:cubicBezTo>
                <a:lnTo>
                  <a:pt x="32075" y="8019"/>
                </a:lnTo>
                <a:lnTo>
                  <a:pt x="32287" y="8448"/>
                </a:lnTo>
                <a:cubicBezTo>
                  <a:pt x="32144" y="8517"/>
                  <a:pt x="32075" y="8660"/>
                  <a:pt x="31932" y="8803"/>
                </a:cubicBezTo>
                <a:cubicBezTo>
                  <a:pt x="32001" y="8591"/>
                  <a:pt x="32075" y="8374"/>
                  <a:pt x="32075" y="8231"/>
                </a:cubicBezTo>
                <a:lnTo>
                  <a:pt x="32075" y="8231"/>
                </a:lnTo>
                <a:cubicBezTo>
                  <a:pt x="32075" y="8231"/>
                  <a:pt x="32001" y="8305"/>
                  <a:pt x="31932" y="8305"/>
                </a:cubicBezTo>
                <a:cubicBezTo>
                  <a:pt x="32001" y="8087"/>
                  <a:pt x="32075" y="7801"/>
                  <a:pt x="32144" y="7589"/>
                </a:cubicBezTo>
                <a:close/>
                <a:moveTo>
                  <a:pt x="42311" y="7658"/>
                </a:moveTo>
                <a:lnTo>
                  <a:pt x="42311" y="7732"/>
                </a:lnTo>
                <a:cubicBezTo>
                  <a:pt x="42242" y="8087"/>
                  <a:pt x="42167" y="8448"/>
                  <a:pt x="42167" y="8803"/>
                </a:cubicBezTo>
                <a:cubicBezTo>
                  <a:pt x="42099" y="8591"/>
                  <a:pt x="42099" y="8448"/>
                  <a:pt x="42024" y="8231"/>
                </a:cubicBezTo>
                <a:cubicBezTo>
                  <a:pt x="42167" y="8019"/>
                  <a:pt x="42242" y="7801"/>
                  <a:pt x="42311" y="7658"/>
                </a:cubicBezTo>
                <a:close/>
                <a:moveTo>
                  <a:pt x="49688" y="8231"/>
                </a:moveTo>
                <a:lnTo>
                  <a:pt x="49688" y="8231"/>
                </a:lnTo>
                <a:cubicBezTo>
                  <a:pt x="49613" y="8374"/>
                  <a:pt x="49613" y="8517"/>
                  <a:pt x="49545" y="8660"/>
                </a:cubicBezTo>
                <a:cubicBezTo>
                  <a:pt x="49545" y="8735"/>
                  <a:pt x="49545" y="8803"/>
                  <a:pt x="49470" y="8803"/>
                </a:cubicBezTo>
                <a:cubicBezTo>
                  <a:pt x="49545" y="8592"/>
                  <a:pt x="49613" y="8374"/>
                  <a:pt x="49688" y="8231"/>
                </a:cubicBezTo>
                <a:close/>
                <a:moveTo>
                  <a:pt x="16038" y="8591"/>
                </a:moveTo>
                <a:cubicBezTo>
                  <a:pt x="16038" y="8660"/>
                  <a:pt x="16107" y="8735"/>
                  <a:pt x="16107" y="8803"/>
                </a:cubicBezTo>
                <a:cubicBezTo>
                  <a:pt x="16107" y="8803"/>
                  <a:pt x="16107" y="8878"/>
                  <a:pt x="16038" y="8878"/>
                </a:cubicBezTo>
                <a:lnTo>
                  <a:pt x="16038" y="8591"/>
                </a:lnTo>
                <a:close/>
                <a:moveTo>
                  <a:pt x="26560" y="7228"/>
                </a:moveTo>
                <a:cubicBezTo>
                  <a:pt x="26560" y="7303"/>
                  <a:pt x="26634" y="7446"/>
                  <a:pt x="26634" y="7515"/>
                </a:cubicBezTo>
                <a:cubicBezTo>
                  <a:pt x="26703" y="7944"/>
                  <a:pt x="26777" y="8374"/>
                  <a:pt x="26777" y="8803"/>
                </a:cubicBezTo>
                <a:lnTo>
                  <a:pt x="26777" y="8878"/>
                </a:lnTo>
                <a:cubicBezTo>
                  <a:pt x="26703" y="8593"/>
                  <a:pt x="26635" y="8376"/>
                  <a:pt x="26561" y="8092"/>
                </a:cubicBezTo>
                <a:lnTo>
                  <a:pt x="26561" y="8092"/>
                </a:lnTo>
                <a:cubicBezTo>
                  <a:pt x="26635" y="8376"/>
                  <a:pt x="26703" y="8593"/>
                  <a:pt x="26703" y="8878"/>
                </a:cubicBezTo>
                <a:lnTo>
                  <a:pt x="26491" y="8231"/>
                </a:lnTo>
                <a:cubicBezTo>
                  <a:pt x="26491" y="7876"/>
                  <a:pt x="26560" y="7589"/>
                  <a:pt x="26560" y="7228"/>
                </a:cubicBezTo>
                <a:close/>
                <a:moveTo>
                  <a:pt x="111328" y="8735"/>
                </a:moveTo>
                <a:cubicBezTo>
                  <a:pt x="111328" y="8803"/>
                  <a:pt x="111259" y="8947"/>
                  <a:pt x="111259" y="9021"/>
                </a:cubicBezTo>
                <a:lnTo>
                  <a:pt x="111259" y="8947"/>
                </a:lnTo>
                <a:lnTo>
                  <a:pt x="111259" y="8803"/>
                </a:lnTo>
                <a:lnTo>
                  <a:pt x="111328" y="8735"/>
                </a:lnTo>
                <a:close/>
                <a:moveTo>
                  <a:pt x="27992" y="6226"/>
                </a:moveTo>
                <a:cubicBezTo>
                  <a:pt x="28135" y="7016"/>
                  <a:pt x="28209" y="7801"/>
                  <a:pt x="28278" y="8591"/>
                </a:cubicBezTo>
                <a:cubicBezTo>
                  <a:pt x="28209" y="8735"/>
                  <a:pt x="28066" y="8878"/>
                  <a:pt x="27992" y="9090"/>
                </a:cubicBezTo>
                <a:cubicBezTo>
                  <a:pt x="27992" y="8803"/>
                  <a:pt x="27923" y="8517"/>
                  <a:pt x="27848" y="8231"/>
                </a:cubicBezTo>
                <a:cubicBezTo>
                  <a:pt x="27923" y="7589"/>
                  <a:pt x="27923" y="6942"/>
                  <a:pt x="27992" y="6226"/>
                </a:cubicBezTo>
                <a:close/>
                <a:moveTo>
                  <a:pt x="57775" y="8878"/>
                </a:moveTo>
                <a:lnTo>
                  <a:pt x="57775" y="8878"/>
                </a:lnTo>
                <a:cubicBezTo>
                  <a:pt x="57796" y="8951"/>
                  <a:pt x="57817" y="9023"/>
                  <a:pt x="57838" y="9094"/>
                </a:cubicBezTo>
                <a:lnTo>
                  <a:pt x="57838" y="9094"/>
                </a:lnTo>
                <a:cubicBezTo>
                  <a:pt x="57819" y="9019"/>
                  <a:pt x="57798" y="8946"/>
                  <a:pt x="57775" y="8878"/>
                </a:cubicBezTo>
                <a:close/>
                <a:moveTo>
                  <a:pt x="44172" y="9090"/>
                </a:moveTo>
                <a:cubicBezTo>
                  <a:pt x="44172" y="9090"/>
                  <a:pt x="44172" y="9164"/>
                  <a:pt x="44247" y="9164"/>
                </a:cubicBezTo>
                <a:cubicBezTo>
                  <a:pt x="44247" y="9090"/>
                  <a:pt x="44172" y="9090"/>
                  <a:pt x="44172" y="9090"/>
                </a:cubicBezTo>
                <a:close/>
                <a:moveTo>
                  <a:pt x="115194" y="8517"/>
                </a:moveTo>
                <a:lnTo>
                  <a:pt x="115194" y="8517"/>
                </a:lnTo>
                <a:cubicBezTo>
                  <a:pt x="115126" y="8660"/>
                  <a:pt x="115051" y="8947"/>
                  <a:pt x="114982" y="9164"/>
                </a:cubicBezTo>
                <a:cubicBezTo>
                  <a:pt x="114982" y="9090"/>
                  <a:pt x="114982" y="9021"/>
                  <a:pt x="114908" y="8947"/>
                </a:cubicBezTo>
                <a:cubicBezTo>
                  <a:pt x="115126" y="8660"/>
                  <a:pt x="115126" y="8591"/>
                  <a:pt x="115194" y="8517"/>
                </a:cubicBezTo>
                <a:close/>
                <a:moveTo>
                  <a:pt x="21909" y="8947"/>
                </a:moveTo>
                <a:cubicBezTo>
                  <a:pt x="21909" y="9021"/>
                  <a:pt x="21909" y="9021"/>
                  <a:pt x="21978" y="9090"/>
                </a:cubicBezTo>
                <a:cubicBezTo>
                  <a:pt x="21909" y="9164"/>
                  <a:pt x="21909" y="9164"/>
                  <a:pt x="21909" y="9233"/>
                </a:cubicBezTo>
                <a:lnTo>
                  <a:pt x="21909" y="9090"/>
                </a:lnTo>
                <a:lnTo>
                  <a:pt x="21909" y="8947"/>
                </a:lnTo>
                <a:close/>
                <a:moveTo>
                  <a:pt x="29498" y="8448"/>
                </a:moveTo>
                <a:cubicBezTo>
                  <a:pt x="29498" y="8591"/>
                  <a:pt x="29567" y="8735"/>
                  <a:pt x="29567" y="8878"/>
                </a:cubicBezTo>
                <a:lnTo>
                  <a:pt x="29567" y="9307"/>
                </a:lnTo>
                <a:cubicBezTo>
                  <a:pt x="29498" y="9307"/>
                  <a:pt x="29498" y="9376"/>
                  <a:pt x="29498" y="9376"/>
                </a:cubicBezTo>
                <a:lnTo>
                  <a:pt x="29498" y="8448"/>
                </a:lnTo>
                <a:close/>
                <a:moveTo>
                  <a:pt x="43170" y="8878"/>
                </a:moveTo>
                <a:cubicBezTo>
                  <a:pt x="43244" y="9021"/>
                  <a:pt x="43244" y="9090"/>
                  <a:pt x="43313" y="9233"/>
                </a:cubicBezTo>
                <a:lnTo>
                  <a:pt x="43313" y="9376"/>
                </a:lnTo>
                <a:cubicBezTo>
                  <a:pt x="43244" y="9233"/>
                  <a:pt x="43244" y="9021"/>
                  <a:pt x="43170" y="8878"/>
                </a:cubicBezTo>
                <a:close/>
                <a:moveTo>
                  <a:pt x="49401" y="8947"/>
                </a:moveTo>
                <a:lnTo>
                  <a:pt x="49401" y="9021"/>
                </a:lnTo>
                <a:lnTo>
                  <a:pt x="49401" y="9233"/>
                </a:lnTo>
                <a:cubicBezTo>
                  <a:pt x="49401" y="9164"/>
                  <a:pt x="49327" y="9090"/>
                  <a:pt x="49327" y="9090"/>
                </a:cubicBezTo>
                <a:lnTo>
                  <a:pt x="49327" y="9090"/>
                </a:lnTo>
                <a:cubicBezTo>
                  <a:pt x="49327" y="9164"/>
                  <a:pt x="49327" y="9233"/>
                  <a:pt x="49401" y="9307"/>
                </a:cubicBezTo>
                <a:cubicBezTo>
                  <a:pt x="49327" y="9307"/>
                  <a:pt x="49327" y="9376"/>
                  <a:pt x="49327" y="9376"/>
                </a:cubicBezTo>
                <a:lnTo>
                  <a:pt x="49327" y="9164"/>
                </a:lnTo>
                <a:lnTo>
                  <a:pt x="49327" y="9090"/>
                </a:lnTo>
                <a:cubicBezTo>
                  <a:pt x="49327" y="9021"/>
                  <a:pt x="49401" y="9021"/>
                  <a:pt x="49401" y="8947"/>
                </a:cubicBezTo>
                <a:close/>
                <a:moveTo>
                  <a:pt x="51263" y="9164"/>
                </a:moveTo>
                <a:cubicBezTo>
                  <a:pt x="51263" y="9233"/>
                  <a:pt x="51263" y="9307"/>
                  <a:pt x="51332" y="9376"/>
                </a:cubicBezTo>
                <a:cubicBezTo>
                  <a:pt x="51263" y="9376"/>
                  <a:pt x="51263" y="9307"/>
                  <a:pt x="51188" y="9233"/>
                </a:cubicBezTo>
                <a:cubicBezTo>
                  <a:pt x="51263" y="9233"/>
                  <a:pt x="51263" y="9164"/>
                  <a:pt x="51263" y="9164"/>
                </a:cubicBezTo>
                <a:close/>
                <a:moveTo>
                  <a:pt x="44315" y="8660"/>
                </a:moveTo>
                <a:lnTo>
                  <a:pt x="44315" y="8660"/>
                </a:lnTo>
                <a:cubicBezTo>
                  <a:pt x="44247" y="8803"/>
                  <a:pt x="44247" y="8947"/>
                  <a:pt x="44247" y="9164"/>
                </a:cubicBezTo>
                <a:cubicBezTo>
                  <a:pt x="44103" y="9233"/>
                  <a:pt x="44029" y="9376"/>
                  <a:pt x="43960" y="9451"/>
                </a:cubicBezTo>
                <a:lnTo>
                  <a:pt x="43960" y="9376"/>
                </a:lnTo>
                <a:lnTo>
                  <a:pt x="43960" y="9307"/>
                </a:lnTo>
                <a:cubicBezTo>
                  <a:pt x="44103" y="9021"/>
                  <a:pt x="44247" y="8735"/>
                  <a:pt x="44315" y="8660"/>
                </a:cubicBezTo>
                <a:close/>
                <a:moveTo>
                  <a:pt x="48468" y="6656"/>
                </a:moveTo>
                <a:cubicBezTo>
                  <a:pt x="48542" y="7446"/>
                  <a:pt x="48542" y="8374"/>
                  <a:pt x="48542" y="9164"/>
                </a:cubicBezTo>
                <a:cubicBezTo>
                  <a:pt x="48468" y="9307"/>
                  <a:pt x="48468" y="9376"/>
                  <a:pt x="48399" y="9451"/>
                </a:cubicBezTo>
                <a:cubicBezTo>
                  <a:pt x="48325" y="8878"/>
                  <a:pt x="48256" y="8305"/>
                  <a:pt x="48113" y="7446"/>
                </a:cubicBezTo>
                <a:cubicBezTo>
                  <a:pt x="48181" y="7160"/>
                  <a:pt x="48325" y="6873"/>
                  <a:pt x="48468" y="6656"/>
                </a:cubicBezTo>
                <a:close/>
                <a:moveTo>
                  <a:pt x="38805" y="6730"/>
                </a:moveTo>
                <a:cubicBezTo>
                  <a:pt x="38948" y="7372"/>
                  <a:pt x="39017" y="8087"/>
                  <a:pt x="39092" y="8803"/>
                </a:cubicBezTo>
                <a:lnTo>
                  <a:pt x="38874" y="9021"/>
                </a:lnTo>
                <a:cubicBezTo>
                  <a:pt x="38805" y="8878"/>
                  <a:pt x="38805" y="8660"/>
                  <a:pt x="38731" y="8448"/>
                </a:cubicBezTo>
                <a:lnTo>
                  <a:pt x="38731" y="8448"/>
                </a:lnTo>
                <a:cubicBezTo>
                  <a:pt x="38731" y="8660"/>
                  <a:pt x="38805" y="8878"/>
                  <a:pt x="38805" y="9090"/>
                </a:cubicBezTo>
                <a:cubicBezTo>
                  <a:pt x="38731" y="9307"/>
                  <a:pt x="38588" y="9451"/>
                  <a:pt x="38519" y="9594"/>
                </a:cubicBezTo>
                <a:cubicBezTo>
                  <a:pt x="38444" y="9594"/>
                  <a:pt x="38444" y="9519"/>
                  <a:pt x="38444" y="9451"/>
                </a:cubicBezTo>
                <a:cubicBezTo>
                  <a:pt x="38444" y="9090"/>
                  <a:pt x="38519" y="8660"/>
                  <a:pt x="38519" y="8231"/>
                </a:cubicBezTo>
                <a:lnTo>
                  <a:pt x="38519" y="8231"/>
                </a:lnTo>
                <a:cubicBezTo>
                  <a:pt x="38444" y="8374"/>
                  <a:pt x="38301" y="8660"/>
                  <a:pt x="38233" y="9021"/>
                </a:cubicBezTo>
                <a:cubicBezTo>
                  <a:pt x="38158" y="8878"/>
                  <a:pt x="38089" y="8735"/>
                  <a:pt x="38089" y="8660"/>
                </a:cubicBezTo>
                <a:cubicBezTo>
                  <a:pt x="38015" y="8591"/>
                  <a:pt x="38015" y="8517"/>
                  <a:pt x="38015" y="8448"/>
                </a:cubicBezTo>
                <a:cubicBezTo>
                  <a:pt x="38376" y="7589"/>
                  <a:pt x="38731" y="6873"/>
                  <a:pt x="38805" y="6730"/>
                </a:cubicBezTo>
                <a:close/>
                <a:moveTo>
                  <a:pt x="25701" y="9376"/>
                </a:moveTo>
                <a:cubicBezTo>
                  <a:pt x="25701" y="9519"/>
                  <a:pt x="25701" y="9594"/>
                  <a:pt x="25775" y="9663"/>
                </a:cubicBezTo>
                <a:cubicBezTo>
                  <a:pt x="25701" y="9594"/>
                  <a:pt x="25701" y="9519"/>
                  <a:pt x="25701" y="9451"/>
                </a:cubicBezTo>
                <a:lnTo>
                  <a:pt x="25701" y="9376"/>
                </a:lnTo>
                <a:close/>
                <a:moveTo>
                  <a:pt x="35941" y="8591"/>
                </a:moveTo>
                <a:cubicBezTo>
                  <a:pt x="36010" y="8947"/>
                  <a:pt x="36085" y="9307"/>
                  <a:pt x="36085" y="9663"/>
                </a:cubicBezTo>
                <a:lnTo>
                  <a:pt x="36085" y="9663"/>
                </a:lnTo>
                <a:cubicBezTo>
                  <a:pt x="36010" y="9663"/>
                  <a:pt x="36010" y="9663"/>
                  <a:pt x="36010" y="9594"/>
                </a:cubicBezTo>
                <a:cubicBezTo>
                  <a:pt x="36010" y="9519"/>
                  <a:pt x="36010" y="9451"/>
                  <a:pt x="35941" y="9451"/>
                </a:cubicBezTo>
                <a:lnTo>
                  <a:pt x="35941" y="9519"/>
                </a:lnTo>
                <a:cubicBezTo>
                  <a:pt x="35941" y="9451"/>
                  <a:pt x="35941" y="9376"/>
                  <a:pt x="35867" y="9307"/>
                </a:cubicBezTo>
                <a:cubicBezTo>
                  <a:pt x="35941" y="9090"/>
                  <a:pt x="35941" y="8878"/>
                  <a:pt x="35941" y="8591"/>
                </a:cubicBezTo>
                <a:close/>
                <a:moveTo>
                  <a:pt x="1645" y="8660"/>
                </a:moveTo>
                <a:cubicBezTo>
                  <a:pt x="1719" y="8735"/>
                  <a:pt x="1719" y="8878"/>
                  <a:pt x="1719" y="9021"/>
                </a:cubicBezTo>
                <a:cubicBezTo>
                  <a:pt x="1719" y="9164"/>
                  <a:pt x="1645" y="9307"/>
                  <a:pt x="1645" y="9451"/>
                </a:cubicBezTo>
                <a:lnTo>
                  <a:pt x="1645" y="9663"/>
                </a:lnTo>
                <a:cubicBezTo>
                  <a:pt x="1645" y="9594"/>
                  <a:pt x="1645" y="9519"/>
                  <a:pt x="1576" y="9451"/>
                </a:cubicBezTo>
                <a:lnTo>
                  <a:pt x="1645" y="9376"/>
                </a:lnTo>
                <a:lnTo>
                  <a:pt x="1645" y="8660"/>
                </a:lnTo>
                <a:close/>
                <a:moveTo>
                  <a:pt x="47826" y="8305"/>
                </a:moveTo>
                <a:cubicBezTo>
                  <a:pt x="47826" y="8735"/>
                  <a:pt x="47826" y="9233"/>
                  <a:pt x="47752" y="9594"/>
                </a:cubicBezTo>
                <a:lnTo>
                  <a:pt x="47752" y="9663"/>
                </a:lnTo>
                <a:lnTo>
                  <a:pt x="47683" y="9737"/>
                </a:lnTo>
                <a:cubicBezTo>
                  <a:pt x="47752" y="9451"/>
                  <a:pt x="47752" y="9164"/>
                  <a:pt x="47752" y="8878"/>
                </a:cubicBezTo>
                <a:lnTo>
                  <a:pt x="47752" y="8878"/>
                </a:lnTo>
                <a:cubicBezTo>
                  <a:pt x="47609" y="9021"/>
                  <a:pt x="47540" y="9307"/>
                  <a:pt x="47465" y="9663"/>
                </a:cubicBezTo>
                <a:cubicBezTo>
                  <a:pt x="47540" y="9233"/>
                  <a:pt x="47609" y="8735"/>
                  <a:pt x="47826" y="8305"/>
                </a:cubicBezTo>
                <a:close/>
                <a:moveTo>
                  <a:pt x="51045" y="9737"/>
                </a:moveTo>
                <a:lnTo>
                  <a:pt x="51051" y="9748"/>
                </a:lnTo>
                <a:lnTo>
                  <a:pt x="51051" y="9748"/>
                </a:lnTo>
                <a:cubicBezTo>
                  <a:pt x="51049" y="9744"/>
                  <a:pt x="51047" y="9741"/>
                  <a:pt x="51045" y="9737"/>
                </a:cubicBezTo>
                <a:close/>
                <a:moveTo>
                  <a:pt x="41669" y="9021"/>
                </a:moveTo>
                <a:cubicBezTo>
                  <a:pt x="41738" y="9307"/>
                  <a:pt x="41738" y="9519"/>
                  <a:pt x="41738" y="9737"/>
                </a:cubicBezTo>
                <a:lnTo>
                  <a:pt x="41738" y="9806"/>
                </a:lnTo>
                <a:cubicBezTo>
                  <a:pt x="41669" y="9806"/>
                  <a:pt x="41669" y="9737"/>
                  <a:pt x="41669" y="9737"/>
                </a:cubicBezTo>
                <a:cubicBezTo>
                  <a:pt x="41669" y="9594"/>
                  <a:pt x="41595" y="9519"/>
                  <a:pt x="41526" y="9376"/>
                </a:cubicBezTo>
                <a:cubicBezTo>
                  <a:pt x="41595" y="9233"/>
                  <a:pt x="41669" y="9164"/>
                  <a:pt x="41669" y="9021"/>
                </a:cubicBezTo>
                <a:close/>
                <a:moveTo>
                  <a:pt x="37661" y="9531"/>
                </a:moveTo>
                <a:cubicBezTo>
                  <a:pt x="37660" y="9552"/>
                  <a:pt x="37660" y="9573"/>
                  <a:pt x="37660" y="9594"/>
                </a:cubicBezTo>
                <a:lnTo>
                  <a:pt x="37660" y="9737"/>
                </a:lnTo>
                <a:cubicBezTo>
                  <a:pt x="37660" y="9806"/>
                  <a:pt x="37585" y="9806"/>
                  <a:pt x="37517" y="9880"/>
                </a:cubicBezTo>
                <a:cubicBezTo>
                  <a:pt x="37563" y="9783"/>
                  <a:pt x="37613" y="9651"/>
                  <a:pt x="37661" y="9531"/>
                </a:cubicBezTo>
                <a:close/>
                <a:moveTo>
                  <a:pt x="52408" y="9594"/>
                </a:moveTo>
                <a:cubicBezTo>
                  <a:pt x="52408" y="9663"/>
                  <a:pt x="52408" y="9806"/>
                  <a:pt x="52477" y="9880"/>
                </a:cubicBezTo>
                <a:cubicBezTo>
                  <a:pt x="52477" y="9806"/>
                  <a:pt x="52408" y="9663"/>
                  <a:pt x="52408" y="9594"/>
                </a:cubicBezTo>
                <a:close/>
                <a:moveTo>
                  <a:pt x="108321" y="9451"/>
                </a:moveTo>
                <a:cubicBezTo>
                  <a:pt x="108396" y="9519"/>
                  <a:pt x="108396" y="9594"/>
                  <a:pt x="108464" y="9663"/>
                </a:cubicBezTo>
                <a:cubicBezTo>
                  <a:pt x="108396" y="9737"/>
                  <a:pt x="108321" y="9806"/>
                  <a:pt x="108321" y="9880"/>
                </a:cubicBezTo>
                <a:lnTo>
                  <a:pt x="108321" y="9451"/>
                </a:lnTo>
                <a:close/>
                <a:moveTo>
                  <a:pt x="53124" y="9949"/>
                </a:moveTo>
                <a:lnTo>
                  <a:pt x="53193" y="10023"/>
                </a:lnTo>
                <a:lnTo>
                  <a:pt x="53124" y="10023"/>
                </a:lnTo>
                <a:lnTo>
                  <a:pt x="53124" y="9949"/>
                </a:lnTo>
                <a:close/>
                <a:moveTo>
                  <a:pt x="102525" y="9747"/>
                </a:moveTo>
                <a:cubicBezTo>
                  <a:pt x="102525" y="9813"/>
                  <a:pt x="102521" y="9887"/>
                  <a:pt x="102450" y="10023"/>
                </a:cubicBezTo>
                <a:lnTo>
                  <a:pt x="102450" y="9949"/>
                </a:lnTo>
                <a:cubicBezTo>
                  <a:pt x="102521" y="9883"/>
                  <a:pt x="102525" y="9813"/>
                  <a:pt x="102525" y="9747"/>
                </a:cubicBezTo>
                <a:close/>
                <a:moveTo>
                  <a:pt x="90354" y="10023"/>
                </a:moveTo>
                <a:cubicBezTo>
                  <a:pt x="90353" y="10029"/>
                  <a:pt x="90352" y="10034"/>
                  <a:pt x="90352" y="10039"/>
                </a:cubicBezTo>
                <a:lnTo>
                  <a:pt x="90352" y="10039"/>
                </a:lnTo>
                <a:cubicBezTo>
                  <a:pt x="90354" y="10029"/>
                  <a:pt x="90354" y="10023"/>
                  <a:pt x="90354" y="10023"/>
                </a:cubicBezTo>
                <a:close/>
                <a:moveTo>
                  <a:pt x="41526" y="9519"/>
                </a:moveTo>
                <a:lnTo>
                  <a:pt x="41526" y="9663"/>
                </a:lnTo>
                <a:cubicBezTo>
                  <a:pt x="41526" y="9737"/>
                  <a:pt x="41595" y="9880"/>
                  <a:pt x="41595" y="9949"/>
                </a:cubicBezTo>
                <a:lnTo>
                  <a:pt x="41451" y="10092"/>
                </a:lnTo>
                <a:cubicBezTo>
                  <a:pt x="41451" y="9949"/>
                  <a:pt x="41451" y="9737"/>
                  <a:pt x="41526" y="9519"/>
                </a:cubicBezTo>
                <a:lnTo>
                  <a:pt x="41526" y="9519"/>
                </a:lnTo>
                <a:lnTo>
                  <a:pt x="41451" y="9594"/>
                </a:lnTo>
                <a:lnTo>
                  <a:pt x="41451" y="9519"/>
                </a:lnTo>
                <a:close/>
                <a:moveTo>
                  <a:pt x="51692" y="9880"/>
                </a:moveTo>
                <a:cubicBezTo>
                  <a:pt x="51761" y="9880"/>
                  <a:pt x="51761" y="9949"/>
                  <a:pt x="51761" y="10023"/>
                </a:cubicBezTo>
                <a:lnTo>
                  <a:pt x="51761" y="10092"/>
                </a:lnTo>
                <a:cubicBezTo>
                  <a:pt x="51761" y="10023"/>
                  <a:pt x="51761" y="9949"/>
                  <a:pt x="51692" y="9880"/>
                </a:cubicBezTo>
                <a:close/>
                <a:moveTo>
                  <a:pt x="60141" y="10023"/>
                </a:moveTo>
                <a:cubicBezTo>
                  <a:pt x="60175" y="10057"/>
                  <a:pt x="60192" y="10109"/>
                  <a:pt x="60209" y="10162"/>
                </a:cubicBezTo>
                <a:lnTo>
                  <a:pt x="60209" y="10162"/>
                </a:lnTo>
                <a:cubicBezTo>
                  <a:pt x="60209" y="10089"/>
                  <a:pt x="60208" y="10023"/>
                  <a:pt x="60141" y="10023"/>
                </a:cubicBezTo>
                <a:close/>
                <a:moveTo>
                  <a:pt x="26416" y="9090"/>
                </a:moveTo>
                <a:cubicBezTo>
                  <a:pt x="26491" y="9451"/>
                  <a:pt x="26560" y="9806"/>
                  <a:pt x="26560" y="10167"/>
                </a:cubicBezTo>
                <a:cubicBezTo>
                  <a:pt x="26560" y="10092"/>
                  <a:pt x="26491" y="9949"/>
                  <a:pt x="26416" y="9880"/>
                </a:cubicBezTo>
                <a:cubicBezTo>
                  <a:pt x="26416" y="9806"/>
                  <a:pt x="26416" y="9663"/>
                  <a:pt x="26348" y="9594"/>
                </a:cubicBezTo>
                <a:cubicBezTo>
                  <a:pt x="26416" y="9451"/>
                  <a:pt x="26416" y="9233"/>
                  <a:pt x="26416" y="9090"/>
                </a:cubicBezTo>
                <a:close/>
                <a:moveTo>
                  <a:pt x="102382" y="10023"/>
                </a:moveTo>
                <a:cubicBezTo>
                  <a:pt x="102450" y="10023"/>
                  <a:pt x="102450" y="10092"/>
                  <a:pt x="102450" y="10092"/>
                </a:cubicBezTo>
                <a:lnTo>
                  <a:pt x="102450" y="10167"/>
                </a:lnTo>
                <a:cubicBezTo>
                  <a:pt x="102382" y="10092"/>
                  <a:pt x="102382" y="10092"/>
                  <a:pt x="102382" y="10023"/>
                </a:cubicBezTo>
                <a:close/>
                <a:moveTo>
                  <a:pt x="89351" y="10092"/>
                </a:moveTo>
                <a:lnTo>
                  <a:pt x="89351" y="10310"/>
                </a:lnTo>
                <a:cubicBezTo>
                  <a:pt x="89351" y="10235"/>
                  <a:pt x="89351" y="10235"/>
                  <a:pt x="89277" y="10167"/>
                </a:cubicBezTo>
                <a:cubicBezTo>
                  <a:pt x="89277" y="10167"/>
                  <a:pt x="89351" y="10167"/>
                  <a:pt x="89351" y="10092"/>
                </a:cubicBezTo>
                <a:close/>
                <a:moveTo>
                  <a:pt x="51188" y="9376"/>
                </a:moveTo>
                <a:lnTo>
                  <a:pt x="51406" y="10023"/>
                </a:lnTo>
                <a:cubicBezTo>
                  <a:pt x="51332" y="10023"/>
                  <a:pt x="51332" y="10092"/>
                  <a:pt x="51263" y="10167"/>
                </a:cubicBezTo>
                <a:lnTo>
                  <a:pt x="51051" y="9748"/>
                </a:lnTo>
                <a:lnTo>
                  <a:pt x="51051" y="9748"/>
                </a:lnTo>
                <a:cubicBezTo>
                  <a:pt x="51120" y="9888"/>
                  <a:pt x="51121" y="10027"/>
                  <a:pt x="51188" y="10167"/>
                </a:cubicBezTo>
                <a:lnTo>
                  <a:pt x="50976" y="10378"/>
                </a:lnTo>
                <a:lnTo>
                  <a:pt x="50976" y="10235"/>
                </a:lnTo>
                <a:cubicBezTo>
                  <a:pt x="50976" y="10092"/>
                  <a:pt x="51045" y="9949"/>
                  <a:pt x="51045" y="9737"/>
                </a:cubicBezTo>
                <a:cubicBezTo>
                  <a:pt x="51120" y="9594"/>
                  <a:pt x="51120" y="9519"/>
                  <a:pt x="51188" y="9376"/>
                </a:cubicBezTo>
                <a:close/>
                <a:moveTo>
                  <a:pt x="112617" y="10378"/>
                </a:moveTo>
                <a:cubicBezTo>
                  <a:pt x="112617" y="10378"/>
                  <a:pt x="112617" y="10378"/>
                  <a:pt x="112617" y="10378"/>
                </a:cubicBezTo>
                <a:lnTo>
                  <a:pt x="112617" y="10378"/>
                </a:lnTo>
                <a:close/>
                <a:moveTo>
                  <a:pt x="112617" y="10378"/>
                </a:moveTo>
                <a:cubicBezTo>
                  <a:pt x="112617" y="10378"/>
                  <a:pt x="112617" y="10378"/>
                  <a:pt x="112617" y="10378"/>
                </a:cubicBezTo>
                <a:lnTo>
                  <a:pt x="112617" y="10378"/>
                </a:lnTo>
                <a:close/>
                <a:moveTo>
                  <a:pt x="82621" y="10235"/>
                </a:moveTo>
                <a:cubicBezTo>
                  <a:pt x="82644" y="10302"/>
                  <a:pt x="82666" y="10366"/>
                  <a:pt x="82688" y="10429"/>
                </a:cubicBezTo>
                <a:lnTo>
                  <a:pt x="82688" y="10429"/>
                </a:lnTo>
                <a:cubicBezTo>
                  <a:pt x="82668" y="10361"/>
                  <a:pt x="82646" y="10296"/>
                  <a:pt x="82621" y="10235"/>
                </a:cubicBezTo>
                <a:close/>
                <a:moveTo>
                  <a:pt x="45031" y="8517"/>
                </a:moveTo>
                <a:cubicBezTo>
                  <a:pt x="45031" y="9164"/>
                  <a:pt x="45031" y="9806"/>
                  <a:pt x="44962" y="10453"/>
                </a:cubicBezTo>
                <a:lnTo>
                  <a:pt x="44888" y="10378"/>
                </a:lnTo>
                <a:cubicBezTo>
                  <a:pt x="44962" y="9880"/>
                  <a:pt x="44962" y="9233"/>
                  <a:pt x="45031" y="8517"/>
                </a:cubicBezTo>
                <a:close/>
                <a:moveTo>
                  <a:pt x="112044" y="6656"/>
                </a:moveTo>
                <a:cubicBezTo>
                  <a:pt x="112405" y="7372"/>
                  <a:pt x="112617" y="8231"/>
                  <a:pt x="112760" y="9164"/>
                </a:cubicBezTo>
                <a:cubicBezTo>
                  <a:pt x="112548" y="9233"/>
                  <a:pt x="112405" y="9451"/>
                  <a:pt x="112262" y="9663"/>
                </a:cubicBezTo>
                <a:cubicBezTo>
                  <a:pt x="112044" y="9880"/>
                  <a:pt x="111901" y="10167"/>
                  <a:pt x="111758" y="10453"/>
                </a:cubicBezTo>
                <a:lnTo>
                  <a:pt x="111758" y="10378"/>
                </a:lnTo>
                <a:cubicBezTo>
                  <a:pt x="111832" y="10023"/>
                  <a:pt x="111832" y="9519"/>
                  <a:pt x="111832" y="9021"/>
                </a:cubicBezTo>
                <a:cubicBezTo>
                  <a:pt x="111975" y="8878"/>
                  <a:pt x="112044" y="8735"/>
                  <a:pt x="112044" y="8735"/>
                </a:cubicBezTo>
                <a:lnTo>
                  <a:pt x="112044" y="8735"/>
                </a:lnTo>
                <a:lnTo>
                  <a:pt x="111901" y="8878"/>
                </a:lnTo>
                <a:cubicBezTo>
                  <a:pt x="111901" y="8162"/>
                  <a:pt x="111975" y="7446"/>
                  <a:pt x="112044" y="6656"/>
                </a:cubicBezTo>
                <a:close/>
                <a:moveTo>
                  <a:pt x="70021" y="10235"/>
                </a:moveTo>
                <a:lnTo>
                  <a:pt x="70021" y="10522"/>
                </a:lnTo>
                <a:cubicBezTo>
                  <a:pt x="70021" y="10453"/>
                  <a:pt x="69946" y="10453"/>
                  <a:pt x="69946" y="10453"/>
                </a:cubicBezTo>
                <a:cubicBezTo>
                  <a:pt x="69946" y="10378"/>
                  <a:pt x="70021" y="10310"/>
                  <a:pt x="70021" y="10235"/>
                </a:cubicBezTo>
                <a:close/>
                <a:moveTo>
                  <a:pt x="104885" y="10378"/>
                </a:moveTo>
                <a:lnTo>
                  <a:pt x="104885" y="10522"/>
                </a:lnTo>
                <a:cubicBezTo>
                  <a:pt x="104885" y="10522"/>
                  <a:pt x="104816" y="10522"/>
                  <a:pt x="104816" y="10453"/>
                </a:cubicBezTo>
                <a:cubicBezTo>
                  <a:pt x="104885" y="10453"/>
                  <a:pt x="104885" y="10453"/>
                  <a:pt x="104885" y="10378"/>
                </a:cubicBezTo>
                <a:close/>
                <a:moveTo>
                  <a:pt x="92713" y="10453"/>
                </a:moveTo>
                <a:cubicBezTo>
                  <a:pt x="92729" y="10487"/>
                  <a:pt x="92743" y="10521"/>
                  <a:pt x="92758" y="10554"/>
                </a:cubicBezTo>
                <a:lnTo>
                  <a:pt x="92758" y="10554"/>
                </a:lnTo>
                <a:cubicBezTo>
                  <a:pt x="92745" y="10520"/>
                  <a:pt x="92730" y="10486"/>
                  <a:pt x="92713" y="10453"/>
                </a:cubicBezTo>
                <a:close/>
                <a:moveTo>
                  <a:pt x="110687" y="9949"/>
                </a:moveTo>
                <a:cubicBezTo>
                  <a:pt x="110687" y="10023"/>
                  <a:pt x="110612" y="10167"/>
                  <a:pt x="110612" y="10235"/>
                </a:cubicBezTo>
                <a:cubicBezTo>
                  <a:pt x="110543" y="10378"/>
                  <a:pt x="110469" y="10453"/>
                  <a:pt x="110400" y="10596"/>
                </a:cubicBezTo>
                <a:cubicBezTo>
                  <a:pt x="110469" y="10378"/>
                  <a:pt x="110612" y="10167"/>
                  <a:pt x="110687" y="9949"/>
                </a:cubicBezTo>
                <a:close/>
                <a:moveTo>
                  <a:pt x="54270" y="10092"/>
                </a:moveTo>
                <a:cubicBezTo>
                  <a:pt x="54339" y="10235"/>
                  <a:pt x="54413" y="10378"/>
                  <a:pt x="54413" y="10522"/>
                </a:cubicBezTo>
                <a:lnTo>
                  <a:pt x="54270" y="10665"/>
                </a:lnTo>
                <a:lnTo>
                  <a:pt x="54270" y="10092"/>
                </a:lnTo>
                <a:close/>
                <a:moveTo>
                  <a:pt x="67512" y="9594"/>
                </a:moveTo>
                <a:cubicBezTo>
                  <a:pt x="67655" y="9880"/>
                  <a:pt x="67655" y="10092"/>
                  <a:pt x="67730" y="10378"/>
                </a:cubicBezTo>
                <a:cubicBezTo>
                  <a:pt x="67730" y="10453"/>
                  <a:pt x="67655" y="10522"/>
                  <a:pt x="67655" y="10665"/>
                </a:cubicBezTo>
                <a:cubicBezTo>
                  <a:pt x="67586" y="10522"/>
                  <a:pt x="67586" y="10378"/>
                  <a:pt x="67512" y="10167"/>
                </a:cubicBezTo>
                <a:lnTo>
                  <a:pt x="67512" y="9594"/>
                </a:lnTo>
                <a:close/>
                <a:moveTo>
                  <a:pt x="87272" y="10522"/>
                </a:moveTo>
                <a:cubicBezTo>
                  <a:pt x="87272" y="10596"/>
                  <a:pt x="87272" y="10665"/>
                  <a:pt x="87347" y="10665"/>
                </a:cubicBezTo>
                <a:cubicBezTo>
                  <a:pt x="87347" y="10596"/>
                  <a:pt x="87272" y="10522"/>
                  <a:pt x="87272" y="10522"/>
                </a:cubicBezTo>
                <a:close/>
                <a:moveTo>
                  <a:pt x="104598" y="10310"/>
                </a:moveTo>
                <a:lnTo>
                  <a:pt x="104598" y="10453"/>
                </a:lnTo>
                <a:cubicBezTo>
                  <a:pt x="104598" y="10453"/>
                  <a:pt x="104598" y="10522"/>
                  <a:pt x="104530" y="10596"/>
                </a:cubicBezTo>
                <a:lnTo>
                  <a:pt x="104455" y="10665"/>
                </a:lnTo>
                <a:cubicBezTo>
                  <a:pt x="104530" y="10596"/>
                  <a:pt x="104530" y="10453"/>
                  <a:pt x="104598" y="10310"/>
                </a:cubicBezTo>
                <a:close/>
                <a:moveTo>
                  <a:pt x="112760" y="9233"/>
                </a:moveTo>
                <a:cubicBezTo>
                  <a:pt x="112760" y="9376"/>
                  <a:pt x="112835" y="9519"/>
                  <a:pt x="112835" y="9737"/>
                </a:cubicBezTo>
                <a:cubicBezTo>
                  <a:pt x="112835" y="9949"/>
                  <a:pt x="112760" y="10167"/>
                  <a:pt x="112760" y="10378"/>
                </a:cubicBezTo>
                <a:cubicBezTo>
                  <a:pt x="112691" y="10453"/>
                  <a:pt x="112691" y="10522"/>
                  <a:pt x="112617" y="10596"/>
                </a:cubicBezTo>
                <a:lnTo>
                  <a:pt x="112617" y="10378"/>
                </a:lnTo>
                <a:cubicBezTo>
                  <a:pt x="112617" y="10453"/>
                  <a:pt x="112548" y="10596"/>
                  <a:pt x="112474" y="10665"/>
                </a:cubicBezTo>
                <a:cubicBezTo>
                  <a:pt x="112474" y="10596"/>
                  <a:pt x="112405" y="10596"/>
                  <a:pt x="112405" y="10522"/>
                </a:cubicBezTo>
                <a:cubicBezTo>
                  <a:pt x="112474" y="10092"/>
                  <a:pt x="112617" y="9663"/>
                  <a:pt x="112760" y="9233"/>
                </a:cubicBezTo>
                <a:close/>
                <a:moveTo>
                  <a:pt x="40020" y="8660"/>
                </a:moveTo>
                <a:cubicBezTo>
                  <a:pt x="40094" y="8947"/>
                  <a:pt x="40163" y="9233"/>
                  <a:pt x="40163" y="9594"/>
                </a:cubicBezTo>
                <a:cubicBezTo>
                  <a:pt x="40094" y="9949"/>
                  <a:pt x="40094" y="10310"/>
                  <a:pt x="40020" y="10665"/>
                </a:cubicBezTo>
                <a:cubicBezTo>
                  <a:pt x="40020" y="10739"/>
                  <a:pt x="39951" y="10739"/>
                  <a:pt x="39951" y="10739"/>
                </a:cubicBezTo>
                <a:cubicBezTo>
                  <a:pt x="39951" y="10665"/>
                  <a:pt x="39876" y="10522"/>
                  <a:pt x="39876" y="10378"/>
                </a:cubicBezTo>
                <a:cubicBezTo>
                  <a:pt x="39950" y="9886"/>
                  <a:pt x="39951" y="9322"/>
                  <a:pt x="40017" y="8756"/>
                </a:cubicBezTo>
                <a:lnTo>
                  <a:pt x="40017" y="8756"/>
                </a:lnTo>
                <a:cubicBezTo>
                  <a:pt x="40005" y="8804"/>
                  <a:pt x="39951" y="8812"/>
                  <a:pt x="39951" y="8877"/>
                </a:cubicBezTo>
                <a:lnTo>
                  <a:pt x="39951" y="8877"/>
                </a:lnTo>
                <a:cubicBezTo>
                  <a:pt x="39951" y="8803"/>
                  <a:pt x="40020" y="8734"/>
                  <a:pt x="40020" y="8660"/>
                </a:cubicBezTo>
                <a:close/>
                <a:moveTo>
                  <a:pt x="47683" y="10310"/>
                </a:moveTo>
                <a:lnTo>
                  <a:pt x="47683" y="10808"/>
                </a:lnTo>
                <a:lnTo>
                  <a:pt x="47609" y="10808"/>
                </a:lnTo>
                <a:lnTo>
                  <a:pt x="47609" y="10739"/>
                </a:lnTo>
                <a:cubicBezTo>
                  <a:pt x="47609" y="10596"/>
                  <a:pt x="47683" y="10453"/>
                  <a:pt x="47683" y="10310"/>
                </a:cubicBezTo>
                <a:close/>
                <a:moveTo>
                  <a:pt x="107680" y="10092"/>
                </a:moveTo>
                <a:lnTo>
                  <a:pt x="107680" y="10378"/>
                </a:lnTo>
                <a:cubicBezTo>
                  <a:pt x="107680" y="10453"/>
                  <a:pt x="107680" y="10522"/>
                  <a:pt x="107748" y="10596"/>
                </a:cubicBezTo>
                <a:cubicBezTo>
                  <a:pt x="107680" y="10665"/>
                  <a:pt x="107605" y="10739"/>
                  <a:pt x="107605" y="10808"/>
                </a:cubicBezTo>
                <a:cubicBezTo>
                  <a:pt x="107605" y="10596"/>
                  <a:pt x="107605" y="10378"/>
                  <a:pt x="107680" y="10092"/>
                </a:cubicBezTo>
                <a:close/>
                <a:moveTo>
                  <a:pt x="22550" y="9376"/>
                </a:moveTo>
                <a:cubicBezTo>
                  <a:pt x="22550" y="9880"/>
                  <a:pt x="22550" y="10378"/>
                  <a:pt x="22482" y="10883"/>
                </a:cubicBezTo>
                <a:cubicBezTo>
                  <a:pt x="22482" y="10739"/>
                  <a:pt x="22482" y="10665"/>
                  <a:pt x="22407" y="10522"/>
                </a:cubicBezTo>
                <a:cubicBezTo>
                  <a:pt x="22407" y="10378"/>
                  <a:pt x="22482" y="10235"/>
                  <a:pt x="22482" y="10167"/>
                </a:cubicBezTo>
                <a:cubicBezTo>
                  <a:pt x="22482" y="9880"/>
                  <a:pt x="22482" y="9663"/>
                  <a:pt x="22550" y="9376"/>
                </a:cubicBezTo>
                <a:close/>
                <a:moveTo>
                  <a:pt x="51406" y="10092"/>
                </a:moveTo>
                <a:cubicBezTo>
                  <a:pt x="51475" y="10310"/>
                  <a:pt x="51475" y="10453"/>
                  <a:pt x="51549" y="10665"/>
                </a:cubicBezTo>
                <a:cubicBezTo>
                  <a:pt x="51475" y="10739"/>
                  <a:pt x="51475" y="10808"/>
                  <a:pt x="51475" y="10883"/>
                </a:cubicBezTo>
                <a:cubicBezTo>
                  <a:pt x="51406" y="10665"/>
                  <a:pt x="51332" y="10522"/>
                  <a:pt x="51263" y="10310"/>
                </a:cubicBezTo>
                <a:cubicBezTo>
                  <a:pt x="51332" y="10167"/>
                  <a:pt x="51406" y="10167"/>
                  <a:pt x="51406" y="10092"/>
                </a:cubicBezTo>
                <a:close/>
                <a:moveTo>
                  <a:pt x="51618" y="10808"/>
                </a:moveTo>
                <a:lnTo>
                  <a:pt x="51618" y="10883"/>
                </a:lnTo>
                <a:lnTo>
                  <a:pt x="51549" y="10883"/>
                </a:lnTo>
                <a:lnTo>
                  <a:pt x="51549" y="10808"/>
                </a:lnTo>
                <a:close/>
                <a:moveTo>
                  <a:pt x="112405" y="10596"/>
                </a:moveTo>
                <a:cubicBezTo>
                  <a:pt x="112405" y="10596"/>
                  <a:pt x="112405" y="10665"/>
                  <a:pt x="112474" y="10739"/>
                </a:cubicBezTo>
                <a:cubicBezTo>
                  <a:pt x="112474" y="10808"/>
                  <a:pt x="112405" y="10808"/>
                  <a:pt x="112405" y="10883"/>
                </a:cubicBezTo>
                <a:cubicBezTo>
                  <a:pt x="112405" y="10808"/>
                  <a:pt x="112330" y="10739"/>
                  <a:pt x="112330" y="10665"/>
                </a:cubicBezTo>
                <a:cubicBezTo>
                  <a:pt x="112330" y="10665"/>
                  <a:pt x="112330" y="10596"/>
                  <a:pt x="112405" y="10596"/>
                </a:cubicBezTo>
                <a:close/>
                <a:moveTo>
                  <a:pt x="97582" y="10883"/>
                </a:moveTo>
                <a:lnTo>
                  <a:pt x="97582" y="10951"/>
                </a:lnTo>
                <a:cubicBezTo>
                  <a:pt x="97582" y="10883"/>
                  <a:pt x="97582" y="10883"/>
                  <a:pt x="97513" y="10883"/>
                </a:cubicBezTo>
                <a:close/>
                <a:moveTo>
                  <a:pt x="101379" y="10522"/>
                </a:moveTo>
                <a:cubicBezTo>
                  <a:pt x="101379" y="10596"/>
                  <a:pt x="101448" y="10665"/>
                  <a:pt x="101448" y="10808"/>
                </a:cubicBezTo>
                <a:lnTo>
                  <a:pt x="101305" y="10951"/>
                </a:lnTo>
                <a:cubicBezTo>
                  <a:pt x="101305" y="10883"/>
                  <a:pt x="101305" y="10808"/>
                  <a:pt x="101236" y="10739"/>
                </a:cubicBezTo>
                <a:cubicBezTo>
                  <a:pt x="101305" y="10665"/>
                  <a:pt x="101305" y="10596"/>
                  <a:pt x="101379" y="10522"/>
                </a:cubicBezTo>
                <a:close/>
                <a:moveTo>
                  <a:pt x="106677" y="10665"/>
                </a:moveTo>
                <a:lnTo>
                  <a:pt x="106677" y="10808"/>
                </a:lnTo>
                <a:lnTo>
                  <a:pt x="106677" y="10951"/>
                </a:lnTo>
                <a:cubicBezTo>
                  <a:pt x="106677" y="10883"/>
                  <a:pt x="106603" y="10883"/>
                  <a:pt x="106603" y="10808"/>
                </a:cubicBezTo>
                <a:cubicBezTo>
                  <a:pt x="106677" y="10739"/>
                  <a:pt x="106677" y="10739"/>
                  <a:pt x="106677" y="10665"/>
                </a:cubicBezTo>
                <a:close/>
                <a:moveTo>
                  <a:pt x="26491" y="10378"/>
                </a:moveTo>
                <a:lnTo>
                  <a:pt x="26491" y="10378"/>
                </a:lnTo>
                <a:cubicBezTo>
                  <a:pt x="26560" y="10522"/>
                  <a:pt x="26560" y="10596"/>
                  <a:pt x="26560" y="10739"/>
                </a:cubicBezTo>
                <a:lnTo>
                  <a:pt x="26560" y="11026"/>
                </a:lnTo>
                <a:cubicBezTo>
                  <a:pt x="26560" y="10808"/>
                  <a:pt x="26491" y="10596"/>
                  <a:pt x="26491" y="10378"/>
                </a:cubicBezTo>
                <a:close/>
                <a:moveTo>
                  <a:pt x="52552" y="10310"/>
                </a:moveTo>
                <a:lnTo>
                  <a:pt x="52552" y="10453"/>
                </a:lnTo>
                <a:cubicBezTo>
                  <a:pt x="52552" y="10596"/>
                  <a:pt x="52477" y="10739"/>
                  <a:pt x="52477" y="10883"/>
                </a:cubicBezTo>
                <a:cubicBezTo>
                  <a:pt x="52477" y="10883"/>
                  <a:pt x="52408" y="10951"/>
                  <a:pt x="52408" y="11026"/>
                </a:cubicBezTo>
                <a:cubicBezTo>
                  <a:pt x="52334" y="10951"/>
                  <a:pt x="52334" y="10883"/>
                  <a:pt x="52265" y="10808"/>
                </a:cubicBezTo>
                <a:cubicBezTo>
                  <a:pt x="52334" y="10665"/>
                  <a:pt x="52477" y="10453"/>
                  <a:pt x="52552" y="10310"/>
                </a:cubicBezTo>
                <a:close/>
                <a:moveTo>
                  <a:pt x="37660" y="9880"/>
                </a:moveTo>
                <a:cubicBezTo>
                  <a:pt x="37660" y="10310"/>
                  <a:pt x="37585" y="10739"/>
                  <a:pt x="37517" y="11094"/>
                </a:cubicBezTo>
                <a:cubicBezTo>
                  <a:pt x="37517" y="10951"/>
                  <a:pt x="37442" y="10808"/>
                  <a:pt x="37373" y="10596"/>
                </a:cubicBezTo>
                <a:lnTo>
                  <a:pt x="37373" y="10453"/>
                </a:lnTo>
                <a:cubicBezTo>
                  <a:pt x="37585" y="10092"/>
                  <a:pt x="37585" y="10023"/>
                  <a:pt x="37660" y="9880"/>
                </a:cubicBezTo>
                <a:close/>
                <a:moveTo>
                  <a:pt x="40020" y="10808"/>
                </a:moveTo>
                <a:cubicBezTo>
                  <a:pt x="39951" y="10883"/>
                  <a:pt x="39951" y="11026"/>
                  <a:pt x="39951" y="11094"/>
                </a:cubicBezTo>
                <a:lnTo>
                  <a:pt x="39951" y="10883"/>
                </a:lnTo>
                <a:lnTo>
                  <a:pt x="40020" y="10808"/>
                </a:lnTo>
                <a:close/>
                <a:moveTo>
                  <a:pt x="55845" y="10808"/>
                </a:moveTo>
                <a:lnTo>
                  <a:pt x="55845" y="10951"/>
                </a:lnTo>
                <a:cubicBezTo>
                  <a:pt x="55845" y="11026"/>
                  <a:pt x="55845" y="11026"/>
                  <a:pt x="55770" y="11094"/>
                </a:cubicBezTo>
                <a:lnTo>
                  <a:pt x="55770" y="11026"/>
                </a:lnTo>
                <a:cubicBezTo>
                  <a:pt x="55770" y="10951"/>
                  <a:pt x="55845" y="10883"/>
                  <a:pt x="55845" y="10808"/>
                </a:cubicBezTo>
                <a:close/>
                <a:moveTo>
                  <a:pt x="58566" y="10596"/>
                </a:moveTo>
                <a:cubicBezTo>
                  <a:pt x="58566" y="10739"/>
                  <a:pt x="58565" y="10883"/>
                  <a:pt x="58491" y="11094"/>
                </a:cubicBezTo>
                <a:cubicBezTo>
                  <a:pt x="58491" y="11026"/>
                  <a:pt x="58491" y="10951"/>
                  <a:pt x="58422" y="10883"/>
                </a:cubicBezTo>
                <a:cubicBezTo>
                  <a:pt x="58491" y="10808"/>
                  <a:pt x="58565" y="10665"/>
                  <a:pt x="58566" y="10596"/>
                </a:cubicBezTo>
                <a:close/>
                <a:moveTo>
                  <a:pt x="51188" y="10453"/>
                </a:moveTo>
                <a:cubicBezTo>
                  <a:pt x="51263" y="10665"/>
                  <a:pt x="51263" y="10883"/>
                  <a:pt x="51263" y="11094"/>
                </a:cubicBezTo>
                <a:lnTo>
                  <a:pt x="51263" y="11169"/>
                </a:lnTo>
                <a:cubicBezTo>
                  <a:pt x="51188" y="11026"/>
                  <a:pt x="51120" y="10883"/>
                  <a:pt x="51120" y="10665"/>
                </a:cubicBezTo>
                <a:cubicBezTo>
                  <a:pt x="51120" y="10596"/>
                  <a:pt x="51188" y="10522"/>
                  <a:pt x="51188" y="10453"/>
                </a:cubicBezTo>
                <a:close/>
                <a:moveTo>
                  <a:pt x="98566" y="8591"/>
                </a:moveTo>
                <a:cubicBezTo>
                  <a:pt x="98357" y="9158"/>
                  <a:pt x="98186" y="10018"/>
                  <a:pt x="98011" y="10883"/>
                </a:cubicBezTo>
                <a:cubicBezTo>
                  <a:pt x="97943" y="10951"/>
                  <a:pt x="97943" y="11026"/>
                  <a:pt x="97868" y="11094"/>
                </a:cubicBezTo>
                <a:lnTo>
                  <a:pt x="97868" y="11169"/>
                </a:lnTo>
                <a:cubicBezTo>
                  <a:pt x="97800" y="11169"/>
                  <a:pt x="97800" y="11169"/>
                  <a:pt x="97800" y="11094"/>
                </a:cubicBezTo>
                <a:cubicBezTo>
                  <a:pt x="97800" y="10808"/>
                  <a:pt x="97868" y="10522"/>
                  <a:pt x="97868" y="10235"/>
                </a:cubicBezTo>
                <a:lnTo>
                  <a:pt x="97868" y="10235"/>
                </a:lnTo>
                <a:cubicBezTo>
                  <a:pt x="97800" y="10378"/>
                  <a:pt x="97656" y="10596"/>
                  <a:pt x="97582" y="10808"/>
                </a:cubicBezTo>
                <a:cubicBezTo>
                  <a:pt x="97800" y="10167"/>
                  <a:pt x="98155" y="9519"/>
                  <a:pt x="98372" y="8947"/>
                </a:cubicBezTo>
                <a:cubicBezTo>
                  <a:pt x="98446" y="8818"/>
                  <a:pt x="98511" y="8698"/>
                  <a:pt x="98566" y="8591"/>
                </a:cubicBezTo>
                <a:close/>
                <a:moveTo>
                  <a:pt x="106534" y="10883"/>
                </a:moveTo>
                <a:lnTo>
                  <a:pt x="106603" y="10951"/>
                </a:lnTo>
                <a:lnTo>
                  <a:pt x="106603" y="11094"/>
                </a:lnTo>
                <a:lnTo>
                  <a:pt x="106534" y="11169"/>
                </a:lnTo>
                <a:lnTo>
                  <a:pt x="106534" y="11094"/>
                </a:lnTo>
                <a:cubicBezTo>
                  <a:pt x="106534" y="11094"/>
                  <a:pt x="106603" y="11026"/>
                  <a:pt x="106603" y="10951"/>
                </a:cubicBezTo>
                <a:lnTo>
                  <a:pt x="106603" y="10951"/>
                </a:lnTo>
                <a:cubicBezTo>
                  <a:pt x="106603" y="10951"/>
                  <a:pt x="106534" y="11026"/>
                  <a:pt x="106460" y="11026"/>
                </a:cubicBezTo>
                <a:cubicBezTo>
                  <a:pt x="106534" y="11026"/>
                  <a:pt x="106534" y="10951"/>
                  <a:pt x="106534" y="10883"/>
                </a:cubicBezTo>
                <a:close/>
                <a:moveTo>
                  <a:pt x="102095" y="10596"/>
                </a:moveTo>
                <a:lnTo>
                  <a:pt x="102095" y="11094"/>
                </a:lnTo>
                <a:lnTo>
                  <a:pt x="101952" y="11238"/>
                </a:lnTo>
                <a:cubicBezTo>
                  <a:pt x="101952" y="11169"/>
                  <a:pt x="101878" y="11094"/>
                  <a:pt x="101878" y="11026"/>
                </a:cubicBezTo>
                <a:lnTo>
                  <a:pt x="102095" y="10596"/>
                </a:lnTo>
                <a:close/>
                <a:moveTo>
                  <a:pt x="87988" y="11238"/>
                </a:moveTo>
                <a:cubicBezTo>
                  <a:pt x="87988" y="11238"/>
                  <a:pt x="87988" y="11238"/>
                  <a:pt x="87988" y="11238"/>
                </a:cubicBezTo>
                <a:lnTo>
                  <a:pt x="87988" y="11238"/>
                </a:lnTo>
                <a:close/>
                <a:moveTo>
                  <a:pt x="78898" y="10739"/>
                </a:moveTo>
                <a:cubicBezTo>
                  <a:pt x="78898" y="10808"/>
                  <a:pt x="78967" y="10883"/>
                  <a:pt x="78967" y="10883"/>
                </a:cubicBezTo>
                <a:cubicBezTo>
                  <a:pt x="78898" y="11026"/>
                  <a:pt x="78824" y="11094"/>
                  <a:pt x="78824" y="11238"/>
                </a:cubicBezTo>
                <a:lnTo>
                  <a:pt x="78824" y="11312"/>
                </a:lnTo>
                <a:cubicBezTo>
                  <a:pt x="78755" y="11238"/>
                  <a:pt x="78755" y="11169"/>
                  <a:pt x="78755" y="11094"/>
                </a:cubicBezTo>
                <a:cubicBezTo>
                  <a:pt x="78824" y="11026"/>
                  <a:pt x="78824" y="10883"/>
                  <a:pt x="78898" y="10739"/>
                </a:cubicBezTo>
                <a:close/>
                <a:moveTo>
                  <a:pt x="104741" y="10739"/>
                </a:moveTo>
                <a:lnTo>
                  <a:pt x="104741" y="10883"/>
                </a:lnTo>
                <a:lnTo>
                  <a:pt x="104741" y="11169"/>
                </a:lnTo>
                <a:cubicBezTo>
                  <a:pt x="104673" y="11238"/>
                  <a:pt x="104598" y="11238"/>
                  <a:pt x="104598" y="11312"/>
                </a:cubicBezTo>
                <a:lnTo>
                  <a:pt x="104598" y="10883"/>
                </a:lnTo>
                <a:cubicBezTo>
                  <a:pt x="104673" y="10808"/>
                  <a:pt x="104673" y="10739"/>
                  <a:pt x="104741" y="10739"/>
                </a:cubicBezTo>
                <a:close/>
                <a:moveTo>
                  <a:pt x="106460" y="11169"/>
                </a:moveTo>
                <a:lnTo>
                  <a:pt x="106460" y="11238"/>
                </a:lnTo>
                <a:lnTo>
                  <a:pt x="106391" y="11312"/>
                </a:lnTo>
                <a:cubicBezTo>
                  <a:pt x="106460" y="11238"/>
                  <a:pt x="106460" y="11238"/>
                  <a:pt x="106460" y="11169"/>
                </a:cubicBezTo>
                <a:close/>
                <a:moveTo>
                  <a:pt x="108539" y="10092"/>
                </a:moveTo>
                <a:cubicBezTo>
                  <a:pt x="108608" y="10092"/>
                  <a:pt x="108608" y="10167"/>
                  <a:pt x="108608" y="10167"/>
                </a:cubicBezTo>
                <a:lnTo>
                  <a:pt x="108608" y="11312"/>
                </a:lnTo>
                <a:cubicBezTo>
                  <a:pt x="108539" y="11094"/>
                  <a:pt x="108396" y="10883"/>
                  <a:pt x="108321" y="10596"/>
                </a:cubicBezTo>
                <a:cubicBezTo>
                  <a:pt x="108396" y="10378"/>
                  <a:pt x="108464" y="10235"/>
                  <a:pt x="108539" y="10092"/>
                </a:cubicBezTo>
                <a:close/>
                <a:moveTo>
                  <a:pt x="53983" y="9307"/>
                </a:moveTo>
                <a:lnTo>
                  <a:pt x="54052" y="9376"/>
                </a:lnTo>
                <a:cubicBezTo>
                  <a:pt x="53909" y="9949"/>
                  <a:pt x="53766" y="10665"/>
                  <a:pt x="53623" y="11381"/>
                </a:cubicBezTo>
                <a:cubicBezTo>
                  <a:pt x="53623" y="10883"/>
                  <a:pt x="53697" y="10378"/>
                  <a:pt x="53766" y="9806"/>
                </a:cubicBezTo>
                <a:cubicBezTo>
                  <a:pt x="53909" y="9451"/>
                  <a:pt x="53909" y="9451"/>
                  <a:pt x="53983" y="9307"/>
                </a:cubicBezTo>
                <a:close/>
                <a:moveTo>
                  <a:pt x="61000" y="11169"/>
                </a:moveTo>
                <a:lnTo>
                  <a:pt x="61000" y="11238"/>
                </a:lnTo>
                <a:lnTo>
                  <a:pt x="60857" y="11381"/>
                </a:lnTo>
                <a:cubicBezTo>
                  <a:pt x="60925" y="11312"/>
                  <a:pt x="60925" y="11238"/>
                  <a:pt x="61000" y="11169"/>
                </a:cubicBezTo>
                <a:close/>
                <a:moveTo>
                  <a:pt x="67873" y="10883"/>
                </a:moveTo>
                <a:cubicBezTo>
                  <a:pt x="67873" y="10951"/>
                  <a:pt x="67942" y="11094"/>
                  <a:pt x="67942" y="11238"/>
                </a:cubicBezTo>
                <a:cubicBezTo>
                  <a:pt x="67942" y="11238"/>
                  <a:pt x="67873" y="11312"/>
                  <a:pt x="67873" y="11381"/>
                </a:cubicBezTo>
                <a:lnTo>
                  <a:pt x="67873" y="11169"/>
                </a:lnTo>
                <a:lnTo>
                  <a:pt x="67873" y="10883"/>
                </a:lnTo>
                <a:close/>
                <a:moveTo>
                  <a:pt x="89134" y="10522"/>
                </a:moveTo>
                <a:cubicBezTo>
                  <a:pt x="89134" y="10596"/>
                  <a:pt x="89134" y="10665"/>
                  <a:pt x="89208" y="10739"/>
                </a:cubicBezTo>
                <a:cubicBezTo>
                  <a:pt x="89065" y="10883"/>
                  <a:pt x="88991" y="11094"/>
                  <a:pt x="88922" y="11381"/>
                </a:cubicBezTo>
                <a:cubicBezTo>
                  <a:pt x="88922" y="11312"/>
                  <a:pt x="88847" y="11238"/>
                  <a:pt x="88847" y="11169"/>
                </a:cubicBezTo>
                <a:lnTo>
                  <a:pt x="88847" y="11026"/>
                </a:lnTo>
                <a:cubicBezTo>
                  <a:pt x="88991" y="10739"/>
                  <a:pt x="89065" y="10665"/>
                  <a:pt x="89134" y="10522"/>
                </a:cubicBezTo>
                <a:close/>
                <a:moveTo>
                  <a:pt x="70519" y="9663"/>
                </a:moveTo>
                <a:cubicBezTo>
                  <a:pt x="70593" y="9806"/>
                  <a:pt x="70593" y="9949"/>
                  <a:pt x="70662" y="10092"/>
                </a:cubicBezTo>
                <a:cubicBezTo>
                  <a:pt x="70737" y="10453"/>
                  <a:pt x="70737" y="10808"/>
                  <a:pt x="70737" y="11094"/>
                </a:cubicBezTo>
                <a:cubicBezTo>
                  <a:pt x="70662" y="11238"/>
                  <a:pt x="70519" y="11381"/>
                  <a:pt x="70450" y="11455"/>
                </a:cubicBezTo>
                <a:cubicBezTo>
                  <a:pt x="70450" y="10951"/>
                  <a:pt x="70519" y="10378"/>
                  <a:pt x="70519" y="9663"/>
                </a:cubicBezTo>
                <a:close/>
                <a:moveTo>
                  <a:pt x="59923" y="9806"/>
                </a:moveTo>
                <a:cubicBezTo>
                  <a:pt x="60066" y="10235"/>
                  <a:pt x="60209" y="10665"/>
                  <a:pt x="60284" y="11026"/>
                </a:cubicBezTo>
                <a:cubicBezTo>
                  <a:pt x="60209" y="11094"/>
                  <a:pt x="60209" y="11238"/>
                  <a:pt x="60141" y="11312"/>
                </a:cubicBezTo>
                <a:cubicBezTo>
                  <a:pt x="60141" y="11094"/>
                  <a:pt x="60141" y="10951"/>
                  <a:pt x="60209" y="10739"/>
                </a:cubicBezTo>
                <a:lnTo>
                  <a:pt x="60209" y="10739"/>
                </a:lnTo>
                <a:cubicBezTo>
                  <a:pt x="60141" y="10883"/>
                  <a:pt x="60066" y="10951"/>
                  <a:pt x="59997" y="11094"/>
                </a:cubicBezTo>
                <a:lnTo>
                  <a:pt x="59923" y="11026"/>
                </a:lnTo>
                <a:lnTo>
                  <a:pt x="59923" y="11026"/>
                </a:lnTo>
                <a:cubicBezTo>
                  <a:pt x="59923" y="11094"/>
                  <a:pt x="59923" y="11169"/>
                  <a:pt x="59997" y="11238"/>
                </a:cubicBezTo>
                <a:cubicBezTo>
                  <a:pt x="59923" y="11312"/>
                  <a:pt x="59854" y="11381"/>
                  <a:pt x="59854" y="11524"/>
                </a:cubicBezTo>
                <a:cubicBezTo>
                  <a:pt x="59854" y="11238"/>
                  <a:pt x="59923" y="11026"/>
                  <a:pt x="59923" y="10808"/>
                </a:cubicBezTo>
                <a:lnTo>
                  <a:pt x="59923" y="10808"/>
                </a:lnTo>
                <a:cubicBezTo>
                  <a:pt x="59780" y="10951"/>
                  <a:pt x="59711" y="11169"/>
                  <a:pt x="59637" y="11381"/>
                </a:cubicBezTo>
                <a:lnTo>
                  <a:pt x="59425" y="10951"/>
                </a:lnTo>
                <a:cubicBezTo>
                  <a:pt x="59568" y="10596"/>
                  <a:pt x="59780" y="10167"/>
                  <a:pt x="59923" y="9806"/>
                </a:cubicBezTo>
                <a:close/>
                <a:moveTo>
                  <a:pt x="67512" y="10235"/>
                </a:moveTo>
                <a:cubicBezTo>
                  <a:pt x="67512" y="10378"/>
                  <a:pt x="67586" y="10596"/>
                  <a:pt x="67586" y="10739"/>
                </a:cubicBezTo>
                <a:cubicBezTo>
                  <a:pt x="67512" y="10951"/>
                  <a:pt x="67443" y="11238"/>
                  <a:pt x="67369" y="11524"/>
                </a:cubicBezTo>
                <a:cubicBezTo>
                  <a:pt x="67443" y="11094"/>
                  <a:pt x="67443" y="10665"/>
                  <a:pt x="67512" y="10235"/>
                </a:cubicBezTo>
                <a:close/>
                <a:moveTo>
                  <a:pt x="88847" y="11238"/>
                </a:moveTo>
                <a:cubicBezTo>
                  <a:pt x="88847" y="11312"/>
                  <a:pt x="88922" y="11381"/>
                  <a:pt x="88922" y="11455"/>
                </a:cubicBezTo>
                <a:lnTo>
                  <a:pt x="88922" y="11524"/>
                </a:lnTo>
                <a:cubicBezTo>
                  <a:pt x="88847" y="11455"/>
                  <a:pt x="88847" y="11381"/>
                  <a:pt x="88847" y="11312"/>
                </a:cubicBezTo>
                <a:lnTo>
                  <a:pt x="88847" y="11238"/>
                </a:lnTo>
                <a:close/>
                <a:moveTo>
                  <a:pt x="89277" y="11312"/>
                </a:moveTo>
                <a:lnTo>
                  <a:pt x="89351" y="11381"/>
                </a:lnTo>
                <a:cubicBezTo>
                  <a:pt x="89277" y="11455"/>
                  <a:pt x="89277" y="11455"/>
                  <a:pt x="89277" y="11524"/>
                </a:cubicBezTo>
                <a:lnTo>
                  <a:pt x="89277" y="11312"/>
                </a:lnTo>
                <a:close/>
                <a:moveTo>
                  <a:pt x="98945" y="10596"/>
                </a:moveTo>
                <a:cubicBezTo>
                  <a:pt x="99014" y="10739"/>
                  <a:pt x="99014" y="10951"/>
                  <a:pt x="99014" y="11094"/>
                </a:cubicBezTo>
                <a:cubicBezTo>
                  <a:pt x="98883" y="11225"/>
                  <a:pt x="98752" y="11356"/>
                  <a:pt x="98513" y="11543"/>
                </a:cubicBezTo>
                <a:lnTo>
                  <a:pt x="98513" y="11543"/>
                </a:lnTo>
                <a:cubicBezTo>
                  <a:pt x="98516" y="11532"/>
                  <a:pt x="98516" y="11524"/>
                  <a:pt x="98516" y="11524"/>
                </a:cubicBezTo>
                <a:lnTo>
                  <a:pt x="98516" y="11455"/>
                </a:lnTo>
                <a:cubicBezTo>
                  <a:pt x="98659" y="11094"/>
                  <a:pt x="98802" y="10883"/>
                  <a:pt x="98945" y="10596"/>
                </a:cubicBezTo>
                <a:close/>
                <a:moveTo>
                  <a:pt x="85554" y="11455"/>
                </a:moveTo>
                <a:cubicBezTo>
                  <a:pt x="85554" y="11524"/>
                  <a:pt x="85628" y="11598"/>
                  <a:pt x="85628" y="11598"/>
                </a:cubicBezTo>
                <a:cubicBezTo>
                  <a:pt x="85628" y="11524"/>
                  <a:pt x="85628" y="11455"/>
                  <a:pt x="85554" y="11455"/>
                </a:cubicBezTo>
                <a:close/>
                <a:moveTo>
                  <a:pt x="102737" y="10883"/>
                </a:moveTo>
                <a:cubicBezTo>
                  <a:pt x="102737" y="11026"/>
                  <a:pt x="102811" y="11094"/>
                  <a:pt x="102811" y="11238"/>
                </a:cubicBezTo>
                <a:cubicBezTo>
                  <a:pt x="102811" y="11312"/>
                  <a:pt x="102811" y="11455"/>
                  <a:pt x="102737" y="11598"/>
                </a:cubicBezTo>
                <a:cubicBezTo>
                  <a:pt x="102737" y="11524"/>
                  <a:pt x="102668" y="11455"/>
                  <a:pt x="102668" y="11381"/>
                </a:cubicBezTo>
                <a:lnTo>
                  <a:pt x="102668" y="11094"/>
                </a:lnTo>
                <a:lnTo>
                  <a:pt x="102668" y="11026"/>
                </a:lnTo>
                <a:cubicBezTo>
                  <a:pt x="102668" y="10951"/>
                  <a:pt x="102737" y="10951"/>
                  <a:pt x="102737" y="10883"/>
                </a:cubicBezTo>
                <a:close/>
                <a:moveTo>
                  <a:pt x="59425" y="11598"/>
                </a:moveTo>
                <a:cubicBezTo>
                  <a:pt x="59425" y="11599"/>
                  <a:pt x="59425" y="11651"/>
                  <a:pt x="59471" y="11664"/>
                </a:cubicBezTo>
                <a:lnTo>
                  <a:pt x="59471" y="11664"/>
                </a:lnTo>
                <a:cubicBezTo>
                  <a:pt x="59461" y="11642"/>
                  <a:pt x="59446" y="11620"/>
                  <a:pt x="59425" y="11598"/>
                </a:cubicBezTo>
                <a:close/>
                <a:moveTo>
                  <a:pt x="76819" y="11238"/>
                </a:moveTo>
                <a:cubicBezTo>
                  <a:pt x="76819" y="11381"/>
                  <a:pt x="76751" y="11524"/>
                  <a:pt x="76751" y="11667"/>
                </a:cubicBezTo>
                <a:cubicBezTo>
                  <a:pt x="76676" y="11667"/>
                  <a:pt x="76676" y="11667"/>
                  <a:pt x="76676" y="11598"/>
                </a:cubicBezTo>
                <a:cubicBezTo>
                  <a:pt x="76751" y="11524"/>
                  <a:pt x="76751" y="11381"/>
                  <a:pt x="76819" y="11238"/>
                </a:cubicBezTo>
                <a:close/>
                <a:moveTo>
                  <a:pt x="78755" y="11169"/>
                </a:moveTo>
                <a:lnTo>
                  <a:pt x="78755" y="11455"/>
                </a:lnTo>
                <a:cubicBezTo>
                  <a:pt x="78755" y="11524"/>
                  <a:pt x="78681" y="11598"/>
                  <a:pt x="78681" y="11667"/>
                </a:cubicBezTo>
                <a:cubicBezTo>
                  <a:pt x="78681" y="11667"/>
                  <a:pt x="78612" y="11598"/>
                  <a:pt x="78612" y="11524"/>
                </a:cubicBezTo>
                <a:cubicBezTo>
                  <a:pt x="78612" y="11455"/>
                  <a:pt x="78681" y="11312"/>
                  <a:pt x="78755" y="11169"/>
                </a:cubicBezTo>
                <a:close/>
                <a:moveTo>
                  <a:pt x="94718" y="11598"/>
                </a:moveTo>
                <a:cubicBezTo>
                  <a:pt x="94718" y="11598"/>
                  <a:pt x="94793" y="11598"/>
                  <a:pt x="94793" y="11667"/>
                </a:cubicBezTo>
                <a:lnTo>
                  <a:pt x="94718" y="11667"/>
                </a:lnTo>
                <a:lnTo>
                  <a:pt x="94718" y="11598"/>
                </a:lnTo>
                <a:close/>
                <a:moveTo>
                  <a:pt x="94220" y="11094"/>
                </a:moveTo>
                <a:cubicBezTo>
                  <a:pt x="94289" y="11238"/>
                  <a:pt x="94363" y="11381"/>
                  <a:pt x="94363" y="11524"/>
                </a:cubicBezTo>
                <a:cubicBezTo>
                  <a:pt x="94289" y="11598"/>
                  <a:pt x="94220" y="11667"/>
                  <a:pt x="94077" y="11742"/>
                </a:cubicBezTo>
                <a:cubicBezTo>
                  <a:pt x="94077" y="11667"/>
                  <a:pt x="94077" y="11598"/>
                  <a:pt x="94002" y="11524"/>
                </a:cubicBezTo>
                <a:lnTo>
                  <a:pt x="94220" y="11094"/>
                </a:lnTo>
                <a:close/>
                <a:moveTo>
                  <a:pt x="101236" y="10808"/>
                </a:moveTo>
                <a:lnTo>
                  <a:pt x="101236" y="11026"/>
                </a:lnTo>
                <a:cubicBezTo>
                  <a:pt x="101162" y="11094"/>
                  <a:pt x="101162" y="11169"/>
                  <a:pt x="101093" y="11238"/>
                </a:cubicBezTo>
                <a:cubicBezTo>
                  <a:pt x="101093" y="11238"/>
                  <a:pt x="101093" y="11169"/>
                  <a:pt x="101018" y="11094"/>
                </a:cubicBezTo>
                <a:lnTo>
                  <a:pt x="101018" y="11094"/>
                </a:lnTo>
                <a:cubicBezTo>
                  <a:pt x="101018" y="11169"/>
                  <a:pt x="101093" y="11238"/>
                  <a:pt x="101093" y="11312"/>
                </a:cubicBezTo>
                <a:cubicBezTo>
                  <a:pt x="100950" y="11455"/>
                  <a:pt x="100875" y="11598"/>
                  <a:pt x="100807" y="11742"/>
                </a:cubicBezTo>
                <a:cubicBezTo>
                  <a:pt x="100807" y="11742"/>
                  <a:pt x="100807" y="11667"/>
                  <a:pt x="100732" y="11598"/>
                </a:cubicBezTo>
                <a:cubicBezTo>
                  <a:pt x="100875" y="11455"/>
                  <a:pt x="100950" y="11312"/>
                  <a:pt x="101018" y="11094"/>
                </a:cubicBezTo>
                <a:cubicBezTo>
                  <a:pt x="101093" y="11026"/>
                  <a:pt x="101162" y="10883"/>
                  <a:pt x="101236" y="10808"/>
                </a:cubicBezTo>
                <a:close/>
                <a:moveTo>
                  <a:pt x="101666" y="11524"/>
                </a:moveTo>
                <a:lnTo>
                  <a:pt x="101666" y="11742"/>
                </a:lnTo>
                <a:cubicBezTo>
                  <a:pt x="101666" y="11742"/>
                  <a:pt x="101591" y="11667"/>
                  <a:pt x="101591" y="11598"/>
                </a:cubicBezTo>
                <a:lnTo>
                  <a:pt x="101666" y="11524"/>
                </a:lnTo>
                <a:close/>
                <a:moveTo>
                  <a:pt x="102668" y="11598"/>
                </a:moveTo>
                <a:cubicBezTo>
                  <a:pt x="102737" y="11598"/>
                  <a:pt x="102737" y="11667"/>
                  <a:pt x="102737" y="11667"/>
                </a:cubicBezTo>
                <a:lnTo>
                  <a:pt x="102737" y="11742"/>
                </a:lnTo>
                <a:cubicBezTo>
                  <a:pt x="102737" y="11667"/>
                  <a:pt x="102737" y="11667"/>
                  <a:pt x="102668" y="11598"/>
                </a:cubicBezTo>
                <a:close/>
                <a:moveTo>
                  <a:pt x="105314" y="10023"/>
                </a:moveTo>
                <a:cubicBezTo>
                  <a:pt x="105457" y="10235"/>
                  <a:pt x="105601" y="10596"/>
                  <a:pt x="105675" y="10883"/>
                </a:cubicBezTo>
                <a:lnTo>
                  <a:pt x="105457" y="11742"/>
                </a:lnTo>
                <a:cubicBezTo>
                  <a:pt x="105389" y="11524"/>
                  <a:pt x="105314" y="11381"/>
                  <a:pt x="105245" y="11238"/>
                </a:cubicBezTo>
                <a:cubicBezTo>
                  <a:pt x="105245" y="11238"/>
                  <a:pt x="105245" y="11169"/>
                  <a:pt x="105171" y="11169"/>
                </a:cubicBezTo>
                <a:cubicBezTo>
                  <a:pt x="105245" y="10808"/>
                  <a:pt x="105245" y="10378"/>
                  <a:pt x="105314" y="10023"/>
                </a:cubicBezTo>
                <a:close/>
                <a:moveTo>
                  <a:pt x="66584" y="11742"/>
                </a:moveTo>
                <a:cubicBezTo>
                  <a:pt x="66653" y="11742"/>
                  <a:pt x="66653" y="11810"/>
                  <a:pt x="66653" y="11810"/>
                </a:cubicBezTo>
                <a:cubicBezTo>
                  <a:pt x="66653" y="11742"/>
                  <a:pt x="66653" y="11742"/>
                  <a:pt x="66584" y="11742"/>
                </a:cubicBezTo>
                <a:close/>
                <a:moveTo>
                  <a:pt x="88779" y="11667"/>
                </a:moveTo>
                <a:cubicBezTo>
                  <a:pt x="88779" y="11667"/>
                  <a:pt x="88847" y="11742"/>
                  <a:pt x="88847" y="11810"/>
                </a:cubicBezTo>
                <a:cubicBezTo>
                  <a:pt x="88779" y="11810"/>
                  <a:pt x="88779" y="11810"/>
                  <a:pt x="88779" y="11742"/>
                </a:cubicBezTo>
                <a:lnTo>
                  <a:pt x="88779" y="11667"/>
                </a:lnTo>
                <a:close/>
                <a:moveTo>
                  <a:pt x="94432" y="11598"/>
                </a:moveTo>
                <a:lnTo>
                  <a:pt x="94432" y="11742"/>
                </a:lnTo>
                <a:cubicBezTo>
                  <a:pt x="94432" y="11742"/>
                  <a:pt x="94363" y="11742"/>
                  <a:pt x="94363" y="11810"/>
                </a:cubicBezTo>
                <a:cubicBezTo>
                  <a:pt x="94363" y="11742"/>
                  <a:pt x="94363" y="11667"/>
                  <a:pt x="94432" y="11598"/>
                </a:cubicBezTo>
                <a:close/>
                <a:moveTo>
                  <a:pt x="106460" y="11598"/>
                </a:moveTo>
                <a:lnTo>
                  <a:pt x="106460" y="11810"/>
                </a:lnTo>
                <a:cubicBezTo>
                  <a:pt x="106391" y="11810"/>
                  <a:pt x="106391" y="11742"/>
                  <a:pt x="106391" y="11742"/>
                </a:cubicBezTo>
                <a:cubicBezTo>
                  <a:pt x="106460" y="11667"/>
                  <a:pt x="106460" y="11667"/>
                  <a:pt x="106460" y="11598"/>
                </a:cubicBezTo>
                <a:close/>
                <a:moveTo>
                  <a:pt x="64648" y="9806"/>
                </a:moveTo>
                <a:cubicBezTo>
                  <a:pt x="64791" y="10023"/>
                  <a:pt x="64866" y="10235"/>
                  <a:pt x="64866" y="10453"/>
                </a:cubicBezTo>
                <a:cubicBezTo>
                  <a:pt x="64866" y="10522"/>
                  <a:pt x="64791" y="10596"/>
                  <a:pt x="64791" y="10665"/>
                </a:cubicBezTo>
                <a:cubicBezTo>
                  <a:pt x="64648" y="10522"/>
                  <a:pt x="64580" y="10379"/>
                  <a:pt x="64505" y="10235"/>
                </a:cubicBezTo>
                <a:lnTo>
                  <a:pt x="64505" y="10235"/>
                </a:lnTo>
                <a:cubicBezTo>
                  <a:pt x="64580" y="10379"/>
                  <a:pt x="64648" y="10596"/>
                  <a:pt x="64723" y="10739"/>
                </a:cubicBezTo>
                <a:cubicBezTo>
                  <a:pt x="64579" y="10951"/>
                  <a:pt x="64436" y="11238"/>
                  <a:pt x="64362" y="11455"/>
                </a:cubicBezTo>
                <a:cubicBezTo>
                  <a:pt x="64293" y="11381"/>
                  <a:pt x="64293" y="11238"/>
                  <a:pt x="64219" y="11169"/>
                </a:cubicBezTo>
                <a:lnTo>
                  <a:pt x="64219" y="11169"/>
                </a:lnTo>
                <a:cubicBezTo>
                  <a:pt x="64219" y="11238"/>
                  <a:pt x="64293" y="11381"/>
                  <a:pt x="64293" y="11524"/>
                </a:cubicBezTo>
                <a:cubicBezTo>
                  <a:pt x="64219" y="11667"/>
                  <a:pt x="64075" y="11742"/>
                  <a:pt x="64007" y="11885"/>
                </a:cubicBezTo>
                <a:cubicBezTo>
                  <a:pt x="64007" y="11598"/>
                  <a:pt x="64007" y="11312"/>
                  <a:pt x="64075" y="11026"/>
                </a:cubicBezTo>
                <a:cubicBezTo>
                  <a:pt x="64362" y="10378"/>
                  <a:pt x="64579" y="10023"/>
                  <a:pt x="64648" y="9806"/>
                </a:cubicBezTo>
                <a:close/>
                <a:moveTo>
                  <a:pt x="66223" y="11667"/>
                </a:moveTo>
                <a:cubicBezTo>
                  <a:pt x="66223" y="11742"/>
                  <a:pt x="66223" y="11810"/>
                  <a:pt x="66298" y="11885"/>
                </a:cubicBezTo>
                <a:lnTo>
                  <a:pt x="66223" y="11885"/>
                </a:lnTo>
                <a:cubicBezTo>
                  <a:pt x="66223" y="11810"/>
                  <a:pt x="66223" y="11742"/>
                  <a:pt x="66155" y="11667"/>
                </a:cubicBezTo>
                <a:close/>
                <a:moveTo>
                  <a:pt x="97513" y="10951"/>
                </a:moveTo>
                <a:lnTo>
                  <a:pt x="97513" y="11026"/>
                </a:lnTo>
                <a:cubicBezTo>
                  <a:pt x="97439" y="11238"/>
                  <a:pt x="97370" y="11524"/>
                  <a:pt x="97296" y="11810"/>
                </a:cubicBezTo>
                <a:lnTo>
                  <a:pt x="97227" y="11885"/>
                </a:lnTo>
                <a:cubicBezTo>
                  <a:pt x="97296" y="11598"/>
                  <a:pt x="97370" y="11312"/>
                  <a:pt x="97513" y="10951"/>
                </a:cubicBezTo>
                <a:close/>
                <a:moveTo>
                  <a:pt x="108332" y="10831"/>
                </a:moveTo>
                <a:cubicBezTo>
                  <a:pt x="108464" y="11117"/>
                  <a:pt x="108466" y="11534"/>
                  <a:pt x="108539" y="11885"/>
                </a:cubicBezTo>
                <a:lnTo>
                  <a:pt x="108464" y="11885"/>
                </a:lnTo>
                <a:cubicBezTo>
                  <a:pt x="108464" y="11667"/>
                  <a:pt x="108464" y="11524"/>
                  <a:pt x="108396" y="11312"/>
                </a:cubicBezTo>
                <a:cubicBezTo>
                  <a:pt x="108396" y="11176"/>
                  <a:pt x="108396" y="10974"/>
                  <a:pt x="108332" y="10831"/>
                </a:cubicBezTo>
                <a:close/>
                <a:moveTo>
                  <a:pt x="61784" y="10665"/>
                </a:moveTo>
                <a:lnTo>
                  <a:pt x="61784" y="11094"/>
                </a:lnTo>
                <a:cubicBezTo>
                  <a:pt x="61784" y="11381"/>
                  <a:pt x="61716" y="11667"/>
                  <a:pt x="61641" y="11954"/>
                </a:cubicBezTo>
                <a:cubicBezTo>
                  <a:pt x="61573" y="11810"/>
                  <a:pt x="61498" y="11598"/>
                  <a:pt x="61355" y="11381"/>
                </a:cubicBezTo>
                <a:cubicBezTo>
                  <a:pt x="61498" y="11094"/>
                  <a:pt x="61641" y="10883"/>
                  <a:pt x="61784" y="10665"/>
                </a:cubicBezTo>
                <a:close/>
                <a:moveTo>
                  <a:pt x="72237" y="11742"/>
                </a:moveTo>
                <a:cubicBezTo>
                  <a:pt x="72312" y="11810"/>
                  <a:pt x="72312" y="11885"/>
                  <a:pt x="72312" y="11885"/>
                </a:cubicBezTo>
                <a:lnTo>
                  <a:pt x="72312" y="11954"/>
                </a:lnTo>
                <a:lnTo>
                  <a:pt x="72237" y="11885"/>
                </a:lnTo>
                <a:lnTo>
                  <a:pt x="72237" y="11742"/>
                </a:lnTo>
                <a:close/>
                <a:moveTo>
                  <a:pt x="77822" y="11598"/>
                </a:moveTo>
                <a:cubicBezTo>
                  <a:pt x="77753" y="11742"/>
                  <a:pt x="77753" y="11810"/>
                  <a:pt x="77679" y="11954"/>
                </a:cubicBezTo>
                <a:lnTo>
                  <a:pt x="77679" y="11885"/>
                </a:lnTo>
                <a:cubicBezTo>
                  <a:pt x="77753" y="11810"/>
                  <a:pt x="77753" y="11667"/>
                  <a:pt x="77822" y="11598"/>
                </a:cubicBezTo>
                <a:close/>
                <a:moveTo>
                  <a:pt x="69734" y="10883"/>
                </a:moveTo>
                <a:cubicBezTo>
                  <a:pt x="69803" y="11026"/>
                  <a:pt x="69803" y="11238"/>
                  <a:pt x="69878" y="11381"/>
                </a:cubicBezTo>
                <a:cubicBezTo>
                  <a:pt x="69803" y="11455"/>
                  <a:pt x="69803" y="11524"/>
                  <a:pt x="69803" y="11598"/>
                </a:cubicBezTo>
                <a:cubicBezTo>
                  <a:pt x="69734" y="11742"/>
                  <a:pt x="69660" y="11885"/>
                  <a:pt x="69660" y="12028"/>
                </a:cubicBezTo>
                <a:cubicBezTo>
                  <a:pt x="69591" y="11885"/>
                  <a:pt x="69517" y="11667"/>
                  <a:pt x="69448" y="11455"/>
                </a:cubicBezTo>
                <a:cubicBezTo>
                  <a:pt x="69517" y="11238"/>
                  <a:pt x="69660" y="11094"/>
                  <a:pt x="69734" y="10883"/>
                </a:cubicBezTo>
                <a:close/>
                <a:moveTo>
                  <a:pt x="70805" y="11810"/>
                </a:moveTo>
                <a:lnTo>
                  <a:pt x="70805" y="12028"/>
                </a:lnTo>
                <a:lnTo>
                  <a:pt x="70737" y="11954"/>
                </a:lnTo>
                <a:cubicBezTo>
                  <a:pt x="70737" y="11885"/>
                  <a:pt x="70737" y="11885"/>
                  <a:pt x="70805" y="11810"/>
                </a:cubicBezTo>
                <a:close/>
                <a:moveTo>
                  <a:pt x="75319" y="11455"/>
                </a:moveTo>
                <a:lnTo>
                  <a:pt x="75319" y="12028"/>
                </a:lnTo>
                <a:lnTo>
                  <a:pt x="75244" y="12028"/>
                </a:lnTo>
                <a:cubicBezTo>
                  <a:pt x="75244" y="11885"/>
                  <a:pt x="75244" y="11667"/>
                  <a:pt x="75319" y="11455"/>
                </a:cubicBezTo>
                <a:close/>
                <a:moveTo>
                  <a:pt x="85772" y="10951"/>
                </a:moveTo>
                <a:cubicBezTo>
                  <a:pt x="85984" y="11238"/>
                  <a:pt x="86058" y="11524"/>
                  <a:pt x="86201" y="11810"/>
                </a:cubicBezTo>
                <a:cubicBezTo>
                  <a:pt x="86127" y="11885"/>
                  <a:pt x="86127" y="11954"/>
                  <a:pt x="86058" y="12028"/>
                </a:cubicBezTo>
                <a:cubicBezTo>
                  <a:pt x="85984" y="11742"/>
                  <a:pt x="85915" y="11381"/>
                  <a:pt x="85772" y="11026"/>
                </a:cubicBezTo>
                <a:lnTo>
                  <a:pt x="85772" y="10951"/>
                </a:lnTo>
                <a:close/>
                <a:moveTo>
                  <a:pt x="104598" y="11742"/>
                </a:moveTo>
                <a:lnTo>
                  <a:pt x="104598" y="11810"/>
                </a:lnTo>
                <a:cubicBezTo>
                  <a:pt x="104598" y="11885"/>
                  <a:pt x="104598" y="11954"/>
                  <a:pt x="104530" y="12028"/>
                </a:cubicBezTo>
                <a:lnTo>
                  <a:pt x="104530" y="11954"/>
                </a:lnTo>
                <a:lnTo>
                  <a:pt x="104530" y="11885"/>
                </a:lnTo>
                <a:cubicBezTo>
                  <a:pt x="104530" y="11810"/>
                  <a:pt x="104598" y="11810"/>
                  <a:pt x="104598" y="11742"/>
                </a:cubicBezTo>
                <a:close/>
                <a:moveTo>
                  <a:pt x="88779" y="11954"/>
                </a:moveTo>
                <a:lnTo>
                  <a:pt x="88779" y="12028"/>
                </a:lnTo>
                <a:lnTo>
                  <a:pt x="88779" y="12097"/>
                </a:lnTo>
                <a:lnTo>
                  <a:pt x="88704" y="12097"/>
                </a:lnTo>
                <a:cubicBezTo>
                  <a:pt x="88779" y="12028"/>
                  <a:pt x="88779" y="12028"/>
                  <a:pt x="88779" y="11954"/>
                </a:cubicBezTo>
                <a:close/>
                <a:moveTo>
                  <a:pt x="37299" y="11381"/>
                </a:moveTo>
                <a:cubicBezTo>
                  <a:pt x="37299" y="11524"/>
                  <a:pt x="37373" y="11667"/>
                  <a:pt x="37373" y="11810"/>
                </a:cubicBezTo>
                <a:lnTo>
                  <a:pt x="37373" y="11885"/>
                </a:lnTo>
                <a:cubicBezTo>
                  <a:pt x="37373" y="12028"/>
                  <a:pt x="37299" y="12097"/>
                  <a:pt x="37230" y="12240"/>
                </a:cubicBezTo>
                <a:cubicBezTo>
                  <a:pt x="37230" y="11954"/>
                  <a:pt x="37299" y="11667"/>
                  <a:pt x="37299" y="11381"/>
                </a:cubicBezTo>
                <a:close/>
                <a:moveTo>
                  <a:pt x="59350" y="11238"/>
                </a:moveTo>
                <a:cubicBezTo>
                  <a:pt x="59350" y="11381"/>
                  <a:pt x="59425" y="11524"/>
                  <a:pt x="59493" y="11667"/>
                </a:cubicBezTo>
                <a:cubicBezTo>
                  <a:pt x="59485" y="11667"/>
                  <a:pt x="59478" y="11666"/>
                  <a:pt x="59471" y="11664"/>
                </a:cubicBezTo>
                <a:lnTo>
                  <a:pt x="59471" y="11664"/>
                </a:lnTo>
                <a:cubicBezTo>
                  <a:pt x="59493" y="11713"/>
                  <a:pt x="59493" y="11763"/>
                  <a:pt x="59493" y="11810"/>
                </a:cubicBezTo>
                <a:lnTo>
                  <a:pt x="59493" y="11885"/>
                </a:lnTo>
                <a:cubicBezTo>
                  <a:pt x="59425" y="11954"/>
                  <a:pt x="59281" y="12028"/>
                  <a:pt x="58995" y="12240"/>
                </a:cubicBezTo>
                <a:cubicBezTo>
                  <a:pt x="59064" y="11954"/>
                  <a:pt x="59207" y="11598"/>
                  <a:pt x="59350" y="11238"/>
                </a:cubicBezTo>
                <a:close/>
                <a:moveTo>
                  <a:pt x="73314" y="11524"/>
                </a:moveTo>
                <a:lnTo>
                  <a:pt x="73314" y="12028"/>
                </a:lnTo>
                <a:cubicBezTo>
                  <a:pt x="73314" y="12097"/>
                  <a:pt x="73314" y="12171"/>
                  <a:pt x="73240" y="12240"/>
                </a:cubicBezTo>
                <a:cubicBezTo>
                  <a:pt x="73240" y="12028"/>
                  <a:pt x="73314" y="11810"/>
                  <a:pt x="73314" y="11524"/>
                </a:cubicBezTo>
                <a:close/>
                <a:moveTo>
                  <a:pt x="92358" y="10522"/>
                </a:moveTo>
                <a:cubicBezTo>
                  <a:pt x="92427" y="10665"/>
                  <a:pt x="92502" y="10883"/>
                  <a:pt x="92570" y="11026"/>
                </a:cubicBezTo>
                <a:lnTo>
                  <a:pt x="92570" y="11312"/>
                </a:lnTo>
                <a:cubicBezTo>
                  <a:pt x="92570" y="11238"/>
                  <a:pt x="92502" y="11169"/>
                  <a:pt x="92427" y="11026"/>
                </a:cubicBezTo>
                <a:lnTo>
                  <a:pt x="92427" y="11026"/>
                </a:lnTo>
                <a:cubicBezTo>
                  <a:pt x="92502" y="11169"/>
                  <a:pt x="92502" y="11312"/>
                  <a:pt x="92570" y="11381"/>
                </a:cubicBezTo>
                <a:lnTo>
                  <a:pt x="92570" y="11524"/>
                </a:lnTo>
                <a:lnTo>
                  <a:pt x="92570" y="12097"/>
                </a:lnTo>
                <a:cubicBezTo>
                  <a:pt x="92502" y="12171"/>
                  <a:pt x="92502" y="12171"/>
                  <a:pt x="92358" y="12240"/>
                </a:cubicBezTo>
                <a:cubicBezTo>
                  <a:pt x="92358" y="12097"/>
                  <a:pt x="92284" y="12028"/>
                  <a:pt x="92284" y="11885"/>
                </a:cubicBezTo>
                <a:cubicBezTo>
                  <a:pt x="92427" y="11667"/>
                  <a:pt x="92570" y="11455"/>
                  <a:pt x="92570" y="11381"/>
                </a:cubicBezTo>
                <a:lnTo>
                  <a:pt x="92570" y="11381"/>
                </a:lnTo>
                <a:lnTo>
                  <a:pt x="92284" y="11667"/>
                </a:lnTo>
                <a:cubicBezTo>
                  <a:pt x="92284" y="11312"/>
                  <a:pt x="92284" y="10951"/>
                  <a:pt x="92358" y="10522"/>
                </a:cubicBezTo>
                <a:close/>
                <a:moveTo>
                  <a:pt x="66653" y="11667"/>
                </a:moveTo>
                <a:lnTo>
                  <a:pt x="66653" y="11810"/>
                </a:lnTo>
                <a:lnTo>
                  <a:pt x="66653" y="12314"/>
                </a:lnTo>
                <a:cubicBezTo>
                  <a:pt x="66584" y="12171"/>
                  <a:pt x="66510" y="12097"/>
                  <a:pt x="66441" y="11954"/>
                </a:cubicBezTo>
                <a:cubicBezTo>
                  <a:pt x="66584" y="11810"/>
                  <a:pt x="66584" y="11810"/>
                  <a:pt x="66584" y="11742"/>
                </a:cubicBezTo>
                <a:cubicBezTo>
                  <a:pt x="66653" y="11742"/>
                  <a:pt x="66653" y="11667"/>
                  <a:pt x="66653" y="11667"/>
                </a:cubicBezTo>
                <a:close/>
                <a:moveTo>
                  <a:pt x="80972" y="12240"/>
                </a:moveTo>
                <a:cubicBezTo>
                  <a:pt x="81008" y="12277"/>
                  <a:pt x="81027" y="12312"/>
                  <a:pt x="81045" y="12338"/>
                </a:cubicBezTo>
                <a:lnTo>
                  <a:pt x="81045" y="12338"/>
                </a:lnTo>
                <a:cubicBezTo>
                  <a:pt x="81040" y="12308"/>
                  <a:pt x="81025" y="12293"/>
                  <a:pt x="80972" y="12240"/>
                </a:cubicBezTo>
                <a:close/>
                <a:moveTo>
                  <a:pt x="56704" y="11026"/>
                </a:moveTo>
                <a:lnTo>
                  <a:pt x="56704" y="11169"/>
                </a:lnTo>
                <a:cubicBezTo>
                  <a:pt x="56630" y="11598"/>
                  <a:pt x="56561" y="11954"/>
                  <a:pt x="56486" y="12383"/>
                </a:cubicBezTo>
                <a:cubicBezTo>
                  <a:pt x="56486" y="12097"/>
                  <a:pt x="56486" y="11810"/>
                  <a:pt x="56418" y="11524"/>
                </a:cubicBezTo>
                <a:cubicBezTo>
                  <a:pt x="56486" y="11312"/>
                  <a:pt x="56561" y="11169"/>
                  <a:pt x="56704" y="11026"/>
                </a:cubicBezTo>
                <a:close/>
                <a:moveTo>
                  <a:pt x="59425" y="11954"/>
                </a:moveTo>
                <a:cubicBezTo>
                  <a:pt x="59425" y="12097"/>
                  <a:pt x="59350" y="12240"/>
                  <a:pt x="59350" y="12383"/>
                </a:cubicBezTo>
                <a:lnTo>
                  <a:pt x="59281" y="12314"/>
                </a:lnTo>
                <a:cubicBezTo>
                  <a:pt x="59350" y="12097"/>
                  <a:pt x="59425" y="12028"/>
                  <a:pt x="59425" y="11954"/>
                </a:cubicBezTo>
                <a:close/>
                <a:moveTo>
                  <a:pt x="88418" y="11885"/>
                </a:moveTo>
                <a:cubicBezTo>
                  <a:pt x="88418" y="12028"/>
                  <a:pt x="88349" y="12240"/>
                  <a:pt x="88275" y="12383"/>
                </a:cubicBezTo>
                <a:cubicBezTo>
                  <a:pt x="88275" y="12314"/>
                  <a:pt x="88275" y="12314"/>
                  <a:pt x="88206" y="12240"/>
                </a:cubicBezTo>
                <a:cubicBezTo>
                  <a:pt x="88275" y="12097"/>
                  <a:pt x="88349" y="11954"/>
                  <a:pt x="88418" y="11885"/>
                </a:cubicBezTo>
                <a:close/>
                <a:moveTo>
                  <a:pt x="85628" y="11312"/>
                </a:moveTo>
                <a:lnTo>
                  <a:pt x="85628" y="11598"/>
                </a:lnTo>
                <a:cubicBezTo>
                  <a:pt x="85697" y="11885"/>
                  <a:pt x="85697" y="12171"/>
                  <a:pt x="85697" y="12458"/>
                </a:cubicBezTo>
                <a:cubicBezTo>
                  <a:pt x="85628" y="12240"/>
                  <a:pt x="85485" y="12028"/>
                  <a:pt x="85411" y="11742"/>
                </a:cubicBezTo>
                <a:cubicBezTo>
                  <a:pt x="85485" y="11667"/>
                  <a:pt x="85485" y="11524"/>
                  <a:pt x="85554" y="11455"/>
                </a:cubicBezTo>
                <a:cubicBezTo>
                  <a:pt x="85554" y="11381"/>
                  <a:pt x="85628" y="11312"/>
                  <a:pt x="85628" y="11312"/>
                </a:cubicBezTo>
                <a:close/>
                <a:moveTo>
                  <a:pt x="96007" y="12240"/>
                </a:moveTo>
                <a:lnTo>
                  <a:pt x="96007" y="12458"/>
                </a:lnTo>
                <a:cubicBezTo>
                  <a:pt x="96007" y="12458"/>
                  <a:pt x="96007" y="12383"/>
                  <a:pt x="95938" y="12383"/>
                </a:cubicBezTo>
                <a:cubicBezTo>
                  <a:pt x="96007" y="12314"/>
                  <a:pt x="96007" y="12314"/>
                  <a:pt x="96007" y="12240"/>
                </a:cubicBezTo>
                <a:close/>
                <a:moveTo>
                  <a:pt x="98441" y="12171"/>
                </a:moveTo>
                <a:cubicBezTo>
                  <a:pt x="98441" y="12314"/>
                  <a:pt x="98516" y="12383"/>
                  <a:pt x="98516" y="12458"/>
                </a:cubicBezTo>
                <a:cubicBezTo>
                  <a:pt x="98516" y="12458"/>
                  <a:pt x="98441" y="12458"/>
                  <a:pt x="98441" y="12383"/>
                </a:cubicBezTo>
                <a:lnTo>
                  <a:pt x="98441" y="12314"/>
                </a:lnTo>
                <a:lnTo>
                  <a:pt x="98441" y="12171"/>
                </a:lnTo>
                <a:close/>
                <a:moveTo>
                  <a:pt x="70662" y="12028"/>
                </a:moveTo>
                <a:cubicBezTo>
                  <a:pt x="70662" y="12097"/>
                  <a:pt x="70737" y="12171"/>
                  <a:pt x="70737" y="12171"/>
                </a:cubicBezTo>
                <a:cubicBezTo>
                  <a:pt x="70662" y="12314"/>
                  <a:pt x="70662" y="12383"/>
                  <a:pt x="70593" y="12526"/>
                </a:cubicBezTo>
                <a:cubicBezTo>
                  <a:pt x="70593" y="12458"/>
                  <a:pt x="70593" y="12383"/>
                  <a:pt x="70519" y="12314"/>
                </a:cubicBezTo>
                <a:cubicBezTo>
                  <a:pt x="70593" y="12240"/>
                  <a:pt x="70662" y="12097"/>
                  <a:pt x="70662" y="12028"/>
                </a:cubicBezTo>
                <a:close/>
                <a:moveTo>
                  <a:pt x="63360" y="12601"/>
                </a:moveTo>
                <a:cubicBezTo>
                  <a:pt x="63360" y="12601"/>
                  <a:pt x="63359" y="12670"/>
                  <a:pt x="63291" y="12670"/>
                </a:cubicBezTo>
                <a:lnTo>
                  <a:pt x="63360" y="12601"/>
                </a:lnTo>
                <a:close/>
                <a:moveTo>
                  <a:pt x="75319" y="12028"/>
                </a:moveTo>
                <a:lnTo>
                  <a:pt x="75319" y="12028"/>
                </a:lnTo>
                <a:cubicBezTo>
                  <a:pt x="75244" y="12240"/>
                  <a:pt x="75244" y="12383"/>
                  <a:pt x="75244" y="12601"/>
                </a:cubicBezTo>
                <a:lnTo>
                  <a:pt x="75176" y="12670"/>
                </a:lnTo>
                <a:lnTo>
                  <a:pt x="75176" y="12314"/>
                </a:lnTo>
                <a:cubicBezTo>
                  <a:pt x="75244" y="12240"/>
                  <a:pt x="75244" y="12097"/>
                  <a:pt x="75319" y="12028"/>
                </a:cubicBezTo>
                <a:close/>
                <a:moveTo>
                  <a:pt x="66367" y="12097"/>
                </a:moveTo>
                <a:cubicBezTo>
                  <a:pt x="66441" y="12240"/>
                  <a:pt x="66510" y="12383"/>
                  <a:pt x="66584" y="12601"/>
                </a:cubicBezTo>
                <a:cubicBezTo>
                  <a:pt x="66510" y="12601"/>
                  <a:pt x="66510" y="12670"/>
                  <a:pt x="66441" y="12744"/>
                </a:cubicBezTo>
                <a:cubicBezTo>
                  <a:pt x="66441" y="12601"/>
                  <a:pt x="66367" y="12383"/>
                  <a:pt x="66298" y="12240"/>
                </a:cubicBezTo>
                <a:cubicBezTo>
                  <a:pt x="66367" y="12171"/>
                  <a:pt x="66367" y="12171"/>
                  <a:pt x="66367" y="12097"/>
                </a:cubicBezTo>
                <a:close/>
                <a:moveTo>
                  <a:pt x="99014" y="11238"/>
                </a:moveTo>
                <a:lnTo>
                  <a:pt x="99014" y="11810"/>
                </a:lnTo>
                <a:cubicBezTo>
                  <a:pt x="99014" y="11885"/>
                  <a:pt x="98945" y="11954"/>
                  <a:pt x="98945" y="12028"/>
                </a:cubicBezTo>
                <a:cubicBezTo>
                  <a:pt x="98871" y="12240"/>
                  <a:pt x="98802" y="12526"/>
                  <a:pt x="98727" y="12744"/>
                </a:cubicBezTo>
                <a:lnTo>
                  <a:pt x="98516" y="12097"/>
                </a:lnTo>
                <a:cubicBezTo>
                  <a:pt x="98727" y="11667"/>
                  <a:pt x="98871" y="11381"/>
                  <a:pt x="99014" y="11238"/>
                </a:cubicBezTo>
                <a:close/>
                <a:moveTo>
                  <a:pt x="65009" y="11524"/>
                </a:moveTo>
                <a:cubicBezTo>
                  <a:pt x="65152" y="11810"/>
                  <a:pt x="65221" y="12097"/>
                  <a:pt x="65295" y="12383"/>
                </a:cubicBezTo>
                <a:lnTo>
                  <a:pt x="65078" y="12601"/>
                </a:lnTo>
                <a:lnTo>
                  <a:pt x="64866" y="12383"/>
                </a:lnTo>
                <a:lnTo>
                  <a:pt x="64866" y="12383"/>
                </a:lnTo>
                <a:cubicBezTo>
                  <a:pt x="64935" y="12526"/>
                  <a:pt x="64935" y="12670"/>
                  <a:pt x="64935" y="12813"/>
                </a:cubicBezTo>
                <a:cubicBezTo>
                  <a:pt x="64866" y="12813"/>
                  <a:pt x="64866" y="12887"/>
                  <a:pt x="64791" y="12887"/>
                </a:cubicBezTo>
                <a:cubicBezTo>
                  <a:pt x="64791" y="12813"/>
                  <a:pt x="64723" y="12670"/>
                  <a:pt x="64723" y="12526"/>
                </a:cubicBezTo>
                <a:cubicBezTo>
                  <a:pt x="64791" y="12240"/>
                  <a:pt x="64866" y="11885"/>
                  <a:pt x="65009" y="11524"/>
                </a:cubicBezTo>
                <a:close/>
                <a:moveTo>
                  <a:pt x="86270" y="12028"/>
                </a:moveTo>
                <a:cubicBezTo>
                  <a:pt x="86344" y="12240"/>
                  <a:pt x="86413" y="12526"/>
                  <a:pt x="86488" y="12813"/>
                </a:cubicBezTo>
                <a:lnTo>
                  <a:pt x="86488" y="12887"/>
                </a:lnTo>
                <a:cubicBezTo>
                  <a:pt x="86413" y="12744"/>
                  <a:pt x="86270" y="12601"/>
                  <a:pt x="86201" y="12383"/>
                </a:cubicBezTo>
                <a:lnTo>
                  <a:pt x="86270" y="12028"/>
                </a:lnTo>
                <a:close/>
                <a:moveTo>
                  <a:pt x="59207" y="12383"/>
                </a:moveTo>
                <a:lnTo>
                  <a:pt x="59207" y="13030"/>
                </a:lnTo>
                <a:cubicBezTo>
                  <a:pt x="59138" y="12887"/>
                  <a:pt x="59138" y="12744"/>
                  <a:pt x="59064" y="12601"/>
                </a:cubicBezTo>
                <a:cubicBezTo>
                  <a:pt x="59064" y="12526"/>
                  <a:pt x="59138" y="12458"/>
                  <a:pt x="59207" y="12383"/>
                </a:cubicBezTo>
                <a:close/>
                <a:moveTo>
                  <a:pt x="78538" y="11598"/>
                </a:moveTo>
                <a:cubicBezTo>
                  <a:pt x="78612" y="11667"/>
                  <a:pt x="78612" y="11742"/>
                  <a:pt x="78681" y="11810"/>
                </a:cubicBezTo>
                <a:cubicBezTo>
                  <a:pt x="78538" y="12240"/>
                  <a:pt x="78394" y="12601"/>
                  <a:pt x="78251" y="13030"/>
                </a:cubicBezTo>
                <a:lnTo>
                  <a:pt x="78251" y="12813"/>
                </a:lnTo>
                <a:cubicBezTo>
                  <a:pt x="78251" y="12458"/>
                  <a:pt x="78394" y="12028"/>
                  <a:pt x="78538" y="11598"/>
                </a:cubicBezTo>
                <a:close/>
                <a:moveTo>
                  <a:pt x="82833" y="12383"/>
                </a:moveTo>
                <a:cubicBezTo>
                  <a:pt x="82833" y="12383"/>
                  <a:pt x="82908" y="12458"/>
                  <a:pt x="82908" y="12526"/>
                </a:cubicBezTo>
                <a:cubicBezTo>
                  <a:pt x="82908" y="12744"/>
                  <a:pt x="82833" y="12887"/>
                  <a:pt x="82833" y="13099"/>
                </a:cubicBezTo>
                <a:cubicBezTo>
                  <a:pt x="82765" y="12956"/>
                  <a:pt x="82690" y="12887"/>
                  <a:pt x="82690" y="12744"/>
                </a:cubicBezTo>
                <a:cubicBezTo>
                  <a:pt x="82765" y="12601"/>
                  <a:pt x="82765" y="12458"/>
                  <a:pt x="82833" y="12383"/>
                </a:cubicBezTo>
                <a:close/>
                <a:moveTo>
                  <a:pt x="90852" y="12601"/>
                </a:moveTo>
                <a:lnTo>
                  <a:pt x="90852" y="12813"/>
                </a:lnTo>
                <a:cubicBezTo>
                  <a:pt x="90783" y="12887"/>
                  <a:pt x="90709" y="13030"/>
                  <a:pt x="90640" y="13174"/>
                </a:cubicBezTo>
                <a:lnTo>
                  <a:pt x="90640" y="13099"/>
                </a:lnTo>
                <a:lnTo>
                  <a:pt x="90640" y="12956"/>
                </a:lnTo>
                <a:cubicBezTo>
                  <a:pt x="90709" y="12813"/>
                  <a:pt x="90783" y="12744"/>
                  <a:pt x="90852" y="12601"/>
                </a:cubicBezTo>
                <a:close/>
                <a:moveTo>
                  <a:pt x="92215" y="13030"/>
                </a:moveTo>
                <a:lnTo>
                  <a:pt x="92215" y="13174"/>
                </a:lnTo>
                <a:cubicBezTo>
                  <a:pt x="92215" y="13242"/>
                  <a:pt x="92141" y="13242"/>
                  <a:pt x="92141" y="13242"/>
                </a:cubicBezTo>
                <a:lnTo>
                  <a:pt x="92141" y="13030"/>
                </a:lnTo>
                <a:close/>
                <a:moveTo>
                  <a:pt x="82547" y="13030"/>
                </a:moveTo>
                <a:cubicBezTo>
                  <a:pt x="82621" y="13174"/>
                  <a:pt x="82621" y="13317"/>
                  <a:pt x="82690" y="13460"/>
                </a:cubicBezTo>
                <a:cubicBezTo>
                  <a:pt x="82621" y="13385"/>
                  <a:pt x="82547" y="13242"/>
                  <a:pt x="82478" y="13174"/>
                </a:cubicBezTo>
                <a:cubicBezTo>
                  <a:pt x="82478" y="13099"/>
                  <a:pt x="82547" y="13030"/>
                  <a:pt x="82547" y="13030"/>
                </a:cubicBezTo>
                <a:close/>
                <a:moveTo>
                  <a:pt x="83337" y="12744"/>
                </a:moveTo>
                <a:cubicBezTo>
                  <a:pt x="83481" y="12956"/>
                  <a:pt x="83549" y="13174"/>
                  <a:pt x="83624" y="13385"/>
                </a:cubicBezTo>
                <a:cubicBezTo>
                  <a:pt x="83549" y="13385"/>
                  <a:pt x="83549" y="13460"/>
                  <a:pt x="83481" y="13529"/>
                </a:cubicBezTo>
                <a:cubicBezTo>
                  <a:pt x="83481" y="13317"/>
                  <a:pt x="83406" y="13030"/>
                  <a:pt x="83337" y="12744"/>
                </a:cubicBezTo>
                <a:close/>
                <a:moveTo>
                  <a:pt x="86413" y="13746"/>
                </a:moveTo>
                <a:lnTo>
                  <a:pt x="86413" y="13890"/>
                </a:lnTo>
                <a:cubicBezTo>
                  <a:pt x="86413" y="13890"/>
                  <a:pt x="86413" y="13815"/>
                  <a:pt x="86344" y="13815"/>
                </a:cubicBezTo>
                <a:lnTo>
                  <a:pt x="86413" y="13746"/>
                </a:lnTo>
                <a:close/>
                <a:moveTo>
                  <a:pt x="80330" y="12240"/>
                </a:moveTo>
                <a:cubicBezTo>
                  <a:pt x="80399" y="12813"/>
                  <a:pt x="80399" y="13317"/>
                  <a:pt x="80330" y="13815"/>
                </a:cubicBezTo>
                <a:cubicBezTo>
                  <a:pt x="80330" y="13746"/>
                  <a:pt x="80256" y="13672"/>
                  <a:pt x="80256" y="13603"/>
                </a:cubicBezTo>
                <a:lnTo>
                  <a:pt x="80256" y="13603"/>
                </a:lnTo>
                <a:cubicBezTo>
                  <a:pt x="80256" y="13672"/>
                  <a:pt x="80256" y="13815"/>
                  <a:pt x="80330" y="13890"/>
                </a:cubicBezTo>
                <a:lnTo>
                  <a:pt x="80330" y="13958"/>
                </a:lnTo>
                <a:cubicBezTo>
                  <a:pt x="80256" y="13815"/>
                  <a:pt x="80256" y="13746"/>
                  <a:pt x="80187" y="13603"/>
                </a:cubicBezTo>
                <a:cubicBezTo>
                  <a:pt x="80256" y="13174"/>
                  <a:pt x="80256" y="12744"/>
                  <a:pt x="80330" y="12240"/>
                </a:cubicBezTo>
                <a:close/>
                <a:moveTo>
                  <a:pt x="82478" y="13242"/>
                </a:moveTo>
                <a:lnTo>
                  <a:pt x="82478" y="14245"/>
                </a:lnTo>
                <a:cubicBezTo>
                  <a:pt x="82404" y="14033"/>
                  <a:pt x="82335" y="13890"/>
                  <a:pt x="82261" y="13746"/>
                </a:cubicBezTo>
                <a:cubicBezTo>
                  <a:pt x="82335" y="13603"/>
                  <a:pt x="82404" y="13385"/>
                  <a:pt x="82478" y="13242"/>
                </a:cubicBezTo>
                <a:close/>
                <a:moveTo>
                  <a:pt x="9377" y="0"/>
                </a:moveTo>
                <a:cubicBezTo>
                  <a:pt x="9022" y="642"/>
                  <a:pt x="8804" y="1861"/>
                  <a:pt x="8592" y="3293"/>
                </a:cubicBezTo>
                <a:lnTo>
                  <a:pt x="8592" y="3293"/>
                </a:lnTo>
                <a:cubicBezTo>
                  <a:pt x="8593" y="3020"/>
                  <a:pt x="8598" y="2698"/>
                  <a:pt x="8661" y="2434"/>
                </a:cubicBezTo>
                <a:lnTo>
                  <a:pt x="8661" y="2434"/>
                </a:lnTo>
                <a:cubicBezTo>
                  <a:pt x="8449" y="2789"/>
                  <a:pt x="8306" y="3293"/>
                  <a:pt x="8163" y="3866"/>
                </a:cubicBezTo>
                <a:cubicBezTo>
                  <a:pt x="8088" y="4009"/>
                  <a:pt x="7945" y="4221"/>
                  <a:pt x="7876" y="4365"/>
                </a:cubicBezTo>
                <a:cubicBezTo>
                  <a:pt x="7802" y="4078"/>
                  <a:pt x="7733" y="3792"/>
                  <a:pt x="7659" y="3580"/>
                </a:cubicBezTo>
                <a:lnTo>
                  <a:pt x="7659" y="3580"/>
                </a:lnTo>
                <a:cubicBezTo>
                  <a:pt x="7733" y="3866"/>
                  <a:pt x="7733" y="4153"/>
                  <a:pt x="7802" y="4508"/>
                </a:cubicBezTo>
                <a:cubicBezTo>
                  <a:pt x="7733" y="4582"/>
                  <a:pt x="7733" y="4651"/>
                  <a:pt x="7659" y="4794"/>
                </a:cubicBezTo>
                <a:cubicBezTo>
                  <a:pt x="7590" y="4869"/>
                  <a:pt x="7590" y="4937"/>
                  <a:pt x="7515" y="5012"/>
                </a:cubicBezTo>
                <a:cubicBezTo>
                  <a:pt x="7515" y="4651"/>
                  <a:pt x="7590" y="4296"/>
                  <a:pt x="7590" y="4009"/>
                </a:cubicBezTo>
                <a:lnTo>
                  <a:pt x="7590" y="4009"/>
                </a:lnTo>
                <a:cubicBezTo>
                  <a:pt x="7447" y="4221"/>
                  <a:pt x="7372" y="4582"/>
                  <a:pt x="7229" y="5012"/>
                </a:cubicBezTo>
                <a:cubicBezTo>
                  <a:pt x="7017" y="3580"/>
                  <a:pt x="6513" y="2005"/>
                  <a:pt x="5797" y="642"/>
                </a:cubicBezTo>
                <a:lnTo>
                  <a:pt x="5797" y="642"/>
                </a:lnTo>
                <a:cubicBezTo>
                  <a:pt x="6084" y="1358"/>
                  <a:pt x="6370" y="2217"/>
                  <a:pt x="6513" y="3219"/>
                </a:cubicBezTo>
                <a:cubicBezTo>
                  <a:pt x="6455" y="3099"/>
                  <a:pt x="6345" y="2930"/>
                  <a:pt x="6267" y="2750"/>
                </a:cubicBezTo>
                <a:lnTo>
                  <a:pt x="6267" y="2750"/>
                </a:lnTo>
                <a:cubicBezTo>
                  <a:pt x="6396" y="3088"/>
                  <a:pt x="6520" y="3477"/>
                  <a:pt x="6588" y="3866"/>
                </a:cubicBezTo>
                <a:cubicBezTo>
                  <a:pt x="6731" y="4508"/>
                  <a:pt x="6799" y="5224"/>
                  <a:pt x="6799" y="5940"/>
                </a:cubicBezTo>
                <a:cubicBezTo>
                  <a:pt x="6799" y="6014"/>
                  <a:pt x="6799" y="6014"/>
                  <a:pt x="6731" y="6083"/>
                </a:cubicBezTo>
                <a:cubicBezTo>
                  <a:pt x="6656" y="6083"/>
                  <a:pt x="6656" y="6014"/>
                  <a:pt x="6656" y="5940"/>
                </a:cubicBezTo>
                <a:lnTo>
                  <a:pt x="6656" y="6157"/>
                </a:lnTo>
                <a:cubicBezTo>
                  <a:pt x="6656" y="6157"/>
                  <a:pt x="6588" y="6226"/>
                  <a:pt x="6588" y="6300"/>
                </a:cubicBezTo>
                <a:cubicBezTo>
                  <a:pt x="6513" y="6226"/>
                  <a:pt x="6513" y="6157"/>
                  <a:pt x="6513" y="6083"/>
                </a:cubicBezTo>
                <a:lnTo>
                  <a:pt x="6513" y="5653"/>
                </a:lnTo>
                <a:lnTo>
                  <a:pt x="6513" y="5510"/>
                </a:lnTo>
                <a:cubicBezTo>
                  <a:pt x="6444" y="5585"/>
                  <a:pt x="6444" y="5728"/>
                  <a:pt x="6370" y="5871"/>
                </a:cubicBezTo>
                <a:cubicBezTo>
                  <a:pt x="6301" y="5728"/>
                  <a:pt x="6158" y="5510"/>
                  <a:pt x="6084" y="5367"/>
                </a:cubicBezTo>
                <a:lnTo>
                  <a:pt x="6084" y="5367"/>
                </a:lnTo>
                <a:lnTo>
                  <a:pt x="6301" y="6014"/>
                </a:lnTo>
                <a:lnTo>
                  <a:pt x="6301" y="6157"/>
                </a:lnTo>
                <a:lnTo>
                  <a:pt x="6084" y="5510"/>
                </a:lnTo>
                <a:lnTo>
                  <a:pt x="6084" y="5367"/>
                </a:lnTo>
                <a:cubicBezTo>
                  <a:pt x="6158" y="4725"/>
                  <a:pt x="6158" y="4009"/>
                  <a:pt x="6227" y="3362"/>
                </a:cubicBezTo>
                <a:lnTo>
                  <a:pt x="6227" y="3362"/>
                </a:lnTo>
                <a:cubicBezTo>
                  <a:pt x="6084" y="3649"/>
                  <a:pt x="5940" y="4153"/>
                  <a:pt x="5797" y="4725"/>
                </a:cubicBezTo>
                <a:lnTo>
                  <a:pt x="5585" y="4078"/>
                </a:lnTo>
                <a:cubicBezTo>
                  <a:pt x="5585" y="4009"/>
                  <a:pt x="5511" y="3935"/>
                  <a:pt x="5511" y="3866"/>
                </a:cubicBezTo>
                <a:cubicBezTo>
                  <a:pt x="5728" y="3437"/>
                  <a:pt x="5872" y="3076"/>
                  <a:pt x="5872" y="3076"/>
                </a:cubicBezTo>
                <a:lnTo>
                  <a:pt x="5872" y="3076"/>
                </a:lnTo>
                <a:cubicBezTo>
                  <a:pt x="5872" y="3076"/>
                  <a:pt x="5654" y="3294"/>
                  <a:pt x="5442" y="3580"/>
                </a:cubicBezTo>
                <a:cubicBezTo>
                  <a:pt x="5382" y="3291"/>
                  <a:pt x="5278" y="3005"/>
                  <a:pt x="5204" y="2717"/>
                </a:cubicBezTo>
                <a:lnTo>
                  <a:pt x="5204" y="2717"/>
                </a:lnTo>
                <a:cubicBezTo>
                  <a:pt x="5255" y="2959"/>
                  <a:pt x="5299" y="3234"/>
                  <a:pt x="5299" y="3505"/>
                </a:cubicBezTo>
                <a:lnTo>
                  <a:pt x="5081" y="3076"/>
                </a:lnTo>
                <a:lnTo>
                  <a:pt x="5299" y="3723"/>
                </a:lnTo>
                <a:cubicBezTo>
                  <a:pt x="5081" y="4078"/>
                  <a:pt x="4795" y="4439"/>
                  <a:pt x="4508" y="4937"/>
                </a:cubicBezTo>
                <a:lnTo>
                  <a:pt x="4508" y="4869"/>
                </a:lnTo>
                <a:cubicBezTo>
                  <a:pt x="4508" y="4794"/>
                  <a:pt x="4440" y="4725"/>
                  <a:pt x="4440" y="4725"/>
                </a:cubicBezTo>
                <a:lnTo>
                  <a:pt x="4440" y="4725"/>
                </a:lnTo>
                <a:cubicBezTo>
                  <a:pt x="4440" y="4794"/>
                  <a:pt x="4508" y="4869"/>
                  <a:pt x="4508" y="5012"/>
                </a:cubicBezTo>
                <a:cubicBezTo>
                  <a:pt x="4440" y="5080"/>
                  <a:pt x="4440" y="5155"/>
                  <a:pt x="4365" y="5298"/>
                </a:cubicBezTo>
                <a:cubicBezTo>
                  <a:pt x="4365" y="5080"/>
                  <a:pt x="4365" y="4937"/>
                  <a:pt x="4440" y="4725"/>
                </a:cubicBezTo>
                <a:cubicBezTo>
                  <a:pt x="4440" y="4153"/>
                  <a:pt x="4508" y="3649"/>
                  <a:pt x="4508" y="3150"/>
                </a:cubicBezTo>
                <a:lnTo>
                  <a:pt x="4508" y="3150"/>
                </a:lnTo>
                <a:cubicBezTo>
                  <a:pt x="4222" y="3723"/>
                  <a:pt x="4010" y="4937"/>
                  <a:pt x="3792" y="6226"/>
                </a:cubicBezTo>
                <a:cubicBezTo>
                  <a:pt x="3792" y="6157"/>
                  <a:pt x="3724" y="6083"/>
                  <a:pt x="3724" y="6014"/>
                </a:cubicBezTo>
                <a:cubicBezTo>
                  <a:pt x="3724" y="5728"/>
                  <a:pt x="3724" y="5510"/>
                  <a:pt x="3792" y="5298"/>
                </a:cubicBezTo>
                <a:lnTo>
                  <a:pt x="3792" y="5298"/>
                </a:lnTo>
                <a:cubicBezTo>
                  <a:pt x="3724" y="5367"/>
                  <a:pt x="3649" y="5510"/>
                  <a:pt x="3581" y="5653"/>
                </a:cubicBezTo>
                <a:lnTo>
                  <a:pt x="3581" y="5585"/>
                </a:lnTo>
                <a:cubicBezTo>
                  <a:pt x="3363" y="5012"/>
                  <a:pt x="3151" y="4508"/>
                  <a:pt x="2790" y="4009"/>
                </a:cubicBezTo>
                <a:lnTo>
                  <a:pt x="2790" y="4009"/>
                </a:lnTo>
                <a:cubicBezTo>
                  <a:pt x="3077" y="4508"/>
                  <a:pt x="3294" y="5155"/>
                  <a:pt x="3437" y="5871"/>
                </a:cubicBezTo>
                <a:cubicBezTo>
                  <a:pt x="3363" y="5940"/>
                  <a:pt x="3363" y="6014"/>
                  <a:pt x="3363" y="6083"/>
                </a:cubicBezTo>
                <a:cubicBezTo>
                  <a:pt x="3294" y="6226"/>
                  <a:pt x="3220" y="6444"/>
                  <a:pt x="3151" y="6587"/>
                </a:cubicBezTo>
                <a:cubicBezTo>
                  <a:pt x="3077" y="5653"/>
                  <a:pt x="2865" y="4508"/>
                  <a:pt x="2435" y="3150"/>
                </a:cubicBezTo>
                <a:lnTo>
                  <a:pt x="2435" y="3150"/>
                </a:lnTo>
                <a:cubicBezTo>
                  <a:pt x="2647" y="3866"/>
                  <a:pt x="2647" y="4869"/>
                  <a:pt x="2647" y="5940"/>
                </a:cubicBezTo>
                <a:cubicBezTo>
                  <a:pt x="2647" y="5871"/>
                  <a:pt x="2578" y="5728"/>
                  <a:pt x="2504" y="5653"/>
                </a:cubicBezTo>
                <a:lnTo>
                  <a:pt x="2504" y="5653"/>
                </a:lnTo>
                <a:cubicBezTo>
                  <a:pt x="2578" y="6014"/>
                  <a:pt x="2578" y="6369"/>
                  <a:pt x="2578" y="6799"/>
                </a:cubicBezTo>
                <a:cubicBezTo>
                  <a:pt x="2504" y="6587"/>
                  <a:pt x="2361" y="6444"/>
                  <a:pt x="2292" y="6226"/>
                </a:cubicBezTo>
                <a:lnTo>
                  <a:pt x="2292" y="6226"/>
                </a:lnTo>
                <a:cubicBezTo>
                  <a:pt x="2361" y="6444"/>
                  <a:pt x="2504" y="6730"/>
                  <a:pt x="2578" y="7016"/>
                </a:cubicBezTo>
                <a:cubicBezTo>
                  <a:pt x="2504" y="7085"/>
                  <a:pt x="2504" y="7160"/>
                  <a:pt x="2504" y="7228"/>
                </a:cubicBezTo>
                <a:cubicBezTo>
                  <a:pt x="2435" y="7303"/>
                  <a:pt x="2435" y="7372"/>
                  <a:pt x="2435" y="7446"/>
                </a:cubicBezTo>
                <a:cubicBezTo>
                  <a:pt x="2217" y="6587"/>
                  <a:pt x="2005" y="5728"/>
                  <a:pt x="1645" y="4937"/>
                </a:cubicBezTo>
                <a:lnTo>
                  <a:pt x="1862" y="2148"/>
                </a:lnTo>
                <a:lnTo>
                  <a:pt x="1862" y="2148"/>
                </a:lnTo>
                <a:cubicBezTo>
                  <a:pt x="1645" y="2578"/>
                  <a:pt x="1433" y="3293"/>
                  <a:pt x="1290" y="4153"/>
                </a:cubicBezTo>
                <a:cubicBezTo>
                  <a:pt x="1215" y="4079"/>
                  <a:pt x="1147" y="4010"/>
                  <a:pt x="1073" y="3869"/>
                </a:cubicBezTo>
                <a:lnTo>
                  <a:pt x="1073" y="3869"/>
                </a:lnTo>
                <a:cubicBezTo>
                  <a:pt x="1147" y="4010"/>
                  <a:pt x="1215" y="4079"/>
                  <a:pt x="1290" y="4221"/>
                </a:cubicBezTo>
                <a:cubicBezTo>
                  <a:pt x="1215" y="4439"/>
                  <a:pt x="1215" y="4651"/>
                  <a:pt x="1146" y="4869"/>
                </a:cubicBezTo>
                <a:cubicBezTo>
                  <a:pt x="1146" y="5012"/>
                  <a:pt x="1072" y="5155"/>
                  <a:pt x="1072" y="5298"/>
                </a:cubicBezTo>
                <a:lnTo>
                  <a:pt x="1003" y="5224"/>
                </a:lnTo>
                <a:lnTo>
                  <a:pt x="1003" y="4937"/>
                </a:lnTo>
                <a:cubicBezTo>
                  <a:pt x="1003" y="5012"/>
                  <a:pt x="1003" y="5080"/>
                  <a:pt x="929" y="5155"/>
                </a:cubicBezTo>
                <a:cubicBezTo>
                  <a:pt x="860" y="5367"/>
                  <a:pt x="717" y="5728"/>
                  <a:pt x="642" y="6083"/>
                </a:cubicBezTo>
                <a:cubicBezTo>
                  <a:pt x="642" y="5871"/>
                  <a:pt x="717" y="5728"/>
                  <a:pt x="717" y="5585"/>
                </a:cubicBezTo>
                <a:lnTo>
                  <a:pt x="717" y="5585"/>
                </a:lnTo>
                <a:cubicBezTo>
                  <a:pt x="642" y="5728"/>
                  <a:pt x="499" y="5940"/>
                  <a:pt x="430" y="6157"/>
                </a:cubicBezTo>
                <a:cubicBezTo>
                  <a:pt x="430" y="6014"/>
                  <a:pt x="356" y="5871"/>
                  <a:pt x="287" y="5796"/>
                </a:cubicBezTo>
                <a:lnTo>
                  <a:pt x="287" y="6083"/>
                </a:lnTo>
                <a:lnTo>
                  <a:pt x="287" y="6512"/>
                </a:lnTo>
                <a:cubicBezTo>
                  <a:pt x="287" y="6444"/>
                  <a:pt x="213" y="6369"/>
                  <a:pt x="144" y="6300"/>
                </a:cubicBezTo>
                <a:lnTo>
                  <a:pt x="144" y="6300"/>
                </a:lnTo>
                <a:cubicBezTo>
                  <a:pt x="213" y="6369"/>
                  <a:pt x="287" y="6512"/>
                  <a:pt x="287" y="6587"/>
                </a:cubicBezTo>
                <a:lnTo>
                  <a:pt x="287" y="6799"/>
                </a:lnTo>
                <a:cubicBezTo>
                  <a:pt x="287" y="6942"/>
                  <a:pt x="213" y="7016"/>
                  <a:pt x="213" y="7160"/>
                </a:cubicBezTo>
                <a:lnTo>
                  <a:pt x="1" y="6730"/>
                </a:lnTo>
                <a:lnTo>
                  <a:pt x="1" y="6799"/>
                </a:lnTo>
                <a:cubicBezTo>
                  <a:pt x="70" y="6942"/>
                  <a:pt x="144" y="7160"/>
                  <a:pt x="213" y="7303"/>
                </a:cubicBezTo>
                <a:cubicBezTo>
                  <a:pt x="144" y="7732"/>
                  <a:pt x="70" y="8087"/>
                  <a:pt x="1" y="8517"/>
                </a:cubicBezTo>
                <a:lnTo>
                  <a:pt x="1" y="15321"/>
                </a:lnTo>
                <a:lnTo>
                  <a:pt x="116197" y="15321"/>
                </a:lnTo>
                <a:lnTo>
                  <a:pt x="116197" y="9090"/>
                </a:lnTo>
                <a:cubicBezTo>
                  <a:pt x="116197" y="8878"/>
                  <a:pt x="116128" y="8735"/>
                  <a:pt x="116053" y="8517"/>
                </a:cubicBezTo>
                <a:cubicBezTo>
                  <a:pt x="116053" y="8374"/>
                  <a:pt x="116053" y="8305"/>
                  <a:pt x="115985" y="8162"/>
                </a:cubicBezTo>
                <a:cubicBezTo>
                  <a:pt x="116053" y="8019"/>
                  <a:pt x="116128" y="7876"/>
                  <a:pt x="116197" y="7658"/>
                </a:cubicBezTo>
                <a:lnTo>
                  <a:pt x="116197" y="6656"/>
                </a:lnTo>
                <a:cubicBezTo>
                  <a:pt x="116053" y="6799"/>
                  <a:pt x="115910" y="7016"/>
                  <a:pt x="115767" y="7228"/>
                </a:cubicBezTo>
                <a:cubicBezTo>
                  <a:pt x="115624" y="6730"/>
                  <a:pt x="115481" y="6300"/>
                  <a:pt x="115269" y="5728"/>
                </a:cubicBezTo>
                <a:lnTo>
                  <a:pt x="115269" y="5728"/>
                </a:lnTo>
                <a:cubicBezTo>
                  <a:pt x="115412" y="6226"/>
                  <a:pt x="115481" y="6942"/>
                  <a:pt x="115481" y="7658"/>
                </a:cubicBezTo>
                <a:cubicBezTo>
                  <a:pt x="115412" y="7801"/>
                  <a:pt x="115337" y="8019"/>
                  <a:pt x="115269" y="8162"/>
                </a:cubicBezTo>
                <a:cubicBezTo>
                  <a:pt x="115269" y="8231"/>
                  <a:pt x="115269" y="8305"/>
                  <a:pt x="115194" y="8374"/>
                </a:cubicBezTo>
                <a:cubicBezTo>
                  <a:pt x="115194" y="8448"/>
                  <a:pt x="115051" y="8517"/>
                  <a:pt x="114839" y="8735"/>
                </a:cubicBezTo>
                <a:lnTo>
                  <a:pt x="114839" y="8660"/>
                </a:lnTo>
                <a:cubicBezTo>
                  <a:pt x="114908" y="7732"/>
                  <a:pt x="114982" y="6656"/>
                  <a:pt x="115126" y="5585"/>
                </a:cubicBezTo>
                <a:lnTo>
                  <a:pt x="115126" y="5585"/>
                </a:lnTo>
                <a:cubicBezTo>
                  <a:pt x="114696" y="6226"/>
                  <a:pt x="114410" y="7801"/>
                  <a:pt x="114192" y="9233"/>
                </a:cubicBezTo>
                <a:cubicBezTo>
                  <a:pt x="114123" y="8374"/>
                  <a:pt x="113906" y="7228"/>
                  <a:pt x="113333" y="5796"/>
                </a:cubicBezTo>
                <a:lnTo>
                  <a:pt x="113333" y="5796"/>
                </a:lnTo>
                <a:cubicBezTo>
                  <a:pt x="113550" y="6656"/>
                  <a:pt x="113619" y="7876"/>
                  <a:pt x="113619" y="8947"/>
                </a:cubicBezTo>
                <a:cubicBezTo>
                  <a:pt x="113476" y="9090"/>
                  <a:pt x="113407" y="9307"/>
                  <a:pt x="113333" y="9594"/>
                </a:cubicBezTo>
                <a:cubicBezTo>
                  <a:pt x="113333" y="9519"/>
                  <a:pt x="113264" y="9451"/>
                  <a:pt x="113264" y="9376"/>
                </a:cubicBezTo>
                <a:cubicBezTo>
                  <a:pt x="113190" y="9021"/>
                  <a:pt x="113121" y="8735"/>
                  <a:pt x="112978" y="8448"/>
                </a:cubicBezTo>
                <a:cubicBezTo>
                  <a:pt x="112760" y="7801"/>
                  <a:pt x="112474" y="7160"/>
                  <a:pt x="112044" y="6587"/>
                </a:cubicBezTo>
                <a:cubicBezTo>
                  <a:pt x="112044" y="6226"/>
                  <a:pt x="112119" y="5940"/>
                  <a:pt x="112119" y="5585"/>
                </a:cubicBezTo>
                <a:lnTo>
                  <a:pt x="112119" y="5585"/>
                </a:lnTo>
                <a:cubicBezTo>
                  <a:pt x="111758" y="6157"/>
                  <a:pt x="111546" y="7302"/>
                  <a:pt x="111328" y="8448"/>
                </a:cubicBezTo>
                <a:lnTo>
                  <a:pt x="111328" y="8448"/>
                </a:lnTo>
                <a:cubicBezTo>
                  <a:pt x="111329" y="8246"/>
                  <a:pt x="111336" y="7996"/>
                  <a:pt x="111403" y="7801"/>
                </a:cubicBezTo>
                <a:lnTo>
                  <a:pt x="111403" y="7801"/>
                </a:lnTo>
                <a:cubicBezTo>
                  <a:pt x="111259" y="8019"/>
                  <a:pt x="111116" y="8305"/>
                  <a:pt x="111042" y="8591"/>
                </a:cubicBezTo>
                <a:cubicBezTo>
                  <a:pt x="110973" y="8517"/>
                  <a:pt x="110899" y="8448"/>
                  <a:pt x="110830" y="8305"/>
                </a:cubicBezTo>
                <a:lnTo>
                  <a:pt x="110830" y="8305"/>
                </a:lnTo>
                <a:cubicBezTo>
                  <a:pt x="110830" y="8517"/>
                  <a:pt x="110830" y="8735"/>
                  <a:pt x="110899" y="8947"/>
                </a:cubicBezTo>
                <a:cubicBezTo>
                  <a:pt x="110687" y="9164"/>
                  <a:pt x="110400" y="9451"/>
                  <a:pt x="110183" y="9737"/>
                </a:cubicBezTo>
                <a:cubicBezTo>
                  <a:pt x="110114" y="9376"/>
                  <a:pt x="110039" y="9021"/>
                  <a:pt x="109896" y="8591"/>
                </a:cubicBezTo>
                <a:cubicBezTo>
                  <a:pt x="109971" y="7732"/>
                  <a:pt x="110039" y="6730"/>
                  <a:pt x="110114" y="5653"/>
                </a:cubicBezTo>
                <a:lnTo>
                  <a:pt x="110114" y="5653"/>
                </a:lnTo>
                <a:cubicBezTo>
                  <a:pt x="109896" y="6083"/>
                  <a:pt x="109684" y="6799"/>
                  <a:pt x="109541" y="7658"/>
                </a:cubicBezTo>
                <a:cubicBezTo>
                  <a:pt x="109255" y="7228"/>
                  <a:pt x="109037" y="6730"/>
                  <a:pt x="108682" y="6300"/>
                </a:cubicBezTo>
                <a:lnTo>
                  <a:pt x="108682" y="6300"/>
                </a:lnTo>
                <a:cubicBezTo>
                  <a:pt x="109037" y="6873"/>
                  <a:pt x="109255" y="7515"/>
                  <a:pt x="109398" y="8231"/>
                </a:cubicBezTo>
                <a:cubicBezTo>
                  <a:pt x="109324" y="8878"/>
                  <a:pt x="109180" y="9663"/>
                  <a:pt x="109112" y="10310"/>
                </a:cubicBezTo>
                <a:cubicBezTo>
                  <a:pt x="109037" y="10092"/>
                  <a:pt x="108894" y="9949"/>
                  <a:pt x="108751" y="9737"/>
                </a:cubicBezTo>
                <a:cubicBezTo>
                  <a:pt x="108968" y="9308"/>
                  <a:pt x="109180" y="8947"/>
                  <a:pt x="109180" y="8947"/>
                </a:cubicBezTo>
                <a:lnTo>
                  <a:pt x="109180" y="8947"/>
                </a:lnTo>
                <a:cubicBezTo>
                  <a:pt x="109180" y="8947"/>
                  <a:pt x="108894" y="9164"/>
                  <a:pt x="108608" y="9519"/>
                </a:cubicBezTo>
                <a:cubicBezTo>
                  <a:pt x="108539" y="9376"/>
                  <a:pt x="108464" y="9164"/>
                  <a:pt x="108396" y="8947"/>
                </a:cubicBezTo>
                <a:lnTo>
                  <a:pt x="108396" y="8947"/>
                </a:lnTo>
                <a:cubicBezTo>
                  <a:pt x="108396" y="9090"/>
                  <a:pt x="108464" y="9233"/>
                  <a:pt x="108464" y="9376"/>
                </a:cubicBezTo>
                <a:cubicBezTo>
                  <a:pt x="108464" y="9307"/>
                  <a:pt x="108396" y="9233"/>
                  <a:pt x="108396" y="9164"/>
                </a:cubicBezTo>
                <a:lnTo>
                  <a:pt x="108396" y="9090"/>
                </a:lnTo>
                <a:cubicBezTo>
                  <a:pt x="108396" y="9090"/>
                  <a:pt x="108321" y="9090"/>
                  <a:pt x="108321" y="9164"/>
                </a:cubicBezTo>
                <a:lnTo>
                  <a:pt x="107892" y="8517"/>
                </a:lnTo>
                <a:lnTo>
                  <a:pt x="107892" y="8517"/>
                </a:lnTo>
                <a:cubicBezTo>
                  <a:pt x="108035" y="8735"/>
                  <a:pt x="108178" y="9021"/>
                  <a:pt x="108252" y="9233"/>
                </a:cubicBezTo>
                <a:cubicBezTo>
                  <a:pt x="108178" y="9376"/>
                  <a:pt x="108178" y="9519"/>
                  <a:pt x="108109" y="9663"/>
                </a:cubicBezTo>
                <a:cubicBezTo>
                  <a:pt x="108035" y="9307"/>
                  <a:pt x="107892" y="9021"/>
                  <a:pt x="107823" y="8660"/>
                </a:cubicBezTo>
                <a:cubicBezTo>
                  <a:pt x="107536" y="7944"/>
                  <a:pt x="107176" y="7085"/>
                  <a:pt x="106603" y="6369"/>
                </a:cubicBezTo>
                <a:lnTo>
                  <a:pt x="106603" y="6369"/>
                </a:lnTo>
                <a:cubicBezTo>
                  <a:pt x="107032" y="7160"/>
                  <a:pt x="107319" y="8162"/>
                  <a:pt x="107536" y="9233"/>
                </a:cubicBezTo>
                <a:cubicBezTo>
                  <a:pt x="107319" y="9806"/>
                  <a:pt x="107176" y="10522"/>
                  <a:pt x="107032" y="11312"/>
                </a:cubicBezTo>
                <a:cubicBezTo>
                  <a:pt x="106964" y="11238"/>
                  <a:pt x="106964" y="11169"/>
                  <a:pt x="106964" y="11094"/>
                </a:cubicBezTo>
                <a:lnTo>
                  <a:pt x="106964" y="10808"/>
                </a:lnTo>
                <a:cubicBezTo>
                  <a:pt x="106964" y="10596"/>
                  <a:pt x="107032" y="10378"/>
                  <a:pt x="107032" y="10167"/>
                </a:cubicBezTo>
                <a:lnTo>
                  <a:pt x="107032" y="10167"/>
                </a:lnTo>
                <a:cubicBezTo>
                  <a:pt x="106964" y="10235"/>
                  <a:pt x="106821" y="10453"/>
                  <a:pt x="106746" y="10665"/>
                </a:cubicBezTo>
                <a:lnTo>
                  <a:pt x="106746" y="10596"/>
                </a:lnTo>
                <a:cubicBezTo>
                  <a:pt x="107032" y="10092"/>
                  <a:pt x="107250" y="9737"/>
                  <a:pt x="107250" y="9737"/>
                </a:cubicBezTo>
                <a:lnTo>
                  <a:pt x="107250" y="9737"/>
                </a:lnTo>
                <a:cubicBezTo>
                  <a:pt x="107250" y="9737"/>
                  <a:pt x="106964" y="9949"/>
                  <a:pt x="106603" y="10310"/>
                </a:cubicBezTo>
                <a:lnTo>
                  <a:pt x="106460" y="10453"/>
                </a:lnTo>
                <a:lnTo>
                  <a:pt x="106173" y="10739"/>
                </a:lnTo>
                <a:cubicBezTo>
                  <a:pt x="106030" y="10310"/>
                  <a:pt x="105887" y="9806"/>
                  <a:pt x="105675" y="9233"/>
                </a:cubicBezTo>
                <a:lnTo>
                  <a:pt x="105675" y="9233"/>
                </a:lnTo>
                <a:cubicBezTo>
                  <a:pt x="105744" y="9594"/>
                  <a:pt x="105818" y="10092"/>
                  <a:pt x="105887" y="10522"/>
                </a:cubicBezTo>
                <a:cubicBezTo>
                  <a:pt x="105887" y="10596"/>
                  <a:pt x="105818" y="10665"/>
                  <a:pt x="105818" y="10665"/>
                </a:cubicBezTo>
                <a:cubicBezTo>
                  <a:pt x="105675" y="10453"/>
                  <a:pt x="105532" y="10167"/>
                  <a:pt x="105314" y="9949"/>
                </a:cubicBezTo>
                <a:cubicBezTo>
                  <a:pt x="105314" y="9594"/>
                  <a:pt x="105389" y="9307"/>
                  <a:pt x="105389" y="8947"/>
                </a:cubicBezTo>
                <a:lnTo>
                  <a:pt x="105389" y="8947"/>
                </a:lnTo>
                <a:cubicBezTo>
                  <a:pt x="105245" y="9233"/>
                  <a:pt x="105102" y="9663"/>
                  <a:pt x="104959" y="10235"/>
                </a:cubicBezTo>
                <a:cubicBezTo>
                  <a:pt x="104885" y="10235"/>
                  <a:pt x="104885" y="10310"/>
                  <a:pt x="104741" y="10378"/>
                </a:cubicBezTo>
                <a:cubicBezTo>
                  <a:pt x="104741" y="10310"/>
                  <a:pt x="104673" y="10235"/>
                  <a:pt x="104673" y="10167"/>
                </a:cubicBezTo>
                <a:cubicBezTo>
                  <a:pt x="105102" y="9164"/>
                  <a:pt x="105675" y="8231"/>
                  <a:pt x="105675" y="8231"/>
                </a:cubicBezTo>
                <a:lnTo>
                  <a:pt x="105675" y="8231"/>
                </a:lnTo>
                <a:cubicBezTo>
                  <a:pt x="105675" y="8231"/>
                  <a:pt x="104885" y="8878"/>
                  <a:pt x="104312" y="9663"/>
                </a:cubicBezTo>
                <a:lnTo>
                  <a:pt x="104243" y="9594"/>
                </a:lnTo>
                <a:lnTo>
                  <a:pt x="104243" y="9594"/>
                </a:lnTo>
                <a:cubicBezTo>
                  <a:pt x="104243" y="9663"/>
                  <a:pt x="104243" y="9663"/>
                  <a:pt x="104312" y="9737"/>
                </a:cubicBezTo>
                <a:cubicBezTo>
                  <a:pt x="104243" y="9737"/>
                  <a:pt x="104243" y="9806"/>
                  <a:pt x="104243" y="9806"/>
                </a:cubicBezTo>
                <a:lnTo>
                  <a:pt x="104243" y="9594"/>
                </a:lnTo>
                <a:cubicBezTo>
                  <a:pt x="104243" y="9233"/>
                  <a:pt x="104312" y="8803"/>
                  <a:pt x="104312" y="8448"/>
                </a:cubicBezTo>
                <a:lnTo>
                  <a:pt x="104312" y="8448"/>
                </a:lnTo>
                <a:cubicBezTo>
                  <a:pt x="104100" y="8878"/>
                  <a:pt x="103882" y="9594"/>
                  <a:pt x="103739" y="10310"/>
                </a:cubicBezTo>
                <a:cubicBezTo>
                  <a:pt x="103670" y="10167"/>
                  <a:pt x="103596" y="10092"/>
                  <a:pt x="103527" y="9949"/>
                </a:cubicBezTo>
                <a:lnTo>
                  <a:pt x="103527" y="9949"/>
                </a:lnTo>
                <a:cubicBezTo>
                  <a:pt x="103596" y="10092"/>
                  <a:pt x="103670" y="10310"/>
                  <a:pt x="103670" y="10522"/>
                </a:cubicBezTo>
                <a:cubicBezTo>
                  <a:pt x="103670" y="10665"/>
                  <a:pt x="103596" y="10808"/>
                  <a:pt x="103596" y="11026"/>
                </a:cubicBezTo>
                <a:cubicBezTo>
                  <a:pt x="103527" y="11169"/>
                  <a:pt x="103527" y="11312"/>
                  <a:pt x="103527" y="11381"/>
                </a:cubicBezTo>
                <a:cubicBezTo>
                  <a:pt x="103453" y="11381"/>
                  <a:pt x="103453" y="11312"/>
                  <a:pt x="103453" y="11312"/>
                </a:cubicBezTo>
                <a:lnTo>
                  <a:pt x="103453" y="11598"/>
                </a:lnTo>
                <a:lnTo>
                  <a:pt x="103453" y="11667"/>
                </a:lnTo>
                <a:cubicBezTo>
                  <a:pt x="103384" y="11598"/>
                  <a:pt x="103310" y="11455"/>
                  <a:pt x="103241" y="11381"/>
                </a:cubicBezTo>
                <a:lnTo>
                  <a:pt x="103241" y="11312"/>
                </a:lnTo>
                <a:lnTo>
                  <a:pt x="103241" y="10808"/>
                </a:lnTo>
                <a:cubicBezTo>
                  <a:pt x="103310" y="10522"/>
                  <a:pt x="103310" y="10310"/>
                  <a:pt x="103310" y="10092"/>
                </a:cubicBezTo>
                <a:lnTo>
                  <a:pt x="103310" y="10092"/>
                </a:lnTo>
                <a:cubicBezTo>
                  <a:pt x="103166" y="10235"/>
                  <a:pt x="103098" y="10522"/>
                  <a:pt x="102954" y="10808"/>
                </a:cubicBezTo>
                <a:cubicBezTo>
                  <a:pt x="102954" y="10739"/>
                  <a:pt x="102880" y="10665"/>
                  <a:pt x="102880" y="10665"/>
                </a:cubicBezTo>
                <a:cubicBezTo>
                  <a:pt x="103098" y="10167"/>
                  <a:pt x="103309" y="9806"/>
                  <a:pt x="103310" y="9806"/>
                </a:cubicBezTo>
                <a:lnTo>
                  <a:pt x="103310" y="9806"/>
                </a:lnTo>
                <a:cubicBezTo>
                  <a:pt x="103309" y="9806"/>
                  <a:pt x="103023" y="10023"/>
                  <a:pt x="102737" y="10378"/>
                </a:cubicBezTo>
                <a:cubicBezTo>
                  <a:pt x="102737" y="9949"/>
                  <a:pt x="102811" y="9594"/>
                  <a:pt x="102811" y="9164"/>
                </a:cubicBezTo>
                <a:lnTo>
                  <a:pt x="102811" y="9164"/>
                </a:lnTo>
                <a:cubicBezTo>
                  <a:pt x="102737" y="9233"/>
                  <a:pt x="102668" y="9376"/>
                  <a:pt x="102594" y="9594"/>
                </a:cubicBezTo>
                <a:cubicBezTo>
                  <a:pt x="102594" y="9594"/>
                  <a:pt x="102450" y="9663"/>
                  <a:pt x="102307" y="9806"/>
                </a:cubicBezTo>
                <a:cubicBezTo>
                  <a:pt x="102164" y="9376"/>
                  <a:pt x="102021" y="8878"/>
                  <a:pt x="101809" y="8374"/>
                </a:cubicBezTo>
                <a:lnTo>
                  <a:pt x="101809" y="8374"/>
                </a:lnTo>
                <a:cubicBezTo>
                  <a:pt x="101952" y="8878"/>
                  <a:pt x="102021" y="9451"/>
                  <a:pt x="102095" y="10092"/>
                </a:cubicBezTo>
                <a:cubicBezTo>
                  <a:pt x="101952" y="10235"/>
                  <a:pt x="101809" y="10378"/>
                  <a:pt x="101666" y="10596"/>
                </a:cubicBezTo>
                <a:cubicBezTo>
                  <a:pt x="101448" y="10092"/>
                  <a:pt x="101162" y="9594"/>
                  <a:pt x="100807" y="9164"/>
                </a:cubicBezTo>
                <a:lnTo>
                  <a:pt x="100807" y="9164"/>
                </a:lnTo>
                <a:cubicBezTo>
                  <a:pt x="101018" y="9519"/>
                  <a:pt x="101162" y="10023"/>
                  <a:pt x="101379" y="10453"/>
                </a:cubicBezTo>
                <a:cubicBezTo>
                  <a:pt x="101305" y="10522"/>
                  <a:pt x="101305" y="10522"/>
                  <a:pt x="101162" y="10596"/>
                </a:cubicBezTo>
                <a:cubicBezTo>
                  <a:pt x="101093" y="10739"/>
                  <a:pt x="100950" y="10883"/>
                  <a:pt x="100807" y="10951"/>
                </a:cubicBezTo>
                <a:lnTo>
                  <a:pt x="100589" y="11169"/>
                </a:lnTo>
                <a:cubicBezTo>
                  <a:pt x="100589" y="11094"/>
                  <a:pt x="100520" y="11026"/>
                  <a:pt x="100520" y="10951"/>
                </a:cubicBezTo>
                <a:cubicBezTo>
                  <a:pt x="100520" y="10596"/>
                  <a:pt x="100520" y="10235"/>
                  <a:pt x="100589" y="9880"/>
                </a:cubicBezTo>
                <a:lnTo>
                  <a:pt x="100589" y="9880"/>
                </a:lnTo>
                <a:cubicBezTo>
                  <a:pt x="100446" y="10023"/>
                  <a:pt x="100377" y="10310"/>
                  <a:pt x="100303" y="10596"/>
                </a:cubicBezTo>
                <a:cubicBezTo>
                  <a:pt x="100091" y="10310"/>
                  <a:pt x="99947" y="10023"/>
                  <a:pt x="99730" y="9737"/>
                </a:cubicBezTo>
                <a:lnTo>
                  <a:pt x="99730" y="9737"/>
                </a:lnTo>
                <a:cubicBezTo>
                  <a:pt x="99873" y="10092"/>
                  <a:pt x="100091" y="10453"/>
                  <a:pt x="100234" y="10808"/>
                </a:cubicBezTo>
                <a:lnTo>
                  <a:pt x="100159" y="10883"/>
                </a:lnTo>
                <a:cubicBezTo>
                  <a:pt x="100091" y="10596"/>
                  <a:pt x="99947" y="10310"/>
                  <a:pt x="99804" y="9949"/>
                </a:cubicBezTo>
                <a:lnTo>
                  <a:pt x="99804" y="9949"/>
                </a:lnTo>
                <a:cubicBezTo>
                  <a:pt x="99947" y="10310"/>
                  <a:pt x="99947" y="10665"/>
                  <a:pt x="100016" y="11026"/>
                </a:cubicBezTo>
                <a:cubicBezTo>
                  <a:pt x="99947" y="10951"/>
                  <a:pt x="99873" y="10808"/>
                  <a:pt x="99804" y="10739"/>
                </a:cubicBezTo>
                <a:lnTo>
                  <a:pt x="99804" y="10739"/>
                </a:lnTo>
                <a:lnTo>
                  <a:pt x="100016" y="11169"/>
                </a:lnTo>
                <a:lnTo>
                  <a:pt x="100016" y="11312"/>
                </a:lnTo>
                <a:cubicBezTo>
                  <a:pt x="99947" y="11169"/>
                  <a:pt x="99873" y="11094"/>
                  <a:pt x="99804" y="11026"/>
                </a:cubicBezTo>
                <a:lnTo>
                  <a:pt x="99804" y="11026"/>
                </a:lnTo>
                <a:cubicBezTo>
                  <a:pt x="99873" y="11095"/>
                  <a:pt x="99947" y="11238"/>
                  <a:pt x="100016" y="11381"/>
                </a:cubicBezTo>
                <a:lnTo>
                  <a:pt x="100016" y="11524"/>
                </a:lnTo>
                <a:cubicBezTo>
                  <a:pt x="99947" y="11524"/>
                  <a:pt x="99947" y="11455"/>
                  <a:pt x="99873" y="11381"/>
                </a:cubicBezTo>
                <a:lnTo>
                  <a:pt x="99873" y="11381"/>
                </a:lnTo>
                <a:cubicBezTo>
                  <a:pt x="99873" y="11455"/>
                  <a:pt x="99947" y="11524"/>
                  <a:pt x="100016" y="11598"/>
                </a:cubicBezTo>
                <a:cubicBezTo>
                  <a:pt x="99947" y="11742"/>
                  <a:pt x="99947" y="11810"/>
                  <a:pt x="99947" y="11954"/>
                </a:cubicBezTo>
                <a:lnTo>
                  <a:pt x="99873" y="11954"/>
                </a:lnTo>
                <a:cubicBezTo>
                  <a:pt x="99804" y="11524"/>
                  <a:pt x="99730" y="11094"/>
                  <a:pt x="99375" y="10739"/>
                </a:cubicBezTo>
                <a:lnTo>
                  <a:pt x="99375" y="10739"/>
                </a:lnTo>
                <a:cubicBezTo>
                  <a:pt x="99443" y="11026"/>
                  <a:pt x="99443" y="11381"/>
                  <a:pt x="99443" y="11742"/>
                </a:cubicBezTo>
                <a:cubicBezTo>
                  <a:pt x="99443" y="11598"/>
                  <a:pt x="99375" y="11455"/>
                  <a:pt x="99375" y="11312"/>
                </a:cubicBezTo>
                <a:lnTo>
                  <a:pt x="99375" y="11169"/>
                </a:lnTo>
                <a:cubicBezTo>
                  <a:pt x="99375" y="11169"/>
                  <a:pt x="99300" y="11169"/>
                  <a:pt x="99300" y="11238"/>
                </a:cubicBezTo>
                <a:lnTo>
                  <a:pt x="99088" y="10378"/>
                </a:lnTo>
                <a:cubicBezTo>
                  <a:pt x="99231" y="10167"/>
                  <a:pt x="99300" y="9949"/>
                  <a:pt x="99300" y="9949"/>
                </a:cubicBezTo>
                <a:lnTo>
                  <a:pt x="99300" y="9949"/>
                </a:lnTo>
                <a:cubicBezTo>
                  <a:pt x="99300" y="9949"/>
                  <a:pt x="99231" y="10092"/>
                  <a:pt x="99014" y="10235"/>
                </a:cubicBezTo>
                <a:lnTo>
                  <a:pt x="99804" y="8660"/>
                </a:lnTo>
                <a:lnTo>
                  <a:pt x="99804" y="8660"/>
                </a:lnTo>
                <a:cubicBezTo>
                  <a:pt x="99804" y="8660"/>
                  <a:pt x="99300" y="9090"/>
                  <a:pt x="98802" y="9737"/>
                </a:cubicBezTo>
                <a:cubicBezTo>
                  <a:pt x="98727" y="9806"/>
                  <a:pt x="98659" y="9949"/>
                  <a:pt x="98584" y="10023"/>
                </a:cubicBezTo>
                <a:cubicBezTo>
                  <a:pt x="98658" y="9459"/>
                  <a:pt x="98725" y="8895"/>
                  <a:pt x="98727" y="8259"/>
                </a:cubicBezTo>
                <a:lnTo>
                  <a:pt x="98727" y="8259"/>
                </a:lnTo>
                <a:cubicBezTo>
                  <a:pt x="98777" y="8150"/>
                  <a:pt x="98802" y="8088"/>
                  <a:pt x="98802" y="8087"/>
                </a:cubicBezTo>
                <a:lnTo>
                  <a:pt x="98802" y="8087"/>
                </a:lnTo>
                <a:cubicBezTo>
                  <a:pt x="98802" y="8088"/>
                  <a:pt x="97370" y="9451"/>
                  <a:pt x="96940" y="10665"/>
                </a:cubicBezTo>
                <a:lnTo>
                  <a:pt x="96940" y="10378"/>
                </a:lnTo>
                <a:cubicBezTo>
                  <a:pt x="97152" y="10023"/>
                  <a:pt x="97295" y="9737"/>
                  <a:pt x="97296" y="9737"/>
                </a:cubicBezTo>
                <a:lnTo>
                  <a:pt x="97296" y="9737"/>
                </a:lnTo>
                <a:lnTo>
                  <a:pt x="97009" y="10023"/>
                </a:lnTo>
                <a:lnTo>
                  <a:pt x="97009" y="9880"/>
                </a:lnTo>
                <a:cubicBezTo>
                  <a:pt x="96940" y="9949"/>
                  <a:pt x="96866" y="10092"/>
                  <a:pt x="96866" y="10167"/>
                </a:cubicBezTo>
                <a:cubicBezTo>
                  <a:pt x="96797" y="10235"/>
                  <a:pt x="96797" y="10235"/>
                  <a:pt x="96723" y="10235"/>
                </a:cubicBezTo>
                <a:cubicBezTo>
                  <a:pt x="96866" y="10092"/>
                  <a:pt x="97009" y="9737"/>
                  <a:pt x="97009" y="9737"/>
                </a:cubicBezTo>
                <a:lnTo>
                  <a:pt x="97009" y="9737"/>
                </a:lnTo>
                <a:lnTo>
                  <a:pt x="96293" y="10453"/>
                </a:lnTo>
                <a:cubicBezTo>
                  <a:pt x="96150" y="9949"/>
                  <a:pt x="96007" y="9376"/>
                  <a:pt x="95795" y="8803"/>
                </a:cubicBezTo>
                <a:lnTo>
                  <a:pt x="95795" y="8803"/>
                </a:lnTo>
                <a:cubicBezTo>
                  <a:pt x="95864" y="9090"/>
                  <a:pt x="95938" y="9451"/>
                  <a:pt x="95938" y="9880"/>
                </a:cubicBezTo>
                <a:cubicBezTo>
                  <a:pt x="95795" y="9519"/>
                  <a:pt x="95577" y="9164"/>
                  <a:pt x="95365" y="8878"/>
                </a:cubicBezTo>
                <a:lnTo>
                  <a:pt x="95365" y="8878"/>
                </a:lnTo>
                <a:cubicBezTo>
                  <a:pt x="95652" y="9376"/>
                  <a:pt x="95864" y="10023"/>
                  <a:pt x="96007" y="10665"/>
                </a:cubicBezTo>
                <a:cubicBezTo>
                  <a:pt x="96081" y="10665"/>
                  <a:pt x="96081" y="10665"/>
                  <a:pt x="96081" y="10739"/>
                </a:cubicBezTo>
                <a:cubicBezTo>
                  <a:pt x="95938" y="10808"/>
                  <a:pt x="95864" y="10951"/>
                  <a:pt x="95795" y="11026"/>
                </a:cubicBezTo>
                <a:cubicBezTo>
                  <a:pt x="95720" y="10739"/>
                  <a:pt x="95652" y="10453"/>
                  <a:pt x="95577" y="10092"/>
                </a:cubicBezTo>
                <a:cubicBezTo>
                  <a:pt x="95577" y="9949"/>
                  <a:pt x="95577" y="9737"/>
                  <a:pt x="95652" y="9519"/>
                </a:cubicBezTo>
                <a:lnTo>
                  <a:pt x="95652" y="9519"/>
                </a:lnTo>
                <a:cubicBezTo>
                  <a:pt x="95577" y="9594"/>
                  <a:pt x="95509" y="9663"/>
                  <a:pt x="95509" y="9806"/>
                </a:cubicBezTo>
                <a:cubicBezTo>
                  <a:pt x="95365" y="9307"/>
                  <a:pt x="95222" y="8735"/>
                  <a:pt x="94936" y="8162"/>
                </a:cubicBezTo>
                <a:lnTo>
                  <a:pt x="94936" y="8162"/>
                </a:lnTo>
                <a:cubicBezTo>
                  <a:pt x="95148" y="8735"/>
                  <a:pt x="95222" y="9451"/>
                  <a:pt x="95222" y="10167"/>
                </a:cubicBezTo>
                <a:lnTo>
                  <a:pt x="95222" y="10235"/>
                </a:lnTo>
                <a:lnTo>
                  <a:pt x="95222" y="10453"/>
                </a:lnTo>
                <a:cubicBezTo>
                  <a:pt x="95148" y="10665"/>
                  <a:pt x="95148" y="10808"/>
                  <a:pt x="95079" y="10951"/>
                </a:cubicBezTo>
                <a:cubicBezTo>
                  <a:pt x="95005" y="10883"/>
                  <a:pt x="95005" y="10739"/>
                  <a:pt x="94936" y="10596"/>
                </a:cubicBezTo>
                <a:lnTo>
                  <a:pt x="94936" y="10596"/>
                </a:lnTo>
                <a:cubicBezTo>
                  <a:pt x="95005" y="10740"/>
                  <a:pt x="95005" y="10951"/>
                  <a:pt x="95079" y="11169"/>
                </a:cubicBezTo>
                <a:cubicBezTo>
                  <a:pt x="95005" y="11238"/>
                  <a:pt x="95005" y="11381"/>
                  <a:pt x="95005" y="11455"/>
                </a:cubicBezTo>
                <a:cubicBezTo>
                  <a:pt x="94970" y="11490"/>
                  <a:pt x="94953" y="11490"/>
                  <a:pt x="94935" y="11490"/>
                </a:cubicBezTo>
                <a:cubicBezTo>
                  <a:pt x="94917" y="11490"/>
                  <a:pt x="94899" y="11490"/>
                  <a:pt x="94861" y="11524"/>
                </a:cubicBezTo>
                <a:lnTo>
                  <a:pt x="94793" y="11455"/>
                </a:lnTo>
                <a:lnTo>
                  <a:pt x="94936" y="11312"/>
                </a:lnTo>
                <a:lnTo>
                  <a:pt x="94793" y="11381"/>
                </a:lnTo>
                <a:cubicBezTo>
                  <a:pt x="94649" y="11238"/>
                  <a:pt x="94506" y="11026"/>
                  <a:pt x="94363" y="10883"/>
                </a:cubicBezTo>
                <a:lnTo>
                  <a:pt x="94363" y="10883"/>
                </a:lnTo>
                <a:cubicBezTo>
                  <a:pt x="94506" y="11094"/>
                  <a:pt x="94575" y="11238"/>
                  <a:pt x="94718" y="11455"/>
                </a:cubicBezTo>
                <a:lnTo>
                  <a:pt x="94649" y="11524"/>
                </a:lnTo>
                <a:cubicBezTo>
                  <a:pt x="94506" y="11381"/>
                  <a:pt x="94432" y="11169"/>
                  <a:pt x="94289" y="11026"/>
                </a:cubicBezTo>
                <a:cubicBezTo>
                  <a:pt x="94718" y="10167"/>
                  <a:pt x="95148" y="9376"/>
                  <a:pt x="95148" y="9376"/>
                </a:cubicBezTo>
                <a:lnTo>
                  <a:pt x="95148" y="9376"/>
                </a:lnTo>
                <a:cubicBezTo>
                  <a:pt x="95148" y="9376"/>
                  <a:pt x="94649" y="9806"/>
                  <a:pt x="94077" y="10453"/>
                </a:cubicBezTo>
                <a:lnTo>
                  <a:pt x="94077" y="10378"/>
                </a:lnTo>
                <a:cubicBezTo>
                  <a:pt x="94077" y="10378"/>
                  <a:pt x="94002" y="10453"/>
                  <a:pt x="94002" y="10522"/>
                </a:cubicBezTo>
                <a:cubicBezTo>
                  <a:pt x="93933" y="10522"/>
                  <a:pt x="93933" y="10453"/>
                  <a:pt x="93859" y="10453"/>
                </a:cubicBezTo>
                <a:lnTo>
                  <a:pt x="93859" y="10453"/>
                </a:lnTo>
                <a:cubicBezTo>
                  <a:pt x="93933" y="10453"/>
                  <a:pt x="93933" y="10522"/>
                  <a:pt x="94002" y="10596"/>
                </a:cubicBezTo>
                <a:lnTo>
                  <a:pt x="93790" y="10808"/>
                </a:lnTo>
                <a:cubicBezTo>
                  <a:pt x="93716" y="10522"/>
                  <a:pt x="93573" y="10167"/>
                  <a:pt x="93430" y="9880"/>
                </a:cubicBezTo>
                <a:lnTo>
                  <a:pt x="93430" y="9880"/>
                </a:lnTo>
                <a:cubicBezTo>
                  <a:pt x="93573" y="10167"/>
                  <a:pt x="93647" y="10596"/>
                  <a:pt x="93647" y="11026"/>
                </a:cubicBezTo>
                <a:cubicBezTo>
                  <a:pt x="93504" y="10665"/>
                  <a:pt x="93361" y="10235"/>
                  <a:pt x="93217" y="9806"/>
                </a:cubicBezTo>
                <a:lnTo>
                  <a:pt x="93217" y="9806"/>
                </a:lnTo>
                <a:cubicBezTo>
                  <a:pt x="93286" y="10092"/>
                  <a:pt x="93361" y="10378"/>
                  <a:pt x="93361" y="10665"/>
                </a:cubicBezTo>
                <a:cubicBezTo>
                  <a:pt x="93286" y="10522"/>
                  <a:pt x="93286" y="10378"/>
                  <a:pt x="93217" y="10167"/>
                </a:cubicBezTo>
                <a:lnTo>
                  <a:pt x="93217" y="10167"/>
                </a:lnTo>
                <a:cubicBezTo>
                  <a:pt x="93286" y="10522"/>
                  <a:pt x="93361" y="10951"/>
                  <a:pt x="93429" y="11381"/>
                </a:cubicBezTo>
                <a:cubicBezTo>
                  <a:pt x="93361" y="11381"/>
                  <a:pt x="93361" y="11455"/>
                  <a:pt x="93361" y="11455"/>
                </a:cubicBezTo>
                <a:cubicBezTo>
                  <a:pt x="93286" y="11381"/>
                  <a:pt x="93217" y="11381"/>
                  <a:pt x="93217" y="11312"/>
                </a:cubicBezTo>
                <a:lnTo>
                  <a:pt x="93217" y="11667"/>
                </a:lnTo>
                <a:lnTo>
                  <a:pt x="93217" y="11742"/>
                </a:lnTo>
                <a:cubicBezTo>
                  <a:pt x="93084" y="11342"/>
                  <a:pt x="92951" y="11001"/>
                  <a:pt x="92758" y="10554"/>
                </a:cubicBezTo>
                <a:lnTo>
                  <a:pt x="92758" y="10554"/>
                </a:lnTo>
                <a:cubicBezTo>
                  <a:pt x="92858" y="10820"/>
                  <a:pt x="92865" y="11127"/>
                  <a:pt x="92931" y="11381"/>
                </a:cubicBezTo>
                <a:cubicBezTo>
                  <a:pt x="92931" y="11381"/>
                  <a:pt x="92857" y="11312"/>
                  <a:pt x="92857" y="11238"/>
                </a:cubicBezTo>
                <a:cubicBezTo>
                  <a:pt x="92788" y="11026"/>
                  <a:pt x="92645" y="10808"/>
                  <a:pt x="92502" y="10665"/>
                </a:cubicBezTo>
                <a:lnTo>
                  <a:pt x="92502" y="10739"/>
                </a:lnTo>
                <a:cubicBezTo>
                  <a:pt x="92427" y="10596"/>
                  <a:pt x="92427" y="10522"/>
                  <a:pt x="92358" y="10453"/>
                </a:cubicBezTo>
                <a:cubicBezTo>
                  <a:pt x="92358" y="9880"/>
                  <a:pt x="92427" y="9233"/>
                  <a:pt x="92502" y="8517"/>
                </a:cubicBezTo>
                <a:lnTo>
                  <a:pt x="92502" y="8517"/>
                </a:lnTo>
                <a:cubicBezTo>
                  <a:pt x="92284" y="8947"/>
                  <a:pt x="92072" y="9737"/>
                  <a:pt x="91854" y="10521"/>
                </a:cubicBezTo>
                <a:lnTo>
                  <a:pt x="91854" y="10521"/>
                </a:lnTo>
                <a:cubicBezTo>
                  <a:pt x="91855" y="10330"/>
                  <a:pt x="91863" y="10142"/>
                  <a:pt x="91929" y="9949"/>
                </a:cubicBezTo>
                <a:lnTo>
                  <a:pt x="91929" y="9949"/>
                </a:lnTo>
                <a:cubicBezTo>
                  <a:pt x="91786" y="10092"/>
                  <a:pt x="91711" y="10235"/>
                  <a:pt x="91642" y="10453"/>
                </a:cubicBezTo>
                <a:cubicBezTo>
                  <a:pt x="91711" y="9737"/>
                  <a:pt x="91786" y="8803"/>
                  <a:pt x="91854" y="7876"/>
                </a:cubicBezTo>
                <a:lnTo>
                  <a:pt x="91854" y="7876"/>
                </a:lnTo>
                <a:cubicBezTo>
                  <a:pt x="91642" y="8305"/>
                  <a:pt x="91425" y="9090"/>
                  <a:pt x="91282" y="9880"/>
                </a:cubicBezTo>
                <a:cubicBezTo>
                  <a:pt x="91213" y="9738"/>
                  <a:pt x="91139" y="9595"/>
                  <a:pt x="91138" y="9452"/>
                </a:cubicBezTo>
                <a:lnTo>
                  <a:pt x="91138" y="9452"/>
                </a:lnTo>
                <a:cubicBezTo>
                  <a:pt x="91139" y="9595"/>
                  <a:pt x="91213" y="9807"/>
                  <a:pt x="91213" y="10023"/>
                </a:cubicBezTo>
                <a:cubicBezTo>
                  <a:pt x="91138" y="10596"/>
                  <a:pt x="91070" y="11169"/>
                  <a:pt x="90995" y="11667"/>
                </a:cubicBezTo>
                <a:cubicBezTo>
                  <a:pt x="90852" y="11455"/>
                  <a:pt x="90640" y="11169"/>
                  <a:pt x="90422" y="10951"/>
                </a:cubicBezTo>
                <a:lnTo>
                  <a:pt x="90422" y="10951"/>
                </a:lnTo>
                <a:cubicBezTo>
                  <a:pt x="90640" y="11238"/>
                  <a:pt x="90783" y="11598"/>
                  <a:pt x="90926" y="11954"/>
                </a:cubicBezTo>
                <a:lnTo>
                  <a:pt x="90926" y="12028"/>
                </a:lnTo>
                <a:cubicBezTo>
                  <a:pt x="90926" y="11954"/>
                  <a:pt x="90852" y="11954"/>
                  <a:pt x="90852" y="11886"/>
                </a:cubicBezTo>
                <a:lnTo>
                  <a:pt x="90852" y="11886"/>
                </a:lnTo>
                <a:cubicBezTo>
                  <a:pt x="90852" y="11954"/>
                  <a:pt x="90926" y="12028"/>
                  <a:pt x="90926" y="12097"/>
                </a:cubicBezTo>
                <a:lnTo>
                  <a:pt x="90926" y="12240"/>
                </a:lnTo>
                <a:lnTo>
                  <a:pt x="90783" y="12097"/>
                </a:lnTo>
                <a:lnTo>
                  <a:pt x="90783" y="12314"/>
                </a:lnTo>
                <a:lnTo>
                  <a:pt x="90497" y="12601"/>
                </a:lnTo>
                <a:cubicBezTo>
                  <a:pt x="90422" y="12314"/>
                  <a:pt x="90279" y="12028"/>
                  <a:pt x="90211" y="11742"/>
                </a:cubicBezTo>
                <a:cubicBezTo>
                  <a:pt x="90279" y="11242"/>
                  <a:pt x="90279" y="10674"/>
                  <a:pt x="90352" y="10039"/>
                </a:cubicBezTo>
                <a:lnTo>
                  <a:pt x="90352" y="10039"/>
                </a:lnTo>
                <a:cubicBezTo>
                  <a:pt x="90347" y="10064"/>
                  <a:pt x="90332" y="10114"/>
                  <a:pt x="90279" y="10167"/>
                </a:cubicBezTo>
                <a:cubicBezTo>
                  <a:pt x="90279" y="10023"/>
                  <a:pt x="90354" y="9806"/>
                  <a:pt x="90354" y="9663"/>
                </a:cubicBezTo>
                <a:lnTo>
                  <a:pt x="90354" y="9663"/>
                </a:lnTo>
                <a:cubicBezTo>
                  <a:pt x="90211" y="9806"/>
                  <a:pt x="90136" y="10023"/>
                  <a:pt x="90067" y="10235"/>
                </a:cubicBezTo>
                <a:cubicBezTo>
                  <a:pt x="90067" y="10023"/>
                  <a:pt x="90067" y="9806"/>
                  <a:pt x="90136" y="9594"/>
                </a:cubicBezTo>
                <a:lnTo>
                  <a:pt x="90136" y="9594"/>
                </a:lnTo>
                <a:cubicBezTo>
                  <a:pt x="89993" y="9806"/>
                  <a:pt x="89850" y="10167"/>
                  <a:pt x="89706" y="10596"/>
                </a:cubicBezTo>
                <a:cubicBezTo>
                  <a:pt x="89638" y="10378"/>
                  <a:pt x="89495" y="10167"/>
                  <a:pt x="89420" y="9949"/>
                </a:cubicBezTo>
                <a:cubicBezTo>
                  <a:pt x="89277" y="9663"/>
                  <a:pt x="89065" y="9451"/>
                  <a:pt x="88922" y="9164"/>
                </a:cubicBezTo>
                <a:lnTo>
                  <a:pt x="88922" y="9164"/>
                </a:lnTo>
                <a:cubicBezTo>
                  <a:pt x="89065" y="9451"/>
                  <a:pt x="89208" y="9737"/>
                  <a:pt x="89277" y="10023"/>
                </a:cubicBezTo>
                <a:lnTo>
                  <a:pt x="89277" y="10092"/>
                </a:lnTo>
                <a:cubicBezTo>
                  <a:pt x="89065" y="9594"/>
                  <a:pt x="88779" y="9021"/>
                  <a:pt x="88418" y="8517"/>
                </a:cubicBezTo>
                <a:lnTo>
                  <a:pt x="88418" y="8517"/>
                </a:lnTo>
                <a:cubicBezTo>
                  <a:pt x="88704" y="9021"/>
                  <a:pt x="88922" y="9663"/>
                  <a:pt x="89065" y="10310"/>
                </a:cubicBezTo>
                <a:lnTo>
                  <a:pt x="88492" y="10883"/>
                </a:lnTo>
                <a:cubicBezTo>
                  <a:pt x="88275" y="11094"/>
                  <a:pt x="88131" y="11238"/>
                  <a:pt x="87988" y="11455"/>
                </a:cubicBezTo>
                <a:lnTo>
                  <a:pt x="87988" y="11238"/>
                </a:lnTo>
                <a:cubicBezTo>
                  <a:pt x="87988" y="11312"/>
                  <a:pt x="87919" y="11381"/>
                  <a:pt x="87845" y="11455"/>
                </a:cubicBezTo>
                <a:cubicBezTo>
                  <a:pt x="87776" y="11381"/>
                  <a:pt x="87776" y="11312"/>
                  <a:pt x="87702" y="11169"/>
                </a:cubicBezTo>
                <a:cubicBezTo>
                  <a:pt x="87776" y="10596"/>
                  <a:pt x="87776" y="9880"/>
                  <a:pt x="87845" y="9164"/>
                </a:cubicBezTo>
                <a:lnTo>
                  <a:pt x="87845" y="9164"/>
                </a:lnTo>
                <a:cubicBezTo>
                  <a:pt x="87702" y="9519"/>
                  <a:pt x="87490" y="10023"/>
                  <a:pt x="87347" y="10665"/>
                </a:cubicBezTo>
                <a:lnTo>
                  <a:pt x="87347" y="10808"/>
                </a:lnTo>
                <a:lnTo>
                  <a:pt x="86917" y="10167"/>
                </a:lnTo>
                <a:lnTo>
                  <a:pt x="86917" y="10167"/>
                </a:lnTo>
                <a:cubicBezTo>
                  <a:pt x="87060" y="10453"/>
                  <a:pt x="87204" y="10665"/>
                  <a:pt x="87272" y="10951"/>
                </a:cubicBezTo>
                <a:lnTo>
                  <a:pt x="87272" y="11026"/>
                </a:lnTo>
                <a:cubicBezTo>
                  <a:pt x="87129" y="10739"/>
                  <a:pt x="86917" y="10453"/>
                  <a:pt x="86699" y="10167"/>
                </a:cubicBezTo>
                <a:lnTo>
                  <a:pt x="86699" y="10167"/>
                </a:lnTo>
                <a:cubicBezTo>
                  <a:pt x="86917" y="10522"/>
                  <a:pt x="87060" y="10883"/>
                  <a:pt x="87204" y="11312"/>
                </a:cubicBezTo>
                <a:cubicBezTo>
                  <a:pt x="87129" y="11598"/>
                  <a:pt x="87060" y="11954"/>
                  <a:pt x="87060" y="12314"/>
                </a:cubicBezTo>
                <a:cubicBezTo>
                  <a:pt x="86843" y="12028"/>
                  <a:pt x="86631" y="11667"/>
                  <a:pt x="86413" y="11381"/>
                </a:cubicBezTo>
                <a:lnTo>
                  <a:pt x="86413" y="11381"/>
                </a:lnTo>
                <a:cubicBezTo>
                  <a:pt x="86631" y="11667"/>
                  <a:pt x="86774" y="12097"/>
                  <a:pt x="86917" y="12526"/>
                </a:cubicBezTo>
                <a:cubicBezTo>
                  <a:pt x="86917" y="12526"/>
                  <a:pt x="86843" y="12526"/>
                  <a:pt x="86774" y="12601"/>
                </a:cubicBezTo>
                <a:cubicBezTo>
                  <a:pt x="86556" y="12097"/>
                  <a:pt x="86201" y="11524"/>
                  <a:pt x="85840" y="10951"/>
                </a:cubicBezTo>
                <a:cubicBezTo>
                  <a:pt x="85984" y="10596"/>
                  <a:pt x="86201" y="10235"/>
                  <a:pt x="86201" y="10235"/>
                </a:cubicBezTo>
                <a:lnTo>
                  <a:pt x="86201" y="10235"/>
                </a:lnTo>
                <a:lnTo>
                  <a:pt x="85697" y="10739"/>
                </a:lnTo>
                <a:cubicBezTo>
                  <a:pt x="85628" y="10453"/>
                  <a:pt x="85485" y="10235"/>
                  <a:pt x="85411" y="9949"/>
                </a:cubicBezTo>
                <a:lnTo>
                  <a:pt x="85411" y="9949"/>
                </a:lnTo>
                <a:cubicBezTo>
                  <a:pt x="85485" y="10235"/>
                  <a:pt x="85554" y="10522"/>
                  <a:pt x="85554" y="10808"/>
                </a:cubicBezTo>
                <a:cubicBezTo>
                  <a:pt x="85485" y="10951"/>
                  <a:pt x="85342" y="11094"/>
                  <a:pt x="85199" y="11238"/>
                </a:cubicBezTo>
                <a:cubicBezTo>
                  <a:pt x="84981" y="10739"/>
                  <a:pt x="84695" y="10235"/>
                  <a:pt x="84340" y="9737"/>
                </a:cubicBezTo>
                <a:lnTo>
                  <a:pt x="84340" y="9737"/>
                </a:lnTo>
                <a:cubicBezTo>
                  <a:pt x="84626" y="10235"/>
                  <a:pt x="84838" y="10883"/>
                  <a:pt x="84981" y="11524"/>
                </a:cubicBezTo>
                <a:cubicBezTo>
                  <a:pt x="84912" y="11598"/>
                  <a:pt x="84912" y="11667"/>
                  <a:pt x="84838" y="11742"/>
                </a:cubicBezTo>
                <a:cubicBezTo>
                  <a:pt x="84769" y="11742"/>
                  <a:pt x="84769" y="11810"/>
                  <a:pt x="84769" y="11810"/>
                </a:cubicBezTo>
                <a:cubicBezTo>
                  <a:pt x="84695" y="11810"/>
                  <a:pt x="84695" y="11742"/>
                  <a:pt x="84627" y="11668"/>
                </a:cubicBezTo>
                <a:lnTo>
                  <a:pt x="84627" y="11668"/>
                </a:lnTo>
                <a:cubicBezTo>
                  <a:pt x="84695" y="11742"/>
                  <a:pt x="84695" y="11811"/>
                  <a:pt x="84695" y="11885"/>
                </a:cubicBezTo>
                <a:cubicBezTo>
                  <a:pt x="84626" y="12028"/>
                  <a:pt x="84483" y="12240"/>
                  <a:pt x="84408" y="12458"/>
                </a:cubicBezTo>
                <a:cubicBezTo>
                  <a:pt x="84408" y="12526"/>
                  <a:pt x="84340" y="12601"/>
                  <a:pt x="84340" y="12670"/>
                </a:cubicBezTo>
                <a:cubicBezTo>
                  <a:pt x="84340" y="12670"/>
                  <a:pt x="84265" y="12670"/>
                  <a:pt x="84265" y="12601"/>
                </a:cubicBezTo>
                <a:cubicBezTo>
                  <a:pt x="84340" y="12383"/>
                  <a:pt x="84340" y="12097"/>
                  <a:pt x="84340" y="11810"/>
                </a:cubicBezTo>
                <a:lnTo>
                  <a:pt x="84340" y="11810"/>
                </a:lnTo>
                <a:cubicBezTo>
                  <a:pt x="84265" y="11954"/>
                  <a:pt x="84197" y="12171"/>
                  <a:pt x="84053" y="12383"/>
                </a:cubicBezTo>
                <a:lnTo>
                  <a:pt x="84053" y="12526"/>
                </a:lnTo>
                <a:cubicBezTo>
                  <a:pt x="83979" y="12670"/>
                  <a:pt x="83910" y="12744"/>
                  <a:pt x="83836" y="12887"/>
                </a:cubicBezTo>
                <a:cubicBezTo>
                  <a:pt x="83767" y="12601"/>
                  <a:pt x="83624" y="12383"/>
                  <a:pt x="83549" y="12097"/>
                </a:cubicBezTo>
                <a:lnTo>
                  <a:pt x="83549" y="12097"/>
                </a:lnTo>
                <a:cubicBezTo>
                  <a:pt x="83624" y="12383"/>
                  <a:pt x="83693" y="12744"/>
                  <a:pt x="83767" y="13099"/>
                </a:cubicBezTo>
                <a:lnTo>
                  <a:pt x="83337" y="12458"/>
                </a:lnTo>
                <a:lnTo>
                  <a:pt x="83120" y="11810"/>
                </a:lnTo>
                <a:cubicBezTo>
                  <a:pt x="83481" y="11238"/>
                  <a:pt x="83767" y="10739"/>
                  <a:pt x="83767" y="10739"/>
                </a:cubicBezTo>
                <a:lnTo>
                  <a:pt x="83767" y="10739"/>
                </a:lnTo>
                <a:cubicBezTo>
                  <a:pt x="83767" y="10739"/>
                  <a:pt x="83406" y="11026"/>
                  <a:pt x="83051" y="11381"/>
                </a:cubicBezTo>
                <a:cubicBezTo>
                  <a:pt x="82930" y="11080"/>
                  <a:pt x="82809" y="10776"/>
                  <a:pt x="82688" y="10429"/>
                </a:cubicBezTo>
                <a:lnTo>
                  <a:pt x="82688" y="10429"/>
                </a:lnTo>
                <a:cubicBezTo>
                  <a:pt x="82786" y="10765"/>
                  <a:pt x="82833" y="11180"/>
                  <a:pt x="82833" y="11598"/>
                </a:cubicBezTo>
                <a:cubicBezTo>
                  <a:pt x="82690" y="11742"/>
                  <a:pt x="82547" y="11954"/>
                  <a:pt x="82404" y="12097"/>
                </a:cubicBezTo>
                <a:lnTo>
                  <a:pt x="82335" y="12171"/>
                </a:lnTo>
                <a:lnTo>
                  <a:pt x="82049" y="11885"/>
                </a:lnTo>
                <a:lnTo>
                  <a:pt x="82049" y="11885"/>
                </a:lnTo>
                <a:cubicBezTo>
                  <a:pt x="82117" y="12028"/>
                  <a:pt x="82192" y="12097"/>
                  <a:pt x="82261" y="12240"/>
                </a:cubicBezTo>
                <a:cubicBezTo>
                  <a:pt x="82117" y="12314"/>
                  <a:pt x="82049" y="12383"/>
                  <a:pt x="81905" y="12526"/>
                </a:cubicBezTo>
                <a:cubicBezTo>
                  <a:pt x="81905" y="12383"/>
                  <a:pt x="81905" y="12240"/>
                  <a:pt x="81974" y="12097"/>
                </a:cubicBezTo>
                <a:cubicBezTo>
                  <a:pt x="81974" y="12028"/>
                  <a:pt x="82049" y="11954"/>
                  <a:pt x="82049" y="11885"/>
                </a:cubicBezTo>
                <a:cubicBezTo>
                  <a:pt x="82404" y="11312"/>
                  <a:pt x="82621" y="10883"/>
                  <a:pt x="82621" y="10883"/>
                </a:cubicBezTo>
                <a:lnTo>
                  <a:pt x="82621" y="10883"/>
                </a:lnTo>
                <a:cubicBezTo>
                  <a:pt x="82621" y="10883"/>
                  <a:pt x="82335" y="11095"/>
                  <a:pt x="81974" y="11455"/>
                </a:cubicBezTo>
                <a:cubicBezTo>
                  <a:pt x="82049" y="10883"/>
                  <a:pt x="82117" y="10310"/>
                  <a:pt x="82192" y="9594"/>
                </a:cubicBezTo>
                <a:lnTo>
                  <a:pt x="82192" y="9594"/>
                </a:lnTo>
                <a:cubicBezTo>
                  <a:pt x="81974" y="9880"/>
                  <a:pt x="81831" y="10378"/>
                  <a:pt x="81688" y="10951"/>
                </a:cubicBezTo>
                <a:cubicBezTo>
                  <a:pt x="81476" y="11312"/>
                  <a:pt x="81333" y="11742"/>
                  <a:pt x="81258" y="12240"/>
                </a:cubicBezTo>
                <a:lnTo>
                  <a:pt x="81115" y="12383"/>
                </a:lnTo>
                <a:cubicBezTo>
                  <a:pt x="81080" y="12383"/>
                  <a:pt x="81063" y="12365"/>
                  <a:pt x="81045" y="12338"/>
                </a:cubicBezTo>
                <a:lnTo>
                  <a:pt x="81045" y="12338"/>
                </a:lnTo>
                <a:cubicBezTo>
                  <a:pt x="81046" y="12350"/>
                  <a:pt x="81046" y="12364"/>
                  <a:pt x="81046" y="12383"/>
                </a:cubicBezTo>
                <a:cubicBezTo>
                  <a:pt x="81046" y="12383"/>
                  <a:pt x="81046" y="12458"/>
                  <a:pt x="81115" y="12458"/>
                </a:cubicBezTo>
                <a:cubicBezTo>
                  <a:pt x="80972" y="12601"/>
                  <a:pt x="80903" y="12744"/>
                  <a:pt x="80829" y="12813"/>
                </a:cubicBezTo>
                <a:cubicBezTo>
                  <a:pt x="80760" y="12526"/>
                  <a:pt x="80686" y="12240"/>
                  <a:pt x="80542" y="11885"/>
                </a:cubicBezTo>
                <a:cubicBezTo>
                  <a:pt x="80685" y="11599"/>
                  <a:pt x="80829" y="11455"/>
                  <a:pt x="80829" y="11455"/>
                </a:cubicBezTo>
                <a:lnTo>
                  <a:pt x="80829" y="11455"/>
                </a:lnTo>
                <a:cubicBezTo>
                  <a:pt x="80829" y="11455"/>
                  <a:pt x="80685" y="11524"/>
                  <a:pt x="80474" y="11742"/>
                </a:cubicBezTo>
                <a:cubicBezTo>
                  <a:pt x="80399" y="11381"/>
                  <a:pt x="80256" y="11094"/>
                  <a:pt x="80113" y="10665"/>
                </a:cubicBezTo>
                <a:lnTo>
                  <a:pt x="80113" y="10665"/>
                </a:lnTo>
                <a:cubicBezTo>
                  <a:pt x="80187" y="11026"/>
                  <a:pt x="80256" y="11455"/>
                  <a:pt x="80330" y="11810"/>
                </a:cubicBezTo>
                <a:cubicBezTo>
                  <a:pt x="80187" y="12028"/>
                  <a:pt x="79970" y="12171"/>
                  <a:pt x="79758" y="12383"/>
                </a:cubicBezTo>
                <a:cubicBezTo>
                  <a:pt x="79758" y="12171"/>
                  <a:pt x="79683" y="12028"/>
                  <a:pt x="79614" y="11885"/>
                </a:cubicBezTo>
                <a:cubicBezTo>
                  <a:pt x="79614" y="11598"/>
                  <a:pt x="79614" y="11312"/>
                  <a:pt x="79683" y="10951"/>
                </a:cubicBezTo>
                <a:cubicBezTo>
                  <a:pt x="79901" y="10378"/>
                  <a:pt x="80187" y="9737"/>
                  <a:pt x="80399" y="9307"/>
                </a:cubicBezTo>
                <a:cubicBezTo>
                  <a:pt x="80617" y="8804"/>
                  <a:pt x="80829" y="8448"/>
                  <a:pt x="80829" y="8448"/>
                </a:cubicBezTo>
                <a:lnTo>
                  <a:pt x="80829" y="8448"/>
                </a:lnTo>
                <a:cubicBezTo>
                  <a:pt x="80828" y="8449"/>
                  <a:pt x="79614" y="9663"/>
                  <a:pt x="79042" y="10808"/>
                </a:cubicBezTo>
                <a:cubicBezTo>
                  <a:pt x="78967" y="10739"/>
                  <a:pt x="78967" y="10665"/>
                  <a:pt x="78967" y="10665"/>
                </a:cubicBezTo>
                <a:cubicBezTo>
                  <a:pt x="79397" y="9594"/>
                  <a:pt x="79901" y="8517"/>
                  <a:pt x="79901" y="8517"/>
                </a:cubicBezTo>
                <a:lnTo>
                  <a:pt x="79901" y="8517"/>
                </a:lnTo>
                <a:cubicBezTo>
                  <a:pt x="79901" y="8517"/>
                  <a:pt x="78967" y="9451"/>
                  <a:pt x="78326" y="10453"/>
                </a:cubicBezTo>
                <a:cubicBezTo>
                  <a:pt x="78681" y="9663"/>
                  <a:pt x="79042" y="9021"/>
                  <a:pt x="79042" y="9021"/>
                </a:cubicBezTo>
                <a:lnTo>
                  <a:pt x="79042" y="9021"/>
                </a:lnTo>
                <a:cubicBezTo>
                  <a:pt x="79041" y="9021"/>
                  <a:pt x="78108" y="9880"/>
                  <a:pt x="77467" y="10808"/>
                </a:cubicBezTo>
                <a:cubicBezTo>
                  <a:pt x="77467" y="10596"/>
                  <a:pt x="77392" y="10378"/>
                  <a:pt x="77323" y="10167"/>
                </a:cubicBezTo>
                <a:cubicBezTo>
                  <a:pt x="77678" y="9376"/>
                  <a:pt x="77965" y="8735"/>
                  <a:pt x="77965" y="8735"/>
                </a:cubicBezTo>
                <a:lnTo>
                  <a:pt x="77965" y="8735"/>
                </a:lnTo>
                <a:cubicBezTo>
                  <a:pt x="77965" y="8735"/>
                  <a:pt x="77610" y="9090"/>
                  <a:pt x="77180" y="9594"/>
                </a:cubicBezTo>
                <a:cubicBezTo>
                  <a:pt x="77106" y="9233"/>
                  <a:pt x="76963" y="8803"/>
                  <a:pt x="76819" y="8305"/>
                </a:cubicBezTo>
                <a:lnTo>
                  <a:pt x="76819" y="8305"/>
                </a:lnTo>
                <a:cubicBezTo>
                  <a:pt x="76894" y="8735"/>
                  <a:pt x="76963" y="9233"/>
                  <a:pt x="77037" y="9806"/>
                </a:cubicBezTo>
                <a:cubicBezTo>
                  <a:pt x="76894" y="9949"/>
                  <a:pt x="76751" y="10167"/>
                  <a:pt x="76607" y="10310"/>
                </a:cubicBezTo>
                <a:cubicBezTo>
                  <a:pt x="76533" y="10378"/>
                  <a:pt x="76533" y="10453"/>
                  <a:pt x="76464" y="10522"/>
                </a:cubicBezTo>
                <a:cubicBezTo>
                  <a:pt x="76321" y="9949"/>
                  <a:pt x="76103" y="9233"/>
                  <a:pt x="75892" y="8305"/>
                </a:cubicBezTo>
                <a:lnTo>
                  <a:pt x="75892" y="8305"/>
                </a:lnTo>
                <a:cubicBezTo>
                  <a:pt x="76035" y="9164"/>
                  <a:pt x="76103" y="10167"/>
                  <a:pt x="76178" y="11094"/>
                </a:cubicBezTo>
                <a:cubicBezTo>
                  <a:pt x="76103" y="11238"/>
                  <a:pt x="76035" y="11381"/>
                  <a:pt x="75960" y="11455"/>
                </a:cubicBezTo>
                <a:cubicBezTo>
                  <a:pt x="75960" y="11598"/>
                  <a:pt x="75892" y="11742"/>
                  <a:pt x="75817" y="11954"/>
                </a:cubicBezTo>
                <a:lnTo>
                  <a:pt x="75817" y="11885"/>
                </a:lnTo>
                <a:cubicBezTo>
                  <a:pt x="75817" y="11810"/>
                  <a:pt x="75817" y="11667"/>
                  <a:pt x="75892" y="11598"/>
                </a:cubicBezTo>
                <a:cubicBezTo>
                  <a:pt x="75817" y="11598"/>
                  <a:pt x="75817" y="11667"/>
                  <a:pt x="75817" y="11742"/>
                </a:cubicBezTo>
                <a:cubicBezTo>
                  <a:pt x="75748" y="11381"/>
                  <a:pt x="75674" y="11094"/>
                  <a:pt x="75531" y="10665"/>
                </a:cubicBezTo>
                <a:cubicBezTo>
                  <a:pt x="75605" y="10596"/>
                  <a:pt x="75748" y="10379"/>
                  <a:pt x="75748" y="10378"/>
                </a:cubicBezTo>
                <a:lnTo>
                  <a:pt x="75748" y="10378"/>
                </a:lnTo>
                <a:cubicBezTo>
                  <a:pt x="75748" y="10379"/>
                  <a:pt x="75605" y="10453"/>
                  <a:pt x="75531" y="10596"/>
                </a:cubicBezTo>
                <a:cubicBezTo>
                  <a:pt x="75387" y="10023"/>
                  <a:pt x="75244" y="9519"/>
                  <a:pt x="75032" y="8803"/>
                </a:cubicBezTo>
                <a:lnTo>
                  <a:pt x="75032" y="8803"/>
                </a:lnTo>
                <a:cubicBezTo>
                  <a:pt x="75176" y="9376"/>
                  <a:pt x="75244" y="10023"/>
                  <a:pt x="75244" y="10665"/>
                </a:cubicBezTo>
                <a:cubicBezTo>
                  <a:pt x="75176" y="10739"/>
                  <a:pt x="75176" y="10883"/>
                  <a:pt x="75101" y="10951"/>
                </a:cubicBezTo>
                <a:cubicBezTo>
                  <a:pt x="74958" y="11094"/>
                  <a:pt x="74889" y="11238"/>
                  <a:pt x="74672" y="11381"/>
                </a:cubicBezTo>
                <a:lnTo>
                  <a:pt x="74672" y="11169"/>
                </a:lnTo>
                <a:cubicBezTo>
                  <a:pt x="74889" y="10808"/>
                  <a:pt x="74958" y="10596"/>
                  <a:pt x="74958" y="10596"/>
                </a:cubicBezTo>
                <a:lnTo>
                  <a:pt x="74958" y="10596"/>
                </a:lnTo>
                <a:lnTo>
                  <a:pt x="74603" y="10951"/>
                </a:lnTo>
                <a:cubicBezTo>
                  <a:pt x="74460" y="10310"/>
                  <a:pt x="74242" y="9519"/>
                  <a:pt x="73956" y="8517"/>
                </a:cubicBezTo>
                <a:lnTo>
                  <a:pt x="73956" y="8517"/>
                </a:lnTo>
                <a:cubicBezTo>
                  <a:pt x="74030" y="8803"/>
                  <a:pt x="74099" y="9164"/>
                  <a:pt x="74099" y="9519"/>
                </a:cubicBezTo>
                <a:cubicBezTo>
                  <a:pt x="74173" y="10023"/>
                  <a:pt x="74242" y="10596"/>
                  <a:pt x="74242" y="11094"/>
                </a:cubicBezTo>
                <a:cubicBezTo>
                  <a:pt x="74173" y="10951"/>
                  <a:pt x="74099" y="10883"/>
                  <a:pt x="73956" y="10739"/>
                </a:cubicBezTo>
                <a:lnTo>
                  <a:pt x="73956" y="10739"/>
                </a:lnTo>
                <a:cubicBezTo>
                  <a:pt x="74099" y="10883"/>
                  <a:pt x="74173" y="11026"/>
                  <a:pt x="74242" y="11238"/>
                </a:cubicBezTo>
                <a:lnTo>
                  <a:pt x="74242" y="11312"/>
                </a:lnTo>
                <a:cubicBezTo>
                  <a:pt x="74030" y="11455"/>
                  <a:pt x="73887" y="11667"/>
                  <a:pt x="73669" y="11885"/>
                </a:cubicBezTo>
                <a:cubicBezTo>
                  <a:pt x="73744" y="11598"/>
                  <a:pt x="73744" y="11312"/>
                  <a:pt x="73744" y="10951"/>
                </a:cubicBezTo>
                <a:lnTo>
                  <a:pt x="73744" y="10951"/>
                </a:lnTo>
                <a:cubicBezTo>
                  <a:pt x="73669" y="11094"/>
                  <a:pt x="73600" y="11238"/>
                  <a:pt x="73526" y="11455"/>
                </a:cubicBezTo>
                <a:cubicBezTo>
                  <a:pt x="73457" y="11312"/>
                  <a:pt x="73457" y="11238"/>
                  <a:pt x="73383" y="11094"/>
                </a:cubicBezTo>
                <a:cubicBezTo>
                  <a:pt x="73744" y="10310"/>
                  <a:pt x="74099" y="9594"/>
                  <a:pt x="74099" y="9519"/>
                </a:cubicBezTo>
                <a:lnTo>
                  <a:pt x="74099" y="9519"/>
                </a:lnTo>
                <a:lnTo>
                  <a:pt x="73383" y="10235"/>
                </a:lnTo>
                <a:cubicBezTo>
                  <a:pt x="73457" y="9519"/>
                  <a:pt x="73526" y="8660"/>
                  <a:pt x="73600" y="7801"/>
                </a:cubicBezTo>
                <a:lnTo>
                  <a:pt x="73600" y="7801"/>
                </a:lnTo>
                <a:cubicBezTo>
                  <a:pt x="73240" y="8448"/>
                  <a:pt x="72953" y="9806"/>
                  <a:pt x="72810" y="11026"/>
                </a:cubicBezTo>
                <a:cubicBezTo>
                  <a:pt x="72667" y="11169"/>
                  <a:pt x="72598" y="11238"/>
                  <a:pt x="72598" y="11381"/>
                </a:cubicBezTo>
                <a:cubicBezTo>
                  <a:pt x="72524" y="11381"/>
                  <a:pt x="72524" y="11381"/>
                  <a:pt x="72524" y="11455"/>
                </a:cubicBezTo>
                <a:cubicBezTo>
                  <a:pt x="72524" y="11381"/>
                  <a:pt x="72455" y="11381"/>
                  <a:pt x="72455" y="11312"/>
                </a:cubicBezTo>
                <a:lnTo>
                  <a:pt x="72455" y="11524"/>
                </a:lnTo>
                <a:cubicBezTo>
                  <a:pt x="72455" y="11598"/>
                  <a:pt x="72455" y="11667"/>
                  <a:pt x="72380" y="11742"/>
                </a:cubicBezTo>
                <a:cubicBezTo>
                  <a:pt x="72380" y="11667"/>
                  <a:pt x="72312" y="11598"/>
                  <a:pt x="72312" y="11524"/>
                </a:cubicBezTo>
                <a:cubicBezTo>
                  <a:pt x="72380" y="10522"/>
                  <a:pt x="72455" y="9307"/>
                  <a:pt x="72598" y="7801"/>
                </a:cubicBezTo>
                <a:lnTo>
                  <a:pt x="72598" y="7801"/>
                </a:lnTo>
                <a:cubicBezTo>
                  <a:pt x="72237" y="8374"/>
                  <a:pt x="72025" y="9451"/>
                  <a:pt x="71808" y="10522"/>
                </a:cubicBezTo>
                <a:cubicBezTo>
                  <a:pt x="71808" y="10453"/>
                  <a:pt x="71739" y="10310"/>
                  <a:pt x="71739" y="10235"/>
                </a:cubicBezTo>
                <a:lnTo>
                  <a:pt x="71739" y="10235"/>
                </a:lnTo>
                <a:cubicBezTo>
                  <a:pt x="71739" y="10379"/>
                  <a:pt x="71808" y="10522"/>
                  <a:pt x="71808" y="10665"/>
                </a:cubicBezTo>
                <a:cubicBezTo>
                  <a:pt x="71739" y="11026"/>
                  <a:pt x="71739" y="11312"/>
                  <a:pt x="71665" y="11598"/>
                </a:cubicBezTo>
                <a:cubicBezTo>
                  <a:pt x="71596" y="11524"/>
                  <a:pt x="71596" y="11455"/>
                  <a:pt x="71521" y="11312"/>
                </a:cubicBezTo>
                <a:cubicBezTo>
                  <a:pt x="71596" y="10522"/>
                  <a:pt x="71665" y="9451"/>
                  <a:pt x="71739" y="8305"/>
                </a:cubicBezTo>
                <a:lnTo>
                  <a:pt x="71739" y="8305"/>
                </a:lnTo>
                <a:cubicBezTo>
                  <a:pt x="71521" y="8735"/>
                  <a:pt x="71309" y="9594"/>
                  <a:pt x="71092" y="10522"/>
                </a:cubicBezTo>
                <a:lnTo>
                  <a:pt x="71092" y="10596"/>
                </a:lnTo>
                <a:cubicBezTo>
                  <a:pt x="70949" y="10167"/>
                  <a:pt x="70805" y="9737"/>
                  <a:pt x="70593" y="9307"/>
                </a:cubicBezTo>
                <a:cubicBezTo>
                  <a:pt x="70593" y="8878"/>
                  <a:pt x="70662" y="8448"/>
                  <a:pt x="70662" y="7944"/>
                </a:cubicBezTo>
                <a:lnTo>
                  <a:pt x="70662" y="7944"/>
                </a:lnTo>
                <a:cubicBezTo>
                  <a:pt x="70593" y="8231"/>
                  <a:pt x="70450" y="8517"/>
                  <a:pt x="70376" y="8878"/>
                </a:cubicBezTo>
                <a:cubicBezTo>
                  <a:pt x="70233" y="8660"/>
                  <a:pt x="70164" y="8448"/>
                  <a:pt x="70021" y="8231"/>
                </a:cubicBezTo>
                <a:lnTo>
                  <a:pt x="70021" y="8231"/>
                </a:lnTo>
                <a:cubicBezTo>
                  <a:pt x="70164" y="8448"/>
                  <a:pt x="70233" y="8735"/>
                  <a:pt x="70307" y="9021"/>
                </a:cubicBezTo>
                <a:cubicBezTo>
                  <a:pt x="70233" y="9233"/>
                  <a:pt x="70164" y="9519"/>
                  <a:pt x="70089" y="9806"/>
                </a:cubicBezTo>
                <a:cubicBezTo>
                  <a:pt x="70021" y="9880"/>
                  <a:pt x="69946" y="10023"/>
                  <a:pt x="69803" y="10092"/>
                </a:cubicBezTo>
                <a:cubicBezTo>
                  <a:pt x="69591" y="9519"/>
                  <a:pt x="69305" y="8878"/>
                  <a:pt x="68944" y="8231"/>
                </a:cubicBezTo>
                <a:lnTo>
                  <a:pt x="68944" y="8231"/>
                </a:lnTo>
                <a:cubicBezTo>
                  <a:pt x="69230" y="8878"/>
                  <a:pt x="69448" y="9594"/>
                  <a:pt x="69660" y="10310"/>
                </a:cubicBezTo>
                <a:cubicBezTo>
                  <a:pt x="69517" y="10453"/>
                  <a:pt x="69373" y="10596"/>
                  <a:pt x="69230" y="10808"/>
                </a:cubicBezTo>
                <a:cubicBezTo>
                  <a:pt x="68944" y="10167"/>
                  <a:pt x="68589" y="9451"/>
                  <a:pt x="68228" y="8735"/>
                </a:cubicBezTo>
                <a:lnTo>
                  <a:pt x="68228" y="8735"/>
                </a:lnTo>
                <a:cubicBezTo>
                  <a:pt x="68514" y="9451"/>
                  <a:pt x="68801" y="10235"/>
                  <a:pt x="68944" y="11026"/>
                </a:cubicBezTo>
                <a:cubicBezTo>
                  <a:pt x="68801" y="11238"/>
                  <a:pt x="68589" y="11381"/>
                  <a:pt x="68446" y="11598"/>
                </a:cubicBezTo>
                <a:cubicBezTo>
                  <a:pt x="68446" y="11455"/>
                  <a:pt x="68371" y="11381"/>
                  <a:pt x="68302" y="11238"/>
                </a:cubicBezTo>
                <a:cubicBezTo>
                  <a:pt x="68371" y="10739"/>
                  <a:pt x="68446" y="10235"/>
                  <a:pt x="68446" y="9737"/>
                </a:cubicBezTo>
                <a:lnTo>
                  <a:pt x="68446" y="9737"/>
                </a:lnTo>
                <a:cubicBezTo>
                  <a:pt x="68302" y="9949"/>
                  <a:pt x="68228" y="10235"/>
                  <a:pt x="68085" y="10596"/>
                </a:cubicBezTo>
                <a:cubicBezTo>
                  <a:pt x="68016" y="10453"/>
                  <a:pt x="68016" y="10310"/>
                  <a:pt x="67942" y="10167"/>
                </a:cubicBezTo>
                <a:lnTo>
                  <a:pt x="67942" y="9949"/>
                </a:lnTo>
                <a:cubicBezTo>
                  <a:pt x="67942" y="9949"/>
                  <a:pt x="67942" y="10023"/>
                  <a:pt x="67873" y="10023"/>
                </a:cubicBezTo>
                <a:cubicBezTo>
                  <a:pt x="67798" y="9806"/>
                  <a:pt x="67655" y="9594"/>
                  <a:pt x="67586" y="9307"/>
                </a:cubicBezTo>
                <a:lnTo>
                  <a:pt x="67586" y="8803"/>
                </a:lnTo>
                <a:cubicBezTo>
                  <a:pt x="67586" y="8878"/>
                  <a:pt x="67512" y="9021"/>
                  <a:pt x="67443" y="9090"/>
                </a:cubicBezTo>
                <a:cubicBezTo>
                  <a:pt x="67369" y="8878"/>
                  <a:pt x="67226" y="8660"/>
                  <a:pt x="67083" y="8448"/>
                </a:cubicBezTo>
                <a:lnTo>
                  <a:pt x="67083" y="8448"/>
                </a:lnTo>
                <a:cubicBezTo>
                  <a:pt x="67226" y="8660"/>
                  <a:pt x="67300" y="8947"/>
                  <a:pt x="67443" y="9233"/>
                </a:cubicBezTo>
                <a:cubicBezTo>
                  <a:pt x="67226" y="9737"/>
                  <a:pt x="67082" y="10453"/>
                  <a:pt x="66939" y="11169"/>
                </a:cubicBezTo>
                <a:cubicBezTo>
                  <a:pt x="66796" y="10665"/>
                  <a:pt x="66653" y="10023"/>
                  <a:pt x="66367" y="9307"/>
                </a:cubicBezTo>
                <a:lnTo>
                  <a:pt x="66367" y="9307"/>
                </a:lnTo>
                <a:cubicBezTo>
                  <a:pt x="66584" y="9949"/>
                  <a:pt x="66653" y="10808"/>
                  <a:pt x="66653" y="11598"/>
                </a:cubicBezTo>
                <a:cubicBezTo>
                  <a:pt x="66584" y="11598"/>
                  <a:pt x="66510" y="11667"/>
                  <a:pt x="66367" y="11810"/>
                </a:cubicBezTo>
                <a:cubicBezTo>
                  <a:pt x="66298" y="11742"/>
                  <a:pt x="66298" y="11667"/>
                  <a:pt x="66223" y="11598"/>
                </a:cubicBezTo>
                <a:cubicBezTo>
                  <a:pt x="66155" y="11524"/>
                  <a:pt x="66155" y="11455"/>
                  <a:pt x="66080" y="11381"/>
                </a:cubicBezTo>
                <a:cubicBezTo>
                  <a:pt x="65937" y="11026"/>
                  <a:pt x="65868" y="10596"/>
                  <a:pt x="65651" y="10167"/>
                </a:cubicBezTo>
                <a:lnTo>
                  <a:pt x="65651" y="10167"/>
                </a:lnTo>
                <a:cubicBezTo>
                  <a:pt x="65794" y="10665"/>
                  <a:pt x="65868" y="11238"/>
                  <a:pt x="65937" y="11810"/>
                </a:cubicBezTo>
                <a:lnTo>
                  <a:pt x="65868" y="11810"/>
                </a:lnTo>
                <a:cubicBezTo>
                  <a:pt x="65725" y="11524"/>
                  <a:pt x="65582" y="11169"/>
                  <a:pt x="65364" y="10808"/>
                </a:cubicBezTo>
                <a:cubicBezTo>
                  <a:pt x="65439" y="10596"/>
                  <a:pt x="65582" y="10378"/>
                  <a:pt x="65651" y="10167"/>
                </a:cubicBezTo>
                <a:cubicBezTo>
                  <a:pt x="66011" y="9519"/>
                  <a:pt x="66223" y="8947"/>
                  <a:pt x="66223" y="8947"/>
                </a:cubicBezTo>
                <a:lnTo>
                  <a:pt x="66223" y="8947"/>
                </a:lnTo>
                <a:cubicBezTo>
                  <a:pt x="66223" y="8947"/>
                  <a:pt x="65582" y="9519"/>
                  <a:pt x="65009" y="10310"/>
                </a:cubicBezTo>
                <a:cubicBezTo>
                  <a:pt x="64935" y="10092"/>
                  <a:pt x="64866" y="9880"/>
                  <a:pt x="64723" y="9737"/>
                </a:cubicBezTo>
                <a:cubicBezTo>
                  <a:pt x="64723" y="9663"/>
                  <a:pt x="64791" y="9663"/>
                  <a:pt x="64791" y="9663"/>
                </a:cubicBezTo>
                <a:lnTo>
                  <a:pt x="64723" y="9663"/>
                </a:lnTo>
                <a:cubicBezTo>
                  <a:pt x="64648" y="9519"/>
                  <a:pt x="64505" y="9308"/>
                  <a:pt x="64436" y="9164"/>
                </a:cubicBezTo>
                <a:lnTo>
                  <a:pt x="64436" y="9164"/>
                </a:lnTo>
                <a:cubicBezTo>
                  <a:pt x="64505" y="9308"/>
                  <a:pt x="64580" y="9519"/>
                  <a:pt x="64648" y="9737"/>
                </a:cubicBezTo>
                <a:cubicBezTo>
                  <a:pt x="64579" y="9806"/>
                  <a:pt x="64362" y="9949"/>
                  <a:pt x="64150" y="10235"/>
                </a:cubicBezTo>
                <a:cubicBezTo>
                  <a:pt x="64150" y="10023"/>
                  <a:pt x="64150" y="9806"/>
                  <a:pt x="64219" y="9594"/>
                </a:cubicBezTo>
                <a:lnTo>
                  <a:pt x="64219" y="9594"/>
                </a:lnTo>
                <a:cubicBezTo>
                  <a:pt x="64007" y="9806"/>
                  <a:pt x="63864" y="10235"/>
                  <a:pt x="63789" y="10596"/>
                </a:cubicBezTo>
                <a:cubicBezTo>
                  <a:pt x="63577" y="10883"/>
                  <a:pt x="63360" y="11094"/>
                  <a:pt x="63148" y="11381"/>
                </a:cubicBezTo>
                <a:lnTo>
                  <a:pt x="63148" y="11312"/>
                </a:lnTo>
                <a:cubicBezTo>
                  <a:pt x="63434" y="10739"/>
                  <a:pt x="63720" y="10310"/>
                  <a:pt x="63720" y="10310"/>
                </a:cubicBezTo>
                <a:lnTo>
                  <a:pt x="63720" y="10310"/>
                </a:lnTo>
                <a:cubicBezTo>
                  <a:pt x="63720" y="10310"/>
                  <a:pt x="63359" y="10522"/>
                  <a:pt x="63004" y="10883"/>
                </a:cubicBezTo>
                <a:lnTo>
                  <a:pt x="63004" y="10739"/>
                </a:lnTo>
                <a:cubicBezTo>
                  <a:pt x="63004" y="10092"/>
                  <a:pt x="63073" y="9451"/>
                  <a:pt x="63148" y="8735"/>
                </a:cubicBezTo>
                <a:lnTo>
                  <a:pt x="63148" y="8735"/>
                </a:lnTo>
                <a:cubicBezTo>
                  <a:pt x="63004" y="8947"/>
                  <a:pt x="62861" y="9376"/>
                  <a:pt x="62718" y="9806"/>
                </a:cubicBezTo>
                <a:cubicBezTo>
                  <a:pt x="62644" y="9451"/>
                  <a:pt x="62500" y="9090"/>
                  <a:pt x="62357" y="8660"/>
                </a:cubicBezTo>
                <a:lnTo>
                  <a:pt x="62357" y="8660"/>
                </a:lnTo>
                <a:cubicBezTo>
                  <a:pt x="62500" y="9164"/>
                  <a:pt x="62575" y="9737"/>
                  <a:pt x="62644" y="10310"/>
                </a:cubicBezTo>
                <a:cubicBezTo>
                  <a:pt x="62500" y="10739"/>
                  <a:pt x="62432" y="11238"/>
                  <a:pt x="62357" y="11667"/>
                </a:cubicBezTo>
                <a:cubicBezTo>
                  <a:pt x="62288" y="11742"/>
                  <a:pt x="62288" y="11810"/>
                  <a:pt x="62214" y="11885"/>
                </a:cubicBezTo>
                <a:lnTo>
                  <a:pt x="62214" y="11742"/>
                </a:lnTo>
                <a:cubicBezTo>
                  <a:pt x="62214" y="11094"/>
                  <a:pt x="62288" y="10310"/>
                  <a:pt x="62357" y="9519"/>
                </a:cubicBezTo>
                <a:lnTo>
                  <a:pt x="62357" y="9519"/>
                </a:lnTo>
                <a:cubicBezTo>
                  <a:pt x="62214" y="9806"/>
                  <a:pt x="62002" y="10310"/>
                  <a:pt x="61928" y="10808"/>
                </a:cubicBezTo>
                <a:cubicBezTo>
                  <a:pt x="61859" y="10739"/>
                  <a:pt x="61859" y="10665"/>
                  <a:pt x="61859" y="10596"/>
                </a:cubicBezTo>
                <a:lnTo>
                  <a:pt x="62002" y="10310"/>
                </a:lnTo>
                <a:lnTo>
                  <a:pt x="62002" y="10310"/>
                </a:lnTo>
                <a:cubicBezTo>
                  <a:pt x="62002" y="10310"/>
                  <a:pt x="61928" y="10379"/>
                  <a:pt x="61784" y="10453"/>
                </a:cubicBezTo>
                <a:cubicBezTo>
                  <a:pt x="61716" y="10310"/>
                  <a:pt x="61716" y="10167"/>
                  <a:pt x="61641" y="10023"/>
                </a:cubicBezTo>
                <a:lnTo>
                  <a:pt x="61641" y="10023"/>
                </a:lnTo>
                <a:cubicBezTo>
                  <a:pt x="61641" y="10167"/>
                  <a:pt x="61716" y="10310"/>
                  <a:pt x="61716" y="10522"/>
                </a:cubicBezTo>
                <a:cubicBezTo>
                  <a:pt x="61641" y="10596"/>
                  <a:pt x="61429" y="10739"/>
                  <a:pt x="61286" y="10951"/>
                </a:cubicBezTo>
                <a:lnTo>
                  <a:pt x="61286" y="10665"/>
                </a:lnTo>
                <a:cubicBezTo>
                  <a:pt x="61286" y="10739"/>
                  <a:pt x="61212" y="10808"/>
                  <a:pt x="61212" y="10883"/>
                </a:cubicBezTo>
                <a:cubicBezTo>
                  <a:pt x="61212" y="10808"/>
                  <a:pt x="61143" y="10808"/>
                  <a:pt x="61143" y="10739"/>
                </a:cubicBezTo>
                <a:cubicBezTo>
                  <a:pt x="61572" y="9949"/>
                  <a:pt x="61859" y="9233"/>
                  <a:pt x="61859" y="9233"/>
                </a:cubicBezTo>
                <a:lnTo>
                  <a:pt x="61859" y="9233"/>
                </a:lnTo>
                <a:cubicBezTo>
                  <a:pt x="61859" y="9233"/>
                  <a:pt x="61498" y="9663"/>
                  <a:pt x="61000" y="10167"/>
                </a:cubicBezTo>
                <a:cubicBezTo>
                  <a:pt x="60925" y="9880"/>
                  <a:pt x="60782" y="9594"/>
                  <a:pt x="60713" y="9308"/>
                </a:cubicBezTo>
                <a:lnTo>
                  <a:pt x="60713" y="9308"/>
                </a:lnTo>
                <a:cubicBezTo>
                  <a:pt x="60782" y="9594"/>
                  <a:pt x="60857" y="9949"/>
                  <a:pt x="60925" y="10310"/>
                </a:cubicBezTo>
                <a:cubicBezTo>
                  <a:pt x="60857" y="10310"/>
                  <a:pt x="60857" y="10310"/>
                  <a:pt x="60857" y="10378"/>
                </a:cubicBezTo>
                <a:cubicBezTo>
                  <a:pt x="60782" y="10167"/>
                  <a:pt x="60639" y="10023"/>
                  <a:pt x="60570" y="9880"/>
                </a:cubicBezTo>
                <a:lnTo>
                  <a:pt x="60570" y="9880"/>
                </a:lnTo>
                <a:cubicBezTo>
                  <a:pt x="60639" y="10023"/>
                  <a:pt x="60713" y="10235"/>
                  <a:pt x="60782" y="10378"/>
                </a:cubicBezTo>
                <a:cubicBezTo>
                  <a:pt x="60713" y="10522"/>
                  <a:pt x="60570" y="10665"/>
                  <a:pt x="60496" y="10808"/>
                </a:cubicBezTo>
                <a:cubicBezTo>
                  <a:pt x="60427" y="10665"/>
                  <a:pt x="60353" y="10522"/>
                  <a:pt x="60284" y="10310"/>
                </a:cubicBezTo>
                <a:cubicBezTo>
                  <a:pt x="60246" y="10272"/>
                  <a:pt x="60227" y="10217"/>
                  <a:pt x="60209" y="10162"/>
                </a:cubicBezTo>
                <a:lnTo>
                  <a:pt x="60209" y="10162"/>
                </a:lnTo>
                <a:cubicBezTo>
                  <a:pt x="60209" y="10164"/>
                  <a:pt x="60209" y="10165"/>
                  <a:pt x="60209" y="10167"/>
                </a:cubicBezTo>
                <a:lnTo>
                  <a:pt x="59997" y="9737"/>
                </a:lnTo>
                <a:cubicBezTo>
                  <a:pt x="60352" y="8947"/>
                  <a:pt x="60639" y="8305"/>
                  <a:pt x="60639" y="8305"/>
                </a:cubicBezTo>
                <a:lnTo>
                  <a:pt x="60639" y="8305"/>
                </a:lnTo>
                <a:lnTo>
                  <a:pt x="60209" y="8735"/>
                </a:lnTo>
                <a:cubicBezTo>
                  <a:pt x="60352" y="8517"/>
                  <a:pt x="60427" y="8305"/>
                  <a:pt x="60427" y="8305"/>
                </a:cubicBezTo>
                <a:lnTo>
                  <a:pt x="60427" y="8305"/>
                </a:lnTo>
                <a:cubicBezTo>
                  <a:pt x="60427" y="8305"/>
                  <a:pt x="60066" y="8660"/>
                  <a:pt x="59637" y="9164"/>
                </a:cubicBezTo>
                <a:cubicBezTo>
                  <a:pt x="59493" y="9376"/>
                  <a:pt x="59281" y="9594"/>
                  <a:pt x="59138" y="9806"/>
                </a:cubicBezTo>
                <a:cubicBezTo>
                  <a:pt x="59138" y="9663"/>
                  <a:pt x="59138" y="9519"/>
                  <a:pt x="59207" y="9376"/>
                </a:cubicBezTo>
                <a:cubicBezTo>
                  <a:pt x="59350" y="9021"/>
                  <a:pt x="59493" y="8735"/>
                  <a:pt x="59493" y="8735"/>
                </a:cubicBezTo>
                <a:lnTo>
                  <a:pt x="59493" y="8735"/>
                </a:lnTo>
                <a:cubicBezTo>
                  <a:pt x="59493" y="8735"/>
                  <a:pt x="59350" y="8803"/>
                  <a:pt x="59207" y="8947"/>
                </a:cubicBezTo>
                <a:cubicBezTo>
                  <a:pt x="59207" y="8660"/>
                  <a:pt x="59281" y="8374"/>
                  <a:pt x="59281" y="8019"/>
                </a:cubicBezTo>
                <a:lnTo>
                  <a:pt x="59281" y="8019"/>
                </a:lnTo>
                <a:cubicBezTo>
                  <a:pt x="59138" y="8374"/>
                  <a:pt x="58995" y="8803"/>
                  <a:pt x="58852" y="9376"/>
                </a:cubicBezTo>
                <a:cubicBezTo>
                  <a:pt x="58709" y="9519"/>
                  <a:pt x="58566" y="9663"/>
                  <a:pt x="58491" y="9806"/>
                </a:cubicBezTo>
                <a:lnTo>
                  <a:pt x="58491" y="9451"/>
                </a:lnTo>
                <a:cubicBezTo>
                  <a:pt x="58422" y="9594"/>
                  <a:pt x="58279" y="9880"/>
                  <a:pt x="58205" y="10092"/>
                </a:cubicBezTo>
                <a:lnTo>
                  <a:pt x="58205" y="10167"/>
                </a:lnTo>
                <a:cubicBezTo>
                  <a:pt x="58205" y="10092"/>
                  <a:pt x="58136" y="10023"/>
                  <a:pt x="58136" y="9949"/>
                </a:cubicBezTo>
                <a:lnTo>
                  <a:pt x="58136" y="9949"/>
                </a:lnTo>
                <a:cubicBezTo>
                  <a:pt x="58136" y="9963"/>
                  <a:pt x="58136" y="9976"/>
                  <a:pt x="58136" y="9989"/>
                </a:cubicBezTo>
                <a:lnTo>
                  <a:pt x="58136" y="9989"/>
                </a:lnTo>
                <a:cubicBezTo>
                  <a:pt x="58037" y="9724"/>
                  <a:pt x="57938" y="9425"/>
                  <a:pt x="57838" y="9094"/>
                </a:cubicBezTo>
                <a:lnTo>
                  <a:pt x="57838" y="9094"/>
                </a:lnTo>
                <a:cubicBezTo>
                  <a:pt x="57940" y="9488"/>
                  <a:pt x="57993" y="9960"/>
                  <a:pt x="57993" y="10378"/>
                </a:cubicBezTo>
                <a:cubicBezTo>
                  <a:pt x="57850" y="10665"/>
                  <a:pt x="57706" y="10883"/>
                  <a:pt x="57563" y="11169"/>
                </a:cubicBezTo>
                <a:cubicBezTo>
                  <a:pt x="57563" y="10808"/>
                  <a:pt x="57420" y="10310"/>
                  <a:pt x="57346" y="9806"/>
                </a:cubicBezTo>
                <a:cubicBezTo>
                  <a:pt x="57346" y="9451"/>
                  <a:pt x="57420" y="9090"/>
                  <a:pt x="57420" y="8660"/>
                </a:cubicBezTo>
                <a:lnTo>
                  <a:pt x="57420" y="8660"/>
                </a:lnTo>
                <a:cubicBezTo>
                  <a:pt x="57346" y="8803"/>
                  <a:pt x="57277" y="9021"/>
                  <a:pt x="57202" y="9233"/>
                </a:cubicBezTo>
                <a:cubicBezTo>
                  <a:pt x="57059" y="8803"/>
                  <a:pt x="56990" y="8448"/>
                  <a:pt x="56847" y="7944"/>
                </a:cubicBezTo>
                <a:lnTo>
                  <a:pt x="56847" y="7944"/>
                </a:lnTo>
                <a:cubicBezTo>
                  <a:pt x="56916" y="8374"/>
                  <a:pt x="56990" y="8878"/>
                  <a:pt x="57059" y="9376"/>
                </a:cubicBezTo>
                <a:cubicBezTo>
                  <a:pt x="56916" y="8947"/>
                  <a:pt x="56773" y="8448"/>
                  <a:pt x="56630" y="7876"/>
                </a:cubicBezTo>
                <a:lnTo>
                  <a:pt x="56630" y="7876"/>
                </a:lnTo>
                <a:cubicBezTo>
                  <a:pt x="56773" y="8591"/>
                  <a:pt x="56847" y="9519"/>
                  <a:pt x="56847" y="10310"/>
                </a:cubicBezTo>
                <a:lnTo>
                  <a:pt x="56847" y="10453"/>
                </a:lnTo>
                <a:cubicBezTo>
                  <a:pt x="56630" y="9737"/>
                  <a:pt x="56274" y="9021"/>
                  <a:pt x="55845" y="8374"/>
                </a:cubicBezTo>
                <a:lnTo>
                  <a:pt x="55845" y="8374"/>
                </a:lnTo>
                <a:cubicBezTo>
                  <a:pt x="56200" y="9021"/>
                  <a:pt x="56418" y="9880"/>
                  <a:pt x="56630" y="10665"/>
                </a:cubicBezTo>
                <a:cubicBezTo>
                  <a:pt x="56486" y="10739"/>
                  <a:pt x="56418" y="10808"/>
                  <a:pt x="56274" y="10951"/>
                </a:cubicBezTo>
                <a:lnTo>
                  <a:pt x="56274" y="10739"/>
                </a:lnTo>
                <a:cubicBezTo>
                  <a:pt x="56343" y="10665"/>
                  <a:pt x="56418" y="10522"/>
                  <a:pt x="56418" y="10522"/>
                </a:cubicBezTo>
                <a:lnTo>
                  <a:pt x="56418" y="10522"/>
                </a:lnTo>
                <a:cubicBezTo>
                  <a:pt x="56418" y="10522"/>
                  <a:pt x="56343" y="10596"/>
                  <a:pt x="56200" y="10665"/>
                </a:cubicBezTo>
                <a:cubicBezTo>
                  <a:pt x="56200" y="10522"/>
                  <a:pt x="56200" y="10378"/>
                  <a:pt x="56131" y="10235"/>
                </a:cubicBezTo>
                <a:cubicBezTo>
                  <a:pt x="56200" y="10167"/>
                  <a:pt x="56274" y="10023"/>
                  <a:pt x="56274" y="10023"/>
                </a:cubicBezTo>
                <a:lnTo>
                  <a:pt x="56274" y="10023"/>
                </a:lnTo>
                <a:lnTo>
                  <a:pt x="56131" y="10167"/>
                </a:lnTo>
                <a:cubicBezTo>
                  <a:pt x="55988" y="9594"/>
                  <a:pt x="55845" y="9021"/>
                  <a:pt x="55627" y="8305"/>
                </a:cubicBezTo>
                <a:lnTo>
                  <a:pt x="55627" y="8305"/>
                </a:lnTo>
                <a:cubicBezTo>
                  <a:pt x="55770" y="8947"/>
                  <a:pt x="55845" y="9663"/>
                  <a:pt x="55845" y="10378"/>
                </a:cubicBezTo>
                <a:lnTo>
                  <a:pt x="55559" y="10665"/>
                </a:lnTo>
                <a:cubicBezTo>
                  <a:pt x="55415" y="10310"/>
                  <a:pt x="55272" y="10023"/>
                  <a:pt x="55054" y="9737"/>
                </a:cubicBezTo>
                <a:lnTo>
                  <a:pt x="55054" y="9737"/>
                </a:lnTo>
                <a:cubicBezTo>
                  <a:pt x="55198" y="10023"/>
                  <a:pt x="55341" y="10378"/>
                  <a:pt x="55484" y="10739"/>
                </a:cubicBezTo>
                <a:cubicBezTo>
                  <a:pt x="55341" y="10883"/>
                  <a:pt x="55129" y="11094"/>
                  <a:pt x="54986" y="11312"/>
                </a:cubicBezTo>
                <a:cubicBezTo>
                  <a:pt x="54986" y="11169"/>
                  <a:pt x="54911" y="11094"/>
                  <a:pt x="54911" y="11026"/>
                </a:cubicBezTo>
                <a:cubicBezTo>
                  <a:pt x="54911" y="11026"/>
                  <a:pt x="54911" y="10951"/>
                  <a:pt x="54843" y="10951"/>
                </a:cubicBezTo>
                <a:cubicBezTo>
                  <a:pt x="54911" y="10739"/>
                  <a:pt x="54911" y="10453"/>
                  <a:pt x="54911" y="10167"/>
                </a:cubicBezTo>
                <a:cubicBezTo>
                  <a:pt x="54986" y="10092"/>
                  <a:pt x="55054" y="9949"/>
                  <a:pt x="55054" y="9949"/>
                </a:cubicBezTo>
                <a:lnTo>
                  <a:pt x="55054" y="9949"/>
                </a:lnTo>
                <a:lnTo>
                  <a:pt x="54986" y="10023"/>
                </a:lnTo>
                <a:cubicBezTo>
                  <a:pt x="54986" y="9806"/>
                  <a:pt x="54986" y="9594"/>
                  <a:pt x="55054" y="9376"/>
                </a:cubicBezTo>
                <a:lnTo>
                  <a:pt x="55054" y="9376"/>
                </a:lnTo>
                <a:cubicBezTo>
                  <a:pt x="54843" y="9594"/>
                  <a:pt x="54768" y="9949"/>
                  <a:pt x="54625" y="10310"/>
                </a:cubicBezTo>
                <a:cubicBezTo>
                  <a:pt x="54556" y="10310"/>
                  <a:pt x="54556" y="10235"/>
                  <a:pt x="54556" y="10235"/>
                </a:cubicBezTo>
                <a:lnTo>
                  <a:pt x="54339" y="9806"/>
                </a:lnTo>
                <a:cubicBezTo>
                  <a:pt x="54339" y="9307"/>
                  <a:pt x="54413" y="8803"/>
                  <a:pt x="54482" y="8231"/>
                </a:cubicBezTo>
                <a:lnTo>
                  <a:pt x="54482" y="8231"/>
                </a:lnTo>
                <a:cubicBezTo>
                  <a:pt x="54339" y="8448"/>
                  <a:pt x="54195" y="8878"/>
                  <a:pt x="54052" y="9307"/>
                </a:cubicBezTo>
                <a:lnTo>
                  <a:pt x="54052" y="9233"/>
                </a:lnTo>
                <a:lnTo>
                  <a:pt x="54127" y="9021"/>
                </a:lnTo>
                <a:lnTo>
                  <a:pt x="54127" y="9021"/>
                </a:lnTo>
                <a:cubicBezTo>
                  <a:pt x="54127" y="9021"/>
                  <a:pt x="54052" y="9164"/>
                  <a:pt x="53983" y="9164"/>
                </a:cubicBezTo>
                <a:lnTo>
                  <a:pt x="53766" y="9376"/>
                </a:lnTo>
                <a:cubicBezTo>
                  <a:pt x="53840" y="8735"/>
                  <a:pt x="53840" y="8087"/>
                  <a:pt x="53909" y="7303"/>
                </a:cubicBezTo>
                <a:lnTo>
                  <a:pt x="53909" y="7303"/>
                </a:lnTo>
                <a:cubicBezTo>
                  <a:pt x="53623" y="7801"/>
                  <a:pt x="53411" y="8878"/>
                  <a:pt x="53267" y="9880"/>
                </a:cubicBezTo>
                <a:lnTo>
                  <a:pt x="53193" y="9949"/>
                </a:lnTo>
                <a:cubicBezTo>
                  <a:pt x="53193" y="9949"/>
                  <a:pt x="53124" y="9949"/>
                  <a:pt x="53124" y="9880"/>
                </a:cubicBezTo>
                <a:cubicBezTo>
                  <a:pt x="53193" y="9090"/>
                  <a:pt x="53267" y="8162"/>
                  <a:pt x="53336" y="7160"/>
                </a:cubicBezTo>
                <a:lnTo>
                  <a:pt x="53336" y="7160"/>
                </a:lnTo>
                <a:cubicBezTo>
                  <a:pt x="53050" y="7658"/>
                  <a:pt x="52838" y="8660"/>
                  <a:pt x="52695" y="9663"/>
                </a:cubicBezTo>
                <a:lnTo>
                  <a:pt x="52477" y="9880"/>
                </a:lnTo>
                <a:lnTo>
                  <a:pt x="52265" y="10092"/>
                </a:lnTo>
                <a:cubicBezTo>
                  <a:pt x="52334" y="9376"/>
                  <a:pt x="52408" y="8517"/>
                  <a:pt x="52477" y="7658"/>
                </a:cubicBezTo>
                <a:lnTo>
                  <a:pt x="52477" y="7658"/>
                </a:lnTo>
                <a:cubicBezTo>
                  <a:pt x="52191" y="8087"/>
                  <a:pt x="51979" y="9021"/>
                  <a:pt x="51836" y="9949"/>
                </a:cubicBezTo>
                <a:cubicBezTo>
                  <a:pt x="51761" y="9880"/>
                  <a:pt x="51692" y="9806"/>
                  <a:pt x="51692" y="9737"/>
                </a:cubicBezTo>
                <a:cubicBezTo>
                  <a:pt x="51549" y="9451"/>
                  <a:pt x="51475" y="9164"/>
                  <a:pt x="51332" y="8878"/>
                </a:cubicBezTo>
                <a:cubicBezTo>
                  <a:pt x="51618" y="8162"/>
                  <a:pt x="51904" y="7372"/>
                  <a:pt x="52122" y="6799"/>
                </a:cubicBezTo>
                <a:cubicBezTo>
                  <a:pt x="52408" y="6157"/>
                  <a:pt x="52551" y="5728"/>
                  <a:pt x="52552" y="5728"/>
                </a:cubicBezTo>
                <a:lnTo>
                  <a:pt x="52552" y="5728"/>
                </a:lnTo>
                <a:cubicBezTo>
                  <a:pt x="52551" y="5728"/>
                  <a:pt x="52334" y="6014"/>
                  <a:pt x="51979" y="6444"/>
                </a:cubicBezTo>
                <a:cubicBezTo>
                  <a:pt x="51979" y="6369"/>
                  <a:pt x="52047" y="6226"/>
                  <a:pt x="52047" y="6226"/>
                </a:cubicBezTo>
                <a:lnTo>
                  <a:pt x="52047" y="6226"/>
                </a:lnTo>
                <a:cubicBezTo>
                  <a:pt x="52047" y="6226"/>
                  <a:pt x="51406" y="6873"/>
                  <a:pt x="50833" y="7801"/>
                </a:cubicBezTo>
                <a:cubicBezTo>
                  <a:pt x="50616" y="8087"/>
                  <a:pt x="50472" y="8374"/>
                  <a:pt x="50329" y="8660"/>
                </a:cubicBezTo>
                <a:cubicBezTo>
                  <a:pt x="50616" y="7944"/>
                  <a:pt x="50902" y="7085"/>
                  <a:pt x="51120" y="6512"/>
                </a:cubicBezTo>
                <a:cubicBezTo>
                  <a:pt x="51406" y="5940"/>
                  <a:pt x="51549" y="5510"/>
                  <a:pt x="51549" y="5510"/>
                </a:cubicBezTo>
                <a:lnTo>
                  <a:pt x="51549" y="5510"/>
                </a:lnTo>
                <a:cubicBezTo>
                  <a:pt x="51549" y="5510"/>
                  <a:pt x="50547" y="6587"/>
                  <a:pt x="49900" y="7801"/>
                </a:cubicBezTo>
                <a:lnTo>
                  <a:pt x="49900" y="7732"/>
                </a:lnTo>
                <a:cubicBezTo>
                  <a:pt x="50043" y="7446"/>
                  <a:pt x="50260" y="7085"/>
                  <a:pt x="50260" y="7085"/>
                </a:cubicBezTo>
                <a:lnTo>
                  <a:pt x="50260" y="7085"/>
                </a:lnTo>
                <a:cubicBezTo>
                  <a:pt x="50260" y="7085"/>
                  <a:pt x="50043" y="7228"/>
                  <a:pt x="49831" y="7515"/>
                </a:cubicBezTo>
                <a:cubicBezTo>
                  <a:pt x="49613" y="7732"/>
                  <a:pt x="49401" y="7944"/>
                  <a:pt x="49184" y="8231"/>
                </a:cubicBezTo>
                <a:cubicBezTo>
                  <a:pt x="49184" y="8231"/>
                  <a:pt x="49184" y="8162"/>
                  <a:pt x="49115" y="8087"/>
                </a:cubicBezTo>
                <a:cubicBezTo>
                  <a:pt x="49041" y="7515"/>
                  <a:pt x="48897" y="6873"/>
                  <a:pt x="48685" y="6014"/>
                </a:cubicBezTo>
                <a:cubicBezTo>
                  <a:pt x="48829" y="5728"/>
                  <a:pt x="49040" y="5224"/>
                  <a:pt x="49041" y="5224"/>
                </a:cubicBezTo>
                <a:lnTo>
                  <a:pt x="49041" y="5224"/>
                </a:lnTo>
                <a:cubicBezTo>
                  <a:pt x="49040" y="5224"/>
                  <a:pt x="48754" y="5510"/>
                  <a:pt x="48611" y="5728"/>
                </a:cubicBezTo>
                <a:cubicBezTo>
                  <a:pt x="48543" y="5585"/>
                  <a:pt x="48542" y="5369"/>
                  <a:pt x="48469" y="5226"/>
                </a:cubicBezTo>
                <a:lnTo>
                  <a:pt x="48469" y="5226"/>
                </a:lnTo>
                <a:cubicBezTo>
                  <a:pt x="48542" y="5369"/>
                  <a:pt x="48542" y="5585"/>
                  <a:pt x="48542" y="5728"/>
                </a:cubicBezTo>
                <a:lnTo>
                  <a:pt x="48399" y="6014"/>
                </a:lnTo>
                <a:cubicBezTo>
                  <a:pt x="48325" y="5940"/>
                  <a:pt x="48325" y="5796"/>
                  <a:pt x="48325" y="5728"/>
                </a:cubicBezTo>
                <a:lnTo>
                  <a:pt x="48325" y="6014"/>
                </a:lnTo>
                <a:cubicBezTo>
                  <a:pt x="48181" y="6226"/>
                  <a:pt x="48038" y="6369"/>
                  <a:pt x="47895" y="6587"/>
                </a:cubicBezTo>
                <a:cubicBezTo>
                  <a:pt x="47826" y="6157"/>
                  <a:pt x="47683" y="5585"/>
                  <a:pt x="47540" y="5012"/>
                </a:cubicBezTo>
                <a:lnTo>
                  <a:pt x="47540" y="5012"/>
                </a:lnTo>
                <a:cubicBezTo>
                  <a:pt x="47609" y="5585"/>
                  <a:pt x="47683" y="6226"/>
                  <a:pt x="47752" y="6873"/>
                </a:cubicBezTo>
                <a:cubicBezTo>
                  <a:pt x="47465" y="7372"/>
                  <a:pt x="47110" y="7876"/>
                  <a:pt x="46967" y="8448"/>
                </a:cubicBezTo>
                <a:cubicBezTo>
                  <a:pt x="46967" y="8591"/>
                  <a:pt x="46893" y="8735"/>
                  <a:pt x="46824" y="8878"/>
                </a:cubicBezTo>
                <a:cubicBezTo>
                  <a:pt x="46824" y="8878"/>
                  <a:pt x="46824" y="8947"/>
                  <a:pt x="46749" y="8947"/>
                </a:cubicBezTo>
                <a:cubicBezTo>
                  <a:pt x="46824" y="8591"/>
                  <a:pt x="46824" y="8231"/>
                  <a:pt x="46893" y="7876"/>
                </a:cubicBezTo>
                <a:lnTo>
                  <a:pt x="46893" y="7876"/>
                </a:lnTo>
                <a:cubicBezTo>
                  <a:pt x="46824" y="8019"/>
                  <a:pt x="46681" y="8231"/>
                  <a:pt x="46606" y="8374"/>
                </a:cubicBezTo>
                <a:cubicBezTo>
                  <a:pt x="46538" y="7876"/>
                  <a:pt x="46394" y="7303"/>
                  <a:pt x="46177" y="6587"/>
                </a:cubicBezTo>
                <a:lnTo>
                  <a:pt x="46177" y="6587"/>
                </a:lnTo>
                <a:cubicBezTo>
                  <a:pt x="46320" y="7303"/>
                  <a:pt x="46394" y="8231"/>
                  <a:pt x="46463" y="9090"/>
                </a:cubicBezTo>
                <a:cubicBezTo>
                  <a:pt x="46394" y="9164"/>
                  <a:pt x="46394" y="9233"/>
                  <a:pt x="46394" y="9376"/>
                </a:cubicBezTo>
                <a:lnTo>
                  <a:pt x="46320" y="9376"/>
                </a:lnTo>
                <a:cubicBezTo>
                  <a:pt x="46251" y="9307"/>
                  <a:pt x="46251" y="9233"/>
                  <a:pt x="46251" y="9164"/>
                </a:cubicBezTo>
                <a:cubicBezTo>
                  <a:pt x="46251" y="8878"/>
                  <a:pt x="46320" y="8591"/>
                  <a:pt x="46320" y="8305"/>
                </a:cubicBezTo>
                <a:lnTo>
                  <a:pt x="46320" y="8305"/>
                </a:lnTo>
                <a:lnTo>
                  <a:pt x="46108" y="8735"/>
                </a:lnTo>
                <a:cubicBezTo>
                  <a:pt x="46034" y="8517"/>
                  <a:pt x="45965" y="8305"/>
                  <a:pt x="45890" y="8162"/>
                </a:cubicBezTo>
                <a:lnTo>
                  <a:pt x="45890" y="8374"/>
                </a:lnTo>
                <a:lnTo>
                  <a:pt x="45890" y="8803"/>
                </a:lnTo>
                <a:lnTo>
                  <a:pt x="45890" y="9307"/>
                </a:lnTo>
                <a:cubicBezTo>
                  <a:pt x="45890" y="9307"/>
                  <a:pt x="45890" y="9234"/>
                  <a:pt x="45823" y="9165"/>
                </a:cubicBezTo>
                <a:lnTo>
                  <a:pt x="45823" y="9165"/>
                </a:lnTo>
                <a:cubicBezTo>
                  <a:pt x="45890" y="9234"/>
                  <a:pt x="45890" y="9308"/>
                  <a:pt x="45890" y="9376"/>
                </a:cubicBezTo>
                <a:lnTo>
                  <a:pt x="45890" y="9519"/>
                </a:lnTo>
                <a:cubicBezTo>
                  <a:pt x="45890" y="9451"/>
                  <a:pt x="45822" y="9307"/>
                  <a:pt x="45822" y="9164"/>
                </a:cubicBezTo>
                <a:cubicBezTo>
                  <a:pt x="45747" y="8305"/>
                  <a:pt x="45535" y="7228"/>
                  <a:pt x="45174" y="5728"/>
                </a:cubicBezTo>
                <a:cubicBezTo>
                  <a:pt x="45249" y="5510"/>
                  <a:pt x="45249" y="5224"/>
                  <a:pt x="45249" y="5012"/>
                </a:cubicBezTo>
                <a:lnTo>
                  <a:pt x="45249" y="5012"/>
                </a:lnTo>
                <a:cubicBezTo>
                  <a:pt x="45249" y="5081"/>
                  <a:pt x="45174" y="5224"/>
                  <a:pt x="45106" y="5367"/>
                </a:cubicBezTo>
                <a:cubicBezTo>
                  <a:pt x="45174" y="5012"/>
                  <a:pt x="45174" y="4725"/>
                  <a:pt x="45174" y="4439"/>
                </a:cubicBezTo>
                <a:lnTo>
                  <a:pt x="45174" y="4439"/>
                </a:lnTo>
                <a:cubicBezTo>
                  <a:pt x="45106" y="4508"/>
                  <a:pt x="45031" y="4725"/>
                  <a:pt x="45031" y="4869"/>
                </a:cubicBezTo>
                <a:cubicBezTo>
                  <a:pt x="44962" y="4794"/>
                  <a:pt x="44962" y="4794"/>
                  <a:pt x="44962" y="4725"/>
                </a:cubicBezTo>
                <a:lnTo>
                  <a:pt x="44962" y="4937"/>
                </a:lnTo>
                <a:cubicBezTo>
                  <a:pt x="44676" y="5796"/>
                  <a:pt x="44458" y="7228"/>
                  <a:pt x="44315" y="8448"/>
                </a:cubicBezTo>
                <a:lnTo>
                  <a:pt x="43960" y="8803"/>
                </a:lnTo>
                <a:cubicBezTo>
                  <a:pt x="44029" y="7589"/>
                  <a:pt x="44172" y="6014"/>
                  <a:pt x="44315" y="4221"/>
                </a:cubicBezTo>
                <a:lnTo>
                  <a:pt x="44315" y="4221"/>
                </a:lnTo>
                <a:cubicBezTo>
                  <a:pt x="43886" y="5012"/>
                  <a:pt x="43599" y="6730"/>
                  <a:pt x="43387" y="8305"/>
                </a:cubicBezTo>
                <a:cubicBezTo>
                  <a:pt x="43387" y="8231"/>
                  <a:pt x="43313" y="8162"/>
                  <a:pt x="43313" y="8088"/>
                </a:cubicBezTo>
                <a:lnTo>
                  <a:pt x="43313" y="8088"/>
                </a:lnTo>
                <a:cubicBezTo>
                  <a:pt x="43313" y="8163"/>
                  <a:pt x="43387" y="8305"/>
                  <a:pt x="43387" y="8374"/>
                </a:cubicBezTo>
                <a:cubicBezTo>
                  <a:pt x="43387" y="8591"/>
                  <a:pt x="43313" y="8878"/>
                  <a:pt x="43313" y="9090"/>
                </a:cubicBezTo>
                <a:cubicBezTo>
                  <a:pt x="43244" y="8947"/>
                  <a:pt x="43244" y="8878"/>
                  <a:pt x="43170" y="8735"/>
                </a:cubicBezTo>
                <a:lnTo>
                  <a:pt x="42740" y="7446"/>
                </a:lnTo>
                <a:cubicBezTo>
                  <a:pt x="42815" y="6942"/>
                  <a:pt x="42815" y="6369"/>
                  <a:pt x="42883" y="5796"/>
                </a:cubicBezTo>
                <a:lnTo>
                  <a:pt x="42883" y="5796"/>
                </a:lnTo>
                <a:cubicBezTo>
                  <a:pt x="42740" y="6014"/>
                  <a:pt x="42671" y="6369"/>
                  <a:pt x="42528" y="6799"/>
                </a:cubicBezTo>
                <a:cubicBezTo>
                  <a:pt x="42385" y="6300"/>
                  <a:pt x="42167" y="5796"/>
                  <a:pt x="41881" y="5298"/>
                </a:cubicBezTo>
                <a:lnTo>
                  <a:pt x="41881" y="5298"/>
                </a:lnTo>
                <a:cubicBezTo>
                  <a:pt x="42099" y="5728"/>
                  <a:pt x="42242" y="6157"/>
                  <a:pt x="42311" y="6656"/>
                </a:cubicBezTo>
                <a:cubicBezTo>
                  <a:pt x="42167" y="6083"/>
                  <a:pt x="41881" y="5510"/>
                  <a:pt x="41669" y="4937"/>
                </a:cubicBezTo>
                <a:cubicBezTo>
                  <a:pt x="41669" y="4582"/>
                  <a:pt x="41669" y="4296"/>
                  <a:pt x="41738" y="3935"/>
                </a:cubicBezTo>
                <a:lnTo>
                  <a:pt x="41738" y="3935"/>
                </a:lnTo>
                <a:cubicBezTo>
                  <a:pt x="41526" y="4296"/>
                  <a:pt x="41383" y="4937"/>
                  <a:pt x="41240" y="5653"/>
                </a:cubicBezTo>
                <a:cubicBezTo>
                  <a:pt x="41096" y="5298"/>
                  <a:pt x="40879" y="4869"/>
                  <a:pt x="40735" y="4508"/>
                </a:cubicBezTo>
                <a:lnTo>
                  <a:pt x="40735" y="4508"/>
                </a:lnTo>
                <a:cubicBezTo>
                  <a:pt x="40879" y="4937"/>
                  <a:pt x="41022" y="5441"/>
                  <a:pt x="41165" y="5940"/>
                </a:cubicBezTo>
                <a:cubicBezTo>
                  <a:pt x="40953" y="6942"/>
                  <a:pt x="40810" y="8087"/>
                  <a:pt x="40735" y="9090"/>
                </a:cubicBezTo>
                <a:cubicBezTo>
                  <a:pt x="40667" y="9021"/>
                  <a:pt x="40667" y="8947"/>
                  <a:pt x="40667" y="8878"/>
                </a:cubicBezTo>
                <a:cubicBezTo>
                  <a:pt x="40667" y="8517"/>
                  <a:pt x="40735" y="8087"/>
                  <a:pt x="40735" y="7732"/>
                </a:cubicBezTo>
                <a:lnTo>
                  <a:pt x="40735" y="7732"/>
                </a:lnTo>
                <a:cubicBezTo>
                  <a:pt x="40667" y="7876"/>
                  <a:pt x="40592" y="8087"/>
                  <a:pt x="40524" y="8305"/>
                </a:cubicBezTo>
                <a:cubicBezTo>
                  <a:pt x="40452" y="8167"/>
                  <a:pt x="40385" y="8029"/>
                  <a:pt x="40381" y="7891"/>
                </a:cubicBezTo>
                <a:lnTo>
                  <a:pt x="40381" y="7891"/>
                </a:lnTo>
                <a:cubicBezTo>
                  <a:pt x="40683" y="7191"/>
                  <a:pt x="40953" y="6656"/>
                  <a:pt x="40953" y="6656"/>
                </a:cubicBezTo>
                <a:lnTo>
                  <a:pt x="40953" y="6656"/>
                </a:lnTo>
                <a:cubicBezTo>
                  <a:pt x="40953" y="6656"/>
                  <a:pt x="40449" y="7085"/>
                  <a:pt x="40020" y="7658"/>
                </a:cubicBezTo>
                <a:cubicBezTo>
                  <a:pt x="39808" y="7160"/>
                  <a:pt x="39590" y="6587"/>
                  <a:pt x="39304" y="6083"/>
                </a:cubicBezTo>
                <a:lnTo>
                  <a:pt x="39304" y="6083"/>
                </a:lnTo>
                <a:cubicBezTo>
                  <a:pt x="39521" y="6587"/>
                  <a:pt x="39664" y="7228"/>
                  <a:pt x="39876" y="7876"/>
                </a:cubicBezTo>
                <a:cubicBezTo>
                  <a:pt x="39733" y="8019"/>
                  <a:pt x="39590" y="8162"/>
                  <a:pt x="39521" y="8374"/>
                </a:cubicBezTo>
                <a:cubicBezTo>
                  <a:pt x="39235" y="7085"/>
                  <a:pt x="38805" y="5585"/>
                  <a:pt x="38158" y="4221"/>
                </a:cubicBezTo>
                <a:lnTo>
                  <a:pt x="38158" y="4221"/>
                </a:lnTo>
                <a:cubicBezTo>
                  <a:pt x="38376" y="4937"/>
                  <a:pt x="38588" y="5796"/>
                  <a:pt x="38805" y="6656"/>
                </a:cubicBezTo>
                <a:cubicBezTo>
                  <a:pt x="38731" y="6730"/>
                  <a:pt x="38301" y="7160"/>
                  <a:pt x="37872" y="7732"/>
                </a:cubicBezTo>
                <a:cubicBezTo>
                  <a:pt x="37728" y="7228"/>
                  <a:pt x="37660" y="6730"/>
                  <a:pt x="37442" y="6157"/>
                </a:cubicBezTo>
                <a:lnTo>
                  <a:pt x="37442" y="6157"/>
                </a:lnTo>
                <a:cubicBezTo>
                  <a:pt x="37585" y="6730"/>
                  <a:pt x="37660" y="7303"/>
                  <a:pt x="37660" y="7944"/>
                </a:cubicBezTo>
                <a:cubicBezTo>
                  <a:pt x="37373" y="8374"/>
                  <a:pt x="37156" y="8803"/>
                  <a:pt x="37013" y="9307"/>
                </a:cubicBezTo>
                <a:cubicBezTo>
                  <a:pt x="36944" y="9376"/>
                  <a:pt x="36944" y="9451"/>
                  <a:pt x="36944" y="9519"/>
                </a:cubicBezTo>
                <a:lnTo>
                  <a:pt x="36944" y="9451"/>
                </a:lnTo>
                <a:cubicBezTo>
                  <a:pt x="36944" y="8735"/>
                  <a:pt x="37013" y="8019"/>
                  <a:pt x="37087" y="7160"/>
                </a:cubicBezTo>
                <a:lnTo>
                  <a:pt x="37087" y="7160"/>
                </a:lnTo>
                <a:cubicBezTo>
                  <a:pt x="36944" y="7446"/>
                  <a:pt x="36801" y="7944"/>
                  <a:pt x="36657" y="8448"/>
                </a:cubicBezTo>
                <a:cubicBezTo>
                  <a:pt x="36583" y="8231"/>
                  <a:pt x="36514" y="7944"/>
                  <a:pt x="36440" y="7658"/>
                </a:cubicBezTo>
                <a:lnTo>
                  <a:pt x="36440" y="7658"/>
                </a:lnTo>
                <a:cubicBezTo>
                  <a:pt x="36514" y="8019"/>
                  <a:pt x="36514" y="8374"/>
                  <a:pt x="36583" y="8735"/>
                </a:cubicBezTo>
                <a:cubicBezTo>
                  <a:pt x="36583" y="8803"/>
                  <a:pt x="36583" y="8803"/>
                  <a:pt x="36514" y="8878"/>
                </a:cubicBezTo>
                <a:cubicBezTo>
                  <a:pt x="36440" y="8517"/>
                  <a:pt x="36297" y="8162"/>
                  <a:pt x="36228" y="7732"/>
                </a:cubicBezTo>
                <a:lnTo>
                  <a:pt x="36228" y="7732"/>
                </a:lnTo>
                <a:cubicBezTo>
                  <a:pt x="36297" y="8231"/>
                  <a:pt x="36371" y="8735"/>
                  <a:pt x="36440" y="9307"/>
                </a:cubicBezTo>
                <a:cubicBezTo>
                  <a:pt x="36371" y="9376"/>
                  <a:pt x="36297" y="9519"/>
                  <a:pt x="36297" y="9594"/>
                </a:cubicBezTo>
                <a:cubicBezTo>
                  <a:pt x="36153" y="9233"/>
                  <a:pt x="36085" y="8878"/>
                  <a:pt x="35941" y="8517"/>
                </a:cubicBezTo>
                <a:cubicBezTo>
                  <a:pt x="35941" y="8374"/>
                  <a:pt x="35941" y="8231"/>
                  <a:pt x="36010" y="8087"/>
                </a:cubicBezTo>
                <a:cubicBezTo>
                  <a:pt x="36228" y="7589"/>
                  <a:pt x="36371" y="7303"/>
                  <a:pt x="36371" y="7303"/>
                </a:cubicBezTo>
                <a:lnTo>
                  <a:pt x="36371" y="7303"/>
                </a:lnTo>
                <a:cubicBezTo>
                  <a:pt x="36371" y="7303"/>
                  <a:pt x="36228" y="7446"/>
                  <a:pt x="36010" y="7589"/>
                </a:cubicBezTo>
                <a:cubicBezTo>
                  <a:pt x="36010" y="7446"/>
                  <a:pt x="36010" y="7228"/>
                  <a:pt x="36085" y="7016"/>
                </a:cubicBezTo>
                <a:cubicBezTo>
                  <a:pt x="36514" y="5797"/>
                  <a:pt x="37012" y="4651"/>
                  <a:pt x="37013" y="4651"/>
                </a:cubicBezTo>
                <a:lnTo>
                  <a:pt x="37013" y="4651"/>
                </a:lnTo>
                <a:cubicBezTo>
                  <a:pt x="37012" y="4651"/>
                  <a:pt x="36869" y="4794"/>
                  <a:pt x="36657" y="5080"/>
                </a:cubicBezTo>
                <a:cubicBezTo>
                  <a:pt x="36726" y="4937"/>
                  <a:pt x="36801" y="4725"/>
                  <a:pt x="36801" y="4725"/>
                </a:cubicBezTo>
                <a:lnTo>
                  <a:pt x="36801" y="4725"/>
                </a:lnTo>
                <a:cubicBezTo>
                  <a:pt x="36801" y="4725"/>
                  <a:pt x="36657" y="4869"/>
                  <a:pt x="36440" y="5155"/>
                </a:cubicBezTo>
                <a:cubicBezTo>
                  <a:pt x="36583" y="4794"/>
                  <a:pt x="36801" y="4296"/>
                  <a:pt x="36801" y="4296"/>
                </a:cubicBezTo>
                <a:lnTo>
                  <a:pt x="36801" y="4296"/>
                </a:lnTo>
                <a:cubicBezTo>
                  <a:pt x="36800" y="4296"/>
                  <a:pt x="35867" y="5224"/>
                  <a:pt x="35226" y="6444"/>
                </a:cubicBezTo>
                <a:cubicBezTo>
                  <a:pt x="35151" y="6301"/>
                  <a:pt x="35151" y="6226"/>
                  <a:pt x="35082" y="6083"/>
                </a:cubicBezTo>
                <a:lnTo>
                  <a:pt x="35082" y="6083"/>
                </a:lnTo>
                <a:cubicBezTo>
                  <a:pt x="35151" y="6226"/>
                  <a:pt x="35151" y="6369"/>
                  <a:pt x="35151" y="6444"/>
                </a:cubicBezTo>
                <a:cubicBezTo>
                  <a:pt x="35008" y="6799"/>
                  <a:pt x="34796" y="7160"/>
                  <a:pt x="34722" y="7515"/>
                </a:cubicBezTo>
                <a:cubicBezTo>
                  <a:pt x="34653" y="7801"/>
                  <a:pt x="34510" y="8231"/>
                  <a:pt x="34435" y="8660"/>
                </a:cubicBezTo>
                <a:cubicBezTo>
                  <a:pt x="34435" y="8231"/>
                  <a:pt x="34510" y="7801"/>
                  <a:pt x="34510" y="7372"/>
                </a:cubicBezTo>
                <a:lnTo>
                  <a:pt x="34578" y="7228"/>
                </a:lnTo>
                <a:lnTo>
                  <a:pt x="34510" y="7303"/>
                </a:lnTo>
                <a:cubicBezTo>
                  <a:pt x="34578" y="6873"/>
                  <a:pt x="34578" y="6369"/>
                  <a:pt x="34653" y="5871"/>
                </a:cubicBezTo>
                <a:cubicBezTo>
                  <a:pt x="34721" y="5797"/>
                  <a:pt x="34722" y="5655"/>
                  <a:pt x="34722" y="5653"/>
                </a:cubicBezTo>
                <a:lnTo>
                  <a:pt x="34722" y="5653"/>
                </a:lnTo>
                <a:cubicBezTo>
                  <a:pt x="34722" y="5654"/>
                  <a:pt x="34721" y="5728"/>
                  <a:pt x="34653" y="5728"/>
                </a:cubicBezTo>
                <a:lnTo>
                  <a:pt x="34653" y="5510"/>
                </a:lnTo>
                <a:cubicBezTo>
                  <a:pt x="34653" y="5585"/>
                  <a:pt x="34578" y="5728"/>
                  <a:pt x="34510" y="5871"/>
                </a:cubicBezTo>
                <a:cubicBezTo>
                  <a:pt x="34366" y="6014"/>
                  <a:pt x="34223" y="6226"/>
                  <a:pt x="34006" y="6512"/>
                </a:cubicBezTo>
                <a:cubicBezTo>
                  <a:pt x="33937" y="6444"/>
                  <a:pt x="33937" y="6369"/>
                  <a:pt x="33937" y="6369"/>
                </a:cubicBezTo>
                <a:lnTo>
                  <a:pt x="34080" y="6083"/>
                </a:lnTo>
                <a:lnTo>
                  <a:pt x="33937" y="6226"/>
                </a:lnTo>
                <a:cubicBezTo>
                  <a:pt x="33794" y="5653"/>
                  <a:pt x="33650" y="4937"/>
                  <a:pt x="33433" y="4221"/>
                </a:cubicBezTo>
                <a:lnTo>
                  <a:pt x="33433" y="4221"/>
                </a:lnTo>
                <a:cubicBezTo>
                  <a:pt x="33576" y="4869"/>
                  <a:pt x="33650" y="5728"/>
                  <a:pt x="33650" y="6512"/>
                </a:cubicBezTo>
                <a:cubicBezTo>
                  <a:pt x="33650" y="6587"/>
                  <a:pt x="33576" y="6587"/>
                  <a:pt x="33507" y="6656"/>
                </a:cubicBezTo>
                <a:cubicBezTo>
                  <a:pt x="33433" y="6157"/>
                  <a:pt x="33290" y="5585"/>
                  <a:pt x="33146" y="4937"/>
                </a:cubicBezTo>
                <a:cubicBezTo>
                  <a:pt x="33290" y="4508"/>
                  <a:pt x="33364" y="4365"/>
                  <a:pt x="33433" y="4221"/>
                </a:cubicBezTo>
                <a:lnTo>
                  <a:pt x="33507" y="4078"/>
                </a:lnTo>
                <a:lnTo>
                  <a:pt x="33433" y="4153"/>
                </a:lnTo>
                <a:cubicBezTo>
                  <a:pt x="33364" y="4221"/>
                  <a:pt x="33290" y="4365"/>
                  <a:pt x="33078" y="4582"/>
                </a:cubicBezTo>
                <a:cubicBezTo>
                  <a:pt x="33004" y="4508"/>
                  <a:pt x="33003" y="4366"/>
                  <a:pt x="32935" y="4223"/>
                </a:cubicBezTo>
                <a:lnTo>
                  <a:pt x="32935" y="4223"/>
                </a:lnTo>
                <a:cubicBezTo>
                  <a:pt x="33003" y="4366"/>
                  <a:pt x="33003" y="4508"/>
                  <a:pt x="33003" y="4651"/>
                </a:cubicBezTo>
                <a:lnTo>
                  <a:pt x="32934" y="4725"/>
                </a:lnTo>
                <a:cubicBezTo>
                  <a:pt x="32860" y="4439"/>
                  <a:pt x="32791" y="4153"/>
                  <a:pt x="32648" y="3792"/>
                </a:cubicBezTo>
                <a:lnTo>
                  <a:pt x="32648" y="3792"/>
                </a:lnTo>
                <a:cubicBezTo>
                  <a:pt x="32717" y="4078"/>
                  <a:pt x="32791" y="4508"/>
                  <a:pt x="32860" y="4869"/>
                </a:cubicBezTo>
                <a:cubicBezTo>
                  <a:pt x="32574" y="5155"/>
                  <a:pt x="32287" y="5585"/>
                  <a:pt x="32075" y="6014"/>
                </a:cubicBezTo>
                <a:lnTo>
                  <a:pt x="32075" y="5441"/>
                </a:lnTo>
                <a:cubicBezTo>
                  <a:pt x="32001" y="5585"/>
                  <a:pt x="31932" y="5871"/>
                  <a:pt x="31789" y="6157"/>
                </a:cubicBezTo>
                <a:cubicBezTo>
                  <a:pt x="31715" y="6014"/>
                  <a:pt x="31715" y="5871"/>
                  <a:pt x="31646" y="5728"/>
                </a:cubicBezTo>
                <a:lnTo>
                  <a:pt x="31646" y="5728"/>
                </a:lnTo>
                <a:cubicBezTo>
                  <a:pt x="31646" y="5871"/>
                  <a:pt x="31715" y="6083"/>
                  <a:pt x="31789" y="6226"/>
                </a:cubicBezTo>
                <a:cubicBezTo>
                  <a:pt x="31789" y="6369"/>
                  <a:pt x="31715" y="6512"/>
                  <a:pt x="31646" y="6730"/>
                </a:cubicBezTo>
                <a:cubicBezTo>
                  <a:pt x="31646" y="6799"/>
                  <a:pt x="31571" y="6942"/>
                  <a:pt x="31571" y="7016"/>
                </a:cubicBezTo>
                <a:cubicBezTo>
                  <a:pt x="31428" y="6444"/>
                  <a:pt x="31285" y="5871"/>
                  <a:pt x="31073" y="5155"/>
                </a:cubicBezTo>
                <a:lnTo>
                  <a:pt x="31073" y="5155"/>
                </a:lnTo>
                <a:cubicBezTo>
                  <a:pt x="31216" y="5728"/>
                  <a:pt x="31285" y="6444"/>
                  <a:pt x="31285" y="7085"/>
                </a:cubicBezTo>
                <a:cubicBezTo>
                  <a:pt x="31285" y="7016"/>
                  <a:pt x="31216" y="6873"/>
                  <a:pt x="31142" y="6730"/>
                </a:cubicBezTo>
                <a:lnTo>
                  <a:pt x="31142" y="6730"/>
                </a:lnTo>
                <a:cubicBezTo>
                  <a:pt x="31142" y="7016"/>
                  <a:pt x="31216" y="7372"/>
                  <a:pt x="31216" y="7732"/>
                </a:cubicBezTo>
                <a:cubicBezTo>
                  <a:pt x="31073" y="7085"/>
                  <a:pt x="30930" y="6444"/>
                  <a:pt x="30643" y="5653"/>
                </a:cubicBezTo>
                <a:lnTo>
                  <a:pt x="30643" y="5653"/>
                </a:lnTo>
                <a:cubicBezTo>
                  <a:pt x="30787" y="6157"/>
                  <a:pt x="30855" y="6730"/>
                  <a:pt x="30855" y="7372"/>
                </a:cubicBezTo>
                <a:cubicBezTo>
                  <a:pt x="30787" y="7228"/>
                  <a:pt x="30787" y="7016"/>
                  <a:pt x="30712" y="6799"/>
                </a:cubicBezTo>
                <a:lnTo>
                  <a:pt x="30712" y="6799"/>
                </a:lnTo>
                <a:cubicBezTo>
                  <a:pt x="30712" y="7016"/>
                  <a:pt x="30787" y="7303"/>
                  <a:pt x="30787" y="7515"/>
                </a:cubicBezTo>
                <a:cubicBezTo>
                  <a:pt x="30787" y="7449"/>
                  <a:pt x="30720" y="7379"/>
                  <a:pt x="30654" y="7250"/>
                </a:cubicBezTo>
                <a:lnTo>
                  <a:pt x="30654" y="7250"/>
                </a:lnTo>
                <a:lnTo>
                  <a:pt x="30855" y="7658"/>
                </a:lnTo>
                <a:lnTo>
                  <a:pt x="30855" y="8087"/>
                </a:lnTo>
                <a:cubicBezTo>
                  <a:pt x="30787" y="7658"/>
                  <a:pt x="30643" y="7303"/>
                  <a:pt x="30500" y="6942"/>
                </a:cubicBezTo>
                <a:lnTo>
                  <a:pt x="30500" y="6942"/>
                </a:lnTo>
                <a:cubicBezTo>
                  <a:pt x="30569" y="7372"/>
                  <a:pt x="30569" y="7801"/>
                  <a:pt x="30569" y="8374"/>
                </a:cubicBezTo>
                <a:cubicBezTo>
                  <a:pt x="30500" y="7944"/>
                  <a:pt x="30426" y="7589"/>
                  <a:pt x="30283" y="7228"/>
                </a:cubicBezTo>
                <a:cubicBezTo>
                  <a:pt x="30357" y="6083"/>
                  <a:pt x="30426" y="4869"/>
                  <a:pt x="30569" y="3437"/>
                </a:cubicBezTo>
                <a:lnTo>
                  <a:pt x="30569" y="3437"/>
                </a:lnTo>
                <a:cubicBezTo>
                  <a:pt x="30283" y="3935"/>
                  <a:pt x="30071" y="4794"/>
                  <a:pt x="29928" y="5796"/>
                </a:cubicBezTo>
                <a:cubicBezTo>
                  <a:pt x="29853" y="5510"/>
                  <a:pt x="29784" y="5155"/>
                  <a:pt x="29710" y="4869"/>
                </a:cubicBezTo>
                <a:cubicBezTo>
                  <a:pt x="29784" y="4439"/>
                  <a:pt x="29784" y="3935"/>
                  <a:pt x="29853" y="3505"/>
                </a:cubicBezTo>
                <a:lnTo>
                  <a:pt x="29853" y="3505"/>
                </a:lnTo>
                <a:cubicBezTo>
                  <a:pt x="29784" y="3649"/>
                  <a:pt x="29641" y="3935"/>
                  <a:pt x="29567" y="4221"/>
                </a:cubicBezTo>
                <a:cubicBezTo>
                  <a:pt x="29498" y="4010"/>
                  <a:pt x="29498" y="3792"/>
                  <a:pt x="29424" y="3580"/>
                </a:cubicBezTo>
                <a:lnTo>
                  <a:pt x="29424" y="3580"/>
                </a:lnTo>
                <a:cubicBezTo>
                  <a:pt x="29498" y="3792"/>
                  <a:pt x="29498" y="4078"/>
                  <a:pt x="29567" y="4365"/>
                </a:cubicBezTo>
                <a:cubicBezTo>
                  <a:pt x="29432" y="4839"/>
                  <a:pt x="29297" y="5434"/>
                  <a:pt x="29163" y="6099"/>
                </a:cubicBezTo>
                <a:lnTo>
                  <a:pt x="29163" y="6099"/>
                </a:lnTo>
                <a:cubicBezTo>
                  <a:pt x="29145" y="6114"/>
                  <a:pt x="29139" y="6137"/>
                  <a:pt x="29138" y="6149"/>
                </a:cubicBezTo>
                <a:lnTo>
                  <a:pt x="29138" y="6149"/>
                </a:lnTo>
                <a:cubicBezTo>
                  <a:pt x="29212" y="5217"/>
                  <a:pt x="29281" y="4149"/>
                  <a:pt x="29355" y="3007"/>
                </a:cubicBezTo>
                <a:lnTo>
                  <a:pt x="29355" y="3007"/>
                </a:lnTo>
                <a:cubicBezTo>
                  <a:pt x="28994" y="3723"/>
                  <a:pt x="28708" y="5367"/>
                  <a:pt x="28496" y="7016"/>
                </a:cubicBezTo>
                <a:lnTo>
                  <a:pt x="28066" y="5510"/>
                </a:lnTo>
                <a:cubicBezTo>
                  <a:pt x="28066" y="5155"/>
                  <a:pt x="28135" y="4794"/>
                  <a:pt x="28135" y="4508"/>
                </a:cubicBezTo>
                <a:lnTo>
                  <a:pt x="28135" y="4508"/>
                </a:lnTo>
                <a:cubicBezTo>
                  <a:pt x="28066" y="4651"/>
                  <a:pt x="27992" y="4869"/>
                  <a:pt x="27923" y="5080"/>
                </a:cubicBezTo>
                <a:lnTo>
                  <a:pt x="27923" y="5012"/>
                </a:lnTo>
                <a:cubicBezTo>
                  <a:pt x="27705" y="4582"/>
                  <a:pt x="27562" y="4153"/>
                  <a:pt x="27350" y="3723"/>
                </a:cubicBezTo>
                <a:lnTo>
                  <a:pt x="27350" y="3723"/>
                </a:lnTo>
                <a:cubicBezTo>
                  <a:pt x="27493" y="4153"/>
                  <a:pt x="27636" y="4725"/>
                  <a:pt x="27780" y="5224"/>
                </a:cubicBezTo>
                <a:cubicBezTo>
                  <a:pt x="27705" y="5441"/>
                  <a:pt x="27636" y="5796"/>
                  <a:pt x="27493" y="6157"/>
                </a:cubicBezTo>
                <a:cubicBezTo>
                  <a:pt x="27493" y="6226"/>
                  <a:pt x="27493" y="6300"/>
                  <a:pt x="27419" y="6369"/>
                </a:cubicBezTo>
                <a:cubicBezTo>
                  <a:pt x="27207" y="5510"/>
                  <a:pt x="26846" y="4651"/>
                  <a:pt x="26416" y="3792"/>
                </a:cubicBezTo>
                <a:lnTo>
                  <a:pt x="26416" y="3792"/>
                </a:lnTo>
                <a:cubicBezTo>
                  <a:pt x="26777" y="4651"/>
                  <a:pt x="27064" y="5796"/>
                  <a:pt x="27207" y="7016"/>
                </a:cubicBezTo>
                <a:cubicBezTo>
                  <a:pt x="27207" y="7085"/>
                  <a:pt x="27132" y="7228"/>
                  <a:pt x="27132" y="7372"/>
                </a:cubicBezTo>
                <a:cubicBezTo>
                  <a:pt x="27064" y="7228"/>
                  <a:pt x="27064" y="7160"/>
                  <a:pt x="27064" y="7085"/>
                </a:cubicBezTo>
                <a:cubicBezTo>
                  <a:pt x="26921" y="6512"/>
                  <a:pt x="26777" y="6014"/>
                  <a:pt x="26560" y="5441"/>
                </a:cubicBezTo>
                <a:lnTo>
                  <a:pt x="26634" y="5367"/>
                </a:lnTo>
                <a:lnTo>
                  <a:pt x="26560" y="5367"/>
                </a:lnTo>
                <a:cubicBezTo>
                  <a:pt x="26491" y="5224"/>
                  <a:pt x="26416" y="5012"/>
                  <a:pt x="26416" y="4869"/>
                </a:cubicBezTo>
                <a:lnTo>
                  <a:pt x="26416" y="4725"/>
                </a:lnTo>
                <a:cubicBezTo>
                  <a:pt x="26416" y="4725"/>
                  <a:pt x="26416" y="4794"/>
                  <a:pt x="26348" y="4794"/>
                </a:cubicBezTo>
                <a:cubicBezTo>
                  <a:pt x="26273" y="4508"/>
                  <a:pt x="26130" y="4221"/>
                  <a:pt x="25987" y="3935"/>
                </a:cubicBezTo>
                <a:cubicBezTo>
                  <a:pt x="26061" y="3580"/>
                  <a:pt x="26061" y="3150"/>
                  <a:pt x="26130" y="2789"/>
                </a:cubicBezTo>
                <a:lnTo>
                  <a:pt x="26130" y="2789"/>
                </a:lnTo>
                <a:cubicBezTo>
                  <a:pt x="25987" y="3007"/>
                  <a:pt x="25918" y="3219"/>
                  <a:pt x="25844" y="3580"/>
                </a:cubicBezTo>
                <a:cubicBezTo>
                  <a:pt x="25632" y="4221"/>
                  <a:pt x="25489" y="5012"/>
                  <a:pt x="25345" y="5796"/>
                </a:cubicBezTo>
                <a:cubicBezTo>
                  <a:pt x="25202" y="5441"/>
                  <a:pt x="25059" y="5080"/>
                  <a:pt x="24916" y="4794"/>
                </a:cubicBezTo>
                <a:lnTo>
                  <a:pt x="24916" y="4794"/>
                </a:lnTo>
                <a:cubicBezTo>
                  <a:pt x="25059" y="5155"/>
                  <a:pt x="25202" y="5653"/>
                  <a:pt x="25345" y="6083"/>
                </a:cubicBezTo>
                <a:lnTo>
                  <a:pt x="25271" y="6157"/>
                </a:lnTo>
                <a:cubicBezTo>
                  <a:pt x="25128" y="5871"/>
                  <a:pt x="24985" y="5510"/>
                  <a:pt x="24841" y="5224"/>
                </a:cubicBezTo>
                <a:lnTo>
                  <a:pt x="24841" y="5224"/>
                </a:lnTo>
                <a:cubicBezTo>
                  <a:pt x="24985" y="5585"/>
                  <a:pt x="25059" y="5940"/>
                  <a:pt x="25202" y="6300"/>
                </a:cubicBezTo>
                <a:cubicBezTo>
                  <a:pt x="24985" y="6656"/>
                  <a:pt x="24773" y="7016"/>
                  <a:pt x="24629" y="7446"/>
                </a:cubicBezTo>
                <a:cubicBezTo>
                  <a:pt x="24412" y="7085"/>
                  <a:pt x="24269" y="6730"/>
                  <a:pt x="24057" y="6369"/>
                </a:cubicBezTo>
                <a:lnTo>
                  <a:pt x="24057" y="6369"/>
                </a:lnTo>
                <a:cubicBezTo>
                  <a:pt x="24200" y="6656"/>
                  <a:pt x="24343" y="7016"/>
                  <a:pt x="24412" y="7372"/>
                </a:cubicBezTo>
                <a:cubicBezTo>
                  <a:pt x="24343" y="7589"/>
                  <a:pt x="24200" y="7944"/>
                  <a:pt x="24057" y="8374"/>
                </a:cubicBezTo>
                <a:cubicBezTo>
                  <a:pt x="23982" y="7732"/>
                  <a:pt x="23839" y="7085"/>
                  <a:pt x="23627" y="6369"/>
                </a:cubicBezTo>
                <a:cubicBezTo>
                  <a:pt x="23839" y="5940"/>
                  <a:pt x="23982" y="5585"/>
                  <a:pt x="23982" y="5585"/>
                </a:cubicBezTo>
                <a:lnTo>
                  <a:pt x="23982" y="5585"/>
                </a:lnTo>
                <a:lnTo>
                  <a:pt x="23553" y="6014"/>
                </a:lnTo>
                <a:cubicBezTo>
                  <a:pt x="23266" y="5080"/>
                  <a:pt x="22911" y="4078"/>
                  <a:pt x="22482" y="3150"/>
                </a:cubicBezTo>
                <a:lnTo>
                  <a:pt x="22482" y="3150"/>
                </a:lnTo>
                <a:cubicBezTo>
                  <a:pt x="22768" y="3866"/>
                  <a:pt x="22980" y="4725"/>
                  <a:pt x="23123" y="5585"/>
                </a:cubicBezTo>
                <a:cubicBezTo>
                  <a:pt x="23054" y="5367"/>
                  <a:pt x="23054" y="5155"/>
                  <a:pt x="22980" y="4937"/>
                </a:cubicBezTo>
                <a:lnTo>
                  <a:pt x="22980" y="4937"/>
                </a:lnTo>
                <a:cubicBezTo>
                  <a:pt x="23054" y="5367"/>
                  <a:pt x="23123" y="5940"/>
                  <a:pt x="23198" y="6512"/>
                </a:cubicBezTo>
                <a:lnTo>
                  <a:pt x="23123" y="6512"/>
                </a:lnTo>
                <a:cubicBezTo>
                  <a:pt x="22980" y="5871"/>
                  <a:pt x="22837" y="5155"/>
                  <a:pt x="22625" y="4365"/>
                </a:cubicBezTo>
                <a:lnTo>
                  <a:pt x="22625" y="4365"/>
                </a:lnTo>
                <a:cubicBezTo>
                  <a:pt x="22768" y="5080"/>
                  <a:pt x="22837" y="6014"/>
                  <a:pt x="22837" y="6942"/>
                </a:cubicBezTo>
                <a:cubicBezTo>
                  <a:pt x="22837" y="7016"/>
                  <a:pt x="22768" y="7016"/>
                  <a:pt x="22768" y="7085"/>
                </a:cubicBezTo>
                <a:cubicBezTo>
                  <a:pt x="22625" y="6587"/>
                  <a:pt x="22482" y="6014"/>
                  <a:pt x="22338" y="5441"/>
                </a:cubicBezTo>
                <a:lnTo>
                  <a:pt x="22338" y="5441"/>
                </a:lnTo>
                <a:cubicBezTo>
                  <a:pt x="22407" y="6014"/>
                  <a:pt x="22482" y="6730"/>
                  <a:pt x="22550" y="7446"/>
                </a:cubicBezTo>
                <a:cubicBezTo>
                  <a:pt x="22407" y="7732"/>
                  <a:pt x="22264" y="8019"/>
                  <a:pt x="22121" y="8374"/>
                </a:cubicBezTo>
                <a:cubicBezTo>
                  <a:pt x="22121" y="8448"/>
                  <a:pt x="22121" y="8591"/>
                  <a:pt x="22052" y="8735"/>
                </a:cubicBezTo>
                <a:cubicBezTo>
                  <a:pt x="22052" y="8660"/>
                  <a:pt x="22052" y="8660"/>
                  <a:pt x="21978" y="8591"/>
                </a:cubicBezTo>
                <a:cubicBezTo>
                  <a:pt x="22052" y="8517"/>
                  <a:pt x="22052" y="8448"/>
                  <a:pt x="22052" y="8374"/>
                </a:cubicBezTo>
                <a:lnTo>
                  <a:pt x="22052" y="8374"/>
                </a:lnTo>
                <a:cubicBezTo>
                  <a:pt x="22052" y="8448"/>
                  <a:pt x="21978" y="8448"/>
                  <a:pt x="21978" y="8448"/>
                </a:cubicBezTo>
                <a:cubicBezTo>
                  <a:pt x="21909" y="8231"/>
                  <a:pt x="21834" y="7944"/>
                  <a:pt x="21766" y="7732"/>
                </a:cubicBezTo>
                <a:lnTo>
                  <a:pt x="21766" y="7732"/>
                </a:lnTo>
                <a:cubicBezTo>
                  <a:pt x="21834" y="7944"/>
                  <a:pt x="21834" y="8231"/>
                  <a:pt x="21909" y="8517"/>
                </a:cubicBezTo>
                <a:cubicBezTo>
                  <a:pt x="21834" y="8448"/>
                  <a:pt x="21834" y="8374"/>
                  <a:pt x="21834" y="8231"/>
                </a:cubicBezTo>
                <a:lnTo>
                  <a:pt x="21834" y="8591"/>
                </a:lnTo>
                <a:lnTo>
                  <a:pt x="21691" y="8735"/>
                </a:lnTo>
                <a:cubicBezTo>
                  <a:pt x="21548" y="8374"/>
                  <a:pt x="21405" y="7944"/>
                  <a:pt x="21193" y="7589"/>
                </a:cubicBezTo>
                <a:lnTo>
                  <a:pt x="21193" y="7589"/>
                </a:lnTo>
                <a:lnTo>
                  <a:pt x="21622" y="8878"/>
                </a:lnTo>
                <a:cubicBezTo>
                  <a:pt x="21479" y="9090"/>
                  <a:pt x="21336" y="9451"/>
                  <a:pt x="21193" y="9737"/>
                </a:cubicBezTo>
                <a:cubicBezTo>
                  <a:pt x="21118" y="9233"/>
                  <a:pt x="21050" y="8735"/>
                  <a:pt x="20975" y="8087"/>
                </a:cubicBezTo>
                <a:cubicBezTo>
                  <a:pt x="21050" y="7876"/>
                  <a:pt x="21118" y="7732"/>
                  <a:pt x="21193" y="7589"/>
                </a:cubicBezTo>
                <a:cubicBezTo>
                  <a:pt x="21336" y="7228"/>
                  <a:pt x="21479" y="6942"/>
                  <a:pt x="21479" y="6942"/>
                </a:cubicBezTo>
                <a:lnTo>
                  <a:pt x="21479" y="6942"/>
                </a:lnTo>
                <a:cubicBezTo>
                  <a:pt x="21479" y="6942"/>
                  <a:pt x="21336" y="7085"/>
                  <a:pt x="21118" y="7372"/>
                </a:cubicBezTo>
                <a:cubicBezTo>
                  <a:pt x="21548" y="6157"/>
                  <a:pt x="22052" y="5081"/>
                  <a:pt x="22052" y="5080"/>
                </a:cubicBezTo>
                <a:lnTo>
                  <a:pt x="22052" y="5080"/>
                </a:lnTo>
                <a:cubicBezTo>
                  <a:pt x="22052" y="5081"/>
                  <a:pt x="21336" y="5797"/>
                  <a:pt x="20689" y="6730"/>
                </a:cubicBezTo>
                <a:cubicBezTo>
                  <a:pt x="20689" y="6512"/>
                  <a:pt x="20620" y="6369"/>
                  <a:pt x="20620" y="6157"/>
                </a:cubicBezTo>
                <a:cubicBezTo>
                  <a:pt x="21050" y="5012"/>
                  <a:pt x="21479" y="4078"/>
                  <a:pt x="21479" y="4078"/>
                </a:cubicBezTo>
                <a:lnTo>
                  <a:pt x="21479" y="4078"/>
                </a:lnTo>
                <a:cubicBezTo>
                  <a:pt x="21479" y="4078"/>
                  <a:pt x="20906" y="4582"/>
                  <a:pt x="20403" y="5367"/>
                </a:cubicBezTo>
                <a:cubicBezTo>
                  <a:pt x="20334" y="5298"/>
                  <a:pt x="20334" y="5298"/>
                  <a:pt x="20334" y="5224"/>
                </a:cubicBezTo>
                <a:lnTo>
                  <a:pt x="20334" y="5367"/>
                </a:lnTo>
                <a:lnTo>
                  <a:pt x="19904" y="6226"/>
                </a:lnTo>
                <a:lnTo>
                  <a:pt x="19904" y="5871"/>
                </a:lnTo>
                <a:lnTo>
                  <a:pt x="20116" y="5441"/>
                </a:lnTo>
                <a:lnTo>
                  <a:pt x="19904" y="5653"/>
                </a:lnTo>
                <a:cubicBezTo>
                  <a:pt x="19973" y="5224"/>
                  <a:pt x="19973" y="4794"/>
                  <a:pt x="20047" y="4296"/>
                </a:cubicBezTo>
                <a:lnTo>
                  <a:pt x="20047" y="4296"/>
                </a:lnTo>
                <a:cubicBezTo>
                  <a:pt x="19830" y="4725"/>
                  <a:pt x="19618" y="5367"/>
                  <a:pt x="19475" y="6083"/>
                </a:cubicBezTo>
                <a:cubicBezTo>
                  <a:pt x="19400" y="6157"/>
                  <a:pt x="19400" y="6300"/>
                  <a:pt x="19331" y="6369"/>
                </a:cubicBezTo>
                <a:cubicBezTo>
                  <a:pt x="19331" y="5796"/>
                  <a:pt x="19400" y="5224"/>
                  <a:pt x="19400" y="4651"/>
                </a:cubicBezTo>
                <a:cubicBezTo>
                  <a:pt x="19761" y="3866"/>
                  <a:pt x="19973" y="3294"/>
                  <a:pt x="19973" y="3293"/>
                </a:cubicBezTo>
                <a:lnTo>
                  <a:pt x="19973" y="3293"/>
                </a:lnTo>
                <a:cubicBezTo>
                  <a:pt x="19973" y="3294"/>
                  <a:pt x="19761" y="3505"/>
                  <a:pt x="19475" y="3866"/>
                </a:cubicBezTo>
                <a:cubicBezTo>
                  <a:pt x="19475" y="3836"/>
                  <a:pt x="19475" y="3808"/>
                  <a:pt x="19479" y="3779"/>
                </a:cubicBezTo>
                <a:lnTo>
                  <a:pt x="19479" y="3779"/>
                </a:lnTo>
                <a:lnTo>
                  <a:pt x="19331" y="4078"/>
                </a:lnTo>
                <a:cubicBezTo>
                  <a:pt x="19045" y="4508"/>
                  <a:pt x="18684" y="5012"/>
                  <a:pt x="18398" y="5585"/>
                </a:cubicBezTo>
                <a:cubicBezTo>
                  <a:pt x="18329" y="5298"/>
                  <a:pt x="18255" y="5012"/>
                  <a:pt x="18111" y="4725"/>
                </a:cubicBezTo>
                <a:lnTo>
                  <a:pt x="18111" y="4725"/>
                </a:lnTo>
                <a:cubicBezTo>
                  <a:pt x="18186" y="5012"/>
                  <a:pt x="18255" y="5441"/>
                  <a:pt x="18329" y="5796"/>
                </a:cubicBezTo>
                <a:cubicBezTo>
                  <a:pt x="18255" y="5940"/>
                  <a:pt x="18186" y="6083"/>
                  <a:pt x="18186" y="6226"/>
                </a:cubicBezTo>
                <a:lnTo>
                  <a:pt x="18186" y="6300"/>
                </a:lnTo>
                <a:cubicBezTo>
                  <a:pt x="18112" y="6084"/>
                  <a:pt x="18043" y="5941"/>
                  <a:pt x="18043" y="5730"/>
                </a:cubicBezTo>
                <a:lnTo>
                  <a:pt x="18043" y="5730"/>
                </a:lnTo>
                <a:cubicBezTo>
                  <a:pt x="18043" y="5941"/>
                  <a:pt x="18111" y="6158"/>
                  <a:pt x="18111" y="6444"/>
                </a:cubicBezTo>
                <a:lnTo>
                  <a:pt x="18111" y="6512"/>
                </a:lnTo>
                <a:cubicBezTo>
                  <a:pt x="17968" y="5653"/>
                  <a:pt x="17756" y="4794"/>
                  <a:pt x="17470" y="3723"/>
                </a:cubicBezTo>
                <a:lnTo>
                  <a:pt x="17470" y="3723"/>
                </a:lnTo>
                <a:cubicBezTo>
                  <a:pt x="17682" y="4651"/>
                  <a:pt x="17756" y="5796"/>
                  <a:pt x="17756" y="7016"/>
                </a:cubicBezTo>
                <a:cubicBezTo>
                  <a:pt x="17613" y="6587"/>
                  <a:pt x="17470" y="6157"/>
                  <a:pt x="17252" y="5796"/>
                </a:cubicBezTo>
                <a:cubicBezTo>
                  <a:pt x="17327" y="5367"/>
                  <a:pt x="17327" y="5012"/>
                  <a:pt x="17396" y="4651"/>
                </a:cubicBezTo>
                <a:lnTo>
                  <a:pt x="17396" y="4651"/>
                </a:lnTo>
                <a:cubicBezTo>
                  <a:pt x="17252" y="4794"/>
                  <a:pt x="17184" y="5080"/>
                  <a:pt x="17109" y="5367"/>
                </a:cubicBezTo>
                <a:cubicBezTo>
                  <a:pt x="17040" y="5155"/>
                  <a:pt x="16897" y="4937"/>
                  <a:pt x="16823" y="4794"/>
                </a:cubicBezTo>
                <a:cubicBezTo>
                  <a:pt x="16754" y="4296"/>
                  <a:pt x="16611" y="3723"/>
                  <a:pt x="16393" y="3076"/>
                </a:cubicBezTo>
                <a:lnTo>
                  <a:pt x="16393" y="3076"/>
                </a:lnTo>
                <a:cubicBezTo>
                  <a:pt x="16536" y="3723"/>
                  <a:pt x="16611" y="4439"/>
                  <a:pt x="16611" y="5155"/>
                </a:cubicBezTo>
                <a:cubicBezTo>
                  <a:pt x="16468" y="4794"/>
                  <a:pt x="16324" y="4439"/>
                  <a:pt x="16107" y="4078"/>
                </a:cubicBezTo>
                <a:lnTo>
                  <a:pt x="16107" y="4078"/>
                </a:lnTo>
                <a:cubicBezTo>
                  <a:pt x="16324" y="4508"/>
                  <a:pt x="16468" y="5080"/>
                  <a:pt x="16611" y="5653"/>
                </a:cubicBezTo>
                <a:cubicBezTo>
                  <a:pt x="16536" y="5728"/>
                  <a:pt x="16393" y="5796"/>
                  <a:pt x="16250" y="6014"/>
                </a:cubicBezTo>
                <a:cubicBezTo>
                  <a:pt x="16181" y="6157"/>
                  <a:pt x="16107" y="6226"/>
                  <a:pt x="16038" y="6300"/>
                </a:cubicBezTo>
                <a:lnTo>
                  <a:pt x="16038" y="6157"/>
                </a:lnTo>
                <a:lnTo>
                  <a:pt x="15964" y="6226"/>
                </a:lnTo>
                <a:lnTo>
                  <a:pt x="15534" y="5367"/>
                </a:lnTo>
                <a:lnTo>
                  <a:pt x="15534" y="5367"/>
                </a:lnTo>
                <a:cubicBezTo>
                  <a:pt x="15677" y="5728"/>
                  <a:pt x="15752" y="6014"/>
                  <a:pt x="15820" y="6369"/>
                </a:cubicBezTo>
                <a:cubicBezTo>
                  <a:pt x="15752" y="6512"/>
                  <a:pt x="15677" y="6656"/>
                  <a:pt x="15609" y="6873"/>
                </a:cubicBezTo>
                <a:lnTo>
                  <a:pt x="15534" y="6942"/>
                </a:lnTo>
                <a:cubicBezTo>
                  <a:pt x="15466" y="6731"/>
                  <a:pt x="15392" y="6446"/>
                  <a:pt x="15323" y="6161"/>
                </a:cubicBezTo>
                <a:lnTo>
                  <a:pt x="15323" y="6161"/>
                </a:lnTo>
                <a:cubicBezTo>
                  <a:pt x="15392" y="6446"/>
                  <a:pt x="15465" y="6732"/>
                  <a:pt x="15465" y="7085"/>
                </a:cubicBezTo>
                <a:cubicBezTo>
                  <a:pt x="15391" y="7160"/>
                  <a:pt x="15322" y="7303"/>
                  <a:pt x="15248" y="7446"/>
                </a:cubicBezTo>
                <a:cubicBezTo>
                  <a:pt x="15179" y="7372"/>
                  <a:pt x="15179" y="7228"/>
                  <a:pt x="15179" y="7160"/>
                </a:cubicBezTo>
                <a:cubicBezTo>
                  <a:pt x="15248" y="7016"/>
                  <a:pt x="15322" y="6730"/>
                  <a:pt x="15322" y="6730"/>
                </a:cubicBezTo>
                <a:lnTo>
                  <a:pt x="15322" y="6730"/>
                </a:lnTo>
                <a:cubicBezTo>
                  <a:pt x="15322" y="6730"/>
                  <a:pt x="15248" y="6873"/>
                  <a:pt x="15179" y="6942"/>
                </a:cubicBezTo>
                <a:cubicBezTo>
                  <a:pt x="15179" y="6873"/>
                  <a:pt x="15248" y="6799"/>
                  <a:pt x="15248" y="6799"/>
                </a:cubicBezTo>
                <a:lnTo>
                  <a:pt x="15248" y="6799"/>
                </a:lnTo>
                <a:cubicBezTo>
                  <a:pt x="15248" y="6799"/>
                  <a:pt x="15104" y="6873"/>
                  <a:pt x="15036" y="6942"/>
                </a:cubicBezTo>
                <a:cubicBezTo>
                  <a:pt x="15179" y="6444"/>
                  <a:pt x="15322" y="5940"/>
                  <a:pt x="15534" y="5367"/>
                </a:cubicBezTo>
                <a:cubicBezTo>
                  <a:pt x="15820" y="4439"/>
                  <a:pt x="16250" y="3505"/>
                  <a:pt x="16393" y="3076"/>
                </a:cubicBezTo>
                <a:lnTo>
                  <a:pt x="16536" y="2789"/>
                </a:lnTo>
                <a:lnTo>
                  <a:pt x="16536" y="2789"/>
                </a:lnTo>
                <a:cubicBezTo>
                  <a:pt x="16536" y="2790"/>
                  <a:pt x="16038" y="3362"/>
                  <a:pt x="15465" y="4153"/>
                </a:cubicBezTo>
                <a:cubicBezTo>
                  <a:pt x="15677" y="3580"/>
                  <a:pt x="15895" y="3219"/>
                  <a:pt x="15895" y="3219"/>
                </a:cubicBezTo>
                <a:lnTo>
                  <a:pt x="15895" y="3219"/>
                </a:lnTo>
                <a:cubicBezTo>
                  <a:pt x="15895" y="3219"/>
                  <a:pt x="15677" y="3362"/>
                  <a:pt x="15465" y="3649"/>
                </a:cubicBezTo>
                <a:cubicBezTo>
                  <a:pt x="15964" y="2148"/>
                  <a:pt x="16611" y="716"/>
                  <a:pt x="16611" y="716"/>
                </a:cubicBezTo>
                <a:lnTo>
                  <a:pt x="16611" y="716"/>
                </a:lnTo>
                <a:cubicBezTo>
                  <a:pt x="16611" y="716"/>
                  <a:pt x="16181" y="1146"/>
                  <a:pt x="15752" y="1787"/>
                </a:cubicBezTo>
                <a:cubicBezTo>
                  <a:pt x="15322" y="2360"/>
                  <a:pt x="14818" y="3219"/>
                  <a:pt x="14606" y="4078"/>
                </a:cubicBezTo>
                <a:cubicBezTo>
                  <a:pt x="14463" y="4439"/>
                  <a:pt x="14389" y="4869"/>
                  <a:pt x="14320" y="5367"/>
                </a:cubicBezTo>
                <a:cubicBezTo>
                  <a:pt x="14245" y="5224"/>
                  <a:pt x="14177" y="5155"/>
                  <a:pt x="14102" y="5012"/>
                </a:cubicBezTo>
                <a:lnTo>
                  <a:pt x="14102" y="5012"/>
                </a:lnTo>
                <a:cubicBezTo>
                  <a:pt x="14177" y="5155"/>
                  <a:pt x="14245" y="5298"/>
                  <a:pt x="14245" y="5441"/>
                </a:cubicBezTo>
                <a:cubicBezTo>
                  <a:pt x="14245" y="5585"/>
                  <a:pt x="14177" y="5653"/>
                  <a:pt x="14102" y="5796"/>
                </a:cubicBezTo>
                <a:lnTo>
                  <a:pt x="14102" y="5871"/>
                </a:lnTo>
                <a:cubicBezTo>
                  <a:pt x="14033" y="5871"/>
                  <a:pt x="14033" y="5940"/>
                  <a:pt x="14033" y="5940"/>
                </a:cubicBezTo>
                <a:cubicBezTo>
                  <a:pt x="14033" y="5653"/>
                  <a:pt x="14102" y="5298"/>
                  <a:pt x="14102" y="4869"/>
                </a:cubicBezTo>
                <a:cubicBezTo>
                  <a:pt x="14177" y="4794"/>
                  <a:pt x="14245" y="4582"/>
                  <a:pt x="14245" y="4582"/>
                </a:cubicBezTo>
                <a:lnTo>
                  <a:pt x="14245" y="4582"/>
                </a:lnTo>
                <a:cubicBezTo>
                  <a:pt x="14245" y="4582"/>
                  <a:pt x="14177" y="4725"/>
                  <a:pt x="14102" y="4725"/>
                </a:cubicBezTo>
                <a:cubicBezTo>
                  <a:pt x="14177" y="4221"/>
                  <a:pt x="14177" y="3649"/>
                  <a:pt x="14245" y="3150"/>
                </a:cubicBezTo>
                <a:lnTo>
                  <a:pt x="14245" y="3150"/>
                </a:lnTo>
                <a:cubicBezTo>
                  <a:pt x="14033" y="3580"/>
                  <a:pt x="13816" y="4365"/>
                  <a:pt x="13673" y="5298"/>
                </a:cubicBezTo>
                <a:lnTo>
                  <a:pt x="13461" y="5510"/>
                </a:lnTo>
                <a:cubicBezTo>
                  <a:pt x="13461" y="5080"/>
                  <a:pt x="13461" y="4651"/>
                  <a:pt x="13386" y="4078"/>
                </a:cubicBezTo>
                <a:cubicBezTo>
                  <a:pt x="13386" y="3580"/>
                  <a:pt x="13461" y="3007"/>
                  <a:pt x="13461" y="2503"/>
                </a:cubicBezTo>
                <a:lnTo>
                  <a:pt x="13461" y="2503"/>
                </a:lnTo>
                <a:cubicBezTo>
                  <a:pt x="13386" y="2646"/>
                  <a:pt x="13317" y="2933"/>
                  <a:pt x="13243" y="3219"/>
                </a:cubicBezTo>
                <a:cubicBezTo>
                  <a:pt x="13100" y="2360"/>
                  <a:pt x="12888" y="1501"/>
                  <a:pt x="12602" y="498"/>
                </a:cubicBezTo>
                <a:lnTo>
                  <a:pt x="12602" y="498"/>
                </a:lnTo>
                <a:cubicBezTo>
                  <a:pt x="12745" y="1214"/>
                  <a:pt x="12813" y="2148"/>
                  <a:pt x="12813" y="3076"/>
                </a:cubicBezTo>
                <a:cubicBezTo>
                  <a:pt x="12813" y="2933"/>
                  <a:pt x="12745" y="2721"/>
                  <a:pt x="12745" y="2578"/>
                </a:cubicBezTo>
                <a:lnTo>
                  <a:pt x="12745" y="2578"/>
                </a:lnTo>
                <a:cubicBezTo>
                  <a:pt x="12745" y="2864"/>
                  <a:pt x="12813" y="3150"/>
                  <a:pt x="12888" y="3505"/>
                </a:cubicBezTo>
                <a:lnTo>
                  <a:pt x="12888" y="4365"/>
                </a:lnTo>
                <a:cubicBezTo>
                  <a:pt x="12745" y="4508"/>
                  <a:pt x="12527" y="4725"/>
                  <a:pt x="12384" y="4937"/>
                </a:cubicBezTo>
                <a:cubicBezTo>
                  <a:pt x="12241" y="4296"/>
                  <a:pt x="12097" y="3649"/>
                  <a:pt x="11886" y="2933"/>
                </a:cubicBezTo>
                <a:lnTo>
                  <a:pt x="11886" y="2933"/>
                </a:lnTo>
                <a:cubicBezTo>
                  <a:pt x="12029" y="3580"/>
                  <a:pt x="12097" y="4439"/>
                  <a:pt x="12097" y="5298"/>
                </a:cubicBezTo>
                <a:cubicBezTo>
                  <a:pt x="12097" y="5367"/>
                  <a:pt x="12029" y="5441"/>
                  <a:pt x="11954" y="5510"/>
                </a:cubicBezTo>
                <a:lnTo>
                  <a:pt x="11954" y="5367"/>
                </a:lnTo>
                <a:cubicBezTo>
                  <a:pt x="11954" y="5224"/>
                  <a:pt x="11954" y="5080"/>
                  <a:pt x="12029" y="5012"/>
                </a:cubicBezTo>
                <a:cubicBezTo>
                  <a:pt x="11954" y="5012"/>
                  <a:pt x="11886" y="5080"/>
                  <a:pt x="11811" y="5155"/>
                </a:cubicBezTo>
                <a:cubicBezTo>
                  <a:pt x="11742" y="4937"/>
                  <a:pt x="11599" y="4725"/>
                  <a:pt x="11525" y="4582"/>
                </a:cubicBezTo>
                <a:lnTo>
                  <a:pt x="11525" y="4582"/>
                </a:lnTo>
                <a:lnTo>
                  <a:pt x="11598" y="4797"/>
                </a:lnTo>
                <a:lnTo>
                  <a:pt x="11598" y="4797"/>
                </a:lnTo>
                <a:cubicBezTo>
                  <a:pt x="11586" y="4818"/>
                  <a:pt x="11513" y="4949"/>
                  <a:pt x="11382" y="5080"/>
                </a:cubicBezTo>
                <a:cubicBezTo>
                  <a:pt x="11313" y="4869"/>
                  <a:pt x="11238" y="4725"/>
                  <a:pt x="11170" y="4508"/>
                </a:cubicBezTo>
                <a:cubicBezTo>
                  <a:pt x="11313" y="4078"/>
                  <a:pt x="11456" y="3723"/>
                  <a:pt x="11456" y="3723"/>
                </a:cubicBezTo>
                <a:lnTo>
                  <a:pt x="11456" y="3723"/>
                </a:lnTo>
                <a:cubicBezTo>
                  <a:pt x="11456" y="3723"/>
                  <a:pt x="11313" y="3935"/>
                  <a:pt x="11026" y="4221"/>
                </a:cubicBezTo>
                <a:cubicBezTo>
                  <a:pt x="10883" y="4009"/>
                  <a:pt x="10809" y="3792"/>
                  <a:pt x="10666" y="3649"/>
                </a:cubicBezTo>
                <a:lnTo>
                  <a:pt x="10666" y="3649"/>
                </a:lnTo>
                <a:cubicBezTo>
                  <a:pt x="10809" y="3866"/>
                  <a:pt x="10883" y="4078"/>
                  <a:pt x="10952" y="4296"/>
                </a:cubicBezTo>
                <a:cubicBezTo>
                  <a:pt x="10952" y="4296"/>
                  <a:pt x="10952" y="4365"/>
                  <a:pt x="10883" y="4365"/>
                </a:cubicBezTo>
                <a:cubicBezTo>
                  <a:pt x="10740" y="3866"/>
                  <a:pt x="10522" y="3362"/>
                  <a:pt x="10236" y="2933"/>
                </a:cubicBezTo>
                <a:lnTo>
                  <a:pt x="10236" y="2933"/>
                </a:lnTo>
                <a:cubicBezTo>
                  <a:pt x="10454" y="3437"/>
                  <a:pt x="10666" y="3935"/>
                  <a:pt x="10740" y="4582"/>
                </a:cubicBezTo>
                <a:cubicBezTo>
                  <a:pt x="10740" y="4582"/>
                  <a:pt x="10666" y="4651"/>
                  <a:pt x="10666" y="4725"/>
                </a:cubicBezTo>
                <a:cubicBezTo>
                  <a:pt x="10597" y="4582"/>
                  <a:pt x="10597" y="4508"/>
                  <a:pt x="10597" y="4439"/>
                </a:cubicBezTo>
                <a:lnTo>
                  <a:pt x="10597" y="4725"/>
                </a:lnTo>
                <a:cubicBezTo>
                  <a:pt x="10597" y="4794"/>
                  <a:pt x="10522" y="4869"/>
                  <a:pt x="10454" y="5012"/>
                </a:cubicBezTo>
                <a:cubicBezTo>
                  <a:pt x="10379" y="4439"/>
                  <a:pt x="10236" y="3935"/>
                  <a:pt x="10024" y="3580"/>
                </a:cubicBezTo>
                <a:lnTo>
                  <a:pt x="10024" y="3580"/>
                </a:lnTo>
                <a:cubicBezTo>
                  <a:pt x="10093" y="4153"/>
                  <a:pt x="10093" y="4869"/>
                  <a:pt x="10024" y="5653"/>
                </a:cubicBezTo>
                <a:cubicBezTo>
                  <a:pt x="10024" y="5728"/>
                  <a:pt x="9950" y="5871"/>
                  <a:pt x="9881" y="5940"/>
                </a:cubicBezTo>
                <a:cubicBezTo>
                  <a:pt x="9881" y="5796"/>
                  <a:pt x="9806" y="5585"/>
                  <a:pt x="9806" y="5441"/>
                </a:cubicBezTo>
                <a:lnTo>
                  <a:pt x="9806" y="5155"/>
                </a:lnTo>
                <a:cubicBezTo>
                  <a:pt x="9806" y="5224"/>
                  <a:pt x="9738" y="5224"/>
                  <a:pt x="9738" y="5298"/>
                </a:cubicBezTo>
                <a:cubicBezTo>
                  <a:pt x="9663" y="4937"/>
                  <a:pt x="9595" y="4508"/>
                  <a:pt x="9451" y="4153"/>
                </a:cubicBezTo>
                <a:cubicBezTo>
                  <a:pt x="9520" y="3437"/>
                  <a:pt x="9595" y="2789"/>
                  <a:pt x="9595" y="2073"/>
                </a:cubicBezTo>
                <a:lnTo>
                  <a:pt x="9595" y="2073"/>
                </a:lnTo>
                <a:cubicBezTo>
                  <a:pt x="9377" y="2434"/>
                  <a:pt x="9234" y="3150"/>
                  <a:pt x="9090" y="4009"/>
                </a:cubicBezTo>
                <a:cubicBezTo>
                  <a:pt x="9090" y="3580"/>
                  <a:pt x="9090" y="3150"/>
                  <a:pt x="9165" y="2721"/>
                </a:cubicBezTo>
                <a:lnTo>
                  <a:pt x="9234" y="2578"/>
                </a:lnTo>
                <a:lnTo>
                  <a:pt x="9234" y="2578"/>
                </a:lnTo>
                <a:lnTo>
                  <a:pt x="9165" y="2646"/>
                </a:lnTo>
                <a:cubicBezTo>
                  <a:pt x="9234" y="1787"/>
                  <a:pt x="9308" y="859"/>
                  <a:pt x="93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22"/>
          <p:cNvSpPr/>
          <p:nvPr/>
        </p:nvSpPr>
        <p:spPr>
          <a:xfrm flipH="1">
            <a:off x="162" y="4785500"/>
            <a:ext cx="9143961" cy="358000"/>
          </a:xfrm>
          <a:custGeom>
            <a:avLst/>
            <a:gdLst/>
            <a:ahLst/>
            <a:cxnLst/>
            <a:rect l="l" t="t" r="r" b="b"/>
            <a:pathLst>
              <a:path w="95148" h="14320" extrusionOk="0">
                <a:moveTo>
                  <a:pt x="95147" y="0"/>
                </a:moveTo>
                <a:cubicBezTo>
                  <a:pt x="95147" y="0"/>
                  <a:pt x="90783" y="1931"/>
                  <a:pt x="88922" y="2435"/>
                </a:cubicBezTo>
                <a:cubicBezTo>
                  <a:pt x="86986" y="2933"/>
                  <a:pt x="80473" y="5510"/>
                  <a:pt x="78967" y="5510"/>
                </a:cubicBezTo>
                <a:cubicBezTo>
                  <a:pt x="77415" y="5584"/>
                  <a:pt x="72802" y="7877"/>
                  <a:pt x="71847" y="7877"/>
                </a:cubicBezTo>
                <a:cubicBezTo>
                  <a:pt x="71833" y="7877"/>
                  <a:pt x="71820" y="7877"/>
                  <a:pt x="71808" y="7876"/>
                </a:cubicBezTo>
                <a:cubicBezTo>
                  <a:pt x="70997" y="7806"/>
                  <a:pt x="64961" y="4615"/>
                  <a:pt x="62540" y="4615"/>
                </a:cubicBezTo>
                <a:cubicBezTo>
                  <a:pt x="62395" y="4615"/>
                  <a:pt x="62262" y="4627"/>
                  <a:pt x="62145" y="4651"/>
                </a:cubicBezTo>
                <a:cubicBezTo>
                  <a:pt x="59997" y="5012"/>
                  <a:pt x="52763" y="5298"/>
                  <a:pt x="50690" y="5510"/>
                </a:cubicBezTo>
                <a:cubicBezTo>
                  <a:pt x="50628" y="5519"/>
                  <a:pt x="50558" y="5523"/>
                  <a:pt x="50479" y="5523"/>
                </a:cubicBezTo>
                <a:cubicBezTo>
                  <a:pt x="47983" y="5523"/>
                  <a:pt x="37006" y="1269"/>
                  <a:pt x="32287" y="642"/>
                </a:cubicBezTo>
                <a:cubicBezTo>
                  <a:pt x="31557" y="546"/>
                  <a:pt x="30726" y="504"/>
                  <a:pt x="29822" y="504"/>
                </a:cubicBezTo>
                <a:cubicBezTo>
                  <a:pt x="24697" y="504"/>
                  <a:pt x="17237" y="1842"/>
                  <a:pt x="12670" y="2148"/>
                </a:cubicBezTo>
                <a:cubicBezTo>
                  <a:pt x="12212" y="2178"/>
                  <a:pt x="11735" y="2191"/>
                  <a:pt x="11246" y="2191"/>
                </a:cubicBezTo>
                <a:cubicBezTo>
                  <a:pt x="6991" y="2191"/>
                  <a:pt x="1798" y="1170"/>
                  <a:pt x="1" y="785"/>
                </a:cubicBezTo>
                <a:lnTo>
                  <a:pt x="1" y="14319"/>
                </a:lnTo>
                <a:lnTo>
                  <a:pt x="95147" y="14319"/>
                </a:lnTo>
                <a:lnTo>
                  <a:pt x="951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2" name="Google Shape;1332;p22"/>
          <p:cNvGrpSpPr/>
          <p:nvPr/>
        </p:nvGrpSpPr>
        <p:grpSpPr>
          <a:xfrm rot="-1560016" flipH="1">
            <a:off x="8144601" y="251542"/>
            <a:ext cx="873508" cy="575919"/>
            <a:chOff x="201499" y="3290704"/>
            <a:chExt cx="2376935" cy="1567156"/>
          </a:xfrm>
        </p:grpSpPr>
        <p:sp>
          <p:nvSpPr>
            <p:cNvPr id="1333" name="Google Shape;1333;p22"/>
            <p:cNvSpPr/>
            <p:nvPr/>
          </p:nvSpPr>
          <p:spPr>
            <a:xfrm rot="917509">
              <a:off x="298377" y="3560402"/>
              <a:ext cx="2183180" cy="1027760"/>
            </a:xfrm>
            <a:custGeom>
              <a:avLst/>
              <a:gdLst/>
              <a:ahLst/>
              <a:cxnLst/>
              <a:rect l="l" t="t" r="r" b="b"/>
              <a:pathLst>
                <a:path w="20839" h="9810" extrusionOk="0">
                  <a:moveTo>
                    <a:pt x="12937" y="4905"/>
                  </a:moveTo>
                  <a:lnTo>
                    <a:pt x="12937" y="4905"/>
                  </a:lnTo>
                  <a:cubicBezTo>
                    <a:pt x="12937" y="4924"/>
                    <a:pt x="12944" y="4944"/>
                    <a:pt x="12957" y="4967"/>
                  </a:cubicBezTo>
                  <a:lnTo>
                    <a:pt x="12957" y="4967"/>
                  </a:lnTo>
                  <a:cubicBezTo>
                    <a:pt x="12951" y="4946"/>
                    <a:pt x="12944" y="4925"/>
                    <a:pt x="12937" y="4905"/>
                  </a:cubicBezTo>
                  <a:close/>
                  <a:moveTo>
                    <a:pt x="20839" y="1"/>
                  </a:moveTo>
                  <a:lnTo>
                    <a:pt x="19346" y="3815"/>
                  </a:lnTo>
                  <a:cubicBezTo>
                    <a:pt x="19346" y="3815"/>
                    <a:pt x="18256" y="4633"/>
                    <a:pt x="17842" y="5047"/>
                  </a:cubicBezTo>
                  <a:cubicBezTo>
                    <a:pt x="17569" y="5319"/>
                    <a:pt x="16348" y="5723"/>
                    <a:pt x="15662" y="5995"/>
                  </a:cubicBezTo>
                  <a:cubicBezTo>
                    <a:pt x="15531" y="5995"/>
                    <a:pt x="15531" y="5864"/>
                    <a:pt x="15531" y="5864"/>
                  </a:cubicBezTo>
                  <a:lnTo>
                    <a:pt x="15531" y="5592"/>
                  </a:lnTo>
                  <a:cubicBezTo>
                    <a:pt x="15531" y="5178"/>
                    <a:pt x="15531" y="4502"/>
                    <a:pt x="15117" y="4088"/>
                  </a:cubicBezTo>
                  <a:lnTo>
                    <a:pt x="15117" y="4088"/>
                  </a:lnTo>
                  <a:cubicBezTo>
                    <a:pt x="15259" y="4230"/>
                    <a:pt x="14986" y="4905"/>
                    <a:pt x="14986" y="5047"/>
                  </a:cubicBezTo>
                  <a:cubicBezTo>
                    <a:pt x="14986" y="5178"/>
                    <a:pt x="14844" y="5178"/>
                    <a:pt x="14844" y="5319"/>
                  </a:cubicBezTo>
                  <a:cubicBezTo>
                    <a:pt x="14765" y="5291"/>
                    <a:pt x="14691" y="5280"/>
                    <a:pt x="14620" y="5280"/>
                  </a:cubicBezTo>
                  <a:cubicBezTo>
                    <a:pt x="14329" y="5280"/>
                    <a:pt x="14087" y="5478"/>
                    <a:pt x="13755" y="5592"/>
                  </a:cubicBezTo>
                  <a:lnTo>
                    <a:pt x="13755" y="5723"/>
                  </a:lnTo>
                  <a:cubicBezTo>
                    <a:pt x="13624" y="5592"/>
                    <a:pt x="13482" y="5450"/>
                    <a:pt x="13482" y="5319"/>
                  </a:cubicBezTo>
                  <a:cubicBezTo>
                    <a:pt x="13368" y="5319"/>
                    <a:pt x="13041" y="5114"/>
                    <a:pt x="12957" y="4967"/>
                  </a:cubicBezTo>
                  <a:lnTo>
                    <a:pt x="12957" y="4967"/>
                  </a:lnTo>
                  <a:cubicBezTo>
                    <a:pt x="13079" y="5372"/>
                    <a:pt x="13079" y="5884"/>
                    <a:pt x="13079" y="6268"/>
                  </a:cubicBezTo>
                  <a:lnTo>
                    <a:pt x="13210" y="6268"/>
                  </a:lnTo>
                  <a:cubicBezTo>
                    <a:pt x="12937" y="6540"/>
                    <a:pt x="12806" y="6682"/>
                    <a:pt x="12665" y="6954"/>
                  </a:cubicBezTo>
                  <a:cubicBezTo>
                    <a:pt x="12537" y="6985"/>
                    <a:pt x="12388" y="7001"/>
                    <a:pt x="12221" y="7001"/>
                  </a:cubicBezTo>
                  <a:cubicBezTo>
                    <a:pt x="11675" y="7001"/>
                    <a:pt x="10947" y="6827"/>
                    <a:pt x="10212" y="6409"/>
                  </a:cubicBezTo>
                  <a:cubicBezTo>
                    <a:pt x="8578" y="5319"/>
                    <a:pt x="8305" y="4774"/>
                    <a:pt x="8305" y="4774"/>
                  </a:cubicBezTo>
                  <a:cubicBezTo>
                    <a:pt x="8305" y="4774"/>
                    <a:pt x="7760" y="4774"/>
                    <a:pt x="6943" y="4360"/>
                  </a:cubicBezTo>
                  <a:cubicBezTo>
                    <a:pt x="6125" y="3815"/>
                    <a:pt x="3673" y="2453"/>
                    <a:pt x="3673" y="2453"/>
                  </a:cubicBezTo>
                  <a:cubicBezTo>
                    <a:pt x="3673" y="2453"/>
                    <a:pt x="2672" y="2167"/>
                    <a:pt x="1809" y="2167"/>
                  </a:cubicBezTo>
                  <a:cubicBezTo>
                    <a:pt x="1481" y="2167"/>
                    <a:pt x="1174" y="2208"/>
                    <a:pt x="949" y="2322"/>
                  </a:cubicBezTo>
                  <a:cubicBezTo>
                    <a:pt x="0" y="2725"/>
                    <a:pt x="0" y="2998"/>
                    <a:pt x="0" y="2998"/>
                  </a:cubicBezTo>
                  <a:cubicBezTo>
                    <a:pt x="0" y="2998"/>
                    <a:pt x="273" y="2862"/>
                    <a:pt x="630" y="2862"/>
                  </a:cubicBezTo>
                  <a:cubicBezTo>
                    <a:pt x="987" y="2862"/>
                    <a:pt x="1428" y="2998"/>
                    <a:pt x="1766" y="3543"/>
                  </a:cubicBezTo>
                  <a:cubicBezTo>
                    <a:pt x="2453" y="4774"/>
                    <a:pt x="2725" y="6137"/>
                    <a:pt x="2725" y="6137"/>
                  </a:cubicBezTo>
                  <a:cubicBezTo>
                    <a:pt x="2725" y="6137"/>
                    <a:pt x="3542" y="6137"/>
                    <a:pt x="4632" y="7085"/>
                  </a:cubicBezTo>
                  <a:cubicBezTo>
                    <a:pt x="5581" y="8175"/>
                    <a:pt x="5722" y="8720"/>
                    <a:pt x="5722" y="8720"/>
                  </a:cubicBezTo>
                  <a:cubicBezTo>
                    <a:pt x="5722" y="8720"/>
                    <a:pt x="5891" y="8699"/>
                    <a:pt x="6179" y="8699"/>
                  </a:cubicBezTo>
                  <a:cubicBezTo>
                    <a:pt x="6622" y="8699"/>
                    <a:pt x="7348" y="8748"/>
                    <a:pt x="8174" y="8992"/>
                  </a:cubicBezTo>
                  <a:cubicBezTo>
                    <a:pt x="9537" y="9406"/>
                    <a:pt x="9668" y="9810"/>
                    <a:pt x="9668" y="9810"/>
                  </a:cubicBezTo>
                  <a:cubicBezTo>
                    <a:pt x="9668" y="9810"/>
                    <a:pt x="10485" y="9406"/>
                    <a:pt x="11575" y="8992"/>
                  </a:cubicBezTo>
                  <a:cubicBezTo>
                    <a:pt x="11847" y="8861"/>
                    <a:pt x="12261" y="8720"/>
                    <a:pt x="12534" y="8589"/>
                  </a:cubicBezTo>
                  <a:cubicBezTo>
                    <a:pt x="12665" y="8720"/>
                    <a:pt x="12806" y="8720"/>
                    <a:pt x="12806" y="8720"/>
                  </a:cubicBezTo>
                  <a:cubicBezTo>
                    <a:pt x="13008" y="8791"/>
                    <a:pt x="13177" y="8826"/>
                    <a:pt x="13347" y="8826"/>
                  </a:cubicBezTo>
                  <a:cubicBezTo>
                    <a:pt x="13518" y="8826"/>
                    <a:pt x="13689" y="8791"/>
                    <a:pt x="13896" y="8720"/>
                  </a:cubicBezTo>
                  <a:cubicBezTo>
                    <a:pt x="14441" y="8589"/>
                    <a:pt x="14986" y="8175"/>
                    <a:pt x="15259" y="7499"/>
                  </a:cubicBezTo>
                  <a:cubicBezTo>
                    <a:pt x="16348" y="6954"/>
                    <a:pt x="17711" y="5864"/>
                    <a:pt x="17711" y="5864"/>
                  </a:cubicBezTo>
                  <a:cubicBezTo>
                    <a:pt x="17711" y="5864"/>
                    <a:pt x="19204" y="4774"/>
                    <a:pt x="19749" y="3957"/>
                  </a:cubicBezTo>
                  <a:cubicBezTo>
                    <a:pt x="20435" y="2998"/>
                    <a:pt x="20839" y="1"/>
                    <a:pt x="208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4" name="Google Shape;1334;p22"/>
            <p:cNvGrpSpPr/>
            <p:nvPr/>
          </p:nvGrpSpPr>
          <p:grpSpPr>
            <a:xfrm rot="769064">
              <a:off x="1679606" y="4257440"/>
              <a:ext cx="171378" cy="93552"/>
              <a:chOff x="3467344" y="1694749"/>
              <a:chExt cx="114969" cy="62784"/>
            </a:xfrm>
          </p:grpSpPr>
          <p:sp>
            <p:nvSpPr>
              <p:cNvPr id="1335" name="Google Shape;1335;p22"/>
              <p:cNvSpPr/>
              <p:nvPr/>
            </p:nvSpPr>
            <p:spPr>
              <a:xfrm>
                <a:off x="3545727" y="1694749"/>
                <a:ext cx="36586" cy="56634"/>
              </a:xfrm>
              <a:custGeom>
                <a:avLst/>
                <a:gdLst/>
                <a:ahLst/>
                <a:cxnLst/>
                <a:rect l="l" t="t" r="r" b="b"/>
                <a:pathLst>
                  <a:path w="1053" h="1630" extrusionOk="0">
                    <a:moveTo>
                      <a:pt x="828" y="1"/>
                    </a:moveTo>
                    <a:cubicBezTo>
                      <a:pt x="627" y="552"/>
                      <a:pt x="76" y="853"/>
                      <a:pt x="76" y="853"/>
                    </a:cubicBezTo>
                    <a:cubicBezTo>
                      <a:pt x="51" y="1103"/>
                      <a:pt x="25" y="1379"/>
                      <a:pt x="0" y="1630"/>
                    </a:cubicBezTo>
                    <a:cubicBezTo>
                      <a:pt x="1053" y="1304"/>
                      <a:pt x="828" y="1"/>
                      <a:pt x="8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22"/>
              <p:cNvSpPr/>
              <p:nvPr/>
            </p:nvSpPr>
            <p:spPr>
              <a:xfrm>
                <a:off x="3467344" y="1713928"/>
                <a:ext cx="46211" cy="43605"/>
              </a:xfrm>
              <a:custGeom>
                <a:avLst/>
                <a:gdLst/>
                <a:ahLst/>
                <a:cxnLst/>
                <a:rect l="l" t="t" r="r" b="b"/>
                <a:pathLst>
                  <a:path w="1330" h="1255" extrusionOk="0">
                    <a:moveTo>
                      <a:pt x="1" y="0"/>
                    </a:moveTo>
                    <a:lnTo>
                      <a:pt x="1" y="0"/>
                    </a:lnTo>
                    <a:cubicBezTo>
                      <a:pt x="1" y="0"/>
                      <a:pt x="218" y="1255"/>
                      <a:pt x="1268" y="1255"/>
                    </a:cubicBezTo>
                    <a:cubicBezTo>
                      <a:pt x="1288" y="1255"/>
                      <a:pt x="1308" y="1254"/>
                      <a:pt x="1329" y="1253"/>
                    </a:cubicBezTo>
                    <a:cubicBezTo>
                      <a:pt x="1204" y="1003"/>
                      <a:pt x="1104" y="777"/>
                      <a:pt x="978" y="526"/>
                    </a:cubicBezTo>
                    <a:cubicBezTo>
                      <a:pt x="978" y="526"/>
                      <a:pt x="377" y="45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37" name="Google Shape;1337;p22"/>
          <p:cNvSpPr/>
          <p:nvPr/>
        </p:nvSpPr>
        <p:spPr>
          <a:xfrm rot="844992">
            <a:off x="191264" y="165779"/>
            <a:ext cx="665998" cy="297649"/>
          </a:xfrm>
          <a:custGeom>
            <a:avLst/>
            <a:gdLst/>
            <a:ahLst/>
            <a:cxnLst/>
            <a:rect l="l" t="t" r="r" b="b"/>
            <a:pathLst>
              <a:path w="24333" h="9165" extrusionOk="0">
                <a:moveTo>
                  <a:pt x="305" y="1"/>
                </a:moveTo>
                <a:cubicBezTo>
                  <a:pt x="1" y="1"/>
                  <a:pt x="83" y="173"/>
                  <a:pt x="83" y="173"/>
                </a:cubicBezTo>
                <a:cubicBezTo>
                  <a:pt x="83" y="173"/>
                  <a:pt x="901" y="314"/>
                  <a:pt x="1315" y="1535"/>
                </a:cubicBezTo>
                <a:cubicBezTo>
                  <a:pt x="1860" y="2766"/>
                  <a:pt x="1718" y="3715"/>
                  <a:pt x="1718" y="3715"/>
                </a:cubicBezTo>
                <a:cubicBezTo>
                  <a:pt x="1718" y="3715"/>
                  <a:pt x="2808" y="4129"/>
                  <a:pt x="3353" y="4946"/>
                </a:cubicBezTo>
                <a:cubicBezTo>
                  <a:pt x="3898" y="5764"/>
                  <a:pt x="4170" y="6853"/>
                  <a:pt x="4170" y="6853"/>
                </a:cubicBezTo>
                <a:cubicBezTo>
                  <a:pt x="4170" y="6853"/>
                  <a:pt x="5533" y="6853"/>
                  <a:pt x="6492" y="7398"/>
                </a:cubicBezTo>
                <a:cubicBezTo>
                  <a:pt x="7309" y="8074"/>
                  <a:pt x="7712" y="8619"/>
                  <a:pt x="7712" y="8619"/>
                </a:cubicBezTo>
                <a:lnTo>
                  <a:pt x="9216" y="8347"/>
                </a:lnTo>
                <a:cubicBezTo>
                  <a:pt x="9489" y="8892"/>
                  <a:pt x="10034" y="9164"/>
                  <a:pt x="10709" y="9164"/>
                </a:cubicBezTo>
                <a:cubicBezTo>
                  <a:pt x="11527" y="9164"/>
                  <a:pt x="12072" y="8761"/>
                  <a:pt x="12344" y="8216"/>
                </a:cubicBezTo>
                <a:cubicBezTo>
                  <a:pt x="13303" y="8216"/>
                  <a:pt x="14666" y="8216"/>
                  <a:pt x="15756" y="7943"/>
                </a:cubicBezTo>
                <a:cubicBezTo>
                  <a:pt x="17794" y="7398"/>
                  <a:pt x="19701" y="6984"/>
                  <a:pt x="19701" y="6984"/>
                </a:cubicBezTo>
                <a:cubicBezTo>
                  <a:pt x="19701" y="6984"/>
                  <a:pt x="19973" y="6581"/>
                  <a:pt x="20518" y="5894"/>
                </a:cubicBezTo>
                <a:cubicBezTo>
                  <a:pt x="21063" y="5219"/>
                  <a:pt x="22153" y="4946"/>
                  <a:pt x="22153" y="4946"/>
                </a:cubicBezTo>
                <a:cubicBezTo>
                  <a:pt x="22153" y="4946"/>
                  <a:pt x="22153" y="4532"/>
                  <a:pt x="22295" y="3856"/>
                </a:cubicBezTo>
                <a:cubicBezTo>
                  <a:pt x="22426" y="3170"/>
                  <a:pt x="24333" y="1949"/>
                  <a:pt x="24333" y="1949"/>
                </a:cubicBezTo>
                <a:lnTo>
                  <a:pt x="24333" y="1949"/>
                </a:lnTo>
                <a:lnTo>
                  <a:pt x="21477" y="2766"/>
                </a:lnTo>
                <a:cubicBezTo>
                  <a:pt x="19570" y="3170"/>
                  <a:pt x="15483" y="5764"/>
                  <a:pt x="15483" y="5764"/>
                </a:cubicBezTo>
                <a:cubicBezTo>
                  <a:pt x="15483" y="5764"/>
                  <a:pt x="14666" y="6581"/>
                  <a:pt x="13303" y="6984"/>
                </a:cubicBezTo>
                <a:cubicBezTo>
                  <a:pt x="12758" y="7126"/>
                  <a:pt x="12344" y="7126"/>
                  <a:pt x="12072" y="7126"/>
                </a:cubicBezTo>
                <a:cubicBezTo>
                  <a:pt x="12072" y="6984"/>
                  <a:pt x="11941" y="6984"/>
                  <a:pt x="11941" y="6853"/>
                </a:cubicBezTo>
                <a:lnTo>
                  <a:pt x="11941" y="5894"/>
                </a:lnTo>
                <a:cubicBezTo>
                  <a:pt x="11669" y="6036"/>
                  <a:pt x="11396" y="6309"/>
                  <a:pt x="11124" y="6581"/>
                </a:cubicBezTo>
                <a:lnTo>
                  <a:pt x="10306" y="6581"/>
                </a:lnTo>
                <a:cubicBezTo>
                  <a:pt x="10034" y="6309"/>
                  <a:pt x="9620" y="6036"/>
                  <a:pt x="9347" y="5894"/>
                </a:cubicBezTo>
                <a:lnTo>
                  <a:pt x="9347" y="5894"/>
                </a:lnTo>
                <a:cubicBezTo>
                  <a:pt x="9489" y="6167"/>
                  <a:pt x="9489" y="6581"/>
                  <a:pt x="9489" y="6984"/>
                </a:cubicBezTo>
                <a:cubicBezTo>
                  <a:pt x="9347" y="7126"/>
                  <a:pt x="9347" y="7257"/>
                  <a:pt x="9216" y="7398"/>
                </a:cubicBezTo>
                <a:cubicBezTo>
                  <a:pt x="8671" y="7257"/>
                  <a:pt x="6895" y="6581"/>
                  <a:pt x="6078" y="5349"/>
                </a:cubicBezTo>
                <a:lnTo>
                  <a:pt x="5129" y="3856"/>
                </a:lnTo>
                <a:cubicBezTo>
                  <a:pt x="5129" y="3856"/>
                  <a:pt x="4312" y="3170"/>
                  <a:pt x="3898" y="2352"/>
                </a:cubicBezTo>
                <a:cubicBezTo>
                  <a:pt x="3353" y="1677"/>
                  <a:pt x="1446" y="42"/>
                  <a:pt x="628" y="42"/>
                </a:cubicBezTo>
                <a:cubicBezTo>
                  <a:pt x="489" y="13"/>
                  <a:pt x="384" y="1"/>
                  <a:pt x="30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22"/>
          <p:cNvSpPr/>
          <p:nvPr/>
        </p:nvSpPr>
        <p:spPr>
          <a:xfrm rot="-206078">
            <a:off x="133881" y="499749"/>
            <a:ext cx="348283" cy="155648"/>
          </a:xfrm>
          <a:custGeom>
            <a:avLst/>
            <a:gdLst/>
            <a:ahLst/>
            <a:cxnLst/>
            <a:rect l="l" t="t" r="r" b="b"/>
            <a:pathLst>
              <a:path w="24333" h="9165" extrusionOk="0">
                <a:moveTo>
                  <a:pt x="305" y="1"/>
                </a:moveTo>
                <a:cubicBezTo>
                  <a:pt x="1" y="1"/>
                  <a:pt x="83" y="173"/>
                  <a:pt x="83" y="173"/>
                </a:cubicBezTo>
                <a:cubicBezTo>
                  <a:pt x="83" y="173"/>
                  <a:pt x="901" y="314"/>
                  <a:pt x="1315" y="1535"/>
                </a:cubicBezTo>
                <a:cubicBezTo>
                  <a:pt x="1860" y="2766"/>
                  <a:pt x="1718" y="3715"/>
                  <a:pt x="1718" y="3715"/>
                </a:cubicBezTo>
                <a:cubicBezTo>
                  <a:pt x="1718" y="3715"/>
                  <a:pt x="2808" y="4129"/>
                  <a:pt x="3353" y="4946"/>
                </a:cubicBezTo>
                <a:cubicBezTo>
                  <a:pt x="3898" y="5764"/>
                  <a:pt x="4170" y="6853"/>
                  <a:pt x="4170" y="6853"/>
                </a:cubicBezTo>
                <a:cubicBezTo>
                  <a:pt x="4170" y="6853"/>
                  <a:pt x="5533" y="6853"/>
                  <a:pt x="6492" y="7398"/>
                </a:cubicBezTo>
                <a:cubicBezTo>
                  <a:pt x="7309" y="8074"/>
                  <a:pt x="7712" y="8619"/>
                  <a:pt x="7712" y="8619"/>
                </a:cubicBezTo>
                <a:lnTo>
                  <a:pt x="9216" y="8347"/>
                </a:lnTo>
                <a:cubicBezTo>
                  <a:pt x="9489" y="8892"/>
                  <a:pt x="10034" y="9164"/>
                  <a:pt x="10709" y="9164"/>
                </a:cubicBezTo>
                <a:cubicBezTo>
                  <a:pt x="11527" y="9164"/>
                  <a:pt x="12072" y="8761"/>
                  <a:pt x="12344" y="8216"/>
                </a:cubicBezTo>
                <a:cubicBezTo>
                  <a:pt x="13303" y="8216"/>
                  <a:pt x="14666" y="8216"/>
                  <a:pt x="15756" y="7943"/>
                </a:cubicBezTo>
                <a:cubicBezTo>
                  <a:pt x="17794" y="7398"/>
                  <a:pt x="19701" y="6984"/>
                  <a:pt x="19701" y="6984"/>
                </a:cubicBezTo>
                <a:cubicBezTo>
                  <a:pt x="19701" y="6984"/>
                  <a:pt x="19973" y="6581"/>
                  <a:pt x="20518" y="5894"/>
                </a:cubicBezTo>
                <a:cubicBezTo>
                  <a:pt x="21063" y="5219"/>
                  <a:pt x="22153" y="4946"/>
                  <a:pt x="22153" y="4946"/>
                </a:cubicBezTo>
                <a:cubicBezTo>
                  <a:pt x="22153" y="4946"/>
                  <a:pt x="22153" y="4532"/>
                  <a:pt x="22295" y="3856"/>
                </a:cubicBezTo>
                <a:cubicBezTo>
                  <a:pt x="22426" y="3170"/>
                  <a:pt x="24333" y="1949"/>
                  <a:pt x="24333" y="1949"/>
                </a:cubicBezTo>
                <a:lnTo>
                  <a:pt x="24333" y="1949"/>
                </a:lnTo>
                <a:lnTo>
                  <a:pt x="21477" y="2766"/>
                </a:lnTo>
                <a:cubicBezTo>
                  <a:pt x="19570" y="3170"/>
                  <a:pt x="15483" y="5764"/>
                  <a:pt x="15483" y="5764"/>
                </a:cubicBezTo>
                <a:cubicBezTo>
                  <a:pt x="15483" y="5764"/>
                  <a:pt x="14666" y="6581"/>
                  <a:pt x="13303" y="6984"/>
                </a:cubicBezTo>
                <a:cubicBezTo>
                  <a:pt x="12758" y="7126"/>
                  <a:pt x="12344" y="7126"/>
                  <a:pt x="12072" y="7126"/>
                </a:cubicBezTo>
                <a:cubicBezTo>
                  <a:pt x="12072" y="6984"/>
                  <a:pt x="11941" y="6984"/>
                  <a:pt x="11941" y="6853"/>
                </a:cubicBezTo>
                <a:lnTo>
                  <a:pt x="11941" y="5894"/>
                </a:lnTo>
                <a:cubicBezTo>
                  <a:pt x="11669" y="6036"/>
                  <a:pt x="11396" y="6309"/>
                  <a:pt x="11124" y="6581"/>
                </a:cubicBezTo>
                <a:lnTo>
                  <a:pt x="10306" y="6581"/>
                </a:lnTo>
                <a:cubicBezTo>
                  <a:pt x="10034" y="6309"/>
                  <a:pt x="9620" y="6036"/>
                  <a:pt x="9347" y="5894"/>
                </a:cubicBezTo>
                <a:lnTo>
                  <a:pt x="9347" y="5894"/>
                </a:lnTo>
                <a:cubicBezTo>
                  <a:pt x="9489" y="6167"/>
                  <a:pt x="9489" y="6581"/>
                  <a:pt x="9489" y="6984"/>
                </a:cubicBezTo>
                <a:cubicBezTo>
                  <a:pt x="9347" y="7126"/>
                  <a:pt x="9347" y="7257"/>
                  <a:pt x="9216" y="7398"/>
                </a:cubicBezTo>
                <a:cubicBezTo>
                  <a:pt x="8671" y="7257"/>
                  <a:pt x="6895" y="6581"/>
                  <a:pt x="6078" y="5349"/>
                </a:cubicBezTo>
                <a:lnTo>
                  <a:pt x="5129" y="3856"/>
                </a:lnTo>
                <a:cubicBezTo>
                  <a:pt x="5129" y="3856"/>
                  <a:pt x="4312" y="3170"/>
                  <a:pt x="3898" y="2352"/>
                </a:cubicBezTo>
                <a:cubicBezTo>
                  <a:pt x="3353" y="1677"/>
                  <a:pt x="1446" y="42"/>
                  <a:pt x="628" y="42"/>
                </a:cubicBezTo>
                <a:cubicBezTo>
                  <a:pt x="489" y="13"/>
                  <a:pt x="384" y="1"/>
                  <a:pt x="3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22"/>
          <p:cNvSpPr/>
          <p:nvPr/>
        </p:nvSpPr>
        <p:spPr>
          <a:xfrm rot="-206025">
            <a:off x="8070091" y="107012"/>
            <a:ext cx="602289" cy="269200"/>
          </a:xfrm>
          <a:custGeom>
            <a:avLst/>
            <a:gdLst/>
            <a:ahLst/>
            <a:cxnLst/>
            <a:rect l="l" t="t" r="r" b="b"/>
            <a:pathLst>
              <a:path w="24333" h="9165" extrusionOk="0">
                <a:moveTo>
                  <a:pt x="305" y="1"/>
                </a:moveTo>
                <a:cubicBezTo>
                  <a:pt x="1" y="1"/>
                  <a:pt x="83" y="173"/>
                  <a:pt x="83" y="173"/>
                </a:cubicBezTo>
                <a:cubicBezTo>
                  <a:pt x="83" y="173"/>
                  <a:pt x="901" y="314"/>
                  <a:pt x="1315" y="1535"/>
                </a:cubicBezTo>
                <a:cubicBezTo>
                  <a:pt x="1860" y="2766"/>
                  <a:pt x="1718" y="3715"/>
                  <a:pt x="1718" y="3715"/>
                </a:cubicBezTo>
                <a:cubicBezTo>
                  <a:pt x="1718" y="3715"/>
                  <a:pt x="2808" y="4129"/>
                  <a:pt x="3353" y="4946"/>
                </a:cubicBezTo>
                <a:cubicBezTo>
                  <a:pt x="3898" y="5764"/>
                  <a:pt x="4170" y="6853"/>
                  <a:pt x="4170" y="6853"/>
                </a:cubicBezTo>
                <a:cubicBezTo>
                  <a:pt x="4170" y="6853"/>
                  <a:pt x="5533" y="6853"/>
                  <a:pt x="6492" y="7398"/>
                </a:cubicBezTo>
                <a:cubicBezTo>
                  <a:pt x="7309" y="8074"/>
                  <a:pt x="7712" y="8619"/>
                  <a:pt x="7712" y="8619"/>
                </a:cubicBezTo>
                <a:lnTo>
                  <a:pt x="9216" y="8347"/>
                </a:lnTo>
                <a:cubicBezTo>
                  <a:pt x="9489" y="8892"/>
                  <a:pt x="10034" y="9164"/>
                  <a:pt x="10709" y="9164"/>
                </a:cubicBezTo>
                <a:cubicBezTo>
                  <a:pt x="11527" y="9164"/>
                  <a:pt x="12072" y="8761"/>
                  <a:pt x="12344" y="8216"/>
                </a:cubicBezTo>
                <a:cubicBezTo>
                  <a:pt x="13303" y="8216"/>
                  <a:pt x="14666" y="8216"/>
                  <a:pt x="15756" y="7943"/>
                </a:cubicBezTo>
                <a:cubicBezTo>
                  <a:pt x="17794" y="7398"/>
                  <a:pt x="19701" y="6984"/>
                  <a:pt x="19701" y="6984"/>
                </a:cubicBezTo>
                <a:cubicBezTo>
                  <a:pt x="19701" y="6984"/>
                  <a:pt x="19973" y="6581"/>
                  <a:pt x="20518" y="5894"/>
                </a:cubicBezTo>
                <a:cubicBezTo>
                  <a:pt x="21063" y="5219"/>
                  <a:pt x="22153" y="4946"/>
                  <a:pt x="22153" y="4946"/>
                </a:cubicBezTo>
                <a:cubicBezTo>
                  <a:pt x="22153" y="4946"/>
                  <a:pt x="22153" y="4532"/>
                  <a:pt x="22295" y="3856"/>
                </a:cubicBezTo>
                <a:cubicBezTo>
                  <a:pt x="22426" y="3170"/>
                  <a:pt x="24333" y="1949"/>
                  <a:pt x="24333" y="1949"/>
                </a:cubicBezTo>
                <a:lnTo>
                  <a:pt x="24333" y="1949"/>
                </a:lnTo>
                <a:lnTo>
                  <a:pt x="21477" y="2766"/>
                </a:lnTo>
                <a:cubicBezTo>
                  <a:pt x="19570" y="3170"/>
                  <a:pt x="15483" y="5764"/>
                  <a:pt x="15483" y="5764"/>
                </a:cubicBezTo>
                <a:cubicBezTo>
                  <a:pt x="15483" y="5764"/>
                  <a:pt x="14666" y="6581"/>
                  <a:pt x="13303" y="6984"/>
                </a:cubicBezTo>
                <a:cubicBezTo>
                  <a:pt x="12758" y="7126"/>
                  <a:pt x="12344" y="7126"/>
                  <a:pt x="12072" y="7126"/>
                </a:cubicBezTo>
                <a:cubicBezTo>
                  <a:pt x="12072" y="6984"/>
                  <a:pt x="11941" y="6984"/>
                  <a:pt x="11941" y="6853"/>
                </a:cubicBezTo>
                <a:lnTo>
                  <a:pt x="11941" y="5894"/>
                </a:lnTo>
                <a:cubicBezTo>
                  <a:pt x="11669" y="6036"/>
                  <a:pt x="11396" y="6309"/>
                  <a:pt x="11124" y="6581"/>
                </a:cubicBezTo>
                <a:lnTo>
                  <a:pt x="10306" y="6581"/>
                </a:lnTo>
                <a:cubicBezTo>
                  <a:pt x="10034" y="6309"/>
                  <a:pt x="9620" y="6036"/>
                  <a:pt x="9347" y="5894"/>
                </a:cubicBezTo>
                <a:lnTo>
                  <a:pt x="9347" y="5894"/>
                </a:lnTo>
                <a:cubicBezTo>
                  <a:pt x="9489" y="6167"/>
                  <a:pt x="9489" y="6581"/>
                  <a:pt x="9489" y="6984"/>
                </a:cubicBezTo>
                <a:cubicBezTo>
                  <a:pt x="9347" y="7126"/>
                  <a:pt x="9347" y="7257"/>
                  <a:pt x="9216" y="7398"/>
                </a:cubicBezTo>
                <a:cubicBezTo>
                  <a:pt x="8671" y="7257"/>
                  <a:pt x="6895" y="6581"/>
                  <a:pt x="6078" y="5349"/>
                </a:cubicBezTo>
                <a:lnTo>
                  <a:pt x="5129" y="3856"/>
                </a:lnTo>
                <a:cubicBezTo>
                  <a:pt x="5129" y="3856"/>
                  <a:pt x="4312" y="3170"/>
                  <a:pt x="3898" y="2352"/>
                </a:cubicBezTo>
                <a:cubicBezTo>
                  <a:pt x="3353" y="1677"/>
                  <a:pt x="1446" y="42"/>
                  <a:pt x="628" y="42"/>
                </a:cubicBezTo>
                <a:cubicBezTo>
                  <a:pt x="489" y="13"/>
                  <a:pt x="384" y="1"/>
                  <a:pt x="3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22"/>
          <p:cNvSpPr/>
          <p:nvPr/>
        </p:nvSpPr>
        <p:spPr>
          <a:xfrm rot="-658294" flipH="1">
            <a:off x="8077871" y="2911712"/>
            <a:ext cx="1145879" cy="1453509"/>
          </a:xfrm>
          <a:custGeom>
            <a:avLst/>
            <a:gdLst/>
            <a:ahLst/>
            <a:cxnLst/>
            <a:rect l="l" t="t" r="r" b="b"/>
            <a:pathLst>
              <a:path w="41699" h="38470" extrusionOk="0">
                <a:moveTo>
                  <a:pt x="22575" y="1"/>
                </a:moveTo>
                <a:lnTo>
                  <a:pt x="22575" y="1"/>
                </a:lnTo>
                <a:cubicBezTo>
                  <a:pt x="22237" y="223"/>
                  <a:pt x="21908" y="668"/>
                  <a:pt x="21793" y="1219"/>
                </a:cubicBezTo>
                <a:cubicBezTo>
                  <a:pt x="21686" y="1664"/>
                  <a:pt x="21686" y="2224"/>
                  <a:pt x="22015" y="2669"/>
                </a:cubicBezTo>
                <a:lnTo>
                  <a:pt x="22131" y="2553"/>
                </a:lnTo>
                <a:lnTo>
                  <a:pt x="22131" y="2553"/>
                </a:lnTo>
                <a:cubicBezTo>
                  <a:pt x="21908" y="2891"/>
                  <a:pt x="21686" y="3114"/>
                  <a:pt x="21463" y="3336"/>
                </a:cubicBezTo>
                <a:cubicBezTo>
                  <a:pt x="20681" y="4555"/>
                  <a:pt x="20236" y="6004"/>
                  <a:pt x="19907" y="7445"/>
                </a:cubicBezTo>
                <a:cubicBezTo>
                  <a:pt x="19791" y="7668"/>
                  <a:pt x="19791" y="8006"/>
                  <a:pt x="19685" y="8335"/>
                </a:cubicBezTo>
                <a:cubicBezTo>
                  <a:pt x="18902" y="6227"/>
                  <a:pt x="18457" y="4110"/>
                  <a:pt x="18128" y="1779"/>
                </a:cubicBezTo>
                <a:lnTo>
                  <a:pt x="18128" y="1779"/>
                </a:lnTo>
                <a:cubicBezTo>
                  <a:pt x="18235" y="4448"/>
                  <a:pt x="18679" y="7116"/>
                  <a:pt x="19462" y="9669"/>
                </a:cubicBezTo>
                <a:cubicBezTo>
                  <a:pt x="19462" y="10336"/>
                  <a:pt x="19347" y="11003"/>
                  <a:pt x="19240" y="11564"/>
                </a:cubicBezTo>
                <a:cubicBezTo>
                  <a:pt x="19017" y="12898"/>
                  <a:pt x="18795" y="14116"/>
                  <a:pt x="18350" y="15228"/>
                </a:cubicBezTo>
                <a:lnTo>
                  <a:pt x="17016" y="16233"/>
                </a:lnTo>
                <a:cubicBezTo>
                  <a:pt x="16678" y="16011"/>
                  <a:pt x="16571" y="15566"/>
                  <a:pt x="16456" y="15228"/>
                </a:cubicBezTo>
                <a:cubicBezTo>
                  <a:pt x="16233" y="14561"/>
                  <a:pt x="16349" y="13894"/>
                  <a:pt x="16678" y="13342"/>
                </a:cubicBezTo>
                <a:lnTo>
                  <a:pt x="16678" y="13342"/>
                </a:lnTo>
                <a:cubicBezTo>
                  <a:pt x="16233" y="13894"/>
                  <a:pt x="16011" y="14561"/>
                  <a:pt x="16011" y="15228"/>
                </a:cubicBezTo>
                <a:cubicBezTo>
                  <a:pt x="16127" y="15788"/>
                  <a:pt x="16233" y="16233"/>
                  <a:pt x="16456" y="16678"/>
                </a:cubicBezTo>
                <a:cubicBezTo>
                  <a:pt x="15122" y="17674"/>
                  <a:pt x="13787" y="18786"/>
                  <a:pt x="12453" y="19898"/>
                </a:cubicBezTo>
                <a:cubicBezTo>
                  <a:pt x="12124" y="18902"/>
                  <a:pt x="11786" y="17790"/>
                  <a:pt x="11679" y="16678"/>
                </a:cubicBezTo>
                <a:cubicBezTo>
                  <a:pt x="11564" y="16118"/>
                  <a:pt x="11564" y="15566"/>
                  <a:pt x="11564" y="15006"/>
                </a:cubicBezTo>
                <a:cubicBezTo>
                  <a:pt x="11786" y="14783"/>
                  <a:pt x="12008" y="14454"/>
                  <a:pt x="12346" y="14232"/>
                </a:cubicBezTo>
                <a:cubicBezTo>
                  <a:pt x="12898" y="13672"/>
                  <a:pt x="13343" y="13004"/>
                  <a:pt x="13787" y="12231"/>
                </a:cubicBezTo>
                <a:cubicBezTo>
                  <a:pt x="14232" y="11564"/>
                  <a:pt x="14570" y="10781"/>
                  <a:pt x="14792" y="10007"/>
                </a:cubicBezTo>
                <a:cubicBezTo>
                  <a:pt x="15015" y="9224"/>
                  <a:pt x="15122" y="8450"/>
                  <a:pt x="15122" y="7668"/>
                </a:cubicBezTo>
                <a:lnTo>
                  <a:pt x="15122" y="7668"/>
                </a:lnTo>
                <a:cubicBezTo>
                  <a:pt x="15015" y="8450"/>
                  <a:pt x="14899" y="9224"/>
                  <a:pt x="14570" y="10007"/>
                </a:cubicBezTo>
                <a:cubicBezTo>
                  <a:pt x="14348" y="10674"/>
                  <a:pt x="13903" y="11448"/>
                  <a:pt x="13458" y="12115"/>
                </a:cubicBezTo>
                <a:cubicBezTo>
                  <a:pt x="13014" y="12675"/>
                  <a:pt x="12453" y="13342"/>
                  <a:pt x="11902" y="13787"/>
                </a:cubicBezTo>
                <a:cubicBezTo>
                  <a:pt x="11786" y="14010"/>
                  <a:pt x="11679" y="14116"/>
                  <a:pt x="11457" y="14232"/>
                </a:cubicBezTo>
                <a:cubicBezTo>
                  <a:pt x="11457" y="13227"/>
                  <a:pt x="11457" y="12231"/>
                  <a:pt x="11564" y="11341"/>
                </a:cubicBezTo>
                <a:cubicBezTo>
                  <a:pt x="11679" y="9562"/>
                  <a:pt x="11902" y="7783"/>
                  <a:pt x="12124" y="6004"/>
                </a:cubicBezTo>
                <a:cubicBezTo>
                  <a:pt x="13343" y="4999"/>
                  <a:pt x="14125" y="3558"/>
                  <a:pt x="14232" y="2002"/>
                </a:cubicBezTo>
                <a:lnTo>
                  <a:pt x="14232" y="2002"/>
                </a:lnTo>
                <a:cubicBezTo>
                  <a:pt x="13903" y="3336"/>
                  <a:pt x="13236" y="4448"/>
                  <a:pt x="12231" y="5222"/>
                </a:cubicBezTo>
                <a:cubicBezTo>
                  <a:pt x="12346" y="3558"/>
                  <a:pt x="12453" y="1779"/>
                  <a:pt x="12453" y="107"/>
                </a:cubicBezTo>
                <a:lnTo>
                  <a:pt x="12231" y="107"/>
                </a:lnTo>
                <a:cubicBezTo>
                  <a:pt x="12124" y="1219"/>
                  <a:pt x="11902" y="2224"/>
                  <a:pt x="11786" y="3336"/>
                </a:cubicBezTo>
                <a:cubicBezTo>
                  <a:pt x="11235" y="2998"/>
                  <a:pt x="10790" y="2224"/>
                  <a:pt x="10790" y="1441"/>
                </a:cubicBezTo>
                <a:lnTo>
                  <a:pt x="10790" y="1441"/>
                </a:lnTo>
                <a:cubicBezTo>
                  <a:pt x="10568" y="2331"/>
                  <a:pt x="10790" y="3336"/>
                  <a:pt x="11564" y="4003"/>
                </a:cubicBezTo>
                <a:cubicBezTo>
                  <a:pt x="11564" y="4555"/>
                  <a:pt x="11457" y="5115"/>
                  <a:pt x="11341" y="5560"/>
                </a:cubicBezTo>
                <a:cubicBezTo>
                  <a:pt x="10897" y="7445"/>
                  <a:pt x="10452" y="9224"/>
                  <a:pt x="10123" y="11119"/>
                </a:cubicBezTo>
                <a:cubicBezTo>
                  <a:pt x="10123" y="11226"/>
                  <a:pt x="10123" y="11341"/>
                  <a:pt x="10007" y="11448"/>
                </a:cubicBezTo>
                <a:cubicBezTo>
                  <a:pt x="8789" y="11119"/>
                  <a:pt x="7561" y="10336"/>
                  <a:pt x="6787" y="9117"/>
                </a:cubicBezTo>
                <a:cubicBezTo>
                  <a:pt x="5898" y="7890"/>
                  <a:pt x="5560" y="6227"/>
                  <a:pt x="5782" y="4670"/>
                </a:cubicBezTo>
                <a:lnTo>
                  <a:pt x="5782" y="4670"/>
                </a:lnTo>
                <a:cubicBezTo>
                  <a:pt x="5453" y="6227"/>
                  <a:pt x="5675" y="7890"/>
                  <a:pt x="6449" y="9340"/>
                </a:cubicBezTo>
                <a:cubicBezTo>
                  <a:pt x="7232" y="10674"/>
                  <a:pt x="8451" y="11670"/>
                  <a:pt x="9900" y="12231"/>
                </a:cubicBezTo>
                <a:cubicBezTo>
                  <a:pt x="9678" y="13672"/>
                  <a:pt x="9562" y="15228"/>
                  <a:pt x="9678" y="16900"/>
                </a:cubicBezTo>
                <a:cubicBezTo>
                  <a:pt x="9678" y="18457"/>
                  <a:pt x="9900" y="20120"/>
                  <a:pt x="10452" y="21677"/>
                </a:cubicBezTo>
                <a:cubicBezTo>
                  <a:pt x="8566" y="23456"/>
                  <a:pt x="6672" y="25350"/>
                  <a:pt x="5115" y="27458"/>
                </a:cubicBezTo>
                <a:cubicBezTo>
                  <a:pt x="2891" y="30349"/>
                  <a:pt x="1006" y="33578"/>
                  <a:pt x="1" y="37358"/>
                </a:cubicBezTo>
                <a:lnTo>
                  <a:pt x="5337" y="38470"/>
                </a:lnTo>
                <a:cubicBezTo>
                  <a:pt x="5782" y="35579"/>
                  <a:pt x="6894" y="32573"/>
                  <a:pt x="8566" y="29797"/>
                </a:cubicBezTo>
                <a:cubicBezTo>
                  <a:pt x="9900" y="27351"/>
                  <a:pt x="11679" y="25128"/>
                  <a:pt x="13565" y="22904"/>
                </a:cubicBezTo>
                <a:cubicBezTo>
                  <a:pt x="13938" y="22917"/>
                  <a:pt x="14312" y="22924"/>
                  <a:pt x="14685" y="22924"/>
                </a:cubicBezTo>
                <a:cubicBezTo>
                  <a:pt x="17316" y="22924"/>
                  <a:pt x="19942" y="22599"/>
                  <a:pt x="22575" y="22015"/>
                </a:cubicBezTo>
                <a:cubicBezTo>
                  <a:pt x="22575" y="22015"/>
                  <a:pt x="22682" y="22015"/>
                  <a:pt x="22798" y="22121"/>
                </a:cubicBezTo>
                <a:cubicBezTo>
                  <a:pt x="23242" y="22344"/>
                  <a:pt x="23572" y="22566"/>
                  <a:pt x="24016" y="22904"/>
                </a:cubicBezTo>
                <a:cubicBezTo>
                  <a:pt x="24461" y="23233"/>
                  <a:pt x="24799" y="23456"/>
                  <a:pt x="25244" y="23794"/>
                </a:cubicBezTo>
                <a:cubicBezTo>
                  <a:pt x="25688" y="24123"/>
                  <a:pt x="26133" y="24345"/>
                  <a:pt x="26578" y="24567"/>
                </a:cubicBezTo>
                <a:cubicBezTo>
                  <a:pt x="27574" y="25012"/>
                  <a:pt x="28579" y="25128"/>
                  <a:pt x="29575" y="25128"/>
                </a:cubicBezTo>
                <a:cubicBezTo>
                  <a:pt x="30687" y="25128"/>
                  <a:pt x="31692" y="24790"/>
                  <a:pt x="32582" y="24345"/>
                </a:cubicBezTo>
                <a:lnTo>
                  <a:pt x="32582" y="24345"/>
                </a:lnTo>
                <a:cubicBezTo>
                  <a:pt x="31840" y="24716"/>
                  <a:pt x="30945" y="24932"/>
                  <a:pt x="30085" y="24932"/>
                </a:cubicBezTo>
                <a:cubicBezTo>
                  <a:pt x="29913" y="24932"/>
                  <a:pt x="29743" y="24923"/>
                  <a:pt x="29575" y="24905"/>
                </a:cubicBezTo>
                <a:cubicBezTo>
                  <a:pt x="28579" y="24905"/>
                  <a:pt x="27690" y="24683"/>
                  <a:pt x="26800" y="24238"/>
                </a:cubicBezTo>
                <a:cubicBezTo>
                  <a:pt x="25795" y="23794"/>
                  <a:pt x="25128" y="23127"/>
                  <a:pt x="24354" y="22459"/>
                </a:cubicBezTo>
                <a:cubicBezTo>
                  <a:pt x="24016" y="22237"/>
                  <a:pt x="23794" y="22015"/>
                  <a:pt x="23465" y="21792"/>
                </a:cubicBezTo>
                <a:cubicBezTo>
                  <a:pt x="25021" y="21454"/>
                  <a:pt x="26578" y="20903"/>
                  <a:pt x="28019" y="20342"/>
                </a:cubicBezTo>
                <a:cubicBezTo>
                  <a:pt x="28464" y="20236"/>
                  <a:pt x="28908" y="20013"/>
                  <a:pt x="29353" y="19898"/>
                </a:cubicBezTo>
                <a:cubicBezTo>
                  <a:pt x="29691" y="20120"/>
                  <a:pt x="30020" y="20458"/>
                  <a:pt x="30465" y="20565"/>
                </a:cubicBezTo>
                <a:cubicBezTo>
                  <a:pt x="30887" y="20819"/>
                  <a:pt x="31369" y="20943"/>
                  <a:pt x="31817" y="20943"/>
                </a:cubicBezTo>
                <a:cubicBezTo>
                  <a:pt x="31964" y="20943"/>
                  <a:pt x="32107" y="20929"/>
                  <a:pt x="32244" y="20903"/>
                </a:cubicBezTo>
                <a:cubicBezTo>
                  <a:pt x="32804" y="20903"/>
                  <a:pt x="33356" y="20787"/>
                  <a:pt x="33916" y="20565"/>
                </a:cubicBezTo>
                <a:cubicBezTo>
                  <a:pt x="34467" y="20342"/>
                  <a:pt x="35028" y="20120"/>
                  <a:pt x="35473" y="19898"/>
                </a:cubicBezTo>
                <a:lnTo>
                  <a:pt x="35473" y="19898"/>
                </a:lnTo>
                <a:cubicBezTo>
                  <a:pt x="34912" y="20120"/>
                  <a:pt x="34467" y="20236"/>
                  <a:pt x="33916" y="20458"/>
                </a:cubicBezTo>
                <a:cubicBezTo>
                  <a:pt x="33356" y="20565"/>
                  <a:pt x="32804" y="20565"/>
                  <a:pt x="32244" y="20565"/>
                </a:cubicBezTo>
                <a:cubicBezTo>
                  <a:pt x="31692" y="20565"/>
                  <a:pt x="31132" y="20458"/>
                  <a:pt x="30687" y="20120"/>
                </a:cubicBezTo>
                <a:cubicBezTo>
                  <a:pt x="30465" y="20013"/>
                  <a:pt x="30243" y="19791"/>
                  <a:pt x="30020" y="19569"/>
                </a:cubicBezTo>
                <a:cubicBezTo>
                  <a:pt x="30465" y="19346"/>
                  <a:pt x="30910" y="19231"/>
                  <a:pt x="31354" y="19008"/>
                </a:cubicBezTo>
                <a:lnTo>
                  <a:pt x="31470" y="19008"/>
                </a:lnTo>
                <a:cubicBezTo>
                  <a:pt x="31577" y="19008"/>
                  <a:pt x="31577" y="18902"/>
                  <a:pt x="31577" y="18902"/>
                </a:cubicBezTo>
                <a:cubicBezTo>
                  <a:pt x="33133" y="18119"/>
                  <a:pt x="34583" y="17345"/>
                  <a:pt x="36024" y="16340"/>
                </a:cubicBezTo>
                <a:cubicBezTo>
                  <a:pt x="36130" y="16345"/>
                  <a:pt x="36235" y="16348"/>
                  <a:pt x="36340" y="16348"/>
                </a:cubicBezTo>
                <a:cubicBezTo>
                  <a:pt x="38436" y="16348"/>
                  <a:pt x="40297" y="15259"/>
                  <a:pt x="41254" y="13565"/>
                </a:cubicBezTo>
                <a:lnTo>
                  <a:pt x="41254" y="13565"/>
                </a:lnTo>
                <a:cubicBezTo>
                  <a:pt x="40249" y="14899"/>
                  <a:pt x="38586" y="15673"/>
                  <a:pt x="37029" y="15673"/>
                </a:cubicBezTo>
                <a:cubicBezTo>
                  <a:pt x="38692" y="14561"/>
                  <a:pt x="40249" y="13342"/>
                  <a:pt x="41699" y="11893"/>
                </a:cubicBezTo>
                <a:lnTo>
                  <a:pt x="41583" y="11786"/>
                </a:lnTo>
                <a:cubicBezTo>
                  <a:pt x="38692" y="14232"/>
                  <a:pt x="35357" y="16233"/>
                  <a:pt x="31915" y="17674"/>
                </a:cubicBezTo>
                <a:cubicBezTo>
                  <a:pt x="32689" y="15228"/>
                  <a:pt x="34245" y="12898"/>
                  <a:pt x="36362" y="11226"/>
                </a:cubicBezTo>
                <a:lnTo>
                  <a:pt x="36362" y="11226"/>
                </a:lnTo>
                <a:cubicBezTo>
                  <a:pt x="33916" y="12898"/>
                  <a:pt x="32137" y="15344"/>
                  <a:pt x="31132" y="18012"/>
                </a:cubicBezTo>
                <a:cubicBezTo>
                  <a:pt x="28134" y="19231"/>
                  <a:pt x="25128" y="20120"/>
                  <a:pt x="22015" y="20565"/>
                </a:cubicBezTo>
                <a:cubicBezTo>
                  <a:pt x="22131" y="20458"/>
                  <a:pt x="22237" y="20458"/>
                  <a:pt x="22237" y="20342"/>
                </a:cubicBezTo>
                <a:cubicBezTo>
                  <a:pt x="22904" y="19791"/>
                  <a:pt x="23465" y="19124"/>
                  <a:pt x="23910" y="18341"/>
                </a:cubicBezTo>
                <a:cubicBezTo>
                  <a:pt x="24354" y="17674"/>
                  <a:pt x="24799" y="16900"/>
                  <a:pt x="25244" y="16233"/>
                </a:cubicBezTo>
                <a:cubicBezTo>
                  <a:pt x="25688" y="15566"/>
                  <a:pt x="26240" y="14783"/>
                  <a:pt x="26800" y="14339"/>
                </a:cubicBezTo>
                <a:lnTo>
                  <a:pt x="26800" y="14339"/>
                </a:lnTo>
                <a:cubicBezTo>
                  <a:pt x="26133" y="14783"/>
                  <a:pt x="25573" y="15450"/>
                  <a:pt x="25021" y="16118"/>
                </a:cubicBezTo>
                <a:cubicBezTo>
                  <a:pt x="24577" y="16785"/>
                  <a:pt x="24132" y="17452"/>
                  <a:pt x="23572" y="18119"/>
                </a:cubicBezTo>
                <a:cubicBezTo>
                  <a:pt x="23127" y="18786"/>
                  <a:pt x="22575" y="19453"/>
                  <a:pt x="21908" y="19898"/>
                </a:cubicBezTo>
                <a:cubicBezTo>
                  <a:pt x="21348" y="20342"/>
                  <a:pt x="20796" y="20680"/>
                  <a:pt x="20129" y="20787"/>
                </a:cubicBezTo>
                <a:cubicBezTo>
                  <a:pt x="18457" y="21010"/>
                  <a:pt x="16901" y="21010"/>
                  <a:pt x="15344" y="21010"/>
                </a:cubicBezTo>
                <a:cubicBezTo>
                  <a:pt x="17239" y="18902"/>
                  <a:pt x="19347" y="16900"/>
                  <a:pt x="21463" y="14783"/>
                </a:cubicBezTo>
                <a:cubicBezTo>
                  <a:pt x="21570" y="14783"/>
                  <a:pt x="21793" y="14783"/>
                  <a:pt x="22015" y="14677"/>
                </a:cubicBezTo>
                <a:lnTo>
                  <a:pt x="22798" y="14677"/>
                </a:lnTo>
                <a:cubicBezTo>
                  <a:pt x="23127" y="14677"/>
                  <a:pt x="23349" y="14561"/>
                  <a:pt x="23572" y="14454"/>
                </a:cubicBezTo>
                <a:cubicBezTo>
                  <a:pt x="24132" y="14339"/>
                  <a:pt x="24577" y="14116"/>
                  <a:pt x="25021" y="13787"/>
                </a:cubicBezTo>
                <a:cubicBezTo>
                  <a:pt x="25466" y="13449"/>
                  <a:pt x="25911" y="13120"/>
                  <a:pt x="26133" y="12675"/>
                </a:cubicBezTo>
                <a:lnTo>
                  <a:pt x="26133" y="12675"/>
                </a:lnTo>
                <a:cubicBezTo>
                  <a:pt x="25795" y="13004"/>
                  <a:pt x="25350" y="13342"/>
                  <a:pt x="24906" y="13565"/>
                </a:cubicBezTo>
                <a:cubicBezTo>
                  <a:pt x="24461" y="13894"/>
                  <a:pt x="24016" y="14010"/>
                  <a:pt x="23572" y="14116"/>
                </a:cubicBezTo>
                <a:cubicBezTo>
                  <a:pt x="23242" y="14232"/>
                  <a:pt x="23020" y="14232"/>
                  <a:pt x="22798" y="14232"/>
                </a:cubicBezTo>
                <a:lnTo>
                  <a:pt x="22131" y="14232"/>
                </a:lnTo>
                <a:cubicBezTo>
                  <a:pt x="22904" y="13342"/>
                  <a:pt x="23794" y="12453"/>
                  <a:pt x="24577" y="11564"/>
                </a:cubicBezTo>
                <a:lnTo>
                  <a:pt x="24683" y="11670"/>
                </a:lnTo>
                <a:cubicBezTo>
                  <a:pt x="26800" y="11226"/>
                  <a:pt x="28802" y="9891"/>
                  <a:pt x="30020" y="8112"/>
                </a:cubicBezTo>
                <a:lnTo>
                  <a:pt x="30020" y="8112"/>
                </a:lnTo>
                <a:cubicBezTo>
                  <a:pt x="28802" y="9562"/>
                  <a:pt x="27129" y="10452"/>
                  <a:pt x="25350" y="10781"/>
                </a:cubicBezTo>
                <a:cubicBezTo>
                  <a:pt x="26462" y="9669"/>
                  <a:pt x="27574" y="8450"/>
                  <a:pt x="28579" y="7116"/>
                </a:cubicBezTo>
                <a:lnTo>
                  <a:pt x="28357" y="7001"/>
                </a:lnTo>
                <a:cubicBezTo>
                  <a:pt x="26685" y="8673"/>
                  <a:pt x="24799" y="10229"/>
                  <a:pt x="22904" y="11670"/>
                </a:cubicBezTo>
                <a:cubicBezTo>
                  <a:pt x="22904" y="10674"/>
                  <a:pt x="23242" y="9562"/>
                  <a:pt x="23794" y="8557"/>
                </a:cubicBezTo>
                <a:lnTo>
                  <a:pt x="23794" y="8557"/>
                </a:lnTo>
                <a:cubicBezTo>
                  <a:pt x="23020" y="9562"/>
                  <a:pt x="22460" y="10781"/>
                  <a:pt x="22353" y="12115"/>
                </a:cubicBezTo>
                <a:cubicBezTo>
                  <a:pt x="21793" y="12560"/>
                  <a:pt x="21125" y="13120"/>
                  <a:pt x="20574" y="13565"/>
                </a:cubicBezTo>
                <a:cubicBezTo>
                  <a:pt x="20458" y="13672"/>
                  <a:pt x="20352" y="13672"/>
                  <a:pt x="20129" y="13787"/>
                </a:cubicBezTo>
                <a:lnTo>
                  <a:pt x="20458" y="11786"/>
                </a:lnTo>
                <a:cubicBezTo>
                  <a:pt x="20574" y="10336"/>
                  <a:pt x="20574" y="8895"/>
                  <a:pt x="20796" y="7561"/>
                </a:cubicBezTo>
                <a:lnTo>
                  <a:pt x="20796" y="7116"/>
                </a:lnTo>
                <a:cubicBezTo>
                  <a:pt x="21125" y="6894"/>
                  <a:pt x="21463" y="6671"/>
                  <a:pt x="21793" y="6556"/>
                </a:cubicBezTo>
                <a:cubicBezTo>
                  <a:pt x="22237" y="6449"/>
                  <a:pt x="22798" y="6227"/>
                  <a:pt x="23242" y="6111"/>
                </a:cubicBezTo>
                <a:cubicBezTo>
                  <a:pt x="23794" y="5889"/>
                  <a:pt x="24239" y="5666"/>
                  <a:pt x="24683" y="5337"/>
                </a:cubicBezTo>
                <a:cubicBezTo>
                  <a:pt x="25128" y="4999"/>
                  <a:pt x="25466" y="4555"/>
                  <a:pt x="25466" y="4003"/>
                </a:cubicBezTo>
                <a:lnTo>
                  <a:pt x="25466" y="4003"/>
                </a:lnTo>
                <a:cubicBezTo>
                  <a:pt x="25350" y="4448"/>
                  <a:pt x="25021" y="4893"/>
                  <a:pt x="24577" y="5115"/>
                </a:cubicBezTo>
                <a:cubicBezTo>
                  <a:pt x="24132" y="5444"/>
                  <a:pt x="23687" y="5666"/>
                  <a:pt x="23127" y="5782"/>
                </a:cubicBezTo>
                <a:cubicBezTo>
                  <a:pt x="22682" y="5889"/>
                  <a:pt x="22131" y="5889"/>
                  <a:pt x="21570" y="6111"/>
                </a:cubicBezTo>
                <a:cubicBezTo>
                  <a:pt x="21348" y="6111"/>
                  <a:pt x="21241" y="6227"/>
                  <a:pt x="21019" y="6227"/>
                </a:cubicBezTo>
                <a:cubicBezTo>
                  <a:pt x="21241" y="5337"/>
                  <a:pt x="21463" y="4448"/>
                  <a:pt x="22015" y="3665"/>
                </a:cubicBezTo>
                <a:cubicBezTo>
                  <a:pt x="22682" y="2553"/>
                  <a:pt x="23687" y="1441"/>
                  <a:pt x="25021" y="997"/>
                </a:cubicBezTo>
                <a:lnTo>
                  <a:pt x="24906" y="774"/>
                </a:lnTo>
                <a:cubicBezTo>
                  <a:pt x="24577" y="890"/>
                  <a:pt x="24239" y="997"/>
                  <a:pt x="23910" y="1219"/>
                </a:cubicBezTo>
                <a:cubicBezTo>
                  <a:pt x="23572" y="1335"/>
                  <a:pt x="23242" y="1557"/>
                  <a:pt x="23020" y="1779"/>
                </a:cubicBezTo>
                <a:cubicBezTo>
                  <a:pt x="22798" y="1886"/>
                  <a:pt x="22682" y="2109"/>
                  <a:pt x="22460" y="2224"/>
                </a:cubicBezTo>
                <a:cubicBezTo>
                  <a:pt x="22353" y="1886"/>
                  <a:pt x="22131" y="1557"/>
                  <a:pt x="22131" y="1219"/>
                </a:cubicBezTo>
                <a:cubicBezTo>
                  <a:pt x="22131" y="774"/>
                  <a:pt x="22237" y="330"/>
                  <a:pt x="2257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Background 1">
  <p:cSld name="BLANK_1_1_1_1_1_1_1_1">
    <p:spTree>
      <p:nvGrpSpPr>
        <p:cNvPr id="1" name="Shape 1341"/>
        <p:cNvGrpSpPr/>
        <p:nvPr/>
      </p:nvGrpSpPr>
      <p:grpSpPr>
        <a:xfrm>
          <a:off x="0" y="0"/>
          <a:ext cx="0" cy="0"/>
          <a:chOff x="0" y="0"/>
          <a:chExt cx="0" cy="0"/>
        </a:xfrm>
      </p:grpSpPr>
      <p:grpSp>
        <p:nvGrpSpPr>
          <p:cNvPr id="1342" name="Google Shape;1342;p23"/>
          <p:cNvGrpSpPr/>
          <p:nvPr/>
        </p:nvGrpSpPr>
        <p:grpSpPr>
          <a:xfrm>
            <a:off x="519450" y="-159600"/>
            <a:ext cx="8357429" cy="5436439"/>
            <a:chOff x="519450" y="-159600"/>
            <a:chExt cx="8357429" cy="5436439"/>
          </a:xfrm>
        </p:grpSpPr>
        <p:sp>
          <p:nvSpPr>
            <p:cNvPr id="1343" name="Google Shape;1343;p23"/>
            <p:cNvSpPr/>
            <p:nvPr/>
          </p:nvSpPr>
          <p:spPr>
            <a:xfrm>
              <a:off x="519450" y="-13087"/>
              <a:ext cx="1544124" cy="5095817"/>
            </a:xfrm>
            <a:custGeom>
              <a:avLst/>
              <a:gdLst/>
              <a:ahLst/>
              <a:cxnLst/>
              <a:rect l="l" t="t" r="r" b="b"/>
              <a:pathLst>
                <a:path w="23410" h="62146" extrusionOk="0">
                  <a:moveTo>
                    <a:pt x="0" y="1"/>
                  </a:moveTo>
                  <a:cubicBezTo>
                    <a:pt x="287" y="1146"/>
                    <a:pt x="785" y="2790"/>
                    <a:pt x="1358" y="3581"/>
                  </a:cubicBezTo>
                  <a:cubicBezTo>
                    <a:pt x="2360" y="4869"/>
                    <a:pt x="5510" y="6656"/>
                    <a:pt x="6942" y="8163"/>
                  </a:cubicBezTo>
                  <a:cubicBezTo>
                    <a:pt x="8374" y="9738"/>
                    <a:pt x="8592" y="14102"/>
                    <a:pt x="8661" y="16324"/>
                  </a:cubicBezTo>
                  <a:cubicBezTo>
                    <a:pt x="8735" y="18472"/>
                    <a:pt x="9451" y="23410"/>
                    <a:pt x="9806" y="25557"/>
                  </a:cubicBezTo>
                  <a:cubicBezTo>
                    <a:pt x="10092" y="27350"/>
                    <a:pt x="9594" y="32860"/>
                    <a:pt x="9308" y="36440"/>
                  </a:cubicBezTo>
                  <a:lnTo>
                    <a:pt x="5224" y="34149"/>
                  </a:lnTo>
                  <a:lnTo>
                    <a:pt x="4869" y="34510"/>
                  </a:lnTo>
                  <a:lnTo>
                    <a:pt x="9308" y="37013"/>
                  </a:lnTo>
                  <a:cubicBezTo>
                    <a:pt x="9233" y="37728"/>
                    <a:pt x="9165" y="38301"/>
                    <a:pt x="9165" y="38731"/>
                  </a:cubicBezTo>
                  <a:cubicBezTo>
                    <a:pt x="8947" y="41595"/>
                    <a:pt x="9165" y="51904"/>
                    <a:pt x="8661" y="55484"/>
                  </a:cubicBezTo>
                  <a:cubicBezTo>
                    <a:pt x="8162" y="58995"/>
                    <a:pt x="4726" y="62145"/>
                    <a:pt x="4726" y="62145"/>
                  </a:cubicBezTo>
                  <a:lnTo>
                    <a:pt x="17470" y="61716"/>
                  </a:lnTo>
                  <a:cubicBezTo>
                    <a:pt x="17470" y="61716"/>
                    <a:pt x="14531" y="57993"/>
                    <a:pt x="14102" y="57134"/>
                  </a:cubicBezTo>
                  <a:cubicBezTo>
                    <a:pt x="13890" y="56630"/>
                    <a:pt x="13386" y="50186"/>
                    <a:pt x="13174" y="45249"/>
                  </a:cubicBezTo>
                  <a:lnTo>
                    <a:pt x="16038" y="43531"/>
                  </a:lnTo>
                  <a:lnTo>
                    <a:pt x="15677" y="43244"/>
                  </a:lnTo>
                  <a:lnTo>
                    <a:pt x="13099" y="44676"/>
                  </a:lnTo>
                  <a:cubicBezTo>
                    <a:pt x="12956" y="42242"/>
                    <a:pt x="12888" y="40163"/>
                    <a:pt x="12956" y="39521"/>
                  </a:cubicBezTo>
                  <a:cubicBezTo>
                    <a:pt x="13031" y="37517"/>
                    <a:pt x="13890" y="30214"/>
                    <a:pt x="14033" y="28209"/>
                  </a:cubicBezTo>
                  <a:lnTo>
                    <a:pt x="14033" y="27848"/>
                  </a:lnTo>
                  <a:lnTo>
                    <a:pt x="17968" y="25632"/>
                  </a:lnTo>
                  <a:lnTo>
                    <a:pt x="17613" y="25271"/>
                  </a:lnTo>
                  <a:lnTo>
                    <a:pt x="14102" y="27276"/>
                  </a:lnTo>
                  <a:cubicBezTo>
                    <a:pt x="14176" y="24916"/>
                    <a:pt x="14102" y="20763"/>
                    <a:pt x="14388" y="19687"/>
                  </a:cubicBezTo>
                  <a:cubicBezTo>
                    <a:pt x="14749" y="18398"/>
                    <a:pt x="17109" y="14675"/>
                    <a:pt x="17825" y="13243"/>
                  </a:cubicBezTo>
                  <a:cubicBezTo>
                    <a:pt x="18615" y="11811"/>
                    <a:pt x="20906" y="9451"/>
                    <a:pt x="21548" y="7802"/>
                  </a:cubicBezTo>
                  <a:cubicBezTo>
                    <a:pt x="22120" y="6370"/>
                    <a:pt x="23054" y="1576"/>
                    <a:pt x="23409" y="1"/>
                  </a:cubicBezTo>
                  <a:lnTo>
                    <a:pt x="21765" y="1"/>
                  </a:lnTo>
                  <a:cubicBezTo>
                    <a:pt x="21622" y="1433"/>
                    <a:pt x="21193" y="4297"/>
                    <a:pt x="20689" y="5940"/>
                  </a:cubicBezTo>
                  <a:cubicBezTo>
                    <a:pt x="20047" y="8088"/>
                    <a:pt x="18615" y="9234"/>
                    <a:pt x="16966" y="10809"/>
                  </a:cubicBezTo>
                  <a:cubicBezTo>
                    <a:pt x="15505" y="12269"/>
                    <a:pt x="14414" y="15452"/>
                    <a:pt x="13807" y="15452"/>
                  </a:cubicBezTo>
                  <a:cubicBezTo>
                    <a:pt x="13759" y="15452"/>
                    <a:pt x="13714" y="15433"/>
                    <a:pt x="13672" y="15391"/>
                  </a:cubicBezTo>
                  <a:cubicBezTo>
                    <a:pt x="13174" y="14749"/>
                    <a:pt x="12601" y="9234"/>
                    <a:pt x="11811" y="7160"/>
                  </a:cubicBezTo>
                  <a:cubicBezTo>
                    <a:pt x="11095" y="5156"/>
                    <a:pt x="8019" y="3649"/>
                    <a:pt x="6370" y="2435"/>
                  </a:cubicBezTo>
                  <a:cubicBezTo>
                    <a:pt x="5510" y="1862"/>
                    <a:pt x="4938" y="860"/>
                    <a:pt x="4508" y="1"/>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23"/>
            <p:cNvSpPr/>
            <p:nvPr/>
          </p:nvSpPr>
          <p:spPr>
            <a:xfrm>
              <a:off x="5555722" y="0"/>
              <a:ext cx="1454677" cy="5143407"/>
            </a:xfrm>
            <a:custGeom>
              <a:avLst/>
              <a:gdLst/>
              <a:ahLst/>
              <a:cxnLst/>
              <a:rect l="l" t="t" r="r" b="b"/>
              <a:pathLst>
                <a:path w="21119" h="74672" extrusionOk="0">
                  <a:moveTo>
                    <a:pt x="3219" y="1"/>
                  </a:moveTo>
                  <a:cubicBezTo>
                    <a:pt x="3649" y="2074"/>
                    <a:pt x="4938" y="8947"/>
                    <a:pt x="4938" y="11954"/>
                  </a:cubicBezTo>
                  <a:cubicBezTo>
                    <a:pt x="4938" y="13673"/>
                    <a:pt x="4582" y="17968"/>
                    <a:pt x="4153" y="22482"/>
                  </a:cubicBezTo>
                  <a:lnTo>
                    <a:pt x="355" y="20403"/>
                  </a:lnTo>
                  <a:lnTo>
                    <a:pt x="0" y="20689"/>
                  </a:lnTo>
                  <a:lnTo>
                    <a:pt x="4078" y="23054"/>
                  </a:lnTo>
                  <a:cubicBezTo>
                    <a:pt x="3649" y="27992"/>
                    <a:pt x="3151" y="33078"/>
                    <a:pt x="3076" y="34865"/>
                  </a:cubicBezTo>
                  <a:cubicBezTo>
                    <a:pt x="2864" y="38444"/>
                    <a:pt x="3649" y="40735"/>
                    <a:pt x="4582" y="41669"/>
                  </a:cubicBezTo>
                  <a:cubicBezTo>
                    <a:pt x="5442" y="42528"/>
                    <a:pt x="9021" y="47253"/>
                    <a:pt x="9451" y="48113"/>
                  </a:cubicBezTo>
                  <a:cubicBezTo>
                    <a:pt x="9806" y="49040"/>
                    <a:pt x="10596" y="57489"/>
                    <a:pt x="10522" y="59997"/>
                  </a:cubicBezTo>
                  <a:cubicBezTo>
                    <a:pt x="10453" y="62288"/>
                    <a:pt x="10740" y="71521"/>
                    <a:pt x="10596" y="74671"/>
                  </a:cubicBezTo>
                  <a:lnTo>
                    <a:pt x="17681" y="74671"/>
                  </a:lnTo>
                  <a:cubicBezTo>
                    <a:pt x="17470" y="71664"/>
                    <a:pt x="16679" y="60427"/>
                    <a:pt x="16679" y="58491"/>
                  </a:cubicBezTo>
                  <a:cubicBezTo>
                    <a:pt x="16679" y="56200"/>
                    <a:pt x="17183" y="48611"/>
                    <a:pt x="17681" y="46824"/>
                  </a:cubicBezTo>
                  <a:cubicBezTo>
                    <a:pt x="18186" y="45174"/>
                    <a:pt x="17109" y="37872"/>
                    <a:pt x="16897" y="34006"/>
                  </a:cubicBezTo>
                  <a:lnTo>
                    <a:pt x="21118" y="31646"/>
                  </a:lnTo>
                  <a:lnTo>
                    <a:pt x="20763" y="31285"/>
                  </a:lnTo>
                  <a:lnTo>
                    <a:pt x="16897" y="33433"/>
                  </a:lnTo>
                  <a:lnTo>
                    <a:pt x="16897" y="33364"/>
                  </a:lnTo>
                  <a:cubicBezTo>
                    <a:pt x="16822" y="29784"/>
                    <a:pt x="16822" y="17756"/>
                    <a:pt x="16822" y="14177"/>
                  </a:cubicBezTo>
                  <a:cubicBezTo>
                    <a:pt x="16822" y="11095"/>
                    <a:pt x="16754" y="2435"/>
                    <a:pt x="16679" y="1"/>
                  </a:cubicBezTo>
                  <a:lnTo>
                    <a:pt x="14319" y="1"/>
                  </a:lnTo>
                  <a:cubicBezTo>
                    <a:pt x="14388" y="2790"/>
                    <a:pt x="14463" y="14102"/>
                    <a:pt x="14319" y="16250"/>
                  </a:cubicBezTo>
                  <a:cubicBezTo>
                    <a:pt x="14102" y="18759"/>
                    <a:pt x="13747" y="30214"/>
                    <a:pt x="13529" y="31789"/>
                  </a:cubicBezTo>
                  <a:cubicBezTo>
                    <a:pt x="13317" y="33364"/>
                    <a:pt x="14606" y="41881"/>
                    <a:pt x="14606" y="43742"/>
                  </a:cubicBezTo>
                  <a:cubicBezTo>
                    <a:pt x="14606" y="45678"/>
                    <a:pt x="14388" y="49115"/>
                    <a:pt x="13890" y="49613"/>
                  </a:cubicBezTo>
                  <a:cubicBezTo>
                    <a:pt x="13865" y="49638"/>
                    <a:pt x="13841" y="49650"/>
                    <a:pt x="13817" y="49650"/>
                  </a:cubicBezTo>
                  <a:cubicBezTo>
                    <a:pt x="13356" y="49650"/>
                    <a:pt x="13047" y="45205"/>
                    <a:pt x="12028" y="43026"/>
                  </a:cubicBezTo>
                  <a:cubicBezTo>
                    <a:pt x="10952" y="40735"/>
                    <a:pt x="7229" y="38158"/>
                    <a:pt x="7017" y="32791"/>
                  </a:cubicBezTo>
                  <a:cubicBezTo>
                    <a:pt x="6873" y="27419"/>
                    <a:pt x="9021" y="13386"/>
                    <a:pt x="9021" y="11238"/>
                  </a:cubicBezTo>
                  <a:cubicBezTo>
                    <a:pt x="9021" y="10167"/>
                    <a:pt x="8305" y="6874"/>
                    <a:pt x="7658" y="4079"/>
                  </a:cubicBezTo>
                  <a:lnTo>
                    <a:pt x="11599" y="1788"/>
                  </a:lnTo>
                  <a:lnTo>
                    <a:pt x="11169" y="1502"/>
                  </a:lnTo>
                  <a:lnTo>
                    <a:pt x="7515" y="3506"/>
                  </a:lnTo>
                  <a:cubicBezTo>
                    <a:pt x="7160" y="2074"/>
                    <a:pt x="6799" y="717"/>
                    <a:pt x="6587" y="1"/>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23"/>
            <p:cNvSpPr/>
            <p:nvPr/>
          </p:nvSpPr>
          <p:spPr>
            <a:xfrm>
              <a:off x="2246825" y="-13075"/>
              <a:ext cx="503347" cy="5143407"/>
            </a:xfrm>
            <a:custGeom>
              <a:avLst/>
              <a:gdLst/>
              <a:ahLst/>
              <a:cxnLst/>
              <a:rect l="l" t="t" r="r" b="b"/>
              <a:pathLst>
                <a:path w="8804" h="74672" extrusionOk="0">
                  <a:moveTo>
                    <a:pt x="7801" y="1"/>
                  </a:moveTo>
                  <a:lnTo>
                    <a:pt x="1215" y="70"/>
                  </a:lnTo>
                  <a:cubicBezTo>
                    <a:pt x="1215" y="70"/>
                    <a:pt x="716" y="15105"/>
                    <a:pt x="573" y="23914"/>
                  </a:cubicBezTo>
                  <a:cubicBezTo>
                    <a:pt x="499" y="32717"/>
                    <a:pt x="1215" y="52047"/>
                    <a:pt x="1215" y="56200"/>
                  </a:cubicBezTo>
                  <a:cubicBezTo>
                    <a:pt x="1215" y="60352"/>
                    <a:pt x="0" y="74671"/>
                    <a:pt x="0" y="74671"/>
                  </a:cubicBezTo>
                  <a:lnTo>
                    <a:pt x="8804" y="74671"/>
                  </a:lnTo>
                  <a:cubicBezTo>
                    <a:pt x="8804" y="74671"/>
                    <a:pt x="6513" y="38662"/>
                    <a:pt x="6513" y="30712"/>
                  </a:cubicBezTo>
                  <a:cubicBezTo>
                    <a:pt x="6587" y="22837"/>
                    <a:pt x="7801" y="1"/>
                    <a:pt x="7801" y="1"/>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23"/>
            <p:cNvSpPr/>
            <p:nvPr/>
          </p:nvSpPr>
          <p:spPr>
            <a:xfrm>
              <a:off x="4575675" y="0"/>
              <a:ext cx="678450" cy="5143407"/>
            </a:xfrm>
            <a:custGeom>
              <a:avLst/>
              <a:gdLst/>
              <a:ahLst/>
              <a:cxnLst/>
              <a:rect l="l" t="t" r="r" b="b"/>
              <a:pathLst>
                <a:path w="27138" h="74672" extrusionOk="0">
                  <a:moveTo>
                    <a:pt x="7017" y="1"/>
                  </a:moveTo>
                  <a:cubicBezTo>
                    <a:pt x="7017" y="1"/>
                    <a:pt x="7377" y="9451"/>
                    <a:pt x="7733" y="19400"/>
                  </a:cubicBezTo>
                  <a:lnTo>
                    <a:pt x="1289" y="16107"/>
                  </a:lnTo>
                  <a:lnTo>
                    <a:pt x="0" y="16107"/>
                  </a:lnTo>
                  <a:lnTo>
                    <a:pt x="7876" y="22625"/>
                  </a:lnTo>
                  <a:cubicBezTo>
                    <a:pt x="8162" y="30283"/>
                    <a:pt x="8448" y="37517"/>
                    <a:pt x="8592" y="40449"/>
                  </a:cubicBezTo>
                  <a:cubicBezTo>
                    <a:pt x="9021" y="47683"/>
                    <a:pt x="7303" y="74671"/>
                    <a:pt x="7303" y="74671"/>
                  </a:cubicBezTo>
                  <a:lnTo>
                    <a:pt x="21192" y="74671"/>
                  </a:lnTo>
                  <a:cubicBezTo>
                    <a:pt x="21192" y="74671"/>
                    <a:pt x="20333" y="63577"/>
                    <a:pt x="19692" y="52265"/>
                  </a:cubicBezTo>
                  <a:lnTo>
                    <a:pt x="27138" y="46033"/>
                  </a:lnTo>
                  <a:lnTo>
                    <a:pt x="25849" y="46033"/>
                  </a:lnTo>
                  <a:lnTo>
                    <a:pt x="19549" y="49258"/>
                  </a:lnTo>
                  <a:cubicBezTo>
                    <a:pt x="19262" y="42883"/>
                    <a:pt x="19045" y="36801"/>
                    <a:pt x="19188" y="32860"/>
                  </a:cubicBezTo>
                  <a:lnTo>
                    <a:pt x="23197" y="29498"/>
                  </a:lnTo>
                  <a:lnTo>
                    <a:pt x="21908" y="29498"/>
                  </a:lnTo>
                  <a:lnTo>
                    <a:pt x="19331" y="30855"/>
                  </a:lnTo>
                  <a:cubicBezTo>
                    <a:pt x="19978" y="20259"/>
                    <a:pt x="18260" y="1"/>
                    <a:pt x="18260" y="1"/>
                  </a:cubicBez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23"/>
            <p:cNvSpPr/>
            <p:nvPr/>
          </p:nvSpPr>
          <p:spPr>
            <a:xfrm>
              <a:off x="6781800" y="-159600"/>
              <a:ext cx="2095079" cy="5303100"/>
            </a:xfrm>
            <a:custGeom>
              <a:avLst/>
              <a:gdLst/>
              <a:ahLst/>
              <a:cxnLst/>
              <a:rect l="l" t="t" r="r" b="b"/>
              <a:pathLst>
                <a:path w="53865" h="136344" extrusionOk="0">
                  <a:moveTo>
                    <a:pt x="35495" y="0"/>
                  </a:moveTo>
                  <a:lnTo>
                    <a:pt x="29603" y="3086"/>
                  </a:lnTo>
                  <a:cubicBezTo>
                    <a:pt x="29603" y="3086"/>
                    <a:pt x="35495" y="45022"/>
                    <a:pt x="36617" y="54280"/>
                  </a:cubicBezTo>
                  <a:cubicBezTo>
                    <a:pt x="37699" y="63208"/>
                    <a:pt x="38520" y="77489"/>
                    <a:pt x="36061" y="77489"/>
                  </a:cubicBezTo>
                  <a:cubicBezTo>
                    <a:pt x="35970" y="77489"/>
                    <a:pt x="35875" y="77470"/>
                    <a:pt x="35775" y="77430"/>
                  </a:cubicBezTo>
                  <a:cubicBezTo>
                    <a:pt x="33104" y="76308"/>
                    <a:pt x="32409" y="73918"/>
                    <a:pt x="30860" y="68172"/>
                  </a:cubicBezTo>
                  <a:cubicBezTo>
                    <a:pt x="29323" y="62415"/>
                    <a:pt x="18516" y="53584"/>
                    <a:pt x="16137" y="50498"/>
                  </a:cubicBezTo>
                  <a:cubicBezTo>
                    <a:pt x="13893" y="47412"/>
                    <a:pt x="9258" y="14723"/>
                    <a:pt x="9258" y="14723"/>
                  </a:cubicBezTo>
                  <a:lnTo>
                    <a:pt x="6879" y="16968"/>
                  </a:lnTo>
                  <a:cubicBezTo>
                    <a:pt x="6879" y="16968"/>
                    <a:pt x="11929" y="32824"/>
                    <a:pt x="12344" y="40118"/>
                  </a:cubicBezTo>
                  <a:cubicBezTo>
                    <a:pt x="12634" y="45078"/>
                    <a:pt x="12141" y="47184"/>
                    <a:pt x="11223" y="47184"/>
                  </a:cubicBezTo>
                  <a:cubicBezTo>
                    <a:pt x="10792" y="47184"/>
                    <a:pt x="10266" y="46718"/>
                    <a:pt x="9685" y="45863"/>
                  </a:cubicBezTo>
                  <a:cubicBezTo>
                    <a:pt x="7721" y="43204"/>
                    <a:pt x="0" y="38569"/>
                    <a:pt x="0" y="38569"/>
                  </a:cubicBezTo>
                  <a:lnTo>
                    <a:pt x="0" y="40118"/>
                  </a:lnTo>
                  <a:cubicBezTo>
                    <a:pt x="0" y="40118"/>
                    <a:pt x="6172" y="43204"/>
                    <a:pt x="8417" y="46570"/>
                  </a:cubicBezTo>
                  <a:cubicBezTo>
                    <a:pt x="10807" y="50072"/>
                    <a:pt x="11222" y="50778"/>
                    <a:pt x="13466" y="52035"/>
                  </a:cubicBezTo>
                  <a:cubicBezTo>
                    <a:pt x="15857" y="53157"/>
                    <a:pt x="23846" y="60452"/>
                    <a:pt x="24969" y="62842"/>
                  </a:cubicBezTo>
                  <a:cubicBezTo>
                    <a:pt x="26237" y="65086"/>
                    <a:pt x="27359" y="68868"/>
                    <a:pt x="27359" y="68868"/>
                  </a:cubicBezTo>
                  <a:lnTo>
                    <a:pt x="17675" y="66208"/>
                  </a:lnTo>
                  <a:lnTo>
                    <a:pt x="17675" y="68587"/>
                  </a:lnTo>
                  <a:cubicBezTo>
                    <a:pt x="17675" y="68587"/>
                    <a:pt x="24969" y="69709"/>
                    <a:pt x="26932" y="70832"/>
                  </a:cubicBezTo>
                  <a:cubicBezTo>
                    <a:pt x="28896" y="71954"/>
                    <a:pt x="30445" y="72380"/>
                    <a:pt x="30860" y="74759"/>
                  </a:cubicBezTo>
                  <a:cubicBezTo>
                    <a:pt x="31141" y="77004"/>
                    <a:pt x="31567" y="78552"/>
                    <a:pt x="33946" y="80931"/>
                  </a:cubicBezTo>
                  <a:cubicBezTo>
                    <a:pt x="36190" y="83176"/>
                    <a:pt x="37032" y="83176"/>
                    <a:pt x="37032" y="89347"/>
                  </a:cubicBezTo>
                  <a:cubicBezTo>
                    <a:pt x="37032" y="95519"/>
                    <a:pt x="38861" y="136344"/>
                    <a:pt x="38861" y="136344"/>
                  </a:cubicBezTo>
                  <a:lnTo>
                    <a:pt x="48119" y="135917"/>
                  </a:lnTo>
                  <a:cubicBezTo>
                    <a:pt x="48119" y="135917"/>
                    <a:pt x="50083" y="134380"/>
                    <a:pt x="50083" y="132831"/>
                  </a:cubicBezTo>
                  <a:cubicBezTo>
                    <a:pt x="50083" y="131294"/>
                    <a:pt x="46570" y="81638"/>
                    <a:pt x="45448" y="74344"/>
                  </a:cubicBezTo>
                  <a:cubicBezTo>
                    <a:pt x="44326" y="67050"/>
                    <a:pt x="41947" y="47827"/>
                    <a:pt x="41947" y="47827"/>
                  </a:cubicBezTo>
                  <a:cubicBezTo>
                    <a:pt x="41947" y="47827"/>
                    <a:pt x="46997" y="46290"/>
                    <a:pt x="48961" y="38850"/>
                  </a:cubicBezTo>
                  <a:cubicBezTo>
                    <a:pt x="50779" y="31556"/>
                    <a:pt x="53865" y="17394"/>
                    <a:pt x="53865" y="17394"/>
                  </a:cubicBezTo>
                  <a:lnTo>
                    <a:pt x="51620" y="16552"/>
                  </a:lnTo>
                  <a:cubicBezTo>
                    <a:pt x="51620" y="16552"/>
                    <a:pt x="48534" y="28470"/>
                    <a:pt x="48119" y="33520"/>
                  </a:cubicBezTo>
                  <a:cubicBezTo>
                    <a:pt x="47693" y="38569"/>
                    <a:pt x="44607" y="41240"/>
                    <a:pt x="44607" y="41240"/>
                  </a:cubicBezTo>
                  <a:lnTo>
                    <a:pt x="41521" y="43484"/>
                  </a:lnTo>
                  <a:lnTo>
                    <a:pt x="35495" y="0"/>
                  </a:ln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23"/>
            <p:cNvSpPr/>
            <p:nvPr/>
          </p:nvSpPr>
          <p:spPr>
            <a:xfrm>
              <a:off x="2854025" y="-133350"/>
              <a:ext cx="1544164" cy="5410189"/>
            </a:xfrm>
            <a:custGeom>
              <a:avLst/>
              <a:gdLst/>
              <a:ahLst/>
              <a:cxnLst/>
              <a:rect l="l" t="t" r="r" b="b"/>
              <a:pathLst>
                <a:path w="33947" h="118951" extrusionOk="0">
                  <a:moveTo>
                    <a:pt x="31276" y="1"/>
                  </a:moveTo>
                  <a:cubicBezTo>
                    <a:pt x="31276" y="1"/>
                    <a:pt x="22444" y="21603"/>
                    <a:pt x="22018" y="26652"/>
                  </a:cubicBezTo>
                  <a:cubicBezTo>
                    <a:pt x="21603" y="31567"/>
                    <a:pt x="18090" y="35495"/>
                    <a:pt x="18090" y="35495"/>
                  </a:cubicBezTo>
                  <a:cubicBezTo>
                    <a:pt x="18090" y="35495"/>
                    <a:pt x="16968" y="1965"/>
                    <a:pt x="16968" y="427"/>
                  </a:cubicBezTo>
                  <a:cubicBezTo>
                    <a:pt x="16968" y="148"/>
                    <a:pt x="16803" y="33"/>
                    <a:pt x="16533" y="33"/>
                  </a:cubicBezTo>
                  <a:cubicBezTo>
                    <a:pt x="15309" y="33"/>
                    <a:pt x="11918" y="2391"/>
                    <a:pt x="11918" y="2391"/>
                  </a:cubicBezTo>
                  <a:cubicBezTo>
                    <a:pt x="11918" y="2391"/>
                    <a:pt x="14309" y="55829"/>
                    <a:pt x="13882" y="58915"/>
                  </a:cubicBezTo>
                  <a:cubicBezTo>
                    <a:pt x="13533" y="61509"/>
                    <a:pt x="13771" y="63810"/>
                    <a:pt x="12522" y="63810"/>
                  </a:cubicBezTo>
                  <a:cubicBezTo>
                    <a:pt x="12285" y="63810"/>
                    <a:pt x="11995" y="63728"/>
                    <a:pt x="11638" y="63549"/>
                  </a:cubicBezTo>
                  <a:cubicBezTo>
                    <a:pt x="9259" y="62427"/>
                    <a:pt x="842" y="42363"/>
                    <a:pt x="842" y="42363"/>
                  </a:cubicBezTo>
                  <a:lnTo>
                    <a:pt x="1" y="45033"/>
                  </a:lnTo>
                  <a:cubicBezTo>
                    <a:pt x="1" y="45033"/>
                    <a:pt x="13882" y="72381"/>
                    <a:pt x="13186" y="78979"/>
                  </a:cubicBezTo>
                  <a:cubicBezTo>
                    <a:pt x="12345" y="85566"/>
                    <a:pt x="13882" y="105204"/>
                    <a:pt x="14724" y="109412"/>
                  </a:cubicBezTo>
                  <a:lnTo>
                    <a:pt x="14724" y="118951"/>
                  </a:lnTo>
                  <a:lnTo>
                    <a:pt x="21603" y="117829"/>
                  </a:lnTo>
                  <a:cubicBezTo>
                    <a:pt x="21603" y="117829"/>
                    <a:pt x="18932" y="48535"/>
                    <a:pt x="19358" y="45033"/>
                  </a:cubicBezTo>
                  <a:cubicBezTo>
                    <a:pt x="19639" y="41667"/>
                    <a:pt x="20896" y="42789"/>
                    <a:pt x="22444" y="39277"/>
                  </a:cubicBezTo>
                  <a:cubicBezTo>
                    <a:pt x="23847" y="35910"/>
                    <a:pt x="23566" y="32824"/>
                    <a:pt x="25104" y="23566"/>
                  </a:cubicBezTo>
                  <a:cubicBezTo>
                    <a:pt x="26652" y="14308"/>
                    <a:pt x="33947" y="1269"/>
                    <a:pt x="33947" y="1269"/>
                  </a:cubicBezTo>
                  <a:lnTo>
                    <a:pt x="31276" y="1"/>
                  </a:lnTo>
                  <a:close/>
                </a:path>
              </a:pathLst>
            </a:custGeom>
            <a:solidFill>
              <a:srgbClr val="A07FBE">
                <a:alpha val="1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9" name="Google Shape;1349;p23"/>
          <p:cNvSpPr/>
          <p:nvPr/>
        </p:nvSpPr>
        <p:spPr>
          <a:xfrm>
            <a:off x="104125" y="1760775"/>
            <a:ext cx="794546" cy="3154847"/>
          </a:xfrm>
          <a:custGeom>
            <a:avLst/>
            <a:gdLst/>
            <a:ahLst/>
            <a:cxnLst/>
            <a:rect l="l" t="t" r="r" b="b"/>
            <a:pathLst>
              <a:path w="26518" h="96508" extrusionOk="0">
                <a:moveTo>
                  <a:pt x="842" y="1"/>
                </a:moveTo>
                <a:lnTo>
                  <a:pt x="842" y="1"/>
                </a:lnTo>
                <a:cubicBezTo>
                  <a:pt x="0" y="1684"/>
                  <a:pt x="1684" y="3929"/>
                  <a:pt x="1122" y="5747"/>
                </a:cubicBezTo>
                <a:cubicBezTo>
                  <a:pt x="707" y="5892"/>
                  <a:pt x="561" y="6308"/>
                  <a:pt x="561" y="6734"/>
                </a:cubicBezTo>
                <a:cubicBezTo>
                  <a:pt x="561" y="7149"/>
                  <a:pt x="842" y="7576"/>
                  <a:pt x="1122" y="7856"/>
                </a:cubicBezTo>
                <a:cubicBezTo>
                  <a:pt x="1829" y="8832"/>
                  <a:pt x="2806" y="9674"/>
                  <a:pt x="3367" y="10662"/>
                </a:cubicBezTo>
                <a:cubicBezTo>
                  <a:pt x="3793" y="11357"/>
                  <a:pt x="4074" y="12199"/>
                  <a:pt x="4354" y="13041"/>
                </a:cubicBezTo>
                <a:cubicBezTo>
                  <a:pt x="5611" y="15846"/>
                  <a:pt x="8001" y="17810"/>
                  <a:pt x="8282" y="21176"/>
                </a:cubicBezTo>
                <a:cubicBezTo>
                  <a:pt x="8282" y="22298"/>
                  <a:pt x="8136" y="23286"/>
                  <a:pt x="8417" y="24262"/>
                </a:cubicBezTo>
                <a:cubicBezTo>
                  <a:pt x="8697" y="25104"/>
                  <a:pt x="9404" y="25665"/>
                  <a:pt x="9965" y="26372"/>
                </a:cubicBezTo>
                <a:cubicBezTo>
                  <a:pt x="11368" y="28470"/>
                  <a:pt x="11222" y="31276"/>
                  <a:pt x="10942" y="33947"/>
                </a:cubicBezTo>
                <a:cubicBezTo>
                  <a:pt x="10807" y="36752"/>
                  <a:pt x="10942" y="39412"/>
                  <a:pt x="11087" y="42217"/>
                </a:cubicBezTo>
                <a:lnTo>
                  <a:pt x="11087" y="42778"/>
                </a:lnTo>
                <a:cubicBezTo>
                  <a:pt x="10979" y="42886"/>
                  <a:pt x="10871" y="42933"/>
                  <a:pt x="10770" y="42933"/>
                </a:cubicBezTo>
                <a:cubicBezTo>
                  <a:pt x="10610" y="42933"/>
                  <a:pt x="10470" y="42816"/>
                  <a:pt x="10380" y="42643"/>
                </a:cubicBezTo>
                <a:cubicBezTo>
                  <a:pt x="10100" y="42498"/>
                  <a:pt x="9965" y="42217"/>
                  <a:pt x="9819" y="42082"/>
                </a:cubicBezTo>
                <a:lnTo>
                  <a:pt x="9819" y="42082"/>
                </a:lnTo>
                <a:cubicBezTo>
                  <a:pt x="9539" y="42498"/>
                  <a:pt x="9685" y="43059"/>
                  <a:pt x="9965" y="43485"/>
                </a:cubicBezTo>
                <a:cubicBezTo>
                  <a:pt x="10246" y="43900"/>
                  <a:pt x="10661" y="44327"/>
                  <a:pt x="10942" y="44742"/>
                </a:cubicBezTo>
                <a:cubicBezTo>
                  <a:pt x="11087" y="45168"/>
                  <a:pt x="11222" y="45729"/>
                  <a:pt x="11368" y="46145"/>
                </a:cubicBezTo>
                <a:cubicBezTo>
                  <a:pt x="11783" y="48669"/>
                  <a:pt x="12210" y="51194"/>
                  <a:pt x="12490" y="53865"/>
                </a:cubicBezTo>
                <a:cubicBezTo>
                  <a:pt x="12625" y="54280"/>
                  <a:pt x="12625" y="54841"/>
                  <a:pt x="12905" y="55268"/>
                </a:cubicBezTo>
                <a:cubicBezTo>
                  <a:pt x="12905" y="55402"/>
                  <a:pt x="13051" y="55548"/>
                  <a:pt x="13051" y="55829"/>
                </a:cubicBezTo>
                <a:cubicBezTo>
                  <a:pt x="13186" y="56109"/>
                  <a:pt x="13186" y="56525"/>
                  <a:pt x="13186" y="56951"/>
                </a:cubicBezTo>
                <a:cubicBezTo>
                  <a:pt x="13051" y="57232"/>
                  <a:pt x="13051" y="57512"/>
                  <a:pt x="12905" y="57793"/>
                </a:cubicBezTo>
                <a:cubicBezTo>
                  <a:pt x="12806" y="57999"/>
                  <a:pt x="12629" y="58126"/>
                  <a:pt x="12431" y="58126"/>
                </a:cubicBezTo>
                <a:cubicBezTo>
                  <a:pt x="12359" y="58126"/>
                  <a:pt x="12284" y="58109"/>
                  <a:pt x="12210" y="58073"/>
                </a:cubicBezTo>
                <a:cubicBezTo>
                  <a:pt x="12210" y="57647"/>
                  <a:pt x="11783" y="57366"/>
                  <a:pt x="11503" y="57086"/>
                </a:cubicBezTo>
                <a:cubicBezTo>
                  <a:pt x="10661" y="56244"/>
                  <a:pt x="10661" y="54987"/>
                  <a:pt x="9819" y="54280"/>
                </a:cubicBezTo>
                <a:cubicBezTo>
                  <a:pt x="9539" y="53865"/>
                  <a:pt x="9124" y="53585"/>
                  <a:pt x="8978" y="53158"/>
                </a:cubicBezTo>
                <a:cubicBezTo>
                  <a:pt x="8978" y="52878"/>
                  <a:pt x="8978" y="52597"/>
                  <a:pt x="8843" y="52317"/>
                </a:cubicBezTo>
                <a:cubicBezTo>
                  <a:pt x="8697" y="51194"/>
                  <a:pt x="8001" y="50218"/>
                  <a:pt x="7440" y="49376"/>
                </a:cubicBezTo>
                <a:cubicBezTo>
                  <a:pt x="6733" y="48108"/>
                  <a:pt x="6599" y="46706"/>
                  <a:pt x="5757" y="45449"/>
                </a:cubicBezTo>
                <a:lnTo>
                  <a:pt x="4489" y="44181"/>
                </a:lnTo>
                <a:cubicBezTo>
                  <a:pt x="4489" y="44046"/>
                  <a:pt x="4354" y="44046"/>
                  <a:pt x="4208" y="43900"/>
                </a:cubicBezTo>
                <a:lnTo>
                  <a:pt x="3793" y="43900"/>
                </a:lnTo>
                <a:cubicBezTo>
                  <a:pt x="3513" y="43766"/>
                  <a:pt x="3086" y="43766"/>
                  <a:pt x="2671" y="43766"/>
                </a:cubicBezTo>
                <a:cubicBezTo>
                  <a:pt x="2525" y="43900"/>
                  <a:pt x="2525" y="44181"/>
                  <a:pt x="2525" y="44327"/>
                </a:cubicBezTo>
                <a:cubicBezTo>
                  <a:pt x="2587" y="44311"/>
                  <a:pt x="2649" y="44303"/>
                  <a:pt x="2711" y="44303"/>
                </a:cubicBezTo>
                <a:cubicBezTo>
                  <a:pt x="3207" y="44303"/>
                  <a:pt x="3678" y="44789"/>
                  <a:pt x="3928" y="45168"/>
                </a:cubicBezTo>
                <a:cubicBezTo>
                  <a:pt x="4354" y="45449"/>
                  <a:pt x="4635" y="45864"/>
                  <a:pt x="5050" y="46290"/>
                </a:cubicBezTo>
                <a:cubicBezTo>
                  <a:pt x="5196" y="46425"/>
                  <a:pt x="5331" y="46571"/>
                  <a:pt x="5331" y="46706"/>
                </a:cubicBezTo>
                <a:cubicBezTo>
                  <a:pt x="5477" y="46986"/>
                  <a:pt x="5611" y="47267"/>
                  <a:pt x="5611" y="47547"/>
                </a:cubicBezTo>
                <a:cubicBezTo>
                  <a:pt x="5757" y="48108"/>
                  <a:pt x="6879" y="50499"/>
                  <a:pt x="6038" y="50914"/>
                </a:cubicBezTo>
                <a:lnTo>
                  <a:pt x="5611" y="50914"/>
                </a:lnTo>
                <a:cubicBezTo>
                  <a:pt x="5363" y="50957"/>
                  <a:pt x="5114" y="50975"/>
                  <a:pt x="4862" y="50975"/>
                </a:cubicBezTo>
                <a:cubicBezTo>
                  <a:pt x="4261" y="50975"/>
                  <a:pt x="3640" y="50874"/>
                  <a:pt x="2952" y="50779"/>
                </a:cubicBezTo>
                <a:lnTo>
                  <a:pt x="2525" y="50779"/>
                </a:lnTo>
                <a:cubicBezTo>
                  <a:pt x="2391" y="50779"/>
                  <a:pt x="2245" y="50914"/>
                  <a:pt x="2391" y="51060"/>
                </a:cubicBezTo>
                <a:cubicBezTo>
                  <a:pt x="2391" y="51194"/>
                  <a:pt x="2391" y="51340"/>
                  <a:pt x="2525" y="51475"/>
                </a:cubicBezTo>
                <a:cubicBezTo>
                  <a:pt x="3513" y="52036"/>
                  <a:pt x="4635" y="51901"/>
                  <a:pt x="5477" y="52462"/>
                </a:cubicBezTo>
                <a:cubicBezTo>
                  <a:pt x="6172" y="53023"/>
                  <a:pt x="7014" y="53304"/>
                  <a:pt x="7575" y="54000"/>
                </a:cubicBezTo>
                <a:cubicBezTo>
                  <a:pt x="9124" y="55964"/>
                  <a:pt x="10526" y="58073"/>
                  <a:pt x="11222" y="60452"/>
                </a:cubicBezTo>
                <a:cubicBezTo>
                  <a:pt x="11783" y="62281"/>
                  <a:pt x="11648" y="64099"/>
                  <a:pt x="11648" y="65928"/>
                </a:cubicBezTo>
                <a:cubicBezTo>
                  <a:pt x="11222" y="76163"/>
                  <a:pt x="10942" y="86408"/>
                  <a:pt x="10661" y="96508"/>
                </a:cubicBezTo>
                <a:cubicBezTo>
                  <a:pt x="12490" y="96081"/>
                  <a:pt x="14173" y="95520"/>
                  <a:pt x="15991" y="94959"/>
                </a:cubicBezTo>
                <a:cubicBezTo>
                  <a:pt x="16418" y="94824"/>
                  <a:pt x="16698" y="94824"/>
                  <a:pt x="16979" y="94398"/>
                </a:cubicBezTo>
                <a:cubicBezTo>
                  <a:pt x="17113" y="94117"/>
                  <a:pt x="17259" y="93702"/>
                  <a:pt x="17259" y="93422"/>
                </a:cubicBezTo>
                <a:cubicBezTo>
                  <a:pt x="17394" y="87945"/>
                  <a:pt x="17540" y="82615"/>
                  <a:pt x="16979" y="77285"/>
                </a:cubicBezTo>
                <a:cubicBezTo>
                  <a:pt x="16698" y="75040"/>
                  <a:pt x="16418" y="72796"/>
                  <a:pt x="16418" y="70552"/>
                </a:cubicBezTo>
                <a:cubicBezTo>
                  <a:pt x="16418" y="67331"/>
                  <a:pt x="17113" y="63965"/>
                  <a:pt x="17820" y="60879"/>
                </a:cubicBezTo>
                <a:cubicBezTo>
                  <a:pt x="18236" y="59476"/>
                  <a:pt x="18662" y="58073"/>
                  <a:pt x="18943" y="56805"/>
                </a:cubicBezTo>
                <a:cubicBezTo>
                  <a:pt x="19223" y="55829"/>
                  <a:pt x="19358" y="54841"/>
                  <a:pt x="19504" y="53865"/>
                </a:cubicBezTo>
                <a:cubicBezTo>
                  <a:pt x="19638" y="52597"/>
                  <a:pt x="19919" y="51621"/>
                  <a:pt x="20199" y="50499"/>
                </a:cubicBezTo>
                <a:cubicBezTo>
                  <a:pt x="20345" y="49792"/>
                  <a:pt x="20345" y="49096"/>
                  <a:pt x="20626" y="48389"/>
                </a:cubicBezTo>
                <a:cubicBezTo>
                  <a:pt x="20906" y="47547"/>
                  <a:pt x="21322" y="46852"/>
                  <a:pt x="22029" y="46290"/>
                </a:cubicBezTo>
                <a:cubicBezTo>
                  <a:pt x="22444" y="46010"/>
                  <a:pt x="23005" y="45864"/>
                  <a:pt x="23431" y="45449"/>
                </a:cubicBezTo>
                <a:cubicBezTo>
                  <a:pt x="23712" y="44888"/>
                  <a:pt x="23846" y="44181"/>
                  <a:pt x="23431" y="43766"/>
                </a:cubicBezTo>
                <a:cubicBezTo>
                  <a:pt x="22870" y="44181"/>
                  <a:pt x="22309" y="44461"/>
                  <a:pt x="21748" y="44888"/>
                </a:cubicBezTo>
                <a:cubicBezTo>
                  <a:pt x="22029" y="43766"/>
                  <a:pt x="22163" y="42778"/>
                  <a:pt x="22444" y="41656"/>
                </a:cubicBezTo>
                <a:cubicBezTo>
                  <a:pt x="22590" y="41095"/>
                  <a:pt x="22724" y="40680"/>
                  <a:pt x="22724" y="40119"/>
                </a:cubicBezTo>
                <a:cubicBezTo>
                  <a:pt x="22724" y="39557"/>
                  <a:pt x="22444" y="38850"/>
                  <a:pt x="22163" y="38435"/>
                </a:cubicBezTo>
                <a:lnTo>
                  <a:pt x="21748" y="38435"/>
                </a:lnTo>
                <a:cubicBezTo>
                  <a:pt x="22029" y="42363"/>
                  <a:pt x="19077" y="44888"/>
                  <a:pt x="18382" y="48389"/>
                </a:cubicBezTo>
                <a:cubicBezTo>
                  <a:pt x="18236" y="49231"/>
                  <a:pt x="18101" y="50072"/>
                  <a:pt x="17820" y="50779"/>
                </a:cubicBezTo>
                <a:cubicBezTo>
                  <a:pt x="17675" y="51194"/>
                  <a:pt x="17394" y="51475"/>
                  <a:pt x="17394" y="51901"/>
                </a:cubicBezTo>
                <a:cubicBezTo>
                  <a:pt x="17259" y="52462"/>
                  <a:pt x="17259" y="53158"/>
                  <a:pt x="17113" y="53719"/>
                </a:cubicBezTo>
                <a:cubicBezTo>
                  <a:pt x="16979" y="54280"/>
                  <a:pt x="16698" y="54841"/>
                  <a:pt x="16418" y="55268"/>
                </a:cubicBezTo>
                <a:cubicBezTo>
                  <a:pt x="16272" y="54426"/>
                  <a:pt x="16418" y="53439"/>
                  <a:pt x="16552" y="52597"/>
                </a:cubicBezTo>
                <a:cubicBezTo>
                  <a:pt x="16272" y="52182"/>
                  <a:pt x="16137" y="51621"/>
                  <a:pt x="16272" y="51194"/>
                </a:cubicBezTo>
                <a:cubicBezTo>
                  <a:pt x="16418" y="50779"/>
                  <a:pt x="16698" y="50499"/>
                  <a:pt x="16833" y="50072"/>
                </a:cubicBezTo>
                <a:cubicBezTo>
                  <a:pt x="17394" y="48950"/>
                  <a:pt x="17394" y="47693"/>
                  <a:pt x="17675" y="46571"/>
                </a:cubicBezTo>
                <a:cubicBezTo>
                  <a:pt x="17955" y="45303"/>
                  <a:pt x="18382" y="44181"/>
                  <a:pt x="18516" y="42924"/>
                </a:cubicBezTo>
                <a:cubicBezTo>
                  <a:pt x="18797" y="41375"/>
                  <a:pt x="18516" y="39838"/>
                  <a:pt x="18797" y="38289"/>
                </a:cubicBezTo>
                <a:cubicBezTo>
                  <a:pt x="18943" y="37448"/>
                  <a:pt x="19223" y="36606"/>
                  <a:pt x="19919" y="36045"/>
                </a:cubicBezTo>
                <a:lnTo>
                  <a:pt x="20626" y="35349"/>
                </a:lnTo>
                <a:cubicBezTo>
                  <a:pt x="20761" y="35069"/>
                  <a:pt x="20906" y="34788"/>
                  <a:pt x="20761" y="34362"/>
                </a:cubicBezTo>
                <a:cubicBezTo>
                  <a:pt x="20480" y="34362"/>
                  <a:pt x="20199" y="34642"/>
                  <a:pt x="19919" y="34923"/>
                </a:cubicBezTo>
                <a:cubicBezTo>
                  <a:pt x="19821" y="35128"/>
                  <a:pt x="19566" y="35261"/>
                  <a:pt x="19327" y="35261"/>
                </a:cubicBezTo>
                <a:cubicBezTo>
                  <a:pt x="19239" y="35261"/>
                  <a:pt x="19153" y="35243"/>
                  <a:pt x="19077" y="35203"/>
                </a:cubicBezTo>
                <a:cubicBezTo>
                  <a:pt x="19504" y="33947"/>
                  <a:pt x="20065" y="32679"/>
                  <a:pt x="20345" y="31276"/>
                </a:cubicBezTo>
                <a:cubicBezTo>
                  <a:pt x="20626" y="30154"/>
                  <a:pt x="21602" y="29458"/>
                  <a:pt x="22590" y="28897"/>
                </a:cubicBezTo>
                <a:cubicBezTo>
                  <a:pt x="22870" y="28751"/>
                  <a:pt x="23431" y="28470"/>
                  <a:pt x="23566" y="28055"/>
                </a:cubicBezTo>
                <a:cubicBezTo>
                  <a:pt x="23566" y="27909"/>
                  <a:pt x="23566" y="27775"/>
                  <a:pt x="23712" y="27629"/>
                </a:cubicBezTo>
                <a:cubicBezTo>
                  <a:pt x="23712" y="27561"/>
                  <a:pt x="23782" y="27561"/>
                  <a:pt x="23869" y="27561"/>
                </a:cubicBezTo>
                <a:cubicBezTo>
                  <a:pt x="23956" y="27561"/>
                  <a:pt x="24060" y="27561"/>
                  <a:pt x="24127" y="27494"/>
                </a:cubicBezTo>
                <a:lnTo>
                  <a:pt x="24553" y="27068"/>
                </a:lnTo>
                <a:cubicBezTo>
                  <a:pt x="24688" y="26933"/>
                  <a:pt x="24834" y="26933"/>
                  <a:pt x="24969" y="26933"/>
                </a:cubicBezTo>
                <a:cubicBezTo>
                  <a:pt x="25395" y="26787"/>
                  <a:pt x="25956" y="26507"/>
                  <a:pt x="26517" y="26226"/>
                </a:cubicBezTo>
                <a:cubicBezTo>
                  <a:pt x="26237" y="26226"/>
                  <a:pt x="26237" y="25946"/>
                  <a:pt x="26091" y="25946"/>
                </a:cubicBezTo>
                <a:cubicBezTo>
                  <a:pt x="26046" y="25901"/>
                  <a:pt x="26000" y="25886"/>
                  <a:pt x="25953" y="25886"/>
                </a:cubicBezTo>
                <a:cubicBezTo>
                  <a:pt x="25860" y="25886"/>
                  <a:pt x="25765" y="25946"/>
                  <a:pt x="25676" y="25946"/>
                </a:cubicBezTo>
                <a:cubicBezTo>
                  <a:pt x="24834" y="26091"/>
                  <a:pt x="23992" y="26372"/>
                  <a:pt x="23285" y="26933"/>
                </a:cubicBezTo>
                <a:cubicBezTo>
                  <a:pt x="23151" y="27068"/>
                  <a:pt x="22870" y="27348"/>
                  <a:pt x="22724" y="27348"/>
                </a:cubicBezTo>
                <a:cubicBezTo>
                  <a:pt x="22444" y="27494"/>
                  <a:pt x="22163" y="27494"/>
                  <a:pt x="22029" y="27629"/>
                </a:cubicBezTo>
                <a:cubicBezTo>
                  <a:pt x="21748" y="27629"/>
                  <a:pt x="21602" y="27909"/>
                  <a:pt x="21467" y="28055"/>
                </a:cubicBezTo>
                <a:cubicBezTo>
                  <a:pt x="21322" y="28190"/>
                  <a:pt x="21041" y="28190"/>
                  <a:pt x="20906" y="28190"/>
                </a:cubicBezTo>
                <a:cubicBezTo>
                  <a:pt x="20906" y="27629"/>
                  <a:pt x="20906" y="27068"/>
                  <a:pt x="21041" y="26507"/>
                </a:cubicBezTo>
                <a:cubicBezTo>
                  <a:pt x="21187" y="25946"/>
                  <a:pt x="21041" y="25250"/>
                  <a:pt x="21322" y="24689"/>
                </a:cubicBezTo>
                <a:lnTo>
                  <a:pt x="21748" y="24262"/>
                </a:lnTo>
                <a:cubicBezTo>
                  <a:pt x="21883" y="24128"/>
                  <a:pt x="22029" y="23847"/>
                  <a:pt x="21883" y="23701"/>
                </a:cubicBezTo>
                <a:cubicBezTo>
                  <a:pt x="21748" y="23567"/>
                  <a:pt x="21602" y="23567"/>
                  <a:pt x="21467" y="23421"/>
                </a:cubicBezTo>
                <a:lnTo>
                  <a:pt x="21467" y="23005"/>
                </a:lnTo>
                <a:cubicBezTo>
                  <a:pt x="21187" y="21176"/>
                  <a:pt x="21322" y="19078"/>
                  <a:pt x="21883" y="17249"/>
                </a:cubicBezTo>
                <a:cubicBezTo>
                  <a:pt x="22163" y="16407"/>
                  <a:pt x="22590" y="15431"/>
                  <a:pt x="22163" y="14589"/>
                </a:cubicBezTo>
                <a:lnTo>
                  <a:pt x="22163" y="14589"/>
                </a:lnTo>
                <a:cubicBezTo>
                  <a:pt x="21467" y="15711"/>
                  <a:pt x="20906" y="16968"/>
                  <a:pt x="20761" y="18371"/>
                </a:cubicBezTo>
                <a:cubicBezTo>
                  <a:pt x="20626" y="19078"/>
                  <a:pt x="20626" y="19639"/>
                  <a:pt x="20626" y="20335"/>
                </a:cubicBezTo>
                <a:cubicBezTo>
                  <a:pt x="20480" y="21457"/>
                  <a:pt x="20345" y="22444"/>
                  <a:pt x="20199" y="23567"/>
                </a:cubicBezTo>
                <a:cubicBezTo>
                  <a:pt x="20199" y="24262"/>
                  <a:pt x="20065" y="24969"/>
                  <a:pt x="19919" y="25665"/>
                </a:cubicBezTo>
                <a:cubicBezTo>
                  <a:pt x="19919" y="26226"/>
                  <a:pt x="19784" y="26787"/>
                  <a:pt x="19638" y="27348"/>
                </a:cubicBezTo>
                <a:cubicBezTo>
                  <a:pt x="19358" y="29032"/>
                  <a:pt x="18516" y="30434"/>
                  <a:pt x="17820" y="31983"/>
                </a:cubicBezTo>
                <a:cubicBezTo>
                  <a:pt x="17113" y="33520"/>
                  <a:pt x="16833" y="34923"/>
                  <a:pt x="16552" y="36606"/>
                </a:cubicBezTo>
                <a:cubicBezTo>
                  <a:pt x="16552" y="37728"/>
                  <a:pt x="16552" y="39277"/>
                  <a:pt x="15991" y="40253"/>
                </a:cubicBezTo>
                <a:cubicBezTo>
                  <a:pt x="15711" y="40534"/>
                  <a:pt x="15296" y="40960"/>
                  <a:pt x="15296" y="41375"/>
                </a:cubicBezTo>
                <a:lnTo>
                  <a:pt x="15296" y="42082"/>
                </a:lnTo>
                <a:cubicBezTo>
                  <a:pt x="15430" y="43059"/>
                  <a:pt x="15015" y="43900"/>
                  <a:pt x="15015" y="44888"/>
                </a:cubicBezTo>
                <a:cubicBezTo>
                  <a:pt x="14869" y="45168"/>
                  <a:pt x="15015" y="45449"/>
                  <a:pt x="15015" y="45864"/>
                </a:cubicBezTo>
                <a:cubicBezTo>
                  <a:pt x="15015" y="46145"/>
                  <a:pt x="14869" y="46425"/>
                  <a:pt x="14734" y="46706"/>
                </a:cubicBezTo>
                <a:cubicBezTo>
                  <a:pt x="14589" y="46706"/>
                  <a:pt x="14308" y="46571"/>
                  <a:pt x="14173" y="46290"/>
                </a:cubicBezTo>
                <a:lnTo>
                  <a:pt x="14173" y="45449"/>
                </a:lnTo>
                <a:cubicBezTo>
                  <a:pt x="14173" y="44888"/>
                  <a:pt x="13893" y="44327"/>
                  <a:pt x="13747" y="43766"/>
                </a:cubicBezTo>
                <a:cubicBezTo>
                  <a:pt x="13332" y="42363"/>
                  <a:pt x="13466" y="41095"/>
                  <a:pt x="13466" y="39838"/>
                </a:cubicBezTo>
                <a:cubicBezTo>
                  <a:pt x="13466" y="38289"/>
                  <a:pt x="13332" y="36752"/>
                  <a:pt x="13332" y="35349"/>
                </a:cubicBezTo>
                <a:cubicBezTo>
                  <a:pt x="13466" y="32398"/>
                  <a:pt x="13747" y="29312"/>
                  <a:pt x="13051" y="26507"/>
                </a:cubicBezTo>
                <a:cubicBezTo>
                  <a:pt x="12344" y="24128"/>
                  <a:pt x="10942" y="22444"/>
                  <a:pt x="10380" y="20054"/>
                </a:cubicBezTo>
                <a:cubicBezTo>
                  <a:pt x="10246" y="19078"/>
                  <a:pt x="10100" y="18236"/>
                  <a:pt x="9965" y="17249"/>
                </a:cubicBezTo>
                <a:cubicBezTo>
                  <a:pt x="9685" y="15150"/>
                  <a:pt x="9539" y="13041"/>
                  <a:pt x="9539" y="10942"/>
                </a:cubicBezTo>
                <a:cubicBezTo>
                  <a:pt x="9539" y="10381"/>
                  <a:pt x="9685" y="9820"/>
                  <a:pt x="9965" y="9259"/>
                </a:cubicBezTo>
                <a:cubicBezTo>
                  <a:pt x="10100" y="8978"/>
                  <a:pt x="10380" y="8698"/>
                  <a:pt x="10526" y="8417"/>
                </a:cubicBezTo>
                <a:cubicBezTo>
                  <a:pt x="10661" y="8137"/>
                  <a:pt x="10807" y="7710"/>
                  <a:pt x="10526" y="7430"/>
                </a:cubicBezTo>
                <a:cubicBezTo>
                  <a:pt x="10246" y="7576"/>
                  <a:pt x="9819" y="7856"/>
                  <a:pt x="9685" y="8271"/>
                </a:cubicBezTo>
                <a:cubicBezTo>
                  <a:pt x="8978" y="8137"/>
                  <a:pt x="8562" y="7430"/>
                  <a:pt x="8417" y="6734"/>
                </a:cubicBezTo>
                <a:cubicBezTo>
                  <a:pt x="8282" y="5892"/>
                  <a:pt x="8282" y="5185"/>
                  <a:pt x="8282" y="4490"/>
                </a:cubicBezTo>
                <a:cubicBezTo>
                  <a:pt x="8282" y="3087"/>
                  <a:pt x="8001" y="1684"/>
                  <a:pt x="7440" y="562"/>
                </a:cubicBezTo>
                <a:cubicBezTo>
                  <a:pt x="7294" y="2941"/>
                  <a:pt x="7160" y="5331"/>
                  <a:pt x="7160" y="7710"/>
                </a:cubicBezTo>
                <a:cubicBezTo>
                  <a:pt x="7160" y="8271"/>
                  <a:pt x="7160" y="8698"/>
                  <a:pt x="7294" y="9259"/>
                </a:cubicBezTo>
                <a:lnTo>
                  <a:pt x="7721" y="10101"/>
                </a:lnTo>
                <a:cubicBezTo>
                  <a:pt x="8282" y="11503"/>
                  <a:pt x="8136" y="12906"/>
                  <a:pt x="7856" y="14309"/>
                </a:cubicBezTo>
                <a:cubicBezTo>
                  <a:pt x="6599" y="12199"/>
                  <a:pt x="5050" y="10235"/>
                  <a:pt x="3928" y="7991"/>
                </a:cubicBezTo>
                <a:cubicBezTo>
                  <a:pt x="2671" y="5466"/>
                  <a:pt x="1549" y="2806"/>
                  <a:pt x="84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23"/>
          <p:cNvSpPr/>
          <p:nvPr/>
        </p:nvSpPr>
        <p:spPr>
          <a:xfrm>
            <a:off x="8613900" y="0"/>
            <a:ext cx="396021" cy="4915611"/>
          </a:xfrm>
          <a:custGeom>
            <a:avLst/>
            <a:gdLst/>
            <a:ahLst/>
            <a:cxnLst/>
            <a:rect l="l" t="t" r="r" b="b"/>
            <a:pathLst>
              <a:path w="5692" h="41247" extrusionOk="0">
                <a:moveTo>
                  <a:pt x="2217" y="1"/>
                </a:moveTo>
                <a:cubicBezTo>
                  <a:pt x="2217" y="1"/>
                  <a:pt x="2647" y="6375"/>
                  <a:pt x="2578" y="9022"/>
                </a:cubicBezTo>
                <a:cubicBezTo>
                  <a:pt x="2504" y="10024"/>
                  <a:pt x="2504" y="11101"/>
                  <a:pt x="2435" y="12246"/>
                </a:cubicBezTo>
                <a:lnTo>
                  <a:pt x="1003" y="11387"/>
                </a:lnTo>
                <a:lnTo>
                  <a:pt x="785" y="11530"/>
                </a:lnTo>
                <a:lnTo>
                  <a:pt x="2435" y="12458"/>
                </a:lnTo>
                <a:cubicBezTo>
                  <a:pt x="2435" y="14176"/>
                  <a:pt x="2361" y="16038"/>
                  <a:pt x="2435" y="17756"/>
                </a:cubicBezTo>
                <a:cubicBezTo>
                  <a:pt x="2504" y="20620"/>
                  <a:pt x="2361" y="22556"/>
                  <a:pt x="2149" y="24560"/>
                </a:cubicBezTo>
                <a:lnTo>
                  <a:pt x="1003" y="23913"/>
                </a:lnTo>
                <a:lnTo>
                  <a:pt x="785" y="24056"/>
                </a:lnTo>
                <a:lnTo>
                  <a:pt x="2149" y="24772"/>
                </a:lnTo>
                <a:lnTo>
                  <a:pt x="2149" y="24916"/>
                </a:lnTo>
                <a:cubicBezTo>
                  <a:pt x="1931" y="27138"/>
                  <a:pt x="2074" y="31434"/>
                  <a:pt x="2074" y="32722"/>
                </a:cubicBezTo>
                <a:cubicBezTo>
                  <a:pt x="2074" y="34011"/>
                  <a:pt x="2292" y="36016"/>
                  <a:pt x="2149" y="36944"/>
                </a:cubicBezTo>
                <a:cubicBezTo>
                  <a:pt x="2074" y="37946"/>
                  <a:pt x="1576" y="39595"/>
                  <a:pt x="1433" y="39882"/>
                </a:cubicBezTo>
                <a:cubicBezTo>
                  <a:pt x="1289" y="40168"/>
                  <a:pt x="1" y="40523"/>
                  <a:pt x="69" y="40598"/>
                </a:cubicBezTo>
                <a:cubicBezTo>
                  <a:pt x="183" y="40598"/>
                  <a:pt x="975" y="40688"/>
                  <a:pt x="1403" y="40688"/>
                </a:cubicBezTo>
                <a:cubicBezTo>
                  <a:pt x="1514" y="40688"/>
                  <a:pt x="1601" y="40682"/>
                  <a:pt x="1645" y="40666"/>
                </a:cubicBezTo>
                <a:cubicBezTo>
                  <a:pt x="1918" y="40601"/>
                  <a:pt x="2322" y="39877"/>
                  <a:pt x="2607" y="39877"/>
                </a:cubicBezTo>
                <a:cubicBezTo>
                  <a:pt x="2621" y="39877"/>
                  <a:pt x="2634" y="39878"/>
                  <a:pt x="2647" y="39882"/>
                </a:cubicBezTo>
                <a:cubicBezTo>
                  <a:pt x="2933" y="39950"/>
                  <a:pt x="2647" y="40380"/>
                  <a:pt x="2647" y="40598"/>
                </a:cubicBezTo>
                <a:cubicBezTo>
                  <a:pt x="2647" y="40795"/>
                  <a:pt x="2771" y="41247"/>
                  <a:pt x="2904" y="41247"/>
                </a:cubicBezTo>
                <a:cubicBezTo>
                  <a:pt x="2914" y="41247"/>
                  <a:pt x="2924" y="41244"/>
                  <a:pt x="2933" y="41239"/>
                </a:cubicBezTo>
                <a:cubicBezTo>
                  <a:pt x="3008" y="41170"/>
                  <a:pt x="3294" y="40455"/>
                  <a:pt x="3437" y="40380"/>
                </a:cubicBezTo>
                <a:cubicBezTo>
                  <a:pt x="3452" y="40373"/>
                  <a:pt x="3474" y="40370"/>
                  <a:pt x="3502" y="40370"/>
                </a:cubicBezTo>
                <a:cubicBezTo>
                  <a:pt x="3739" y="40370"/>
                  <a:pt x="4395" y="40613"/>
                  <a:pt x="4652" y="40741"/>
                </a:cubicBezTo>
                <a:cubicBezTo>
                  <a:pt x="4918" y="40792"/>
                  <a:pt x="5415" y="40961"/>
                  <a:pt x="5600" y="40961"/>
                </a:cubicBezTo>
                <a:cubicBezTo>
                  <a:pt x="5665" y="40961"/>
                  <a:pt x="5691" y="40940"/>
                  <a:pt x="5654" y="40884"/>
                </a:cubicBezTo>
                <a:cubicBezTo>
                  <a:pt x="5511" y="40666"/>
                  <a:pt x="4726" y="40025"/>
                  <a:pt x="4440" y="39595"/>
                </a:cubicBezTo>
                <a:cubicBezTo>
                  <a:pt x="4153" y="39091"/>
                  <a:pt x="4079" y="36371"/>
                  <a:pt x="4010" y="35013"/>
                </a:cubicBezTo>
                <a:cubicBezTo>
                  <a:pt x="3936" y="33650"/>
                  <a:pt x="3581" y="29211"/>
                  <a:pt x="3437" y="27493"/>
                </a:cubicBezTo>
                <a:lnTo>
                  <a:pt x="5299" y="26491"/>
                </a:lnTo>
                <a:lnTo>
                  <a:pt x="5081" y="26347"/>
                </a:lnTo>
                <a:lnTo>
                  <a:pt x="3437" y="27281"/>
                </a:lnTo>
                <a:cubicBezTo>
                  <a:pt x="3363" y="25488"/>
                  <a:pt x="3581" y="19692"/>
                  <a:pt x="3581" y="17115"/>
                </a:cubicBezTo>
                <a:lnTo>
                  <a:pt x="4938" y="16255"/>
                </a:lnTo>
                <a:lnTo>
                  <a:pt x="4795" y="16181"/>
                </a:lnTo>
                <a:lnTo>
                  <a:pt x="3581" y="16828"/>
                </a:lnTo>
                <a:cubicBezTo>
                  <a:pt x="3581" y="16685"/>
                  <a:pt x="3506" y="16467"/>
                  <a:pt x="3506" y="16324"/>
                </a:cubicBezTo>
                <a:cubicBezTo>
                  <a:pt x="3506" y="14251"/>
                  <a:pt x="3867" y="11456"/>
                  <a:pt x="3936" y="8953"/>
                </a:cubicBezTo>
                <a:cubicBezTo>
                  <a:pt x="4010" y="7521"/>
                  <a:pt x="4010" y="4726"/>
                  <a:pt x="4010" y="2652"/>
                </a:cubicBezTo>
                <a:lnTo>
                  <a:pt x="5299" y="1862"/>
                </a:lnTo>
                <a:lnTo>
                  <a:pt x="5081" y="1719"/>
                </a:lnTo>
                <a:lnTo>
                  <a:pt x="4010" y="2366"/>
                </a:lnTo>
                <a:cubicBezTo>
                  <a:pt x="3936" y="1003"/>
                  <a:pt x="3936" y="1"/>
                  <a:pt x="39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23"/>
          <p:cNvSpPr/>
          <p:nvPr/>
        </p:nvSpPr>
        <p:spPr>
          <a:xfrm rot="-1365735">
            <a:off x="7636596" y="3185461"/>
            <a:ext cx="1093459" cy="1666921"/>
          </a:xfrm>
          <a:custGeom>
            <a:avLst/>
            <a:gdLst/>
            <a:ahLst/>
            <a:cxnLst/>
            <a:rect l="l" t="t" r="r" b="b"/>
            <a:pathLst>
              <a:path w="37581" h="55931" extrusionOk="0">
                <a:moveTo>
                  <a:pt x="32128" y="13237"/>
                </a:moveTo>
                <a:cubicBezTo>
                  <a:pt x="32140" y="13341"/>
                  <a:pt x="32146" y="13445"/>
                  <a:pt x="32146" y="13551"/>
                </a:cubicBezTo>
                <a:lnTo>
                  <a:pt x="32146" y="13551"/>
                </a:lnTo>
                <a:cubicBezTo>
                  <a:pt x="32146" y="13447"/>
                  <a:pt x="32140" y="13343"/>
                  <a:pt x="32128" y="13237"/>
                </a:cubicBezTo>
                <a:close/>
                <a:moveTo>
                  <a:pt x="18564" y="1"/>
                </a:moveTo>
                <a:cubicBezTo>
                  <a:pt x="18902" y="446"/>
                  <a:pt x="18902" y="890"/>
                  <a:pt x="18902" y="1451"/>
                </a:cubicBezTo>
                <a:cubicBezTo>
                  <a:pt x="18786" y="1895"/>
                  <a:pt x="18564" y="2340"/>
                  <a:pt x="18457" y="2892"/>
                </a:cubicBezTo>
                <a:cubicBezTo>
                  <a:pt x="18341" y="3114"/>
                  <a:pt x="18341" y="3336"/>
                  <a:pt x="18234" y="3674"/>
                </a:cubicBezTo>
                <a:cubicBezTo>
                  <a:pt x="18234" y="3897"/>
                  <a:pt x="18234" y="4226"/>
                  <a:pt x="18341" y="4564"/>
                </a:cubicBezTo>
                <a:cubicBezTo>
                  <a:pt x="18341" y="4893"/>
                  <a:pt x="18457" y="5115"/>
                  <a:pt x="18679" y="5338"/>
                </a:cubicBezTo>
                <a:cubicBezTo>
                  <a:pt x="18902" y="5560"/>
                  <a:pt x="19008" y="5676"/>
                  <a:pt x="19231" y="5782"/>
                </a:cubicBezTo>
                <a:cubicBezTo>
                  <a:pt x="19008" y="6449"/>
                  <a:pt x="19008" y="7010"/>
                  <a:pt x="18902" y="7677"/>
                </a:cubicBezTo>
                <a:lnTo>
                  <a:pt x="18564" y="11342"/>
                </a:lnTo>
                <a:cubicBezTo>
                  <a:pt x="18564" y="12231"/>
                  <a:pt x="18457" y="13120"/>
                  <a:pt x="18341" y="14010"/>
                </a:cubicBezTo>
                <a:cubicBezTo>
                  <a:pt x="17896" y="13565"/>
                  <a:pt x="17567" y="13014"/>
                  <a:pt x="17229" y="12453"/>
                </a:cubicBezTo>
                <a:cubicBezTo>
                  <a:pt x="16678" y="11680"/>
                  <a:pt x="16233" y="10897"/>
                  <a:pt x="15895" y="10123"/>
                </a:cubicBezTo>
                <a:cubicBezTo>
                  <a:pt x="16678" y="8789"/>
                  <a:pt x="16785" y="7339"/>
                  <a:pt x="16233" y="6120"/>
                </a:cubicBezTo>
                <a:lnTo>
                  <a:pt x="16233" y="6120"/>
                </a:lnTo>
                <a:cubicBezTo>
                  <a:pt x="16456" y="7232"/>
                  <a:pt x="16118" y="8344"/>
                  <a:pt x="15566" y="9118"/>
                </a:cubicBezTo>
                <a:cubicBezTo>
                  <a:pt x="15566" y="9011"/>
                  <a:pt x="15450" y="9011"/>
                  <a:pt x="15450" y="9011"/>
                </a:cubicBezTo>
                <a:cubicBezTo>
                  <a:pt x="15121" y="8006"/>
                  <a:pt x="14899" y="7117"/>
                  <a:pt x="14783" y="6120"/>
                </a:cubicBezTo>
                <a:lnTo>
                  <a:pt x="14783" y="6005"/>
                </a:lnTo>
                <a:cubicBezTo>
                  <a:pt x="14677" y="5782"/>
                  <a:pt x="14677" y="5453"/>
                  <a:pt x="14677" y="5115"/>
                </a:cubicBezTo>
                <a:cubicBezTo>
                  <a:pt x="14677" y="4786"/>
                  <a:pt x="14561" y="4448"/>
                  <a:pt x="14561" y="4119"/>
                </a:cubicBezTo>
                <a:cubicBezTo>
                  <a:pt x="14561" y="3781"/>
                  <a:pt x="14677" y="3452"/>
                  <a:pt x="14677" y="3114"/>
                </a:cubicBezTo>
                <a:cubicBezTo>
                  <a:pt x="14783" y="2785"/>
                  <a:pt x="14899" y="2563"/>
                  <a:pt x="15006" y="2225"/>
                </a:cubicBezTo>
                <a:cubicBezTo>
                  <a:pt x="15228" y="2002"/>
                  <a:pt x="15450" y="1780"/>
                  <a:pt x="15788" y="1673"/>
                </a:cubicBezTo>
                <a:lnTo>
                  <a:pt x="15673" y="1451"/>
                </a:lnTo>
                <a:cubicBezTo>
                  <a:pt x="15344" y="1557"/>
                  <a:pt x="15006" y="1780"/>
                  <a:pt x="14783" y="2118"/>
                </a:cubicBezTo>
                <a:cubicBezTo>
                  <a:pt x="14561" y="2340"/>
                  <a:pt x="14339" y="2669"/>
                  <a:pt x="14232" y="3007"/>
                </a:cubicBezTo>
                <a:cubicBezTo>
                  <a:pt x="14116" y="3336"/>
                  <a:pt x="14009" y="3674"/>
                  <a:pt x="14009" y="4119"/>
                </a:cubicBezTo>
                <a:lnTo>
                  <a:pt x="14009" y="4893"/>
                </a:lnTo>
                <a:cubicBezTo>
                  <a:pt x="13565" y="4119"/>
                  <a:pt x="13342" y="3114"/>
                  <a:pt x="13449" y="2225"/>
                </a:cubicBezTo>
                <a:lnTo>
                  <a:pt x="13449" y="2225"/>
                </a:lnTo>
                <a:cubicBezTo>
                  <a:pt x="13004" y="3559"/>
                  <a:pt x="13227" y="5231"/>
                  <a:pt x="14009" y="6565"/>
                </a:cubicBezTo>
                <a:cubicBezTo>
                  <a:pt x="14009" y="7455"/>
                  <a:pt x="14116" y="8344"/>
                  <a:pt x="14339" y="9233"/>
                </a:cubicBezTo>
                <a:cubicBezTo>
                  <a:pt x="14561" y="10230"/>
                  <a:pt x="14899" y="11235"/>
                  <a:pt x="15228" y="12231"/>
                </a:cubicBezTo>
                <a:cubicBezTo>
                  <a:pt x="14899" y="12347"/>
                  <a:pt x="14454" y="12453"/>
                  <a:pt x="14116" y="12453"/>
                </a:cubicBezTo>
                <a:cubicBezTo>
                  <a:pt x="13342" y="12347"/>
                  <a:pt x="12675" y="12009"/>
                  <a:pt x="12231" y="11457"/>
                </a:cubicBezTo>
                <a:lnTo>
                  <a:pt x="12231" y="11457"/>
                </a:lnTo>
                <a:cubicBezTo>
                  <a:pt x="12560" y="12124"/>
                  <a:pt x="13227" y="12676"/>
                  <a:pt x="14009" y="12898"/>
                </a:cubicBezTo>
                <a:cubicBezTo>
                  <a:pt x="14232" y="12956"/>
                  <a:pt x="14481" y="12985"/>
                  <a:pt x="14744" y="12985"/>
                </a:cubicBezTo>
                <a:cubicBezTo>
                  <a:pt x="15008" y="12985"/>
                  <a:pt x="15286" y="12956"/>
                  <a:pt x="15566" y="12898"/>
                </a:cubicBezTo>
                <a:cubicBezTo>
                  <a:pt x="15673" y="13014"/>
                  <a:pt x="15673" y="13120"/>
                  <a:pt x="15788" y="13236"/>
                </a:cubicBezTo>
                <a:cubicBezTo>
                  <a:pt x="16340" y="14455"/>
                  <a:pt x="17123" y="15682"/>
                  <a:pt x="18012" y="16678"/>
                </a:cubicBezTo>
                <a:cubicBezTo>
                  <a:pt x="17567" y="19240"/>
                  <a:pt x="17007" y="21686"/>
                  <a:pt x="16233" y="24132"/>
                </a:cubicBezTo>
                <a:lnTo>
                  <a:pt x="15566" y="23465"/>
                </a:lnTo>
                <a:cubicBezTo>
                  <a:pt x="15228" y="23127"/>
                  <a:pt x="14899" y="22798"/>
                  <a:pt x="14561" y="22353"/>
                </a:cubicBezTo>
                <a:cubicBezTo>
                  <a:pt x="14454" y="22237"/>
                  <a:pt x="14454" y="22131"/>
                  <a:pt x="14339" y="22131"/>
                </a:cubicBezTo>
                <a:cubicBezTo>
                  <a:pt x="15228" y="20903"/>
                  <a:pt x="15788" y="19569"/>
                  <a:pt x="16233" y="18128"/>
                </a:cubicBezTo>
                <a:lnTo>
                  <a:pt x="16233" y="18128"/>
                </a:lnTo>
                <a:cubicBezTo>
                  <a:pt x="15673" y="19347"/>
                  <a:pt x="14899" y="20458"/>
                  <a:pt x="14009" y="21464"/>
                </a:cubicBezTo>
                <a:cubicBezTo>
                  <a:pt x="13671" y="21019"/>
                  <a:pt x="13449" y="20458"/>
                  <a:pt x="13342" y="19907"/>
                </a:cubicBezTo>
                <a:cubicBezTo>
                  <a:pt x="13787" y="19018"/>
                  <a:pt x="13894" y="18012"/>
                  <a:pt x="13787" y="17016"/>
                </a:cubicBezTo>
                <a:lnTo>
                  <a:pt x="13787" y="17016"/>
                </a:lnTo>
                <a:cubicBezTo>
                  <a:pt x="13787" y="17790"/>
                  <a:pt x="13449" y="18573"/>
                  <a:pt x="13120" y="19124"/>
                </a:cubicBezTo>
                <a:cubicBezTo>
                  <a:pt x="13004" y="18350"/>
                  <a:pt x="12898" y="17461"/>
                  <a:pt x="13004" y="16572"/>
                </a:cubicBezTo>
                <a:lnTo>
                  <a:pt x="12782" y="16572"/>
                </a:lnTo>
                <a:cubicBezTo>
                  <a:pt x="12560" y="17123"/>
                  <a:pt x="12453" y="17683"/>
                  <a:pt x="12337" y="18350"/>
                </a:cubicBezTo>
                <a:lnTo>
                  <a:pt x="11670" y="16572"/>
                </a:lnTo>
                <a:lnTo>
                  <a:pt x="12337" y="18680"/>
                </a:lnTo>
                <a:lnTo>
                  <a:pt x="12337" y="19791"/>
                </a:lnTo>
                <a:cubicBezTo>
                  <a:pt x="12453" y="20903"/>
                  <a:pt x="12675" y="22131"/>
                  <a:pt x="13227" y="23127"/>
                </a:cubicBezTo>
                <a:cubicBezTo>
                  <a:pt x="13449" y="23687"/>
                  <a:pt x="13787" y="24239"/>
                  <a:pt x="14116" y="24683"/>
                </a:cubicBezTo>
                <a:cubicBezTo>
                  <a:pt x="14454" y="25128"/>
                  <a:pt x="14677" y="25573"/>
                  <a:pt x="14899" y="25911"/>
                </a:cubicBezTo>
                <a:cubicBezTo>
                  <a:pt x="15006" y="26133"/>
                  <a:pt x="15121" y="26356"/>
                  <a:pt x="15228" y="26462"/>
                </a:cubicBezTo>
                <a:lnTo>
                  <a:pt x="15228" y="26907"/>
                </a:lnTo>
                <a:cubicBezTo>
                  <a:pt x="15121" y="27467"/>
                  <a:pt x="14899" y="27912"/>
                  <a:pt x="14677" y="28357"/>
                </a:cubicBezTo>
                <a:cubicBezTo>
                  <a:pt x="14232" y="29469"/>
                  <a:pt x="13787" y="30465"/>
                  <a:pt x="13227" y="31577"/>
                </a:cubicBezTo>
                <a:lnTo>
                  <a:pt x="11563" y="34583"/>
                </a:lnTo>
                <a:cubicBezTo>
                  <a:pt x="10452" y="36584"/>
                  <a:pt x="9117" y="38470"/>
                  <a:pt x="7668" y="40471"/>
                </a:cubicBezTo>
                <a:cubicBezTo>
                  <a:pt x="6333" y="42473"/>
                  <a:pt x="4999" y="44474"/>
                  <a:pt x="3665" y="46591"/>
                </a:cubicBezTo>
                <a:cubicBezTo>
                  <a:pt x="2331" y="48815"/>
                  <a:pt x="1112" y="51038"/>
                  <a:pt x="0" y="53591"/>
                </a:cubicBezTo>
                <a:lnTo>
                  <a:pt x="7000" y="55930"/>
                </a:lnTo>
                <a:cubicBezTo>
                  <a:pt x="7561" y="53813"/>
                  <a:pt x="8335" y="51812"/>
                  <a:pt x="9340" y="49704"/>
                </a:cubicBezTo>
                <a:cubicBezTo>
                  <a:pt x="10229" y="47587"/>
                  <a:pt x="11341" y="45479"/>
                  <a:pt x="12453" y="43362"/>
                </a:cubicBezTo>
                <a:cubicBezTo>
                  <a:pt x="13565" y="41254"/>
                  <a:pt x="14783" y="39030"/>
                  <a:pt x="15788" y="36691"/>
                </a:cubicBezTo>
                <a:lnTo>
                  <a:pt x="17123" y="33356"/>
                </a:lnTo>
                <a:cubicBezTo>
                  <a:pt x="17229" y="33249"/>
                  <a:pt x="17452" y="33133"/>
                  <a:pt x="17567" y="33133"/>
                </a:cubicBezTo>
                <a:cubicBezTo>
                  <a:pt x="18457" y="32804"/>
                  <a:pt x="19453" y="32466"/>
                  <a:pt x="20458" y="32359"/>
                </a:cubicBezTo>
                <a:cubicBezTo>
                  <a:pt x="22237" y="32021"/>
                  <a:pt x="24238" y="32021"/>
                  <a:pt x="26124" y="31915"/>
                </a:cubicBezTo>
                <a:cubicBezTo>
                  <a:pt x="26569" y="32804"/>
                  <a:pt x="27129" y="33578"/>
                  <a:pt x="27903" y="34138"/>
                </a:cubicBezTo>
                <a:cubicBezTo>
                  <a:pt x="28241" y="34468"/>
                  <a:pt x="28686" y="34805"/>
                  <a:pt x="29130" y="34912"/>
                </a:cubicBezTo>
                <a:cubicBezTo>
                  <a:pt x="29270" y="34941"/>
                  <a:pt x="29409" y="34956"/>
                  <a:pt x="29546" y="34956"/>
                </a:cubicBezTo>
                <a:cubicBezTo>
                  <a:pt x="29950" y="34956"/>
                  <a:pt x="30325" y="34829"/>
                  <a:pt x="30571" y="34583"/>
                </a:cubicBezTo>
                <a:lnTo>
                  <a:pt x="30571" y="34583"/>
                </a:lnTo>
                <a:cubicBezTo>
                  <a:pt x="30391" y="34764"/>
                  <a:pt x="30140" y="34845"/>
                  <a:pt x="29878" y="34845"/>
                </a:cubicBezTo>
                <a:cubicBezTo>
                  <a:pt x="29662" y="34845"/>
                  <a:pt x="29438" y="34790"/>
                  <a:pt x="29237" y="34690"/>
                </a:cubicBezTo>
                <a:cubicBezTo>
                  <a:pt x="28792" y="34583"/>
                  <a:pt x="28463" y="34245"/>
                  <a:pt x="28125" y="33916"/>
                </a:cubicBezTo>
                <a:cubicBezTo>
                  <a:pt x="27574" y="33249"/>
                  <a:pt x="27129" y="32582"/>
                  <a:pt x="26907" y="31799"/>
                </a:cubicBezTo>
                <a:cubicBezTo>
                  <a:pt x="27796" y="31799"/>
                  <a:pt x="28792" y="31577"/>
                  <a:pt x="29682" y="31470"/>
                </a:cubicBezTo>
                <a:cubicBezTo>
                  <a:pt x="29904" y="31354"/>
                  <a:pt x="30127" y="31354"/>
                  <a:pt x="30349" y="31248"/>
                </a:cubicBezTo>
                <a:lnTo>
                  <a:pt x="30349" y="31470"/>
                </a:lnTo>
                <a:cubicBezTo>
                  <a:pt x="31221" y="31746"/>
                  <a:pt x="32136" y="31882"/>
                  <a:pt x="33043" y="31882"/>
                </a:cubicBezTo>
                <a:cubicBezTo>
                  <a:pt x="34680" y="31882"/>
                  <a:pt x="36292" y="31439"/>
                  <a:pt x="37580" y="30581"/>
                </a:cubicBezTo>
                <a:lnTo>
                  <a:pt x="37580" y="30581"/>
                </a:lnTo>
                <a:cubicBezTo>
                  <a:pt x="36393" y="31171"/>
                  <a:pt x="35087" y="31490"/>
                  <a:pt x="33804" y="31490"/>
                </a:cubicBezTo>
                <a:cubicBezTo>
                  <a:pt x="32923" y="31490"/>
                  <a:pt x="32053" y="31340"/>
                  <a:pt x="31238" y="31025"/>
                </a:cubicBezTo>
                <a:cubicBezTo>
                  <a:pt x="31799" y="30803"/>
                  <a:pt x="32244" y="30581"/>
                  <a:pt x="32795" y="30358"/>
                </a:cubicBezTo>
                <a:cubicBezTo>
                  <a:pt x="33684" y="29913"/>
                  <a:pt x="34574" y="29246"/>
                  <a:pt x="35357" y="28464"/>
                </a:cubicBezTo>
                <a:cubicBezTo>
                  <a:pt x="36024" y="27574"/>
                  <a:pt x="36575" y="26685"/>
                  <a:pt x="36798" y="25573"/>
                </a:cubicBezTo>
                <a:lnTo>
                  <a:pt x="36575" y="25573"/>
                </a:lnTo>
                <a:cubicBezTo>
                  <a:pt x="36246" y="26578"/>
                  <a:pt x="35686" y="27352"/>
                  <a:pt x="35019" y="28135"/>
                </a:cubicBezTo>
                <a:cubicBezTo>
                  <a:pt x="34690" y="28464"/>
                  <a:pt x="34245" y="28686"/>
                  <a:pt x="33907" y="29024"/>
                </a:cubicBezTo>
                <a:cubicBezTo>
                  <a:pt x="33907" y="28241"/>
                  <a:pt x="34245" y="27467"/>
                  <a:pt x="34690" y="26907"/>
                </a:cubicBezTo>
                <a:lnTo>
                  <a:pt x="34690" y="26907"/>
                </a:lnTo>
                <a:cubicBezTo>
                  <a:pt x="33907" y="27467"/>
                  <a:pt x="33355" y="28357"/>
                  <a:pt x="33133" y="29353"/>
                </a:cubicBezTo>
                <a:lnTo>
                  <a:pt x="32466" y="29691"/>
                </a:lnTo>
                <a:cubicBezTo>
                  <a:pt x="31576" y="30136"/>
                  <a:pt x="30571" y="30358"/>
                  <a:pt x="29575" y="30465"/>
                </a:cubicBezTo>
                <a:cubicBezTo>
                  <a:pt x="29237" y="30465"/>
                  <a:pt x="28908" y="30581"/>
                  <a:pt x="28570" y="30581"/>
                </a:cubicBezTo>
                <a:cubicBezTo>
                  <a:pt x="29015" y="29691"/>
                  <a:pt x="29460" y="28908"/>
                  <a:pt x="30127" y="28241"/>
                </a:cubicBezTo>
                <a:lnTo>
                  <a:pt x="30127" y="28241"/>
                </a:lnTo>
                <a:cubicBezTo>
                  <a:pt x="29237" y="28908"/>
                  <a:pt x="28570" y="29691"/>
                  <a:pt x="27903" y="30581"/>
                </a:cubicBezTo>
                <a:lnTo>
                  <a:pt x="24345" y="30581"/>
                </a:lnTo>
                <a:lnTo>
                  <a:pt x="25235" y="29575"/>
                </a:lnTo>
                <a:cubicBezTo>
                  <a:pt x="25679" y="28908"/>
                  <a:pt x="26240" y="28135"/>
                  <a:pt x="26907" y="27574"/>
                </a:cubicBezTo>
                <a:cubicBezTo>
                  <a:pt x="27236" y="27245"/>
                  <a:pt x="27574" y="27023"/>
                  <a:pt x="27903" y="26800"/>
                </a:cubicBezTo>
                <a:cubicBezTo>
                  <a:pt x="28348" y="26578"/>
                  <a:pt x="28686" y="26356"/>
                  <a:pt x="29130" y="26133"/>
                </a:cubicBezTo>
                <a:cubicBezTo>
                  <a:pt x="29575" y="26018"/>
                  <a:pt x="29904" y="25795"/>
                  <a:pt x="30349" y="25573"/>
                </a:cubicBezTo>
                <a:cubicBezTo>
                  <a:pt x="30687" y="25351"/>
                  <a:pt x="31016" y="25022"/>
                  <a:pt x="31238" y="24684"/>
                </a:cubicBezTo>
                <a:lnTo>
                  <a:pt x="31238" y="24684"/>
                </a:lnTo>
                <a:cubicBezTo>
                  <a:pt x="31016" y="25022"/>
                  <a:pt x="30687" y="25244"/>
                  <a:pt x="30242" y="25466"/>
                </a:cubicBezTo>
                <a:cubicBezTo>
                  <a:pt x="29904" y="25689"/>
                  <a:pt x="29460" y="25795"/>
                  <a:pt x="29015" y="26018"/>
                </a:cubicBezTo>
                <a:cubicBezTo>
                  <a:pt x="28686" y="26133"/>
                  <a:pt x="28241" y="26356"/>
                  <a:pt x="27796" y="26578"/>
                </a:cubicBezTo>
                <a:cubicBezTo>
                  <a:pt x="27458" y="26800"/>
                  <a:pt x="27013" y="27023"/>
                  <a:pt x="26684" y="27352"/>
                </a:cubicBezTo>
                <a:cubicBezTo>
                  <a:pt x="26017" y="27912"/>
                  <a:pt x="25350" y="28579"/>
                  <a:pt x="24790" y="29246"/>
                </a:cubicBezTo>
                <a:lnTo>
                  <a:pt x="23571" y="30581"/>
                </a:lnTo>
                <a:lnTo>
                  <a:pt x="20236" y="30581"/>
                </a:lnTo>
                <a:cubicBezTo>
                  <a:pt x="19569" y="30687"/>
                  <a:pt x="19008" y="30803"/>
                  <a:pt x="18341" y="30910"/>
                </a:cubicBezTo>
                <a:lnTo>
                  <a:pt x="18679" y="30581"/>
                </a:lnTo>
                <a:cubicBezTo>
                  <a:pt x="20787" y="28908"/>
                  <a:pt x="23233" y="27467"/>
                  <a:pt x="25235" y="25573"/>
                </a:cubicBezTo>
                <a:cubicBezTo>
                  <a:pt x="25457" y="25466"/>
                  <a:pt x="25573" y="25244"/>
                  <a:pt x="25679" y="25128"/>
                </a:cubicBezTo>
                <a:cubicBezTo>
                  <a:pt x="27236" y="24799"/>
                  <a:pt x="28570" y="23910"/>
                  <a:pt x="29575" y="22905"/>
                </a:cubicBezTo>
                <a:cubicBezTo>
                  <a:pt x="30571" y="21793"/>
                  <a:pt x="31238" y="20352"/>
                  <a:pt x="31461" y="18902"/>
                </a:cubicBezTo>
                <a:lnTo>
                  <a:pt x="31461" y="18902"/>
                </a:lnTo>
                <a:cubicBezTo>
                  <a:pt x="31132" y="20352"/>
                  <a:pt x="30242" y="21570"/>
                  <a:pt x="29237" y="22575"/>
                </a:cubicBezTo>
                <a:cubicBezTo>
                  <a:pt x="28570" y="23127"/>
                  <a:pt x="27681" y="23572"/>
                  <a:pt x="26907" y="23910"/>
                </a:cubicBezTo>
                <a:cubicBezTo>
                  <a:pt x="28241" y="22353"/>
                  <a:pt x="29237" y="20681"/>
                  <a:pt x="30020" y="18795"/>
                </a:cubicBezTo>
                <a:cubicBezTo>
                  <a:pt x="30465" y="17906"/>
                  <a:pt x="30687" y="16901"/>
                  <a:pt x="31016" y="16011"/>
                </a:cubicBezTo>
                <a:cubicBezTo>
                  <a:pt x="31717" y="15414"/>
                  <a:pt x="32147" y="14459"/>
                  <a:pt x="32146" y="13551"/>
                </a:cubicBezTo>
                <a:lnTo>
                  <a:pt x="32146" y="13551"/>
                </a:lnTo>
                <a:cubicBezTo>
                  <a:pt x="32145" y="14418"/>
                  <a:pt x="31715" y="15181"/>
                  <a:pt x="31016" y="15682"/>
                </a:cubicBezTo>
                <a:cubicBezTo>
                  <a:pt x="31461" y="14010"/>
                  <a:pt x="31576" y="12453"/>
                  <a:pt x="31576" y="10790"/>
                </a:cubicBezTo>
                <a:lnTo>
                  <a:pt x="31576" y="10790"/>
                </a:lnTo>
                <a:cubicBezTo>
                  <a:pt x="31461" y="12569"/>
                  <a:pt x="31238" y="14232"/>
                  <a:pt x="30687" y="15904"/>
                </a:cubicBezTo>
                <a:lnTo>
                  <a:pt x="30571" y="15904"/>
                </a:lnTo>
                <a:lnTo>
                  <a:pt x="30687" y="16011"/>
                </a:lnTo>
                <a:cubicBezTo>
                  <a:pt x="30349" y="16901"/>
                  <a:pt x="30020" y="17790"/>
                  <a:pt x="29575" y="18573"/>
                </a:cubicBezTo>
                <a:cubicBezTo>
                  <a:pt x="29460" y="18902"/>
                  <a:pt x="29237" y="19124"/>
                  <a:pt x="29130" y="19347"/>
                </a:cubicBezTo>
                <a:cubicBezTo>
                  <a:pt x="28241" y="18350"/>
                  <a:pt x="27796" y="16794"/>
                  <a:pt x="28125" y="15344"/>
                </a:cubicBezTo>
                <a:lnTo>
                  <a:pt x="28125" y="15344"/>
                </a:lnTo>
                <a:cubicBezTo>
                  <a:pt x="27574" y="16901"/>
                  <a:pt x="27681" y="18680"/>
                  <a:pt x="28686" y="20129"/>
                </a:cubicBezTo>
                <a:cubicBezTo>
                  <a:pt x="27574" y="21908"/>
                  <a:pt x="26240" y="23572"/>
                  <a:pt x="24567" y="24799"/>
                </a:cubicBezTo>
                <a:cubicBezTo>
                  <a:pt x="24238" y="25128"/>
                  <a:pt x="23794" y="25466"/>
                  <a:pt x="23349" y="25689"/>
                </a:cubicBezTo>
                <a:cubicBezTo>
                  <a:pt x="22904" y="23794"/>
                  <a:pt x="23127" y="21686"/>
                  <a:pt x="24123" y="19907"/>
                </a:cubicBezTo>
                <a:lnTo>
                  <a:pt x="24123" y="19907"/>
                </a:lnTo>
                <a:cubicBezTo>
                  <a:pt x="22789" y="21686"/>
                  <a:pt x="22237" y="24016"/>
                  <a:pt x="22682" y="26240"/>
                </a:cubicBezTo>
                <a:cubicBezTo>
                  <a:pt x="21348" y="27129"/>
                  <a:pt x="19898" y="27912"/>
                  <a:pt x="18457" y="28908"/>
                </a:cubicBezTo>
                <a:cubicBezTo>
                  <a:pt x="19675" y="24354"/>
                  <a:pt x="20342" y="19569"/>
                  <a:pt x="20342" y="15015"/>
                </a:cubicBezTo>
                <a:lnTo>
                  <a:pt x="20342" y="14793"/>
                </a:lnTo>
                <a:cubicBezTo>
                  <a:pt x="20458" y="14677"/>
                  <a:pt x="20680" y="14570"/>
                  <a:pt x="21010" y="14455"/>
                </a:cubicBezTo>
                <a:cubicBezTo>
                  <a:pt x="21454" y="14232"/>
                  <a:pt x="22015" y="14010"/>
                  <a:pt x="22566" y="13788"/>
                </a:cubicBezTo>
                <a:cubicBezTo>
                  <a:pt x="23127" y="13565"/>
                  <a:pt x="23678" y="13236"/>
                  <a:pt x="24016" y="12791"/>
                </a:cubicBezTo>
                <a:cubicBezTo>
                  <a:pt x="24345" y="12231"/>
                  <a:pt x="24567" y="11680"/>
                  <a:pt x="24461" y="11119"/>
                </a:cubicBezTo>
                <a:lnTo>
                  <a:pt x="24461" y="11119"/>
                </a:lnTo>
                <a:cubicBezTo>
                  <a:pt x="24461" y="11680"/>
                  <a:pt x="24238" y="12231"/>
                  <a:pt x="23794" y="12569"/>
                </a:cubicBezTo>
                <a:cubicBezTo>
                  <a:pt x="23456" y="13014"/>
                  <a:pt x="22904" y="13120"/>
                  <a:pt x="22344" y="13343"/>
                </a:cubicBezTo>
                <a:cubicBezTo>
                  <a:pt x="21899" y="13458"/>
                  <a:pt x="21348" y="13565"/>
                  <a:pt x="20680" y="13788"/>
                </a:cubicBezTo>
                <a:cubicBezTo>
                  <a:pt x="20565" y="13788"/>
                  <a:pt x="20458" y="13903"/>
                  <a:pt x="20236" y="13903"/>
                </a:cubicBezTo>
                <a:cubicBezTo>
                  <a:pt x="20236" y="13014"/>
                  <a:pt x="20236" y="12124"/>
                  <a:pt x="20120" y="11342"/>
                </a:cubicBezTo>
                <a:lnTo>
                  <a:pt x="20120" y="9678"/>
                </a:lnTo>
                <a:cubicBezTo>
                  <a:pt x="20236" y="9563"/>
                  <a:pt x="20458" y="9456"/>
                  <a:pt x="20787" y="9340"/>
                </a:cubicBezTo>
                <a:cubicBezTo>
                  <a:pt x="20903" y="9233"/>
                  <a:pt x="21010" y="9118"/>
                  <a:pt x="21232" y="9118"/>
                </a:cubicBezTo>
                <a:cubicBezTo>
                  <a:pt x="21348" y="9011"/>
                  <a:pt x="21570" y="8895"/>
                  <a:pt x="21677" y="8789"/>
                </a:cubicBezTo>
                <a:cubicBezTo>
                  <a:pt x="22015" y="8673"/>
                  <a:pt x="22237" y="8344"/>
                  <a:pt x="22459" y="8122"/>
                </a:cubicBezTo>
                <a:cubicBezTo>
                  <a:pt x="23011" y="7561"/>
                  <a:pt x="23349" y="7010"/>
                  <a:pt x="23456" y="6343"/>
                </a:cubicBezTo>
                <a:cubicBezTo>
                  <a:pt x="23571" y="6005"/>
                  <a:pt x="23678" y="5676"/>
                  <a:pt x="23678" y="5338"/>
                </a:cubicBezTo>
                <a:cubicBezTo>
                  <a:pt x="23678" y="5009"/>
                  <a:pt x="23571" y="4671"/>
                  <a:pt x="23571" y="4341"/>
                </a:cubicBezTo>
                <a:lnTo>
                  <a:pt x="23571" y="5338"/>
                </a:lnTo>
                <a:cubicBezTo>
                  <a:pt x="23456" y="5560"/>
                  <a:pt x="23349" y="5898"/>
                  <a:pt x="23233" y="6227"/>
                </a:cubicBezTo>
                <a:cubicBezTo>
                  <a:pt x="23011" y="6787"/>
                  <a:pt x="22682" y="7339"/>
                  <a:pt x="22121" y="7784"/>
                </a:cubicBezTo>
                <a:cubicBezTo>
                  <a:pt x="21899" y="8006"/>
                  <a:pt x="21677" y="8122"/>
                  <a:pt x="21348" y="8344"/>
                </a:cubicBezTo>
                <a:cubicBezTo>
                  <a:pt x="21232" y="8344"/>
                  <a:pt x="21125" y="8451"/>
                  <a:pt x="21010" y="8451"/>
                </a:cubicBezTo>
                <a:cubicBezTo>
                  <a:pt x="20787" y="8566"/>
                  <a:pt x="20680" y="8566"/>
                  <a:pt x="20458" y="8566"/>
                </a:cubicBezTo>
                <a:cubicBezTo>
                  <a:pt x="20342" y="8673"/>
                  <a:pt x="20236" y="8673"/>
                  <a:pt x="20013" y="8789"/>
                </a:cubicBezTo>
                <a:lnTo>
                  <a:pt x="20013" y="7784"/>
                </a:lnTo>
                <a:cubicBezTo>
                  <a:pt x="20013" y="6565"/>
                  <a:pt x="20120" y="5338"/>
                  <a:pt x="20342" y="4226"/>
                </a:cubicBezTo>
                <a:cubicBezTo>
                  <a:pt x="20680" y="3114"/>
                  <a:pt x="21125" y="2002"/>
                  <a:pt x="21899" y="1113"/>
                </a:cubicBezTo>
                <a:lnTo>
                  <a:pt x="21677" y="1006"/>
                </a:lnTo>
                <a:cubicBezTo>
                  <a:pt x="20787" y="1780"/>
                  <a:pt x="20120" y="2892"/>
                  <a:pt x="19675" y="4003"/>
                </a:cubicBezTo>
                <a:cubicBezTo>
                  <a:pt x="19569" y="4341"/>
                  <a:pt x="19569" y="4564"/>
                  <a:pt x="19453" y="4893"/>
                </a:cubicBezTo>
                <a:cubicBezTo>
                  <a:pt x="19453" y="4893"/>
                  <a:pt x="19346" y="4893"/>
                  <a:pt x="19346" y="4786"/>
                </a:cubicBezTo>
                <a:cubicBezTo>
                  <a:pt x="19231" y="4671"/>
                  <a:pt x="19124" y="4564"/>
                  <a:pt x="19008" y="4341"/>
                </a:cubicBezTo>
                <a:cubicBezTo>
                  <a:pt x="18786" y="4003"/>
                  <a:pt x="18902" y="3452"/>
                  <a:pt x="18902" y="3007"/>
                </a:cubicBezTo>
                <a:cubicBezTo>
                  <a:pt x="19008" y="2447"/>
                  <a:pt x="19124" y="2002"/>
                  <a:pt x="19124" y="1451"/>
                </a:cubicBezTo>
                <a:cubicBezTo>
                  <a:pt x="19124" y="890"/>
                  <a:pt x="18902" y="339"/>
                  <a:pt x="185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23"/>
          <p:cNvSpPr/>
          <p:nvPr/>
        </p:nvSpPr>
        <p:spPr>
          <a:xfrm>
            <a:off x="1293345" y="4605750"/>
            <a:ext cx="7850761" cy="535999"/>
          </a:xfrm>
          <a:custGeom>
            <a:avLst/>
            <a:gdLst/>
            <a:ahLst/>
            <a:cxnLst/>
            <a:rect l="l" t="t" r="r" b="b"/>
            <a:pathLst>
              <a:path w="285742" h="49028" extrusionOk="0">
                <a:moveTo>
                  <a:pt x="285741" y="0"/>
                </a:moveTo>
                <a:cubicBezTo>
                  <a:pt x="271732" y="1779"/>
                  <a:pt x="253276" y="5559"/>
                  <a:pt x="229820" y="13004"/>
                </a:cubicBezTo>
                <a:cubicBezTo>
                  <a:pt x="174541" y="30372"/>
                  <a:pt x="125139" y="32997"/>
                  <a:pt x="88077" y="32997"/>
                </a:cubicBezTo>
                <a:cubicBezTo>
                  <a:pt x="81010" y="32997"/>
                  <a:pt x="74392" y="32902"/>
                  <a:pt x="68267" y="32795"/>
                </a:cubicBezTo>
                <a:cubicBezTo>
                  <a:pt x="67584" y="32781"/>
                  <a:pt x="66901" y="32774"/>
                  <a:pt x="66218" y="32774"/>
                </a:cubicBezTo>
                <a:cubicBezTo>
                  <a:pt x="39336" y="32774"/>
                  <a:pt x="12795" y="43172"/>
                  <a:pt x="0" y="49027"/>
                </a:cubicBezTo>
                <a:lnTo>
                  <a:pt x="285741" y="49027"/>
                </a:lnTo>
                <a:lnTo>
                  <a:pt x="28574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23"/>
          <p:cNvSpPr/>
          <p:nvPr/>
        </p:nvSpPr>
        <p:spPr>
          <a:xfrm>
            <a:off x="0" y="4604000"/>
            <a:ext cx="5472440" cy="539493"/>
          </a:xfrm>
          <a:custGeom>
            <a:avLst/>
            <a:gdLst/>
            <a:ahLst/>
            <a:cxnLst/>
            <a:rect l="l" t="t" r="r" b="b"/>
            <a:pathLst>
              <a:path w="71596" h="16017" extrusionOk="0">
                <a:moveTo>
                  <a:pt x="19034" y="0"/>
                </a:moveTo>
                <a:cubicBezTo>
                  <a:pt x="16196" y="0"/>
                  <a:pt x="12934" y="573"/>
                  <a:pt x="9738" y="1337"/>
                </a:cubicBezTo>
                <a:cubicBezTo>
                  <a:pt x="6370" y="2127"/>
                  <a:pt x="2218" y="2700"/>
                  <a:pt x="1" y="2986"/>
                </a:cubicBezTo>
                <a:lnTo>
                  <a:pt x="1" y="16017"/>
                </a:lnTo>
                <a:lnTo>
                  <a:pt x="71596" y="16017"/>
                </a:lnTo>
                <a:lnTo>
                  <a:pt x="71596" y="14012"/>
                </a:lnTo>
                <a:cubicBezTo>
                  <a:pt x="70737" y="14078"/>
                  <a:pt x="69679" y="14128"/>
                  <a:pt x="68535" y="14128"/>
                </a:cubicBezTo>
                <a:cubicBezTo>
                  <a:pt x="67200" y="14128"/>
                  <a:pt x="65750" y="14060"/>
                  <a:pt x="64362" y="13869"/>
                </a:cubicBezTo>
                <a:cubicBezTo>
                  <a:pt x="60141" y="13365"/>
                  <a:pt x="54413" y="9355"/>
                  <a:pt x="51904" y="8353"/>
                </a:cubicBezTo>
                <a:cubicBezTo>
                  <a:pt x="49470" y="7282"/>
                  <a:pt x="44459" y="6423"/>
                  <a:pt x="41956" y="4630"/>
                </a:cubicBezTo>
                <a:cubicBezTo>
                  <a:pt x="39447" y="2912"/>
                  <a:pt x="37156" y="2414"/>
                  <a:pt x="34006" y="2414"/>
                </a:cubicBezTo>
                <a:cubicBezTo>
                  <a:pt x="30930" y="2414"/>
                  <a:pt x="26348" y="1554"/>
                  <a:pt x="22911" y="478"/>
                </a:cubicBezTo>
                <a:cubicBezTo>
                  <a:pt x="21766" y="144"/>
                  <a:pt x="20453" y="0"/>
                  <a:pt x="190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23"/>
          <p:cNvSpPr/>
          <p:nvPr/>
        </p:nvSpPr>
        <p:spPr>
          <a:xfrm rot="-700499">
            <a:off x="133165" y="298079"/>
            <a:ext cx="975827" cy="386721"/>
          </a:xfrm>
          <a:custGeom>
            <a:avLst/>
            <a:gdLst/>
            <a:ahLst/>
            <a:cxnLst/>
            <a:rect l="l" t="t" r="r" b="b"/>
            <a:pathLst>
              <a:path w="37188" h="14739" extrusionOk="0">
                <a:moveTo>
                  <a:pt x="6922" y="1"/>
                </a:moveTo>
                <a:cubicBezTo>
                  <a:pt x="4515" y="1"/>
                  <a:pt x="1" y="4385"/>
                  <a:pt x="1" y="4385"/>
                </a:cubicBezTo>
                <a:cubicBezTo>
                  <a:pt x="1" y="4385"/>
                  <a:pt x="29" y="4382"/>
                  <a:pt x="81" y="4382"/>
                </a:cubicBezTo>
                <a:cubicBezTo>
                  <a:pt x="402" y="4382"/>
                  <a:pt x="1626" y="4479"/>
                  <a:pt x="2453" y="5889"/>
                </a:cubicBezTo>
                <a:cubicBezTo>
                  <a:pt x="3401" y="7382"/>
                  <a:pt x="2856" y="8613"/>
                  <a:pt x="2856" y="8613"/>
                </a:cubicBezTo>
                <a:cubicBezTo>
                  <a:pt x="2856" y="8613"/>
                  <a:pt x="4330" y="7631"/>
                  <a:pt x="5881" y="7631"/>
                </a:cubicBezTo>
                <a:cubicBezTo>
                  <a:pt x="6331" y="7631"/>
                  <a:pt x="6787" y="7713"/>
                  <a:pt x="7216" y="7927"/>
                </a:cubicBezTo>
                <a:cubicBezTo>
                  <a:pt x="9265" y="8886"/>
                  <a:pt x="9265" y="11065"/>
                  <a:pt x="9265" y="11065"/>
                </a:cubicBezTo>
                <a:cubicBezTo>
                  <a:pt x="9265" y="11065"/>
                  <a:pt x="10148" y="10067"/>
                  <a:pt x="11613" y="10067"/>
                </a:cubicBezTo>
                <a:cubicBezTo>
                  <a:pt x="11775" y="10067"/>
                  <a:pt x="11944" y="10079"/>
                  <a:pt x="12120" y="10106"/>
                </a:cubicBezTo>
                <a:cubicBezTo>
                  <a:pt x="13897" y="10379"/>
                  <a:pt x="14572" y="12831"/>
                  <a:pt x="14572" y="12831"/>
                </a:cubicBezTo>
                <a:cubicBezTo>
                  <a:pt x="14572" y="12831"/>
                  <a:pt x="15115" y="11970"/>
                  <a:pt x="15618" y="11970"/>
                </a:cubicBezTo>
                <a:cubicBezTo>
                  <a:pt x="15681" y="11970"/>
                  <a:pt x="15743" y="11983"/>
                  <a:pt x="15804" y="12014"/>
                </a:cubicBezTo>
                <a:cubicBezTo>
                  <a:pt x="16207" y="12155"/>
                  <a:pt x="17166" y="14193"/>
                  <a:pt x="18659" y="14738"/>
                </a:cubicBezTo>
                <a:cubicBezTo>
                  <a:pt x="20022" y="14193"/>
                  <a:pt x="20981" y="12155"/>
                  <a:pt x="21384" y="12014"/>
                </a:cubicBezTo>
                <a:cubicBezTo>
                  <a:pt x="21445" y="11983"/>
                  <a:pt x="21507" y="11970"/>
                  <a:pt x="21570" y="11970"/>
                </a:cubicBezTo>
                <a:cubicBezTo>
                  <a:pt x="22073" y="11970"/>
                  <a:pt x="22616" y="12831"/>
                  <a:pt x="22616" y="12831"/>
                </a:cubicBezTo>
                <a:cubicBezTo>
                  <a:pt x="22616" y="12831"/>
                  <a:pt x="23291" y="10379"/>
                  <a:pt x="25068" y="10106"/>
                </a:cubicBezTo>
                <a:cubicBezTo>
                  <a:pt x="25244" y="10079"/>
                  <a:pt x="25413" y="10067"/>
                  <a:pt x="25575" y="10067"/>
                </a:cubicBezTo>
                <a:cubicBezTo>
                  <a:pt x="27040" y="10067"/>
                  <a:pt x="27923" y="11065"/>
                  <a:pt x="27923" y="11065"/>
                </a:cubicBezTo>
                <a:cubicBezTo>
                  <a:pt x="27923" y="11065"/>
                  <a:pt x="27923" y="8886"/>
                  <a:pt x="29972" y="7927"/>
                </a:cubicBezTo>
                <a:cubicBezTo>
                  <a:pt x="30401" y="7713"/>
                  <a:pt x="30857" y="7631"/>
                  <a:pt x="31307" y="7631"/>
                </a:cubicBezTo>
                <a:cubicBezTo>
                  <a:pt x="32858" y="7631"/>
                  <a:pt x="34332" y="8613"/>
                  <a:pt x="34332" y="8613"/>
                </a:cubicBezTo>
                <a:cubicBezTo>
                  <a:pt x="34332" y="8613"/>
                  <a:pt x="33787" y="7382"/>
                  <a:pt x="34735" y="5889"/>
                </a:cubicBezTo>
                <a:cubicBezTo>
                  <a:pt x="35562" y="4479"/>
                  <a:pt x="36785" y="4382"/>
                  <a:pt x="37107" y="4382"/>
                </a:cubicBezTo>
                <a:cubicBezTo>
                  <a:pt x="37159" y="4382"/>
                  <a:pt x="37187" y="4385"/>
                  <a:pt x="37187" y="4385"/>
                </a:cubicBezTo>
                <a:cubicBezTo>
                  <a:pt x="37187" y="4385"/>
                  <a:pt x="32673" y="1"/>
                  <a:pt x="30266" y="1"/>
                </a:cubicBezTo>
                <a:cubicBezTo>
                  <a:pt x="30164" y="1"/>
                  <a:pt x="30066" y="9"/>
                  <a:pt x="29972" y="25"/>
                </a:cubicBezTo>
                <a:cubicBezTo>
                  <a:pt x="27520" y="439"/>
                  <a:pt x="25068" y="3709"/>
                  <a:pt x="23291" y="5202"/>
                </a:cubicBezTo>
                <a:cubicBezTo>
                  <a:pt x="21995" y="6306"/>
                  <a:pt x="21063" y="6453"/>
                  <a:pt x="20659" y="6453"/>
                </a:cubicBezTo>
                <a:cubicBezTo>
                  <a:pt x="20513" y="6453"/>
                  <a:pt x="20436" y="6433"/>
                  <a:pt x="20436" y="6433"/>
                </a:cubicBezTo>
                <a:cubicBezTo>
                  <a:pt x="20436" y="6433"/>
                  <a:pt x="21929" y="3840"/>
                  <a:pt x="21253" y="3022"/>
                </a:cubicBezTo>
                <a:lnTo>
                  <a:pt x="21253" y="3022"/>
                </a:lnTo>
                <a:cubicBezTo>
                  <a:pt x="20436" y="3436"/>
                  <a:pt x="19749" y="4657"/>
                  <a:pt x="19749" y="4657"/>
                </a:cubicBezTo>
                <a:cubicBezTo>
                  <a:pt x="19379" y="4508"/>
                  <a:pt x="18967" y="4401"/>
                  <a:pt x="18536" y="4401"/>
                </a:cubicBezTo>
                <a:cubicBezTo>
                  <a:pt x="18179" y="4401"/>
                  <a:pt x="17809" y="4474"/>
                  <a:pt x="17439" y="4657"/>
                </a:cubicBezTo>
                <a:cubicBezTo>
                  <a:pt x="17439" y="4657"/>
                  <a:pt x="16752" y="3436"/>
                  <a:pt x="15935" y="3022"/>
                </a:cubicBezTo>
                <a:lnTo>
                  <a:pt x="15935" y="3022"/>
                </a:lnTo>
                <a:cubicBezTo>
                  <a:pt x="15259" y="3840"/>
                  <a:pt x="16752" y="6433"/>
                  <a:pt x="16752" y="6433"/>
                </a:cubicBezTo>
                <a:cubicBezTo>
                  <a:pt x="16752" y="6433"/>
                  <a:pt x="16675" y="6453"/>
                  <a:pt x="16529" y="6453"/>
                </a:cubicBezTo>
                <a:cubicBezTo>
                  <a:pt x="16125" y="6453"/>
                  <a:pt x="15193" y="6306"/>
                  <a:pt x="13897" y="5202"/>
                </a:cubicBezTo>
                <a:cubicBezTo>
                  <a:pt x="12120" y="3709"/>
                  <a:pt x="9668" y="439"/>
                  <a:pt x="7216" y="25"/>
                </a:cubicBezTo>
                <a:cubicBezTo>
                  <a:pt x="7122" y="9"/>
                  <a:pt x="7024" y="1"/>
                  <a:pt x="69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23"/>
          <p:cNvSpPr/>
          <p:nvPr/>
        </p:nvSpPr>
        <p:spPr>
          <a:xfrm rot="-165714">
            <a:off x="8179401" y="215322"/>
            <a:ext cx="502752" cy="236671"/>
          </a:xfrm>
          <a:custGeom>
            <a:avLst/>
            <a:gdLst/>
            <a:ahLst/>
            <a:cxnLst/>
            <a:rect l="l" t="t" r="r" b="b"/>
            <a:pathLst>
              <a:path w="20839" h="9810" extrusionOk="0">
                <a:moveTo>
                  <a:pt x="12937" y="4905"/>
                </a:moveTo>
                <a:lnTo>
                  <a:pt x="12937" y="4905"/>
                </a:lnTo>
                <a:cubicBezTo>
                  <a:pt x="12937" y="4924"/>
                  <a:pt x="12944" y="4944"/>
                  <a:pt x="12957" y="4967"/>
                </a:cubicBezTo>
                <a:lnTo>
                  <a:pt x="12957" y="4967"/>
                </a:lnTo>
                <a:cubicBezTo>
                  <a:pt x="12951" y="4946"/>
                  <a:pt x="12944" y="4925"/>
                  <a:pt x="12937" y="4905"/>
                </a:cubicBezTo>
                <a:close/>
                <a:moveTo>
                  <a:pt x="20839" y="1"/>
                </a:moveTo>
                <a:lnTo>
                  <a:pt x="19346" y="3815"/>
                </a:lnTo>
                <a:cubicBezTo>
                  <a:pt x="19346" y="3815"/>
                  <a:pt x="18256" y="4633"/>
                  <a:pt x="17842" y="5047"/>
                </a:cubicBezTo>
                <a:cubicBezTo>
                  <a:pt x="17569" y="5319"/>
                  <a:pt x="16348" y="5723"/>
                  <a:pt x="15662" y="5995"/>
                </a:cubicBezTo>
                <a:cubicBezTo>
                  <a:pt x="15531" y="5995"/>
                  <a:pt x="15531" y="5864"/>
                  <a:pt x="15531" y="5864"/>
                </a:cubicBezTo>
                <a:lnTo>
                  <a:pt x="15531" y="5592"/>
                </a:lnTo>
                <a:cubicBezTo>
                  <a:pt x="15531" y="5178"/>
                  <a:pt x="15531" y="4502"/>
                  <a:pt x="15117" y="4088"/>
                </a:cubicBezTo>
                <a:lnTo>
                  <a:pt x="15117" y="4088"/>
                </a:lnTo>
                <a:cubicBezTo>
                  <a:pt x="15259" y="4230"/>
                  <a:pt x="14986" y="4905"/>
                  <a:pt x="14986" y="5047"/>
                </a:cubicBezTo>
                <a:cubicBezTo>
                  <a:pt x="14986" y="5178"/>
                  <a:pt x="14844" y="5178"/>
                  <a:pt x="14844" y="5319"/>
                </a:cubicBezTo>
                <a:cubicBezTo>
                  <a:pt x="14765" y="5291"/>
                  <a:pt x="14691" y="5280"/>
                  <a:pt x="14620" y="5280"/>
                </a:cubicBezTo>
                <a:cubicBezTo>
                  <a:pt x="14329" y="5280"/>
                  <a:pt x="14087" y="5478"/>
                  <a:pt x="13755" y="5592"/>
                </a:cubicBezTo>
                <a:lnTo>
                  <a:pt x="13755" y="5723"/>
                </a:lnTo>
                <a:cubicBezTo>
                  <a:pt x="13624" y="5592"/>
                  <a:pt x="13482" y="5450"/>
                  <a:pt x="13482" y="5319"/>
                </a:cubicBezTo>
                <a:cubicBezTo>
                  <a:pt x="13368" y="5319"/>
                  <a:pt x="13041" y="5114"/>
                  <a:pt x="12957" y="4967"/>
                </a:cubicBezTo>
                <a:lnTo>
                  <a:pt x="12957" y="4967"/>
                </a:lnTo>
                <a:cubicBezTo>
                  <a:pt x="13079" y="5372"/>
                  <a:pt x="13079" y="5884"/>
                  <a:pt x="13079" y="6268"/>
                </a:cubicBezTo>
                <a:lnTo>
                  <a:pt x="13210" y="6268"/>
                </a:lnTo>
                <a:cubicBezTo>
                  <a:pt x="12937" y="6540"/>
                  <a:pt x="12806" y="6682"/>
                  <a:pt x="12665" y="6954"/>
                </a:cubicBezTo>
                <a:cubicBezTo>
                  <a:pt x="12537" y="6985"/>
                  <a:pt x="12388" y="7001"/>
                  <a:pt x="12221" y="7001"/>
                </a:cubicBezTo>
                <a:cubicBezTo>
                  <a:pt x="11675" y="7001"/>
                  <a:pt x="10947" y="6827"/>
                  <a:pt x="10212" y="6409"/>
                </a:cubicBezTo>
                <a:cubicBezTo>
                  <a:pt x="8578" y="5319"/>
                  <a:pt x="8305" y="4774"/>
                  <a:pt x="8305" y="4774"/>
                </a:cubicBezTo>
                <a:cubicBezTo>
                  <a:pt x="8305" y="4774"/>
                  <a:pt x="7760" y="4774"/>
                  <a:pt x="6943" y="4360"/>
                </a:cubicBezTo>
                <a:cubicBezTo>
                  <a:pt x="6125" y="3815"/>
                  <a:pt x="3673" y="2453"/>
                  <a:pt x="3673" y="2453"/>
                </a:cubicBezTo>
                <a:cubicBezTo>
                  <a:pt x="3673" y="2453"/>
                  <a:pt x="2672" y="2167"/>
                  <a:pt x="1809" y="2167"/>
                </a:cubicBezTo>
                <a:cubicBezTo>
                  <a:pt x="1481" y="2167"/>
                  <a:pt x="1174" y="2208"/>
                  <a:pt x="949" y="2322"/>
                </a:cubicBezTo>
                <a:cubicBezTo>
                  <a:pt x="0" y="2725"/>
                  <a:pt x="0" y="2998"/>
                  <a:pt x="0" y="2998"/>
                </a:cubicBezTo>
                <a:cubicBezTo>
                  <a:pt x="0" y="2998"/>
                  <a:pt x="273" y="2862"/>
                  <a:pt x="630" y="2862"/>
                </a:cubicBezTo>
                <a:cubicBezTo>
                  <a:pt x="987" y="2862"/>
                  <a:pt x="1428" y="2998"/>
                  <a:pt x="1766" y="3543"/>
                </a:cubicBezTo>
                <a:cubicBezTo>
                  <a:pt x="2453" y="4774"/>
                  <a:pt x="2725" y="6137"/>
                  <a:pt x="2725" y="6137"/>
                </a:cubicBezTo>
                <a:cubicBezTo>
                  <a:pt x="2725" y="6137"/>
                  <a:pt x="3542" y="6137"/>
                  <a:pt x="4632" y="7085"/>
                </a:cubicBezTo>
                <a:cubicBezTo>
                  <a:pt x="5581" y="8175"/>
                  <a:pt x="5722" y="8720"/>
                  <a:pt x="5722" y="8720"/>
                </a:cubicBezTo>
                <a:cubicBezTo>
                  <a:pt x="5722" y="8720"/>
                  <a:pt x="5891" y="8699"/>
                  <a:pt x="6179" y="8699"/>
                </a:cubicBezTo>
                <a:cubicBezTo>
                  <a:pt x="6622" y="8699"/>
                  <a:pt x="7348" y="8748"/>
                  <a:pt x="8174" y="8992"/>
                </a:cubicBezTo>
                <a:cubicBezTo>
                  <a:pt x="9537" y="9406"/>
                  <a:pt x="9668" y="9810"/>
                  <a:pt x="9668" y="9810"/>
                </a:cubicBezTo>
                <a:cubicBezTo>
                  <a:pt x="9668" y="9810"/>
                  <a:pt x="10485" y="9406"/>
                  <a:pt x="11575" y="8992"/>
                </a:cubicBezTo>
                <a:cubicBezTo>
                  <a:pt x="11847" y="8861"/>
                  <a:pt x="12261" y="8720"/>
                  <a:pt x="12534" y="8589"/>
                </a:cubicBezTo>
                <a:cubicBezTo>
                  <a:pt x="12665" y="8720"/>
                  <a:pt x="12806" y="8720"/>
                  <a:pt x="12806" y="8720"/>
                </a:cubicBezTo>
                <a:cubicBezTo>
                  <a:pt x="13008" y="8791"/>
                  <a:pt x="13177" y="8826"/>
                  <a:pt x="13347" y="8826"/>
                </a:cubicBezTo>
                <a:cubicBezTo>
                  <a:pt x="13518" y="8826"/>
                  <a:pt x="13689" y="8791"/>
                  <a:pt x="13896" y="8720"/>
                </a:cubicBezTo>
                <a:cubicBezTo>
                  <a:pt x="14441" y="8589"/>
                  <a:pt x="14986" y="8175"/>
                  <a:pt x="15259" y="7499"/>
                </a:cubicBezTo>
                <a:cubicBezTo>
                  <a:pt x="16348" y="6954"/>
                  <a:pt x="17711" y="5864"/>
                  <a:pt x="17711" y="5864"/>
                </a:cubicBezTo>
                <a:cubicBezTo>
                  <a:pt x="17711" y="5864"/>
                  <a:pt x="19204" y="4774"/>
                  <a:pt x="19749" y="3957"/>
                </a:cubicBezTo>
                <a:cubicBezTo>
                  <a:pt x="20435" y="2998"/>
                  <a:pt x="20839" y="1"/>
                  <a:pt x="208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23"/>
          <p:cNvSpPr/>
          <p:nvPr/>
        </p:nvSpPr>
        <p:spPr>
          <a:xfrm rot="1077675">
            <a:off x="147025" y="801741"/>
            <a:ext cx="433837" cy="171911"/>
          </a:xfrm>
          <a:custGeom>
            <a:avLst/>
            <a:gdLst/>
            <a:ahLst/>
            <a:cxnLst/>
            <a:rect l="l" t="t" r="r" b="b"/>
            <a:pathLst>
              <a:path w="37188" h="14739" extrusionOk="0">
                <a:moveTo>
                  <a:pt x="6922" y="1"/>
                </a:moveTo>
                <a:cubicBezTo>
                  <a:pt x="4515" y="1"/>
                  <a:pt x="1" y="4385"/>
                  <a:pt x="1" y="4385"/>
                </a:cubicBezTo>
                <a:cubicBezTo>
                  <a:pt x="1" y="4385"/>
                  <a:pt x="29" y="4382"/>
                  <a:pt x="81" y="4382"/>
                </a:cubicBezTo>
                <a:cubicBezTo>
                  <a:pt x="402" y="4382"/>
                  <a:pt x="1626" y="4479"/>
                  <a:pt x="2453" y="5889"/>
                </a:cubicBezTo>
                <a:cubicBezTo>
                  <a:pt x="3401" y="7382"/>
                  <a:pt x="2856" y="8613"/>
                  <a:pt x="2856" y="8613"/>
                </a:cubicBezTo>
                <a:cubicBezTo>
                  <a:pt x="2856" y="8613"/>
                  <a:pt x="4330" y="7631"/>
                  <a:pt x="5881" y="7631"/>
                </a:cubicBezTo>
                <a:cubicBezTo>
                  <a:pt x="6331" y="7631"/>
                  <a:pt x="6787" y="7713"/>
                  <a:pt x="7216" y="7927"/>
                </a:cubicBezTo>
                <a:cubicBezTo>
                  <a:pt x="9265" y="8886"/>
                  <a:pt x="9265" y="11065"/>
                  <a:pt x="9265" y="11065"/>
                </a:cubicBezTo>
                <a:cubicBezTo>
                  <a:pt x="9265" y="11065"/>
                  <a:pt x="10148" y="10067"/>
                  <a:pt x="11613" y="10067"/>
                </a:cubicBezTo>
                <a:cubicBezTo>
                  <a:pt x="11775" y="10067"/>
                  <a:pt x="11944" y="10079"/>
                  <a:pt x="12120" y="10106"/>
                </a:cubicBezTo>
                <a:cubicBezTo>
                  <a:pt x="13897" y="10379"/>
                  <a:pt x="14572" y="12831"/>
                  <a:pt x="14572" y="12831"/>
                </a:cubicBezTo>
                <a:cubicBezTo>
                  <a:pt x="14572" y="12831"/>
                  <a:pt x="15115" y="11970"/>
                  <a:pt x="15618" y="11970"/>
                </a:cubicBezTo>
                <a:cubicBezTo>
                  <a:pt x="15681" y="11970"/>
                  <a:pt x="15743" y="11983"/>
                  <a:pt x="15804" y="12014"/>
                </a:cubicBezTo>
                <a:cubicBezTo>
                  <a:pt x="16207" y="12155"/>
                  <a:pt x="17166" y="14193"/>
                  <a:pt x="18659" y="14738"/>
                </a:cubicBezTo>
                <a:cubicBezTo>
                  <a:pt x="20022" y="14193"/>
                  <a:pt x="20981" y="12155"/>
                  <a:pt x="21384" y="12014"/>
                </a:cubicBezTo>
                <a:cubicBezTo>
                  <a:pt x="21445" y="11983"/>
                  <a:pt x="21507" y="11970"/>
                  <a:pt x="21570" y="11970"/>
                </a:cubicBezTo>
                <a:cubicBezTo>
                  <a:pt x="22073" y="11970"/>
                  <a:pt x="22616" y="12831"/>
                  <a:pt x="22616" y="12831"/>
                </a:cubicBezTo>
                <a:cubicBezTo>
                  <a:pt x="22616" y="12831"/>
                  <a:pt x="23291" y="10379"/>
                  <a:pt x="25068" y="10106"/>
                </a:cubicBezTo>
                <a:cubicBezTo>
                  <a:pt x="25244" y="10079"/>
                  <a:pt x="25413" y="10067"/>
                  <a:pt x="25575" y="10067"/>
                </a:cubicBezTo>
                <a:cubicBezTo>
                  <a:pt x="27040" y="10067"/>
                  <a:pt x="27923" y="11065"/>
                  <a:pt x="27923" y="11065"/>
                </a:cubicBezTo>
                <a:cubicBezTo>
                  <a:pt x="27923" y="11065"/>
                  <a:pt x="27923" y="8886"/>
                  <a:pt x="29972" y="7927"/>
                </a:cubicBezTo>
                <a:cubicBezTo>
                  <a:pt x="30401" y="7713"/>
                  <a:pt x="30857" y="7631"/>
                  <a:pt x="31307" y="7631"/>
                </a:cubicBezTo>
                <a:cubicBezTo>
                  <a:pt x="32858" y="7631"/>
                  <a:pt x="34332" y="8613"/>
                  <a:pt x="34332" y="8613"/>
                </a:cubicBezTo>
                <a:cubicBezTo>
                  <a:pt x="34332" y="8613"/>
                  <a:pt x="33787" y="7382"/>
                  <a:pt x="34735" y="5889"/>
                </a:cubicBezTo>
                <a:cubicBezTo>
                  <a:pt x="35562" y="4479"/>
                  <a:pt x="36785" y="4382"/>
                  <a:pt x="37107" y="4382"/>
                </a:cubicBezTo>
                <a:cubicBezTo>
                  <a:pt x="37159" y="4382"/>
                  <a:pt x="37187" y="4385"/>
                  <a:pt x="37187" y="4385"/>
                </a:cubicBezTo>
                <a:cubicBezTo>
                  <a:pt x="37187" y="4385"/>
                  <a:pt x="32673" y="1"/>
                  <a:pt x="30266" y="1"/>
                </a:cubicBezTo>
                <a:cubicBezTo>
                  <a:pt x="30164" y="1"/>
                  <a:pt x="30066" y="9"/>
                  <a:pt x="29972" y="25"/>
                </a:cubicBezTo>
                <a:cubicBezTo>
                  <a:pt x="27520" y="439"/>
                  <a:pt x="25068" y="3709"/>
                  <a:pt x="23291" y="5202"/>
                </a:cubicBezTo>
                <a:cubicBezTo>
                  <a:pt x="21995" y="6306"/>
                  <a:pt x="21063" y="6453"/>
                  <a:pt x="20659" y="6453"/>
                </a:cubicBezTo>
                <a:cubicBezTo>
                  <a:pt x="20513" y="6453"/>
                  <a:pt x="20436" y="6433"/>
                  <a:pt x="20436" y="6433"/>
                </a:cubicBezTo>
                <a:cubicBezTo>
                  <a:pt x="20436" y="6433"/>
                  <a:pt x="21929" y="3840"/>
                  <a:pt x="21253" y="3022"/>
                </a:cubicBezTo>
                <a:lnTo>
                  <a:pt x="21253" y="3022"/>
                </a:lnTo>
                <a:cubicBezTo>
                  <a:pt x="20436" y="3436"/>
                  <a:pt x="19749" y="4657"/>
                  <a:pt x="19749" y="4657"/>
                </a:cubicBezTo>
                <a:cubicBezTo>
                  <a:pt x="19379" y="4508"/>
                  <a:pt x="18967" y="4401"/>
                  <a:pt x="18536" y="4401"/>
                </a:cubicBezTo>
                <a:cubicBezTo>
                  <a:pt x="18179" y="4401"/>
                  <a:pt x="17809" y="4474"/>
                  <a:pt x="17439" y="4657"/>
                </a:cubicBezTo>
                <a:cubicBezTo>
                  <a:pt x="17439" y="4657"/>
                  <a:pt x="16752" y="3436"/>
                  <a:pt x="15935" y="3022"/>
                </a:cubicBezTo>
                <a:lnTo>
                  <a:pt x="15935" y="3022"/>
                </a:lnTo>
                <a:cubicBezTo>
                  <a:pt x="15259" y="3840"/>
                  <a:pt x="16752" y="6433"/>
                  <a:pt x="16752" y="6433"/>
                </a:cubicBezTo>
                <a:cubicBezTo>
                  <a:pt x="16752" y="6433"/>
                  <a:pt x="16675" y="6453"/>
                  <a:pt x="16529" y="6453"/>
                </a:cubicBezTo>
                <a:cubicBezTo>
                  <a:pt x="16125" y="6453"/>
                  <a:pt x="15193" y="6306"/>
                  <a:pt x="13897" y="5202"/>
                </a:cubicBezTo>
                <a:cubicBezTo>
                  <a:pt x="12120" y="3709"/>
                  <a:pt x="9668" y="439"/>
                  <a:pt x="7216" y="25"/>
                </a:cubicBezTo>
                <a:cubicBezTo>
                  <a:pt x="7122" y="9"/>
                  <a:pt x="7024" y="1"/>
                  <a:pt x="69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360"/>
        <p:cNvGrpSpPr/>
        <p:nvPr/>
      </p:nvGrpSpPr>
      <p:grpSpPr>
        <a:xfrm>
          <a:off x="0" y="0"/>
          <a:ext cx="0" cy="0"/>
          <a:chOff x="0" y="0"/>
          <a:chExt cx="0" cy="0"/>
        </a:xfrm>
      </p:grpSpPr>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1361"/>
        <p:cNvGrpSpPr/>
        <p:nvPr/>
      </p:nvGrpSpPr>
      <p:grpSpPr>
        <a:xfrm>
          <a:off x="0" y="0"/>
          <a:ext cx="0" cy="0"/>
          <a:chOff x="0" y="0"/>
          <a:chExt cx="0" cy="0"/>
        </a:xfrm>
      </p:grpSpPr>
      <p:sp>
        <p:nvSpPr>
          <p:cNvPr id="1362" name="Google Shape;1362;p26"/>
          <p:cNvSpPr txBox="1">
            <a:spLocks noGrp="1"/>
          </p:cNvSpPr>
          <p:nvPr>
            <p:ph type="title"/>
          </p:nvPr>
        </p:nvSpPr>
        <p:spPr>
          <a:xfrm>
            <a:off x="716700" y="510900"/>
            <a:ext cx="77106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15.xml"/><Relationship Id="rId1"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gradFill>
          <a:gsLst>
            <a:gs pos="0">
              <a:schemeClr val="lt1"/>
            </a:gs>
            <a:gs pos="17000">
              <a:schemeClr val="dk2"/>
            </a:gs>
            <a:gs pos="100000">
              <a:schemeClr val="lt2"/>
            </a:gs>
          </a:gsLst>
          <a:lin ang="5400012" scaled="0"/>
        </a:gra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a:effectLst>
            <a:outerShdw blurRad="57150" dist="28575" dir="5400000" algn="bl" rotWithShape="0">
              <a:schemeClr val="dk1">
                <a:alpha val="40000"/>
              </a:schemeClr>
            </a:outerShdw>
          </a:effectLst>
        </p:spPr>
        <p:txBody>
          <a:bodyPr spcFirstLastPara="1" wrap="square" lIns="91425" tIns="91425" rIns="91425" bIns="91425" anchor="t" anchorCtr="0">
            <a:noAutofit/>
          </a:bodyPr>
          <a:lstStyle>
            <a:lvl1pPr lvl="0" rtl="0">
              <a:spcBef>
                <a:spcPts val="0"/>
              </a:spcBef>
              <a:spcAft>
                <a:spcPts val="0"/>
              </a:spcAft>
              <a:buClr>
                <a:schemeClr val="dk1"/>
              </a:buClr>
              <a:buSzPts val="3500"/>
              <a:buFont typeface="Aclonica"/>
              <a:buNone/>
              <a:defRPr sz="3500">
                <a:solidFill>
                  <a:schemeClr val="dk1"/>
                </a:solidFill>
                <a:latin typeface="Aclonica"/>
                <a:ea typeface="Aclonica"/>
                <a:cs typeface="Aclonica"/>
                <a:sym typeface="Aclonica"/>
              </a:defRPr>
            </a:lvl1pPr>
            <a:lvl2pPr lvl="1" rtl="0">
              <a:spcBef>
                <a:spcPts val="0"/>
              </a:spcBef>
              <a:spcAft>
                <a:spcPts val="0"/>
              </a:spcAft>
              <a:buClr>
                <a:schemeClr val="dk1"/>
              </a:buClr>
              <a:buSzPts val="3500"/>
              <a:buFont typeface="Aclonica"/>
              <a:buNone/>
              <a:defRPr sz="3500">
                <a:solidFill>
                  <a:schemeClr val="dk1"/>
                </a:solidFill>
                <a:latin typeface="Aclonica"/>
                <a:ea typeface="Aclonica"/>
                <a:cs typeface="Aclonica"/>
                <a:sym typeface="Aclonica"/>
              </a:defRPr>
            </a:lvl2pPr>
            <a:lvl3pPr lvl="2" rtl="0">
              <a:spcBef>
                <a:spcPts val="0"/>
              </a:spcBef>
              <a:spcAft>
                <a:spcPts val="0"/>
              </a:spcAft>
              <a:buClr>
                <a:schemeClr val="dk1"/>
              </a:buClr>
              <a:buSzPts val="3500"/>
              <a:buFont typeface="Aclonica"/>
              <a:buNone/>
              <a:defRPr sz="3500">
                <a:solidFill>
                  <a:schemeClr val="dk1"/>
                </a:solidFill>
                <a:latin typeface="Aclonica"/>
                <a:ea typeface="Aclonica"/>
                <a:cs typeface="Aclonica"/>
                <a:sym typeface="Aclonica"/>
              </a:defRPr>
            </a:lvl3pPr>
            <a:lvl4pPr lvl="3" rtl="0">
              <a:spcBef>
                <a:spcPts val="0"/>
              </a:spcBef>
              <a:spcAft>
                <a:spcPts val="0"/>
              </a:spcAft>
              <a:buClr>
                <a:schemeClr val="dk1"/>
              </a:buClr>
              <a:buSzPts val="3500"/>
              <a:buFont typeface="Aclonica"/>
              <a:buNone/>
              <a:defRPr sz="3500">
                <a:solidFill>
                  <a:schemeClr val="dk1"/>
                </a:solidFill>
                <a:latin typeface="Aclonica"/>
                <a:ea typeface="Aclonica"/>
                <a:cs typeface="Aclonica"/>
                <a:sym typeface="Aclonica"/>
              </a:defRPr>
            </a:lvl4pPr>
            <a:lvl5pPr lvl="4" rtl="0">
              <a:spcBef>
                <a:spcPts val="0"/>
              </a:spcBef>
              <a:spcAft>
                <a:spcPts val="0"/>
              </a:spcAft>
              <a:buClr>
                <a:schemeClr val="dk1"/>
              </a:buClr>
              <a:buSzPts val="3500"/>
              <a:buFont typeface="Aclonica"/>
              <a:buNone/>
              <a:defRPr sz="3500">
                <a:solidFill>
                  <a:schemeClr val="dk1"/>
                </a:solidFill>
                <a:latin typeface="Aclonica"/>
                <a:ea typeface="Aclonica"/>
                <a:cs typeface="Aclonica"/>
                <a:sym typeface="Aclonica"/>
              </a:defRPr>
            </a:lvl5pPr>
            <a:lvl6pPr lvl="5" rtl="0">
              <a:spcBef>
                <a:spcPts val="0"/>
              </a:spcBef>
              <a:spcAft>
                <a:spcPts val="0"/>
              </a:spcAft>
              <a:buClr>
                <a:schemeClr val="dk1"/>
              </a:buClr>
              <a:buSzPts val="3500"/>
              <a:buFont typeface="Aclonica"/>
              <a:buNone/>
              <a:defRPr sz="3500">
                <a:solidFill>
                  <a:schemeClr val="dk1"/>
                </a:solidFill>
                <a:latin typeface="Aclonica"/>
                <a:ea typeface="Aclonica"/>
                <a:cs typeface="Aclonica"/>
                <a:sym typeface="Aclonica"/>
              </a:defRPr>
            </a:lvl6pPr>
            <a:lvl7pPr lvl="6" rtl="0">
              <a:spcBef>
                <a:spcPts val="0"/>
              </a:spcBef>
              <a:spcAft>
                <a:spcPts val="0"/>
              </a:spcAft>
              <a:buClr>
                <a:schemeClr val="dk1"/>
              </a:buClr>
              <a:buSzPts val="3500"/>
              <a:buFont typeface="Aclonica"/>
              <a:buNone/>
              <a:defRPr sz="3500">
                <a:solidFill>
                  <a:schemeClr val="dk1"/>
                </a:solidFill>
                <a:latin typeface="Aclonica"/>
                <a:ea typeface="Aclonica"/>
                <a:cs typeface="Aclonica"/>
                <a:sym typeface="Aclonica"/>
              </a:defRPr>
            </a:lvl7pPr>
            <a:lvl8pPr lvl="7" rtl="0">
              <a:spcBef>
                <a:spcPts val="0"/>
              </a:spcBef>
              <a:spcAft>
                <a:spcPts val="0"/>
              </a:spcAft>
              <a:buClr>
                <a:schemeClr val="dk1"/>
              </a:buClr>
              <a:buSzPts val="3500"/>
              <a:buFont typeface="Aclonica"/>
              <a:buNone/>
              <a:defRPr sz="3500">
                <a:solidFill>
                  <a:schemeClr val="dk1"/>
                </a:solidFill>
                <a:latin typeface="Aclonica"/>
                <a:ea typeface="Aclonica"/>
                <a:cs typeface="Aclonica"/>
                <a:sym typeface="Aclonica"/>
              </a:defRPr>
            </a:lvl8pPr>
            <a:lvl9pPr lvl="8" rtl="0">
              <a:spcBef>
                <a:spcPts val="0"/>
              </a:spcBef>
              <a:spcAft>
                <a:spcPts val="0"/>
              </a:spcAft>
              <a:buClr>
                <a:schemeClr val="dk1"/>
              </a:buClr>
              <a:buSzPts val="3500"/>
              <a:buFont typeface="Aclonica"/>
              <a:buNone/>
              <a:defRPr sz="3500">
                <a:solidFill>
                  <a:schemeClr val="dk1"/>
                </a:solidFill>
                <a:latin typeface="Aclonica"/>
                <a:ea typeface="Aclonica"/>
                <a:cs typeface="Aclonica"/>
                <a:sym typeface="Aclonica"/>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Darker Grotesque Medium"/>
              <a:buChar char="●"/>
              <a:defRPr>
                <a:solidFill>
                  <a:schemeClr val="dk1"/>
                </a:solidFill>
                <a:latin typeface="Darker Grotesque Medium"/>
                <a:ea typeface="Darker Grotesque Medium"/>
                <a:cs typeface="Darker Grotesque Medium"/>
                <a:sym typeface="Darker Grotesque Medium"/>
              </a:defRPr>
            </a:lvl1pPr>
            <a:lvl2pPr marL="914400" lvl="1" indent="-317500">
              <a:lnSpc>
                <a:spcPct val="100000"/>
              </a:lnSpc>
              <a:spcBef>
                <a:spcPts val="0"/>
              </a:spcBef>
              <a:spcAft>
                <a:spcPts val="0"/>
              </a:spcAft>
              <a:buClr>
                <a:schemeClr val="dk1"/>
              </a:buClr>
              <a:buSzPts val="1400"/>
              <a:buFont typeface="Darker Grotesque Medium"/>
              <a:buChar char="○"/>
              <a:defRPr>
                <a:solidFill>
                  <a:schemeClr val="dk1"/>
                </a:solidFill>
                <a:latin typeface="Darker Grotesque Medium"/>
                <a:ea typeface="Darker Grotesque Medium"/>
                <a:cs typeface="Darker Grotesque Medium"/>
                <a:sym typeface="Darker Grotesque Medium"/>
              </a:defRPr>
            </a:lvl2pPr>
            <a:lvl3pPr marL="1371600" lvl="2" indent="-317500">
              <a:lnSpc>
                <a:spcPct val="100000"/>
              </a:lnSpc>
              <a:spcBef>
                <a:spcPts val="0"/>
              </a:spcBef>
              <a:spcAft>
                <a:spcPts val="0"/>
              </a:spcAft>
              <a:buClr>
                <a:schemeClr val="dk1"/>
              </a:buClr>
              <a:buSzPts val="1400"/>
              <a:buFont typeface="Darker Grotesque Medium"/>
              <a:buChar char="■"/>
              <a:defRPr>
                <a:solidFill>
                  <a:schemeClr val="dk1"/>
                </a:solidFill>
                <a:latin typeface="Darker Grotesque Medium"/>
                <a:ea typeface="Darker Grotesque Medium"/>
                <a:cs typeface="Darker Grotesque Medium"/>
                <a:sym typeface="Darker Grotesque Medium"/>
              </a:defRPr>
            </a:lvl3pPr>
            <a:lvl4pPr marL="1828800" lvl="3" indent="-317500">
              <a:lnSpc>
                <a:spcPct val="100000"/>
              </a:lnSpc>
              <a:spcBef>
                <a:spcPts val="0"/>
              </a:spcBef>
              <a:spcAft>
                <a:spcPts val="0"/>
              </a:spcAft>
              <a:buClr>
                <a:schemeClr val="dk1"/>
              </a:buClr>
              <a:buSzPts val="1400"/>
              <a:buFont typeface="Darker Grotesque Medium"/>
              <a:buChar char="●"/>
              <a:defRPr>
                <a:solidFill>
                  <a:schemeClr val="dk1"/>
                </a:solidFill>
                <a:latin typeface="Darker Grotesque Medium"/>
                <a:ea typeface="Darker Grotesque Medium"/>
                <a:cs typeface="Darker Grotesque Medium"/>
                <a:sym typeface="Darker Grotesque Medium"/>
              </a:defRPr>
            </a:lvl4pPr>
            <a:lvl5pPr marL="2286000" lvl="4" indent="-317500">
              <a:lnSpc>
                <a:spcPct val="100000"/>
              </a:lnSpc>
              <a:spcBef>
                <a:spcPts val="0"/>
              </a:spcBef>
              <a:spcAft>
                <a:spcPts val="0"/>
              </a:spcAft>
              <a:buClr>
                <a:schemeClr val="dk1"/>
              </a:buClr>
              <a:buSzPts val="1400"/>
              <a:buFont typeface="Darker Grotesque Medium"/>
              <a:buChar char="○"/>
              <a:defRPr>
                <a:solidFill>
                  <a:schemeClr val="dk1"/>
                </a:solidFill>
                <a:latin typeface="Darker Grotesque Medium"/>
                <a:ea typeface="Darker Grotesque Medium"/>
                <a:cs typeface="Darker Grotesque Medium"/>
                <a:sym typeface="Darker Grotesque Medium"/>
              </a:defRPr>
            </a:lvl5pPr>
            <a:lvl6pPr marL="2743200" lvl="5" indent="-317500">
              <a:lnSpc>
                <a:spcPct val="100000"/>
              </a:lnSpc>
              <a:spcBef>
                <a:spcPts val="0"/>
              </a:spcBef>
              <a:spcAft>
                <a:spcPts val="0"/>
              </a:spcAft>
              <a:buClr>
                <a:schemeClr val="dk1"/>
              </a:buClr>
              <a:buSzPts val="1400"/>
              <a:buFont typeface="Darker Grotesque Medium"/>
              <a:buChar char="■"/>
              <a:defRPr>
                <a:solidFill>
                  <a:schemeClr val="dk1"/>
                </a:solidFill>
                <a:latin typeface="Darker Grotesque Medium"/>
                <a:ea typeface="Darker Grotesque Medium"/>
                <a:cs typeface="Darker Grotesque Medium"/>
                <a:sym typeface="Darker Grotesque Medium"/>
              </a:defRPr>
            </a:lvl6pPr>
            <a:lvl7pPr marL="3200400" lvl="6" indent="-317500">
              <a:lnSpc>
                <a:spcPct val="100000"/>
              </a:lnSpc>
              <a:spcBef>
                <a:spcPts val="0"/>
              </a:spcBef>
              <a:spcAft>
                <a:spcPts val="0"/>
              </a:spcAft>
              <a:buClr>
                <a:schemeClr val="dk1"/>
              </a:buClr>
              <a:buSzPts val="1400"/>
              <a:buFont typeface="Darker Grotesque Medium"/>
              <a:buChar char="●"/>
              <a:defRPr>
                <a:solidFill>
                  <a:schemeClr val="dk1"/>
                </a:solidFill>
                <a:latin typeface="Darker Grotesque Medium"/>
                <a:ea typeface="Darker Grotesque Medium"/>
                <a:cs typeface="Darker Grotesque Medium"/>
                <a:sym typeface="Darker Grotesque Medium"/>
              </a:defRPr>
            </a:lvl7pPr>
            <a:lvl8pPr marL="3657600" lvl="7" indent="-317500">
              <a:lnSpc>
                <a:spcPct val="100000"/>
              </a:lnSpc>
              <a:spcBef>
                <a:spcPts val="0"/>
              </a:spcBef>
              <a:spcAft>
                <a:spcPts val="0"/>
              </a:spcAft>
              <a:buClr>
                <a:schemeClr val="dk1"/>
              </a:buClr>
              <a:buSzPts val="1400"/>
              <a:buFont typeface="Darker Grotesque Medium"/>
              <a:buChar char="○"/>
              <a:defRPr>
                <a:solidFill>
                  <a:schemeClr val="dk1"/>
                </a:solidFill>
                <a:latin typeface="Darker Grotesque Medium"/>
                <a:ea typeface="Darker Grotesque Medium"/>
                <a:cs typeface="Darker Grotesque Medium"/>
                <a:sym typeface="Darker Grotesque Medium"/>
              </a:defRPr>
            </a:lvl8pPr>
            <a:lvl9pPr marL="4114800" lvl="8" indent="-317500">
              <a:lnSpc>
                <a:spcPct val="100000"/>
              </a:lnSpc>
              <a:spcBef>
                <a:spcPts val="0"/>
              </a:spcBef>
              <a:spcAft>
                <a:spcPts val="0"/>
              </a:spcAft>
              <a:buClr>
                <a:schemeClr val="dk1"/>
              </a:buClr>
              <a:buSzPts val="1400"/>
              <a:buFont typeface="Darker Grotesque Medium"/>
              <a:buChar char="■"/>
              <a:defRPr>
                <a:solidFill>
                  <a:schemeClr val="dk1"/>
                </a:solidFill>
                <a:latin typeface="Darker Grotesque Medium"/>
                <a:ea typeface="Darker Grotesque Medium"/>
                <a:cs typeface="Darker Grotesque Medium"/>
                <a:sym typeface="Darker Grotesque Medium"/>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2" r:id="rId3"/>
    <p:sldLayoutId id="2147483653" r:id="rId4"/>
    <p:sldLayoutId id="2147483655" r:id="rId5"/>
    <p:sldLayoutId id="2147483658" r:id="rId6"/>
    <p:sldLayoutId id="2147483660" r:id="rId7"/>
    <p:sldLayoutId id="2147483662" r:id="rId8"/>
    <p:sldLayoutId id="2147483663" r:id="rId9"/>
    <p:sldLayoutId id="2147483664" r:id="rId10"/>
    <p:sldLayoutId id="2147483667" r:id="rId11"/>
    <p:sldLayoutId id="2147483668" r:id="rId12"/>
    <p:sldLayoutId id="2147483669" r:id="rId13"/>
  </p:sldLayoutIdLst>
  <p:hf hdr="0" ftr="0" dt="0"/>
  <p:txStyles>
    <p:title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357"/>
        <p:cNvGrpSpPr/>
        <p:nvPr/>
      </p:nvGrpSpPr>
      <p:grpSpPr>
        <a:xfrm>
          <a:off x="0" y="0"/>
          <a:ext cx="0" cy="0"/>
          <a:chOff x="0" y="0"/>
          <a:chExt cx="0" cy="0"/>
        </a:xfrm>
      </p:grpSpPr>
      <p:sp>
        <p:nvSpPr>
          <p:cNvPr id="1358" name="Google Shape;1358;p24"/>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1359" name="Google Shape;1359;p24"/>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0" r:id="rId1"/>
    <p:sldLayoutId id="2147483671"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0.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xml"/><Relationship Id="rId1" Type="http://schemas.openxmlformats.org/officeDocument/2006/relationships/slideLayout" Target="../slideLayouts/slideLayout5.xml"/><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5.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5.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1.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hyperlink" Target="https://www.freepik.com/free-vector/halloween-elements-collection-flat-design_2888761.htm/?utm_source=slidesgo_template&amp;utm_medium=referral-link&amp;utm_campaign=sg_resources&amp;utm_content=freepik" TargetMode="External"/><Relationship Id="rId2" Type="http://schemas.openxmlformats.org/officeDocument/2006/relationships/notesSlide" Target="../notesSlides/notesSlide13.xml"/><Relationship Id="rId1" Type="http://schemas.openxmlformats.org/officeDocument/2006/relationships/slideLayout" Target="../slideLayouts/slideLayout8.xml"/></Relationships>
</file>

<file path=ppt/slides/_rels/slide14.xml.rels><?xml version="1.0" encoding="UTF-8" standalone="yes"?>
<Relationships xmlns="http://schemas.openxmlformats.org/package/2006/relationships"><Relationship Id="rId8" Type="http://schemas.openxmlformats.org/officeDocument/2006/relationships/hyperlink" Target="https://www.freepik.com/free-vector/hand-drawn-halloween-background_18038680.htm/?utm_source=slidesgo_template&amp;utm_medium=referral-link&amp;utm_campaign=sg_resources&amp;utm_content=freepik" TargetMode="External"/><Relationship Id="rId13" Type="http://schemas.openxmlformats.org/officeDocument/2006/relationships/hyperlink" Target="https://www.freepik.com/free-photo/halloween-paper-bats-window_2899972.htm/?utm_source=slidesgo_template&amp;utm_medium=referral-link&amp;utm_campaign=sg_resources&amp;utm_content=freepik" TargetMode="External"/><Relationship Id="rId3" Type="http://schemas.openxmlformats.org/officeDocument/2006/relationships/hyperlink" Target="https://www.freepik.com/free-vector/halloween-forest-background_1324826.htm/?utm_source=slidesgo_template&amp;utm_medium=referral-link&amp;utm_campaign=sg_resources&amp;utm_content=freepik" TargetMode="External"/><Relationship Id="rId7" Type="http://schemas.openxmlformats.org/officeDocument/2006/relationships/hyperlink" Target="https://www.freepik.com/free-vector/template-halloween-evil-pumpkins-witches_727399.htm/?utm_source=slidesgo_template&amp;utm_medium=referral-link&amp;utm_campaign=sg_resources&amp;utm_content=freepik" TargetMode="External"/><Relationship Id="rId12" Type="http://schemas.openxmlformats.org/officeDocument/2006/relationships/hyperlink" Target="https://www.flaticon.com/packs/halloween-44/?utm_source=slidesgo_template&amp;utm_medium=referral-link&amp;utm_campaign=sg_resources&amp;utm_content=flaticon" TargetMode="External"/><Relationship Id="rId2" Type="http://schemas.openxmlformats.org/officeDocument/2006/relationships/notesSlide" Target="../notesSlides/notesSlide14.xml"/><Relationship Id="rId1" Type="http://schemas.openxmlformats.org/officeDocument/2006/relationships/slideLayout" Target="../slideLayouts/slideLayout9.xml"/><Relationship Id="rId6" Type="http://schemas.openxmlformats.org/officeDocument/2006/relationships/hyperlink" Target="https://www.freepik.com/free-vector/flat-design-forest-landscape_20282269.htm/?utm_source=slidesgo_template&amp;utm_medium=referral-link&amp;utm_campaign=sg_resources&amp;utm_content=freepik" TargetMode="External"/><Relationship Id="rId11" Type="http://schemas.openxmlformats.org/officeDocument/2006/relationships/hyperlink" Target="https://www.freepik.com/free-vector/flat-design-usa-states-outline-map_25106229.htm/?utm_source=slidesgo_template&amp;utm_medium=referral-link&amp;utm_campaign=sg_resources&amp;utm_content=freepik" TargetMode="External"/><Relationship Id="rId5" Type="http://schemas.openxmlformats.org/officeDocument/2006/relationships/hyperlink" Target="https://www.freepik.com/free-vector/flat-design-forest-landscape_20282271.htm/?utm_source=slidesgo_template&amp;utm_medium=referral-link&amp;utm_campaign=sg_resources&amp;utm_content=freepik" TargetMode="External"/><Relationship Id="rId10" Type="http://schemas.openxmlformats.org/officeDocument/2006/relationships/hyperlink" Target="https://www.freepik.com/free-vector/set-halloween-borders_2958980.htm/?utm_source=slidesgo_template&amp;utm_medium=referral-link&amp;utm_campaign=sg_resources&amp;utm_content=freepik" TargetMode="External"/><Relationship Id="rId4" Type="http://schemas.openxmlformats.org/officeDocument/2006/relationships/hyperlink" Target="https://www.freepik.com/free-vector/flat-design-forest-landscape_20282260.htm/?utm_source=slidesgo_template&amp;utm_medium=referral-link&amp;utm_campaign=sg_resources&amp;utm_content=freepik" TargetMode="External"/><Relationship Id="rId9" Type="http://schemas.openxmlformats.org/officeDocument/2006/relationships/hyperlink" Target="https://www.freepik.com/free-vector/flat-halloween-elements-with-creepy-style_1315371.htm/?utm_source=slidesgo_template&amp;utm_medium=referral-link&amp;utm_campaign=sg_resources&amp;utm_content=freepik" TargetMode="External"/><Relationship Id="rId14" Type="http://schemas.openxmlformats.org/officeDocument/2006/relationships/hyperlink" Target="https://www.freepik.com/free-photo/nature-before-night-time_5481658.htm/?utm_source=slidesgo_template&amp;utm_medium=referral-link&amp;utm_campaign=sg_resources&amp;utm_content=freepik" TargetMode="External"/></Relationships>
</file>

<file path=ppt/slides/_rels/slide15.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15.xml"/><Relationship Id="rId1" Type="http://schemas.openxmlformats.org/officeDocument/2006/relationships/slideLayout" Target="../slideLayouts/slideLayout15.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11.xml"/></Relationships>
</file>

<file path=ppt/slides/_rels/slide16.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16.xml"/><Relationship Id="rId1" Type="http://schemas.openxmlformats.org/officeDocument/2006/relationships/slideLayout" Target="../slideLayouts/slideLayout15.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11.xml"/></Relationships>
</file>

<file path=ppt/slides/_rels/slide17.xml.rels><?xml version="1.0" encoding="UTF-8" standalone="yes"?>
<Relationships xmlns="http://schemas.openxmlformats.org/package/2006/relationships"><Relationship Id="rId3" Type="http://schemas.openxmlformats.org/officeDocument/2006/relationships/hyperlink" Target="https://fonts.google.com/specimen/Aclonica" TargetMode="External"/><Relationship Id="rId2" Type="http://schemas.openxmlformats.org/officeDocument/2006/relationships/notesSlide" Target="../notesSlides/notesSlide17.xml"/><Relationship Id="rId1" Type="http://schemas.openxmlformats.org/officeDocument/2006/relationships/slideLayout" Target="../slideLayouts/slideLayout15.xml"/><Relationship Id="rId4" Type="http://schemas.openxmlformats.org/officeDocument/2006/relationships/hyperlink" Target="https://fonts.google.com/specimen/Darker+Grotesque" TargetMode="External"/></Relationships>
</file>

<file path=ppt/slides/_rels/slide18.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7.png"/><Relationship Id="rId2" Type="http://schemas.openxmlformats.org/officeDocument/2006/relationships/notesSlide" Target="../notesSlides/notesSlide18.xml"/><Relationship Id="rId1" Type="http://schemas.openxmlformats.org/officeDocument/2006/relationships/slideLayout" Target="../slideLayouts/slideLayout15.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6.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5.png"/><Relationship Id="rId4" Type="http://schemas.openxmlformats.org/officeDocument/2006/relationships/image" Target="../media/image3.png"/><Relationship Id="rId9" Type="http://schemas.openxmlformats.org/officeDocument/2006/relationships/image" Target="../media/image4.png"/></Relationships>
</file>

<file path=ppt/slides/_rels/slide19.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19.xml"/><Relationship Id="rId1" Type="http://schemas.openxmlformats.org/officeDocument/2006/relationships/slideLayout" Target="../slideLayouts/slideLayout15.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4.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4.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4.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4.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4.xml"/></Relationships>
</file>

<file path=ppt/slides/_rels/slide25.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25.xml"/><Relationship Id="rId1" Type="http://schemas.openxmlformats.org/officeDocument/2006/relationships/slideLayout" Target="../slideLayouts/slideLayout15.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4.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4.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4.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4.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5.xml"/></Relationships>
</file>

<file path=ppt/slides/_rels/slide32.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2.xml"/><Relationship Id="rId1" Type="http://schemas.openxmlformats.org/officeDocument/2006/relationships/slideLayout" Target="../slideLayouts/slideLayout14.xml"/><Relationship Id="rId4" Type="http://schemas.openxmlformats.org/officeDocument/2006/relationships/image" Target="../media/image8.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366"/>
        <p:cNvGrpSpPr/>
        <p:nvPr/>
      </p:nvGrpSpPr>
      <p:grpSpPr>
        <a:xfrm>
          <a:off x="0" y="0"/>
          <a:ext cx="0" cy="0"/>
          <a:chOff x="0" y="0"/>
          <a:chExt cx="0" cy="0"/>
        </a:xfrm>
      </p:grpSpPr>
      <p:sp>
        <p:nvSpPr>
          <p:cNvPr id="1367" name="Google Shape;1367;p27"/>
          <p:cNvSpPr txBox="1">
            <a:spLocks noGrp="1"/>
          </p:cNvSpPr>
          <p:nvPr>
            <p:ph type="ctrTitle"/>
          </p:nvPr>
        </p:nvSpPr>
        <p:spPr>
          <a:xfrm>
            <a:off x="1610800" y="1209325"/>
            <a:ext cx="5922300" cy="1933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US" dirty="0">
                <a:solidFill>
                  <a:schemeClr val="accent4"/>
                </a:solidFill>
              </a:rPr>
              <a:t>Canadian Bat Phenology</a:t>
            </a:r>
            <a:endParaRPr dirty="0">
              <a:solidFill>
                <a:schemeClr val="accent4"/>
              </a:solidFill>
            </a:endParaRPr>
          </a:p>
        </p:txBody>
      </p:sp>
      <p:sp>
        <p:nvSpPr>
          <p:cNvPr id="1368" name="Google Shape;1368;p27"/>
          <p:cNvSpPr txBox="1">
            <a:spLocks noGrp="1"/>
          </p:cNvSpPr>
          <p:nvPr>
            <p:ph type="subTitle" idx="1"/>
          </p:nvPr>
        </p:nvSpPr>
        <p:spPr>
          <a:xfrm>
            <a:off x="1610850" y="3049313"/>
            <a:ext cx="5922300" cy="393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dirty="0"/>
              <a:t>BIS 15L Winter Group 7</a:t>
            </a:r>
          </a:p>
          <a:p>
            <a:pPr marL="0" lvl="0" indent="0" algn="ctr" rtl="0">
              <a:spcBef>
                <a:spcPts val="0"/>
              </a:spcBef>
              <a:spcAft>
                <a:spcPts val="0"/>
              </a:spcAft>
              <a:buNone/>
            </a:pPr>
            <a:r>
              <a:rPr lang="en-US" dirty="0"/>
              <a:t>By: Darius Arasteh, Wenliang Weng, and Zirui Zheng</a:t>
            </a:r>
            <a:endParaRPr dirty="0"/>
          </a:p>
        </p:txBody>
      </p:sp>
      <p:grpSp>
        <p:nvGrpSpPr>
          <p:cNvPr id="1369" name="Google Shape;1369;p27"/>
          <p:cNvGrpSpPr/>
          <p:nvPr/>
        </p:nvGrpSpPr>
        <p:grpSpPr>
          <a:xfrm rot="1800063">
            <a:off x="6212606" y="920952"/>
            <a:ext cx="1790946" cy="578970"/>
            <a:chOff x="2759921" y="986271"/>
            <a:chExt cx="1597969" cy="516585"/>
          </a:xfrm>
        </p:grpSpPr>
        <p:grpSp>
          <p:nvGrpSpPr>
            <p:cNvPr id="1370" name="Google Shape;1370;p27"/>
            <p:cNvGrpSpPr/>
            <p:nvPr/>
          </p:nvGrpSpPr>
          <p:grpSpPr>
            <a:xfrm>
              <a:off x="2759921" y="986271"/>
              <a:ext cx="1597969" cy="516585"/>
              <a:chOff x="2706275" y="1417700"/>
              <a:chExt cx="1597969" cy="516585"/>
            </a:xfrm>
          </p:grpSpPr>
          <p:sp>
            <p:nvSpPr>
              <p:cNvPr id="1371" name="Google Shape;1371;p27"/>
              <p:cNvSpPr/>
              <p:nvPr/>
            </p:nvSpPr>
            <p:spPr>
              <a:xfrm>
                <a:off x="3396814" y="1599828"/>
                <a:ext cx="217747" cy="289461"/>
              </a:xfrm>
              <a:custGeom>
                <a:avLst/>
                <a:gdLst/>
                <a:ahLst/>
                <a:cxnLst/>
                <a:rect l="l" t="t" r="r" b="b"/>
                <a:pathLst>
                  <a:path w="6267" h="8331" extrusionOk="0">
                    <a:moveTo>
                      <a:pt x="6266" y="1"/>
                    </a:moveTo>
                    <a:cubicBezTo>
                      <a:pt x="5314" y="76"/>
                      <a:pt x="4863" y="953"/>
                      <a:pt x="4712" y="1429"/>
                    </a:cubicBezTo>
                    <a:cubicBezTo>
                      <a:pt x="4401" y="1340"/>
                      <a:pt x="4084" y="1316"/>
                      <a:pt x="3828" y="1316"/>
                    </a:cubicBezTo>
                    <a:cubicBezTo>
                      <a:pt x="3508" y="1316"/>
                      <a:pt x="3284" y="1354"/>
                      <a:pt x="3284" y="1354"/>
                    </a:cubicBezTo>
                    <a:cubicBezTo>
                      <a:pt x="3284" y="1354"/>
                      <a:pt x="2557" y="1480"/>
                      <a:pt x="1981" y="1906"/>
                    </a:cubicBezTo>
                    <a:cubicBezTo>
                      <a:pt x="1721" y="1581"/>
                      <a:pt x="1126" y="1034"/>
                      <a:pt x="373" y="1034"/>
                    </a:cubicBezTo>
                    <a:cubicBezTo>
                      <a:pt x="253" y="1034"/>
                      <a:pt x="128" y="1048"/>
                      <a:pt x="1" y="1079"/>
                    </a:cubicBezTo>
                    <a:cubicBezTo>
                      <a:pt x="26" y="1079"/>
                      <a:pt x="427" y="1279"/>
                      <a:pt x="527" y="1805"/>
                    </a:cubicBezTo>
                    <a:cubicBezTo>
                      <a:pt x="627" y="2131"/>
                      <a:pt x="953" y="2858"/>
                      <a:pt x="1304" y="3409"/>
                    </a:cubicBezTo>
                    <a:cubicBezTo>
                      <a:pt x="1329" y="3535"/>
                      <a:pt x="2206" y="6116"/>
                      <a:pt x="2256" y="6242"/>
                    </a:cubicBezTo>
                    <a:cubicBezTo>
                      <a:pt x="2638" y="7172"/>
                      <a:pt x="3725" y="8331"/>
                      <a:pt x="4412" y="8331"/>
                    </a:cubicBezTo>
                    <a:cubicBezTo>
                      <a:pt x="4446" y="8331"/>
                      <a:pt x="4480" y="8328"/>
                      <a:pt x="4512" y="8322"/>
                    </a:cubicBezTo>
                    <a:cubicBezTo>
                      <a:pt x="5164" y="8221"/>
                      <a:pt x="5865" y="6668"/>
                      <a:pt x="5890" y="5615"/>
                    </a:cubicBezTo>
                    <a:cubicBezTo>
                      <a:pt x="5890" y="5465"/>
                      <a:pt x="5865" y="2733"/>
                      <a:pt x="5840" y="2607"/>
                    </a:cubicBezTo>
                    <a:cubicBezTo>
                      <a:pt x="5966" y="1981"/>
                      <a:pt x="6066" y="1204"/>
                      <a:pt x="6016" y="853"/>
                    </a:cubicBezTo>
                    <a:cubicBezTo>
                      <a:pt x="5966" y="327"/>
                      <a:pt x="6266" y="1"/>
                      <a:pt x="626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27"/>
              <p:cNvSpPr/>
              <p:nvPr/>
            </p:nvSpPr>
            <p:spPr>
              <a:xfrm>
                <a:off x="2706275" y="1558031"/>
                <a:ext cx="793089" cy="376254"/>
              </a:xfrm>
              <a:custGeom>
                <a:avLst/>
                <a:gdLst/>
                <a:ahLst/>
                <a:cxnLst/>
                <a:rect l="l" t="t" r="r" b="b"/>
                <a:pathLst>
                  <a:path w="22826" h="10829" extrusionOk="0">
                    <a:moveTo>
                      <a:pt x="14663" y="1"/>
                    </a:moveTo>
                    <a:cubicBezTo>
                      <a:pt x="14663" y="1"/>
                      <a:pt x="14663" y="1"/>
                      <a:pt x="14663" y="1"/>
                    </a:cubicBezTo>
                    <a:lnTo>
                      <a:pt x="14663" y="1"/>
                    </a:lnTo>
                    <a:cubicBezTo>
                      <a:pt x="14663" y="1"/>
                      <a:pt x="14663" y="1"/>
                      <a:pt x="14663" y="1"/>
                    </a:cubicBezTo>
                    <a:close/>
                    <a:moveTo>
                      <a:pt x="142" y="5494"/>
                    </a:moveTo>
                    <a:lnTo>
                      <a:pt x="142" y="5494"/>
                    </a:lnTo>
                    <a:cubicBezTo>
                      <a:pt x="92" y="5532"/>
                      <a:pt x="45" y="5572"/>
                      <a:pt x="1" y="5615"/>
                    </a:cubicBezTo>
                    <a:cubicBezTo>
                      <a:pt x="18" y="5609"/>
                      <a:pt x="65" y="5566"/>
                      <a:pt x="142" y="5494"/>
                    </a:cubicBezTo>
                    <a:close/>
                    <a:moveTo>
                      <a:pt x="22762" y="10652"/>
                    </a:moveTo>
                    <a:lnTo>
                      <a:pt x="22762" y="10652"/>
                    </a:lnTo>
                    <a:cubicBezTo>
                      <a:pt x="22777" y="10685"/>
                      <a:pt x="22792" y="10719"/>
                      <a:pt x="22808" y="10753"/>
                    </a:cubicBezTo>
                    <a:cubicBezTo>
                      <a:pt x="22825" y="10747"/>
                      <a:pt x="22807" y="10710"/>
                      <a:pt x="22762" y="10652"/>
                    </a:cubicBezTo>
                    <a:close/>
                    <a:moveTo>
                      <a:pt x="14663" y="1"/>
                    </a:moveTo>
                    <a:lnTo>
                      <a:pt x="14663" y="1"/>
                    </a:lnTo>
                    <a:cubicBezTo>
                      <a:pt x="5587" y="231"/>
                      <a:pt x="998" y="4694"/>
                      <a:pt x="142" y="5494"/>
                    </a:cubicBezTo>
                    <a:lnTo>
                      <a:pt x="142" y="5494"/>
                    </a:lnTo>
                    <a:cubicBezTo>
                      <a:pt x="639" y="5117"/>
                      <a:pt x="1442" y="4960"/>
                      <a:pt x="2355" y="4960"/>
                    </a:cubicBezTo>
                    <a:cubicBezTo>
                      <a:pt x="3410" y="4960"/>
                      <a:pt x="4613" y="5169"/>
                      <a:pt x="5665" y="5490"/>
                    </a:cubicBezTo>
                    <a:cubicBezTo>
                      <a:pt x="7744" y="6084"/>
                      <a:pt x="9261" y="7069"/>
                      <a:pt x="9371" y="7069"/>
                    </a:cubicBezTo>
                    <a:cubicBezTo>
                      <a:pt x="9372" y="7069"/>
                      <a:pt x="9373" y="7069"/>
                      <a:pt x="9374" y="7069"/>
                    </a:cubicBezTo>
                    <a:cubicBezTo>
                      <a:pt x="8903" y="6126"/>
                      <a:pt x="9383" y="5751"/>
                      <a:pt x="10245" y="5751"/>
                    </a:cubicBezTo>
                    <a:cubicBezTo>
                      <a:pt x="11033" y="5751"/>
                      <a:pt x="12141" y="6064"/>
                      <a:pt x="13134" y="6542"/>
                    </a:cubicBezTo>
                    <a:cubicBezTo>
                      <a:pt x="15307" y="7506"/>
                      <a:pt x="16994" y="9175"/>
                      <a:pt x="17139" y="9175"/>
                    </a:cubicBezTo>
                    <a:cubicBezTo>
                      <a:pt x="17141" y="9175"/>
                      <a:pt x="17142" y="9175"/>
                      <a:pt x="17144" y="9174"/>
                    </a:cubicBezTo>
                    <a:cubicBezTo>
                      <a:pt x="16855" y="8334"/>
                      <a:pt x="17089" y="8010"/>
                      <a:pt x="17538" y="8010"/>
                    </a:cubicBezTo>
                    <a:cubicBezTo>
                      <a:pt x="17948" y="8010"/>
                      <a:pt x="18536" y="8278"/>
                      <a:pt x="19074" y="8673"/>
                    </a:cubicBezTo>
                    <a:cubicBezTo>
                      <a:pt x="20241" y="9492"/>
                      <a:pt x="21162" y="10828"/>
                      <a:pt x="21203" y="10828"/>
                    </a:cubicBezTo>
                    <a:cubicBezTo>
                      <a:pt x="21203" y="10828"/>
                      <a:pt x="21204" y="10828"/>
                      <a:pt x="21204" y="10828"/>
                    </a:cubicBezTo>
                    <a:cubicBezTo>
                      <a:pt x="20937" y="9950"/>
                      <a:pt x="21061" y="9660"/>
                      <a:pt x="21331" y="9660"/>
                    </a:cubicBezTo>
                    <a:cubicBezTo>
                      <a:pt x="21758" y="9660"/>
                      <a:pt x="22553" y="10381"/>
                      <a:pt x="22762" y="10652"/>
                    </a:cubicBezTo>
                    <a:lnTo>
                      <a:pt x="22762" y="10652"/>
                    </a:lnTo>
                    <a:cubicBezTo>
                      <a:pt x="22065" y="9078"/>
                      <a:pt x="22285" y="8005"/>
                      <a:pt x="22457" y="7269"/>
                    </a:cubicBezTo>
                    <a:cubicBezTo>
                      <a:pt x="22432" y="7194"/>
                      <a:pt x="22382" y="7119"/>
                      <a:pt x="22357" y="7043"/>
                    </a:cubicBezTo>
                    <a:cubicBezTo>
                      <a:pt x="21881" y="5840"/>
                      <a:pt x="21329" y="4612"/>
                      <a:pt x="20953" y="3635"/>
                    </a:cubicBezTo>
                    <a:cubicBezTo>
                      <a:pt x="17671" y="2758"/>
                      <a:pt x="14639" y="2"/>
                      <a:pt x="146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27"/>
              <p:cNvSpPr/>
              <p:nvPr/>
            </p:nvSpPr>
            <p:spPr>
              <a:xfrm>
                <a:off x="3589261" y="1417700"/>
                <a:ext cx="714983" cy="493066"/>
              </a:xfrm>
              <a:custGeom>
                <a:avLst/>
                <a:gdLst/>
                <a:ahLst/>
                <a:cxnLst/>
                <a:rect l="l" t="t" r="r" b="b"/>
                <a:pathLst>
                  <a:path w="20578" h="14191" extrusionOk="0">
                    <a:moveTo>
                      <a:pt x="20402" y="1544"/>
                    </a:moveTo>
                    <a:cubicBezTo>
                      <a:pt x="20500" y="1585"/>
                      <a:pt x="20558" y="1609"/>
                      <a:pt x="20577" y="1609"/>
                    </a:cubicBezTo>
                    <a:cubicBezTo>
                      <a:pt x="20521" y="1584"/>
                      <a:pt x="20463" y="1563"/>
                      <a:pt x="20402" y="1544"/>
                    </a:cubicBezTo>
                    <a:close/>
                    <a:moveTo>
                      <a:pt x="12648" y="1"/>
                    </a:moveTo>
                    <a:cubicBezTo>
                      <a:pt x="10436" y="1"/>
                      <a:pt x="7823" y="335"/>
                      <a:pt x="4888" y="1308"/>
                    </a:cubicBezTo>
                    <a:cubicBezTo>
                      <a:pt x="4888" y="1308"/>
                      <a:pt x="2958" y="4917"/>
                      <a:pt x="176" y="6847"/>
                    </a:cubicBezTo>
                    <a:cubicBezTo>
                      <a:pt x="151" y="7900"/>
                      <a:pt x="51" y="9253"/>
                      <a:pt x="1" y="10531"/>
                    </a:cubicBezTo>
                    <a:cubicBezTo>
                      <a:pt x="1" y="10631"/>
                      <a:pt x="1" y="10707"/>
                      <a:pt x="1" y="10807"/>
                    </a:cubicBezTo>
                    <a:cubicBezTo>
                      <a:pt x="418" y="11421"/>
                      <a:pt x="981" y="12373"/>
                      <a:pt x="837" y="14087"/>
                    </a:cubicBezTo>
                    <a:lnTo>
                      <a:pt x="837" y="14087"/>
                    </a:lnTo>
                    <a:cubicBezTo>
                      <a:pt x="952" y="13741"/>
                      <a:pt x="1548" y="12645"/>
                      <a:pt x="1967" y="12645"/>
                    </a:cubicBezTo>
                    <a:cubicBezTo>
                      <a:pt x="2178" y="12645"/>
                      <a:pt x="2344" y="12923"/>
                      <a:pt x="2382" y="13714"/>
                    </a:cubicBezTo>
                    <a:cubicBezTo>
                      <a:pt x="2432" y="13714"/>
                      <a:pt x="2833" y="12135"/>
                      <a:pt x="3660" y="10982"/>
                    </a:cubicBezTo>
                    <a:cubicBezTo>
                      <a:pt x="4108" y="10303"/>
                      <a:pt x="4689" y="9774"/>
                      <a:pt x="5105" y="9774"/>
                    </a:cubicBezTo>
                    <a:cubicBezTo>
                      <a:pt x="5412" y="9774"/>
                      <a:pt x="5629" y="10060"/>
                      <a:pt x="5640" y="10782"/>
                    </a:cubicBezTo>
                    <a:cubicBezTo>
                      <a:pt x="5640" y="10782"/>
                      <a:pt x="5641" y="10782"/>
                      <a:pt x="5641" y="10782"/>
                    </a:cubicBezTo>
                    <a:cubicBezTo>
                      <a:pt x="5752" y="10782"/>
                      <a:pt x="6777" y="8592"/>
                      <a:pt x="8522" y="6947"/>
                    </a:cubicBezTo>
                    <a:cubicBezTo>
                      <a:pt x="9520" y="5918"/>
                      <a:pt x="10809" y="5093"/>
                      <a:pt x="11580" y="5093"/>
                    </a:cubicBezTo>
                    <a:cubicBezTo>
                      <a:pt x="12048" y="5093"/>
                      <a:pt x="12326" y="5397"/>
                      <a:pt x="12231" y="6145"/>
                    </a:cubicBezTo>
                    <a:cubicBezTo>
                      <a:pt x="12232" y="6145"/>
                      <a:pt x="12233" y="6145"/>
                      <a:pt x="12234" y="6145"/>
                    </a:cubicBezTo>
                    <a:cubicBezTo>
                      <a:pt x="12350" y="6145"/>
                      <a:pt x="13424" y="4681"/>
                      <a:pt x="15189" y="3438"/>
                    </a:cubicBezTo>
                    <a:cubicBezTo>
                      <a:pt x="16600" y="2375"/>
                      <a:pt x="18462" y="1461"/>
                      <a:pt x="19781" y="1461"/>
                    </a:cubicBezTo>
                    <a:cubicBezTo>
                      <a:pt x="20005" y="1461"/>
                      <a:pt x="20214" y="1488"/>
                      <a:pt x="20402" y="1544"/>
                    </a:cubicBezTo>
                    <a:lnTo>
                      <a:pt x="20402" y="1544"/>
                    </a:lnTo>
                    <a:cubicBezTo>
                      <a:pt x="19691" y="1245"/>
                      <a:pt x="16916" y="1"/>
                      <a:pt x="12648" y="1"/>
                    </a:cubicBezTo>
                    <a:close/>
                    <a:moveTo>
                      <a:pt x="837" y="14087"/>
                    </a:moveTo>
                    <a:cubicBezTo>
                      <a:pt x="816" y="14152"/>
                      <a:pt x="811" y="14190"/>
                      <a:pt x="828" y="14190"/>
                    </a:cubicBezTo>
                    <a:cubicBezTo>
                      <a:pt x="831" y="14156"/>
                      <a:pt x="834" y="14121"/>
                      <a:pt x="837" y="14087"/>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 name="Google Shape;1374;p27"/>
            <p:cNvGrpSpPr/>
            <p:nvPr/>
          </p:nvGrpSpPr>
          <p:grpSpPr>
            <a:xfrm>
              <a:off x="3518934" y="1237549"/>
              <a:ext cx="114969" cy="62784"/>
              <a:chOff x="3467344" y="1694749"/>
              <a:chExt cx="114969" cy="62784"/>
            </a:xfrm>
          </p:grpSpPr>
          <p:sp>
            <p:nvSpPr>
              <p:cNvPr id="1375" name="Google Shape;1375;p27"/>
              <p:cNvSpPr/>
              <p:nvPr/>
            </p:nvSpPr>
            <p:spPr>
              <a:xfrm>
                <a:off x="3545727" y="1694749"/>
                <a:ext cx="36586" cy="56634"/>
              </a:xfrm>
              <a:custGeom>
                <a:avLst/>
                <a:gdLst/>
                <a:ahLst/>
                <a:cxnLst/>
                <a:rect l="l" t="t" r="r" b="b"/>
                <a:pathLst>
                  <a:path w="1053" h="1630" extrusionOk="0">
                    <a:moveTo>
                      <a:pt x="828" y="1"/>
                    </a:moveTo>
                    <a:cubicBezTo>
                      <a:pt x="627" y="552"/>
                      <a:pt x="76" y="853"/>
                      <a:pt x="76" y="853"/>
                    </a:cubicBezTo>
                    <a:cubicBezTo>
                      <a:pt x="51" y="1103"/>
                      <a:pt x="25" y="1379"/>
                      <a:pt x="0" y="1630"/>
                    </a:cubicBezTo>
                    <a:cubicBezTo>
                      <a:pt x="1053" y="1304"/>
                      <a:pt x="828" y="1"/>
                      <a:pt x="8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27"/>
              <p:cNvSpPr/>
              <p:nvPr/>
            </p:nvSpPr>
            <p:spPr>
              <a:xfrm>
                <a:off x="3467344" y="1713928"/>
                <a:ext cx="46211" cy="43605"/>
              </a:xfrm>
              <a:custGeom>
                <a:avLst/>
                <a:gdLst/>
                <a:ahLst/>
                <a:cxnLst/>
                <a:rect l="l" t="t" r="r" b="b"/>
                <a:pathLst>
                  <a:path w="1330" h="1255" extrusionOk="0">
                    <a:moveTo>
                      <a:pt x="1" y="0"/>
                    </a:moveTo>
                    <a:lnTo>
                      <a:pt x="1" y="0"/>
                    </a:lnTo>
                    <a:cubicBezTo>
                      <a:pt x="1" y="0"/>
                      <a:pt x="218" y="1255"/>
                      <a:pt x="1268" y="1255"/>
                    </a:cubicBezTo>
                    <a:cubicBezTo>
                      <a:pt x="1288" y="1255"/>
                      <a:pt x="1308" y="1254"/>
                      <a:pt x="1329" y="1253"/>
                    </a:cubicBezTo>
                    <a:cubicBezTo>
                      <a:pt x="1204" y="1003"/>
                      <a:pt x="1104" y="777"/>
                      <a:pt x="978" y="526"/>
                    </a:cubicBezTo>
                    <a:cubicBezTo>
                      <a:pt x="978" y="526"/>
                      <a:pt x="377" y="45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77" name="Google Shape;1377;p27"/>
          <p:cNvGrpSpPr/>
          <p:nvPr/>
        </p:nvGrpSpPr>
        <p:grpSpPr>
          <a:xfrm>
            <a:off x="1201717" y="1268983"/>
            <a:ext cx="1368847" cy="864923"/>
            <a:chOff x="1201717" y="1268983"/>
            <a:chExt cx="1368847" cy="864923"/>
          </a:xfrm>
        </p:grpSpPr>
        <p:sp>
          <p:nvSpPr>
            <p:cNvPr id="1378" name="Google Shape;1378;p27"/>
            <p:cNvSpPr/>
            <p:nvPr/>
          </p:nvSpPr>
          <p:spPr>
            <a:xfrm rot="-1046606">
              <a:off x="1248174" y="1448595"/>
              <a:ext cx="1275932" cy="505700"/>
            </a:xfrm>
            <a:custGeom>
              <a:avLst/>
              <a:gdLst/>
              <a:ahLst/>
              <a:cxnLst/>
              <a:rect l="l" t="t" r="r" b="b"/>
              <a:pathLst>
                <a:path w="37188" h="14739" extrusionOk="0">
                  <a:moveTo>
                    <a:pt x="6922" y="1"/>
                  </a:moveTo>
                  <a:cubicBezTo>
                    <a:pt x="4515" y="1"/>
                    <a:pt x="1" y="4385"/>
                    <a:pt x="1" y="4385"/>
                  </a:cubicBezTo>
                  <a:cubicBezTo>
                    <a:pt x="1" y="4385"/>
                    <a:pt x="29" y="4382"/>
                    <a:pt x="81" y="4382"/>
                  </a:cubicBezTo>
                  <a:cubicBezTo>
                    <a:pt x="402" y="4382"/>
                    <a:pt x="1626" y="4479"/>
                    <a:pt x="2453" y="5889"/>
                  </a:cubicBezTo>
                  <a:cubicBezTo>
                    <a:pt x="3401" y="7382"/>
                    <a:pt x="2856" y="8613"/>
                    <a:pt x="2856" y="8613"/>
                  </a:cubicBezTo>
                  <a:cubicBezTo>
                    <a:pt x="2856" y="8613"/>
                    <a:pt x="4330" y="7631"/>
                    <a:pt x="5881" y="7631"/>
                  </a:cubicBezTo>
                  <a:cubicBezTo>
                    <a:pt x="6331" y="7631"/>
                    <a:pt x="6787" y="7713"/>
                    <a:pt x="7216" y="7927"/>
                  </a:cubicBezTo>
                  <a:cubicBezTo>
                    <a:pt x="9265" y="8886"/>
                    <a:pt x="9265" y="11065"/>
                    <a:pt x="9265" y="11065"/>
                  </a:cubicBezTo>
                  <a:cubicBezTo>
                    <a:pt x="9265" y="11065"/>
                    <a:pt x="10148" y="10067"/>
                    <a:pt x="11613" y="10067"/>
                  </a:cubicBezTo>
                  <a:cubicBezTo>
                    <a:pt x="11775" y="10067"/>
                    <a:pt x="11944" y="10079"/>
                    <a:pt x="12120" y="10106"/>
                  </a:cubicBezTo>
                  <a:cubicBezTo>
                    <a:pt x="13897" y="10379"/>
                    <a:pt x="14572" y="12831"/>
                    <a:pt x="14572" y="12831"/>
                  </a:cubicBezTo>
                  <a:cubicBezTo>
                    <a:pt x="14572" y="12831"/>
                    <a:pt x="15115" y="11970"/>
                    <a:pt x="15618" y="11970"/>
                  </a:cubicBezTo>
                  <a:cubicBezTo>
                    <a:pt x="15681" y="11970"/>
                    <a:pt x="15743" y="11983"/>
                    <a:pt x="15804" y="12014"/>
                  </a:cubicBezTo>
                  <a:cubicBezTo>
                    <a:pt x="16207" y="12155"/>
                    <a:pt x="17166" y="14193"/>
                    <a:pt x="18659" y="14738"/>
                  </a:cubicBezTo>
                  <a:cubicBezTo>
                    <a:pt x="20022" y="14193"/>
                    <a:pt x="20981" y="12155"/>
                    <a:pt x="21384" y="12014"/>
                  </a:cubicBezTo>
                  <a:cubicBezTo>
                    <a:pt x="21445" y="11983"/>
                    <a:pt x="21507" y="11970"/>
                    <a:pt x="21570" y="11970"/>
                  </a:cubicBezTo>
                  <a:cubicBezTo>
                    <a:pt x="22073" y="11970"/>
                    <a:pt x="22616" y="12831"/>
                    <a:pt x="22616" y="12831"/>
                  </a:cubicBezTo>
                  <a:cubicBezTo>
                    <a:pt x="22616" y="12831"/>
                    <a:pt x="23291" y="10379"/>
                    <a:pt x="25068" y="10106"/>
                  </a:cubicBezTo>
                  <a:cubicBezTo>
                    <a:pt x="25244" y="10079"/>
                    <a:pt x="25413" y="10067"/>
                    <a:pt x="25575" y="10067"/>
                  </a:cubicBezTo>
                  <a:cubicBezTo>
                    <a:pt x="27040" y="10067"/>
                    <a:pt x="27923" y="11065"/>
                    <a:pt x="27923" y="11065"/>
                  </a:cubicBezTo>
                  <a:cubicBezTo>
                    <a:pt x="27923" y="11065"/>
                    <a:pt x="27923" y="8886"/>
                    <a:pt x="29972" y="7927"/>
                  </a:cubicBezTo>
                  <a:cubicBezTo>
                    <a:pt x="30401" y="7713"/>
                    <a:pt x="30857" y="7631"/>
                    <a:pt x="31307" y="7631"/>
                  </a:cubicBezTo>
                  <a:cubicBezTo>
                    <a:pt x="32858" y="7631"/>
                    <a:pt x="34332" y="8613"/>
                    <a:pt x="34332" y="8613"/>
                  </a:cubicBezTo>
                  <a:cubicBezTo>
                    <a:pt x="34332" y="8613"/>
                    <a:pt x="33787" y="7382"/>
                    <a:pt x="34735" y="5889"/>
                  </a:cubicBezTo>
                  <a:cubicBezTo>
                    <a:pt x="35562" y="4479"/>
                    <a:pt x="36785" y="4382"/>
                    <a:pt x="37107" y="4382"/>
                  </a:cubicBezTo>
                  <a:cubicBezTo>
                    <a:pt x="37159" y="4382"/>
                    <a:pt x="37187" y="4385"/>
                    <a:pt x="37187" y="4385"/>
                  </a:cubicBezTo>
                  <a:cubicBezTo>
                    <a:pt x="37187" y="4385"/>
                    <a:pt x="32673" y="1"/>
                    <a:pt x="30266" y="1"/>
                  </a:cubicBezTo>
                  <a:cubicBezTo>
                    <a:pt x="30164" y="1"/>
                    <a:pt x="30066" y="9"/>
                    <a:pt x="29972" y="25"/>
                  </a:cubicBezTo>
                  <a:cubicBezTo>
                    <a:pt x="27520" y="439"/>
                    <a:pt x="25068" y="3709"/>
                    <a:pt x="23291" y="5202"/>
                  </a:cubicBezTo>
                  <a:cubicBezTo>
                    <a:pt x="21995" y="6306"/>
                    <a:pt x="21063" y="6453"/>
                    <a:pt x="20659" y="6453"/>
                  </a:cubicBezTo>
                  <a:cubicBezTo>
                    <a:pt x="20513" y="6453"/>
                    <a:pt x="20436" y="6433"/>
                    <a:pt x="20436" y="6433"/>
                  </a:cubicBezTo>
                  <a:cubicBezTo>
                    <a:pt x="20436" y="6433"/>
                    <a:pt x="21929" y="3840"/>
                    <a:pt x="21253" y="3022"/>
                  </a:cubicBezTo>
                  <a:lnTo>
                    <a:pt x="21253" y="3022"/>
                  </a:lnTo>
                  <a:cubicBezTo>
                    <a:pt x="20436" y="3436"/>
                    <a:pt x="19749" y="4657"/>
                    <a:pt x="19749" y="4657"/>
                  </a:cubicBezTo>
                  <a:cubicBezTo>
                    <a:pt x="19379" y="4508"/>
                    <a:pt x="18967" y="4401"/>
                    <a:pt x="18536" y="4401"/>
                  </a:cubicBezTo>
                  <a:cubicBezTo>
                    <a:pt x="18179" y="4401"/>
                    <a:pt x="17809" y="4474"/>
                    <a:pt x="17439" y="4657"/>
                  </a:cubicBezTo>
                  <a:cubicBezTo>
                    <a:pt x="17439" y="4657"/>
                    <a:pt x="16752" y="3436"/>
                    <a:pt x="15935" y="3022"/>
                  </a:cubicBezTo>
                  <a:lnTo>
                    <a:pt x="15935" y="3022"/>
                  </a:lnTo>
                  <a:cubicBezTo>
                    <a:pt x="15259" y="3840"/>
                    <a:pt x="16752" y="6433"/>
                    <a:pt x="16752" y="6433"/>
                  </a:cubicBezTo>
                  <a:cubicBezTo>
                    <a:pt x="16752" y="6433"/>
                    <a:pt x="16675" y="6453"/>
                    <a:pt x="16529" y="6453"/>
                  </a:cubicBezTo>
                  <a:cubicBezTo>
                    <a:pt x="16125" y="6453"/>
                    <a:pt x="15193" y="6306"/>
                    <a:pt x="13897" y="5202"/>
                  </a:cubicBezTo>
                  <a:cubicBezTo>
                    <a:pt x="12120" y="3709"/>
                    <a:pt x="9668" y="439"/>
                    <a:pt x="7216" y="25"/>
                  </a:cubicBezTo>
                  <a:cubicBezTo>
                    <a:pt x="7122" y="9"/>
                    <a:pt x="7024" y="1"/>
                    <a:pt x="69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9" name="Google Shape;1379;p27"/>
            <p:cNvGrpSpPr/>
            <p:nvPr/>
          </p:nvGrpSpPr>
          <p:grpSpPr>
            <a:xfrm rot="-586787">
              <a:off x="1821950" y="1627359"/>
              <a:ext cx="93810" cy="51229"/>
              <a:chOff x="3467344" y="1694749"/>
              <a:chExt cx="114969" cy="62784"/>
            </a:xfrm>
          </p:grpSpPr>
          <p:sp>
            <p:nvSpPr>
              <p:cNvPr id="1380" name="Google Shape;1380;p27"/>
              <p:cNvSpPr/>
              <p:nvPr/>
            </p:nvSpPr>
            <p:spPr>
              <a:xfrm>
                <a:off x="3545727" y="1694749"/>
                <a:ext cx="36586" cy="56634"/>
              </a:xfrm>
              <a:custGeom>
                <a:avLst/>
                <a:gdLst/>
                <a:ahLst/>
                <a:cxnLst/>
                <a:rect l="l" t="t" r="r" b="b"/>
                <a:pathLst>
                  <a:path w="1053" h="1630" extrusionOk="0">
                    <a:moveTo>
                      <a:pt x="828" y="1"/>
                    </a:moveTo>
                    <a:cubicBezTo>
                      <a:pt x="627" y="552"/>
                      <a:pt x="76" y="853"/>
                      <a:pt x="76" y="853"/>
                    </a:cubicBezTo>
                    <a:cubicBezTo>
                      <a:pt x="51" y="1103"/>
                      <a:pt x="25" y="1379"/>
                      <a:pt x="0" y="1630"/>
                    </a:cubicBezTo>
                    <a:cubicBezTo>
                      <a:pt x="1053" y="1304"/>
                      <a:pt x="828" y="1"/>
                      <a:pt x="8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27"/>
              <p:cNvSpPr/>
              <p:nvPr/>
            </p:nvSpPr>
            <p:spPr>
              <a:xfrm>
                <a:off x="3467344" y="1713928"/>
                <a:ext cx="46211" cy="43605"/>
              </a:xfrm>
              <a:custGeom>
                <a:avLst/>
                <a:gdLst/>
                <a:ahLst/>
                <a:cxnLst/>
                <a:rect l="l" t="t" r="r" b="b"/>
                <a:pathLst>
                  <a:path w="1330" h="1255" extrusionOk="0">
                    <a:moveTo>
                      <a:pt x="1" y="0"/>
                    </a:moveTo>
                    <a:lnTo>
                      <a:pt x="1" y="0"/>
                    </a:lnTo>
                    <a:cubicBezTo>
                      <a:pt x="1" y="0"/>
                      <a:pt x="218" y="1255"/>
                      <a:pt x="1268" y="1255"/>
                    </a:cubicBezTo>
                    <a:cubicBezTo>
                      <a:pt x="1288" y="1255"/>
                      <a:pt x="1308" y="1254"/>
                      <a:pt x="1329" y="1253"/>
                    </a:cubicBezTo>
                    <a:cubicBezTo>
                      <a:pt x="1204" y="1003"/>
                      <a:pt x="1104" y="777"/>
                      <a:pt x="978" y="526"/>
                    </a:cubicBezTo>
                    <a:cubicBezTo>
                      <a:pt x="978" y="526"/>
                      <a:pt x="377" y="45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82" name="Google Shape;1382;p27"/>
          <p:cNvSpPr/>
          <p:nvPr/>
        </p:nvSpPr>
        <p:spPr>
          <a:xfrm rot="1449643">
            <a:off x="1114915" y="660757"/>
            <a:ext cx="442025" cy="175191"/>
          </a:xfrm>
          <a:custGeom>
            <a:avLst/>
            <a:gdLst/>
            <a:ahLst/>
            <a:cxnLst/>
            <a:rect l="l" t="t" r="r" b="b"/>
            <a:pathLst>
              <a:path w="37188" h="14739" extrusionOk="0">
                <a:moveTo>
                  <a:pt x="6922" y="1"/>
                </a:moveTo>
                <a:cubicBezTo>
                  <a:pt x="4515" y="1"/>
                  <a:pt x="1" y="4385"/>
                  <a:pt x="1" y="4385"/>
                </a:cubicBezTo>
                <a:cubicBezTo>
                  <a:pt x="1" y="4385"/>
                  <a:pt x="29" y="4382"/>
                  <a:pt x="81" y="4382"/>
                </a:cubicBezTo>
                <a:cubicBezTo>
                  <a:pt x="402" y="4382"/>
                  <a:pt x="1626" y="4479"/>
                  <a:pt x="2453" y="5889"/>
                </a:cubicBezTo>
                <a:cubicBezTo>
                  <a:pt x="3401" y="7382"/>
                  <a:pt x="2856" y="8613"/>
                  <a:pt x="2856" y="8613"/>
                </a:cubicBezTo>
                <a:cubicBezTo>
                  <a:pt x="2856" y="8613"/>
                  <a:pt x="4330" y="7631"/>
                  <a:pt x="5881" y="7631"/>
                </a:cubicBezTo>
                <a:cubicBezTo>
                  <a:pt x="6331" y="7631"/>
                  <a:pt x="6787" y="7713"/>
                  <a:pt x="7216" y="7927"/>
                </a:cubicBezTo>
                <a:cubicBezTo>
                  <a:pt x="9265" y="8886"/>
                  <a:pt x="9265" y="11065"/>
                  <a:pt x="9265" y="11065"/>
                </a:cubicBezTo>
                <a:cubicBezTo>
                  <a:pt x="9265" y="11065"/>
                  <a:pt x="10148" y="10067"/>
                  <a:pt x="11613" y="10067"/>
                </a:cubicBezTo>
                <a:cubicBezTo>
                  <a:pt x="11775" y="10067"/>
                  <a:pt x="11944" y="10079"/>
                  <a:pt x="12120" y="10106"/>
                </a:cubicBezTo>
                <a:cubicBezTo>
                  <a:pt x="13897" y="10379"/>
                  <a:pt x="14572" y="12831"/>
                  <a:pt x="14572" y="12831"/>
                </a:cubicBezTo>
                <a:cubicBezTo>
                  <a:pt x="14572" y="12831"/>
                  <a:pt x="15115" y="11970"/>
                  <a:pt x="15618" y="11970"/>
                </a:cubicBezTo>
                <a:cubicBezTo>
                  <a:pt x="15681" y="11970"/>
                  <a:pt x="15743" y="11983"/>
                  <a:pt x="15804" y="12014"/>
                </a:cubicBezTo>
                <a:cubicBezTo>
                  <a:pt x="16207" y="12155"/>
                  <a:pt x="17166" y="14193"/>
                  <a:pt x="18659" y="14738"/>
                </a:cubicBezTo>
                <a:cubicBezTo>
                  <a:pt x="20022" y="14193"/>
                  <a:pt x="20981" y="12155"/>
                  <a:pt x="21384" y="12014"/>
                </a:cubicBezTo>
                <a:cubicBezTo>
                  <a:pt x="21445" y="11983"/>
                  <a:pt x="21507" y="11970"/>
                  <a:pt x="21570" y="11970"/>
                </a:cubicBezTo>
                <a:cubicBezTo>
                  <a:pt x="22073" y="11970"/>
                  <a:pt x="22616" y="12831"/>
                  <a:pt x="22616" y="12831"/>
                </a:cubicBezTo>
                <a:cubicBezTo>
                  <a:pt x="22616" y="12831"/>
                  <a:pt x="23291" y="10379"/>
                  <a:pt x="25068" y="10106"/>
                </a:cubicBezTo>
                <a:cubicBezTo>
                  <a:pt x="25244" y="10079"/>
                  <a:pt x="25413" y="10067"/>
                  <a:pt x="25575" y="10067"/>
                </a:cubicBezTo>
                <a:cubicBezTo>
                  <a:pt x="27040" y="10067"/>
                  <a:pt x="27923" y="11065"/>
                  <a:pt x="27923" y="11065"/>
                </a:cubicBezTo>
                <a:cubicBezTo>
                  <a:pt x="27923" y="11065"/>
                  <a:pt x="27923" y="8886"/>
                  <a:pt x="29972" y="7927"/>
                </a:cubicBezTo>
                <a:cubicBezTo>
                  <a:pt x="30401" y="7713"/>
                  <a:pt x="30857" y="7631"/>
                  <a:pt x="31307" y="7631"/>
                </a:cubicBezTo>
                <a:cubicBezTo>
                  <a:pt x="32858" y="7631"/>
                  <a:pt x="34332" y="8613"/>
                  <a:pt x="34332" y="8613"/>
                </a:cubicBezTo>
                <a:cubicBezTo>
                  <a:pt x="34332" y="8613"/>
                  <a:pt x="33787" y="7382"/>
                  <a:pt x="34735" y="5889"/>
                </a:cubicBezTo>
                <a:cubicBezTo>
                  <a:pt x="35562" y="4479"/>
                  <a:pt x="36785" y="4382"/>
                  <a:pt x="37107" y="4382"/>
                </a:cubicBezTo>
                <a:cubicBezTo>
                  <a:pt x="37159" y="4382"/>
                  <a:pt x="37187" y="4385"/>
                  <a:pt x="37187" y="4385"/>
                </a:cubicBezTo>
                <a:cubicBezTo>
                  <a:pt x="37187" y="4385"/>
                  <a:pt x="32673" y="1"/>
                  <a:pt x="30266" y="1"/>
                </a:cubicBezTo>
                <a:cubicBezTo>
                  <a:pt x="30164" y="1"/>
                  <a:pt x="30066" y="9"/>
                  <a:pt x="29972" y="25"/>
                </a:cubicBezTo>
                <a:cubicBezTo>
                  <a:pt x="27520" y="439"/>
                  <a:pt x="25068" y="3709"/>
                  <a:pt x="23291" y="5202"/>
                </a:cubicBezTo>
                <a:cubicBezTo>
                  <a:pt x="21995" y="6306"/>
                  <a:pt x="21063" y="6453"/>
                  <a:pt x="20659" y="6453"/>
                </a:cubicBezTo>
                <a:cubicBezTo>
                  <a:pt x="20513" y="6453"/>
                  <a:pt x="20436" y="6433"/>
                  <a:pt x="20436" y="6433"/>
                </a:cubicBezTo>
                <a:cubicBezTo>
                  <a:pt x="20436" y="6433"/>
                  <a:pt x="21929" y="3840"/>
                  <a:pt x="21253" y="3022"/>
                </a:cubicBezTo>
                <a:lnTo>
                  <a:pt x="21253" y="3022"/>
                </a:lnTo>
                <a:cubicBezTo>
                  <a:pt x="20436" y="3436"/>
                  <a:pt x="19749" y="4657"/>
                  <a:pt x="19749" y="4657"/>
                </a:cubicBezTo>
                <a:cubicBezTo>
                  <a:pt x="19379" y="4508"/>
                  <a:pt x="18967" y="4401"/>
                  <a:pt x="18536" y="4401"/>
                </a:cubicBezTo>
                <a:cubicBezTo>
                  <a:pt x="18179" y="4401"/>
                  <a:pt x="17809" y="4474"/>
                  <a:pt x="17439" y="4657"/>
                </a:cubicBezTo>
                <a:cubicBezTo>
                  <a:pt x="17439" y="4657"/>
                  <a:pt x="16752" y="3436"/>
                  <a:pt x="15935" y="3022"/>
                </a:cubicBezTo>
                <a:lnTo>
                  <a:pt x="15935" y="3022"/>
                </a:lnTo>
                <a:cubicBezTo>
                  <a:pt x="15259" y="3840"/>
                  <a:pt x="16752" y="6433"/>
                  <a:pt x="16752" y="6433"/>
                </a:cubicBezTo>
                <a:cubicBezTo>
                  <a:pt x="16752" y="6433"/>
                  <a:pt x="16675" y="6453"/>
                  <a:pt x="16529" y="6453"/>
                </a:cubicBezTo>
                <a:cubicBezTo>
                  <a:pt x="16125" y="6453"/>
                  <a:pt x="15193" y="6306"/>
                  <a:pt x="13897" y="5202"/>
                </a:cubicBezTo>
                <a:cubicBezTo>
                  <a:pt x="12120" y="3709"/>
                  <a:pt x="9668" y="439"/>
                  <a:pt x="7216" y="25"/>
                </a:cubicBezTo>
                <a:cubicBezTo>
                  <a:pt x="7122" y="9"/>
                  <a:pt x="7024" y="1"/>
                  <a:pt x="69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27"/>
          <p:cNvSpPr/>
          <p:nvPr/>
        </p:nvSpPr>
        <p:spPr>
          <a:xfrm rot="1919000">
            <a:off x="8172440" y="1233610"/>
            <a:ext cx="516674" cy="243225"/>
          </a:xfrm>
          <a:custGeom>
            <a:avLst/>
            <a:gdLst/>
            <a:ahLst/>
            <a:cxnLst/>
            <a:rect l="l" t="t" r="r" b="b"/>
            <a:pathLst>
              <a:path w="20839" h="9810" extrusionOk="0">
                <a:moveTo>
                  <a:pt x="12937" y="4905"/>
                </a:moveTo>
                <a:lnTo>
                  <a:pt x="12937" y="4905"/>
                </a:lnTo>
                <a:cubicBezTo>
                  <a:pt x="12937" y="4924"/>
                  <a:pt x="12944" y="4944"/>
                  <a:pt x="12957" y="4967"/>
                </a:cubicBezTo>
                <a:lnTo>
                  <a:pt x="12957" y="4967"/>
                </a:lnTo>
                <a:cubicBezTo>
                  <a:pt x="12951" y="4946"/>
                  <a:pt x="12944" y="4925"/>
                  <a:pt x="12937" y="4905"/>
                </a:cubicBezTo>
                <a:close/>
                <a:moveTo>
                  <a:pt x="20839" y="1"/>
                </a:moveTo>
                <a:lnTo>
                  <a:pt x="19346" y="3815"/>
                </a:lnTo>
                <a:cubicBezTo>
                  <a:pt x="19346" y="3815"/>
                  <a:pt x="18256" y="4633"/>
                  <a:pt x="17842" y="5047"/>
                </a:cubicBezTo>
                <a:cubicBezTo>
                  <a:pt x="17569" y="5319"/>
                  <a:pt x="16348" y="5723"/>
                  <a:pt x="15662" y="5995"/>
                </a:cubicBezTo>
                <a:cubicBezTo>
                  <a:pt x="15531" y="5995"/>
                  <a:pt x="15531" y="5864"/>
                  <a:pt x="15531" y="5864"/>
                </a:cubicBezTo>
                <a:lnTo>
                  <a:pt x="15531" y="5592"/>
                </a:lnTo>
                <a:cubicBezTo>
                  <a:pt x="15531" y="5178"/>
                  <a:pt x="15531" y="4502"/>
                  <a:pt x="15117" y="4088"/>
                </a:cubicBezTo>
                <a:lnTo>
                  <a:pt x="15117" y="4088"/>
                </a:lnTo>
                <a:cubicBezTo>
                  <a:pt x="15259" y="4230"/>
                  <a:pt x="14986" y="4905"/>
                  <a:pt x="14986" y="5047"/>
                </a:cubicBezTo>
                <a:cubicBezTo>
                  <a:pt x="14986" y="5178"/>
                  <a:pt x="14844" y="5178"/>
                  <a:pt x="14844" y="5319"/>
                </a:cubicBezTo>
                <a:cubicBezTo>
                  <a:pt x="14765" y="5291"/>
                  <a:pt x="14691" y="5280"/>
                  <a:pt x="14620" y="5280"/>
                </a:cubicBezTo>
                <a:cubicBezTo>
                  <a:pt x="14329" y="5280"/>
                  <a:pt x="14087" y="5478"/>
                  <a:pt x="13755" y="5592"/>
                </a:cubicBezTo>
                <a:lnTo>
                  <a:pt x="13755" y="5723"/>
                </a:lnTo>
                <a:cubicBezTo>
                  <a:pt x="13624" y="5592"/>
                  <a:pt x="13482" y="5450"/>
                  <a:pt x="13482" y="5319"/>
                </a:cubicBezTo>
                <a:cubicBezTo>
                  <a:pt x="13368" y="5319"/>
                  <a:pt x="13041" y="5114"/>
                  <a:pt x="12957" y="4967"/>
                </a:cubicBezTo>
                <a:lnTo>
                  <a:pt x="12957" y="4967"/>
                </a:lnTo>
                <a:cubicBezTo>
                  <a:pt x="13079" y="5372"/>
                  <a:pt x="13079" y="5884"/>
                  <a:pt x="13079" y="6268"/>
                </a:cubicBezTo>
                <a:lnTo>
                  <a:pt x="13210" y="6268"/>
                </a:lnTo>
                <a:cubicBezTo>
                  <a:pt x="12937" y="6540"/>
                  <a:pt x="12806" y="6682"/>
                  <a:pt x="12665" y="6954"/>
                </a:cubicBezTo>
                <a:cubicBezTo>
                  <a:pt x="12537" y="6985"/>
                  <a:pt x="12388" y="7001"/>
                  <a:pt x="12221" y="7001"/>
                </a:cubicBezTo>
                <a:cubicBezTo>
                  <a:pt x="11675" y="7001"/>
                  <a:pt x="10947" y="6827"/>
                  <a:pt x="10212" y="6409"/>
                </a:cubicBezTo>
                <a:cubicBezTo>
                  <a:pt x="8578" y="5319"/>
                  <a:pt x="8305" y="4774"/>
                  <a:pt x="8305" y="4774"/>
                </a:cubicBezTo>
                <a:cubicBezTo>
                  <a:pt x="8305" y="4774"/>
                  <a:pt x="7760" y="4774"/>
                  <a:pt x="6943" y="4360"/>
                </a:cubicBezTo>
                <a:cubicBezTo>
                  <a:pt x="6125" y="3815"/>
                  <a:pt x="3673" y="2453"/>
                  <a:pt x="3673" y="2453"/>
                </a:cubicBezTo>
                <a:cubicBezTo>
                  <a:pt x="3673" y="2453"/>
                  <a:pt x="2672" y="2167"/>
                  <a:pt x="1809" y="2167"/>
                </a:cubicBezTo>
                <a:cubicBezTo>
                  <a:pt x="1481" y="2167"/>
                  <a:pt x="1174" y="2208"/>
                  <a:pt x="949" y="2322"/>
                </a:cubicBezTo>
                <a:cubicBezTo>
                  <a:pt x="0" y="2725"/>
                  <a:pt x="0" y="2998"/>
                  <a:pt x="0" y="2998"/>
                </a:cubicBezTo>
                <a:cubicBezTo>
                  <a:pt x="0" y="2998"/>
                  <a:pt x="273" y="2862"/>
                  <a:pt x="630" y="2862"/>
                </a:cubicBezTo>
                <a:cubicBezTo>
                  <a:pt x="987" y="2862"/>
                  <a:pt x="1428" y="2998"/>
                  <a:pt x="1766" y="3543"/>
                </a:cubicBezTo>
                <a:cubicBezTo>
                  <a:pt x="2453" y="4774"/>
                  <a:pt x="2725" y="6137"/>
                  <a:pt x="2725" y="6137"/>
                </a:cubicBezTo>
                <a:cubicBezTo>
                  <a:pt x="2725" y="6137"/>
                  <a:pt x="3542" y="6137"/>
                  <a:pt x="4632" y="7085"/>
                </a:cubicBezTo>
                <a:cubicBezTo>
                  <a:pt x="5581" y="8175"/>
                  <a:pt x="5722" y="8720"/>
                  <a:pt x="5722" y="8720"/>
                </a:cubicBezTo>
                <a:cubicBezTo>
                  <a:pt x="5722" y="8720"/>
                  <a:pt x="5891" y="8699"/>
                  <a:pt x="6179" y="8699"/>
                </a:cubicBezTo>
                <a:cubicBezTo>
                  <a:pt x="6622" y="8699"/>
                  <a:pt x="7348" y="8748"/>
                  <a:pt x="8174" y="8992"/>
                </a:cubicBezTo>
                <a:cubicBezTo>
                  <a:pt x="9537" y="9406"/>
                  <a:pt x="9668" y="9810"/>
                  <a:pt x="9668" y="9810"/>
                </a:cubicBezTo>
                <a:cubicBezTo>
                  <a:pt x="9668" y="9810"/>
                  <a:pt x="10485" y="9406"/>
                  <a:pt x="11575" y="8992"/>
                </a:cubicBezTo>
                <a:cubicBezTo>
                  <a:pt x="11847" y="8861"/>
                  <a:pt x="12261" y="8720"/>
                  <a:pt x="12534" y="8589"/>
                </a:cubicBezTo>
                <a:cubicBezTo>
                  <a:pt x="12665" y="8720"/>
                  <a:pt x="12806" y="8720"/>
                  <a:pt x="12806" y="8720"/>
                </a:cubicBezTo>
                <a:cubicBezTo>
                  <a:pt x="13008" y="8791"/>
                  <a:pt x="13177" y="8826"/>
                  <a:pt x="13347" y="8826"/>
                </a:cubicBezTo>
                <a:cubicBezTo>
                  <a:pt x="13518" y="8826"/>
                  <a:pt x="13689" y="8791"/>
                  <a:pt x="13896" y="8720"/>
                </a:cubicBezTo>
                <a:cubicBezTo>
                  <a:pt x="14441" y="8589"/>
                  <a:pt x="14986" y="8175"/>
                  <a:pt x="15259" y="7499"/>
                </a:cubicBezTo>
                <a:cubicBezTo>
                  <a:pt x="16348" y="6954"/>
                  <a:pt x="17711" y="5864"/>
                  <a:pt x="17711" y="5864"/>
                </a:cubicBezTo>
                <a:cubicBezTo>
                  <a:pt x="17711" y="5864"/>
                  <a:pt x="19204" y="4774"/>
                  <a:pt x="19749" y="3957"/>
                </a:cubicBezTo>
                <a:cubicBezTo>
                  <a:pt x="20435" y="2998"/>
                  <a:pt x="20839" y="1"/>
                  <a:pt x="208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501"/>
        <p:cNvGrpSpPr/>
        <p:nvPr/>
      </p:nvGrpSpPr>
      <p:grpSpPr>
        <a:xfrm>
          <a:off x="0" y="0"/>
          <a:ext cx="0" cy="0"/>
          <a:chOff x="0" y="0"/>
          <a:chExt cx="0" cy="0"/>
        </a:xfrm>
      </p:grpSpPr>
      <p:sp>
        <p:nvSpPr>
          <p:cNvPr id="1510" name="Google Shape;1510;p34"/>
          <p:cNvSpPr/>
          <p:nvPr/>
        </p:nvSpPr>
        <p:spPr>
          <a:xfrm>
            <a:off x="3167245" y="1883997"/>
            <a:ext cx="650400" cy="650400"/>
          </a:xfrm>
          <a:prstGeom prst="ellipse">
            <a:avLst/>
          </a:prstGeom>
          <a:solidFill>
            <a:srgbClr val="A07FBE">
              <a:alpha val="3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02" name="Google Shape;1502;p34"/>
          <p:cNvSpPr txBox="1">
            <a:spLocks noGrp="1"/>
          </p:cNvSpPr>
          <p:nvPr>
            <p:ph type="title"/>
          </p:nvPr>
        </p:nvSpPr>
        <p:spPr>
          <a:xfrm>
            <a:off x="720000" y="445025"/>
            <a:ext cx="7704000" cy="572700"/>
          </a:xfrm>
          <a:prstGeom prst="rect">
            <a:avLst/>
          </a:prstGeom>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dirty="0"/>
              <a:t>Agenda</a:t>
            </a:r>
            <a:endParaRPr dirty="0"/>
          </a:p>
        </p:txBody>
      </p:sp>
      <p:sp>
        <p:nvSpPr>
          <p:cNvPr id="1506" name="Google Shape;1506;p34"/>
          <p:cNvSpPr txBox="1">
            <a:spLocks noGrp="1"/>
          </p:cNvSpPr>
          <p:nvPr>
            <p:ph type="subTitle" idx="4"/>
          </p:nvPr>
        </p:nvSpPr>
        <p:spPr>
          <a:xfrm>
            <a:off x="289933" y="3057873"/>
            <a:ext cx="2172600" cy="447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t>Data Exploration</a:t>
            </a:r>
            <a:endParaRPr dirty="0"/>
          </a:p>
        </p:txBody>
      </p:sp>
      <p:sp>
        <p:nvSpPr>
          <p:cNvPr id="1507" name="Google Shape;1507;p34"/>
          <p:cNvSpPr txBox="1">
            <a:spLocks noGrp="1"/>
          </p:cNvSpPr>
          <p:nvPr>
            <p:ph type="subTitle" idx="5"/>
          </p:nvPr>
        </p:nvSpPr>
        <p:spPr>
          <a:xfrm>
            <a:off x="6404995" y="2985110"/>
            <a:ext cx="2567709" cy="447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US" dirty="0"/>
              <a:t>Morpho and Spatial App</a:t>
            </a:r>
            <a:endParaRPr dirty="0"/>
          </a:p>
        </p:txBody>
      </p:sp>
      <p:sp>
        <p:nvSpPr>
          <p:cNvPr id="1508" name="Google Shape;1508;p34"/>
          <p:cNvSpPr txBox="1">
            <a:spLocks noGrp="1"/>
          </p:cNvSpPr>
          <p:nvPr>
            <p:ph type="subTitle" idx="6"/>
          </p:nvPr>
        </p:nvSpPr>
        <p:spPr>
          <a:xfrm>
            <a:off x="2462533" y="2689549"/>
            <a:ext cx="2172600" cy="447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US" dirty="0"/>
              <a:t>Site Type App</a:t>
            </a:r>
            <a:endParaRPr dirty="0"/>
          </a:p>
        </p:txBody>
      </p:sp>
      <p:sp>
        <p:nvSpPr>
          <p:cNvPr id="1509" name="Google Shape;1509;p34"/>
          <p:cNvSpPr/>
          <p:nvPr/>
        </p:nvSpPr>
        <p:spPr>
          <a:xfrm>
            <a:off x="1014716" y="1870394"/>
            <a:ext cx="650400" cy="650400"/>
          </a:xfrm>
          <a:prstGeom prst="ellipse">
            <a:avLst/>
          </a:prstGeom>
          <a:solidFill>
            <a:srgbClr val="A07FBE">
              <a:alpha val="3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34"/>
          <p:cNvSpPr/>
          <p:nvPr/>
        </p:nvSpPr>
        <p:spPr>
          <a:xfrm>
            <a:off x="5189961" y="1877195"/>
            <a:ext cx="650400" cy="650400"/>
          </a:xfrm>
          <a:prstGeom prst="ellipse">
            <a:avLst/>
          </a:prstGeom>
          <a:solidFill>
            <a:srgbClr val="A07FBE">
              <a:alpha val="3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 name="Google Shape;8920;p62">
            <a:extLst>
              <a:ext uri="{FF2B5EF4-FFF2-40B4-BE49-F238E27FC236}">
                <a16:creationId xmlns:a16="http://schemas.microsoft.com/office/drawing/2014/main" id="{4D0893FB-8588-7616-9C40-B77AE2076748}"/>
              </a:ext>
            </a:extLst>
          </p:cNvPr>
          <p:cNvGrpSpPr/>
          <p:nvPr/>
        </p:nvGrpSpPr>
        <p:grpSpPr>
          <a:xfrm>
            <a:off x="1167257" y="2085774"/>
            <a:ext cx="420475" cy="326491"/>
            <a:chOff x="2617693" y="3817325"/>
            <a:chExt cx="420475" cy="326491"/>
          </a:xfrm>
        </p:grpSpPr>
        <p:sp>
          <p:nvSpPr>
            <p:cNvPr id="4" name="Google Shape;8921;p62">
              <a:extLst>
                <a:ext uri="{FF2B5EF4-FFF2-40B4-BE49-F238E27FC236}">
                  <a16:creationId xmlns:a16="http://schemas.microsoft.com/office/drawing/2014/main" id="{7B181C94-E724-95AA-6EC7-40DC0681064F}"/>
                </a:ext>
              </a:extLst>
            </p:cNvPr>
            <p:cNvSpPr/>
            <p:nvPr/>
          </p:nvSpPr>
          <p:spPr>
            <a:xfrm>
              <a:off x="2688542" y="3845712"/>
              <a:ext cx="337047" cy="217170"/>
            </a:xfrm>
            <a:custGeom>
              <a:avLst/>
              <a:gdLst/>
              <a:ahLst/>
              <a:cxnLst/>
              <a:rect l="l" t="t" r="r" b="b"/>
              <a:pathLst>
                <a:path w="12835" h="8270" extrusionOk="0">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 name="Google Shape;8922;p62">
              <a:extLst>
                <a:ext uri="{FF2B5EF4-FFF2-40B4-BE49-F238E27FC236}">
                  <a16:creationId xmlns:a16="http://schemas.microsoft.com/office/drawing/2014/main" id="{6E8C5C0B-E9FE-DF1E-B3BD-0C46FDFCBFE8}"/>
                </a:ext>
              </a:extLst>
            </p:cNvPr>
            <p:cNvSpPr/>
            <p:nvPr/>
          </p:nvSpPr>
          <p:spPr>
            <a:xfrm>
              <a:off x="2734786" y="4063119"/>
              <a:ext cx="57089" cy="27153"/>
            </a:xfrm>
            <a:custGeom>
              <a:avLst/>
              <a:gdLst/>
              <a:ahLst/>
              <a:cxnLst/>
              <a:rect l="l" t="t" r="r" b="b"/>
              <a:pathLst>
                <a:path w="2174" h="1034" extrusionOk="0">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8923;p62">
              <a:extLst>
                <a:ext uri="{FF2B5EF4-FFF2-40B4-BE49-F238E27FC236}">
                  <a16:creationId xmlns:a16="http://schemas.microsoft.com/office/drawing/2014/main" id="{0C091AD2-BF17-EC48-1C71-F5370C5BC512}"/>
                </a:ext>
              </a:extLst>
            </p:cNvPr>
            <p:cNvSpPr/>
            <p:nvPr/>
          </p:nvSpPr>
          <p:spPr>
            <a:xfrm>
              <a:off x="2747864" y="3991981"/>
              <a:ext cx="44012" cy="70902"/>
            </a:xfrm>
            <a:custGeom>
              <a:avLst/>
              <a:gdLst/>
              <a:ahLst/>
              <a:cxnLst/>
              <a:rect l="l" t="t" r="r" b="b"/>
              <a:pathLst>
                <a:path w="1676" h="2700" extrusionOk="0">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 name="Google Shape;8924;p62">
              <a:extLst>
                <a:ext uri="{FF2B5EF4-FFF2-40B4-BE49-F238E27FC236}">
                  <a16:creationId xmlns:a16="http://schemas.microsoft.com/office/drawing/2014/main" id="{E7E5F8C4-6697-AFA4-BBB5-4044F0495C01}"/>
                </a:ext>
              </a:extLst>
            </p:cNvPr>
            <p:cNvSpPr/>
            <p:nvPr/>
          </p:nvSpPr>
          <p:spPr>
            <a:xfrm>
              <a:off x="2692823" y="3979927"/>
              <a:ext cx="49027" cy="29411"/>
            </a:xfrm>
            <a:custGeom>
              <a:avLst/>
              <a:gdLst/>
              <a:ahLst/>
              <a:cxnLst/>
              <a:rect l="l" t="t" r="r" b="b"/>
              <a:pathLst>
                <a:path w="1867" h="1120" extrusionOk="0">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 name="Google Shape;8925;p62">
              <a:extLst>
                <a:ext uri="{FF2B5EF4-FFF2-40B4-BE49-F238E27FC236}">
                  <a16:creationId xmlns:a16="http://schemas.microsoft.com/office/drawing/2014/main" id="{71B56D0B-B3F4-EF24-7A36-4B5ECE88F0E3}"/>
                </a:ext>
              </a:extLst>
            </p:cNvPr>
            <p:cNvSpPr/>
            <p:nvPr/>
          </p:nvSpPr>
          <p:spPr>
            <a:xfrm>
              <a:off x="2688542" y="3845975"/>
              <a:ext cx="11344" cy="133979"/>
            </a:xfrm>
            <a:custGeom>
              <a:avLst/>
              <a:gdLst/>
              <a:ahLst/>
              <a:cxnLst/>
              <a:rect l="l" t="t" r="r" b="b"/>
              <a:pathLst>
                <a:path w="432" h="5102" extrusionOk="0">
                  <a:moveTo>
                    <a:pt x="1" y="0"/>
                  </a:moveTo>
                  <a:lnTo>
                    <a:pt x="1" y="5101"/>
                  </a:lnTo>
                  <a:lnTo>
                    <a:pt x="432" y="5101"/>
                  </a:lnTo>
                  <a:lnTo>
                    <a:pt x="432"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8926;p62">
              <a:extLst>
                <a:ext uri="{FF2B5EF4-FFF2-40B4-BE49-F238E27FC236}">
                  <a16:creationId xmlns:a16="http://schemas.microsoft.com/office/drawing/2014/main" id="{7B1A9B12-9D74-29F9-E60F-A2EF70F53BBE}"/>
                </a:ext>
              </a:extLst>
            </p:cNvPr>
            <p:cNvSpPr/>
            <p:nvPr/>
          </p:nvSpPr>
          <p:spPr>
            <a:xfrm>
              <a:off x="2688542" y="3844977"/>
              <a:ext cx="337047" cy="11082"/>
            </a:xfrm>
            <a:custGeom>
              <a:avLst/>
              <a:gdLst/>
              <a:ahLst/>
              <a:cxnLst/>
              <a:rect l="l" t="t" r="r" b="b"/>
              <a:pathLst>
                <a:path w="12835" h="422" extrusionOk="0">
                  <a:moveTo>
                    <a:pt x="1" y="0"/>
                  </a:moveTo>
                  <a:lnTo>
                    <a:pt x="1" y="421"/>
                  </a:lnTo>
                  <a:lnTo>
                    <a:pt x="12835" y="421"/>
                  </a:lnTo>
                  <a:lnTo>
                    <a:pt x="12835"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8927;p62">
              <a:extLst>
                <a:ext uri="{FF2B5EF4-FFF2-40B4-BE49-F238E27FC236}">
                  <a16:creationId xmlns:a16="http://schemas.microsoft.com/office/drawing/2014/main" id="{4BD83F33-CBE3-4793-17CB-FC2529DDFD1E}"/>
                </a:ext>
              </a:extLst>
            </p:cNvPr>
            <p:cNvSpPr/>
            <p:nvPr/>
          </p:nvSpPr>
          <p:spPr>
            <a:xfrm>
              <a:off x="2723232" y="4061596"/>
              <a:ext cx="314936" cy="29936"/>
            </a:xfrm>
            <a:custGeom>
              <a:avLst/>
              <a:gdLst/>
              <a:ahLst/>
              <a:cxnLst/>
              <a:rect l="l" t="t" r="r" b="b"/>
              <a:pathLst>
                <a:path w="11993" h="1140" extrusionOk="0">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8928;p62">
              <a:extLst>
                <a:ext uri="{FF2B5EF4-FFF2-40B4-BE49-F238E27FC236}">
                  <a16:creationId xmlns:a16="http://schemas.microsoft.com/office/drawing/2014/main" id="{B477F057-B2EC-2666-4397-220079546545}"/>
                </a:ext>
              </a:extLst>
            </p:cNvPr>
            <p:cNvSpPr/>
            <p:nvPr/>
          </p:nvSpPr>
          <p:spPr>
            <a:xfrm>
              <a:off x="2676226" y="3817325"/>
              <a:ext cx="361679" cy="29936"/>
            </a:xfrm>
            <a:custGeom>
              <a:avLst/>
              <a:gdLst/>
              <a:ahLst/>
              <a:cxnLst/>
              <a:rect l="l" t="t" r="r" b="b"/>
              <a:pathLst>
                <a:path w="13773" h="1140" extrusionOk="0">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8929;p62">
              <a:extLst>
                <a:ext uri="{FF2B5EF4-FFF2-40B4-BE49-F238E27FC236}">
                  <a16:creationId xmlns:a16="http://schemas.microsoft.com/office/drawing/2014/main" id="{4E39D057-3A82-21E7-37E1-E2AB89ADC520}"/>
                </a:ext>
              </a:extLst>
            </p:cNvPr>
            <p:cNvSpPr/>
            <p:nvPr/>
          </p:nvSpPr>
          <p:spPr>
            <a:xfrm>
              <a:off x="2812463" y="3959051"/>
              <a:ext cx="28413" cy="66123"/>
            </a:xfrm>
            <a:custGeom>
              <a:avLst/>
              <a:gdLst/>
              <a:ahLst/>
              <a:cxnLst/>
              <a:rect l="l" t="t" r="r" b="b"/>
              <a:pathLst>
                <a:path w="1082" h="2518" extrusionOk="0">
                  <a:moveTo>
                    <a:pt x="0" y="1"/>
                  </a:moveTo>
                  <a:lnTo>
                    <a:pt x="0" y="2518"/>
                  </a:lnTo>
                  <a:lnTo>
                    <a:pt x="1081" y="2518"/>
                  </a:lnTo>
                  <a:lnTo>
                    <a:pt x="1081"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8930;p62">
              <a:extLst>
                <a:ext uri="{FF2B5EF4-FFF2-40B4-BE49-F238E27FC236}">
                  <a16:creationId xmlns:a16="http://schemas.microsoft.com/office/drawing/2014/main" id="{10409386-926D-70D4-810A-656EDC7DC122}"/>
                </a:ext>
              </a:extLst>
            </p:cNvPr>
            <p:cNvSpPr/>
            <p:nvPr/>
          </p:nvSpPr>
          <p:spPr>
            <a:xfrm>
              <a:off x="2860966" y="3930664"/>
              <a:ext cx="28413" cy="94510"/>
            </a:xfrm>
            <a:custGeom>
              <a:avLst/>
              <a:gdLst/>
              <a:ahLst/>
              <a:cxnLst/>
              <a:rect l="l" t="t" r="r" b="b"/>
              <a:pathLst>
                <a:path w="1082" h="3599" extrusionOk="0">
                  <a:moveTo>
                    <a:pt x="0" y="0"/>
                  </a:moveTo>
                  <a:lnTo>
                    <a:pt x="0" y="3599"/>
                  </a:lnTo>
                  <a:lnTo>
                    <a:pt x="1082" y="3599"/>
                  </a:lnTo>
                  <a:lnTo>
                    <a:pt x="108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8931;p62">
              <a:extLst>
                <a:ext uri="{FF2B5EF4-FFF2-40B4-BE49-F238E27FC236}">
                  <a16:creationId xmlns:a16="http://schemas.microsoft.com/office/drawing/2014/main" id="{0ECC5EFE-527B-F480-BDF5-B2DE422EC24C}"/>
                </a:ext>
              </a:extLst>
            </p:cNvPr>
            <p:cNvSpPr/>
            <p:nvPr/>
          </p:nvSpPr>
          <p:spPr>
            <a:xfrm>
              <a:off x="2908207" y="3947759"/>
              <a:ext cx="28413" cy="77414"/>
            </a:xfrm>
            <a:custGeom>
              <a:avLst/>
              <a:gdLst/>
              <a:ahLst/>
              <a:cxnLst/>
              <a:rect l="l" t="t" r="r" b="b"/>
              <a:pathLst>
                <a:path w="1082" h="2948" extrusionOk="0">
                  <a:moveTo>
                    <a:pt x="0" y="0"/>
                  </a:moveTo>
                  <a:lnTo>
                    <a:pt x="0" y="2948"/>
                  </a:lnTo>
                  <a:lnTo>
                    <a:pt x="1082" y="2948"/>
                  </a:lnTo>
                  <a:lnTo>
                    <a:pt x="1082"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8932;p62">
              <a:extLst>
                <a:ext uri="{FF2B5EF4-FFF2-40B4-BE49-F238E27FC236}">
                  <a16:creationId xmlns:a16="http://schemas.microsoft.com/office/drawing/2014/main" id="{8E7C2553-6442-DA81-AF09-2C6C93556A5E}"/>
                </a:ext>
              </a:extLst>
            </p:cNvPr>
            <p:cNvSpPr/>
            <p:nvPr/>
          </p:nvSpPr>
          <p:spPr>
            <a:xfrm>
              <a:off x="2716693" y="3882161"/>
              <a:ext cx="54069" cy="13603"/>
            </a:xfrm>
            <a:custGeom>
              <a:avLst/>
              <a:gdLst/>
              <a:ahLst/>
              <a:cxnLst/>
              <a:rect l="l" t="t" r="r" b="b"/>
              <a:pathLst>
                <a:path w="2059" h="518" extrusionOk="0">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8933;p62">
              <a:extLst>
                <a:ext uri="{FF2B5EF4-FFF2-40B4-BE49-F238E27FC236}">
                  <a16:creationId xmlns:a16="http://schemas.microsoft.com/office/drawing/2014/main" id="{F7DF0443-5062-E585-851A-42C10B6ECEF2}"/>
                </a:ext>
              </a:extLst>
            </p:cNvPr>
            <p:cNvSpPr/>
            <p:nvPr/>
          </p:nvSpPr>
          <p:spPr>
            <a:xfrm>
              <a:off x="2716693" y="3904771"/>
              <a:ext cx="73659" cy="13340"/>
            </a:xfrm>
            <a:custGeom>
              <a:avLst/>
              <a:gdLst/>
              <a:ahLst/>
              <a:cxnLst/>
              <a:rect l="l" t="t" r="r" b="b"/>
              <a:pathLst>
                <a:path w="2805" h="508" extrusionOk="0">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8934;p62">
              <a:extLst>
                <a:ext uri="{FF2B5EF4-FFF2-40B4-BE49-F238E27FC236}">
                  <a16:creationId xmlns:a16="http://schemas.microsoft.com/office/drawing/2014/main" id="{46DFF4B5-09C0-D285-7674-934B3D35A668}"/>
                </a:ext>
              </a:extLst>
            </p:cNvPr>
            <p:cNvSpPr/>
            <p:nvPr/>
          </p:nvSpPr>
          <p:spPr>
            <a:xfrm>
              <a:off x="2716693" y="3927145"/>
              <a:ext cx="73659" cy="13603"/>
            </a:xfrm>
            <a:custGeom>
              <a:avLst/>
              <a:gdLst/>
              <a:ahLst/>
              <a:cxnLst/>
              <a:rect l="l" t="t" r="r" b="b"/>
              <a:pathLst>
                <a:path w="2805" h="518" extrusionOk="0">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8935;p62">
              <a:extLst>
                <a:ext uri="{FF2B5EF4-FFF2-40B4-BE49-F238E27FC236}">
                  <a16:creationId xmlns:a16="http://schemas.microsoft.com/office/drawing/2014/main" id="{8A7E37BF-5CA9-2DFF-5860-CF68CC1B3925}"/>
                </a:ext>
              </a:extLst>
            </p:cNvPr>
            <p:cNvSpPr/>
            <p:nvPr/>
          </p:nvSpPr>
          <p:spPr>
            <a:xfrm>
              <a:off x="2716693" y="3949755"/>
              <a:ext cx="73659" cy="13603"/>
            </a:xfrm>
            <a:custGeom>
              <a:avLst/>
              <a:gdLst/>
              <a:ahLst/>
              <a:cxnLst/>
              <a:rect l="l" t="t" r="r" b="b"/>
              <a:pathLst>
                <a:path w="2805" h="518" extrusionOk="0">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8936;p62">
              <a:extLst>
                <a:ext uri="{FF2B5EF4-FFF2-40B4-BE49-F238E27FC236}">
                  <a16:creationId xmlns:a16="http://schemas.microsoft.com/office/drawing/2014/main" id="{30CA4C09-2C6E-D242-7766-C6EE95B06CD3}"/>
                </a:ext>
              </a:extLst>
            </p:cNvPr>
            <p:cNvSpPr/>
            <p:nvPr/>
          </p:nvSpPr>
          <p:spPr>
            <a:xfrm>
              <a:off x="2617693" y="3979428"/>
              <a:ext cx="164125" cy="164388"/>
            </a:xfrm>
            <a:custGeom>
              <a:avLst/>
              <a:gdLst/>
              <a:ahLst/>
              <a:cxnLst/>
              <a:rect l="l" t="t" r="r" b="b"/>
              <a:pathLst>
                <a:path w="6250" h="6260" extrusionOk="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8937;p62">
              <a:extLst>
                <a:ext uri="{FF2B5EF4-FFF2-40B4-BE49-F238E27FC236}">
                  <a16:creationId xmlns:a16="http://schemas.microsoft.com/office/drawing/2014/main" id="{F1D2F290-72BA-1C62-2494-0F5ACA6E4A5A}"/>
                </a:ext>
              </a:extLst>
            </p:cNvPr>
            <p:cNvSpPr/>
            <p:nvPr/>
          </p:nvSpPr>
          <p:spPr>
            <a:xfrm>
              <a:off x="2658895" y="4028167"/>
              <a:ext cx="36711" cy="66622"/>
            </a:xfrm>
            <a:custGeom>
              <a:avLst/>
              <a:gdLst/>
              <a:ahLst/>
              <a:cxnLst/>
              <a:rect l="l" t="t" r="r" b="b"/>
              <a:pathLst>
                <a:path w="1398" h="2537" extrusionOk="0">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 name="Google Shape;1511;p34">
            <a:extLst>
              <a:ext uri="{FF2B5EF4-FFF2-40B4-BE49-F238E27FC236}">
                <a16:creationId xmlns:a16="http://schemas.microsoft.com/office/drawing/2014/main" id="{F630CCD9-ED92-B630-A746-97564A0EFB67}"/>
              </a:ext>
            </a:extLst>
          </p:cNvPr>
          <p:cNvSpPr/>
          <p:nvPr/>
        </p:nvSpPr>
        <p:spPr>
          <a:xfrm>
            <a:off x="7285141" y="1877195"/>
            <a:ext cx="650400" cy="650400"/>
          </a:xfrm>
          <a:prstGeom prst="ellipse">
            <a:avLst/>
          </a:prstGeom>
          <a:solidFill>
            <a:srgbClr val="A07FBE">
              <a:alpha val="3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508;p34">
            <a:extLst>
              <a:ext uri="{FF2B5EF4-FFF2-40B4-BE49-F238E27FC236}">
                <a16:creationId xmlns:a16="http://schemas.microsoft.com/office/drawing/2014/main" id="{198A5A4C-0D07-B362-5DF9-F993D5F36162}"/>
              </a:ext>
            </a:extLst>
          </p:cNvPr>
          <p:cNvSpPr txBox="1">
            <a:spLocks/>
          </p:cNvSpPr>
          <p:nvPr/>
        </p:nvSpPr>
        <p:spPr>
          <a:xfrm>
            <a:off x="4508869" y="2985110"/>
            <a:ext cx="2172600" cy="4476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ctr" rtl="0">
              <a:lnSpc>
                <a:spcPct val="100000"/>
              </a:lnSpc>
              <a:spcBef>
                <a:spcPts val="0"/>
              </a:spcBef>
              <a:spcAft>
                <a:spcPts val="0"/>
              </a:spcAft>
              <a:buClr>
                <a:schemeClr val="dk1"/>
              </a:buClr>
              <a:buSzPts val="2400"/>
              <a:buFont typeface="Bebas Neue"/>
              <a:buNone/>
              <a:defRPr sz="2000" b="0" i="0" u="none" strike="noStrike" cap="none">
                <a:solidFill>
                  <a:schemeClr val="dk1"/>
                </a:solidFill>
                <a:latin typeface="Aclonica"/>
                <a:ea typeface="Aclonica"/>
                <a:cs typeface="Aclonica"/>
                <a:sym typeface="Aclonica"/>
              </a:defRPr>
            </a:lvl1pPr>
            <a:lvl2pPr marL="914400" marR="0" lvl="1"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2pPr>
            <a:lvl3pPr marL="1371600" marR="0" lvl="2"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3pPr>
            <a:lvl4pPr marL="1828800" marR="0" lvl="3"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4pPr>
            <a:lvl5pPr marL="2286000" marR="0" lvl="4"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5pPr>
            <a:lvl6pPr marL="2743200" marR="0" lvl="5"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6pPr>
            <a:lvl7pPr marL="3200400" marR="0" lvl="6"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7pPr>
            <a:lvl8pPr marL="3657600" marR="0" lvl="7"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8pPr>
            <a:lvl9pPr marL="4114800" marR="0" lvl="8"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9pPr>
          </a:lstStyle>
          <a:p>
            <a:pPr marL="0" indent="0"/>
            <a:r>
              <a:rPr lang="en-US" dirty="0"/>
              <a:t>Reproductive App</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452"/>
        <p:cNvGrpSpPr/>
        <p:nvPr/>
      </p:nvGrpSpPr>
      <p:grpSpPr>
        <a:xfrm>
          <a:off x="0" y="0"/>
          <a:ext cx="0" cy="0"/>
          <a:chOff x="0" y="0"/>
          <a:chExt cx="0" cy="0"/>
        </a:xfrm>
      </p:grpSpPr>
      <p:sp>
        <p:nvSpPr>
          <p:cNvPr id="1454" name="Google Shape;1454;p32"/>
          <p:cNvSpPr txBox="1">
            <a:spLocks noGrp="1"/>
          </p:cNvSpPr>
          <p:nvPr>
            <p:ph type="title"/>
          </p:nvPr>
        </p:nvSpPr>
        <p:spPr>
          <a:xfrm>
            <a:off x="715382" y="1554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Dataset Intro and Analytical Methods</a:t>
            </a:r>
            <a:endParaRPr dirty="0"/>
          </a:p>
        </p:txBody>
      </p:sp>
      <p:grpSp>
        <p:nvGrpSpPr>
          <p:cNvPr id="1461" name="Google Shape;1461;p32"/>
          <p:cNvGrpSpPr/>
          <p:nvPr/>
        </p:nvGrpSpPr>
        <p:grpSpPr>
          <a:xfrm rot="-498502">
            <a:off x="744231" y="3412848"/>
            <a:ext cx="2376924" cy="1567148"/>
            <a:chOff x="201499" y="3290704"/>
            <a:chExt cx="2376935" cy="1567156"/>
          </a:xfrm>
        </p:grpSpPr>
        <p:sp>
          <p:nvSpPr>
            <p:cNvPr id="1462" name="Google Shape;1462;p32"/>
            <p:cNvSpPr/>
            <p:nvPr/>
          </p:nvSpPr>
          <p:spPr>
            <a:xfrm rot="917509">
              <a:off x="298377" y="3560402"/>
              <a:ext cx="2183180" cy="1027760"/>
            </a:xfrm>
            <a:custGeom>
              <a:avLst/>
              <a:gdLst/>
              <a:ahLst/>
              <a:cxnLst/>
              <a:rect l="l" t="t" r="r" b="b"/>
              <a:pathLst>
                <a:path w="20839" h="9810" extrusionOk="0">
                  <a:moveTo>
                    <a:pt x="12937" y="4905"/>
                  </a:moveTo>
                  <a:lnTo>
                    <a:pt x="12937" y="4905"/>
                  </a:lnTo>
                  <a:cubicBezTo>
                    <a:pt x="12937" y="4924"/>
                    <a:pt x="12944" y="4944"/>
                    <a:pt x="12957" y="4967"/>
                  </a:cubicBezTo>
                  <a:lnTo>
                    <a:pt x="12957" y="4967"/>
                  </a:lnTo>
                  <a:cubicBezTo>
                    <a:pt x="12951" y="4946"/>
                    <a:pt x="12944" y="4925"/>
                    <a:pt x="12937" y="4905"/>
                  </a:cubicBezTo>
                  <a:close/>
                  <a:moveTo>
                    <a:pt x="20839" y="1"/>
                  </a:moveTo>
                  <a:lnTo>
                    <a:pt x="19346" y="3815"/>
                  </a:lnTo>
                  <a:cubicBezTo>
                    <a:pt x="19346" y="3815"/>
                    <a:pt x="18256" y="4633"/>
                    <a:pt x="17842" y="5047"/>
                  </a:cubicBezTo>
                  <a:cubicBezTo>
                    <a:pt x="17569" y="5319"/>
                    <a:pt x="16348" y="5723"/>
                    <a:pt x="15662" y="5995"/>
                  </a:cubicBezTo>
                  <a:cubicBezTo>
                    <a:pt x="15531" y="5995"/>
                    <a:pt x="15531" y="5864"/>
                    <a:pt x="15531" y="5864"/>
                  </a:cubicBezTo>
                  <a:lnTo>
                    <a:pt x="15531" y="5592"/>
                  </a:lnTo>
                  <a:cubicBezTo>
                    <a:pt x="15531" y="5178"/>
                    <a:pt x="15531" y="4502"/>
                    <a:pt x="15117" y="4088"/>
                  </a:cubicBezTo>
                  <a:lnTo>
                    <a:pt x="15117" y="4088"/>
                  </a:lnTo>
                  <a:cubicBezTo>
                    <a:pt x="15259" y="4230"/>
                    <a:pt x="14986" y="4905"/>
                    <a:pt x="14986" y="5047"/>
                  </a:cubicBezTo>
                  <a:cubicBezTo>
                    <a:pt x="14986" y="5178"/>
                    <a:pt x="14844" y="5178"/>
                    <a:pt x="14844" y="5319"/>
                  </a:cubicBezTo>
                  <a:cubicBezTo>
                    <a:pt x="14765" y="5291"/>
                    <a:pt x="14691" y="5280"/>
                    <a:pt x="14620" y="5280"/>
                  </a:cubicBezTo>
                  <a:cubicBezTo>
                    <a:pt x="14329" y="5280"/>
                    <a:pt x="14087" y="5478"/>
                    <a:pt x="13755" y="5592"/>
                  </a:cubicBezTo>
                  <a:lnTo>
                    <a:pt x="13755" y="5723"/>
                  </a:lnTo>
                  <a:cubicBezTo>
                    <a:pt x="13624" y="5592"/>
                    <a:pt x="13482" y="5450"/>
                    <a:pt x="13482" y="5319"/>
                  </a:cubicBezTo>
                  <a:cubicBezTo>
                    <a:pt x="13368" y="5319"/>
                    <a:pt x="13041" y="5114"/>
                    <a:pt x="12957" y="4967"/>
                  </a:cubicBezTo>
                  <a:lnTo>
                    <a:pt x="12957" y="4967"/>
                  </a:lnTo>
                  <a:cubicBezTo>
                    <a:pt x="13079" y="5372"/>
                    <a:pt x="13079" y="5884"/>
                    <a:pt x="13079" y="6268"/>
                  </a:cubicBezTo>
                  <a:lnTo>
                    <a:pt x="13210" y="6268"/>
                  </a:lnTo>
                  <a:cubicBezTo>
                    <a:pt x="12937" y="6540"/>
                    <a:pt x="12806" y="6682"/>
                    <a:pt x="12665" y="6954"/>
                  </a:cubicBezTo>
                  <a:cubicBezTo>
                    <a:pt x="12537" y="6985"/>
                    <a:pt x="12388" y="7001"/>
                    <a:pt x="12221" y="7001"/>
                  </a:cubicBezTo>
                  <a:cubicBezTo>
                    <a:pt x="11675" y="7001"/>
                    <a:pt x="10947" y="6827"/>
                    <a:pt x="10212" y="6409"/>
                  </a:cubicBezTo>
                  <a:cubicBezTo>
                    <a:pt x="8578" y="5319"/>
                    <a:pt x="8305" y="4774"/>
                    <a:pt x="8305" y="4774"/>
                  </a:cubicBezTo>
                  <a:cubicBezTo>
                    <a:pt x="8305" y="4774"/>
                    <a:pt x="7760" y="4774"/>
                    <a:pt x="6943" y="4360"/>
                  </a:cubicBezTo>
                  <a:cubicBezTo>
                    <a:pt x="6125" y="3815"/>
                    <a:pt x="3673" y="2453"/>
                    <a:pt x="3673" y="2453"/>
                  </a:cubicBezTo>
                  <a:cubicBezTo>
                    <a:pt x="3673" y="2453"/>
                    <a:pt x="2672" y="2167"/>
                    <a:pt x="1809" y="2167"/>
                  </a:cubicBezTo>
                  <a:cubicBezTo>
                    <a:pt x="1481" y="2167"/>
                    <a:pt x="1174" y="2208"/>
                    <a:pt x="949" y="2322"/>
                  </a:cubicBezTo>
                  <a:cubicBezTo>
                    <a:pt x="0" y="2725"/>
                    <a:pt x="0" y="2998"/>
                    <a:pt x="0" y="2998"/>
                  </a:cubicBezTo>
                  <a:cubicBezTo>
                    <a:pt x="0" y="2998"/>
                    <a:pt x="273" y="2862"/>
                    <a:pt x="630" y="2862"/>
                  </a:cubicBezTo>
                  <a:cubicBezTo>
                    <a:pt x="987" y="2862"/>
                    <a:pt x="1428" y="2998"/>
                    <a:pt x="1766" y="3543"/>
                  </a:cubicBezTo>
                  <a:cubicBezTo>
                    <a:pt x="2453" y="4774"/>
                    <a:pt x="2725" y="6137"/>
                    <a:pt x="2725" y="6137"/>
                  </a:cubicBezTo>
                  <a:cubicBezTo>
                    <a:pt x="2725" y="6137"/>
                    <a:pt x="3542" y="6137"/>
                    <a:pt x="4632" y="7085"/>
                  </a:cubicBezTo>
                  <a:cubicBezTo>
                    <a:pt x="5581" y="8175"/>
                    <a:pt x="5722" y="8720"/>
                    <a:pt x="5722" y="8720"/>
                  </a:cubicBezTo>
                  <a:cubicBezTo>
                    <a:pt x="5722" y="8720"/>
                    <a:pt x="5891" y="8699"/>
                    <a:pt x="6179" y="8699"/>
                  </a:cubicBezTo>
                  <a:cubicBezTo>
                    <a:pt x="6622" y="8699"/>
                    <a:pt x="7348" y="8748"/>
                    <a:pt x="8174" y="8992"/>
                  </a:cubicBezTo>
                  <a:cubicBezTo>
                    <a:pt x="9537" y="9406"/>
                    <a:pt x="9668" y="9810"/>
                    <a:pt x="9668" y="9810"/>
                  </a:cubicBezTo>
                  <a:cubicBezTo>
                    <a:pt x="9668" y="9810"/>
                    <a:pt x="10485" y="9406"/>
                    <a:pt x="11575" y="8992"/>
                  </a:cubicBezTo>
                  <a:cubicBezTo>
                    <a:pt x="11847" y="8861"/>
                    <a:pt x="12261" y="8720"/>
                    <a:pt x="12534" y="8589"/>
                  </a:cubicBezTo>
                  <a:cubicBezTo>
                    <a:pt x="12665" y="8720"/>
                    <a:pt x="12806" y="8720"/>
                    <a:pt x="12806" y="8720"/>
                  </a:cubicBezTo>
                  <a:cubicBezTo>
                    <a:pt x="13008" y="8791"/>
                    <a:pt x="13177" y="8826"/>
                    <a:pt x="13347" y="8826"/>
                  </a:cubicBezTo>
                  <a:cubicBezTo>
                    <a:pt x="13518" y="8826"/>
                    <a:pt x="13689" y="8791"/>
                    <a:pt x="13896" y="8720"/>
                  </a:cubicBezTo>
                  <a:cubicBezTo>
                    <a:pt x="14441" y="8589"/>
                    <a:pt x="14986" y="8175"/>
                    <a:pt x="15259" y="7499"/>
                  </a:cubicBezTo>
                  <a:cubicBezTo>
                    <a:pt x="16348" y="6954"/>
                    <a:pt x="17711" y="5864"/>
                    <a:pt x="17711" y="5864"/>
                  </a:cubicBezTo>
                  <a:cubicBezTo>
                    <a:pt x="17711" y="5864"/>
                    <a:pt x="19204" y="4774"/>
                    <a:pt x="19749" y="3957"/>
                  </a:cubicBezTo>
                  <a:cubicBezTo>
                    <a:pt x="20435" y="2998"/>
                    <a:pt x="20839" y="1"/>
                    <a:pt x="208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3" name="Google Shape;1463;p32"/>
            <p:cNvGrpSpPr/>
            <p:nvPr/>
          </p:nvGrpSpPr>
          <p:grpSpPr>
            <a:xfrm rot="769064">
              <a:off x="1679606" y="4257440"/>
              <a:ext cx="171378" cy="93552"/>
              <a:chOff x="3467344" y="1694749"/>
              <a:chExt cx="114969" cy="62784"/>
            </a:xfrm>
          </p:grpSpPr>
          <p:sp>
            <p:nvSpPr>
              <p:cNvPr id="1464" name="Google Shape;1464;p32"/>
              <p:cNvSpPr/>
              <p:nvPr/>
            </p:nvSpPr>
            <p:spPr>
              <a:xfrm>
                <a:off x="3545727" y="1694749"/>
                <a:ext cx="36586" cy="56634"/>
              </a:xfrm>
              <a:custGeom>
                <a:avLst/>
                <a:gdLst/>
                <a:ahLst/>
                <a:cxnLst/>
                <a:rect l="l" t="t" r="r" b="b"/>
                <a:pathLst>
                  <a:path w="1053" h="1630" extrusionOk="0">
                    <a:moveTo>
                      <a:pt x="828" y="1"/>
                    </a:moveTo>
                    <a:cubicBezTo>
                      <a:pt x="627" y="552"/>
                      <a:pt x="76" y="853"/>
                      <a:pt x="76" y="853"/>
                    </a:cubicBezTo>
                    <a:cubicBezTo>
                      <a:pt x="51" y="1103"/>
                      <a:pt x="25" y="1379"/>
                      <a:pt x="0" y="1630"/>
                    </a:cubicBezTo>
                    <a:cubicBezTo>
                      <a:pt x="1053" y="1304"/>
                      <a:pt x="828" y="1"/>
                      <a:pt x="8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32"/>
              <p:cNvSpPr/>
              <p:nvPr/>
            </p:nvSpPr>
            <p:spPr>
              <a:xfrm>
                <a:off x="3467344" y="1713928"/>
                <a:ext cx="46211" cy="43605"/>
              </a:xfrm>
              <a:custGeom>
                <a:avLst/>
                <a:gdLst/>
                <a:ahLst/>
                <a:cxnLst/>
                <a:rect l="l" t="t" r="r" b="b"/>
                <a:pathLst>
                  <a:path w="1330" h="1255" extrusionOk="0">
                    <a:moveTo>
                      <a:pt x="1" y="0"/>
                    </a:moveTo>
                    <a:lnTo>
                      <a:pt x="1" y="0"/>
                    </a:lnTo>
                    <a:cubicBezTo>
                      <a:pt x="1" y="0"/>
                      <a:pt x="218" y="1255"/>
                      <a:pt x="1268" y="1255"/>
                    </a:cubicBezTo>
                    <a:cubicBezTo>
                      <a:pt x="1288" y="1255"/>
                      <a:pt x="1308" y="1254"/>
                      <a:pt x="1329" y="1253"/>
                    </a:cubicBezTo>
                    <a:cubicBezTo>
                      <a:pt x="1204" y="1003"/>
                      <a:pt x="1104" y="777"/>
                      <a:pt x="978" y="526"/>
                    </a:cubicBezTo>
                    <a:cubicBezTo>
                      <a:pt x="978" y="526"/>
                      <a:pt x="377" y="451"/>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 name="Google Shape;1419;p30">
            <a:extLst>
              <a:ext uri="{FF2B5EF4-FFF2-40B4-BE49-F238E27FC236}">
                <a16:creationId xmlns:a16="http://schemas.microsoft.com/office/drawing/2014/main" id="{0902E198-04CF-DCA1-8746-A68600E8C481}"/>
              </a:ext>
            </a:extLst>
          </p:cNvPr>
          <p:cNvSpPr txBox="1">
            <a:spLocks/>
          </p:cNvSpPr>
          <p:nvPr/>
        </p:nvSpPr>
        <p:spPr>
          <a:xfrm>
            <a:off x="1082513" y="1436600"/>
            <a:ext cx="3405300" cy="20979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Darker Grotesque Medium"/>
              <a:buChar char="●"/>
              <a:defRPr sz="1400" b="0" i="0" u="none" strike="noStrike" cap="none">
                <a:solidFill>
                  <a:schemeClr val="dk1"/>
                </a:solidFill>
                <a:latin typeface="Darker Grotesque Medium"/>
                <a:ea typeface="Darker Grotesque Medium"/>
                <a:cs typeface="Darker Grotesque Medium"/>
                <a:sym typeface="Darker Grotesque Medium"/>
              </a:defRPr>
            </a:lvl1pPr>
            <a:lvl2pPr marL="914400" marR="0" lvl="1" indent="-317500" algn="l" rtl="0">
              <a:lnSpc>
                <a:spcPct val="115000"/>
              </a:lnSpc>
              <a:spcBef>
                <a:spcPts val="0"/>
              </a:spcBef>
              <a:spcAft>
                <a:spcPts val="0"/>
              </a:spcAft>
              <a:buClr>
                <a:schemeClr val="dk1"/>
              </a:buClr>
              <a:buSzPts val="1400"/>
              <a:buFont typeface="Darker Grotesque Medium"/>
              <a:buChar char="○"/>
              <a:defRPr sz="1400" b="0" i="0" u="none" strike="noStrike" cap="none">
                <a:solidFill>
                  <a:schemeClr val="dk1"/>
                </a:solidFill>
                <a:latin typeface="Darker Grotesque Medium"/>
                <a:ea typeface="Darker Grotesque Medium"/>
                <a:cs typeface="Darker Grotesque Medium"/>
                <a:sym typeface="Darker Grotesque Medium"/>
              </a:defRPr>
            </a:lvl2pPr>
            <a:lvl3pPr marL="1371600" marR="0" lvl="2" indent="-317500" algn="l" rtl="0">
              <a:lnSpc>
                <a:spcPct val="115000"/>
              </a:lnSpc>
              <a:spcBef>
                <a:spcPts val="0"/>
              </a:spcBef>
              <a:spcAft>
                <a:spcPts val="0"/>
              </a:spcAft>
              <a:buClr>
                <a:schemeClr val="dk1"/>
              </a:buClr>
              <a:buSzPts val="1400"/>
              <a:buFont typeface="Darker Grotesque Medium"/>
              <a:buChar char="■"/>
              <a:defRPr sz="1400" b="0" i="0" u="none" strike="noStrike" cap="none">
                <a:solidFill>
                  <a:schemeClr val="dk1"/>
                </a:solidFill>
                <a:latin typeface="Darker Grotesque Medium"/>
                <a:ea typeface="Darker Grotesque Medium"/>
                <a:cs typeface="Darker Grotesque Medium"/>
                <a:sym typeface="Darker Grotesque Medium"/>
              </a:defRPr>
            </a:lvl3pPr>
            <a:lvl4pPr marL="1828800" marR="0" lvl="3" indent="-317500" algn="l" rtl="0">
              <a:lnSpc>
                <a:spcPct val="115000"/>
              </a:lnSpc>
              <a:spcBef>
                <a:spcPts val="0"/>
              </a:spcBef>
              <a:spcAft>
                <a:spcPts val="0"/>
              </a:spcAft>
              <a:buClr>
                <a:schemeClr val="dk1"/>
              </a:buClr>
              <a:buSzPts val="1400"/>
              <a:buFont typeface="Darker Grotesque Medium"/>
              <a:buChar char="●"/>
              <a:defRPr sz="1400" b="0" i="0" u="none" strike="noStrike" cap="none">
                <a:solidFill>
                  <a:schemeClr val="dk1"/>
                </a:solidFill>
                <a:latin typeface="Darker Grotesque Medium"/>
                <a:ea typeface="Darker Grotesque Medium"/>
                <a:cs typeface="Darker Grotesque Medium"/>
                <a:sym typeface="Darker Grotesque Medium"/>
              </a:defRPr>
            </a:lvl4pPr>
            <a:lvl5pPr marL="2286000" marR="0" lvl="4" indent="-317500" algn="l" rtl="0">
              <a:lnSpc>
                <a:spcPct val="115000"/>
              </a:lnSpc>
              <a:spcBef>
                <a:spcPts val="0"/>
              </a:spcBef>
              <a:spcAft>
                <a:spcPts val="0"/>
              </a:spcAft>
              <a:buClr>
                <a:schemeClr val="dk1"/>
              </a:buClr>
              <a:buSzPts val="1400"/>
              <a:buFont typeface="Darker Grotesque Medium"/>
              <a:buChar char="○"/>
              <a:defRPr sz="1400" b="0" i="0" u="none" strike="noStrike" cap="none">
                <a:solidFill>
                  <a:schemeClr val="dk1"/>
                </a:solidFill>
                <a:latin typeface="Darker Grotesque Medium"/>
                <a:ea typeface="Darker Grotesque Medium"/>
                <a:cs typeface="Darker Grotesque Medium"/>
                <a:sym typeface="Darker Grotesque Medium"/>
              </a:defRPr>
            </a:lvl5pPr>
            <a:lvl6pPr marL="2743200" marR="0" lvl="5" indent="-317500" algn="l" rtl="0">
              <a:lnSpc>
                <a:spcPct val="115000"/>
              </a:lnSpc>
              <a:spcBef>
                <a:spcPts val="0"/>
              </a:spcBef>
              <a:spcAft>
                <a:spcPts val="0"/>
              </a:spcAft>
              <a:buClr>
                <a:schemeClr val="dk1"/>
              </a:buClr>
              <a:buSzPts val="1400"/>
              <a:buFont typeface="Darker Grotesque Medium"/>
              <a:buChar char="■"/>
              <a:defRPr sz="1400" b="0" i="0" u="none" strike="noStrike" cap="none">
                <a:solidFill>
                  <a:schemeClr val="dk1"/>
                </a:solidFill>
                <a:latin typeface="Darker Grotesque Medium"/>
                <a:ea typeface="Darker Grotesque Medium"/>
                <a:cs typeface="Darker Grotesque Medium"/>
                <a:sym typeface="Darker Grotesque Medium"/>
              </a:defRPr>
            </a:lvl6pPr>
            <a:lvl7pPr marL="3200400" marR="0" lvl="6" indent="-317500" algn="l" rtl="0">
              <a:lnSpc>
                <a:spcPct val="115000"/>
              </a:lnSpc>
              <a:spcBef>
                <a:spcPts val="0"/>
              </a:spcBef>
              <a:spcAft>
                <a:spcPts val="0"/>
              </a:spcAft>
              <a:buClr>
                <a:schemeClr val="dk1"/>
              </a:buClr>
              <a:buSzPts val="1400"/>
              <a:buFont typeface="Darker Grotesque Medium"/>
              <a:buChar char="●"/>
              <a:defRPr sz="1400" b="0" i="0" u="none" strike="noStrike" cap="none">
                <a:solidFill>
                  <a:schemeClr val="dk1"/>
                </a:solidFill>
                <a:latin typeface="Darker Grotesque Medium"/>
                <a:ea typeface="Darker Grotesque Medium"/>
                <a:cs typeface="Darker Grotesque Medium"/>
                <a:sym typeface="Darker Grotesque Medium"/>
              </a:defRPr>
            </a:lvl7pPr>
            <a:lvl8pPr marL="3657600" marR="0" lvl="7" indent="-317500" algn="l" rtl="0">
              <a:lnSpc>
                <a:spcPct val="115000"/>
              </a:lnSpc>
              <a:spcBef>
                <a:spcPts val="0"/>
              </a:spcBef>
              <a:spcAft>
                <a:spcPts val="0"/>
              </a:spcAft>
              <a:buClr>
                <a:schemeClr val="dk1"/>
              </a:buClr>
              <a:buSzPts val="1400"/>
              <a:buFont typeface="Darker Grotesque Medium"/>
              <a:buChar char="○"/>
              <a:defRPr sz="1400" b="0" i="0" u="none" strike="noStrike" cap="none">
                <a:solidFill>
                  <a:schemeClr val="dk1"/>
                </a:solidFill>
                <a:latin typeface="Darker Grotesque Medium"/>
                <a:ea typeface="Darker Grotesque Medium"/>
                <a:cs typeface="Darker Grotesque Medium"/>
                <a:sym typeface="Darker Grotesque Medium"/>
              </a:defRPr>
            </a:lvl8pPr>
            <a:lvl9pPr marL="4114800" marR="0" lvl="8" indent="-317500" algn="l" rtl="0">
              <a:lnSpc>
                <a:spcPct val="115000"/>
              </a:lnSpc>
              <a:spcBef>
                <a:spcPts val="0"/>
              </a:spcBef>
              <a:spcAft>
                <a:spcPts val="0"/>
              </a:spcAft>
              <a:buClr>
                <a:schemeClr val="dk1"/>
              </a:buClr>
              <a:buSzPts val="1400"/>
              <a:buFont typeface="Darker Grotesque Medium"/>
              <a:buChar char="■"/>
              <a:defRPr sz="1400" b="0" i="0" u="none" strike="noStrike" cap="none">
                <a:solidFill>
                  <a:schemeClr val="dk1"/>
                </a:solidFill>
                <a:latin typeface="Darker Grotesque Medium"/>
                <a:ea typeface="Darker Grotesque Medium"/>
                <a:cs typeface="Darker Grotesque Medium"/>
                <a:sym typeface="Darker Grotesque Medium"/>
              </a:defRPr>
            </a:lvl9pPr>
          </a:lstStyle>
          <a:p>
            <a:pPr marL="0" indent="0">
              <a:buFont typeface="Darker Grotesque Medium"/>
              <a:buNone/>
            </a:pPr>
            <a:r>
              <a:rPr lang="en-US" sz="1800" b="1" dirty="0">
                <a:solidFill>
                  <a:schemeClr val="accent4"/>
                </a:solidFill>
              </a:rPr>
              <a:t>Myotis Acoustic Data:</a:t>
            </a:r>
          </a:p>
          <a:p>
            <a:pPr marL="0" indent="0">
              <a:buFont typeface="Darker Grotesque Medium"/>
              <a:buNone/>
            </a:pPr>
            <a:r>
              <a:rPr lang="en-US" b="1" dirty="0">
                <a:solidFill>
                  <a:schemeClr val="accent4"/>
                </a:solidFill>
              </a:rPr>
              <a:t>Ultrasonic Sensor data from 5 sites filtered to isolate Myotis calls. </a:t>
            </a:r>
          </a:p>
          <a:p>
            <a:pPr marL="0" indent="0">
              <a:buFont typeface="Darker Grotesque Medium"/>
              <a:buNone/>
            </a:pPr>
            <a:endParaRPr lang="en-US" b="1" dirty="0">
              <a:solidFill>
                <a:schemeClr val="accent4"/>
              </a:solidFill>
            </a:endParaRPr>
          </a:p>
          <a:p>
            <a:pPr marL="0" indent="0">
              <a:buFont typeface="Darker Grotesque Medium"/>
              <a:buNone/>
            </a:pPr>
            <a:r>
              <a:rPr lang="en-US" sz="1800" b="1" dirty="0">
                <a:solidFill>
                  <a:schemeClr val="accent4"/>
                </a:solidFill>
              </a:rPr>
              <a:t>Myotis Capture Data:</a:t>
            </a:r>
          </a:p>
          <a:p>
            <a:pPr marL="0" indent="0">
              <a:buFont typeface="Darker Grotesque Medium"/>
              <a:buNone/>
            </a:pPr>
            <a:r>
              <a:rPr lang="en-US" b="1" dirty="0">
                <a:solidFill>
                  <a:schemeClr val="accent4"/>
                </a:solidFill>
              </a:rPr>
              <a:t>Records of individual bats captured during emergence, analyzed for health, reproductive status, and dimensions and tagged for future ID.</a:t>
            </a:r>
          </a:p>
          <a:p>
            <a:pPr marL="0" indent="0">
              <a:buFont typeface="Darker Grotesque Medium"/>
              <a:buNone/>
            </a:pPr>
            <a:endParaRPr lang="en-US" sz="1800" b="1" dirty="0">
              <a:solidFill>
                <a:schemeClr val="accent4"/>
              </a:solidFill>
            </a:endParaRPr>
          </a:p>
          <a:p>
            <a:pPr marL="0" indent="0">
              <a:buFont typeface="Darker Grotesque Medium"/>
              <a:buNone/>
            </a:pPr>
            <a:endParaRPr lang="en-US" b="1" dirty="0">
              <a:solidFill>
                <a:schemeClr val="accent4"/>
              </a:solidFill>
            </a:endParaRPr>
          </a:p>
          <a:p>
            <a:pPr marL="0" indent="0">
              <a:buFont typeface="Darker Grotesque Medium"/>
              <a:buNone/>
            </a:pPr>
            <a:endParaRPr lang="en-US" sz="1200" b="1" dirty="0"/>
          </a:p>
        </p:txBody>
      </p:sp>
      <p:sp>
        <p:nvSpPr>
          <p:cNvPr id="6" name="Google Shape;1419;p30">
            <a:extLst>
              <a:ext uri="{FF2B5EF4-FFF2-40B4-BE49-F238E27FC236}">
                <a16:creationId xmlns:a16="http://schemas.microsoft.com/office/drawing/2014/main" id="{8F959509-C914-7DC7-272B-84602F82983C}"/>
              </a:ext>
            </a:extLst>
          </p:cNvPr>
          <p:cNvSpPr txBox="1">
            <a:spLocks/>
          </p:cNvSpPr>
          <p:nvPr/>
        </p:nvSpPr>
        <p:spPr>
          <a:xfrm>
            <a:off x="4689313" y="1371945"/>
            <a:ext cx="3405300" cy="20979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Darker Grotesque Medium"/>
              <a:buChar char="●"/>
              <a:defRPr sz="1400" b="0" i="0" u="none" strike="noStrike" cap="none">
                <a:solidFill>
                  <a:schemeClr val="dk1"/>
                </a:solidFill>
                <a:latin typeface="Darker Grotesque Medium"/>
                <a:ea typeface="Darker Grotesque Medium"/>
                <a:cs typeface="Darker Grotesque Medium"/>
                <a:sym typeface="Darker Grotesque Medium"/>
              </a:defRPr>
            </a:lvl1pPr>
            <a:lvl2pPr marL="914400" marR="0" lvl="1" indent="-317500" algn="l" rtl="0">
              <a:lnSpc>
                <a:spcPct val="115000"/>
              </a:lnSpc>
              <a:spcBef>
                <a:spcPts val="0"/>
              </a:spcBef>
              <a:spcAft>
                <a:spcPts val="0"/>
              </a:spcAft>
              <a:buClr>
                <a:schemeClr val="dk1"/>
              </a:buClr>
              <a:buSzPts val="1400"/>
              <a:buFont typeface="Darker Grotesque Medium"/>
              <a:buChar char="○"/>
              <a:defRPr sz="1400" b="0" i="0" u="none" strike="noStrike" cap="none">
                <a:solidFill>
                  <a:schemeClr val="dk1"/>
                </a:solidFill>
                <a:latin typeface="Darker Grotesque Medium"/>
                <a:ea typeface="Darker Grotesque Medium"/>
                <a:cs typeface="Darker Grotesque Medium"/>
                <a:sym typeface="Darker Grotesque Medium"/>
              </a:defRPr>
            </a:lvl2pPr>
            <a:lvl3pPr marL="1371600" marR="0" lvl="2" indent="-317500" algn="l" rtl="0">
              <a:lnSpc>
                <a:spcPct val="115000"/>
              </a:lnSpc>
              <a:spcBef>
                <a:spcPts val="0"/>
              </a:spcBef>
              <a:spcAft>
                <a:spcPts val="0"/>
              </a:spcAft>
              <a:buClr>
                <a:schemeClr val="dk1"/>
              </a:buClr>
              <a:buSzPts val="1400"/>
              <a:buFont typeface="Darker Grotesque Medium"/>
              <a:buChar char="■"/>
              <a:defRPr sz="1400" b="0" i="0" u="none" strike="noStrike" cap="none">
                <a:solidFill>
                  <a:schemeClr val="dk1"/>
                </a:solidFill>
                <a:latin typeface="Darker Grotesque Medium"/>
                <a:ea typeface="Darker Grotesque Medium"/>
                <a:cs typeface="Darker Grotesque Medium"/>
                <a:sym typeface="Darker Grotesque Medium"/>
              </a:defRPr>
            </a:lvl3pPr>
            <a:lvl4pPr marL="1828800" marR="0" lvl="3" indent="-317500" algn="l" rtl="0">
              <a:lnSpc>
                <a:spcPct val="115000"/>
              </a:lnSpc>
              <a:spcBef>
                <a:spcPts val="0"/>
              </a:spcBef>
              <a:spcAft>
                <a:spcPts val="0"/>
              </a:spcAft>
              <a:buClr>
                <a:schemeClr val="dk1"/>
              </a:buClr>
              <a:buSzPts val="1400"/>
              <a:buFont typeface="Darker Grotesque Medium"/>
              <a:buChar char="●"/>
              <a:defRPr sz="1400" b="0" i="0" u="none" strike="noStrike" cap="none">
                <a:solidFill>
                  <a:schemeClr val="dk1"/>
                </a:solidFill>
                <a:latin typeface="Darker Grotesque Medium"/>
                <a:ea typeface="Darker Grotesque Medium"/>
                <a:cs typeface="Darker Grotesque Medium"/>
                <a:sym typeface="Darker Grotesque Medium"/>
              </a:defRPr>
            </a:lvl4pPr>
            <a:lvl5pPr marL="2286000" marR="0" lvl="4" indent="-317500" algn="l" rtl="0">
              <a:lnSpc>
                <a:spcPct val="115000"/>
              </a:lnSpc>
              <a:spcBef>
                <a:spcPts val="0"/>
              </a:spcBef>
              <a:spcAft>
                <a:spcPts val="0"/>
              </a:spcAft>
              <a:buClr>
                <a:schemeClr val="dk1"/>
              </a:buClr>
              <a:buSzPts val="1400"/>
              <a:buFont typeface="Darker Grotesque Medium"/>
              <a:buChar char="○"/>
              <a:defRPr sz="1400" b="0" i="0" u="none" strike="noStrike" cap="none">
                <a:solidFill>
                  <a:schemeClr val="dk1"/>
                </a:solidFill>
                <a:latin typeface="Darker Grotesque Medium"/>
                <a:ea typeface="Darker Grotesque Medium"/>
                <a:cs typeface="Darker Grotesque Medium"/>
                <a:sym typeface="Darker Grotesque Medium"/>
              </a:defRPr>
            </a:lvl5pPr>
            <a:lvl6pPr marL="2743200" marR="0" lvl="5" indent="-317500" algn="l" rtl="0">
              <a:lnSpc>
                <a:spcPct val="115000"/>
              </a:lnSpc>
              <a:spcBef>
                <a:spcPts val="0"/>
              </a:spcBef>
              <a:spcAft>
                <a:spcPts val="0"/>
              </a:spcAft>
              <a:buClr>
                <a:schemeClr val="dk1"/>
              </a:buClr>
              <a:buSzPts val="1400"/>
              <a:buFont typeface="Darker Grotesque Medium"/>
              <a:buChar char="■"/>
              <a:defRPr sz="1400" b="0" i="0" u="none" strike="noStrike" cap="none">
                <a:solidFill>
                  <a:schemeClr val="dk1"/>
                </a:solidFill>
                <a:latin typeface="Darker Grotesque Medium"/>
                <a:ea typeface="Darker Grotesque Medium"/>
                <a:cs typeface="Darker Grotesque Medium"/>
                <a:sym typeface="Darker Grotesque Medium"/>
              </a:defRPr>
            </a:lvl6pPr>
            <a:lvl7pPr marL="3200400" marR="0" lvl="6" indent="-317500" algn="l" rtl="0">
              <a:lnSpc>
                <a:spcPct val="115000"/>
              </a:lnSpc>
              <a:spcBef>
                <a:spcPts val="0"/>
              </a:spcBef>
              <a:spcAft>
                <a:spcPts val="0"/>
              </a:spcAft>
              <a:buClr>
                <a:schemeClr val="dk1"/>
              </a:buClr>
              <a:buSzPts val="1400"/>
              <a:buFont typeface="Darker Grotesque Medium"/>
              <a:buChar char="●"/>
              <a:defRPr sz="1400" b="0" i="0" u="none" strike="noStrike" cap="none">
                <a:solidFill>
                  <a:schemeClr val="dk1"/>
                </a:solidFill>
                <a:latin typeface="Darker Grotesque Medium"/>
                <a:ea typeface="Darker Grotesque Medium"/>
                <a:cs typeface="Darker Grotesque Medium"/>
                <a:sym typeface="Darker Grotesque Medium"/>
              </a:defRPr>
            </a:lvl7pPr>
            <a:lvl8pPr marL="3657600" marR="0" lvl="7" indent="-317500" algn="l" rtl="0">
              <a:lnSpc>
                <a:spcPct val="115000"/>
              </a:lnSpc>
              <a:spcBef>
                <a:spcPts val="0"/>
              </a:spcBef>
              <a:spcAft>
                <a:spcPts val="0"/>
              </a:spcAft>
              <a:buClr>
                <a:schemeClr val="dk1"/>
              </a:buClr>
              <a:buSzPts val="1400"/>
              <a:buFont typeface="Darker Grotesque Medium"/>
              <a:buChar char="○"/>
              <a:defRPr sz="1400" b="0" i="0" u="none" strike="noStrike" cap="none">
                <a:solidFill>
                  <a:schemeClr val="dk1"/>
                </a:solidFill>
                <a:latin typeface="Darker Grotesque Medium"/>
                <a:ea typeface="Darker Grotesque Medium"/>
                <a:cs typeface="Darker Grotesque Medium"/>
                <a:sym typeface="Darker Grotesque Medium"/>
              </a:defRPr>
            </a:lvl8pPr>
            <a:lvl9pPr marL="4114800" marR="0" lvl="8" indent="-317500" algn="l" rtl="0">
              <a:lnSpc>
                <a:spcPct val="115000"/>
              </a:lnSpc>
              <a:spcBef>
                <a:spcPts val="0"/>
              </a:spcBef>
              <a:spcAft>
                <a:spcPts val="0"/>
              </a:spcAft>
              <a:buClr>
                <a:schemeClr val="dk1"/>
              </a:buClr>
              <a:buSzPts val="1400"/>
              <a:buFont typeface="Darker Grotesque Medium"/>
              <a:buChar char="■"/>
              <a:defRPr sz="1400" b="0" i="0" u="none" strike="noStrike" cap="none">
                <a:solidFill>
                  <a:schemeClr val="dk1"/>
                </a:solidFill>
                <a:latin typeface="Darker Grotesque Medium"/>
                <a:ea typeface="Darker Grotesque Medium"/>
                <a:cs typeface="Darker Grotesque Medium"/>
                <a:sym typeface="Darker Grotesque Medium"/>
              </a:defRPr>
            </a:lvl9pPr>
          </a:lstStyle>
          <a:p>
            <a:pPr marL="0" indent="0">
              <a:buFont typeface="Darker Grotesque Medium"/>
              <a:buNone/>
            </a:pPr>
            <a:r>
              <a:rPr lang="en-US" sz="1800" b="1" u="sng" dirty="0">
                <a:solidFill>
                  <a:schemeClr val="accent4"/>
                </a:solidFill>
              </a:rPr>
              <a:t>Our Goal:</a:t>
            </a:r>
          </a:p>
          <a:p>
            <a:pPr marL="0" indent="0">
              <a:buFont typeface="Darker Grotesque Medium"/>
              <a:buNone/>
            </a:pPr>
            <a:endParaRPr lang="en-US" sz="1800" b="1" u="sng" dirty="0">
              <a:solidFill>
                <a:schemeClr val="accent4"/>
              </a:solidFill>
            </a:endParaRPr>
          </a:p>
          <a:p>
            <a:pPr marL="0" indent="0">
              <a:buFont typeface="Darker Grotesque Medium"/>
              <a:buNone/>
            </a:pPr>
            <a:r>
              <a:rPr lang="en-US" sz="1800" b="1" dirty="0">
                <a:solidFill>
                  <a:schemeClr val="accent4"/>
                </a:solidFill>
              </a:rPr>
              <a:t>Use </a:t>
            </a:r>
            <a:r>
              <a:rPr lang="en-US" sz="1800" b="1" dirty="0" err="1">
                <a:solidFill>
                  <a:schemeClr val="accent4"/>
                </a:solidFill>
              </a:rPr>
              <a:t>ShinyApps</a:t>
            </a:r>
            <a:r>
              <a:rPr lang="en-US" sz="1800" b="1" dirty="0">
                <a:solidFill>
                  <a:schemeClr val="accent4"/>
                </a:solidFill>
              </a:rPr>
              <a:t> to present the data to people of varying ecological knowledge</a:t>
            </a:r>
          </a:p>
          <a:p>
            <a:pPr marL="0" indent="0">
              <a:buFont typeface="Darker Grotesque Medium"/>
              <a:buNone/>
            </a:pPr>
            <a:endParaRPr lang="en-US" b="1" dirty="0">
              <a:solidFill>
                <a:schemeClr val="accent4"/>
              </a:solidFill>
            </a:endParaRPr>
          </a:p>
          <a:p>
            <a:pPr marL="0" indent="0">
              <a:buFont typeface="Darker Grotesque Medium"/>
              <a:buNone/>
            </a:pPr>
            <a:endParaRPr lang="en-US" sz="1200" b="1" dirty="0"/>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418"/>
        <p:cNvGrpSpPr/>
        <p:nvPr/>
      </p:nvGrpSpPr>
      <p:grpSpPr>
        <a:xfrm>
          <a:off x="0" y="0"/>
          <a:ext cx="0" cy="0"/>
          <a:chOff x="0" y="0"/>
          <a:chExt cx="0" cy="0"/>
        </a:xfrm>
      </p:grpSpPr>
      <p:sp>
        <p:nvSpPr>
          <p:cNvPr id="1419" name="Google Shape;1419;p30"/>
          <p:cNvSpPr txBox="1">
            <a:spLocks noGrp="1"/>
          </p:cNvSpPr>
          <p:nvPr>
            <p:ph type="subTitle" idx="1"/>
          </p:nvPr>
        </p:nvSpPr>
        <p:spPr>
          <a:xfrm>
            <a:off x="465056" y="630608"/>
            <a:ext cx="6755875"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sz="2400" b="1" dirty="0"/>
              <a:t>Key Variables- Site Type and Activity (PERSON 1)</a:t>
            </a:r>
            <a:endParaRPr sz="2400" b="1" dirty="0"/>
          </a:p>
        </p:txBody>
      </p:sp>
      <p:sp>
        <p:nvSpPr>
          <p:cNvPr id="1420" name="Google Shape;1420;p30"/>
          <p:cNvSpPr txBox="1">
            <a:spLocks noGrp="1"/>
          </p:cNvSpPr>
          <p:nvPr>
            <p:ph type="title"/>
          </p:nvPr>
        </p:nvSpPr>
        <p:spPr>
          <a:xfrm>
            <a:off x="-646982" y="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dirty="0"/>
              <a:t>Data Exploration</a:t>
            </a:r>
            <a:endParaRPr dirty="0"/>
          </a:p>
        </p:txBody>
      </p:sp>
      <p:grpSp>
        <p:nvGrpSpPr>
          <p:cNvPr id="1424" name="Google Shape;1424;p30"/>
          <p:cNvGrpSpPr/>
          <p:nvPr/>
        </p:nvGrpSpPr>
        <p:grpSpPr>
          <a:xfrm rot="-188488">
            <a:off x="4215113" y="4054316"/>
            <a:ext cx="84756" cy="46284"/>
            <a:chOff x="3467344" y="1694749"/>
            <a:chExt cx="114969" cy="62784"/>
          </a:xfrm>
        </p:grpSpPr>
        <p:sp>
          <p:nvSpPr>
            <p:cNvPr id="1425" name="Google Shape;1425;p30"/>
            <p:cNvSpPr/>
            <p:nvPr/>
          </p:nvSpPr>
          <p:spPr>
            <a:xfrm>
              <a:off x="3545727" y="1694749"/>
              <a:ext cx="36586" cy="56634"/>
            </a:xfrm>
            <a:custGeom>
              <a:avLst/>
              <a:gdLst/>
              <a:ahLst/>
              <a:cxnLst/>
              <a:rect l="l" t="t" r="r" b="b"/>
              <a:pathLst>
                <a:path w="1053" h="1630" extrusionOk="0">
                  <a:moveTo>
                    <a:pt x="828" y="1"/>
                  </a:moveTo>
                  <a:cubicBezTo>
                    <a:pt x="627" y="552"/>
                    <a:pt x="76" y="853"/>
                    <a:pt x="76" y="853"/>
                  </a:cubicBezTo>
                  <a:cubicBezTo>
                    <a:pt x="51" y="1103"/>
                    <a:pt x="25" y="1379"/>
                    <a:pt x="0" y="1630"/>
                  </a:cubicBezTo>
                  <a:cubicBezTo>
                    <a:pt x="1053" y="1304"/>
                    <a:pt x="828" y="1"/>
                    <a:pt x="8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30"/>
            <p:cNvSpPr/>
            <p:nvPr/>
          </p:nvSpPr>
          <p:spPr>
            <a:xfrm>
              <a:off x="3467344" y="1713928"/>
              <a:ext cx="46211" cy="43605"/>
            </a:xfrm>
            <a:custGeom>
              <a:avLst/>
              <a:gdLst/>
              <a:ahLst/>
              <a:cxnLst/>
              <a:rect l="l" t="t" r="r" b="b"/>
              <a:pathLst>
                <a:path w="1330" h="1255" extrusionOk="0">
                  <a:moveTo>
                    <a:pt x="1" y="0"/>
                  </a:moveTo>
                  <a:lnTo>
                    <a:pt x="1" y="0"/>
                  </a:lnTo>
                  <a:cubicBezTo>
                    <a:pt x="1" y="0"/>
                    <a:pt x="218" y="1255"/>
                    <a:pt x="1268" y="1255"/>
                  </a:cubicBezTo>
                  <a:cubicBezTo>
                    <a:pt x="1288" y="1255"/>
                    <a:pt x="1308" y="1254"/>
                    <a:pt x="1329" y="1253"/>
                  </a:cubicBezTo>
                  <a:cubicBezTo>
                    <a:pt x="1204" y="1003"/>
                    <a:pt x="1104" y="777"/>
                    <a:pt x="978" y="526"/>
                  </a:cubicBezTo>
                  <a:cubicBezTo>
                    <a:pt x="978" y="526"/>
                    <a:pt x="377" y="45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2" name="Google Shape;1422;p30"/>
          <p:cNvSpPr/>
          <p:nvPr/>
        </p:nvSpPr>
        <p:spPr>
          <a:xfrm rot="675023" flipH="1">
            <a:off x="4638066" y="4244827"/>
            <a:ext cx="602735" cy="303280"/>
          </a:xfrm>
          <a:custGeom>
            <a:avLst/>
            <a:gdLst/>
            <a:ahLst/>
            <a:cxnLst/>
            <a:rect l="l" t="t" r="r" b="b"/>
            <a:pathLst>
              <a:path w="24109" h="12131" extrusionOk="0">
                <a:moveTo>
                  <a:pt x="273" y="0"/>
                </a:moveTo>
                <a:cubicBezTo>
                  <a:pt x="273" y="1"/>
                  <a:pt x="2453" y="3412"/>
                  <a:pt x="1" y="4502"/>
                </a:cubicBezTo>
                <a:cubicBezTo>
                  <a:pt x="949" y="4502"/>
                  <a:pt x="2856" y="6136"/>
                  <a:pt x="2039" y="8044"/>
                </a:cubicBezTo>
                <a:cubicBezTo>
                  <a:pt x="2117" y="7925"/>
                  <a:pt x="2339" y="7863"/>
                  <a:pt x="2659" y="7863"/>
                </a:cubicBezTo>
                <a:cubicBezTo>
                  <a:pt x="3458" y="7863"/>
                  <a:pt x="4864" y="8254"/>
                  <a:pt x="6126" y="9134"/>
                </a:cubicBezTo>
                <a:cubicBezTo>
                  <a:pt x="7902" y="10223"/>
                  <a:pt x="7902" y="11989"/>
                  <a:pt x="7902" y="11989"/>
                </a:cubicBezTo>
                <a:cubicBezTo>
                  <a:pt x="7902" y="11989"/>
                  <a:pt x="8589" y="10735"/>
                  <a:pt x="9333" y="10735"/>
                </a:cubicBezTo>
                <a:cubicBezTo>
                  <a:pt x="9401" y="10735"/>
                  <a:pt x="9469" y="10746"/>
                  <a:pt x="9537" y="10768"/>
                </a:cubicBezTo>
                <a:cubicBezTo>
                  <a:pt x="10355" y="11041"/>
                  <a:pt x="10758" y="11989"/>
                  <a:pt x="10758" y="11989"/>
                </a:cubicBezTo>
                <a:cubicBezTo>
                  <a:pt x="10758" y="11989"/>
                  <a:pt x="11008" y="10619"/>
                  <a:pt x="11393" y="10619"/>
                </a:cubicBezTo>
                <a:cubicBezTo>
                  <a:pt x="11410" y="10619"/>
                  <a:pt x="11427" y="10621"/>
                  <a:pt x="11445" y="10627"/>
                </a:cubicBezTo>
                <a:cubicBezTo>
                  <a:pt x="11717" y="10768"/>
                  <a:pt x="12120" y="12131"/>
                  <a:pt x="12120" y="12131"/>
                </a:cubicBezTo>
                <a:cubicBezTo>
                  <a:pt x="12120" y="12131"/>
                  <a:pt x="12393" y="10627"/>
                  <a:pt x="13210" y="10627"/>
                </a:cubicBezTo>
                <a:cubicBezTo>
                  <a:pt x="14028" y="10627"/>
                  <a:pt x="14845" y="11989"/>
                  <a:pt x="14845" y="11989"/>
                </a:cubicBezTo>
                <a:cubicBezTo>
                  <a:pt x="14845" y="11989"/>
                  <a:pt x="14987" y="9951"/>
                  <a:pt x="16621" y="9134"/>
                </a:cubicBezTo>
                <a:cubicBezTo>
                  <a:pt x="17387" y="8685"/>
                  <a:pt x="18419" y="8565"/>
                  <a:pt x="19301" y="8565"/>
                </a:cubicBezTo>
                <a:cubicBezTo>
                  <a:pt x="20304" y="8565"/>
                  <a:pt x="21112" y="8719"/>
                  <a:pt x="21112" y="8719"/>
                </a:cubicBezTo>
                <a:cubicBezTo>
                  <a:pt x="21112" y="8719"/>
                  <a:pt x="20294" y="7226"/>
                  <a:pt x="20981" y="6136"/>
                </a:cubicBezTo>
                <a:cubicBezTo>
                  <a:pt x="21657" y="5177"/>
                  <a:pt x="23019" y="4774"/>
                  <a:pt x="23019" y="4774"/>
                </a:cubicBezTo>
                <a:cubicBezTo>
                  <a:pt x="23019" y="4774"/>
                  <a:pt x="21384" y="1635"/>
                  <a:pt x="24109" y="142"/>
                </a:cubicBezTo>
                <a:cubicBezTo>
                  <a:pt x="23996" y="78"/>
                  <a:pt x="23851" y="49"/>
                  <a:pt x="23681" y="49"/>
                </a:cubicBezTo>
                <a:cubicBezTo>
                  <a:pt x="22013" y="49"/>
                  <a:pt x="17895" y="2890"/>
                  <a:pt x="17025" y="4502"/>
                </a:cubicBezTo>
                <a:cubicBezTo>
                  <a:pt x="16238" y="6201"/>
                  <a:pt x="14069" y="7779"/>
                  <a:pt x="12809" y="7779"/>
                </a:cubicBezTo>
                <a:cubicBezTo>
                  <a:pt x="12760" y="7779"/>
                  <a:pt x="12712" y="7776"/>
                  <a:pt x="12665" y="7771"/>
                </a:cubicBezTo>
                <a:cubicBezTo>
                  <a:pt x="12807" y="7771"/>
                  <a:pt x="13079" y="6540"/>
                  <a:pt x="12665" y="5319"/>
                </a:cubicBezTo>
                <a:lnTo>
                  <a:pt x="11990" y="6409"/>
                </a:lnTo>
                <a:lnTo>
                  <a:pt x="11303" y="6540"/>
                </a:lnTo>
                <a:lnTo>
                  <a:pt x="10485" y="5177"/>
                </a:lnTo>
                <a:cubicBezTo>
                  <a:pt x="10485" y="5177"/>
                  <a:pt x="10485" y="7226"/>
                  <a:pt x="10213" y="7499"/>
                </a:cubicBezTo>
                <a:cubicBezTo>
                  <a:pt x="10181" y="7514"/>
                  <a:pt x="10133" y="7522"/>
                  <a:pt x="10070" y="7522"/>
                </a:cubicBezTo>
                <a:cubicBezTo>
                  <a:pt x="9598" y="7522"/>
                  <a:pt x="8335" y="7067"/>
                  <a:pt x="7488" y="5864"/>
                </a:cubicBezTo>
                <a:cubicBezTo>
                  <a:pt x="6813" y="4905"/>
                  <a:pt x="3543" y="818"/>
                  <a:pt x="27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30"/>
          <p:cNvSpPr/>
          <p:nvPr/>
        </p:nvSpPr>
        <p:spPr>
          <a:xfrm rot="-416317">
            <a:off x="3583641" y="3729708"/>
            <a:ext cx="1772431" cy="465786"/>
          </a:xfrm>
          <a:custGeom>
            <a:avLst/>
            <a:gdLst/>
            <a:ahLst/>
            <a:cxnLst/>
            <a:rect l="l" t="t" r="r" b="b"/>
            <a:pathLst>
              <a:path w="35421" h="9308" extrusionOk="0">
                <a:moveTo>
                  <a:pt x="28528" y="0"/>
                </a:moveTo>
                <a:cubicBezTo>
                  <a:pt x="26812" y="0"/>
                  <a:pt x="24725" y="270"/>
                  <a:pt x="22212" y="992"/>
                </a:cubicBezTo>
                <a:cubicBezTo>
                  <a:pt x="22212" y="992"/>
                  <a:pt x="21798" y="2899"/>
                  <a:pt x="19759" y="3989"/>
                </a:cubicBezTo>
                <a:lnTo>
                  <a:pt x="19759" y="3586"/>
                </a:lnTo>
                <a:cubicBezTo>
                  <a:pt x="19618" y="3313"/>
                  <a:pt x="19890" y="3172"/>
                  <a:pt x="19890" y="3172"/>
                </a:cubicBezTo>
                <a:cubicBezTo>
                  <a:pt x="19215" y="3172"/>
                  <a:pt x="18942" y="3717"/>
                  <a:pt x="18800" y="3989"/>
                </a:cubicBezTo>
                <a:cubicBezTo>
                  <a:pt x="18255" y="3858"/>
                  <a:pt x="17711" y="3858"/>
                  <a:pt x="17711" y="3858"/>
                </a:cubicBezTo>
                <a:cubicBezTo>
                  <a:pt x="17711" y="3858"/>
                  <a:pt x="17166" y="3858"/>
                  <a:pt x="16621" y="4131"/>
                </a:cubicBezTo>
                <a:cubicBezTo>
                  <a:pt x="16508" y="3896"/>
                  <a:pt x="16186" y="3557"/>
                  <a:pt x="15668" y="3557"/>
                </a:cubicBezTo>
                <a:cubicBezTo>
                  <a:pt x="15584" y="3557"/>
                  <a:pt x="15494" y="3566"/>
                  <a:pt x="15400" y="3586"/>
                </a:cubicBezTo>
                <a:cubicBezTo>
                  <a:pt x="15400" y="3586"/>
                  <a:pt x="15672" y="3717"/>
                  <a:pt x="15672" y="3989"/>
                </a:cubicBezTo>
                <a:lnTo>
                  <a:pt x="15672" y="4403"/>
                </a:lnTo>
                <a:cubicBezTo>
                  <a:pt x="13493" y="3717"/>
                  <a:pt x="12806" y="1809"/>
                  <a:pt x="12806" y="1809"/>
                </a:cubicBezTo>
                <a:cubicBezTo>
                  <a:pt x="11979" y="1745"/>
                  <a:pt x="11203" y="1715"/>
                  <a:pt x="10475" y="1715"/>
                </a:cubicBezTo>
                <a:cubicBezTo>
                  <a:pt x="1970" y="1715"/>
                  <a:pt x="0" y="5766"/>
                  <a:pt x="0" y="5766"/>
                </a:cubicBezTo>
                <a:cubicBezTo>
                  <a:pt x="1059" y="5253"/>
                  <a:pt x="1869" y="5057"/>
                  <a:pt x="2488" y="5057"/>
                </a:cubicBezTo>
                <a:cubicBezTo>
                  <a:pt x="4501" y="5057"/>
                  <a:pt x="4501" y="7128"/>
                  <a:pt x="4501" y="7128"/>
                </a:cubicBezTo>
                <a:cubicBezTo>
                  <a:pt x="5476" y="6188"/>
                  <a:pt x="6288" y="5843"/>
                  <a:pt x="6954" y="5843"/>
                </a:cubicBezTo>
                <a:cubicBezTo>
                  <a:pt x="8801" y="5843"/>
                  <a:pt x="9536" y="8490"/>
                  <a:pt x="9536" y="8490"/>
                </a:cubicBezTo>
                <a:cubicBezTo>
                  <a:pt x="10181" y="7733"/>
                  <a:pt x="10752" y="7460"/>
                  <a:pt x="11240" y="7460"/>
                </a:cubicBezTo>
                <a:cubicBezTo>
                  <a:pt x="12510" y="7460"/>
                  <a:pt x="13220" y="9308"/>
                  <a:pt x="13220" y="9308"/>
                </a:cubicBezTo>
                <a:cubicBezTo>
                  <a:pt x="13524" y="8648"/>
                  <a:pt x="13920" y="8441"/>
                  <a:pt x="14299" y="8441"/>
                </a:cubicBezTo>
                <a:cubicBezTo>
                  <a:pt x="14941" y="8441"/>
                  <a:pt x="15531" y="9035"/>
                  <a:pt x="15531" y="9035"/>
                </a:cubicBezTo>
                <a:cubicBezTo>
                  <a:pt x="15400" y="8218"/>
                  <a:pt x="15803" y="7673"/>
                  <a:pt x="16076" y="7128"/>
                </a:cubicBezTo>
                <a:cubicBezTo>
                  <a:pt x="16348" y="7673"/>
                  <a:pt x="17307" y="8218"/>
                  <a:pt x="18125" y="8218"/>
                </a:cubicBezTo>
                <a:cubicBezTo>
                  <a:pt x="18942" y="8076"/>
                  <a:pt x="19759" y="7400"/>
                  <a:pt x="19890" y="6855"/>
                </a:cubicBezTo>
                <a:cubicBezTo>
                  <a:pt x="20304" y="7259"/>
                  <a:pt x="20708" y="7804"/>
                  <a:pt x="20708" y="8621"/>
                </a:cubicBezTo>
                <a:cubicBezTo>
                  <a:pt x="20708" y="8621"/>
                  <a:pt x="21311" y="7686"/>
                  <a:pt x="22092" y="7686"/>
                </a:cubicBezTo>
                <a:cubicBezTo>
                  <a:pt x="22427" y="7686"/>
                  <a:pt x="22794" y="7858"/>
                  <a:pt x="23160" y="8349"/>
                </a:cubicBezTo>
                <a:cubicBezTo>
                  <a:pt x="23160" y="8349"/>
                  <a:pt x="23480" y="6106"/>
                  <a:pt x="24922" y="6106"/>
                </a:cubicBezTo>
                <a:cubicBezTo>
                  <a:pt x="25360" y="6106"/>
                  <a:pt x="25902" y="6314"/>
                  <a:pt x="26571" y="6855"/>
                </a:cubicBezTo>
                <a:cubicBezTo>
                  <a:pt x="26571" y="6855"/>
                  <a:pt x="26821" y="3727"/>
                  <a:pt x="28992" y="3727"/>
                </a:cubicBezTo>
                <a:cubicBezTo>
                  <a:pt x="29578" y="3727"/>
                  <a:pt x="30304" y="3955"/>
                  <a:pt x="31203" y="4534"/>
                </a:cubicBezTo>
                <a:cubicBezTo>
                  <a:pt x="31203" y="4534"/>
                  <a:pt x="30710" y="2090"/>
                  <a:pt x="33548" y="2090"/>
                </a:cubicBezTo>
                <a:cubicBezTo>
                  <a:pt x="34058" y="2090"/>
                  <a:pt x="34675" y="2169"/>
                  <a:pt x="35421" y="2354"/>
                </a:cubicBezTo>
                <a:cubicBezTo>
                  <a:pt x="35421" y="2354"/>
                  <a:pt x="33596" y="0"/>
                  <a:pt x="285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 name="Picture 1">
            <a:extLst>
              <a:ext uri="{FF2B5EF4-FFF2-40B4-BE49-F238E27FC236}">
                <a16:creationId xmlns:a16="http://schemas.microsoft.com/office/drawing/2014/main" id="{847B137A-128F-D2B0-1C0C-64139A1C7321}"/>
              </a:ext>
            </a:extLst>
          </p:cNvPr>
          <p:cNvPicPr>
            <a:picLocks noChangeAspect="1"/>
          </p:cNvPicPr>
          <p:nvPr/>
        </p:nvPicPr>
        <p:blipFill>
          <a:blip r:embed="rId3"/>
          <a:stretch>
            <a:fillRect/>
          </a:stretch>
        </p:blipFill>
        <p:spPr>
          <a:xfrm>
            <a:off x="246587" y="1398254"/>
            <a:ext cx="4536428" cy="2866105"/>
          </a:xfrm>
          <a:prstGeom prst="rect">
            <a:avLst/>
          </a:prstGeom>
        </p:spPr>
      </p:pic>
      <p:pic>
        <p:nvPicPr>
          <p:cNvPr id="3" name="Picture 2">
            <a:extLst>
              <a:ext uri="{FF2B5EF4-FFF2-40B4-BE49-F238E27FC236}">
                <a16:creationId xmlns:a16="http://schemas.microsoft.com/office/drawing/2014/main" id="{B61E325B-773C-786B-8686-B46F994257A1}"/>
              </a:ext>
            </a:extLst>
          </p:cNvPr>
          <p:cNvPicPr>
            <a:picLocks noChangeAspect="1"/>
          </p:cNvPicPr>
          <p:nvPr/>
        </p:nvPicPr>
        <p:blipFill>
          <a:blip r:embed="rId4"/>
          <a:stretch>
            <a:fillRect/>
          </a:stretch>
        </p:blipFill>
        <p:spPr>
          <a:xfrm>
            <a:off x="4939433" y="1403453"/>
            <a:ext cx="4016334" cy="2790691"/>
          </a:xfrm>
          <a:prstGeom prst="rect">
            <a:avLst/>
          </a:prstGeom>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418">
          <a:extLst>
            <a:ext uri="{FF2B5EF4-FFF2-40B4-BE49-F238E27FC236}">
              <a16:creationId xmlns:a16="http://schemas.microsoft.com/office/drawing/2014/main" id="{C37B8BA6-7534-D1BA-29C8-3065F47DFC59}"/>
            </a:ext>
          </a:extLst>
        </p:cNvPr>
        <p:cNvGrpSpPr/>
        <p:nvPr/>
      </p:nvGrpSpPr>
      <p:grpSpPr>
        <a:xfrm>
          <a:off x="0" y="0"/>
          <a:ext cx="0" cy="0"/>
          <a:chOff x="0" y="0"/>
          <a:chExt cx="0" cy="0"/>
        </a:xfrm>
      </p:grpSpPr>
      <p:sp>
        <p:nvSpPr>
          <p:cNvPr id="1419" name="Google Shape;1419;p30">
            <a:extLst>
              <a:ext uri="{FF2B5EF4-FFF2-40B4-BE49-F238E27FC236}">
                <a16:creationId xmlns:a16="http://schemas.microsoft.com/office/drawing/2014/main" id="{79AEAFA2-B30D-A2D8-ADC2-F1B6B8A1AE9D}"/>
              </a:ext>
            </a:extLst>
          </p:cNvPr>
          <p:cNvSpPr txBox="1">
            <a:spLocks noGrp="1"/>
          </p:cNvSpPr>
          <p:nvPr>
            <p:ph type="subTitle" idx="1"/>
          </p:nvPr>
        </p:nvSpPr>
        <p:spPr>
          <a:xfrm>
            <a:off x="465056" y="630608"/>
            <a:ext cx="7194221"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sz="2400" b="1" dirty="0"/>
              <a:t>Key Variables- Reproductive Status and Timing(PERSON 2)</a:t>
            </a:r>
            <a:endParaRPr sz="2400" b="1" dirty="0"/>
          </a:p>
        </p:txBody>
      </p:sp>
      <p:sp>
        <p:nvSpPr>
          <p:cNvPr id="1420" name="Google Shape;1420;p30">
            <a:extLst>
              <a:ext uri="{FF2B5EF4-FFF2-40B4-BE49-F238E27FC236}">
                <a16:creationId xmlns:a16="http://schemas.microsoft.com/office/drawing/2014/main" id="{2C2F6675-BDC8-13B9-0506-57F798FB71C9}"/>
              </a:ext>
            </a:extLst>
          </p:cNvPr>
          <p:cNvSpPr txBox="1">
            <a:spLocks noGrp="1"/>
          </p:cNvSpPr>
          <p:nvPr>
            <p:ph type="title"/>
          </p:nvPr>
        </p:nvSpPr>
        <p:spPr>
          <a:xfrm>
            <a:off x="-646982" y="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dirty="0"/>
              <a:t>Data Exploration</a:t>
            </a:r>
            <a:endParaRPr dirty="0"/>
          </a:p>
        </p:txBody>
      </p:sp>
      <p:sp>
        <p:nvSpPr>
          <p:cNvPr id="1422" name="Google Shape;1422;p30">
            <a:extLst>
              <a:ext uri="{FF2B5EF4-FFF2-40B4-BE49-F238E27FC236}">
                <a16:creationId xmlns:a16="http://schemas.microsoft.com/office/drawing/2014/main" id="{C092FAF5-17AE-EC4A-76B9-1E90899621C4}"/>
              </a:ext>
            </a:extLst>
          </p:cNvPr>
          <p:cNvSpPr/>
          <p:nvPr/>
        </p:nvSpPr>
        <p:spPr>
          <a:xfrm rot="675023" flipH="1">
            <a:off x="446821" y="4207119"/>
            <a:ext cx="602735" cy="303280"/>
          </a:xfrm>
          <a:custGeom>
            <a:avLst/>
            <a:gdLst/>
            <a:ahLst/>
            <a:cxnLst/>
            <a:rect l="l" t="t" r="r" b="b"/>
            <a:pathLst>
              <a:path w="24109" h="12131" extrusionOk="0">
                <a:moveTo>
                  <a:pt x="273" y="0"/>
                </a:moveTo>
                <a:cubicBezTo>
                  <a:pt x="273" y="1"/>
                  <a:pt x="2453" y="3412"/>
                  <a:pt x="1" y="4502"/>
                </a:cubicBezTo>
                <a:cubicBezTo>
                  <a:pt x="949" y="4502"/>
                  <a:pt x="2856" y="6136"/>
                  <a:pt x="2039" y="8044"/>
                </a:cubicBezTo>
                <a:cubicBezTo>
                  <a:pt x="2117" y="7925"/>
                  <a:pt x="2339" y="7863"/>
                  <a:pt x="2659" y="7863"/>
                </a:cubicBezTo>
                <a:cubicBezTo>
                  <a:pt x="3458" y="7863"/>
                  <a:pt x="4864" y="8254"/>
                  <a:pt x="6126" y="9134"/>
                </a:cubicBezTo>
                <a:cubicBezTo>
                  <a:pt x="7902" y="10223"/>
                  <a:pt x="7902" y="11989"/>
                  <a:pt x="7902" y="11989"/>
                </a:cubicBezTo>
                <a:cubicBezTo>
                  <a:pt x="7902" y="11989"/>
                  <a:pt x="8589" y="10735"/>
                  <a:pt x="9333" y="10735"/>
                </a:cubicBezTo>
                <a:cubicBezTo>
                  <a:pt x="9401" y="10735"/>
                  <a:pt x="9469" y="10746"/>
                  <a:pt x="9537" y="10768"/>
                </a:cubicBezTo>
                <a:cubicBezTo>
                  <a:pt x="10355" y="11041"/>
                  <a:pt x="10758" y="11989"/>
                  <a:pt x="10758" y="11989"/>
                </a:cubicBezTo>
                <a:cubicBezTo>
                  <a:pt x="10758" y="11989"/>
                  <a:pt x="11008" y="10619"/>
                  <a:pt x="11393" y="10619"/>
                </a:cubicBezTo>
                <a:cubicBezTo>
                  <a:pt x="11410" y="10619"/>
                  <a:pt x="11427" y="10621"/>
                  <a:pt x="11445" y="10627"/>
                </a:cubicBezTo>
                <a:cubicBezTo>
                  <a:pt x="11717" y="10768"/>
                  <a:pt x="12120" y="12131"/>
                  <a:pt x="12120" y="12131"/>
                </a:cubicBezTo>
                <a:cubicBezTo>
                  <a:pt x="12120" y="12131"/>
                  <a:pt x="12393" y="10627"/>
                  <a:pt x="13210" y="10627"/>
                </a:cubicBezTo>
                <a:cubicBezTo>
                  <a:pt x="14028" y="10627"/>
                  <a:pt x="14845" y="11989"/>
                  <a:pt x="14845" y="11989"/>
                </a:cubicBezTo>
                <a:cubicBezTo>
                  <a:pt x="14845" y="11989"/>
                  <a:pt x="14987" y="9951"/>
                  <a:pt x="16621" y="9134"/>
                </a:cubicBezTo>
                <a:cubicBezTo>
                  <a:pt x="17387" y="8685"/>
                  <a:pt x="18419" y="8565"/>
                  <a:pt x="19301" y="8565"/>
                </a:cubicBezTo>
                <a:cubicBezTo>
                  <a:pt x="20304" y="8565"/>
                  <a:pt x="21112" y="8719"/>
                  <a:pt x="21112" y="8719"/>
                </a:cubicBezTo>
                <a:cubicBezTo>
                  <a:pt x="21112" y="8719"/>
                  <a:pt x="20294" y="7226"/>
                  <a:pt x="20981" y="6136"/>
                </a:cubicBezTo>
                <a:cubicBezTo>
                  <a:pt x="21657" y="5177"/>
                  <a:pt x="23019" y="4774"/>
                  <a:pt x="23019" y="4774"/>
                </a:cubicBezTo>
                <a:cubicBezTo>
                  <a:pt x="23019" y="4774"/>
                  <a:pt x="21384" y="1635"/>
                  <a:pt x="24109" y="142"/>
                </a:cubicBezTo>
                <a:cubicBezTo>
                  <a:pt x="23996" y="78"/>
                  <a:pt x="23851" y="49"/>
                  <a:pt x="23681" y="49"/>
                </a:cubicBezTo>
                <a:cubicBezTo>
                  <a:pt x="22013" y="49"/>
                  <a:pt x="17895" y="2890"/>
                  <a:pt x="17025" y="4502"/>
                </a:cubicBezTo>
                <a:cubicBezTo>
                  <a:pt x="16238" y="6201"/>
                  <a:pt x="14069" y="7779"/>
                  <a:pt x="12809" y="7779"/>
                </a:cubicBezTo>
                <a:cubicBezTo>
                  <a:pt x="12760" y="7779"/>
                  <a:pt x="12712" y="7776"/>
                  <a:pt x="12665" y="7771"/>
                </a:cubicBezTo>
                <a:cubicBezTo>
                  <a:pt x="12807" y="7771"/>
                  <a:pt x="13079" y="6540"/>
                  <a:pt x="12665" y="5319"/>
                </a:cubicBezTo>
                <a:lnTo>
                  <a:pt x="11990" y="6409"/>
                </a:lnTo>
                <a:lnTo>
                  <a:pt x="11303" y="6540"/>
                </a:lnTo>
                <a:lnTo>
                  <a:pt x="10485" y="5177"/>
                </a:lnTo>
                <a:cubicBezTo>
                  <a:pt x="10485" y="5177"/>
                  <a:pt x="10485" y="7226"/>
                  <a:pt x="10213" y="7499"/>
                </a:cubicBezTo>
                <a:cubicBezTo>
                  <a:pt x="10181" y="7514"/>
                  <a:pt x="10133" y="7522"/>
                  <a:pt x="10070" y="7522"/>
                </a:cubicBezTo>
                <a:cubicBezTo>
                  <a:pt x="9598" y="7522"/>
                  <a:pt x="8335" y="7067"/>
                  <a:pt x="7488" y="5864"/>
                </a:cubicBezTo>
                <a:cubicBezTo>
                  <a:pt x="6813" y="4905"/>
                  <a:pt x="3543" y="818"/>
                  <a:pt x="27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30">
            <a:extLst>
              <a:ext uri="{FF2B5EF4-FFF2-40B4-BE49-F238E27FC236}">
                <a16:creationId xmlns:a16="http://schemas.microsoft.com/office/drawing/2014/main" id="{26D7AC1E-7CB9-9078-CEB4-44740D456DB2}"/>
              </a:ext>
            </a:extLst>
          </p:cNvPr>
          <p:cNvSpPr/>
          <p:nvPr/>
        </p:nvSpPr>
        <p:spPr>
          <a:xfrm rot="-416317">
            <a:off x="6491811" y="998763"/>
            <a:ext cx="1772431" cy="465786"/>
          </a:xfrm>
          <a:custGeom>
            <a:avLst/>
            <a:gdLst/>
            <a:ahLst/>
            <a:cxnLst/>
            <a:rect l="l" t="t" r="r" b="b"/>
            <a:pathLst>
              <a:path w="35421" h="9308" extrusionOk="0">
                <a:moveTo>
                  <a:pt x="28528" y="0"/>
                </a:moveTo>
                <a:cubicBezTo>
                  <a:pt x="26812" y="0"/>
                  <a:pt x="24725" y="270"/>
                  <a:pt x="22212" y="992"/>
                </a:cubicBezTo>
                <a:cubicBezTo>
                  <a:pt x="22212" y="992"/>
                  <a:pt x="21798" y="2899"/>
                  <a:pt x="19759" y="3989"/>
                </a:cubicBezTo>
                <a:lnTo>
                  <a:pt x="19759" y="3586"/>
                </a:lnTo>
                <a:cubicBezTo>
                  <a:pt x="19618" y="3313"/>
                  <a:pt x="19890" y="3172"/>
                  <a:pt x="19890" y="3172"/>
                </a:cubicBezTo>
                <a:cubicBezTo>
                  <a:pt x="19215" y="3172"/>
                  <a:pt x="18942" y="3717"/>
                  <a:pt x="18800" y="3989"/>
                </a:cubicBezTo>
                <a:cubicBezTo>
                  <a:pt x="18255" y="3858"/>
                  <a:pt x="17711" y="3858"/>
                  <a:pt x="17711" y="3858"/>
                </a:cubicBezTo>
                <a:cubicBezTo>
                  <a:pt x="17711" y="3858"/>
                  <a:pt x="17166" y="3858"/>
                  <a:pt x="16621" y="4131"/>
                </a:cubicBezTo>
                <a:cubicBezTo>
                  <a:pt x="16508" y="3896"/>
                  <a:pt x="16186" y="3557"/>
                  <a:pt x="15668" y="3557"/>
                </a:cubicBezTo>
                <a:cubicBezTo>
                  <a:pt x="15584" y="3557"/>
                  <a:pt x="15494" y="3566"/>
                  <a:pt x="15400" y="3586"/>
                </a:cubicBezTo>
                <a:cubicBezTo>
                  <a:pt x="15400" y="3586"/>
                  <a:pt x="15672" y="3717"/>
                  <a:pt x="15672" y="3989"/>
                </a:cubicBezTo>
                <a:lnTo>
                  <a:pt x="15672" y="4403"/>
                </a:lnTo>
                <a:cubicBezTo>
                  <a:pt x="13493" y="3717"/>
                  <a:pt x="12806" y="1809"/>
                  <a:pt x="12806" y="1809"/>
                </a:cubicBezTo>
                <a:cubicBezTo>
                  <a:pt x="11979" y="1745"/>
                  <a:pt x="11203" y="1715"/>
                  <a:pt x="10475" y="1715"/>
                </a:cubicBezTo>
                <a:cubicBezTo>
                  <a:pt x="1970" y="1715"/>
                  <a:pt x="0" y="5766"/>
                  <a:pt x="0" y="5766"/>
                </a:cubicBezTo>
                <a:cubicBezTo>
                  <a:pt x="1059" y="5253"/>
                  <a:pt x="1869" y="5057"/>
                  <a:pt x="2488" y="5057"/>
                </a:cubicBezTo>
                <a:cubicBezTo>
                  <a:pt x="4501" y="5057"/>
                  <a:pt x="4501" y="7128"/>
                  <a:pt x="4501" y="7128"/>
                </a:cubicBezTo>
                <a:cubicBezTo>
                  <a:pt x="5476" y="6188"/>
                  <a:pt x="6288" y="5843"/>
                  <a:pt x="6954" y="5843"/>
                </a:cubicBezTo>
                <a:cubicBezTo>
                  <a:pt x="8801" y="5843"/>
                  <a:pt x="9536" y="8490"/>
                  <a:pt x="9536" y="8490"/>
                </a:cubicBezTo>
                <a:cubicBezTo>
                  <a:pt x="10181" y="7733"/>
                  <a:pt x="10752" y="7460"/>
                  <a:pt x="11240" y="7460"/>
                </a:cubicBezTo>
                <a:cubicBezTo>
                  <a:pt x="12510" y="7460"/>
                  <a:pt x="13220" y="9308"/>
                  <a:pt x="13220" y="9308"/>
                </a:cubicBezTo>
                <a:cubicBezTo>
                  <a:pt x="13524" y="8648"/>
                  <a:pt x="13920" y="8441"/>
                  <a:pt x="14299" y="8441"/>
                </a:cubicBezTo>
                <a:cubicBezTo>
                  <a:pt x="14941" y="8441"/>
                  <a:pt x="15531" y="9035"/>
                  <a:pt x="15531" y="9035"/>
                </a:cubicBezTo>
                <a:cubicBezTo>
                  <a:pt x="15400" y="8218"/>
                  <a:pt x="15803" y="7673"/>
                  <a:pt x="16076" y="7128"/>
                </a:cubicBezTo>
                <a:cubicBezTo>
                  <a:pt x="16348" y="7673"/>
                  <a:pt x="17307" y="8218"/>
                  <a:pt x="18125" y="8218"/>
                </a:cubicBezTo>
                <a:cubicBezTo>
                  <a:pt x="18942" y="8076"/>
                  <a:pt x="19759" y="7400"/>
                  <a:pt x="19890" y="6855"/>
                </a:cubicBezTo>
                <a:cubicBezTo>
                  <a:pt x="20304" y="7259"/>
                  <a:pt x="20708" y="7804"/>
                  <a:pt x="20708" y="8621"/>
                </a:cubicBezTo>
                <a:cubicBezTo>
                  <a:pt x="20708" y="8621"/>
                  <a:pt x="21311" y="7686"/>
                  <a:pt x="22092" y="7686"/>
                </a:cubicBezTo>
                <a:cubicBezTo>
                  <a:pt x="22427" y="7686"/>
                  <a:pt x="22794" y="7858"/>
                  <a:pt x="23160" y="8349"/>
                </a:cubicBezTo>
                <a:cubicBezTo>
                  <a:pt x="23160" y="8349"/>
                  <a:pt x="23480" y="6106"/>
                  <a:pt x="24922" y="6106"/>
                </a:cubicBezTo>
                <a:cubicBezTo>
                  <a:pt x="25360" y="6106"/>
                  <a:pt x="25902" y="6314"/>
                  <a:pt x="26571" y="6855"/>
                </a:cubicBezTo>
                <a:cubicBezTo>
                  <a:pt x="26571" y="6855"/>
                  <a:pt x="26821" y="3727"/>
                  <a:pt x="28992" y="3727"/>
                </a:cubicBezTo>
                <a:cubicBezTo>
                  <a:pt x="29578" y="3727"/>
                  <a:pt x="30304" y="3955"/>
                  <a:pt x="31203" y="4534"/>
                </a:cubicBezTo>
                <a:cubicBezTo>
                  <a:pt x="31203" y="4534"/>
                  <a:pt x="30710" y="2090"/>
                  <a:pt x="33548" y="2090"/>
                </a:cubicBezTo>
                <a:cubicBezTo>
                  <a:pt x="34058" y="2090"/>
                  <a:pt x="34675" y="2169"/>
                  <a:pt x="35421" y="2354"/>
                </a:cubicBezTo>
                <a:cubicBezTo>
                  <a:pt x="35421" y="2354"/>
                  <a:pt x="33596" y="0"/>
                  <a:pt x="285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 name="TextBox 1">
            <a:extLst>
              <a:ext uri="{FF2B5EF4-FFF2-40B4-BE49-F238E27FC236}">
                <a16:creationId xmlns:a16="http://schemas.microsoft.com/office/drawing/2014/main" id="{E3F75910-BFB1-2BB8-C31C-9CC7246E61C1}"/>
              </a:ext>
            </a:extLst>
          </p:cNvPr>
          <p:cNvSpPr txBox="1"/>
          <p:nvPr/>
        </p:nvSpPr>
        <p:spPr>
          <a:xfrm>
            <a:off x="423028" y="1890610"/>
            <a:ext cx="3639138" cy="523220"/>
          </a:xfrm>
          <a:prstGeom prst="rect">
            <a:avLst/>
          </a:prstGeom>
          <a:noFill/>
        </p:spPr>
        <p:txBody>
          <a:bodyPr wrap="none" rtlCol="0">
            <a:spAutoFit/>
          </a:bodyPr>
          <a:lstStyle/>
          <a:p>
            <a:r>
              <a:rPr lang="en-US" dirty="0"/>
              <a:t>INSERT REPRODUCTIVE STATUS OVER</a:t>
            </a:r>
          </a:p>
          <a:p>
            <a:r>
              <a:rPr lang="en-US" dirty="0"/>
              <a:t> A YEAR GRAPH </a:t>
            </a:r>
          </a:p>
        </p:txBody>
      </p:sp>
      <p:sp>
        <p:nvSpPr>
          <p:cNvPr id="3" name="TextBox 2">
            <a:extLst>
              <a:ext uri="{FF2B5EF4-FFF2-40B4-BE49-F238E27FC236}">
                <a16:creationId xmlns:a16="http://schemas.microsoft.com/office/drawing/2014/main" id="{58A8B10F-4B29-5027-DC60-C8B862557AAA}"/>
              </a:ext>
            </a:extLst>
          </p:cNvPr>
          <p:cNvSpPr txBox="1"/>
          <p:nvPr/>
        </p:nvSpPr>
        <p:spPr>
          <a:xfrm>
            <a:off x="5377717" y="1952165"/>
            <a:ext cx="3687228" cy="307777"/>
          </a:xfrm>
          <a:prstGeom prst="rect">
            <a:avLst/>
          </a:prstGeom>
          <a:noFill/>
        </p:spPr>
        <p:txBody>
          <a:bodyPr wrap="none" rtlCol="0">
            <a:spAutoFit/>
          </a:bodyPr>
          <a:lstStyle/>
          <a:p>
            <a:r>
              <a:rPr lang="en-US" dirty="0"/>
              <a:t>INSERT REPRODUCTIVE TIMING GRAPH</a:t>
            </a:r>
          </a:p>
        </p:txBody>
      </p:sp>
    </p:spTree>
    <p:extLst>
      <p:ext uri="{BB962C8B-B14F-4D97-AF65-F5344CB8AC3E}">
        <p14:creationId xmlns:p14="http://schemas.microsoft.com/office/powerpoint/2010/main" val="325630223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418">
          <a:extLst>
            <a:ext uri="{FF2B5EF4-FFF2-40B4-BE49-F238E27FC236}">
              <a16:creationId xmlns:a16="http://schemas.microsoft.com/office/drawing/2014/main" id="{B68C8213-6933-739C-EBB5-E58CFE9120C9}"/>
            </a:ext>
          </a:extLst>
        </p:cNvPr>
        <p:cNvGrpSpPr/>
        <p:nvPr/>
      </p:nvGrpSpPr>
      <p:grpSpPr>
        <a:xfrm>
          <a:off x="0" y="0"/>
          <a:ext cx="0" cy="0"/>
          <a:chOff x="0" y="0"/>
          <a:chExt cx="0" cy="0"/>
        </a:xfrm>
      </p:grpSpPr>
      <p:sp>
        <p:nvSpPr>
          <p:cNvPr id="1419" name="Google Shape;1419;p30">
            <a:extLst>
              <a:ext uri="{FF2B5EF4-FFF2-40B4-BE49-F238E27FC236}">
                <a16:creationId xmlns:a16="http://schemas.microsoft.com/office/drawing/2014/main" id="{82C1918C-5445-2A13-ED57-63BC6847BE36}"/>
              </a:ext>
            </a:extLst>
          </p:cNvPr>
          <p:cNvSpPr txBox="1">
            <a:spLocks noGrp="1"/>
          </p:cNvSpPr>
          <p:nvPr>
            <p:ph type="subTitle" idx="1"/>
          </p:nvPr>
        </p:nvSpPr>
        <p:spPr>
          <a:xfrm>
            <a:off x="465056" y="630608"/>
            <a:ext cx="7194221"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sz="2400" b="1" dirty="0"/>
              <a:t>Key Variables- Morphology and Spatial Interpretation (PERSON 3)</a:t>
            </a:r>
            <a:endParaRPr sz="2400" b="1" dirty="0"/>
          </a:p>
        </p:txBody>
      </p:sp>
      <p:sp>
        <p:nvSpPr>
          <p:cNvPr id="1420" name="Google Shape;1420;p30">
            <a:extLst>
              <a:ext uri="{FF2B5EF4-FFF2-40B4-BE49-F238E27FC236}">
                <a16:creationId xmlns:a16="http://schemas.microsoft.com/office/drawing/2014/main" id="{9938A9B5-BFB0-5ED6-C1D5-B3E4F15EAC6E}"/>
              </a:ext>
            </a:extLst>
          </p:cNvPr>
          <p:cNvSpPr txBox="1">
            <a:spLocks noGrp="1"/>
          </p:cNvSpPr>
          <p:nvPr>
            <p:ph type="title"/>
          </p:nvPr>
        </p:nvSpPr>
        <p:spPr>
          <a:xfrm>
            <a:off x="-646982" y="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dirty="0"/>
              <a:t>Data Exploration</a:t>
            </a:r>
            <a:endParaRPr dirty="0"/>
          </a:p>
        </p:txBody>
      </p:sp>
      <p:sp>
        <p:nvSpPr>
          <p:cNvPr id="1422" name="Google Shape;1422;p30">
            <a:extLst>
              <a:ext uri="{FF2B5EF4-FFF2-40B4-BE49-F238E27FC236}">
                <a16:creationId xmlns:a16="http://schemas.microsoft.com/office/drawing/2014/main" id="{20AA1CF1-0B94-D26C-1F82-26BD03C9333C}"/>
              </a:ext>
            </a:extLst>
          </p:cNvPr>
          <p:cNvSpPr/>
          <p:nvPr/>
        </p:nvSpPr>
        <p:spPr>
          <a:xfrm rot="675023" flipH="1">
            <a:off x="3931204" y="3900389"/>
            <a:ext cx="602735" cy="303280"/>
          </a:xfrm>
          <a:custGeom>
            <a:avLst/>
            <a:gdLst/>
            <a:ahLst/>
            <a:cxnLst/>
            <a:rect l="l" t="t" r="r" b="b"/>
            <a:pathLst>
              <a:path w="24109" h="12131" extrusionOk="0">
                <a:moveTo>
                  <a:pt x="273" y="0"/>
                </a:moveTo>
                <a:cubicBezTo>
                  <a:pt x="273" y="1"/>
                  <a:pt x="2453" y="3412"/>
                  <a:pt x="1" y="4502"/>
                </a:cubicBezTo>
                <a:cubicBezTo>
                  <a:pt x="949" y="4502"/>
                  <a:pt x="2856" y="6136"/>
                  <a:pt x="2039" y="8044"/>
                </a:cubicBezTo>
                <a:cubicBezTo>
                  <a:pt x="2117" y="7925"/>
                  <a:pt x="2339" y="7863"/>
                  <a:pt x="2659" y="7863"/>
                </a:cubicBezTo>
                <a:cubicBezTo>
                  <a:pt x="3458" y="7863"/>
                  <a:pt x="4864" y="8254"/>
                  <a:pt x="6126" y="9134"/>
                </a:cubicBezTo>
                <a:cubicBezTo>
                  <a:pt x="7902" y="10223"/>
                  <a:pt x="7902" y="11989"/>
                  <a:pt x="7902" y="11989"/>
                </a:cubicBezTo>
                <a:cubicBezTo>
                  <a:pt x="7902" y="11989"/>
                  <a:pt x="8589" y="10735"/>
                  <a:pt x="9333" y="10735"/>
                </a:cubicBezTo>
                <a:cubicBezTo>
                  <a:pt x="9401" y="10735"/>
                  <a:pt x="9469" y="10746"/>
                  <a:pt x="9537" y="10768"/>
                </a:cubicBezTo>
                <a:cubicBezTo>
                  <a:pt x="10355" y="11041"/>
                  <a:pt x="10758" y="11989"/>
                  <a:pt x="10758" y="11989"/>
                </a:cubicBezTo>
                <a:cubicBezTo>
                  <a:pt x="10758" y="11989"/>
                  <a:pt x="11008" y="10619"/>
                  <a:pt x="11393" y="10619"/>
                </a:cubicBezTo>
                <a:cubicBezTo>
                  <a:pt x="11410" y="10619"/>
                  <a:pt x="11427" y="10621"/>
                  <a:pt x="11445" y="10627"/>
                </a:cubicBezTo>
                <a:cubicBezTo>
                  <a:pt x="11717" y="10768"/>
                  <a:pt x="12120" y="12131"/>
                  <a:pt x="12120" y="12131"/>
                </a:cubicBezTo>
                <a:cubicBezTo>
                  <a:pt x="12120" y="12131"/>
                  <a:pt x="12393" y="10627"/>
                  <a:pt x="13210" y="10627"/>
                </a:cubicBezTo>
                <a:cubicBezTo>
                  <a:pt x="14028" y="10627"/>
                  <a:pt x="14845" y="11989"/>
                  <a:pt x="14845" y="11989"/>
                </a:cubicBezTo>
                <a:cubicBezTo>
                  <a:pt x="14845" y="11989"/>
                  <a:pt x="14987" y="9951"/>
                  <a:pt x="16621" y="9134"/>
                </a:cubicBezTo>
                <a:cubicBezTo>
                  <a:pt x="17387" y="8685"/>
                  <a:pt x="18419" y="8565"/>
                  <a:pt x="19301" y="8565"/>
                </a:cubicBezTo>
                <a:cubicBezTo>
                  <a:pt x="20304" y="8565"/>
                  <a:pt x="21112" y="8719"/>
                  <a:pt x="21112" y="8719"/>
                </a:cubicBezTo>
                <a:cubicBezTo>
                  <a:pt x="21112" y="8719"/>
                  <a:pt x="20294" y="7226"/>
                  <a:pt x="20981" y="6136"/>
                </a:cubicBezTo>
                <a:cubicBezTo>
                  <a:pt x="21657" y="5177"/>
                  <a:pt x="23019" y="4774"/>
                  <a:pt x="23019" y="4774"/>
                </a:cubicBezTo>
                <a:cubicBezTo>
                  <a:pt x="23019" y="4774"/>
                  <a:pt x="21384" y="1635"/>
                  <a:pt x="24109" y="142"/>
                </a:cubicBezTo>
                <a:cubicBezTo>
                  <a:pt x="23996" y="78"/>
                  <a:pt x="23851" y="49"/>
                  <a:pt x="23681" y="49"/>
                </a:cubicBezTo>
                <a:cubicBezTo>
                  <a:pt x="22013" y="49"/>
                  <a:pt x="17895" y="2890"/>
                  <a:pt x="17025" y="4502"/>
                </a:cubicBezTo>
                <a:cubicBezTo>
                  <a:pt x="16238" y="6201"/>
                  <a:pt x="14069" y="7779"/>
                  <a:pt x="12809" y="7779"/>
                </a:cubicBezTo>
                <a:cubicBezTo>
                  <a:pt x="12760" y="7779"/>
                  <a:pt x="12712" y="7776"/>
                  <a:pt x="12665" y="7771"/>
                </a:cubicBezTo>
                <a:cubicBezTo>
                  <a:pt x="12807" y="7771"/>
                  <a:pt x="13079" y="6540"/>
                  <a:pt x="12665" y="5319"/>
                </a:cubicBezTo>
                <a:lnTo>
                  <a:pt x="11990" y="6409"/>
                </a:lnTo>
                <a:lnTo>
                  <a:pt x="11303" y="6540"/>
                </a:lnTo>
                <a:lnTo>
                  <a:pt x="10485" y="5177"/>
                </a:lnTo>
                <a:cubicBezTo>
                  <a:pt x="10485" y="5177"/>
                  <a:pt x="10485" y="7226"/>
                  <a:pt x="10213" y="7499"/>
                </a:cubicBezTo>
                <a:cubicBezTo>
                  <a:pt x="10181" y="7514"/>
                  <a:pt x="10133" y="7522"/>
                  <a:pt x="10070" y="7522"/>
                </a:cubicBezTo>
                <a:cubicBezTo>
                  <a:pt x="9598" y="7522"/>
                  <a:pt x="8335" y="7067"/>
                  <a:pt x="7488" y="5864"/>
                </a:cubicBezTo>
                <a:cubicBezTo>
                  <a:pt x="6813" y="4905"/>
                  <a:pt x="3543" y="818"/>
                  <a:pt x="27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30">
            <a:extLst>
              <a:ext uri="{FF2B5EF4-FFF2-40B4-BE49-F238E27FC236}">
                <a16:creationId xmlns:a16="http://schemas.microsoft.com/office/drawing/2014/main" id="{58642354-6B17-6AF3-CD13-2648C28E1404}"/>
              </a:ext>
            </a:extLst>
          </p:cNvPr>
          <p:cNvSpPr/>
          <p:nvPr/>
        </p:nvSpPr>
        <p:spPr>
          <a:xfrm rot="-416317">
            <a:off x="3470521" y="1266627"/>
            <a:ext cx="1772431" cy="465786"/>
          </a:xfrm>
          <a:custGeom>
            <a:avLst/>
            <a:gdLst/>
            <a:ahLst/>
            <a:cxnLst/>
            <a:rect l="l" t="t" r="r" b="b"/>
            <a:pathLst>
              <a:path w="35421" h="9308" extrusionOk="0">
                <a:moveTo>
                  <a:pt x="28528" y="0"/>
                </a:moveTo>
                <a:cubicBezTo>
                  <a:pt x="26812" y="0"/>
                  <a:pt x="24725" y="270"/>
                  <a:pt x="22212" y="992"/>
                </a:cubicBezTo>
                <a:cubicBezTo>
                  <a:pt x="22212" y="992"/>
                  <a:pt x="21798" y="2899"/>
                  <a:pt x="19759" y="3989"/>
                </a:cubicBezTo>
                <a:lnTo>
                  <a:pt x="19759" y="3586"/>
                </a:lnTo>
                <a:cubicBezTo>
                  <a:pt x="19618" y="3313"/>
                  <a:pt x="19890" y="3172"/>
                  <a:pt x="19890" y="3172"/>
                </a:cubicBezTo>
                <a:cubicBezTo>
                  <a:pt x="19215" y="3172"/>
                  <a:pt x="18942" y="3717"/>
                  <a:pt x="18800" y="3989"/>
                </a:cubicBezTo>
                <a:cubicBezTo>
                  <a:pt x="18255" y="3858"/>
                  <a:pt x="17711" y="3858"/>
                  <a:pt x="17711" y="3858"/>
                </a:cubicBezTo>
                <a:cubicBezTo>
                  <a:pt x="17711" y="3858"/>
                  <a:pt x="17166" y="3858"/>
                  <a:pt x="16621" y="4131"/>
                </a:cubicBezTo>
                <a:cubicBezTo>
                  <a:pt x="16508" y="3896"/>
                  <a:pt x="16186" y="3557"/>
                  <a:pt x="15668" y="3557"/>
                </a:cubicBezTo>
                <a:cubicBezTo>
                  <a:pt x="15584" y="3557"/>
                  <a:pt x="15494" y="3566"/>
                  <a:pt x="15400" y="3586"/>
                </a:cubicBezTo>
                <a:cubicBezTo>
                  <a:pt x="15400" y="3586"/>
                  <a:pt x="15672" y="3717"/>
                  <a:pt x="15672" y="3989"/>
                </a:cubicBezTo>
                <a:lnTo>
                  <a:pt x="15672" y="4403"/>
                </a:lnTo>
                <a:cubicBezTo>
                  <a:pt x="13493" y="3717"/>
                  <a:pt x="12806" y="1809"/>
                  <a:pt x="12806" y="1809"/>
                </a:cubicBezTo>
                <a:cubicBezTo>
                  <a:pt x="11979" y="1745"/>
                  <a:pt x="11203" y="1715"/>
                  <a:pt x="10475" y="1715"/>
                </a:cubicBezTo>
                <a:cubicBezTo>
                  <a:pt x="1970" y="1715"/>
                  <a:pt x="0" y="5766"/>
                  <a:pt x="0" y="5766"/>
                </a:cubicBezTo>
                <a:cubicBezTo>
                  <a:pt x="1059" y="5253"/>
                  <a:pt x="1869" y="5057"/>
                  <a:pt x="2488" y="5057"/>
                </a:cubicBezTo>
                <a:cubicBezTo>
                  <a:pt x="4501" y="5057"/>
                  <a:pt x="4501" y="7128"/>
                  <a:pt x="4501" y="7128"/>
                </a:cubicBezTo>
                <a:cubicBezTo>
                  <a:pt x="5476" y="6188"/>
                  <a:pt x="6288" y="5843"/>
                  <a:pt x="6954" y="5843"/>
                </a:cubicBezTo>
                <a:cubicBezTo>
                  <a:pt x="8801" y="5843"/>
                  <a:pt x="9536" y="8490"/>
                  <a:pt x="9536" y="8490"/>
                </a:cubicBezTo>
                <a:cubicBezTo>
                  <a:pt x="10181" y="7733"/>
                  <a:pt x="10752" y="7460"/>
                  <a:pt x="11240" y="7460"/>
                </a:cubicBezTo>
                <a:cubicBezTo>
                  <a:pt x="12510" y="7460"/>
                  <a:pt x="13220" y="9308"/>
                  <a:pt x="13220" y="9308"/>
                </a:cubicBezTo>
                <a:cubicBezTo>
                  <a:pt x="13524" y="8648"/>
                  <a:pt x="13920" y="8441"/>
                  <a:pt x="14299" y="8441"/>
                </a:cubicBezTo>
                <a:cubicBezTo>
                  <a:pt x="14941" y="8441"/>
                  <a:pt x="15531" y="9035"/>
                  <a:pt x="15531" y="9035"/>
                </a:cubicBezTo>
                <a:cubicBezTo>
                  <a:pt x="15400" y="8218"/>
                  <a:pt x="15803" y="7673"/>
                  <a:pt x="16076" y="7128"/>
                </a:cubicBezTo>
                <a:cubicBezTo>
                  <a:pt x="16348" y="7673"/>
                  <a:pt x="17307" y="8218"/>
                  <a:pt x="18125" y="8218"/>
                </a:cubicBezTo>
                <a:cubicBezTo>
                  <a:pt x="18942" y="8076"/>
                  <a:pt x="19759" y="7400"/>
                  <a:pt x="19890" y="6855"/>
                </a:cubicBezTo>
                <a:cubicBezTo>
                  <a:pt x="20304" y="7259"/>
                  <a:pt x="20708" y="7804"/>
                  <a:pt x="20708" y="8621"/>
                </a:cubicBezTo>
                <a:cubicBezTo>
                  <a:pt x="20708" y="8621"/>
                  <a:pt x="21311" y="7686"/>
                  <a:pt x="22092" y="7686"/>
                </a:cubicBezTo>
                <a:cubicBezTo>
                  <a:pt x="22427" y="7686"/>
                  <a:pt x="22794" y="7858"/>
                  <a:pt x="23160" y="8349"/>
                </a:cubicBezTo>
                <a:cubicBezTo>
                  <a:pt x="23160" y="8349"/>
                  <a:pt x="23480" y="6106"/>
                  <a:pt x="24922" y="6106"/>
                </a:cubicBezTo>
                <a:cubicBezTo>
                  <a:pt x="25360" y="6106"/>
                  <a:pt x="25902" y="6314"/>
                  <a:pt x="26571" y="6855"/>
                </a:cubicBezTo>
                <a:cubicBezTo>
                  <a:pt x="26571" y="6855"/>
                  <a:pt x="26821" y="3727"/>
                  <a:pt x="28992" y="3727"/>
                </a:cubicBezTo>
                <a:cubicBezTo>
                  <a:pt x="29578" y="3727"/>
                  <a:pt x="30304" y="3955"/>
                  <a:pt x="31203" y="4534"/>
                </a:cubicBezTo>
                <a:cubicBezTo>
                  <a:pt x="31203" y="4534"/>
                  <a:pt x="30710" y="2090"/>
                  <a:pt x="33548" y="2090"/>
                </a:cubicBezTo>
                <a:cubicBezTo>
                  <a:pt x="34058" y="2090"/>
                  <a:pt x="34675" y="2169"/>
                  <a:pt x="35421" y="2354"/>
                </a:cubicBezTo>
                <a:cubicBezTo>
                  <a:pt x="35421" y="2354"/>
                  <a:pt x="33596" y="0"/>
                  <a:pt x="285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 name="TextBox 1">
            <a:extLst>
              <a:ext uri="{FF2B5EF4-FFF2-40B4-BE49-F238E27FC236}">
                <a16:creationId xmlns:a16="http://schemas.microsoft.com/office/drawing/2014/main" id="{7964E693-F958-6488-970E-BDEB1F502FAC}"/>
              </a:ext>
            </a:extLst>
          </p:cNvPr>
          <p:cNvSpPr txBox="1"/>
          <p:nvPr/>
        </p:nvSpPr>
        <p:spPr>
          <a:xfrm>
            <a:off x="423028" y="1890610"/>
            <a:ext cx="4049507" cy="307777"/>
          </a:xfrm>
          <a:prstGeom prst="rect">
            <a:avLst/>
          </a:prstGeom>
          <a:noFill/>
        </p:spPr>
        <p:txBody>
          <a:bodyPr wrap="none" rtlCol="0">
            <a:spAutoFit/>
          </a:bodyPr>
          <a:lstStyle/>
          <a:p>
            <a:r>
              <a:rPr lang="en-US" dirty="0"/>
              <a:t>REPRODUCTIVE STATUS AND MASS GRAPH</a:t>
            </a:r>
          </a:p>
        </p:txBody>
      </p:sp>
      <p:sp>
        <p:nvSpPr>
          <p:cNvPr id="3" name="TextBox 2">
            <a:extLst>
              <a:ext uri="{FF2B5EF4-FFF2-40B4-BE49-F238E27FC236}">
                <a16:creationId xmlns:a16="http://schemas.microsoft.com/office/drawing/2014/main" id="{09E07EB7-8712-8F92-2315-DE0513B9E5E1}"/>
              </a:ext>
            </a:extLst>
          </p:cNvPr>
          <p:cNvSpPr txBox="1"/>
          <p:nvPr/>
        </p:nvSpPr>
        <p:spPr>
          <a:xfrm>
            <a:off x="5377717" y="1952165"/>
            <a:ext cx="3552576" cy="307777"/>
          </a:xfrm>
          <a:prstGeom prst="rect">
            <a:avLst/>
          </a:prstGeom>
          <a:noFill/>
        </p:spPr>
        <p:txBody>
          <a:bodyPr wrap="none" rtlCol="0">
            <a:spAutoFit/>
          </a:bodyPr>
          <a:lstStyle/>
          <a:p>
            <a:r>
              <a:rPr lang="en-US" dirty="0"/>
              <a:t>BODY MASS ACROSS SEASON GRAPH</a:t>
            </a:r>
          </a:p>
        </p:txBody>
      </p:sp>
    </p:spTree>
    <p:extLst>
      <p:ext uri="{BB962C8B-B14F-4D97-AF65-F5344CB8AC3E}">
        <p14:creationId xmlns:p14="http://schemas.microsoft.com/office/powerpoint/2010/main" val="425992878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658"/>
        <p:cNvGrpSpPr/>
        <p:nvPr/>
      </p:nvGrpSpPr>
      <p:grpSpPr>
        <a:xfrm>
          <a:off x="0" y="0"/>
          <a:ext cx="0" cy="0"/>
          <a:chOff x="0" y="0"/>
          <a:chExt cx="0" cy="0"/>
        </a:xfrm>
      </p:grpSpPr>
      <p:sp>
        <p:nvSpPr>
          <p:cNvPr id="1713" name="Google Shape;1713;p3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Site Location (Person 3)</a:t>
            </a:r>
            <a:endParaRPr b="1" dirty="0"/>
          </a:p>
        </p:txBody>
      </p:sp>
      <p:sp>
        <p:nvSpPr>
          <p:cNvPr id="1714" name="Google Shape;1714;p39"/>
          <p:cNvSpPr txBox="1"/>
          <p:nvPr/>
        </p:nvSpPr>
        <p:spPr>
          <a:xfrm>
            <a:off x="6486054" y="1681966"/>
            <a:ext cx="1799400" cy="572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chemeClr val="dk1"/>
                </a:solidFill>
                <a:latin typeface="Darker Grotesque Medium"/>
                <a:ea typeface="Darker Grotesque Medium"/>
                <a:cs typeface="Darker Grotesque Medium"/>
                <a:sym typeface="Darker Grotesque Medium"/>
              </a:rPr>
              <a:t>Mercury is the closest planet to the Sun</a:t>
            </a:r>
            <a:endParaRPr dirty="0">
              <a:solidFill>
                <a:schemeClr val="dk1"/>
              </a:solidFill>
              <a:latin typeface="Darker Grotesque Medium"/>
              <a:ea typeface="Darker Grotesque Medium"/>
              <a:cs typeface="Darker Grotesque Medium"/>
              <a:sym typeface="Darker Grotesque Medium"/>
            </a:endParaRPr>
          </a:p>
        </p:txBody>
      </p:sp>
      <p:sp>
        <p:nvSpPr>
          <p:cNvPr id="1715" name="Google Shape;1715;p39"/>
          <p:cNvSpPr txBox="1"/>
          <p:nvPr/>
        </p:nvSpPr>
        <p:spPr>
          <a:xfrm>
            <a:off x="6486050" y="1362325"/>
            <a:ext cx="1799400" cy="431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endParaRPr sz="2000" dirty="0">
              <a:solidFill>
                <a:schemeClr val="dk1"/>
              </a:solidFill>
              <a:latin typeface="Aclonica"/>
              <a:ea typeface="Aclonica"/>
              <a:cs typeface="Aclonica"/>
              <a:sym typeface="Aclonica"/>
            </a:endParaRPr>
          </a:p>
        </p:txBody>
      </p:sp>
      <p:sp>
        <p:nvSpPr>
          <p:cNvPr id="1716" name="Google Shape;1716;p39"/>
          <p:cNvSpPr txBox="1"/>
          <p:nvPr/>
        </p:nvSpPr>
        <p:spPr>
          <a:xfrm>
            <a:off x="6486054" y="2748510"/>
            <a:ext cx="1799400" cy="572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chemeClr val="dk1"/>
                </a:solidFill>
                <a:latin typeface="Darker Grotesque Medium"/>
                <a:ea typeface="Darker Grotesque Medium"/>
                <a:cs typeface="Darker Grotesque Medium"/>
                <a:sym typeface="Darker Grotesque Medium"/>
              </a:rPr>
              <a:t>Venus is the second planet from the Sun</a:t>
            </a:r>
            <a:endParaRPr dirty="0">
              <a:solidFill>
                <a:schemeClr val="dk1"/>
              </a:solidFill>
              <a:latin typeface="Darker Grotesque Medium"/>
              <a:ea typeface="Darker Grotesque Medium"/>
              <a:cs typeface="Darker Grotesque Medium"/>
              <a:sym typeface="Darker Grotesque Medium"/>
            </a:endParaRPr>
          </a:p>
        </p:txBody>
      </p:sp>
      <p:sp>
        <p:nvSpPr>
          <p:cNvPr id="1717" name="Google Shape;1717;p39"/>
          <p:cNvSpPr txBox="1"/>
          <p:nvPr/>
        </p:nvSpPr>
        <p:spPr>
          <a:xfrm>
            <a:off x="6486050" y="2428876"/>
            <a:ext cx="1799400" cy="431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dirty="0">
                <a:solidFill>
                  <a:schemeClr val="dk1"/>
                </a:solidFill>
                <a:latin typeface="Aclonica"/>
                <a:ea typeface="Aclonica"/>
                <a:cs typeface="Aclonica"/>
                <a:sym typeface="Aclonica"/>
              </a:rPr>
              <a:t>Venus</a:t>
            </a:r>
            <a:endParaRPr sz="2000" dirty="0">
              <a:solidFill>
                <a:schemeClr val="dk1"/>
              </a:solidFill>
              <a:latin typeface="Aclonica"/>
              <a:ea typeface="Aclonica"/>
              <a:cs typeface="Aclonica"/>
              <a:sym typeface="Aclonica"/>
            </a:endParaRPr>
          </a:p>
        </p:txBody>
      </p:sp>
      <p:sp>
        <p:nvSpPr>
          <p:cNvPr id="1718" name="Google Shape;1718;p39"/>
          <p:cNvSpPr txBox="1"/>
          <p:nvPr/>
        </p:nvSpPr>
        <p:spPr>
          <a:xfrm>
            <a:off x="6486054" y="3815054"/>
            <a:ext cx="1799400" cy="572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chemeClr val="dk1"/>
                </a:solidFill>
                <a:latin typeface="Darker Grotesque Medium"/>
                <a:ea typeface="Darker Grotesque Medium"/>
                <a:cs typeface="Darker Grotesque Medium"/>
                <a:sym typeface="Darker Grotesque Medium"/>
              </a:rPr>
              <a:t>Saturn is composed of hydrogen and helium</a:t>
            </a:r>
            <a:endParaRPr dirty="0">
              <a:solidFill>
                <a:schemeClr val="dk1"/>
              </a:solidFill>
              <a:latin typeface="Darker Grotesque Medium"/>
              <a:ea typeface="Darker Grotesque Medium"/>
              <a:cs typeface="Darker Grotesque Medium"/>
              <a:sym typeface="Darker Grotesque Medium"/>
            </a:endParaRPr>
          </a:p>
        </p:txBody>
      </p:sp>
      <p:sp>
        <p:nvSpPr>
          <p:cNvPr id="1719" name="Google Shape;1719;p39"/>
          <p:cNvSpPr txBox="1"/>
          <p:nvPr/>
        </p:nvSpPr>
        <p:spPr>
          <a:xfrm>
            <a:off x="6486050" y="3495426"/>
            <a:ext cx="1799400" cy="431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dk1"/>
                </a:solidFill>
                <a:latin typeface="Aclonica"/>
                <a:ea typeface="Aclonica"/>
                <a:cs typeface="Aclonica"/>
                <a:sym typeface="Aclonica"/>
              </a:rPr>
              <a:t>Saturn</a:t>
            </a:r>
            <a:endParaRPr sz="2000">
              <a:solidFill>
                <a:schemeClr val="dk1"/>
              </a:solidFill>
              <a:latin typeface="Aclonica"/>
              <a:ea typeface="Aclonica"/>
              <a:cs typeface="Aclonica"/>
              <a:sym typeface="Aclonica"/>
            </a:endParaRPr>
          </a:p>
        </p:txBody>
      </p:sp>
      <p:grpSp>
        <p:nvGrpSpPr>
          <p:cNvPr id="1721" name="Google Shape;1721;p39"/>
          <p:cNvGrpSpPr/>
          <p:nvPr/>
        </p:nvGrpSpPr>
        <p:grpSpPr>
          <a:xfrm>
            <a:off x="5947484" y="1602716"/>
            <a:ext cx="426740" cy="169634"/>
            <a:chOff x="4698250" y="1459800"/>
            <a:chExt cx="454075" cy="180500"/>
          </a:xfrm>
        </p:grpSpPr>
        <p:sp>
          <p:nvSpPr>
            <p:cNvPr id="1722" name="Google Shape;1722;p39"/>
            <p:cNvSpPr/>
            <p:nvPr/>
          </p:nvSpPr>
          <p:spPr>
            <a:xfrm>
              <a:off x="4698250" y="1483075"/>
              <a:ext cx="143600" cy="85125"/>
            </a:xfrm>
            <a:custGeom>
              <a:avLst/>
              <a:gdLst/>
              <a:ahLst/>
              <a:cxnLst/>
              <a:rect l="l" t="t" r="r" b="b"/>
              <a:pathLst>
                <a:path w="5744" h="3405" extrusionOk="0">
                  <a:moveTo>
                    <a:pt x="3078" y="1"/>
                  </a:moveTo>
                  <a:cubicBezTo>
                    <a:pt x="2379" y="1"/>
                    <a:pt x="1657" y="254"/>
                    <a:pt x="1041" y="683"/>
                  </a:cubicBezTo>
                  <a:cubicBezTo>
                    <a:pt x="783" y="874"/>
                    <a:pt x="526" y="1070"/>
                    <a:pt x="268" y="1390"/>
                  </a:cubicBezTo>
                  <a:cubicBezTo>
                    <a:pt x="1" y="1790"/>
                    <a:pt x="183" y="1914"/>
                    <a:pt x="475" y="1914"/>
                  </a:cubicBezTo>
                  <a:cubicBezTo>
                    <a:pt x="746" y="1914"/>
                    <a:pt x="1112" y="1807"/>
                    <a:pt x="1299" y="1714"/>
                  </a:cubicBezTo>
                  <a:cubicBezTo>
                    <a:pt x="1299" y="2034"/>
                    <a:pt x="1299" y="2421"/>
                    <a:pt x="1619" y="2550"/>
                  </a:cubicBezTo>
                  <a:cubicBezTo>
                    <a:pt x="1674" y="2605"/>
                    <a:pt x="1752" y="2625"/>
                    <a:pt x="1834" y="2625"/>
                  </a:cubicBezTo>
                  <a:cubicBezTo>
                    <a:pt x="1944" y="2625"/>
                    <a:pt x="2060" y="2588"/>
                    <a:pt x="2134" y="2550"/>
                  </a:cubicBezTo>
                  <a:cubicBezTo>
                    <a:pt x="2330" y="2421"/>
                    <a:pt x="2459" y="2292"/>
                    <a:pt x="2588" y="2101"/>
                  </a:cubicBezTo>
                  <a:cubicBezTo>
                    <a:pt x="2650" y="2617"/>
                    <a:pt x="2779" y="3132"/>
                    <a:pt x="3233" y="3323"/>
                  </a:cubicBezTo>
                  <a:cubicBezTo>
                    <a:pt x="3346" y="3381"/>
                    <a:pt x="3460" y="3405"/>
                    <a:pt x="3573" y="3405"/>
                  </a:cubicBezTo>
                  <a:cubicBezTo>
                    <a:pt x="3846" y="3405"/>
                    <a:pt x="4120" y="3267"/>
                    <a:pt x="4393" y="3132"/>
                  </a:cubicBezTo>
                  <a:cubicBezTo>
                    <a:pt x="5166" y="2746"/>
                    <a:pt x="5744" y="2488"/>
                    <a:pt x="5357" y="1519"/>
                  </a:cubicBezTo>
                  <a:cubicBezTo>
                    <a:pt x="5099" y="874"/>
                    <a:pt x="4522" y="297"/>
                    <a:pt x="3810" y="101"/>
                  </a:cubicBezTo>
                  <a:cubicBezTo>
                    <a:pt x="3573" y="33"/>
                    <a:pt x="3327" y="1"/>
                    <a:pt x="30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39"/>
            <p:cNvSpPr/>
            <p:nvPr/>
          </p:nvSpPr>
          <p:spPr>
            <a:xfrm>
              <a:off x="5009400" y="1483075"/>
              <a:ext cx="142925" cy="85125"/>
            </a:xfrm>
            <a:custGeom>
              <a:avLst/>
              <a:gdLst/>
              <a:ahLst/>
              <a:cxnLst/>
              <a:rect l="l" t="t" r="r" b="b"/>
              <a:pathLst>
                <a:path w="5717" h="3405" extrusionOk="0">
                  <a:moveTo>
                    <a:pt x="2641" y="1"/>
                  </a:moveTo>
                  <a:cubicBezTo>
                    <a:pt x="2384" y="1"/>
                    <a:pt x="2126" y="33"/>
                    <a:pt x="1873" y="101"/>
                  </a:cubicBezTo>
                  <a:cubicBezTo>
                    <a:pt x="1161" y="297"/>
                    <a:pt x="583" y="874"/>
                    <a:pt x="326" y="1519"/>
                  </a:cubicBezTo>
                  <a:cubicBezTo>
                    <a:pt x="1" y="2488"/>
                    <a:pt x="516" y="2746"/>
                    <a:pt x="1357" y="3132"/>
                  </a:cubicBezTo>
                  <a:cubicBezTo>
                    <a:pt x="1583" y="3267"/>
                    <a:pt x="1875" y="3405"/>
                    <a:pt x="2164" y="3405"/>
                  </a:cubicBezTo>
                  <a:cubicBezTo>
                    <a:pt x="2284" y="3405"/>
                    <a:pt x="2403" y="3381"/>
                    <a:pt x="2517" y="3323"/>
                  </a:cubicBezTo>
                  <a:cubicBezTo>
                    <a:pt x="2904" y="3132"/>
                    <a:pt x="3033" y="2617"/>
                    <a:pt x="3095" y="2101"/>
                  </a:cubicBezTo>
                  <a:cubicBezTo>
                    <a:pt x="3223" y="2292"/>
                    <a:pt x="3352" y="2421"/>
                    <a:pt x="3548" y="2550"/>
                  </a:cubicBezTo>
                  <a:cubicBezTo>
                    <a:pt x="3658" y="2588"/>
                    <a:pt x="3769" y="2625"/>
                    <a:pt x="3880" y="2625"/>
                  </a:cubicBezTo>
                  <a:cubicBezTo>
                    <a:pt x="3962" y="2625"/>
                    <a:pt x="4045" y="2605"/>
                    <a:pt x="4126" y="2550"/>
                  </a:cubicBezTo>
                  <a:cubicBezTo>
                    <a:pt x="4384" y="2421"/>
                    <a:pt x="4384" y="2034"/>
                    <a:pt x="4384" y="1714"/>
                  </a:cubicBezTo>
                  <a:cubicBezTo>
                    <a:pt x="4602" y="1807"/>
                    <a:pt x="4986" y="1914"/>
                    <a:pt x="5258" y="1914"/>
                  </a:cubicBezTo>
                  <a:cubicBezTo>
                    <a:pt x="5551" y="1914"/>
                    <a:pt x="5717" y="1790"/>
                    <a:pt x="5415" y="1390"/>
                  </a:cubicBezTo>
                  <a:cubicBezTo>
                    <a:pt x="5224" y="1070"/>
                    <a:pt x="4966" y="874"/>
                    <a:pt x="4641" y="683"/>
                  </a:cubicBezTo>
                  <a:cubicBezTo>
                    <a:pt x="4071" y="254"/>
                    <a:pt x="3361" y="1"/>
                    <a:pt x="264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39"/>
            <p:cNvSpPr/>
            <p:nvPr/>
          </p:nvSpPr>
          <p:spPr>
            <a:xfrm>
              <a:off x="4817725" y="1459800"/>
              <a:ext cx="215950" cy="180500"/>
            </a:xfrm>
            <a:custGeom>
              <a:avLst/>
              <a:gdLst/>
              <a:ahLst/>
              <a:cxnLst/>
              <a:rect l="l" t="t" r="r" b="b"/>
              <a:pathLst>
                <a:path w="8638" h="7220" extrusionOk="0">
                  <a:moveTo>
                    <a:pt x="4316" y="0"/>
                  </a:moveTo>
                  <a:cubicBezTo>
                    <a:pt x="1934" y="0"/>
                    <a:pt x="0" y="1614"/>
                    <a:pt x="0" y="3610"/>
                  </a:cubicBezTo>
                  <a:cubicBezTo>
                    <a:pt x="0" y="5610"/>
                    <a:pt x="1934" y="7219"/>
                    <a:pt x="4316" y="7219"/>
                  </a:cubicBezTo>
                  <a:cubicBezTo>
                    <a:pt x="6704" y="7219"/>
                    <a:pt x="8637" y="5610"/>
                    <a:pt x="8637" y="3610"/>
                  </a:cubicBezTo>
                  <a:cubicBezTo>
                    <a:pt x="8637" y="1614"/>
                    <a:pt x="6704" y="0"/>
                    <a:pt x="43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39"/>
            <p:cNvSpPr/>
            <p:nvPr/>
          </p:nvSpPr>
          <p:spPr>
            <a:xfrm>
              <a:off x="4862850" y="1525925"/>
              <a:ext cx="45125" cy="41925"/>
            </a:xfrm>
            <a:custGeom>
              <a:avLst/>
              <a:gdLst/>
              <a:ahLst/>
              <a:cxnLst/>
              <a:rect l="l" t="t" r="r" b="b"/>
              <a:pathLst>
                <a:path w="1805" h="1677" extrusionOk="0">
                  <a:moveTo>
                    <a:pt x="258" y="0"/>
                  </a:moveTo>
                  <a:cubicBezTo>
                    <a:pt x="129" y="0"/>
                    <a:pt x="0" y="129"/>
                    <a:pt x="0" y="258"/>
                  </a:cubicBezTo>
                  <a:lnTo>
                    <a:pt x="0" y="578"/>
                  </a:lnTo>
                  <a:cubicBezTo>
                    <a:pt x="0" y="1161"/>
                    <a:pt x="387" y="1676"/>
                    <a:pt x="902" y="1676"/>
                  </a:cubicBezTo>
                  <a:cubicBezTo>
                    <a:pt x="1418" y="1676"/>
                    <a:pt x="1805" y="1161"/>
                    <a:pt x="1805" y="578"/>
                  </a:cubicBezTo>
                  <a:lnTo>
                    <a:pt x="1805" y="258"/>
                  </a:lnTo>
                  <a:cubicBezTo>
                    <a:pt x="1805" y="129"/>
                    <a:pt x="1738" y="0"/>
                    <a:pt x="1547" y="0"/>
                  </a:cubicBezTo>
                  <a:cubicBezTo>
                    <a:pt x="1418" y="0"/>
                    <a:pt x="1289" y="129"/>
                    <a:pt x="1289" y="258"/>
                  </a:cubicBezTo>
                  <a:lnTo>
                    <a:pt x="1289" y="578"/>
                  </a:lnTo>
                  <a:cubicBezTo>
                    <a:pt x="1289" y="903"/>
                    <a:pt x="1093" y="1094"/>
                    <a:pt x="902" y="1094"/>
                  </a:cubicBezTo>
                  <a:cubicBezTo>
                    <a:pt x="707" y="1094"/>
                    <a:pt x="516" y="903"/>
                    <a:pt x="516" y="578"/>
                  </a:cubicBezTo>
                  <a:lnTo>
                    <a:pt x="516" y="258"/>
                  </a:lnTo>
                  <a:cubicBezTo>
                    <a:pt x="516" y="129"/>
                    <a:pt x="387" y="0"/>
                    <a:pt x="2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39"/>
            <p:cNvSpPr/>
            <p:nvPr/>
          </p:nvSpPr>
          <p:spPr>
            <a:xfrm>
              <a:off x="4941725" y="1525925"/>
              <a:ext cx="46825" cy="41925"/>
            </a:xfrm>
            <a:custGeom>
              <a:avLst/>
              <a:gdLst/>
              <a:ahLst/>
              <a:cxnLst/>
              <a:rect l="l" t="t" r="r" b="b"/>
              <a:pathLst>
                <a:path w="1873" h="1677" extrusionOk="0">
                  <a:moveTo>
                    <a:pt x="259" y="0"/>
                  </a:moveTo>
                  <a:cubicBezTo>
                    <a:pt x="130" y="0"/>
                    <a:pt x="1" y="129"/>
                    <a:pt x="1" y="258"/>
                  </a:cubicBezTo>
                  <a:lnTo>
                    <a:pt x="1" y="578"/>
                  </a:lnTo>
                  <a:cubicBezTo>
                    <a:pt x="1" y="1161"/>
                    <a:pt x="387" y="1676"/>
                    <a:pt x="903" y="1676"/>
                  </a:cubicBezTo>
                  <a:cubicBezTo>
                    <a:pt x="1419" y="1676"/>
                    <a:pt x="1873" y="1161"/>
                    <a:pt x="1873" y="578"/>
                  </a:cubicBezTo>
                  <a:lnTo>
                    <a:pt x="1873" y="258"/>
                  </a:lnTo>
                  <a:cubicBezTo>
                    <a:pt x="1873" y="129"/>
                    <a:pt x="1744" y="0"/>
                    <a:pt x="1548" y="0"/>
                  </a:cubicBezTo>
                  <a:cubicBezTo>
                    <a:pt x="1419" y="0"/>
                    <a:pt x="1290" y="129"/>
                    <a:pt x="1290" y="258"/>
                  </a:cubicBezTo>
                  <a:lnTo>
                    <a:pt x="1290" y="578"/>
                  </a:lnTo>
                  <a:cubicBezTo>
                    <a:pt x="1290" y="903"/>
                    <a:pt x="1161" y="1094"/>
                    <a:pt x="903" y="1094"/>
                  </a:cubicBezTo>
                  <a:cubicBezTo>
                    <a:pt x="712" y="1094"/>
                    <a:pt x="516" y="903"/>
                    <a:pt x="516" y="578"/>
                  </a:cubicBezTo>
                  <a:lnTo>
                    <a:pt x="516" y="258"/>
                  </a:lnTo>
                  <a:cubicBezTo>
                    <a:pt x="516" y="129"/>
                    <a:pt x="387" y="0"/>
                    <a:pt x="2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27" name="Google Shape;1727;p39"/>
          <p:cNvSpPr/>
          <p:nvPr/>
        </p:nvSpPr>
        <p:spPr>
          <a:xfrm>
            <a:off x="5835638" y="2428863"/>
            <a:ext cx="650400" cy="650400"/>
          </a:xfrm>
          <a:prstGeom prst="ellipse">
            <a:avLst/>
          </a:prstGeom>
          <a:solidFill>
            <a:srgbClr val="A07FBE">
              <a:alpha val="3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28" name="Google Shape;1728;p39"/>
          <p:cNvGrpSpPr/>
          <p:nvPr/>
        </p:nvGrpSpPr>
        <p:grpSpPr>
          <a:xfrm>
            <a:off x="5950001" y="2649736"/>
            <a:ext cx="421712" cy="208683"/>
            <a:chOff x="1004250" y="1427900"/>
            <a:chExt cx="448725" cy="222050"/>
          </a:xfrm>
        </p:grpSpPr>
        <p:sp>
          <p:nvSpPr>
            <p:cNvPr id="1729" name="Google Shape;1729;p39"/>
            <p:cNvSpPr/>
            <p:nvPr/>
          </p:nvSpPr>
          <p:spPr>
            <a:xfrm>
              <a:off x="1004250" y="1427900"/>
              <a:ext cx="448725" cy="222050"/>
            </a:xfrm>
            <a:custGeom>
              <a:avLst/>
              <a:gdLst/>
              <a:ahLst/>
              <a:cxnLst/>
              <a:rect l="l" t="t" r="r" b="b"/>
              <a:pathLst>
                <a:path w="17949" h="8882" extrusionOk="0">
                  <a:moveTo>
                    <a:pt x="6556" y="1"/>
                  </a:moveTo>
                  <a:cubicBezTo>
                    <a:pt x="6455" y="1"/>
                    <a:pt x="6359" y="92"/>
                    <a:pt x="6359" y="183"/>
                  </a:cubicBezTo>
                  <a:lnTo>
                    <a:pt x="6359" y="1792"/>
                  </a:lnTo>
                  <a:cubicBezTo>
                    <a:pt x="6324" y="1828"/>
                    <a:pt x="6069" y="1972"/>
                    <a:pt x="5643" y="1972"/>
                  </a:cubicBezTo>
                  <a:cubicBezTo>
                    <a:pt x="5272" y="1972"/>
                    <a:pt x="4769" y="1862"/>
                    <a:pt x="4168" y="1472"/>
                  </a:cubicBezTo>
                  <a:cubicBezTo>
                    <a:pt x="4101" y="1405"/>
                    <a:pt x="4039" y="1405"/>
                    <a:pt x="3972" y="1405"/>
                  </a:cubicBezTo>
                  <a:cubicBezTo>
                    <a:pt x="3731" y="1527"/>
                    <a:pt x="3117" y="1797"/>
                    <a:pt x="2222" y="1797"/>
                  </a:cubicBezTo>
                  <a:cubicBezTo>
                    <a:pt x="1678" y="1797"/>
                    <a:pt x="1031" y="1697"/>
                    <a:pt x="301" y="1405"/>
                  </a:cubicBezTo>
                  <a:cubicBezTo>
                    <a:pt x="263" y="1381"/>
                    <a:pt x="228" y="1370"/>
                    <a:pt x="197" y="1370"/>
                  </a:cubicBezTo>
                  <a:cubicBezTo>
                    <a:pt x="65" y="1370"/>
                    <a:pt x="0" y="1559"/>
                    <a:pt x="105" y="1663"/>
                  </a:cubicBezTo>
                  <a:cubicBezTo>
                    <a:pt x="687" y="2436"/>
                    <a:pt x="1461" y="3726"/>
                    <a:pt x="1719" y="5272"/>
                  </a:cubicBezTo>
                  <a:cubicBezTo>
                    <a:pt x="1719" y="5401"/>
                    <a:pt x="1848" y="5468"/>
                    <a:pt x="1976" y="5468"/>
                  </a:cubicBezTo>
                  <a:cubicBezTo>
                    <a:pt x="2257" y="5356"/>
                    <a:pt x="2793" y="5207"/>
                    <a:pt x="3452" y="5207"/>
                  </a:cubicBezTo>
                  <a:cubicBezTo>
                    <a:pt x="4309" y="5207"/>
                    <a:pt x="5375" y="5459"/>
                    <a:pt x="6359" y="6371"/>
                  </a:cubicBezTo>
                  <a:cubicBezTo>
                    <a:pt x="6421" y="7789"/>
                    <a:pt x="7581" y="8882"/>
                    <a:pt x="8999" y="8882"/>
                  </a:cubicBezTo>
                  <a:cubicBezTo>
                    <a:pt x="10417" y="8882"/>
                    <a:pt x="11516" y="7789"/>
                    <a:pt x="11577" y="6371"/>
                  </a:cubicBezTo>
                  <a:cubicBezTo>
                    <a:pt x="12597" y="5459"/>
                    <a:pt x="13679" y="5207"/>
                    <a:pt x="14544" y="5207"/>
                  </a:cubicBezTo>
                  <a:cubicBezTo>
                    <a:pt x="15210" y="5207"/>
                    <a:pt x="15747" y="5356"/>
                    <a:pt x="16027" y="5468"/>
                  </a:cubicBezTo>
                  <a:cubicBezTo>
                    <a:pt x="16089" y="5468"/>
                    <a:pt x="16218" y="5401"/>
                    <a:pt x="16218" y="5272"/>
                  </a:cubicBezTo>
                  <a:cubicBezTo>
                    <a:pt x="16476" y="3726"/>
                    <a:pt x="17316" y="2436"/>
                    <a:pt x="17894" y="1663"/>
                  </a:cubicBezTo>
                  <a:cubicBezTo>
                    <a:pt x="17948" y="1559"/>
                    <a:pt x="17874" y="1370"/>
                    <a:pt x="17740" y="1370"/>
                  </a:cubicBezTo>
                  <a:cubicBezTo>
                    <a:pt x="17708" y="1370"/>
                    <a:pt x="17673" y="1381"/>
                    <a:pt x="17636" y="1405"/>
                  </a:cubicBezTo>
                  <a:cubicBezTo>
                    <a:pt x="16906" y="1697"/>
                    <a:pt x="16258" y="1797"/>
                    <a:pt x="15715" y="1797"/>
                  </a:cubicBezTo>
                  <a:cubicBezTo>
                    <a:pt x="14819" y="1797"/>
                    <a:pt x="14205" y="1527"/>
                    <a:pt x="13965" y="1405"/>
                  </a:cubicBezTo>
                  <a:cubicBezTo>
                    <a:pt x="13898" y="1405"/>
                    <a:pt x="13836" y="1405"/>
                    <a:pt x="13769" y="1472"/>
                  </a:cubicBezTo>
                  <a:cubicBezTo>
                    <a:pt x="13192" y="1846"/>
                    <a:pt x="12693" y="1949"/>
                    <a:pt x="12317" y="1949"/>
                  </a:cubicBezTo>
                  <a:cubicBezTo>
                    <a:pt x="11853" y="1949"/>
                    <a:pt x="11577" y="1792"/>
                    <a:pt x="11577" y="1792"/>
                  </a:cubicBezTo>
                  <a:lnTo>
                    <a:pt x="11577" y="183"/>
                  </a:lnTo>
                  <a:cubicBezTo>
                    <a:pt x="11577" y="92"/>
                    <a:pt x="11482" y="1"/>
                    <a:pt x="11381" y="1"/>
                  </a:cubicBezTo>
                  <a:cubicBezTo>
                    <a:pt x="11339" y="1"/>
                    <a:pt x="11295" y="17"/>
                    <a:pt x="11258" y="54"/>
                  </a:cubicBezTo>
                  <a:lnTo>
                    <a:pt x="10098" y="1147"/>
                  </a:lnTo>
                  <a:cubicBezTo>
                    <a:pt x="10098" y="1147"/>
                    <a:pt x="10031" y="1147"/>
                    <a:pt x="9969" y="1086"/>
                  </a:cubicBezTo>
                  <a:cubicBezTo>
                    <a:pt x="9646" y="1052"/>
                    <a:pt x="9307" y="1035"/>
                    <a:pt x="8977" y="1035"/>
                  </a:cubicBezTo>
                  <a:cubicBezTo>
                    <a:pt x="8646" y="1035"/>
                    <a:pt x="8324" y="1052"/>
                    <a:pt x="8035" y="1086"/>
                  </a:cubicBezTo>
                  <a:cubicBezTo>
                    <a:pt x="7906" y="1147"/>
                    <a:pt x="7839" y="1147"/>
                    <a:pt x="7839" y="1147"/>
                  </a:cubicBezTo>
                  <a:lnTo>
                    <a:pt x="6679" y="54"/>
                  </a:lnTo>
                  <a:cubicBezTo>
                    <a:pt x="6641" y="17"/>
                    <a:pt x="6598" y="1"/>
                    <a:pt x="65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39"/>
            <p:cNvSpPr/>
            <p:nvPr/>
          </p:nvSpPr>
          <p:spPr>
            <a:xfrm>
              <a:off x="1293675" y="1472675"/>
              <a:ext cx="132150" cy="114500"/>
            </a:xfrm>
            <a:custGeom>
              <a:avLst/>
              <a:gdLst/>
              <a:ahLst/>
              <a:cxnLst/>
              <a:rect l="l" t="t" r="r" b="b"/>
              <a:pathLst>
                <a:path w="5286" h="4580" extrusionOk="0">
                  <a:moveTo>
                    <a:pt x="0" y="1"/>
                  </a:moveTo>
                  <a:lnTo>
                    <a:pt x="0" y="4580"/>
                  </a:lnTo>
                  <a:cubicBezTo>
                    <a:pt x="1020" y="3668"/>
                    <a:pt x="2102" y="3416"/>
                    <a:pt x="2967" y="3416"/>
                  </a:cubicBezTo>
                  <a:cubicBezTo>
                    <a:pt x="3633" y="3416"/>
                    <a:pt x="4170" y="3565"/>
                    <a:pt x="4450" y="3677"/>
                  </a:cubicBezTo>
                  <a:cubicBezTo>
                    <a:pt x="4512" y="3677"/>
                    <a:pt x="4641" y="3610"/>
                    <a:pt x="4641" y="3481"/>
                  </a:cubicBezTo>
                  <a:cubicBezTo>
                    <a:pt x="4770" y="2775"/>
                    <a:pt x="5028" y="2063"/>
                    <a:pt x="5286" y="1486"/>
                  </a:cubicBezTo>
                  <a:cubicBezTo>
                    <a:pt x="4803" y="1486"/>
                    <a:pt x="4436" y="1477"/>
                    <a:pt x="4122" y="1477"/>
                  </a:cubicBezTo>
                  <a:cubicBezTo>
                    <a:pt x="3263" y="1477"/>
                    <a:pt x="2808" y="1546"/>
                    <a:pt x="1485" y="2063"/>
                  </a:cubicBezTo>
                  <a:lnTo>
                    <a:pt x="1485" y="68"/>
                  </a:lnTo>
                  <a:cubicBezTo>
                    <a:pt x="1229" y="141"/>
                    <a:pt x="999" y="167"/>
                    <a:pt x="800" y="167"/>
                  </a:cubicBezTo>
                  <a:cubicBezTo>
                    <a:pt x="299" y="167"/>
                    <a:pt x="0" y="1"/>
                    <a:pt x="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39"/>
            <p:cNvSpPr/>
            <p:nvPr/>
          </p:nvSpPr>
          <p:spPr>
            <a:xfrm>
              <a:off x="1004250" y="1427900"/>
              <a:ext cx="278225" cy="222050"/>
            </a:xfrm>
            <a:custGeom>
              <a:avLst/>
              <a:gdLst/>
              <a:ahLst/>
              <a:cxnLst/>
              <a:rect l="l" t="t" r="r" b="b"/>
              <a:pathLst>
                <a:path w="11129" h="8882" extrusionOk="0">
                  <a:moveTo>
                    <a:pt x="6556" y="1"/>
                  </a:moveTo>
                  <a:cubicBezTo>
                    <a:pt x="6455" y="1"/>
                    <a:pt x="6359" y="92"/>
                    <a:pt x="6359" y="183"/>
                  </a:cubicBezTo>
                  <a:lnTo>
                    <a:pt x="6359" y="4370"/>
                  </a:lnTo>
                  <a:cubicBezTo>
                    <a:pt x="5586" y="3958"/>
                    <a:pt x="4822" y="3834"/>
                    <a:pt x="4184" y="3834"/>
                  </a:cubicBezTo>
                  <a:cubicBezTo>
                    <a:pt x="3228" y="3834"/>
                    <a:pt x="2554" y="4112"/>
                    <a:pt x="2554" y="4112"/>
                  </a:cubicBezTo>
                  <a:cubicBezTo>
                    <a:pt x="2492" y="3277"/>
                    <a:pt x="2167" y="2436"/>
                    <a:pt x="1848" y="1792"/>
                  </a:cubicBezTo>
                  <a:cubicBezTo>
                    <a:pt x="1394" y="1730"/>
                    <a:pt x="878" y="1601"/>
                    <a:pt x="301" y="1405"/>
                  </a:cubicBezTo>
                  <a:cubicBezTo>
                    <a:pt x="263" y="1381"/>
                    <a:pt x="228" y="1370"/>
                    <a:pt x="197" y="1370"/>
                  </a:cubicBezTo>
                  <a:cubicBezTo>
                    <a:pt x="65" y="1370"/>
                    <a:pt x="0" y="1559"/>
                    <a:pt x="105" y="1663"/>
                  </a:cubicBezTo>
                  <a:cubicBezTo>
                    <a:pt x="687" y="2436"/>
                    <a:pt x="1461" y="3726"/>
                    <a:pt x="1719" y="5272"/>
                  </a:cubicBezTo>
                  <a:cubicBezTo>
                    <a:pt x="1719" y="5401"/>
                    <a:pt x="1848" y="5468"/>
                    <a:pt x="1976" y="5468"/>
                  </a:cubicBezTo>
                  <a:cubicBezTo>
                    <a:pt x="2257" y="5356"/>
                    <a:pt x="2793" y="5207"/>
                    <a:pt x="3452" y="5207"/>
                  </a:cubicBezTo>
                  <a:cubicBezTo>
                    <a:pt x="4309" y="5207"/>
                    <a:pt x="5375" y="5459"/>
                    <a:pt x="6359" y="6371"/>
                  </a:cubicBezTo>
                  <a:lnTo>
                    <a:pt x="6359" y="6304"/>
                  </a:lnTo>
                  <a:cubicBezTo>
                    <a:pt x="6359" y="7722"/>
                    <a:pt x="7519" y="8882"/>
                    <a:pt x="8999" y="8882"/>
                  </a:cubicBezTo>
                  <a:cubicBezTo>
                    <a:pt x="9840" y="8882"/>
                    <a:pt x="10613" y="8433"/>
                    <a:pt x="11129" y="7789"/>
                  </a:cubicBezTo>
                  <a:lnTo>
                    <a:pt x="11129" y="7789"/>
                  </a:lnTo>
                  <a:cubicBezTo>
                    <a:pt x="10804" y="7918"/>
                    <a:pt x="10417" y="7979"/>
                    <a:pt x="10031" y="7979"/>
                  </a:cubicBezTo>
                  <a:cubicBezTo>
                    <a:pt x="8613" y="7979"/>
                    <a:pt x="7452" y="6886"/>
                    <a:pt x="7452" y="5468"/>
                  </a:cubicBezTo>
                  <a:cubicBezTo>
                    <a:pt x="7391" y="5401"/>
                    <a:pt x="7391" y="5339"/>
                    <a:pt x="7452" y="5211"/>
                  </a:cubicBezTo>
                  <a:lnTo>
                    <a:pt x="7452" y="761"/>
                  </a:lnTo>
                  <a:lnTo>
                    <a:pt x="6679" y="54"/>
                  </a:lnTo>
                  <a:cubicBezTo>
                    <a:pt x="6641" y="17"/>
                    <a:pt x="6598" y="1"/>
                    <a:pt x="65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39"/>
            <p:cNvSpPr/>
            <p:nvPr/>
          </p:nvSpPr>
          <p:spPr>
            <a:xfrm>
              <a:off x="1185775" y="1492025"/>
              <a:ext cx="33800" cy="30700"/>
            </a:xfrm>
            <a:custGeom>
              <a:avLst/>
              <a:gdLst/>
              <a:ahLst/>
              <a:cxnLst/>
              <a:rect l="l" t="t" r="r" b="b"/>
              <a:pathLst>
                <a:path w="1352" h="1228" extrusionOk="0">
                  <a:moveTo>
                    <a:pt x="258" y="0"/>
                  </a:moveTo>
                  <a:cubicBezTo>
                    <a:pt x="62" y="0"/>
                    <a:pt x="1" y="67"/>
                    <a:pt x="1" y="258"/>
                  </a:cubicBezTo>
                  <a:lnTo>
                    <a:pt x="1" y="454"/>
                  </a:lnTo>
                  <a:cubicBezTo>
                    <a:pt x="1" y="903"/>
                    <a:pt x="258" y="1228"/>
                    <a:pt x="645" y="1228"/>
                  </a:cubicBezTo>
                  <a:cubicBezTo>
                    <a:pt x="1032" y="1228"/>
                    <a:pt x="1352" y="903"/>
                    <a:pt x="1352" y="454"/>
                  </a:cubicBezTo>
                  <a:lnTo>
                    <a:pt x="1352" y="258"/>
                  </a:lnTo>
                  <a:cubicBezTo>
                    <a:pt x="1352" y="67"/>
                    <a:pt x="1223" y="0"/>
                    <a:pt x="1094" y="0"/>
                  </a:cubicBezTo>
                  <a:cubicBezTo>
                    <a:pt x="965" y="0"/>
                    <a:pt x="836" y="67"/>
                    <a:pt x="836" y="258"/>
                  </a:cubicBezTo>
                  <a:lnTo>
                    <a:pt x="836" y="454"/>
                  </a:lnTo>
                  <a:cubicBezTo>
                    <a:pt x="836" y="583"/>
                    <a:pt x="774" y="712"/>
                    <a:pt x="645" y="712"/>
                  </a:cubicBezTo>
                  <a:cubicBezTo>
                    <a:pt x="578" y="712"/>
                    <a:pt x="516" y="583"/>
                    <a:pt x="516" y="454"/>
                  </a:cubicBezTo>
                  <a:lnTo>
                    <a:pt x="516" y="258"/>
                  </a:lnTo>
                  <a:cubicBezTo>
                    <a:pt x="516" y="67"/>
                    <a:pt x="387" y="0"/>
                    <a:pt x="2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39"/>
            <p:cNvSpPr/>
            <p:nvPr/>
          </p:nvSpPr>
          <p:spPr>
            <a:xfrm>
              <a:off x="1237350" y="1492025"/>
              <a:ext cx="35475" cy="30700"/>
            </a:xfrm>
            <a:custGeom>
              <a:avLst/>
              <a:gdLst/>
              <a:ahLst/>
              <a:cxnLst/>
              <a:rect l="l" t="t" r="r" b="b"/>
              <a:pathLst>
                <a:path w="1419" h="1228" extrusionOk="0">
                  <a:moveTo>
                    <a:pt x="258" y="0"/>
                  </a:moveTo>
                  <a:cubicBezTo>
                    <a:pt x="129" y="0"/>
                    <a:pt x="0" y="67"/>
                    <a:pt x="0" y="258"/>
                  </a:cubicBezTo>
                  <a:lnTo>
                    <a:pt x="0" y="454"/>
                  </a:lnTo>
                  <a:cubicBezTo>
                    <a:pt x="0" y="903"/>
                    <a:pt x="320" y="1228"/>
                    <a:pt x="707" y="1228"/>
                  </a:cubicBezTo>
                  <a:cubicBezTo>
                    <a:pt x="1093" y="1228"/>
                    <a:pt x="1418" y="903"/>
                    <a:pt x="1418" y="454"/>
                  </a:cubicBezTo>
                  <a:lnTo>
                    <a:pt x="1418" y="258"/>
                  </a:lnTo>
                  <a:cubicBezTo>
                    <a:pt x="1418" y="67"/>
                    <a:pt x="1289" y="0"/>
                    <a:pt x="1160" y="0"/>
                  </a:cubicBezTo>
                  <a:cubicBezTo>
                    <a:pt x="964" y="0"/>
                    <a:pt x="835" y="67"/>
                    <a:pt x="835" y="258"/>
                  </a:cubicBezTo>
                  <a:lnTo>
                    <a:pt x="835" y="454"/>
                  </a:lnTo>
                  <a:cubicBezTo>
                    <a:pt x="835" y="583"/>
                    <a:pt x="774" y="712"/>
                    <a:pt x="707" y="712"/>
                  </a:cubicBezTo>
                  <a:cubicBezTo>
                    <a:pt x="645" y="712"/>
                    <a:pt x="516" y="583"/>
                    <a:pt x="516" y="454"/>
                  </a:cubicBezTo>
                  <a:lnTo>
                    <a:pt x="516" y="258"/>
                  </a:lnTo>
                  <a:cubicBezTo>
                    <a:pt x="516" y="67"/>
                    <a:pt x="387" y="0"/>
                    <a:pt x="2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34" name="Google Shape;1734;p39"/>
          <p:cNvSpPr/>
          <p:nvPr/>
        </p:nvSpPr>
        <p:spPr>
          <a:xfrm>
            <a:off x="5835638" y="3495413"/>
            <a:ext cx="650400" cy="650400"/>
          </a:xfrm>
          <a:prstGeom prst="ellipse">
            <a:avLst/>
          </a:prstGeom>
          <a:solidFill>
            <a:srgbClr val="A07FBE">
              <a:alpha val="3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39"/>
          <p:cNvSpPr/>
          <p:nvPr/>
        </p:nvSpPr>
        <p:spPr>
          <a:xfrm>
            <a:off x="1075425" y="2361450"/>
            <a:ext cx="420600" cy="420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36" name="Google Shape;1736;p39"/>
          <p:cNvGrpSpPr/>
          <p:nvPr/>
        </p:nvGrpSpPr>
        <p:grpSpPr>
          <a:xfrm>
            <a:off x="1147744" y="2516942"/>
            <a:ext cx="276078" cy="109726"/>
            <a:chOff x="4698250" y="1459800"/>
            <a:chExt cx="454075" cy="180500"/>
          </a:xfrm>
        </p:grpSpPr>
        <p:sp>
          <p:nvSpPr>
            <p:cNvPr id="1737" name="Google Shape;1737;p39"/>
            <p:cNvSpPr/>
            <p:nvPr/>
          </p:nvSpPr>
          <p:spPr>
            <a:xfrm>
              <a:off x="4698250" y="1483075"/>
              <a:ext cx="143600" cy="85125"/>
            </a:xfrm>
            <a:custGeom>
              <a:avLst/>
              <a:gdLst/>
              <a:ahLst/>
              <a:cxnLst/>
              <a:rect l="l" t="t" r="r" b="b"/>
              <a:pathLst>
                <a:path w="5744" h="3405" extrusionOk="0">
                  <a:moveTo>
                    <a:pt x="3078" y="1"/>
                  </a:moveTo>
                  <a:cubicBezTo>
                    <a:pt x="2379" y="1"/>
                    <a:pt x="1657" y="254"/>
                    <a:pt x="1041" y="683"/>
                  </a:cubicBezTo>
                  <a:cubicBezTo>
                    <a:pt x="783" y="874"/>
                    <a:pt x="526" y="1070"/>
                    <a:pt x="268" y="1390"/>
                  </a:cubicBezTo>
                  <a:cubicBezTo>
                    <a:pt x="1" y="1790"/>
                    <a:pt x="183" y="1914"/>
                    <a:pt x="475" y="1914"/>
                  </a:cubicBezTo>
                  <a:cubicBezTo>
                    <a:pt x="746" y="1914"/>
                    <a:pt x="1112" y="1807"/>
                    <a:pt x="1299" y="1714"/>
                  </a:cubicBezTo>
                  <a:cubicBezTo>
                    <a:pt x="1299" y="2034"/>
                    <a:pt x="1299" y="2421"/>
                    <a:pt x="1619" y="2550"/>
                  </a:cubicBezTo>
                  <a:cubicBezTo>
                    <a:pt x="1674" y="2605"/>
                    <a:pt x="1752" y="2625"/>
                    <a:pt x="1834" y="2625"/>
                  </a:cubicBezTo>
                  <a:cubicBezTo>
                    <a:pt x="1944" y="2625"/>
                    <a:pt x="2060" y="2588"/>
                    <a:pt x="2134" y="2550"/>
                  </a:cubicBezTo>
                  <a:cubicBezTo>
                    <a:pt x="2330" y="2421"/>
                    <a:pt x="2459" y="2292"/>
                    <a:pt x="2588" y="2101"/>
                  </a:cubicBezTo>
                  <a:cubicBezTo>
                    <a:pt x="2650" y="2617"/>
                    <a:pt x="2779" y="3132"/>
                    <a:pt x="3233" y="3323"/>
                  </a:cubicBezTo>
                  <a:cubicBezTo>
                    <a:pt x="3346" y="3381"/>
                    <a:pt x="3460" y="3405"/>
                    <a:pt x="3573" y="3405"/>
                  </a:cubicBezTo>
                  <a:cubicBezTo>
                    <a:pt x="3846" y="3405"/>
                    <a:pt x="4120" y="3267"/>
                    <a:pt x="4393" y="3132"/>
                  </a:cubicBezTo>
                  <a:cubicBezTo>
                    <a:pt x="5166" y="2746"/>
                    <a:pt x="5744" y="2488"/>
                    <a:pt x="5357" y="1519"/>
                  </a:cubicBezTo>
                  <a:cubicBezTo>
                    <a:pt x="5099" y="874"/>
                    <a:pt x="4522" y="297"/>
                    <a:pt x="3810" y="101"/>
                  </a:cubicBezTo>
                  <a:cubicBezTo>
                    <a:pt x="3573" y="33"/>
                    <a:pt x="3327" y="1"/>
                    <a:pt x="30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39"/>
            <p:cNvSpPr/>
            <p:nvPr/>
          </p:nvSpPr>
          <p:spPr>
            <a:xfrm>
              <a:off x="5009400" y="1483075"/>
              <a:ext cx="142925" cy="85125"/>
            </a:xfrm>
            <a:custGeom>
              <a:avLst/>
              <a:gdLst/>
              <a:ahLst/>
              <a:cxnLst/>
              <a:rect l="l" t="t" r="r" b="b"/>
              <a:pathLst>
                <a:path w="5717" h="3405" extrusionOk="0">
                  <a:moveTo>
                    <a:pt x="2641" y="1"/>
                  </a:moveTo>
                  <a:cubicBezTo>
                    <a:pt x="2384" y="1"/>
                    <a:pt x="2126" y="33"/>
                    <a:pt x="1873" y="101"/>
                  </a:cubicBezTo>
                  <a:cubicBezTo>
                    <a:pt x="1161" y="297"/>
                    <a:pt x="583" y="874"/>
                    <a:pt x="326" y="1519"/>
                  </a:cubicBezTo>
                  <a:cubicBezTo>
                    <a:pt x="1" y="2488"/>
                    <a:pt x="516" y="2746"/>
                    <a:pt x="1357" y="3132"/>
                  </a:cubicBezTo>
                  <a:cubicBezTo>
                    <a:pt x="1583" y="3267"/>
                    <a:pt x="1875" y="3405"/>
                    <a:pt x="2164" y="3405"/>
                  </a:cubicBezTo>
                  <a:cubicBezTo>
                    <a:pt x="2284" y="3405"/>
                    <a:pt x="2403" y="3381"/>
                    <a:pt x="2517" y="3323"/>
                  </a:cubicBezTo>
                  <a:cubicBezTo>
                    <a:pt x="2904" y="3132"/>
                    <a:pt x="3033" y="2617"/>
                    <a:pt x="3095" y="2101"/>
                  </a:cubicBezTo>
                  <a:cubicBezTo>
                    <a:pt x="3223" y="2292"/>
                    <a:pt x="3352" y="2421"/>
                    <a:pt x="3548" y="2550"/>
                  </a:cubicBezTo>
                  <a:cubicBezTo>
                    <a:pt x="3658" y="2588"/>
                    <a:pt x="3769" y="2625"/>
                    <a:pt x="3880" y="2625"/>
                  </a:cubicBezTo>
                  <a:cubicBezTo>
                    <a:pt x="3962" y="2625"/>
                    <a:pt x="4045" y="2605"/>
                    <a:pt x="4126" y="2550"/>
                  </a:cubicBezTo>
                  <a:cubicBezTo>
                    <a:pt x="4384" y="2421"/>
                    <a:pt x="4384" y="2034"/>
                    <a:pt x="4384" y="1714"/>
                  </a:cubicBezTo>
                  <a:cubicBezTo>
                    <a:pt x="4602" y="1807"/>
                    <a:pt x="4986" y="1914"/>
                    <a:pt x="5258" y="1914"/>
                  </a:cubicBezTo>
                  <a:cubicBezTo>
                    <a:pt x="5551" y="1914"/>
                    <a:pt x="5717" y="1790"/>
                    <a:pt x="5415" y="1390"/>
                  </a:cubicBezTo>
                  <a:cubicBezTo>
                    <a:pt x="5224" y="1070"/>
                    <a:pt x="4966" y="874"/>
                    <a:pt x="4641" y="683"/>
                  </a:cubicBezTo>
                  <a:cubicBezTo>
                    <a:pt x="4071" y="254"/>
                    <a:pt x="3361" y="1"/>
                    <a:pt x="264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39"/>
            <p:cNvSpPr/>
            <p:nvPr/>
          </p:nvSpPr>
          <p:spPr>
            <a:xfrm>
              <a:off x="4817725" y="1459800"/>
              <a:ext cx="215950" cy="180500"/>
            </a:xfrm>
            <a:custGeom>
              <a:avLst/>
              <a:gdLst/>
              <a:ahLst/>
              <a:cxnLst/>
              <a:rect l="l" t="t" r="r" b="b"/>
              <a:pathLst>
                <a:path w="8638" h="7220" extrusionOk="0">
                  <a:moveTo>
                    <a:pt x="4316" y="0"/>
                  </a:moveTo>
                  <a:cubicBezTo>
                    <a:pt x="1934" y="0"/>
                    <a:pt x="0" y="1614"/>
                    <a:pt x="0" y="3610"/>
                  </a:cubicBezTo>
                  <a:cubicBezTo>
                    <a:pt x="0" y="5610"/>
                    <a:pt x="1934" y="7219"/>
                    <a:pt x="4316" y="7219"/>
                  </a:cubicBezTo>
                  <a:cubicBezTo>
                    <a:pt x="6704" y="7219"/>
                    <a:pt x="8637" y="5610"/>
                    <a:pt x="8637" y="3610"/>
                  </a:cubicBezTo>
                  <a:cubicBezTo>
                    <a:pt x="8637" y="1614"/>
                    <a:pt x="6704" y="0"/>
                    <a:pt x="43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39"/>
            <p:cNvSpPr/>
            <p:nvPr/>
          </p:nvSpPr>
          <p:spPr>
            <a:xfrm>
              <a:off x="4862850" y="1525925"/>
              <a:ext cx="45125" cy="41925"/>
            </a:xfrm>
            <a:custGeom>
              <a:avLst/>
              <a:gdLst/>
              <a:ahLst/>
              <a:cxnLst/>
              <a:rect l="l" t="t" r="r" b="b"/>
              <a:pathLst>
                <a:path w="1805" h="1677" extrusionOk="0">
                  <a:moveTo>
                    <a:pt x="258" y="0"/>
                  </a:moveTo>
                  <a:cubicBezTo>
                    <a:pt x="129" y="0"/>
                    <a:pt x="0" y="129"/>
                    <a:pt x="0" y="258"/>
                  </a:cubicBezTo>
                  <a:lnTo>
                    <a:pt x="0" y="578"/>
                  </a:lnTo>
                  <a:cubicBezTo>
                    <a:pt x="0" y="1161"/>
                    <a:pt x="387" y="1676"/>
                    <a:pt x="902" y="1676"/>
                  </a:cubicBezTo>
                  <a:cubicBezTo>
                    <a:pt x="1418" y="1676"/>
                    <a:pt x="1805" y="1161"/>
                    <a:pt x="1805" y="578"/>
                  </a:cubicBezTo>
                  <a:lnTo>
                    <a:pt x="1805" y="258"/>
                  </a:lnTo>
                  <a:cubicBezTo>
                    <a:pt x="1805" y="129"/>
                    <a:pt x="1738" y="0"/>
                    <a:pt x="1547" y="0"/>
                  </a:cubicBezTo>
                  <a:cubicBezTo>
                    <a:pt x="1418" y="0"/>
                    <a:pt x="1289" y="129"/>
                    <a:pt x="1289" y="258"/>
                  </a:cubicBezTo>
                  <a:lnTo>
                    <a:pt x="1289" y="578"/>
                  </a:lnTo>
                  <a:cubicBezTo>
                    <a:pt x="1289" y="903"/>
                    <a:pt x="1093" y="1094"/>
                    <a:pt x="902" y="1094"/>
                  </a:cubicBezTo>
                  <a:cubicBezTo>
                    <a:pt x="707" y="1094"/>
                    <a:pt x="516" y="903"/>
                    <a:pt x="516" y="578"/>
                  </a:cubicBezTo>
                  <a:lnTo>
                    <a:pt x="516" y="258"/>
                  </a:lnTo>
                  <a:cubicBezTo>
                    <a:pt x="516" y="129"/>
                    <a:pt x="387" y="0"/>
                    <a:pt x="2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39"/>
            <p:cNvSpPr/>
            <p:nvPr/>
          </p:nvSpPr>
          <p:spPr>
            <a:xfrm>
              <a:off x="4941725" y="1525925"/>
              <a:ext cx="46825" cy="41925"/>
            </a:xfrm>
            <a:custGeom>
              <a:avLst/>
              <a:gdLst/>
              <a:ahLst/>
              <a:cxnLst/>
              <a:rect l="l" t="t" r="r" b="b"/>
              <a:pathLst>
                <a:path w="1873" h="1677" extrusionOk="0">
                  <a:moveTo>
                    <a:pt x="259" y="0"/>
                  </a:moveTo>
                  <a:cubicBezTo>
                    <a:pt x="130" y="0"/>
                    <a:pt x="1" y="129"/>
                    <a:pt x="1" y="258"/>
                  </a:cubicBezTo>
                  <a:lnTo>
                    <a:pt x="1" y="578"/>
                  </a:lnTo>
                  <a:cubicBezTo>
                    <a:pt x="1" y="1161"/>
                    <a:pt x="387" y="1676"/>
                    <a:pt x="903" y="1676"/>
                  </a:cubicBezTo>
                  <a:cubicBezTo>
                    <a:pt x="1419" y="1676"/>
                    <a:pt x="1873" y="1161"/>
                    <a:pt x="1873" y="578"/>
                  </a:cubicBezTo>
                  <a:lnTo>
                    <a:pt x="1873" y="258"/>
                  </a:lnTo>
                  <a:cubicBezTo>
                    <a:pt x="1873" y="129"/>
                    <a:pt x="1744" y="0"/>
                    <a:pt x="1548" y="0"/>
                  </a:cubicBezTo>
                  <a:cubicBezTo>
                    <a:pt x="1419" y="0"/>
                    <a:pt x="1290" y="129"/>
                    <a:pt x="1290" y="258"/>
                  </a:cubicBezTo>
                  <a:lnTo>
                    <a:pt x="1290" y="578"/>
                  </a:lnTo>
                  <a:cubicBezTo>
                    <a:pt x="1290" y="903"/>
                    <a:pt x="1161" y="1094"/>
                    <a:pt x="903" y="1094"/>
                  </a:cubicBezTo>
                  <a:cubicBezTo>
                    <a:pt x="712" y="1094"/>
                    <a:pt x="516" y="903"/>
                    <a:pt x="516" y="578"/>
                  </a:cubicBezTo>
                  <a:lnTo>
                    <a:pt x="516" y="258"/>
                  </a:lnTo>
                  <a:cubicBezTo>
                    <a:pt x="516" y="129"/>
                    <a:pt x="387" y="0"/>
                    <a:pt x="2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42" name="Google Shape;1742;p39"/>
          <p:cNvSpPr/>
          <p:nvPr/>
        </p:nvSpPr>
        <p:spPr>
          <a:xfrm>
            <a:off x="2013125" y="1602725"/>
            <a:ext cx="421800" cy="4218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43" name="Google Shape;1743;p39"/>
          <p:cNvGrpSpPr/>
          <p:nvPr/>
        </p:nvGrpSpPr>
        <p:grpSpPr>
          <a:xfrm>
            <a:off x="2087248" y="1745902"/>
            <a:ext cx="273453" cy="135317"/>
            <a:chOff x="1004250" y="1427900"/>
            <a:chExt cx="448725" cy="222050"/>
          </a:xfrm>
        </p:grpSpPr>
        <p:sp>
          <p:nvSpPr>
            <p:cNvPr id="1744" name="Google Shape;1744;p39"/>
            <p:cNvSpPr/>
            <p:nvPr/>
          </p:nvSpPr>
          <p:spPr>
            <a:xfrm>
              <a:off x="1004250" y="1427900"/>
              <a:ext cx="448725" cy="222050"/>
            </a:xfrm>
            <a:custGeom>
              <a:avLst/>
              <a:gdLst/>
              <a:ahLst/>
              <a:cxnLst/>
              <a:rect l="l" t="t" r="r" b="b"/>
              <a:pathLst>
                <a:path w="17949" h="8882" extrusionOk="0">
                  <a:moveTo>
                    <a:pt x="6556" y="1"/>
                  </a:moveTo>
                  <a:cubicBezTo>
                    <a:pt x="6455" y="1"/>
                    <a:pt x="6359" y="92"/>
                    <a:pt x="6359" y="183"/>
                  </a:cubicBezTo>
                  <a:lnTo>
                    <a:pt x="6359" y="1792"/>
                  </a:lnTo>
                  <a:cubicBezTo>
                    <a:pt x="6324" y="1828"/>
                    <a:pt x="6069" y="1972"/>
                    <a:pt x="5643" y="1972"/>
                  </a:cubicBezTo>
                  <a:cubicBezTo>
                    <a:pt x="5272" y="1972"/>
                    <a:pt x="4769" y="1862"/>
                    <a:pt x="4168" y="1472"/>
                  </a:cubicBezTo>
                  <a:cubicBezTo>
                    <a:pt x="4101" y="1405"/>
                    <a:pt x="4039" y="1405"/>
                    <a:pt x="3972" y="1405"/>
                  </a:cubicBezTo>
                  <a:cubicBezTo>
                    <a:pt x="3731" y="1527"/>
                    <a:pt x="3117" y="1797"/>
                    <a:pt x="2222" y="1797"/>
                  </a:cubicBezTo>
                  <a:cubicBezTo>
                    <a:pt x="1678" y="1797"/>
                    <a:pt x="1031" y="1697"/>
                    <a:pt x="301" y="1405"/>
                  </a:cubicBezTo>
                  <a:cubicBezTo>
                    <a:pt x="263" y="1381"/>
                    <a:pt x="228" y="1370"/>
                    <a:pt x="197" y="1370"/>
                  </a:cubicBezTo>
                  <a:cubicBezTo>
                    <a:pt x="65" y="1370"/>
                    <a:pt x="0" y="1559"/>
                    <a:pt x="105" y="1663"/>
                  </a:cubicBezTo>
                  <a:cubicBezTo>
                    <a:pt x="687" y="2436"/>
                    <a:pt x="1461" y="3726"/>
                    <a:pt x="1719" y="5272"/>
                  </a:cubicBezTo>
                  <a:cubicBezTo>
                    <a:pt x="1719" y="5401"/>
                    <a:pt x="1848" y="5468"/>
                    <a:pt x="1976" y="5468"/>
                  </a:cubicBezTo>
                  <a:cubicBezTo>
                    <a:pt x="2257" y="5356"/>
                    <a:pt x="2793" y="5207"/>
                    <a:pt x="3452" y="5207"/>
                  </a:cubicBezTo>
                  <a:cubicBezTo>
                    <a:pt x="4309" y="5207"/>
                    <a:pt x="5375" y="5459"/>
                    <a:pt x="6359" y="6371"/>
                  </a:cubicBezTo>
                  <a:cubicBezTo>
                    <a:pt x="6421" y="7789"/>
                    <a:pt x="7581" y="8882"/>
                    <a:pt x="8999" y="8882"/>
                  </a:cubicBezTo>
                  <a:cubicBezTo>
                    <a:pt x="10417" y="8882"/>
                    <a:pt x="11516" y="7789"/>
                    <a:pt x="11577" y="6371"/>
                  </a:cubicBezTo>
                  <a:cubicBezTo>
                    <a:pt x="12597" y="5459"/>
                    <a:pt x="13679" y="5207"/>
                    <a:pt x="14544" y="5207"/>
                  </a:cubicBezTo>
                  <a:cubicBezTo>
                    <a:pt x="15210" y="5207"/>
                    <a:pt x="15747" y="5356"/>
                    <a:pt x="16027" y="5468"/>
                  </a:cubicBezTo>
                  <a:cubicBezTo>
                    <a:pt x="16089" y="5468"/>
                    <a:pt x="16218" y="5401"/>
                    <a:pt x="16218" y="5272"/>
                  </a:cubicBezTo>
                  <a:cubicBezTo>
                    <a:pt x="16476" y="3726"/>
                    <a:pt x="17316" y="2436"/>
                    <a:pt x="17894" y="1663"/>
                  </a:cubicBezTo>
                  <a:cubicBezTo>
                    <a:pt x="17948" y="1559"/>
                    <a:pt x="17874" y="1370"/>
                    <a:pt x="17740" y="1370"/>
                  </a:cubicBezTo>
                  <a:cubicBezTo>
                    <a:pt x="17708" y="1370"/>
                    <a:pt x="17673" y="1381"/>
                    <a:pt x="17636" y="1405"/>
                  </a:cubicBezTo>
                  <a:cubicBezTo>
                    <a:pt x="16906" y="1697"/>
                    <a:pt x="16258" y="1797"/>
                    <a:pt x="15715" y="1797"/>
                  </a:cubicBezTo>
                  <a:cubicBezTo>
                    <a:pt x="14819" y="1797"/>
                    <a:pt x="14205" y="1527"/>
                    <a:pt x="13965" y="1405"/>
                  </a:cubicBezTo>
                  <a:cubicBezTo>
                    <a:pt x="13898" y="1405"/>
                    <a:pt x="13836" y="1405"/>
                    <a:pt x="13769" y="1472"/>
                  </a:cubicBezTo>
                  <a:cubicBezTo>
                    <a:pt x="13192" y="1846"/>
                    <a:pt x="12693" y="1949"/>
                    <a:pt x="12317" y="1949"/>
                  </a:cubicBezTo>
                  <a:cubicBezTo>
                    <a:pt x="11853" y="1949"/>
                    <a:pt x="11577" y="1792"/>
                    <a:pt x="11577" y="1792"/>
                  </a:cubicBezTo>
                  <a:lnTo>
                    <a:pt x="11577" y="183"/>
                  </a:lnTo>
                  <a:cubicBezTo>
                    <a:pt x="11577" y="92"/>
                    <a:pt x="11482" y="1"/>
                    <a:pt x="11381" y="1"/>
                  </a:cubicBezTo>
                  <a:cubicBezTo>
                    <a:pt x="11339" y="1"/>
                    <a:pt x="11295" y="17"/>
                    <a:pt x="11258" y="54"/>
                  </a:cubicBezTo>
                  <a:lnTo>
                    <a:pt x="10098" y="1147"/>
                  </a:lnTo>
                  <a:cubicBezTo>
                    <a:pt x="10098" y="1147"/>
                    <a:pt x="10031" y="1147"/>
                    <a:pt x="9969" y="1086"/>
                  </a:cubicBezTo>
                  <a:cubicBezTo>
                    <a:pt x="9646" y="1052"/>
                    <a:pt x="9307" y="1035"/>
                    <a:pt x="8977" y="1035"/>
                  </a:cubicBezTo>
                  <a:cubicBezTo>
                    <a:pt x="8646" y="1035"/>
                    <a:pt x="8324" y="1052"/>
                    <a:pt x="8035" y="1086"/>
                  </a:cubicBezTo>
                  <a:cubicBezTo>
                    <a:pt x="7906" y="1147"/>
                    <a:pt x="7839" y="1147"/>
                    <a:pt x="7839" y="1147"/>
                  </a:cubicBezTo>
                  <a:lnTo>
                    <a:pt x="6679" y="54"/>
                  </a:lnTo>
                  <a:cubicBezTo>
                    <a:pt x="6641" y="17"/>
                    <a:pt x="6598" y="1"/>
                    <a:pt x="65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39"/>
            <p:cNvSpPr/>
            <p:nvPr/>
          </p:nvSpPr>
          <p:spPr>
            <a:xfrm>
              <a:off x="1293675" y="1472675"/>
              <a:ext cx="132150" cy="114500"/>
            </a:xfrm>
            <a:custGeom>
              <a:avLst/>
              <a:gdLst/>
              <a:ahLst/>
              <a:cxnLst/>
              <a:rect l="l" t="t" r="r" b="b"/>
              <a:pathLst>
                <a:path w="5286" h="4580" extrusionOk="0">
                  <a:moveTo>
                    <a:pt x="0" y="1"/>
                  </a:moveTo>
                  <a:lnTo>
                    <a:pt x="0" y="4580"/>
                  </a:lnTo>
                  <a:cubicBezTo>
                    <a:pt x="1020" y="3668"/>
                    <a:pt x="2102" y="3416"/>
                    <a:pt x="2967" y="3416"/>
                  </a:cubicBezTo>
                  <a:cubicBezTo>
                    <a:pt x="3633" y="3416"/>
                    <a:pt x="4170" y="3565"/>
                    <a:pt x="4450" y="3677"/>
                  </a:cubicBezTo>
                  <a:cubicBezTo>
                    <a:pt x="4512" y="3677"/>
                    <a:pt x="4641" y="3610"/>
                    <a:pt x="4641" y="3481"/>
                  </a:cubicBezTo>
                  <a:cubicBezTo>
                    <a:pt x="4770" y="2775"/>
                    <a:pt x="5028" y="2063"/>
                    <a:pt x="5286" y="1486"/>
                  </a:cubicBezTo>
                  <a:cubicBezTo>
                    <a:pt x="4803" y="1486"/>
                    <a:pt x="4436" y="1477"/>
                    <a:pt x="4122" y="1477"/>
                  </a:cubicBezTo>
                  <a:cubicBezTo>
                    <a:pt x="3263" y="1477"/>
                    <a:pt x="2808" y="1546"/>
                    <a:pt x="1485" y="2063"/>
                  </a:cubicBezTo>
                  <a:lnTo>
                    <a:pt x="1485" y="68"/>
                  </a:lnTo>
                  <a:cubicBezTo>
                    <a:pt x="1229" y="141"/>
                    <a:pt x="999" y="167"/>
                    <a:pt x="800" y="167"/>
                  </a:cubicBezTo>
                  <a:cubicBezTo>
                    <a:pt x="299" y="167"/>
                    <a:pt x="0" y="1"/>
                    <a:pt x="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39"/>
            <p:cNvSpPr/>
            <p:nvPr/>
          </p:nvSpPr>
          <p:spPr>
            <a:xfrm>
              <a:off x="1004250" y="1427900"/>
              <a:ext cx="278225" cy="222050"/>
            </a:xfrm>
            <a:custGeom>
              <a:avLst/>
              <a:gdLst/>
              <a:ahLst/>
              <a:cxnLst/>
              <a:rect l="l" t="t" r="r" b="b"/>
              <a:pathLst>
                <a:path w="11129" h="8882" extrusionOk="0">
                  <a:moveTo>
                    <a:pt x="6556" y="1"/>
                  </a:moveTo>
                  <a:cubicBezTo>
                    <a:pt x="6455" y="1"/>
                    <a:pt x="6359" y="92"/>
                    <a:pt x="6359" y="183"/>
                  </a:cubicBezTo>
                  <a:lnTo>
                    <a:pt x="6359" y="4370"/>
                  </a:lnTo>
                  <a:cubicBezTo>
                    <a:pt x="5586" y="3958"/>
                    <a:pt x="4822" y="3834"/>
                    <a:pt x="4184" y="3834"/>
                  </a:cubicBezTo>
                  <a:cubicBezTo>
                    <a:pt x="3228" y="3834"/>
                    <a:pt x="2554" y="4112"/>
                    <a:pt x="2554" y="4112"/>
                  </a:cubicBezTo>
                  <a:cubicBezTo>
                    <a:pt x="2492" y="3277"/>
                    <a:pt x="2167" y="2436"/>
                    <a:pt x="1848" y="1792"/>
                  </a:cubicBezTo>
                  <a:cubicBezTo>
                    <a:pt x="1394" y="1730"/>
                    <a:pt x="878" y="1601"/>
                    <a:pt x="301" y="1405"/>
                  </a:cubicBezTo>
                  <a:cubicBezTo>
                    <a:pt x="263" y="1381"/>
                    <a:pt x="228" y="1370"/>
                    <a:pt x="197" y="1370"/>
                  </a:cubicBezTo>
                  <a:cubicBezTo>
                    <a:pt x="65" y="1370"/>
                    <a:pt x="0" y="1559"/>
                    <a:pt x="105" y="1663"/>
                  </a:cubicBezTo>
                  <a:cubicBezTo>
                    <a:pt x="687" y="2436"/>
                    <a:pt x="1461" y="3726"/>
                    <a:pt x="1719" y="5272"/>
                  </a:cubicBezTo>
                  <a:cubicBezTo>
                    <a:pt x="1719" y="5401"/>
                    <a:pt x="1848" y="5468"/>
                    <a:pt x="1976" y="5468"/>
                  </a:cubicBezTo>
                  <a:cubicBezTo>
                    <a:pt x="2257" y="5356"/>
                    <a:pt x="2793" y="5207"/>
                    <a:pt x="3452" y="5207"/>
                  </a:cubicBezTo>
                  <a:cubicBezTo>
                    <a:pt x="4309" y="5207"/>
                    <a:pt x="5375" y="5459"/>
                    <a:pt x="6359" y="6371"/>
                  </a:cubicBezTo>
                  <a:lnTo>
                    <a:pt x="6359" y="6304"/>
                  </a:lnTo>
                  <a:cubicBezTo>
                    <a:pt x="6359" y="7722"/>
                    <a:pt x="7519" y="8882"/>
                    <a:pt x="8999" y="8882"/>
                  </a:cubicBezTo>
                  <a:cubicBezTo>
                    <a:pt x="9840" y="8882"/>
                    <a:pt x="10613" y="8433"/>
                    <a:pt x="11129" y="7789"/>
                  </a:cubicBezTo>
                  <a:lnTo>
                    <a:pt x="11129" y="7789"/>
                  </a:lnTo>
                  <a:cubicBezTo>
                    <a:pt x="10804" y="7918"/>
                    <a:pt x="10417" y="7979"/>
                    <a:pt x="10031" y="7979"/>
                  </a:cubicBezTo>
                  <a:cubicBezTo>
                    <a:pt x="8613" y="7979"/>
                    <a:pt x="7452" y="6886"/>
                    <a:pt x="7452" y="5468"/>
                  </a:cubicBezTo>
                  <a:cubicBezTo>
                    <a:pt x="7391" y="5401"/>
                    <a:pt x="7391" y="5339"/>
                    <a:pt x="7452" y="5211"/>
                  </a:cubicBezTo>
                  <a:lnTo>
                    <a:pt x="7452" y="761"/>
                  </a:lnTo>
                  <a:lnTo>
                    <a:pt x="6679" y="54"/>
                  </a:lnTo>
                  <a:cubicBezTo>
                    <a:pt x="6641" y="17"/>
                    <a:pt x="6598" y="1"/>
                    <a:pt x="65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39"/>
            <p:cNvSpPr/>
            <p:nvPr/>
          </p:nvSpPr>
          <p:spPr>
            <a:xfrm>
              <a:off x="1185775" y="1492025"/>
              <a:ext cx="33800" cy="30700"/>
            </a:xfrm>
            <a:custGeom>
              <a:avLst/>
              <a:gdLst/>
              <a:ahLst/>
              <a:cxnLst/>
              <a:rect l="l" t="t" r="r" b="b"/>
              <a:pathLst>
                <a:path w="1352" h="1228" extrusionOk="0">
                  <a:moveTo>
                    <a:pt x="258" y="0"/>
                  </a:moveTo>
                  <a:cubicBezTo>
                    <a:pt x="62" y="0"/>
                    <a:pt x="1" y="67"/>
                    <a:pt x="1" y="258"/>
                  </a:cubicBezTo>
                  <a:lnTo>
                    <a:pt x="1" y="454"/>
                  </a:lnTo>
                  <a:cubicBezTo>
                    <a:pt x="1" y="903"/>
                    <a:pt x="258" y="1228"/>
                    <a:pt x="645" y="1228"/>
                  </a:cubicBezTo>
                  <a:cubicBezTo>
                    <a:pt x="1032" y="1228"/>
                    <a:pt x="1352" y="903"/>
                    <a:pt x="1352" y="454"/>
                  </a:cubicBezTo>
                  <a:lnTo>
                    <a:pt x="1352" y="258"/>
                  </a:lnTo>
                  <a:cubicBezTo>
                    <a:pt x="1352" y="67"/>
                    <a:pt x="1223" y="0"/>
                    <a:pt x="1094" y="0"/>
                  </a:cubicBezTo>
                  <a:cubicBezTo>
                    <a:pt x="965" y="0"/>
                    <a:pt x="836" y="67"/>
                    <a:pt x="836" y="258"/>
                  </a:cubicBezTo>
                  <a:lnTo>
                    <a:pt x="836" y="454"/>
                  </a:lnTo>
                  <a:cubicBezTo>
                    <a:pt x="836" y="583"/>
                    <a:pt x="774" y="712"/>
                    <a:pt x="645" y="712"/>
                  </a:cubicBezTo>
                  <a:cubicBezTo>
                    <a:pt x="578" y="712"/>
                    <a:pt x="516" y="583"/>
                    <a:pt x="516" y="454"/>
                  </a:cubicBezTo>
                  <a:lnTo>
                    <a:pt x="516" y="258"/>
                  </a:lnTo>
                  <a:cubicBezTo>
                    <a:pt x="516" y="67"/>
                    <a:pt x="387" y="0"/>
                    <a:pt x="2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39"/>
            <p:cNvSpPr/>
            <p:nvPr/>
          </p:nvSpPr>
          <p:spPr>
            <a:xfrm>
              <a:off x="1237350" y="1492025"/>
              <a:ext cx="35475" cy="30700"/>
            </a:xfrm>
            <a:custGeom>
              <a:avLst/>
              <a:gdLst/>
              <a:ahLst/>
              <a:cxnLst/>
              <a:rect l="l" t="t" r="r" b="b"/>
              <a:pathLst>
                <a:path w="1419" h="1228" extrusionOk="0">
                  <a:moveTo>
                    <a:pt x="258" y="0"/>
                  </a:moveTo>
                  <a:cubicBezTo>
                    <a:pt x="129" y="0"/>
                    <a:pt x="0" y="67"/>
                    <a:pt x="0" y="258"/>
                  </a:cubicBezTo>
                  <a:lnTo>
                    <a:pt x="0" y="454"/>
                  </a:lnTo>
                  <a:cubicBezTo>
                    <a:pt x="0" y="903"/>
                    <a:pt x="320" y="1228"/>
                    <a:pt x="707" y="1228"/>
                  </a:cubicBezTo>
                  <a:cubicBezTo>
                    <a:pt x="1093" y="1228"/>
                    <a:pt x="1418" y="903"/>
                    <a:pt x="1418" y="454"/>
                  </a:cubicBezTo>
                  <a:lnTo>
                    <a:pt x="1418" y="258"/>
                  </a:lnTo>
                  <a:cubicBezTo>
                    <a:pt x="1418" y="67"/>
                    <a:pt x="1289" y="0"/>
                    <a:pt x="1160" y="0"/>
                  </a:cubicBezTo>
                  <a:cubicBezTo>
                    <a:pt x="964" y="0"/>
                    <a:pt x="835" y="67"/>
                    <a:pt x="835" y="258"/>
                  </a:cubicBezTo>
                  <a:lnTo>
                    <a:pt x="835" y="454"/>
                  </a:lnTo>
                  <a:cubicBezTo>
                    <a:pt x="835" y="583"/>
                    <a:pt x="774" y="712"/>
                    <a:pt x="707" y="712"/>
                  </a:cubicBezTo>
                  <a:cubicBezTo>
                    <a:pt x="645" y="712"/>
                    <a:pt x="516" y="583"/>
                    <a:pt x="516" y="454"/>
                  </a:cubicBezTo>
                  <a:lnTo>
                    <a:pt x="516" y="258"/>
                  </a:lnTo>
                  <a:cubicBezTo>
                    <a:pt x="516" y="67"/>
                    <a:pt x="387" y="0"/>
                    <a:pt x="2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9" name="Google Shape;1749;p39"/>
          <p:cNvGrpSpPr/>
          <p:nvPr/>
        </p:nvGrpSpPr>
        <p:grpSpPr>
          <a:xfrm>
            <a:off x="5990288" y="3637526"/>
            <a:ext cx="341123" cy="366189"/>
            <a:chOff x="4733925" y="1980325"/>
            <a:chExt cx="415750" cy="446300"/>
          </a:xfrm>
        </p:grpSpPr>
        <p:sp>
          <p:nvSpPr>
            <p:cNvPr id="1750" name="Google Shape;1750;p39"/>
            <p:cNvSpPr/>
            <p:nvPr/>
          </p:nvSpPr>
          <p:spPr>
            <a:xfrm>
              <a:off x="4751600" y="2292650"/>
              <a:ext cx="88700" cy="43725"/>
            </a:xfrm>
            <a:custGeom>
              <a:avLst/>
              <a:gdLst/>
              <a:ahLst/>
              <a:cxnLst/>
              <a:rect l="l" t="t" r="r" b="b"/>
              <a:pathLst>
                <a:path w="3548" h="1749" extrusionOk="0">
                  <a:moveTo>
                    <a:pt x="2473" y="0"/>
                  </a:moveTo>
                  <a:cubicBezTo>
                    <a:pt x="2404" y="0"/>
                    <a:pt x="2333" y="4"/>
                    <a:pt x="2259" y="11"/>
                  </a:cubicBezTo>
                  <a:cubicBezTo>
                    <a:pt x="1676" y="11"/>
                    <a:pt x="841" y="269"/>
                    <a:pt x="67" y="1362"/>
                  </a:cubicBezTo>
                  <a:cubicBezTo>
                    <a:pt x="0" y="1491"/>
                    <a:pt x="0" y="1620"/>
                    <a:pt x="129" y="1749"/>
                  </a:cubicBezTo>
                  <a:lnTo>
                    <a:pt x="258" y="1749"/>
                  </a:lnTo>
                  <a:cubicBezTo>
                    <a:pt x="325" y="1749"/>
                    <a:pt x="454" y="1749"/>
                    <a:pt x="516" y="1687"/>
                  </a:cubicBezTo>
                  <a:cubicBezTo>
                    <a:pt x="1140" y="749"/>
                    <a:pt x="1822" y="522"/>
                    <a:pt x="2327" y="522"/>
                  </a:cubicBezTo>
                  <a:cubicBezTo>
                    <a:pt x="2761" y="522"/>
                    <a:pt x="3065" y="689"/>
                    <a:pt x="3094" y="718"/>
                  </a:cubicBezTo>
                  <a:cubicBezTo>
                    <a:pt x="3129" y="736"/>
                    <a:pt x="3164" y="744"/>
                    <a:pt x="3197" y="744"/>
                  </a:cubicBezTo>
                  <a:cubicBezTo>
                    <a:pt x="3288" y="744"/>
                    <a:pt x="3370" y="683"/>
                    <a:pt x="3419" y="589"/>
                  </a:cubicBezTo>
                  <a:cubicBezTo>
                    <a:pt x="3548" y="460"/>
                    <a:pt x="3481" y="331"/>
                    <a:pt x="3352" y="202"/>
                  </a:cubicBezTo>
                  <a:cubicBezTo>
                    <a:pt x="3352" y="202"/>
                    <a:pt x="3001" y="0"/>
                    <a:pt x="247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39"/>
            <p:cNvSpPr/>
            <p:nvPr/>
          </p:nvSpPr>
          <p:spPr>
            <a:xfrm>
              <a:off x="4733925" y="2217125"/>
              <a:ext cx="88600" cy="45150"/>
            </a:xfrm>
            <a:custGeom>
              <a:avLst/>
              <a:gdLst/>
              <a:ahLst/>
              <a:cxnLst/>
              <a:rect l="l" t="t" r="r" b="b"/>
              <a:pathLst>
                <a:path w="3544" h="1806" extrusionOk="0">
                  <a:moveTo>
                    <a:pt x="2321" y="0"/>
                  </a:moveTo>
                  <a:cubicBezTo>
                    <a:pt x="1739" y="0"/>
                    <a:pt x="903" y="258"/>
                    <a:pt x="130" y="1357"/>
                  </a:cubicBezTo>
                  <a:cubicBezTo>
                    <a:pt x="1" y="1485"/>
                    <a:pt x="63" y="1676"/>
                    <a:pt x="192" y="1743"/>
                  </a:cubicBezTo>
                  <a:cubicBezTo>
                    <a:pt x="192" y="1743"/>
                    <a:pt x="259" y="1805"/>
                    <a:pt x="321" y="1805"/>
                  </a:cubicBezTo>
                  <a:cubicBezTo>
                    <a:pt x="388" y="1805"/>
                    <a:pt x="516" y="1743"/>
                    <a:pt x="516" y="1676"/>
                  </a:cubicBezTo>
                  <a:cubicBezTo>
                    <a:pt x="1174" y="741"/>
                    <a:pt x="1871" y="514"/>
                    <a:pt x="2383" y="514"/>
                  </a:cubicBezTo>
                  <a:cubicBezTo>
                    <a:pt x="2823" y="514"/>
                    <a:pt x="3128" y="681"/>
                    <a:pt x="3157" y="712"/>
                  </a:cubicBezTo>
                  <a:cubicBezTo>
                    <a:pt x="3191" y="728"/>
                    <a:pt x="3225" y="736"/>
                    <a:pt x="3258" y="736"/>
                  </a:cubicBezTo>
                  <a:cubicBezTo>
                    <a:pt x="3350" y="736"/>
                    <a:pt x="3432" y="678"/>
                    <a:pt x="3481" y="583"/>
                  </a:cubicBezTo>
                  <a:cubicBezTo>
                    <a:pt x="3543" y="454"/>
                    <a:pt x="3543" y="325"/>
                    <a:pt x="3414" y="258"/>
                  </a:cubicBezTo>
                  <a:cubicBezTo>
                    <a:pt x="3352" y="258"/>
                    <a:pt x="2899" y="0"/>
                    <a:pt x="232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39"/>
            <p:cNvSpPr/>
            <p:nvPr/>
          </p:nvSpPr>
          <p:spPr>
            <a:xfrm>
              <a:off x="4758050" y="2137600"/>
              <a:ext cx="91925" cy="32875"/>
            </a:xfrm>
            <a:custGeom>
              <a:avLst/>
              <a:gdLst/>
              <a:ahLst/>
              <a:cxnLst/>
              <a:rect l="l" t="t" r="r" b="b"/>
              <a:pathLst>
                <a:path w="3677" h="1315" extrusionOk="0">
                  <a:moveTo>
                    <a:pt x="2165" y="0"/>
                  </a:moveTo>
                  <a:cubicBezTo>
                    <a:pt x="1611" y="0"/>
                    <a:pt x="891" y="152"/>
                    <a:pt x="129" y="861"/>
                  </a:cubicBezTo>
                  <a:cubicBezTo>
                    <a:pt x="0" y="990"/>
                    <a:pt x="0" y="1119"/>
                    <a:pt x="67" y="1248"/>
                  </a:cubicBezTo>
                  <a:cubicBezTo>
                    <a:pt x="129" y="1315"/>
                    <a:pt x="196" y="1315"/>
                    <a:pt x="258" y="1315"/>
                  </a:cubicBezTo>
                  <a:cubicBezTo>
                    <a:pt x="325" y="1315"/>
                    <a:pt x="387" y="1315"/>
                    <a:pt x="454" y="1248"/>
                  </a:cubicBezTo>
                  <a:cubicBezTo>
                    <a:pt x="1082" y="699"/>
                    <a:pt x="1647" y="532"/>
                    <a:pt x="2100" y="532"/>
                  </a:cubicBezTo>
                  <a:cubicBezTo>
                    <a:pt x="2762" y="532"/>
                    <a:pt x="3186" y="888"/>
                    <a:pt x="3223" y="928"/>
                  </a:cubicBezTo>
                  <a:cubicBezTo>
                    <a:pt x="3256" y="959"/>
                    <a:pt x="3321" y="975"/>
                    <a:pt x="3385" y="975"/>
                  </a:cubicBezTo>
                  <a:cubicBezTo>
                    <a:pt x="3450" y="975"/>
                    <a:pt x="3514" y="959"/>
                    <a:pt x="3548" y="928"/>
                  </a:cubicBezTo>
                  <a:cubicBezTo>
                    <a:pt x="3677" y="799"/>
                    <a:pt x="3677" y="603"/>
                    <a:pt x="3548" y="541"/>
                  </a:cubicBezTo>
                  <a:cubicBezTo>
                    <a:pt x="3548" y="541"/>
                    <a:pt x="3161" y="155"/>
                    <a:pt x="2578" y="26"/>
                  </a:cubicBezTo>
                  <a:cubicBezTo>
                    <a:pt x="2455" y="11"/>
                    <a:pt x="2316" y="0"/>
                    <a:pt x="21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39"/>
            <p:cNvSpPr/>
            <p:nvPr/>
          </p:nvSpPr>
          <p:spPr>
            <a:xfrm>
              <a:off x="5043300" y="2292650"/>
              <a:ext cx="88600" cy="43725"/>
            </a:xfrm>
            <a:custGeom>
              <a:avLst/>
              <a:gdLst/>
              <a:ahLst/>
              <a:cxnLst/>
              <a:rect l="l" t="t" r="r" b="b"/>
              <a:pathLst>
                <a:path w="3544" h="1749" extrusionOk="0">
                  <a:moveTo>
                    <a:pt x="1076" y="0"/>
                  </a:moveTo>
                  <a:cubicBezTo>
                    <a:pt x="547" y="0"/>
                    <a:pt x="192" y="202"/>
                    <a:pt x="192" y="202"/>
                  </a:cubicBezTo>
                  <a:cubicBezTo>
                    <a:pt x="63" y="331"/>
                    <a:pt x="1" y="460"/>
                    <a:pt x="63" y="589"/>
                  </a:cubicBezTo>
                  <a:cubicBezTo>
                    <a:pt x="157" y="683"/>
                    <a:pt x="251" y="744"/>
                    <a:pt x="345" y="744"/>
                  </a:cubicBezTo>
                  <a:cubicBezTo>
                    <a:pt x="380" y="744"/>
                    <a:pt x="415" y="736"/>
                    <a:pt x="450" y="718"/>
                  </a:cubicBezTo>
                  <a:cubicBezTo>
                    <a:pt x="450" y="656"/>
                    <a:pt x="774" y="527"/>
                    <a:pt x="1290" y="527"/>
                  </a:cubicBezTo>
                  <a:cubicBezTo>
                    <a:pt x="1935" y="527"/>
                    <a:pt x="2512" y="914"/>
                    <a:pt x="3028" y="1687"/>
                  </a:cubicBezTo>
                  <a:cubicBezTo>
                    <a:pt x="3095" y="1749"/>
                    <a:pt x="3157" y="1749"/>
                    <a:pt x="3285" y="1749"/>
                  </a:cubicBezTo>
                  <a:lnTo>
                    <a:pt x="3414" y="1749"/>
                  </a:lnTo>
                  <a:cubicBezTo>
                    <a:pt x="3543" y="1620"/>
                    <a:pt x="3543" y="1491"/>
                    <a:pt x="3481" y="1362"/>
                  </a:cubicBezTo>
                  <a:cubicBezTo>
                    <a:pt x="2708" y="269"/>
                    <a:pt x="1867" y="11"/>
                    <a:pt x="1290" y="11"/>
                  </a:cubicBezTo>
                  <a:cubicBezTo>
                    <a:pt x="1216" y="4"/>
                    <a:pt x="1144" y="0"/>
                    <a:pt x="107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39"/>
            <p:cNvSpPr/>
            <p:nvPr/>
          </p:nvSpPr>
          <p:spPr>
            <a:xfrm>
              <a:off x="5060975" y="2217125"/>
              <a:ext cx="88700" cy="45150"/>
            </a:xfrm>
            <a:custGeom>
              <a:avLst/>
              <a:gdLst/>
              <a:ahLst/>
              <a:cxnLst/>
              <a:rect l="l" t="t" r="r" b="b"/>
              <a:pathLst>
                <a:path w="3548" h="1806" extrusionOk="0">
                  <a:moveTo>
                    <a:pt x="1228" y="0"/>
                  </a:moveTo>
                  <a:cubicBezTo>
                    <a:pt x="583" y="0"/>
                    <a:pt x="196" y="258"/>
                    <a:pt x="129" y="258"/>
                  </a:cubicBezTo>
                  <a:cubicBezTo>
                    <a:pt x="0" y="325"/>
                    <a:pt x="0" y="454"/>
                    <a:pt x="67" y="583"/>
                  </a:cubicBezTo>
                  <a:cubicBezTo>
                    <a:pt x="113" y="678"/>
                    <a:pt x="194" y="736"/>
                    <a:pt x="285" y="736"/>
                  </a:cubicBezTo>
                  <a:cubicBezTo>
                    <a:pt x="318" y="736"/>
                    <a:pt x="353" y="728"/>
                    <a:pt x="387" y="712"/>
                  </a:cubicBezTo>
                  <a:cubicBezTo>
                    <a:pt x="387" y="712"/>
                    <a:pt x="774" y="516"/>
                    <a:pt x="1228" y="516"/>
                  </a:cubicBezTo>
                  <a:cubicBezTo>
                    <a:pt x="1872" y="583"/>
                    <a:pt x="2517" y="970"/>
                    <a:pt x="3032" y="1676"/>
                  </a:cubicBezTo>
                  <a:cubicBezTo>
                    <a:pt x="3032" y="1743"/>
                    <a:pt x="3161" y="1805"/>
                    <a:pt x="3223" y="1805"/>
                  </a:cubicBezTo>
                  <a:cubicBezTo>
                    <a:pt x="3290" y="1805"/>
                    <a:pt x="3352" y="1743"/>
                    <a:pt x="3352" y="1743"/>
                  </a:cubicBezTo>
                  <a:cubicBezTo>
                    <a:pt x="3481" y="1676"/>
                    <a:pt x="3548" y="1485"/>
                    <a:pt x="3419" y="1357"/>
                  </a:cubicBezTo>
                  <a:cubicBezTo>
                    <a:pt x="2645" y="258"/>
                    <a:pt x="1805" y="0"/>
                    <a:pt x="122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39"/>
            <p:cNvSpPr/>
            <p:nvPr/>
          </p:nvSpPr>
          <p:spPr>
            <a:xfrm>
              <a:off x="5033650" y="2137600"/>
              <a:ext cx="91800" cy="32875"/>
            </a:xfrm>
            <a:custGeom>
              <a:avLst/>
              <a:gdLst/>
              <a:ahLst/>
              <a:cxnLst/>
              <a:rect l="l" t="t" r="r" b="b"/>
              <a:pathLst>
                <a:path w="3672" h="1315" extrusionOk="0">
                  <a:moveTo>
                    <a:pt x="1509" y="0"/>
                  </a:moveTo>
                  <a:cubicBezTo>
                    <a:pt x="1358" y="0"/>
                    <a:pt x="1218" y="11"/>
                    <a:pt x="1093" y="26"/>
                  </a:cubicBezTo>
                  <a:cubicBezTo>
                    <a:pt x="516" y="155"/>
                    <a:pt x="129" y="541"/>
                    <a:pt x="129" y="541"/>
                  </a:cubicBezTo>
                  <a:cubicBezTo>
                    <a:pt x="0" y="603"/>
                    <a:pt x="0" y="799"/>
                    <a:pt x="62" y="928"/>
                  </a:cubicBezTo>
                  <a:cubicBezTo>
                    <a:pt x="127" y="959"/>
                    <a:pt x="208" y="975"/>
                    <a:pt x="281" y="975"/>
                  </a:cubicBezTo>
                  <a:cubicBezTo>
                    <a:pt x="353" y="975"/>
                    <a:pt x="418" y="959"/>
                    <a:pt x="449" y="928"/>
                  </a:cubicBezTo>
                  <a:cubicBezTo>
                    <a:pt x="449" y="928"/>
                    <a:pt x="774" y="670"/>
                    <a:pt x="1222" y="541"/>
                  </a:cubicBezTo>
                  <a:cubicBezTo>
                    <a:pt x="1331" y="520"/>
                    <a:pt x="1442" y="509"/>
                    <a:pt x="1554" y="509"/>
                  </a:cubicBezTo>
                  <a:cubicBezTo>
                    <a:pt x="2106" y="509"/>
                    <a:pt x="2687" y="768"/>
                    <a:pt x="3223" y="1248"/>
                  </a:cubicBezTo>
                  <a:cubicBezTo>
                    <a:pt x="3285" y="1315"/>
                    <a:pt x="3352" y="1315"/>
                    <a:pt x="3414" y="1315"/>
                  </a:cubicBezTo>
                  <a:cubicBezTo>
                    <a:pt x="3481" y="1315"/>
                    <a:pt x="3543" y="1315"/>
                    <a:pt x="3610" y="1248"/>
                  </a:cubicBezTo>
                  <a:cubicBezTo>
                    <a:pt x="3671" y="1119"/>
                    <a:pt x="3671" y="990"/>
                    <a:pt x="3543" y="861"/>
                  </a:cubicBezTo>
                  <a:cubicBezTo>
                    <a:pt x="2785" y="152"/>
                    <a:pt x="2065" y="0"/>
                    <a:pt x="15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39"/>
            <p:cNvSpPr/>
            <p:nvPr/>
          </p:nvSpPr>
          <p:spPr>
            <a:xfrm>
              <a:off x="4935275" y="1980325"/>
              <a:ext cx="12925" cy="130475"/>
            </a:xfrm>
            <a:custGeom>
              <a:avLst/>
              <a:gdLst/>
              <a:ahLst/>
              <a:cxnLst/>
              <a:rect l="l" t="t" r="r" b="b"/>
              <a:pathLst>
                <a:path w="517" h="5219" extrusionOk="0">
                  <a:moveTo>
                    <a:pt x="259" y="0"/>
                  </a:moveTo>
                  <a:cubicBezTo>
                    <a:pt x="130" y="0"/>
                    <a:pt x="1" y="129"/>
                    <a:pt x="1" y="258"/>
                  </a:cubicBezTo>
                  <a:lnTo>
                    <a:pt x="1" y="4961"/>
                  </a:lnTo>
                  <a:cubicBezTo>
                    <a:pt x="1" y="5157"/>
                    <a:pt x="130" y="5218"/>
                    <a:pt x="259" y="5218"/>
                  </a:cubicBezTo>
                  <a:cubicBezTo>
                    <a:pt x="388" y="5218"/>
                    <a:pt x="517" y="5157"/>
                    <a:pt x="517" y="4961"/>
                  </a:cubicBezTo>
                  <a:lnTo>
                    <a:pt x="517" y="258"/>
                  </a:lnTo>
                  <a:cubicBezTo>
                    <a:pt x="517" y="129"/>
                    <a:pt x="388" y="0"/>
                    <a:pt x="25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39"/>
            <p:cNvSpPr/>
            <p:nvPr/>
          </p:nvSpPr>
          <p:spPr>
            <a:xfrm>
              <a:off x="4808050" y="2104325"/>
              <a:ext cx="267500" cy="269175"/>
            </a:xfrm>
            <a:custGeom>
              <a:avLst/>
              <a:gdLst/>
              <a:ahLst/>
              <a:cxnLst/>
              <a:rect l="l" t="t" r="r" b="b"/>
              <a:pathLst>
                <a:path w="10700" h="10767" extrusionOk="0">
                  <a:moveTo>
                    <a:pt x="5348" y="1"/>
                  </a:moveTo>
                  <a:cubicBezTo>
                    <a:pt x="2383" y="1"/>
                    <a:pt x="1" y="2388"/>
                    <a:pt x="1" y="5353"/>
                  </a:cubicBezTo>
                  <a:cubicBezTo>
                    <a:pt x="1" y="8380"/>
                    <a:pt x="2383" y="10767"/>
                    <a:pt x="5348" y="10767"/>
                  </a:cubicBezTo>
                  <a:cubicBezTo>
                    <a:pt x="8313" y="10767"/>
                    <a:pt x="10700" y="8380"/>
                    <a:pt x="10700" y="5353"/>
                  </a:cubicBezTo>
                  <a:cubicBezTo>
                    <a:pt x="10700" y="2388"/>
                    <a:pt x="8313" y="1"/>
                    <a:pt x="5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39"/>
            <p:cNvSpPr/>
            <p:nvPr/>
          </p:nvSpPr>
          <p:spPr>
            <a:xfrm>
              <a:off x="4880500" y="2304125"/>
              <a:ext cx="122475" cy="122500"/>
            </a:xfrm>
            <a:custGeom>
              <a:avLst/>
              <a:gdLst/>
              <a:ahLst/>
              <a:cxnLst/>
              <a:rect l="l" t="t" r="r" b="b"/>
              <a:pathLst>
                <a:path w="4899" h="4900" extrusionOk="0">
                  <a:moveTo>
                    <a:pt x="2450" y="1"/>
                  </a:moveTo>
                  <a:cubicBezTo>
                    <a:pt x="1099" y="1"/>
                    <a:pt x="1" y="1099"/>
                    <a:pt x="1" y="2450"/>
                  </a:cubicBezTo>
                  <a:cubicBezTo>
                    <a:pt x="1" y="3806"/>
                    <a:pt x="1099" y="4899"/>
                    <a:pt x="2450" y="4899"/>
                  </a:cubicBezTo>
                  <a:cubicBezTo>
                    <a:pt x="3806" y="4899"/>
                    <a:pt x="4899" y="3806"/>
                    <a:pt x="4899" y="2450"/>
                  </a:cubicBezTo>
                  <a:cubicBezTo>
                    <a:pt x="4899" y="1099"/>
                    <a:pt x="3806" y="1"/>
                    <a:pt x="24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39"/>
            <p:cNvSpPr/>
            <p:nvPr/>
          </p:nvSpPr>
          <p:spPr>
            <a:xfrm>
              <a:off x="4898300" y="2349250"/>
              <a:ext cx="35475" cy="30700"/>
            </a:xfrm>
            <a:custGeom>
              <a:avLst/>
              <a:gdLst/>
              <a:ahLst/>
              <a:cxnLst/>
              <a:rect l="l" t="t" r="r" b="b"/>
              <a:pathLst>
                <a:path w="1419" h="1228" extrusionOk="0">
                  <a:moveTo>
                    <a:pt x="258" y="1"/>
                  </a:moveTo>
                  <a:cubicBezTo>
                    <a:pt x="129" y="1"/>
                    <a:pt x="0" y="129"/>
                    <a:pt x="0" y="258"/>
                  </a:cubicBezTo>
                  <a:lnTo>
                    <a:pt x="0" y="454"/>
                  </a:lnTo>
                  <a:cubicBezTo>
                    <a:pt x="0" y="903"/>
                    <a:pt x="320" y="1228"/>
                    <a:pt x="707" y="1228"/>
                  </a:cubicBezTo>
                  <a:cubicBezTo>
                    <a:pt x="1093" y="1228"/>
                    <a:pt x="1418" y="903"/>
                    <a:pt x="1418" y="454"/>
                  </a:cubicBezTo>
                  <a:lnTo>
                    <a:pt x="1418" y="258"/>
                  </a:lnTo>
                  <a:cubicBezTo>
                    <a:pt x="1418" y="129"/>
                    <a:pt x="1289" y="1"/>
                    <a:pt x="1093" y="1"/>
                  </a:cubicBezTo>
                  <a:cubicBezTo>
                    <a:pt x="964" y="1"/>
                    <a:pt x="835" y="129"/>
                    <a:pt x="835" y="258"/>
                  </a:cubicBezTo>
                  <a:lnTo>
                    <a:pt x="835" y="454"/>
                  </a:lnTo>
                  <a:cubicBezTo>
                    <a:pt x="835" y="645"/>
                    <a:pt x="774" y="712"/>
                    <a:pt x="707" y="712"/>
                  </a:cubicBezTo>
                  <a:cubicBezTo>
                    <a:pt x="578" y="712"/>
                    <a:pt x="516" y="645"/>
                    <a:pt x="516" y="454"/>
                  </a:cubicBezTo>
                  <a:lnTo>
                    <a:pt x="516" y="258"/>
                  </a:lnTo>
                  <a:cubicBezTo>
                    <a:pt x="516" y="129"/>
                    <a:pt x="387" y="1"/>
                    <a:pt x="2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39"/>
            <p:cNvSpPr/>
            <p:nvPr/>
          </p:nvSpPr>
          <p:spPr>
            <a:xfrm>
              <a:off x="4949850" y="2349250"/>
              <a:ext cx="35475" cy="30700"/>
            </a:xfrm>
            <a:custGeom>
              <a:avLst/>
              <a:gdLst/>
              <a:ahLst/>
              <a:cxnLst/>
              <a:rect l="l" t="t" r="r" b="b"/>
              <a:pathLst>
                <a:path w="1419" h="1228" extrusionOk="0">
                  <a:moveTo>
                    <a:pt x="320" y="1"/>
                  </a:moveTo>
                  <a:cubicBezTo>
                    <a:pt x="130" y="1"/>
                    <a:pt x="1" y="129"/>
                    <a:pt x="1" y="258"/>
                  </a:cubicBezTo>
                  <a:lnTo>
                    <a:pt x="1" y="454"/>
                  </a:lnTo>
                  <a:cubicBezTo>
                    <a:pt x="1" y="903"/>
                    <a:pt x="320" y="1228"/>
                    <a:pt x="707" y="1228"/>
                  </a:cubicBezTo>
                  <a:cubicBezTo>
                    <a:pt x="1094" y="1228"/>
                    <a:pt x="1419" y="903"/>
                    <a:pt x="1419" y="454"/>
                  </a:cubicBezTo>
                  <a:lnTo>
                    <a:pt x="1419" y="258"/>
                  </a:lnTo>
                  <a:cubicBezTo>
                    <a:pt x="1419" y="129"/>
                    <a:pt x="1290" y="1"/>
                    <a:pt x="1161" y="1"/>
                  </a:cubicBezTo>
                  <a:cubicBezTo>
                    <a:pt x="1032" y="1"/>
                    <a:pt x="903" y="129"/>
                    <a:pt x="903" y="258"/>
                  </a:cubicBezTo>
                  <a:lnTo>
                    <a:pt x="903" y="454"/>
                  </a:lnTo>
                  <a:cubicBezTo>
                    <a:pt x="903" y="645"/>
                    <a:pt x="774" y="712"/>
                    <a:pt x="707" y="712"/>
                  </a:cubicBezTo>
                  <a:cubicBezTo>
                    <a:pt x="645" y="712"/>
                    <a:pt x="578" y="645"/>
                    <a:pt x="578" y="454"/>
                  </a:cubicBezTo>
                  <a:lnTo>
                    <a:pt x="578" y="258"/>
                  </a:lnTo>
                  <a:cubicBezTo>
                    <a:pt x="578" y="129"/>
                    <a:pt x="449" y="1"/>
                    <a:pt x="3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61" name="Google Shape;1761;p39"/>
          <p:cNvSpPr/>
          <p:nvPr/>
        </p:nvSpPr>
        <p:spPr>
          <a:xfrm>
            <a:off x="2718563" y="3534388"/>
            <a:ext cx="420600" cy="420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62" name="Google Shape;1762;p39"/>
          <p:cNvGrpSpPr/>
          <p:nvPr/>
        </p:nvGrpSpPr>
        <p:grpSpPr>
          <a:xfrm>
            <a:off x="2818451" y="3626261"/>
            <a:ext cx="220680" cy="236896"/>
            <a:chOff x="4733925" y="1980325"/>
            <a:chExt cx="415750" cy="446300"/>
          </a:xfrm>
        </p:grpSpPr>
        <p:sp>
          <p:nvSpPr>
            <p:cNvPr id="1763" name="Google Shape;1763;p39"/>
            <p:cNvSpPr/>
            <p:nvPr/>
          </p:nvSpPr>
          <p:spPr>
            <a:xfrm>
              <a:off x="4751600" y="2292650"/>
              <a:ext cx="88700" cy="43725"/>
            </a:xfrm>
            <a:custGeom>
              <a:avLst/>
              <a:gdLst/>
              <a:ahLst/>
              <a:cxnLst/>
              <a:rect l="l" t="t" r="r" b="b"/>
              <a:pathLst>
                <a:path w="3548" h="1749" extrusionOk="0">
                  <a:moveTo>
                    <a:pt x="2473" y="0"/>
                  </a:moveTo>
                  <a:cubicBezTo>
                    <a:pt x="2404" y="0"/>
                    <a:pt x="2333" y="4"/>
                    <a:pt x="2259" y="11"/>
                  </a:cubicBezTo>
                  <a:cubicBezTo>
                    <a:pt x="1676" y="11"/>
                    <a:pt x="841" y="269"/>
                    <a:pt x="67" y="1362"/>
                  </a:cubicBezTo>
                  <a:cubicBezTo>
                    <a:pt x="0" y="1491"/>
                    <a:pt x="0" y="1620"/>
                    <a:pt x="129" y="1749"/>
                  </a:cubicBezTo>
                  <a:lnTo>
                    <a:pt x="258" y="1749"/>
                  </a:lnTo>
                  <a:cubicBezTo>
                    <a:pt x="325" y="1749"/>
                    <a:pt x="454" y="1749"/>
                    <a:pt x="516" y="1687"/>
                  </a:cubicBezTo>
                  <a:cubicBezTo>
                    <a:pt x="1140" y="749"/>
                    <a:pt x="1822" y="522"/>
                    <a:pt x="2327" y="522"/>
                  </a:cubicBezTo>
                  <a:cubicBezTo>
                    <a:pt x="2761" y="522"/>
                    <a:pt x="3065" y="689"/>
                    <a:pt x="3094" y="718"/>
                  </a:cubicBezTo>
                  <a:cubicBezTo>
                    <a:pt x="3129" y="736"/>
                    <a:pt x="3164" y="744"/>
                    <a:pt x="3197" y="744"/>
                  </a:cubicBezTo>
                  <a:cubicBezTo>
                    <a:pt x="3288" y="744"/>
                    <a:pt x="3370" y="683"/>
                    <a:pt x="3419" y="589"/>
                  </a:cubicBezTo>
                  <a:cubicBezTo>
                    <a:pt x="3548" y="460"/>
                    <a:pt x="3481" y="331"/>
                    <a:pt x="3352" y="202"/>
                  </a:cubicBezTo>
                  <a:cubicBezTo>
                    <a:pt x="3352" y="202"/>
                    <a:pt x="3001" y="0"/>
                    <a:pt x="247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39"/>
            <p:cNvSpPr/>
            <p:nvPr/>
          </p:nvSpPr>
          <p:spPr>
            <a:xfrm>
              <a:off x="4733925" y="2217125"/>
              <a:ext cx="88600" cy="45150"/>
            </a:xfrm>
            <a:custGeom>
              <a:avLst/>
              <a:gdLst/>
              <a:ahLst/>
              <a:cxnLst/>
              <a:rect l="l" t="t" r="r" b="b"/>
              <a:pathLst>
                <a:path w="3544" h="1806" extrusionOk="0">
                  <a:moveTo>
                    <a:pt x="2321" y="0"/>
                  </a:moveTo>
                  <a:cubicBezTo>
                    <a:pt x="1739" y="0"/>
                    <a:pt x="903" y="258"/>
                    <a:pt x="130" y="1357"/>
                  </a:cubicBezTo>
                  <a:cubicBezTo>
                    <a:pt x="1" y="1485"/>
                    <a:pt x="63" y="1676"/>
                    <a:pt x="192" y="1743"/>
                  </a:cubicBezTo>
                  <a:cubicBezTo>
                    <a:pt x="192" y="1743"/>
                    <a:pt x="259" y="1805"/>
                    <a:pt x="321" y="1805"/>
                  </a:cubicBezTo>
                  <a:cubicBezTo>
                    <a:pt x="388" y="1805"/>
                    <a:pt x="516" y="1743"/>
                    <a:pt x="516" y="1676"/>
                  </a:cubicBezTo>
                  <a:cubicBezTo>
                    <a:pt x="1174" y="741"/>
                    <a:pt x="1871" y="514"/>
                    <a:pt x="2383" y="514"/>
                  </a:cubicBezTo>
                  <a:cubicBezTo>
                    <a:pt x="2823" y="514"/>
                    <a:pt x="3128" y="681"/>
                    <a:pt x="3157" y="712"/>
                  </a:cubicBezTo>
                  <a:cubicBezTo>
                    <a:pt x="3191" y="728"/>
                    <a:pt x="3225" y="736"/>
                    <a:pt x="3258" y="736"/>
                  </a:cubicBezTo>
                  <a:cubicBezTo>
                    <a:pt x="3350" y="736"/>
                    <a:pt x="3432" y="678"/>
                    <a:pt x="3481" y="583"/>
                  </a:cubicBezTo>
                  <a:cubicBezTo>
                    <a:pt x="3543" y="454"/>
                    <a:pt x="3543" y="325"/>
                    <a:pt x="3414" y="258"/>
                  </a:cubicBezTo>
                  <a:cubicBezTo>
                    <a:pt x="3352" y="258"/>
                    <a:pt x="2899" y="0"/>
                    <a:pt x="232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39"/>
            <p:cNvSpPr/>
            <p:nvPr/>
          </p:nvSpPr>
          <p:spPr>
            <a:xfrm>
              <a:off x="4758050" y="2137600"/>
              <a:ext cx="91925" cy="32875"/>
            </a:xfrm>
            <a:custGeom>
              <a:avLst/>
              <a:gdLst/>
              <a:ahLst/>
              <a:cxnLst/>
              <a:rect l="l" t="t" r="r" b="b"/>
              <a:pathLst>
                <a:path w="3677" h="1315" extrusionOk="0">
                  <a:moveTo>
                    <a:pt x="2165" y="0"/>
                  </a:moveTo>
                  <a:cubicBezTo>
                    <a:pt x="1611" y="0"/>
                    <a:pt x="891" y="152"/>
                    <a:pt x="129" y="861"/>
                  </a:cubicBezTo>
                  <a:cubicBezTo>
                    <a:pt x="0" y="990"/>
                    <a:pt x="0" y="1119"/>
                    <a:pt x="67" y="1248"/>
                  </a:cubicBezTo>
                  <a:cubicBezTo>
                    <a:pt x="129" y="1315"/>
                    <a:pt x="196" y="1315"/>
                    <a:pt x="258" y="1315"/>
                  </a:cubicBezTo>
                  <a:cubicBezTo>
                    <a:pt x="325" y="1315"/>
                    <a:pt x="387" y="1315"/>
                    <a:pt x="454" y="1248"/>
                  </a:cubicBezTo>
                  <a:cubicBezTo>
                    <a:pt x="1082" y="699"/>
                    <a:pt x="1647" y="532"/>
                    <a:pt x="2100" y="532"/>
                  </a:cubicBezTo>
                  <a:cubicBezTo>
                    <a:pt x="2762" y="532"/>
                    <a:pt x="3186" y="888"/>
                    <a:pt x="3223" y="928"/>
                  </a:cubicBezTo>
                  <a:cubicBezTo>
                    <a:pt x="3256" y="959"/>
                    <a:pt x="3321" y="975"/>
                    <a:pt x="3385" y="975"/>
                  </a:cubicBezTo>
                  <a:cubicBezTo>
                    <a:pt x="3450" y="975"/>
                    <a:pt x="3514" y="959"/>
                    <a:pt x="3548" y="928"/>
                  </a:cubicBezTo>
                  <a:cubicBezTo>
                    <a:pt x="3677" y="799"/>
                    <a:pt x="3677" y="603"/>
                    <a:pt x="3548" y="541"/>
                  </a:cubicBezTo>
                  <a:cubicBezTo>
                    <a:pt x="3548" y="541"/>
                    <a:pt x="3161" y="155"/>
                    <a:pt x="2578" y="26"/>
                  </a:cubicBezTo>
                  <a:cubicBezTo>
                    <a:pt x="2455" y="11"/>
                    <a:pt x="2316" y="0"/>
                    <a:pt x="21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39"/>
            <p:cNvSpPr/>
            <p:nvPr/>
          </p:nvSpPr>
          <p:spPr>
            <a:xfrm>
              <a:off x="5043300" y="2292650"/>
              <a:ext cx="88600" cy="43725"/>
            </a:xfrm>
            <a:custGeom>
              <a:avLst/>
              <a:gdLst/>
              <a:ahLst/>
              <a:cxnLst/>
              <a:rect l="l" t="t" r="r" b="b"/>
              <a:pathLst>
                <a:path w="3544" h="1749" extrusionOk="0">
                  <a:moveTo>
                    <a:pt x="1076" y="0"/>
                  </a:moveTo>
                  <a:cubicBezTo>
                    <a:pt x="547" y="0"/>
                    <a:pt x="192" y="202"/>
                    <a:pt x="192" y="202"/>
                  </a:cubicBezTo>
                  <a:cubicBezTo>
                    <a:pt x="63" y="331"/>
                    <a:pt x="1" y="460"/>
                    <a:pt x="63" y="589"/>
                  </a:cubicBezTo>
                  <a:cubicBezTo>
                    <a:pt x="157" y="683"/>
                    <a:pt x="251" y="744"/>
                    <a:pt x="345" y="744"/>
                  </a:cubicBezTo>
                  <a:cubicBezTo>
                    <a:pt x="380" y="744"/>
                    <a:pt x="415" y="736"/>
                    <a:pt x="450" y="718"/>
                  </a:cubicBezTo>
                  <a:cubicBezTo>
                    <a:pt x="450" y="656"/>
                    <a:pt x="774" y="527"/>
                    <a:pt x="1290" y="527"/>
                  </a:cubicBezTo>
                  <a:cubicBezTo>
                    <a:pt x="1935" y="527"/>
                    <a:pt x="2512" y="914"/>
                    <a:pt x="3028" y="1687"/>
                  </a:cubicBezTo>
                  <a:cubicBezTo>
                    <a:pt x="3095" y="1749"/>
                    <a:pt x="3157" y="1749"/>
                    <a:pt x="3285" y="1749"/>
                  </a:cubicBezTo>
                  <a:lnTo>
                    <a:pt x="3414" y="1749"/>
                  </a:lnTo>
                  <a:cubicBezTo>
                    <a:pt x="3543" y="1620"/>
                    <a:pt x="3543" y="1491"/>
                    <a:pt x="3481" y="1362"/>
                  </a:cubicBezTo>
                  <a:cubicBezTo>
                    <a:pt x="2708" y="269"/>
                    <a:pt x="1867" y="11"/>
                    <a:pt x="1290" y="11"/>
                  </a:cubicBezTo>
                  <a:cubicBezTo>
                    <a:pt x="1216" y="4"/>
                    <a:pt x="1144" y="0"/>
                    <a:pt x="107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39"/>
            <p:cNvSpPr/>
            <p:nvPr/>
          </p:nvSpPr>
          <p:spPr>
            <a:xfrm>
              <a:off x="5060975" y="2217125"/>
              <a:ext cx="88700" cy="45150"/>
            </a:xfrm>
            <a:custGeom>
              <a:avLst/>
              <a:gdLst/>
              <a:ahLst/>
              <a:cxnLst/>
              <a:rect l="l" t="t" r="r" b="b"/>
              <a:pathLst>
                <a:path w="3548" h="1806" extrusionOk="0">
                  <a:moveTo>
                    <a:pt x="1228" y="0"/>
                  </a:moveTo>
                  <a:cubicBezTo>
                    <a:pt x="583" y="0"/>
                    <a:pt x="196" y="258"/>
                    <a:pt x="129" y="258"/>
                  </a:cubicBezTo>
                  <a:cubicBezTo>
                    <a:pt x="0" y="325"/>
                    <a:pt x="0" y="454"/>
                    <a:pt x="67" y="583"/>
                  </a:cubicBezTo>
                  <a:cubicBezTo>
                    <a:pt x="113" y="678"/>
                    <a:pt x="194" y="736"/>
                    <a:pt x="285" y="736"/>
                  </a:cubicBezTo>
                  <a:cubicBezTo>
                    <a:pt x="318" y="736"/>
                    <a:pt x="353" y="728"/>
                    <a:pt x="387" y="712"/>
                  </a:cubicBezTo>
                  <a:cubicBezTo>
                    <a:pt x="387" y="712"/>
                    <a:pt x="774" y="516"/>
                    <a:pt x="1228" y="516"/>
                  </a:cubicBezTo>
                  <a:cubicBezTo>
                    <a:pt x="1872" y="583"/>
                    <a:pt x="2517" y="970"/>
                    <a:pt x="3032" y="1676"/>
                  </a:cubicBezTo>
                  <a:cubicBezTo>
                    <a:pt x="3032" y="1743"/>
                    <a:pt x="3161" y="1805"/>
                    <a:pt x="3223" y="1805"/>
                  </a:cubicBezTo>
                  <a:cubicBezTo>
                    <a:pt x="3290" y="1805"/>
                    <a:pt x="3352" y="1743"/>
                    <a:pt x="3352" y="1743"/>
                  </a:cubicBezTo>
                  <a:cubicBezTo>
                    <a:pt x="3481" y="1676"/>
                    <a:pt x="3548" y="1485"/>
                    <a:pt x="3419" y="1357"/>
                  </a:cubicBezTo>
                  <a:cubicBezTo>
                    <a:pt x="2645" y="258"/>
                    <a:pt x="1805" y="0"/>
                    <a:pt x="122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39"/>
            <p:cNvSpPr/>
            <p:nvPr/>
          </p:nvSpPr>
          <p:spPr>
            <a:xfrm>
              <a:off x="5033650" y="2137600"/>
              <a:ext cx="91800" cy="32875"/>
            </a:xfrm>
            <a:custGeom>
              <a:avLst/>
              <a:gdLst/>
              <a:ahLst/>
              <a:cxnLst/>
              <a:rect l="l" t="t" r="r" b="b"/>
              <a:pathLst>
                <a:path w="3672" h="1315" extrusionOk="0">
                  <a:moveTo>
                    <a:pt x="1509" y="0"/>
                  </a:moveTo>
                  <a:cubicBezTo>
                    <a:pt x="1358" y="0"/>
                    <a:pt x="1218" y="11"/>
                    <a:pt x="1093" y="26"/>
                  </a:cubicBezTo>
                  <a:cubicBezTo>
                    <a:pt x="516" y="155"/>
                    <a:pt x="129" y="541"/>
                    <a:pt x="129" y="541"/>
                  </a:cubicBezTo>
                  <a:cubicBezTo>
                    <a:pt x="0" y="603"/>
                    <a:pt x="0" y="799"/>
                    <a:pt x="62" y="928"/>
                  </a:cubicBezTo>
                  <a:cubicBezTo>
                    <a:pt x="127" y="959"/>
                    <a:pt x="208" y="975"/>
                    <a:pt x="281" y="975"/>
                  </a:cubicBezTo>
                  <a:cubicBezTo>
                    <a:pt x="353" y="975"/>
                    <a:pt x="418" y="959"/>
                    <a:pt x="449" y="928"/>
                  </a:cubicBezTo>
                  <a:cubicBezTo>
                    <a:pt x="449" y="928"/>
                    <a:pt x="774" y="670"/>
                    <a:pt x="1222" y="541"/>
                  </a:cubicBezTo>
                  <a:cubicBezTo>
                    <a:pt x="1331" y="520"/>
                    <a:pt x="1442" y="509"/>
                    <a:pt x="1554" y="509"/>
                  </a:cubicBezTo>
                  <a:cubicBezTo>
                    <a:pt x="2106" y="509"/>
                    <a:pt x="2687" y="768"/>
                    <a:pt x="3223" y="1248"/>
                  </a:cubicBezTo>
                  <a:cubicBezTo>
                    <a:pt x="3285" y="1315"/>
                    <a:pt x="3352" y="1315"/>
                    <a:pt x="3414" y="1315"/>
                  </a:cubicBezTo>
                  <a:cubicBezTo>
                    <a:pt x="3481" y="1315"/>
                    <a:pt x="3543" y="1315"/>
                    <a:pt x="3610" y="1248"/>
                  </a:cubicBezTo>
                  <a:cubicBezTo>
                    <a:pt x="3671" y="1119"/>
                    <a:pt x="3671" y="990"/>
                    <a:pt x="3543" y="861"/>
                  </a:cubicBezTo>
                  <a:cubicBezTo>
                    <a:pt x="2785" y="152"/>
                    <a:pt x="2065" y="0"/>
                    <a:pt x="15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39"/>
            <p:cNvSpPr/>
            <p:nvPr/>
          </p:nvSpPr>
          <p:spPr>
            <a:xfrm>
              <a:off x="4935275" y="1980325"/>
              <a:ext cx="12925" cy="130475"/>
            </a:xfrm>
            <a:custGeom>
              <a:avLst/>
              <a:gdLst/>
              <a:ahLst/>
              <a:cxnLst/>
              <a:rect l="l" t="t" r="r" b="b"/>
              <a:pathLst>
                <a:path w="517" h="5219" extrusionOk="0">
                  <a:moveTo>
                    <a:pt x="259" y="0"/>
                  </a:moveTo>
                  <a:cubicBezTo>
                    <a:pt x="130" y="0"/>
                    <a:pt x="1" y="129"/>
                    <a:pt x="1" y="258"/>
                  </a:cubicBezTo>
                  <a:lnTo>
                    <a:pt x="1" y="4961"/>
                  </a:lnTo>
                  <a:cubicBezTo>
                    <a:pt x="1" y="5157"/>
                    <a:pt x="130" y="5218"/>
                    <a:pt x="259" y="5218"/>
                  </a:cubicBezTo>
                  <a:cubicBezTo>
                    <a:pt x="388" y="5218"/>
                    <a:pt x="517" y="5157"/>
                    <a:pt x="517" y="4961"/>
                  </a:cubicBezTo>
                  <a:lnTo>
                    <a:pt x="517" y="258"/>
                  </a:lnTo>
                  <a:cubicBezTo>
                    <a:pt x="517" y="129"/>
                    <a:pt x="388" y="0"/>
                    <a:pt x="25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39"/>
            <p:cNvSpPr/>
            <p:nvPr/>
          </p:nvSpPr>
          <p:spPr>
            <a:xfrm>
              <a:off x="4808050" y="2104325"/>
              <a:ext cx="267500" cy="269175"/>
            </a:xfrm>
            <a:custGeom>
              <a:avLst/>
              <a:gdLst/>
              <a:ahLst/>
              <a:cxnLst/>
              <a:rect l="l" t="t" r="r" b="b"/>
              <a:pathLst>
                <a:path w="10700" h="10767" extrusionOk="0">
                  <a:moveTo>
                    <a:pt x="5348" y="1"/>
                  </a:moveTo>
                  <a:cubicBezTo>
                    <a:pt x="2383" y="1"/>
                    <a:pt x="1" y="2388"/>
                    <a:pt x="1" y="5353"/>
                  </a:cubicBezTo>
                  <a:cubicBezTo>
                    <a:pt x="1" y="8380"/>
                    <a:pt x="2383" y="10767"/>
                    <a:pt x="5348" y="10767"/>
                  </a:cubicBezTo>
                  <a:cubicBezTo>
                    <a:pt x="8313" y="10767"/>
                    <a:pt x="10700" y="8380"/>
                    <a:pt x="10700" y="5353"/>
                  </a:cubicBezTo>
                  <a:cubicBezTo>
                    <a:pt x="10700" y="2388"/>
                    <a:pt x="8313" y="1"/>
                    <a:pt x="5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39"/>
            <p:cNvSpPr/>
            <p:nvPr/>
          </p:nvSpPr>
          <p:spPr>
            <a:xfrm>
              <a:off x="4880500" y="2304125"/>
              <a:ext cx="122475" cy="122500"/>
            </a:xfrm>
            <a:custGeom>
              <a:avLst/>
              <a:gdLst/>
              <a:ahLst/>
              <a:cxnLst/>
              <a:rect l="l" t="t" r="r" b="b"/>
              <a:pathLst>
                <a:path w="4899" h="4900" extrusionOk="0">
                  <a:moveTo>
                    <a:pt x="2450" y="1"/>
                  </a:moveTo>
                  <a:cubicBezTo>
                    <a:pt x="1099" y="1"/>
                    <a:pt x="1" y="1099"/>
                    <a:pt x="1" y="2450"/>
                  </a:cubicBezTo>
                  <a:cubicBezTo>
                    <a:pt x="1" y="3806"/>
                    <a:pt x="1099" y="4899"/>
                    <a:pt x="2450" y="4899"/>
                  </a:cubicBezTo>
                  <a:cubicBezTo>
                    <a:pt x="3806" y="4899"/>
                    <a:pt x="4899" y="3806"/>
                    <a:pt x="4899" y="2450"/>
                  </a:cubicBezTo>
                  <a:cubicBezTo>
                    <a:pt x="4899" y="1099"/>
                    <a:pt x="3806" y="1"/>
                    <a:pt x="24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39"/>
            <p:cNvSpPr/>
            <p:nvPr/>
          </p:nvSpPr>
          <p:spPr>
            <a:xfrm>
              <a:off x="4898300" y="2349250"/>
              <a:ext cx="35475" cy="30700"/>
            </a:xfrm>
            <a:custGeom>
              <a:avLst/>
              <a:gdLst/>
              <a:ahLst/>
              <a:cxnLst/>
              <a:rect l="l" t="t" r="r" b="b"/>
              <a:pathLst>
                <a:path w="1419" h="1228" extrusionOk="0">
                  <a:moveTo>
                    <a:pt x="258" y="1"/>
                  </a:moveTo>
                  <a:cubicBezTo>
                    <a:pt x="129" y="1"/>
                    <a:pt x="0" y="129"/>
                    <a:pt x="0" y="258"/>
                  </a:cubicBezTo>
                  <a:lnTo>
                    <a:pt x="0" y="454"/>
                  </a:lnTo>
                  <a:cubicBezTo>
                    <a:pt x="0" y="903"/>
                    <a:pt x="320" y="1228"/>
                    <a:pt x="707" y="1228"/>
                  </a:cubicBezTo>
                  <a:cubicBezTo>
                    <a:pt x="1093" y="1228"/>
                    <a:pt x="1418" y="903"/>
                    <a:pt x="1418" y="454"/>
                  </a:cubicBezTo>
                  <a:lnTo>
                    <a:pt x="1418" y="258"/>
                  </a:lnTo>
                  <a:cubicBezTo>
                    <a:pt x="1418" y="129"/>
                    <a:pt x="1289" y="1"/>
                    <a:pt x="1093" y="1"/>
                  </a:cubicBezTo>
                  <a:cubicBezTo>
                    <a:pt x="964" y="1"/>
                    <a:pt x="835" y="129"/>
                    <a:pt x="835" y="258"/>
                  </a:cubicBezTo>
                  <a:lnTo>
                    <a:pt x="835" y="454"/>
                  </a:lnTo>
                  <a:cubicBezTo>
                    <a:pt x="835" y="645"/>
                    <a:pt x="774" y="712"/>
                    <a:pt x="707" y="712"/>
                  </a:cubicBezTo>
                  <a:cubicBezTo>
                    <a:pt x="578" y="712"/>
                    <a:pt x="516" y="645"/>
                    <a:pt x="516" y="454"/>
                  </a:cubicBezTo>
                  <a:lnTo>
                    <a:pt x="516" y="258"/>
                  </a:lnTo>
                  <a:cubicBezTo>
                    <a:pt x="516" y="129"/>
                    <a:pt x="387" y="1"/>
                    <a:pt x="2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39"/>
            <p:cNvSpPr/>
            <p:nvPr/>
          </p:nvSpPr>
          <p:spPr>
            <a:xfrm>
              <a:off x="4949850" y="2349250"/>
              <a:ext cx="35475" cy="30700"/>
            </a:xfrm>
            <a:custGeom>
              <a:avLst/>
              <a:gdLst/>
              <a:ahLst/>
              <a:cxnLst/>
              <a:rect l="l" t="t" r="r" b="b"/>
              <a:pathLst>
                <a:path w="1419" h="1228" extrusionOk="0">
                  <a:moveTo>
                    <a:pt x="320" y="1"/>
                  </a:moveTo>
                  <a:cubicBezTo>
                    <a:pt x="130" y="1"/>
                    <a:pt x="1" y="129"/>
                    <a:pt x="1" y="258"/>
                  </a:cubicBezTo>
                  <a:lnTo>
                    <a:pt x="1" y="454"/>
                  </a:lnTo>
                  <a:cubicBezTo>
                    <a:pt x="1" y="903"/>
                    <a:pt x="320" y="1228"/>
                    <a:pt x="707" y="1228"/>
                  </a:cubicBezTo>
                  <a:cubicBezTo>
                    <a:pt x="1094" y="1228"/>
                    <a:pt x="1419" y="903"/>
                    <a:pt x="1419" y="454"/>
                  </a:cubicBezTo>
                  <a:lnTo>
                    <a:pt x="1419" y="258"/>
                  </a:lnTo>
                  <a:cubicBezTo>
                    <a:pt x="1419" y="129"/>
                    <a:pt x="1290" y="1"/>
                    <a:pt x="1161" y="1"/>
                  </a:cubicBezTo>
                  <a:cubicBezTo>
                    <a:pt x="1032" y="1"/>
                    <a:pt x="903" y="129"/>
                    <a:pt x="903" y="258"/>
                  </a:cubicBezTo>
                  <a:lnTo>
                    <a:pt x="903" y="454"/>
                  </a:lnTo>
                  <a:cubicBezTo>
                    <a:pt x="903" y="645"/>
                    <a:pt x="774" y="712"/>
                    <a:pt x="707" y="712"/>
                  </a:cubicBezTo>
                  <a:cubicBezTo>
                    <a:pt x="645" y="712"/>
                    <a:pt x="578" y="645"/>
                    <a:pt x="578" y="454"/>
                  </a:cubicBezTo>
                  <a:lnTo>
                    <a:pt x="578" y="258"/>
                  </a:lnTo>
                  <a:cubicBezTo>
                    <a:pt x="578" y="129"/>
                    <a:pt x="449" y="1"/>
                    <a:pt x="3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4" name="Google Shape;1774;p39"/>
          <p:cNvGrpSpPr/>
          <p:nvPr/>
        </p:nvGrpSpPr>
        <p:grpSpPr>
          <a:xfrm rot="1558694">
            <a:off x="754808" y="3891169"/>
            <a:ext cx="1601398" cy="717422"/>
            <a:chOff x="1824897" y="942802"/>
            <a:chExt cx="2119856" cy="949690"/>
          </a:xfrm>
        </p:grpSpPr>
        <p:sp>
          <p:nvSpPr>
            <p:cNvPr id="1775" name="Google Shape;1775;p39"/>
            <p:cNvSpPr/>
            <p:nvPr/>
          </p:nvSpPr>
          <p:spPr>
            <a:xfrm rot="-711411">
              <a:off x="1858417" y="1147940"/>
              <a:ext cx="2052817" cy="539414"/>
            </a:xfrm>
            <a:custGeom>
              <a:avLst/>
              <a:gdLst/>
              <a:ahLst/>
              <a:cxnLst/>
              <a:rect l="l" t="t" r="r" b="b"/>
              <a:pathLst>
                <a:path w="35421" h="9308" extrusionOk="0">
                  <a:moveTo>
                    <a:pt x="28528" y="0"/>
                  </a:moveTo>
                  <a:cubicBezTo>
                    <a:pt x="26812" y="0"/>
                    <a:pt x="24725" y="270"/>
                    <a:pt x="22212" y="992"/>
                  </a:cubicBezTo>
                  <a:cubicBezTo>
                    <a:pt x="22212" y="992"/>
                    <a:pt x="21798" y="2899"/>
                    <a:pt x="19759" y="3989"/>
                  </a:cubicBezTo>
                  <a:lnTo>
                    <a:pt x="19759" y="3586"/>
                  </a:lnTo>
                  <a:cubicBezTo>
                    <a:pt x="19618" y="3313"/>
                    <a:pt x="19890" y="3172"/>
                    <a:pt x="19890" y="3172"/>
                  </a:cubicBezTo>
                  <a:cubicBezTo>
                    <a:pt x="19215" y="3172"/>
                    <a:pt x="18942" y="3717"/>
                    <a:pt x="18800" y="3989"/>
                  </a:cubicBezTo>
                  <a:cubicBezTo>
                    <a:pt x="18255" y="3858"/>
                    <a:pt x="17711" y="3858"/>
                    <a:pt x="17711" y="3858"/>
                  </a:cubicBezTo>
                  <a:cubicBezTo>
                    <a:pt x="17711" y="3858"/>
                    <a:pt x="17166" y="3858"/>
                    <a:pt x="16621" y="4131"/>
                  </a:cubicBezTo>
                  <a:cubicBezTo>
                    <a:pt x="16508" y="3896"/>
                    <a:pt x="16186" y="3557"/>
                    <a:pt x="15668" y="3557"/>
                  </a:cubicBezTo>
                  <a:cubicBezTo>
                    <a:pt x="15584" y="3557"/>
                    <a:pt x="15494" y="3566"/>
                    <a:pt x="15400" y="3586"/>
                  </a:cubicBezTo>
                  <a:cubicBezTo>
                    <a:pt x="15400" y="3586"/>
                    <a:pt x="15672" y="3717"/>
                    <a:pt x="15672" y="3989"/>
                  </a:cubicBezTo>
                  <a:lnTo>
                    <a:pt x="15672" y="4403"/>
                  </a:lnTo>
                  <a:cubicBezTo>
                    <a:pt x="13493" y="3717"/>
                    <a:pt x="12806" y="1809"/>
                    <a:pt x="12806" y="1809"/>
                  </a:cubicBezTo>
                  <a:cubicBezTo>
                    <a:pt x="11979" y="1745"/>
                    <a:pt x="11203" y="1715"/>
                    <a:pt x="10475" y="1715"/>
                  </a:cubicBezTo>
                  <a:cubicBezTo>
                    <a:pt x="1970" y="1715"/>
                    <a:pt x="0" y="5766"/>
                    <a:pt x="0" y="5766"/>
                  </a:cubicBezTo>
                  <a:cubicBezTo>
                    <a:pt x="1059" y="5253"/>
                    <a:pt x="1869" y="5057"/>
                    <a:pt x="2488" y="5057"/>
                  </a:cubicBezTo>
                  <a:cubicBezTo>
                    <a:pt x="4501" y="5057"/>
                    <a:pt x="4501" y="7128"/>
                    <a:pt x="4501" y="7128"/>
                  </a:cubicBezTo>
                  <a:cubicBezTo>
                    <a:pt x="5476" y="6188"/>
                    <a:pt x="6288" y="5843"/>
                    <a:pt x="6954" y="5843"/>
                  </a:cubicBezTo>
                  <a:cubicBezTo>
                    <a:pt x="8801" y="5843"/>
                    <a:pt x="9536" y="8490"/>
                    <a:pt x="9536" y="8490"/>
                  </a:cubicBezTo>
                  <a:cubicBezTo>
                    <a:pt x="10181" y="7733"/>
                    <a:pt x="10752" y="7460"/>
                    <a:pt x="11240" y="7460"/>
                  </a:cubicBezTo>
                  <a:cubicBezTo>
                    <a:pt x="12510" y="7460"/>
                    <a:pt x="13220" y="9308"/>
                    <a:pt x="13220" y="9308"/>
                  </a:cubicBezTo>
                  <a:cubicBezTo>
                    <a:pt x="13524" y="8648"/>
                    <a:pt x="13920" y="8441"/>
                    <a:pt x="14299" y="8441"/>
                  </a:cubicBezTo>
                  <a:cubicBezTo>
                    <a:pt x="14941" y="8441"/>
                    <a:pt x="15531" y="9035"/>
                    <a:pt x="15531" y="9035"/>
                  </a:cubicBezTo>
                  <a:cubicBezTo>
                    <a:pt x="15400" y="8218"/>
                    <a:pt x="15803" y="7673"/>
                    <a:pt x="16076" y="7128"/>
                  </a:cubicBezTo>
                  <a:cubicBezTo>
                    <a:pt x="16348" y="7673"/>
                    <a:pt x="17307" y="8218"/>
                    <a:pt x="18125" y="8218"/>
                  </a:cubicBezTo>
                  <a:cubicBezTo>
                    <a:pt x="18942" y="8076"/>
                    <a:pt x="19759" y="7400"/>
                    <a:pt x="19890" y="6855"/>
                  </a:cubicBezTo>
                  <a:cubicBezTo>
                    <a:pt x="20304" y="7259"/>
                    <a:pt x="20708" y="7804"/>
                    <a:pt x="20708" y="8621"/>
                  </a:cubicBezTo>
                  <a:cubicBezTo>
                    <a:pt x="20708" y="8621"/>
                    <a:pt x="21311" y="7686"/>
                    <a:pt x="22092" y="7686"/>
                  </a:cubicBezTo>
                  <a:cubicBezTo>
                    <a:pt x="22427" y="7686"/>
                    <a:pt x="22794" y="7858"/>
                    <a:pt x="23160" y="8349"/>
                  </a:cubicBezTo>
                  <a:cubicBezTo>
                    <a:pt x="23160" y="8349"/>
                    <a:pt x="23480" y="6106"/>
                    <a:pt x="24922" y="6106"/>
                  </a:cubicBezTo>
                  <a:cubicBezTo>
                    <a:pt x="25360" y="6106"/>
                    <a:pt x="25902" y="6314"/>
                    <a:pt x="26571" y="6855"/>
                  </a:cubicBezTo>
                  <a:cubicBezTo>
                    <a:pt x="26571" y="6855"/>
                    <a:pt x="26821" y="3727"/>
                    <a:pt x="28992" y="3727"/>
                  </a:cubicBezTo>
                  <a:cubicBezTo>
                    <a:pt x="29578" y="3727"/>
                    <a:pt x="30304" y="3955"/>
                    <a:pt x="31203" y="4534"/>
                  </a:cubicBezTo>
                  <a:cubicBezTo>
                    <a:pt x="31203" y="4534"/>
                    <a:pt x="30710" y="2090"/>
                    <a:pt x="33548" y="2090"/>
                  </a:cubicBezTo>
                  <a:cubicBezTo>
                    <a:pt x="34058" y="2090"/>
                    <a:pt x="34675" y="2169"/>
                    <a:pt x="35421" y="2354"/>
                  </a:cubicBezTo>
                  <a:cubicBezTo>
                    <a:pt x="35421" y="2354"/>
                    <a:pt x="33596" y="0"/>
                    <a:pt x="285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76" name="Google Shape;1776;p39"/>
            <p:cNvGrpSpPr/>
            <p:nvPr/>
          </p:nvGrpSpPr>
          <p:grpSpPr>
            <a:xfrm rot="-366842">
              <a:off x="2847196" y="1404846"/>
              <a:ext cx="110967" cy="60586"/>
              <a:chOff x="3467344" y="1694749"/>
              <a:chExt cx="114969" cy="62784"/>
            </a:xfrm>
          </p:grpSpPr>
          <p:sp>
            <p:nvSpPr>
              <p:cNvPr id="1777" name="Google Shape;1777;p39"/>
              <p:cNvSpPr/>
              <p:nvPr/>
            </p:nvSpPr>
            <p:spPr>
              <a:xfrm>
                <a:off x="3545727" y="1694749"/>
                <a:ext cx="36586" cy="56634"/>
              </a:xfrm>
              <a:custGeom>
                <a:avLst/>
                <a:gdLst/>
                <a:ahLst/>
                <a:cxnLst/>
                <a:rect l="l" t="t" r="r" b="b"/>
                <a:pathLst>
                  <a:path w="1053" h="1630" extrusionOk="0">
                    <a:moveTo>
                      <a:pt x="828" y="1"/>
                    </a:moveTo>
                    <a:cubicBezTo>
                      <a:pt x="627" y="552"/>
                      <a:pt x="76" y="853"/>
                      <a:pt x="76" y="853"/>
                    </a:cubicBezTo>
                    <a:cubicBezTo>
                      <a:pt x="51" y="1103"/>
                      <a:pt x="25" y="1379"/>
                      <a:pt x="0" y="1630"/>
                    </a:cubicBezTo>
                    <a:cubicBezTo>
                      <a:pt x="1053" y="1304"/>
                      <a:pt x="828" y="1"/>
                      <a:pt x="8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39"/>
              <p:cNvSpPr/>
              <p:nvPr/>
            </p:nvSpPr>
            <p:spPr>
              <a:xfrm>
                <a:off x="3467344" y="1713928"/>
                <a:ext cx="46211" cy="43605"/>
              </a:xfrm>
              <a:custGeom>
                <a:avLst/>
                <a:gdLst/>
                <a:ahLst/>
                <a:cxnLst/>
                <a:rect l="l" t="t" r="r" b="b"/>
                <a:pathLst>
                  <a:path w="1330" h="1255" extrusionOk="0">
                    <a:moveTo>
                      <a:pt x="1" y="0"/>
                    </a:moveTo>
                    <a:lnTo>
                      <a:pt x="1" y="0"/>
                    </a:lnTo>
                    <a:cubicBezTo>
                      <a:pt x="1" y="0"/>
                      <a:pt x="218" y="1255"/>
                      <a:pt x="1268" y="1255"/>
                    </a:cubicBezTo>
                    <a:cubicBezTo>
                      <a:pt x="1288" y="1255"/>
                      <a:pt x="1308" y="1254"/>
                      <a:pt x="1329" y="1253"/>
                    </a:cubicBezTo>
                    <a:cubicBezTo>
                      <a:pt x="1204" y="1003"/>
                      <a:pt x="1104" y="777"/>
                      <a:pt x="978" y="526"/>
                    </a:cubicBezTo>
                    <a:cubicBezTo>
                      <a:pt x="978" y="526"/>
                      <a:pt x="377" y="45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779" name="Google Shape;1779;p39"/>
          <p:cNvSpPr/>
          <p:nvPr/>
        </p:nvSpPr>
        <p:spPr>
          <a:xfrm rot="-917449" flipH="1">
            <a:off x="4032976" y="1372082"/>
            <a:ext cx="1078029" cy="507484"/>
          </a:xfrm>
          <a:custGeom>
            <a:avLst/>
            <a:gdLst/>
            <a:ahLst/>
            <a:cxnLst/>
            <a:rect l="l" t="t" r="r" b="b"/>
            <a:pathLst>
              <a:path w="20839" h="9810" extrusionOk="0">
                <a:moveTo>
                  <a:pt x="12937" y="4905"/>
                </a:moveTo>
                <a:lnTo>
                  <a:pt x="12937" y="4905"/>
                </a:lnTo>
                <a:cubicBezTo>
                  <a:pt x="12937" y="4924"/>
                  <a:pt x="12944" y="4944"/>
                  <a:pt x="12957" y="4967"/>
                </a:cubicBezTo>
                <a:lnTo>
                  <a:pt x="12957" y="4967"/>
                </a:lnTo>
                <a:cubicBezTo>
                  <a:pt x="12951" y="4946"/>
                  <a:pt x="12944" y="4925"/>
                  <a:pt x="12937" y="4905"/>
                </a:cubicBezTo>
                <a:close/>
                <a:moveTo>
                  <a:pt x="20839" y="1"/>
                </a:moveTo>
                <a:lnTo>
                  <a:pt x="19346" y="3815"/>
                </a:lnTo>
                <a:cubicBezTo>
                  <a:pt x="19346" y="3815"/>
                  <a:pt x="18256" y="4633"/>
                  <a:pt x="17842" y="5047"/>
                </a:cubicBezTo>
                <a:cubicBezTo>
                  <a:pt x="17569" y="5319"/>
                  <a:pt x="16348" y="5723"/>
                  <a:pt x="15662" y="5995"/>
                </a:cubicBezTo>
                <a:cubicBezTo>
                  <a:pt x="15531" y="5995"/>
                  <a:pt x="15531" y="5864"/>
                  <a:pt x="15531" y="5864"/>
                </a:cubicBezTo>
                <a:lnTo>
                  <a:pt x="15531" y="5592"/>
                </a:lnTo>
                <a:cubicBezTo>
                  <a:pt x="15531" y="5178"/>
                  <a:pt x="15531" y="4502"/>
                  <a:pt x="15117" y="4088"/>
                </a:cubicBezTo>
                <a:lnTo>
                  <a:pt x="15117" y="4088"/>
                </a:lnTo>
                <a:cubicBezTo>
                  <a:pt x="15259" y="4230"/>
                  <a:pt x="14986" y="4905"/>
                  <a:pt x="14986" y="5047"/>
                </a:cubicBezTo>
                <a:cubicBezTo>
                  <a:pt x="14986" y="5178"/>
                  <a:pt x="14844" y="5178"/>
                  <a:pt x="14844" y="5319"/>
                </a:cubicBezTo>
                <a:cubicBezTo>
                  <a:pt x="14765" y="5291"/>
                  <a:pt x="14691" y="5280"/>
                  <a:pt x="14620" y="5280"/>
                </a:cubicBezTo>
                <a:cubicBezTo>
                  <a:pt x="14329" y="5280"/>
                  <a:pt x="14087" y="5478"/>
                  <a:pt x="13755" y="5592"/>
                </a:cubicBezTo>
                <a:lnTo>
                  <a:pt x="13755" y="5723"/>
                </a:lnTo>
                <a:cubicBezTo>
                  <a:pt x="13624" y="5592"/>
                  <a:pt x="13482" y="5450"/>
                  <a:pt x="13482" y="5319"/>
                </a:cubicBezTo>
                <a:cubicBezTo>
                  <a:pt x="13368" y="5319"/>
                  <a:pt x="13041" y="5114"/>
                  <a:pt x="12957" y="4967"/>
                </a:cubicBezTo>
                <a:lnTo>
                  <a:pt x="12957" y="4967"/>
                </a:lnTo>
                <a:cubicBezTo>
                  <a:pt x="13079" y="5372"/>
                  <a:pt x="13079" y="5884"/>
                  <a:pt x="13079" y="6268"/>
                </a:cubicBezTo>
                <a:lnTo>
                  <a:pt x="13210" y="6268"/>
                </a:lnTo>
                <a:cubicBezTo>
                  <a:pt x="12937" y="6540"/>
                  <a:pt x="12806" y="6682"/>
                  <a:pt x="12665" y="6954"/>
                </a:cubicBezTo>
                <a:cubicBezTo>
                  <a:pt x="12537" y="6985"/>
                  <a:pt x="12388" y="7001"/>
                  <a:pt x="12221" y="7001"/>
                </a:cubicBezTo>
                <a:cubicBezTo>
                  <a:pt x="11675" y="7001"/>
                  <a:pt x="10947" y="6827"/>
                  <a:pt x="10212" y="6409"/>
                </a:cubicBezTo>
                <a:cubicBezTo>
                  <a:pt x="8578" y="5319"/>
                  <a:pt x="8305" y="4774"/>
                  <a:pt x="8305" y="4774"/>
                </a:cubicBezTo>
                <a:cubicBezTo>
                  <a:pt x="8305" y="4774"/>
                  <a:pt x="7760" y="4774"/>
                  <a:pt x="6943" y="4360"/>
                </a:cubicBezTo>
                <a:cubicBezTo>
                  <a:pt x="6125" y="3815"/>
                  <a:pt x="3673" y="2453"/>
                  <a:pt x="3673" y="2453"/>
                </a:cubicBezTo>
                <a:cubicBezTo>
                  <a:pt x="3673" y="2453"/>
                  <a:pt x="2672" y="2167"/>
                  <a:pt x="1809" y="2167"/>
                </a:cubicBezTo>
                <a:cubicBezTo>
                  <a:pt x="1481" y="2167"/>
                  <a:pt x="1174" y="2208"/>
                  <a:pt x="949" y="2322"/>
                </a:cubicBezTo>
                <a:cubicBezTo>
                  <a:pt x="0" y="2725"/>
                  <a:pt x="0" y="2998"/>
                  <a:pt x="0" y="2998"/>
                </a:cubicBezTo>
                <a:cubicBezTo>
                  <a:pt x="0" y="2998"/>
                  <a:pt x="273" y="2862"/>
                  <a:pt x="630" y="2862"/>
                </a:cubicBezTo>
                <a:cubicBezTo>
                  <a:pt x="987" y="2862"/>
                  <a:pt x="1428" y="2998"/>
                  <a:pt x="1766" y="3543"/>
                </a:cubicBezTo>
                <a:cubicBezTo>
                  <a:pt x="2453" y="4774"/>
                  <a:pt x="2725" y="6137"/>
                  <a:pt x="2725" y="6137"/>
                </a:cubicBezTo>
                <a:cubicBezTo>
                  <a:pt x="2725" y="6137"/>
                  <a:pt x="3542" y="6137"/>
                  <a:pt x="4632" y="7085"/>
                </a:cubicBezTo>
                <a:cubicBezTo>
                  <a:pt x="5581" y="8175"/>
                  <a:pt x="5722" y="8720"/>
                  <a:pt x="5722" y="8720"/>
                </a:cubicBezTo>
                <a:cubicBezTo>
                  <a:pt x="5722" y="8720"/>
                  <a:pt x="5891" y="8699"/>
                  <a:pt x="6179" y="8699"/>
                </a:cubicBezTo>
                <a:cubicBezTo>
                  <a:pt x="6622" y="8699"/>
                  <a:pt x="7348" y="8748"/>
                  <a:pt x="8174" y="8992"/>
                </a:cubicBezTo>
                <a:cubicBezTo>
                  <a:pt x="9537" y="9406"/>
                  <a:pt x="9668" y="9810"/>
                  <a:pt x="9668" y="9810"/>
                </a:cubicBezTo>
                <a:cubicBezTo>
                  <a:pt x="9668" y="9810"/>
                  <a:pt x="10485" y="9406"/>
                  <a:pt x="11575" y="8992"/>
                </a:cubicBezTo>
                <a:cubicBezTo>
                  <a:pt x="11847" y="8861"/>
                  <a:pt x="12261" y="8720"/>
                  <a:pt x="12534" y="8589"/>
                </a:cubicBezTo>
                <a:cubicBezTo>
                  <a:pt x="12665" y="8720"/>
                  <a:pt x="12806" y="8720"/>
                  <a:pt x="12806" y="8720"/>
                </a:cubicBezTo>
                <a:cubicBezTo>
                  <a:pt x="13008" y="8791"/>
                  <a:pt x="13177" y="8826"/>
                  <a:pt x="13347" y="8826"/>
                </a:cubicBezTo>
                <a:cubicBezTo>
                  <a:pt x="13518" y="8826"/>
                  <a:pt x="13689" y="8791"/>
                  <a:pt x="13896" y="8720"/>
                </a:cubicBezTo>
                <a:cubicBezTo>
                  <a:pt x="14441" y="8589"/>
                  <a:pt x="14986" y="8175"/>
                  <a:pt x="15259" y="7499"/>
                </a:cubicBezTo>
                <a:cubicBezTo>
                  <a:pt x="16348" y="6954"/>
                  <a:pt x="17711" y="5864"/>
                  <a:pt x="17711" y="5864"/>
                </a:cubicBezTo>
                <a:cubicBezTo>
                  <a:pt x="17711" y="5864"/>
                  <a:pt x="19204" y="4774"/>
                  <a:pt x="19749" y="3957"/>
                </a:cubicBezTo>
                <a:cubicBezTo>
                  <a:pt x="20435" y="2998"/>
                  <a:pt x="20839" y="1"/>
                  <a:pt x="208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 name="Google Shape;1727;p39">
            <a:extLst>
              <a:ext uri="{FF2B5EF4-FFF2-40B4-BE49-F238E27FC236}">
                <a16:creationId xmlns:a16="http://schemas.microsoft.com/office/drawing/2014/main" id="{F20744BA-C68F-A573-91A6-E3A9EDADDA11}"/>
              </a:ext>
            </a:extLst>
          </p:cNvPr>
          <p:cNvSpPr/>
          <p:nvPr/>
        </p:nvSpPr>
        <p:spPr>
          <a:xfrm>
            <a:off x="5835638" y="1366155"/>
            <a:ext cx="650400" cy="650400"/>
          </a:xfrm>
          <a:prstGeom prst="ellipse">
            <a:avLst/>
          </a:prstGeom>
          <a:solidFill>
            <a:srgbClr val="A07FBE">
              <a:alpha val="3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430"/>
        <p:cNvGrpSpPr/>
        <p:nvPr/>
      </p:nvGrpSpPr>
      <p:grpSpPr>
        <a:xfrm>
          <a:off x="0" y="0"/>
          <a:ext cx="0" cy="0"/>
          <a:chOff x="0" y="0"/>
          <a:chExt cx="0" cy="0"/>
        </a:xfrm>
      </p:grpSpPr>
      <p:sp>
        <p:nvSpPr>
          <p:cNvPr id="1432" name="Google Shape;1432;p31"/>
          <p:cNvSpPr txBox="1">
            <a:spLocks noGrp="1"/>
          </p:cNvSpPr>
          <p:nvPr>
            <p:ph type="title"/>
          </p:nvPr>
        </p:nvSpPr>
        <p:spPr>
          <a:xfrm>
            <a:off x="1660500" y="2401089"/>
            <a:ext cx="5823000" cy="841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US" dirty="0"/>
              <a:t>Seasonal Activity </a:t>
            </a:r>
            <a:r>
              <a:rPr lang="en-US" dirty="0" err="1"/>
              <a:t>ShinyApp</a:t>
            </a:r>
            <a:endParaRPr dirty="0"/>
          </a:p>
        </p:txBody>
      </p:sp>
      <p:grpSp>
        <p:nvGrpSpPr>
          <p:cNvPr id="1434" name="Google Shape;1434;p31"/>
          <p:cNvGrpSpPr/>
          <p:nvPr/>
        </p:nvGrpSpPr>
        <p:grpSpPr>
          <a:xfrm>
            <a:off x="1824897" y="479317"/>
            <a:ext cx="2119856" cy="1413175"/>
            <a:chOff x="1824897" y="479317"/>
            <a:chExt cx="2119856" cy="1413175"/>
          </a:xfrm>
        </p:grpSpPr>
        <p:grpSp>
          <p:nvGrpSpPr>
            <p:cNvPr id="1435" name="Google Shape;1435;p31"/>
            <p:cNvGrpSpPr/>
            <p:nvPr/>
          </p:nvGrpSpPr>
          <p:grpSpPr>
            <a:xfrm>
              <a:off x="1824897" y="479317"/>
              <a:ext cx="2119856" cy="1413175"/>
              <a:chOff x="1824975" y="806675"/>
              <a:chExt cx="1628904" cy="1085888"/>
            </a:xfrm>
          </p:grpSpPr>
          <p:sp>
            <p:nvSpPr>
              <p:cNvPr id="1436" name="Google Shape;1436;p31"/>
              <p:cNvSpPr/>
              <p:nvPr/>
            </p:nvSpPr>
            <p:spPr>
              <a:xfrm rot="-711411">
                <a:off x="1850731" y="1320448"/>
                <a:ext cx="1577391" cy="414487"/>
              </a:xfrm>
              <a:custGeom>
                <a:avLst/>
                <a:gdLst/>
                <a:ahLst/>
                <a:cxnLst/>
                <a:rect l="l" t="t" r="r" b="b"/>
                <a:pathLst>
                  <a:path w="35421" h="9308" extrusionOk="0">
                    <a:moveTo>
                      <a:pt x="28528" y="0"/>
                    </a:moveTo>
                    <a:cubicBezTo>
                      <a:pt x="26812" y="0"/>
                      <a:pt x="24725" y="270"/>
                      <a:pt x="22212" y="992"/>
                    </a:cubicBezTo>
                    <a:cubicBezTo>
                      <a:pt x="22212" y="992"/>
                      <a:pt x="21798" y="2899"/>
                      <a:pt x="19759" y="3989"/>
                    </a:cubicBezTo>
                    <a:lnTo>
                      <a:pt x="19759" y="3586"/>
                    </a:lnTo>
                    <a:cubicBezTo>
                      <a:pt x="19618" y="3313"/>
                      <a:pt x="19890" y="3172"/>
                      <a:pt x="19890" y="3172"/>
                    </a:cubicBezTo>
                    <a:cubicBezTo>
                      <a:pt x="19215" y="3172"/>
                      <a:pt x="18942" y="3717"/>
                      <a:pt x="18800" y="3989"/>
                    </a:cubicBezTo>
                    <a:cubicBezTo>
                      <a:pt x="18255" y="3858"/>
                      <a:pt x="17711" y="3858"/>
                      <a:pt x="17711" y="3858"/>
                    </a:cubicBezTo>
                    <a:cubicBezTo>
                      <a:pt x="17711" y="3858"/>
                      <a:pt x="17166" y="3858"/>
                      <a:pt x="16621" y="4131"/>
                    </a:cubicBezTo>
                    <a:cubicBezTo>
                      <a:pt x="16508" y="3896"/>
                      <a:pt x="16186" y="3557"/>
                      <a:pt x="15668" y="3557"/>
                    </a:cubicBezTo>
                    <a:cubicBezTo>
                      <a:pt x="15584" y="3557"/>
                      <a:pt x="15494" y="3566"/>
                      <a:pt x="15400" y="3586"/>
                    </a:cubicBezTo>
                    <a:cubicBezTo>
                      <a:pt x="15400" y="3586"/>
                      <a:pt x="15672" y="3717"/>
                      <a:pt x="15672" y="3989"/>
                    </a:cubicBezTo>
                    <a:lnTo>
                      <a:pt x="15672" y="4403"/>
                    </a:lnTo>
                    <a:cubicBezTo>
                      <a:pt x="13493" y="3717"/>
                      <a:pt x="12806" y="1809"/>
                      <a:pt x="12806" y="1809"/>
                    </a:cubicBezTo>
                    <a:cubicBezTo>
                      <a:pt x="11979" y="1745"/>
                      <a:pt x="11203" y="1715"/>
                      <a:pt x="10475" y="1715"/>
                    </a:cubicBezTo>
                    <a:cubicBezTo>
                      <a:pt x="1970" y="1715"/>
                      <a:pt x="0" y="5766"/>
                      <a:pt x="0" y="5766"/>
                    </a:cubicBezTo>
                    <a:cubicBezTo>
                      <a:pt x="1059" y="5253"/>
                      <a:pt x="1869" y="5057"/>
                      <a:pt x="2488" y="5057"/>
                    </a:cubicBezTo>
                    <a:cubicBezTo>
                      <a:pt x="4501" y="5057"/>
                      <a:pt x="4501" y="7128"/>
                      <a:pt x="4501" y="7128"/>
                    </a:cubicBezTo>
                    <a:cubicBezTo>
                      <a:pt x="5476" y="6188"/>
                      <a:pt x="6288" y="5843"/>
                      <a:pt x="6954" y="5843"/>
                    </a:cubicBezTo>
                    <a:cubicBezTo>
                      <a:pt x="8801" y="5843"/>
                      <a:pt x="9536" y="8490"/>
                      <a:pt x="9536" y="8490"/>
                    </a:cubicBezTo>
                    <a:cubicBezTo>
                      <a:pt x="10181" y="7733"/>
                      <a:pt x="10752" y="7460"/>
                      <a:pt x="11240" y="7460"/>
                    </a:cubicBezTo>
                    <a:cubicBezTo>
                      <a:pt x="12510" y="7460"/>
                      <a:pt x="13220" y="9308"/>
                      <a:pt x="13220" y="9308"/>
                    </a:cubicBezTo>
                    <a:cubicBezTo>
                      <a:pt x="13524" y="8648"/>
                      <a:pt x="13920" y="8441"/>
                      <a:pt x="14299" y="8441"/>
                    </a:cubicBezTo>
                    <a:cubicBezTo>
                      <a:pt x="14941" y="8441"/>
                      <a:pt x="15531" y="9035"/>
                      <a:pt x="15531" y="9035"/>
                    </a:cubicBezTo>
                    <a:cubicBezTo>
                      <a:pt x="15400" y="8218"/>
                      <a:pt x="15803" y="7673"/>
                      <a:pt x="16076" y="7128"/>
                    </a:cubicBezTo>
                    <a:cubicBezTo>
                      <a:pt x="16348" y="7673"/>
                      <a:pt x="17307" y="8218"/>
                      <a:pt x="18125" y="8218"/>
                    </a:cubicBezTo>
                    <a:cubicBezTo>
                      <a:pt x="18942" y="8076"/>
                      <a:pt x="19759" y="7400"/>
                      <a:pt x="19890" y="6855"/>
                    </a:cubicBezTo>
                    <a:cubicBezTo>
                      <a:pt x="20304" y="7259"/>
                      <a:pt x="20708" y="7804"/>
                      <a:pt x="20708" y="8621"/>
                    </a:cubicBezTo>
                    <a:cubicBezTo>
                      <a:pt x="20708" y="8621"/>
                      <a:pt x="21311" y="7686"/>
                      <a:pt x="22092" y="7686"/>
                    </a:cubicBezTo>
                    <a:cubicBezTo>
                      <a:pt x="22427" y="7686"/>
                      <a:pt x="22794" y="7858"/>
                      <a:pt x="23160" y="8349"/>
                    </a:cubicBezTo>
                    <a:cubicBezTo>
                      <a:pt x="23160" y="8349"/>
                      <a:pt x="23480" y="6106"/>
                      <a:pt x="24922" y="6106"/>
                    </a:cubicBezTo>
                    <a:cubicBezTo>
                      <a:pt x="25360" y="6106"/>
                      <a:pt x="25902" y="6314"/>
                      <a:pt x="26571" y="6855"/>
                    </a:cubicBezTo>
                    <a:cubicBezTo>
                      <a:pt x="26571" y="6855"/>
                      <a:pt x="26821" y="3727"/>
                      <a:pt x="28992" y="3727"/>
                    </a:cubicBezTo>
                    <a:cubicBezTo>
                      <a:pt x="29578" y="3727"/>
                      <a:pt x="30304" y="3955"/>
                      <a:pt x="31203" y="4534"/>
                    </a:cubicBezTo>
                    <a:cubicBezTo>
                      <a:pt x="31203" y="4534"/>
                      <a:pt x="30710" y="2090"/>
                      <a:pt x="33548" y="2090"/>
                    </a:cubicBezTo>
                    <a:cubicBezTo>
                      <a:pt x="34058" y="2090"/>
                      <a:pt x="34675" y="2169"/>
                      <a:pt x="35421" y="2354"/>
                    </a:cubicBezTo>
                    <a:cubicBezTo>
                      <a:pt x="35421" y="2354"/>
                      <a:pt x="33596" y="0"/>
                      <a:pt x="28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31"/>
              <p:cNvSpPr/>
              <p:nvPr/>
            </p:nvSpPr>
            <p:spPr>
              <a:xfrm rot="917431">
                <a:off x="1959106" y="908996"/>
                <a:ext cx="828342" cy="389944"/>
              </a:xfrm>
              <a:custGeom>
                <a:avLst/>
                <a:gdLst/>
                <a:ahLst/>
                <a:cxnLst/>
                <a:rect l="l" t="t" r="r" b="b"/>
                <a:pathLst>
                  <a:path w="20839" h="9810" extrusionOk="0">
                    <a:moveTo>
                      <a:pt x="12937" y="4905"/>
                    </a:moveTo>
                    <a:lnTo>
                      <a:pt x="12937" y="4905"/>
                    </a:lnTo>
                    <a:cubicBezTo>
                      <a:pt x="12937" y="4924"/>
                      <a:pt x="12944" y="4944"/>
                      <a:pt x="12957" y="4967"/>
                    </a:cubicBezTo>
                    <a:lnTo>
                      <a:pt x="12957" y="4967"/>
                    </a:lnTo>
                    <a:cubicBezTo>
                      <a:pt x="12951" y="4946"/>
                      <a:pt x="12944" y="4925"/>
                      <a:pt x="12937" y="4905"/>
                    </a:cubicBezTo>
                    <a:close/>
                    <a:moveTo>
                      <a:pt x="20839" y="1"/>
                    </a:moveTo>
                    <a:lnTo>
                      <a:pt x="19346" y="3815"/>
                    </a:lnTo>
                    <a:cubicBezTo>
                      <a:pt x="19346" y="3815"/>
                      <a:pt x="18256" y="4633"/>
                      <a:pt x="17842" y="5047"/>
                    </a:cubicBezTo>
                    <a:cubicBezTo>
                      <a:pt x="17569" y="5319"/>
                      <a:pt x="16348" y="5723"/>
                      <a:pt x="15662" y="5995"/>
                    </a:cubicBezTo>
                    <a:cubicBezTo>
                      <a:pt x="15531" y="5995"/>
                      <a:pt x="15531" y="5864"/>
                      <a:pt x="15531" y="5864"/>
                    </a:cubicBezTo>
                    <a:lnTo>
                      <a:pt x="15531" y="5592"/>
                    </a:lnTo>
                    <a:cubicBezTo>
                      <a:pt x="15531" y="5178"/>
                      <a:pt x="15531" y="4502"/>
                      <a:pt x="15117" y="4088"/>
                    </a:cubicBezTo>
                    <a:lnTo>
                      <a:pt x="15117" y="4088"/>
                    </a:lnTo>
                    <a:cubicBezTo>
                      <a:pt x="15259" y="4230"/>
                      <a:pt x="14986" y="4905"/>
                      <a:pt x="14986" y="5047"/>
                    </a:cubicBezTo>
                    <a:cubicBezTo>
                      <a:pt x="14986" y="5178"/>
                      <a:pt x="14844" y="5178"/>
                      <a:pt x="14844" y="5319"/>
                    </a:cubicBezTo>
                    <a:cubicBezTo>
                      <a:pt x="14765" y="5291"/>
                      <a:pt x="14691" y="5280"/>
                      <a:pt x="14620" y="5280"/>
                    </a:cubicBezTo>
                    <a:cubicBezTo>
                      <a:pt x="14329" y="5280"/>
                      <a:pt x="14087" y="5478"/>
                      <a:pt x="13755" y="5592"/>
                    </a:cubicBezTo>
                    <a:lnTo>
                      <a:pt x="13755" y="5723"/>
                    </a:lnTo>
                    <a:cubicBezTo>
                      <a:pt x="13624" y="5592"/>
                      <a:pt x="13482" y="5450"/>
                      <a:pt x="13482" y="5319"/>
                    </a:cubicBezTo>
                    <a:cubicBezTo>
                      <a:pt x="13368" y="5319"/>
                      <a:pt x="13041" y="5114"/>
                      <a:pt x="12957" y="4967"/>
                    </a:cubicBezTo>
                    <a:lnTo>
                      <a:pt x="12957" y="4967"/>
                    </a:lnTo>
                    <a:cubicBezTo>
                      <a:pt x="13079" y="5372"/>
                      <a:pt x="13079" y="5884"/>
                      <a:pt x="13079" y="6268"/>
                    </a:cubicBezTo>
                    <a:lnTo>
                      <a:pt x="13210" y="6268"/>
                    </a:lnTo>
                    <a:cubicBezTo>
                      <a:pt x="12937" y="6540"/>
                      <a:pt x="12806" y="6682"/>
                      <a:pt x="12665" y="6954"/>
                    </a:cubicBezTo>
                    <a:cubicBezTo>
                      <a:pt x="12537" y="6985"/>
                      <a:pt x="12388" y="7001"/>
                      <a:pt x="12221" y="7001"/>
                    </a:cubicBezTo>
                    <a:cubicBezTo>
                      <a:pt x="11675" y="7001"/>
                      <a:pt x="10947" y="6827"/>
                      <a:pt x="10212" y="6409"/>
                    </a:cubicBezTo>
                    <a:cubicBezTo>
                      <a:pt x="8578" y="5319"/>
                      <a:pt x="8305" y="4774"/>
                      <a:pt x="8305" y="4774"/>
                    </a:cubicBezTo>
                    <a:cubicBezTo>
                      <a:pt x="8305" y="4774"/>
                      <a:pt x="7760" y="4774"/>
                      <a:pt x="6943" y="4360"/>
                    </a:cubicBezTo>
                    <a:cubicBezTo>
                      <a:pt x="6125" y="3815"/>
                      <a:pt x="3673" y="2453"/>
                      <a:pt x="3673" y="2453"/>
                    </a:cubicBezTo>
                    <a:cubicBezTo>
                      <a:pt x="3673" y="2453"/>
                      <a:pt x="2672" y="2167"/>
                      <a:pt x="1809" y="2167"/>
                    </a:cubicBezTo>
                    <a:cubicBezTo>
                      <a:pt x="1481" y="2167"/>
                      <a:pt x="1174" y="2208"/>
                      <a:pt x="949" y="2322"/>
                    </a:cubicBezTo>
                    <a:cubicBezTo>
                      <a:pt x="0" y="2725"/>
                      <a:pt x="0" y="2998"/>
                      <a:pt x="0" y="2998"/>
                    </a:cubicBezTo>
                    <a:cubicBezTo>
                      <a:pt x="0" y="2998"/>
                      <a:pt x="273" y="2862"/>
                      <a:pt x="630" y="2862"/>
                    </a:cubicBezTo>
                    <a:cubicBezTo>
                      <a:pt x="987" y="2862"/>
                      <a:pt x="1428" y="2998"/>
                      <a:pt x="1766" y="3543"/>
                    </a:cubicBezTo>
                    <a:cubicBezTo>
                      <a:pt x="2453" y="4774"/>
                      <a:pt x="2725" y="6137"/>
                      <a:pt x="2725" y="6137"/>
                    </a:cubicBezTo>
                    <a:cubicBezTo>
                      <a:pt x="2725" y="6137"/>
                      <a:pt x="3542" y="6137"/>
                      <a:pt x="4632" y="7085"/>
                    </a:cubicBezTo>
                    <a:cubicBezTo>
                      <a:pt x="5581" y="8175"/>
                      <a:pt x="5722" y="8720"/>
                      <a:pt x="5722" y="8720"/>
                    </a:cubicBezTo>
                    <a:cubicBezTo>
                      <a:pt x="5722" y="8720"/>
                      <a:pt x="5891" y="8699"/>
                      <a:pt x="6179" y="8699"/>
                    </a:cubicBezTo>
                    <a:cubicBezTo>
                      <a:pt x="6622" y="8699"/>
                      <a:pt x="7348" y="8748"/>
                      <a:pt x="8174" y="8992"/>
                    </a:cubicBezTo>
                    <a:cubicBezTo>
                      <a:pt x="9537" y="9406"/>
                      <a:pt x="9668" y="9810"/>
                      <a:pt x="9668" y="9810"/>
                    </a:cubicBezTo>
                    <a:cubicBezTo>
                      <a:pt x="9668" y="9810"/>
                      <a:pt x="10485" y="9406"/>
                      <a:pt x="11575" y="8992"/>
                    </a:cubicBezTo>
                    <a:cubicBezTo>
                      <a:pt x="11847" y="8861"/>
                      <a:pt x="12261" y="8720"/>
                      <a:pt x="12534" y="8589"/>
                    </a:cubicBezTo>
                    <a:cubicBezTo>
                      <a:pt x="12665" y="8720"/>
                      <a:pt x="12806" y="8720"/>
                      <a:pt x="12806" y="8720"/>
                    </a:cubicBezTo>
                    <a:cubicBezTo>
                      <a:pt x="13008" y="8791"/>
                      <a:pt x="13177" y="8826"/>
                      <a:pt x="13347" y="8826"/>
                    </a:cubicBezTo>
                    <a:cubicBezTo>
                      <a:pt x="13518" y="8826"/>
                      <a:pt x="13689" y="8791"/>
                      <a:pt x="13896" y="8720"/>
                    </a:cubicBezTo>
                    <a:cubicBezTo>
                      <a:pt x="14441" y="8589"/>
                      <a:pt x="14986" y="8175"/>
                      <a:pt x="15259" y="7499"/>
                    </a:cubicBezTo>
                    <a:cubicBezTo>
                      <a:pt x="16348" y="6954"/>
                      <a:pt x="17711" y="5864"/>
                      <a:pt x="17711" y="5864"/>
                    </a:cubicBezTo>
                    <a:cubicBezTo>
                      <a:pt x="17711" y="5864"/>
                      <a:pt x="19204" y="4774"/>
                      <a:pt x="19749" y="3957"/>
                    </a:cubicBezTo>
                    <a:cubicBezTo>
                      <a:pt x="20435" y="2998"/>
                      <a:pt x="20839" y="1"/>
                      <a:pt x="208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 name="Google Shape;1438;p31"/>
            <p:cNvGrpSpPr/>
            <p:nvPr/>
          </p:nvGrpSpPr>
          <p:grpSpPr>
            <a:xfrm rot="-366842">
              <a:off x="2847196" y="1404846"/>
              <a:ext cx="110967" cy="60586"/>
              <a:chOff x="3467344" y="1694749"/>
              <a:chExt cx="114969" cy="62784"/>
            </a:xfrm>
          </p:grpSpPr>
          <p:sp>
            <p:nvSpPr>
              <p:cNvPr id="1439" name="Google Shape;1439;p31"/>
              <p:cNvSpPr/>
              <p:nvPr/>
            </p:nvSpPr>
            <p:spPr>
              <a:xfrm>
                <a:off x="3545727" y="1694749"/>
                <a:ext cx="36586" cy="56634"/>
              </a:xfrm>
              <a:custGeom>
                <a:avLst/>
                <a:gdLst/>
                <a:ahLst/>
                <a:cxnLst/>
                <a:rect l="l" t="t" r="r" b="b"/>
                <a:pathLst>
                  <a:path w="1053" h="1630" extrusionOk="0">
                    <a:moveTo>
                      <a:pt x="828" y="1"/>
                    </a:moveTo>
                    <a:cubicBezTo>
                      <a:pt x="627" y="552"/>
                      <a:pt x="76" y="853"/>
                      <a:pt x="76" y="853"/>
                    </a:cubicBezTo>
                    <a:cubicBezTo>
                      <a:pt x="51" y="1103"/>
                      <a:pt x="25" y="1379"/>
                      <a:pt x="0" y="1630"/>
                    </a:cubicBezTo>
                    <a:cubicBezTo>
                      <a:pt x="1053" y="1304"/>
                      <a:pt x="828" y="1"/>
                      <a:pt x="8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31"/>
              <p:cNvSpPr/>
              <p:nvPr/>
            </p:nvSpPr>
            <p:spPr>
              <a:xfrm>
                <a:off x="3467344" y="1713928"/>
                <a:ext cx="46211" cy="43605"/>
              </a:xfrm>
              <a:custGeom>
                <a:avLst/>
                <a:gdLst/>
                <a:ahLst/>
                <a:cxnLst/>
                <a:rect l="l" t="t" r="r" b="b"/>
                <a:pathLst>
                  <a:path w="1330" h="1255" extrusionOk="0">
                    <a:moveTo>
                      <a:pt x="1" y="0"/>
                    </a:moveTo>
                    <a:lnTo>
                      <a:pt x="1" y="0"/>
                    </a:lnTo>
                    <a:cubicBezTo>
                      <a:pt x="1" y="0"/>
                      <a:pt x="218" y="1255"/>
                      <a:pt x="1268" y="1255"/>
                    </a:cubicBezTo>
                    <a:cubicBezTo>
                      <a:pt x="1288" y="1255"/>
                      <a:pt x="1308" y="1254"/>
                      <a:pt x="1329" y="1253"/>
                    </a:cubicBezTo>
                    <a:cubicBezTo>
                      <a:pt x="1204" y="1003"/>
                      <a:pt x="1104" y="777"/>
                      <a:pt x="978" y="526"/>
                    </a:cubicBezTo>
                    <a:cubicBezTo>
                      <a:pt x="978" y="526"/>
                      <a:pt x="377" y="45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41" name="Google Shape;1441;p31"/>
          <p:cNvGrpSpPr/>
          <p:nvPr/>
        </p:nvGrpSpPr>
        <p:grpSpPr>
          <a:xfrm rot="769105">
            <a:off x="2681387" y="956677"/>
            <a:ext cx="84622" cy="46193"/>
            <a:chOff x="3467344" y="1694749"/>
            <a:chExt cx="114969" cy="62784"/>
          </a:xfrm>
        </p:grpSpPr>
        <p:sp>
          <p:nvSpPr>
            <p:cNvPr id="1442" name="Google Shape;1442;p31"/>
            <p:cNvSpPr/>
            <p:nvPr/>
          </p:nvSpPr>
          <p:spPr>
            <a:xfrm>
              <a:off x="3545727" y="1694749"/>
              <a:ext cx="36586" cy="56634"/>
            </a:xfrm>
            <a:custGeom>
              <a:avLst/>
              <a:gdLst/>
              <a:ahLst/>
              <a:cxnLst/>
              <a:rect l="l" t="t" r="r" b="b"/>
              <a:pathLst>
                <a:path w="1053" h="1630" extrusionOk="0">
                  <a:moveTo>
                    <a:pt x="828" y="1"/>
                  </a:moveTo>
                  <a:cubicBezTo>
                    <a:pt x="627" y="552"/>
                    <a:pt x="76" y="853"/>
                    <a:pt x="76" y="853"/>
                  </a:cubicBezTo>
                  <a:cubicBezTo>
                    <a:pt x="51" y="1103"/>
                    <a:pt x="25" y="1379"/>
                    <a:pt x="0" y="1630"/>
                  </a:cubicBezTo>
                  <a:cubicBezTo>
                    <a:pt x="1053" y="1304"/>
                    <a:pt x="828" y="1"/>
                    <a:pt x="8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31"/>
            <p:cNvSpPr/>
            <p:nvPr/>
          </p:nvSpPr>
          <p:spPr>
            <a:xfrm>
              <a:off x="3467344" y="1713928"/>
              <a:ext cx="46211" cy="43605"/>
            </a:xfrm>
            <a:custGeom>
              <a:avLst/>
              <a:gdLst/>
              <a:ahLst/>
              <a:cxnLst/>
              <a:rect l="l" t="t" r="r" b="b"/>
              <a:pathLst>
                <a:path w="1330" h="1255" extrusionOk="0">
                  <a:moveTo>
                    <a:pt x="1" y="0"/>
                  </a:moveTo>
                  <a:lnTo>
                    <a:pt x="1" y="0"/>
                  </a:lnTo>
                  <a:cubicBezTo>
                    <a:pt x="1" y="0"/>
                    <a:pt x="218" y="1255"/>
                    <a:pt x="1268" y="1255"/>
                  </a:cubicBezTo>
                  <a:cubicBezTo>
                    <a:pt x="1288" y="1255"/>
                    <a:pt x="1308" y="1254"/>
                    <a:pt x="1329" y="1253"/>
                  </a:cubicBezTo>
                  <a:cubicBezTo>
                    <a:pt x="1204" y="1003"/>
                    <a:pt x="1104" y="777"/>
                    <a:pt x="978" y="526"/>
                  </a:cubicBezTo>
                  <a:cubicBezTo>
                    <a:pt x="978" y="526"/>
                    <a:pt x="377" y="451"/>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 name="Google Shape;1444;p31"/>
          <p:cNvGrpSpPr/>
          <p:nvPr/>
        </p:nvGrpSpPr>
        <p:grpSpPr>
          <a:xfrm>
            <a:off x="6503187" y="3618708"/>
            <a:ext cx="1856837" cy="1134634"/>
            <a:chOff x="6503187" y="3618708"/>
            <a:chExt cx="1856837" cy="1134634"/>
          </a:xfrm>
        </p:grpSpPr>
        <p:sp>
          <p:nvSpPr>
            <p:cNvPr id="1445" name="Google Shape;1445;p31"/>
            <p:cNvSpPr/>
            <p:nvPr/>
          </p:nvSpPr>
          <p:spPr>
            <a:xfrm rot="668618" flipH="1">
              <a:off x="6565647" y="3778385"/>
              <a:ext cx="1731918" cy="815280"/>
            </a:xfrm>
            <a:custGeom>
              <a:avLst/>
              <a:gdLst/>
              <a:ahLst/>
              <a:cxnLst/>
              <a:rect l="l" t="t" r="r" b="b"/>
              <a:pathLst>
                <a:path w="20839" h="9810" extrusionOk="0">
                  <a:moveTo>
                    <a:pt x="12937" y="4905"/>
                  </a:moveTo>
                  <a:lnTo>
                    <a:pt x="12937" y="4905"/>
                  </a:lnTo>
                  <a:cubicBezTo>
                    <a:pt x="12937" y="4924"/>
                    <a:pt x="12944" y="4944"/>
                    <a:pt x="12957" y="4967"/>
                  </a:cubicBezTo>
                  <a:lnTo>
                    <a:pt x="12957" y="4967"/>
                  </a:lnTo>
                  <a:cubicBezTo>
                    <a:pt x="12951" y="4946"/>
                    <a:pt x="12944" y="4925"/>
                    <a:pt x="12937" y="4905"/>
                  </a:cubicBezTo>
                  <a:close/>
                  <a:moveTo>
                    <a:pt x="20839" y="1"/>
                  </a:moveTo>
                  <a:lnTo>
                    <a:pt x="19346" y="3815"/>
                  </a:lnTo>
                  <a:cubicBezTo>
                    <a:pt x="19346" y="3815"/>
                    <a:pt x="18256" y="4633"/>
                    <a:pt x="17842" y="5047"/>
                  </a:cubicBezTo>
                  <a:cubicBezTo>
                    <a:pt x="17569" y="5319"/>
                    <a:pt x="16348" y="5723"/>
                    <a:pt x="15662" y="5995"/>
                  </a:cubicBezTo>
                  <a:cubicBezTo>
                    <a:pt x="15531" y="5995"/>
                    <a:pt x="15531" y="5864"/>
                    <a:pt x="15531" y="5864"/>
                  </a:cubicBezTo>
                  <a:lnTo>
                    <a:pt x="15531" y="5592"/>
                  </a:lnTo>
                  <a:cubicBezTo>
                    <a:pt x="15531" y="5178"/>
                    <a:pt x="15531" y="4502"/>
                    <a:pt x="15117" y="4088"/>
                  </a:cubicBezTo>
                  <a:lnTo>
                    <a:pt x="15117" y="4088"/>
                  </a:lnTo>
                  <a:cubicBezTo>
                    <a:pt x="15259" y="4230"/>
                    <a:pt x="14986" y="4905"/>
                    <a:pt x="14986" y="5047"/>
                  </a:cubicBezTo>
                  <a:cubicBezTo>
                    <a:pt x="14986" y="5178"/>
                    <a:pt x="14844" y="5178"/>
                    <a:pt x="14844" y="5319"/>
                  </a:cubicBezTo>
                  <a:cubicBezTo>
                    <a:pt x="14765" y="5291"/>
                    <a:pt x="14691" y="5280"/>
                    <a:pt x="14620" y="5280"/>
                  </a:cubicBezTo>
                  <a:cubicBezTo>
                    <a:pt x="14329" y="5280"/>
                    <a:pt x="14087" y="5478"/>
                    <a:pt x="13755" y="5592"/>
                  </a:cubicBezTo>
                  <a:lnTo>
                    <a:pt x="13755" y="5723"/>
                  </a:lnTo>
                  <a:cubicBezTo>
                    <a:pt x="13624" y="5592"/>
                    <a:pt x="13482" y="5450"/>
                    <a:pt x="13482" y="5319"/>
                  </a:cubicBezTo>
                  <a:cubicBezTo>
                    <a:pt x="13368" y="5319"/>
                    <a:pt x="13041" y="5114"/>
                    <a:pt x="12957" y="4967"/>
                  </a:cubicBezTo>
                  <a:lnTo>
                    <a:pt x="12957" y="4967"/>
                  </a:lnTo>
                  <a:cubicBezTo>
                    <a:pt x="13079" y="5372"/>
                    <a:pt x="13079" y="5884"/>
                    <a:pt x="13079" y="6268"/>
                  </a:cubicBezTo>
                  <a:lnTo>
                    <a:pt x="13210" y="6268"/>
                  </a:lnTo>
                  <a:cubicBezTo>
                    <a:pt x="12937" y="6540"/>
                    <a:pt x="12806" y="6682"/>
                    <a:pt x="12665" y="6954"/>
                  </a:cubicBezTo>
                  <a:cubicBezTo>
                    <a:pt x="12537" y="6985"/>
                    <a:pt x="12388" y="7001"/>
                    <a:pt x="12221" y="7001"/>
                  </a:cubicBezTo>
                  <a:cubicBezTo>
                    <a:pt x="11675" y="7001"/>
                    <a:pt x="10947" y="6827"/>
                    <a:pt x="10212" y="6409"/>
                  </a:cubicBezTo>
                  <a:cubicBezTo>
                    <a:pt x="8578" y="5319"/>
                    <a:pt x="8305" y="4774"/>
                    <a:pt x="8305" y="4774"/>
                  </a:cubicBezTo>
                  <a:cubicBezTo>
                    <a:pt x="8305" y="4774"/>
                    <a:pt x="7760" y="4774"/>
                    <a:pt x="6943" y="4360"/>
                  </a:cubicBezTo>
                  <a:cubicBezTo>
                    <a:pt x="6125" y="3815"/>
                    <a:pt x="3673" y="2453"/>
                    <a:pt x="3673" y="2453"/>
                  </a:cubicBezTo>
                  <a:cubicBezTo>
                    <a:pt x="3673" y="2453"/>
                    <a:pt x="2672" y="2167"/>
                    <a:pt x="1809" y="2167"/>
                  </a:cubicBezTo>
                  <a:cubicBezTo>
                    <a:pt x="1481" y="2167"/>
                    <a:pt x="1174" y="2208"/>
                    <a:pt x="949" y="2322"/>
                  </a:cubicBezTo>
                  <a:cubicBezTo>
                    <a:pt x="0" y="2725"/>
                    <a:pt x="0" y="2998"/>
                    <a:pt x="0" y="2998"/>
                  </a:cubicBezTo>
                  <a:cubicBezTo>
                    <a:pt x="0" y="2998"/>
                    <a:pt x="273" y="2862"/>
                    <a:pt x="630" y="2862"/>
                  </a:cubicBezTo>
                  <a:cubicBezTo>
                    <a:pt x="987" y="2862"/>
                    <a:pt x="1428" y="2998"/>
                    <a:pt x="1766" y="3543"/>
                  </a:cubicBezTo>
                  <a:cubicBezTo>
                    <a:pt x="2453" y="4774"/>
                    <a:pt x="2725" y="6137"/>
                    <a:pt x="2725" y="6137"/>
                  </a:cubicBezTo>
                  <a:cubicBezTo>
                    <a:pt x="2725" y="6137"/>
                    <a:pt x="3542" y="6137"/>
                    <a:pt x="4632" y="7085"/>
                  </a:cubicBezTo>
                  <a:cubicBezTo>
                    <a:pt x="5581" y="8175"/>
                    <a:pt x="5722" y="8720"/>
                    <a:pt x="5722" y="8720"/>
                  </a:cubicBezTo>
                  <a:cubicBezTo>
                    <a:pt x="5722" y="8720"/>
                    <a:pt x="5891" y="8699"/>
                    <a:pt x="6179" y="8699"/>
                  </a:cubicBezTo>
                  <a:cubicBezTo>
                    <a:pt x="6622" y="8699"/>
                    <a:pt x="7348" y="8748"/>
                    <a:pt x="8174" y="8992"/>
                  </a:cubicBezTo>
                  <a:cubicBezTo>
                    <a:pt x="9537" y="9406"/>
                    <a:pt x="9668" y="9810"/>
                    <a:pt x="9668" y="9810"/>
                  </a:cubicBezTo>
                  <a:cubicBezTo>
                    <a:pt x="9668" y="9810"/>
                    <a:pt x="10485" y="9406"/>
                    <a:pt x="11575" y="8992"/>
                  </a:cubicBezTo>
                  <a:cubicBezTo>
                    <a:pt x="11847" y="8861"/>
                    <a:pt x="12261" y="8720"/>
                    <a:pt x="12534" y="8589"/>
                  </a:cubicBezTo>
                  <a:cubicBezTo>
                    <a:pt x="12665" y="8720"/>
                    <a:pt x="12806" y="8720"/>
                    <a:pt x="12806" y="8720"/>
                  </a:cubicBezTo>
                  <a:cubicBezTo>
                    <a:pt x="13008" y="8791"/>
                    <a:pt x="13177" y="8826"/>
                    <a:pt x="13347" y="8826"/>
                  </a:cubicBezTo>
                  <a:cubicBezTo>
                    <a:pt x="13518" y="8826"/>
                    <a:pt x="13689" y="8791"/>
                    <a:pt x="13896" y="8720"/>
                  </a:cubicBezTo>
                  <a:cubicBezTo>
                    <a:pt x="14441" y="8589"/>
                    <a:pt x="14986" y="8175"/>
                    <a:pt x="15259" y="7499"/>
                  </a:cubicBezTo>
                  <a:cubicBezTo>
                    <a:pt x="16348" y="6954"/>
                    <a:pt x="17711" y="5864"/>
                    <a:pt x="17711" y="5864"/>
                  </a:cubicBezTo>
                  <a:cubicBezTo>
                    <a:pt x="17711" y="5864"/>
                    <a:pt x="19204" y="4774"/>
                    <a:pt x="19749" y="3957"/>
                  </a:cubicBezTo>
                  <a:cubicBezTo>
                    <a:pt x="20435" y="2998"/>
                    <a:pt x="20839" y="1"/>
                    <a:pt x="208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6" name="Google Shape;1446;p31"/>
            <p:cNvGrpSpPr/>
            <p:nvPr/>
          </p:nvGrpSpPr>
          <p:grpSpPr>
            <a:xfrm rot="1537298">
              <a:off x="7032937" y="4182565"/>
              <a:ext cx="96403" cy="52624"/>
              <a:chOff x="3448279" y="1688340"/>
              <a:chExt cx="130968" cy="71523"/>
            </a:xfrm>
          </p:grpSpPr>
          <p:sp>
            <p:nvSpPr>
              <p:cNvPr id="1447" name="Google Shape;1447;p31"/>
              <p:cNvSpPr/>
              <p:nvPr/>
            </p:nvSpPr>
            <p:spPr>
              <a:xfrm rot="217">
                <a:off x="3537567" y="1688342"/>
                <a:ext cx="41678" cy="64519"/>
              </a:xfrm>
              <a:custGeom>
                <a:avLst/>
                <a:gdLst/>
                <a:ahLst/>
                <a:cxnLst/>
                <a:rect l="l" t="t" r="r" b="b"/>
                <a:pathLst>
                  <a:path w="1053" h="1630" extrusionOk="0">
                    <a:moveTo>
                      <a:pt x="828" y="1"/>
                    </a:moveTo>
                    <a:cubicBezTo>
                      <a:pt x="627" y="552"/>
                      <a:pt x="76" y="853"/>
                      <a:pt x="76" y="853"/>
                    </a:cubicBezTo>
                    <a:cubicBezTo>
                      <a:pt x="51" y="1103"/>
                      <a:pt x="25" y="1379"/>
                      <a:pt x="0" y="1630"/>
                    </a:cubicBezTo>
                    <a:cubicBezTo>
                      <a:pt x="1053" y="1304"/>
                      <a:pt x="828" y="1"/>
                      <a:pt x="8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31"/>
              <p:cNvSpPr/>
              <p:nvPr/>
            </p:nvSpPr>
            <p:spPr>
              <a:xfrm rot="217">
                <a:off x="3448280" y="1710186"/>
                <a:ext cx="52641" cy="49676"/>
              </a:xfrm>
              <a:custGeom>
                <a:avLst/>
                <a:gdLst/>
                <a:ahLst/>
                <a:cxnLst/>
                <a:rect l="l" t="t" r="r" b="b"/>
                <a:pathLst>
                  <a:path w="1330" h="1255" extrusionOk="0">
                    <a:moveTo>
                      <a:pt x="1" y="0"/>
                    </a:moveTo>
                    <a:lnTo>
                      <a:pt x="1" y="0"/>
                    </a:lnTo>
                    <a:cubicBezTo>
                      <a:pt x="1" y="0"/>
                      <a:pt x="218" y="1255"/>
                      <a:pt x="1268" y="1255"/>
                    </a:cubicBezTo>
                    <a:cubicBezTo>
                      <a:pt x="1288" y="1255"/>
                      <a:pt x="1308" y="1254"/>
                      <a:pt x="1329" y="1253"/>
                    </a:cubicBezTo>
                    <a:cubicBezTo>
                      <a:pt x="1204" y="1003"/>
                      <a:pt x="1104" y="777"/>
                      <a:pt x="978" y="526"/>
                    </a:cubicBezTo>
                    <a:cubicBezTo>
                      <a:pt x="978" y="526"/>
                      <a:pt x="377" y="45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430">
          <a:extLst>
            <a:ext uri="{FF2B5EF4-FFF2-40B4-BE49-F238E27FC236}">
              <a16:creationId xmlns:a16="http://schemas.microsoft.com/office/drawing/2014/main" id="{D9734B47-8402-70E2-96D3-F7DEFE057993}"/>
            </a:ext>
          </a:extLst>
        </p:cNvPr>
        <p:cNvGrpSpPr/>
        <p:nvPr/>
      </p:nvGrpSpPr>
      <p:grpSpPr>
        <a:xfrm>
          <a:off x="0" y="0"/>
          <a:ext cx="0" cy="0"/>
          <a:chOff x="0" y="0"/>
          <a:chExt cx="0" cy="0"/>
        </a:xfrm>
      </p:grpSpPr>
      <p:sp>
        <p:nvSpPr>
          <p:cNvPr id="1432" name="Google Shape;1432;p31">
            <a:extLst>
              <a:ext uri="{FF2B5EF4-FFF2-40B4-BE49-F238E27FC236}">
                <a16:creationId xmlns:a16="http://schemas.microsoft.com/office/drawing/2014/main" id="{EF876DF3-621C-69BB-4684-2BDF95028D67}"/>
              </a:ext>
            </a:extLst>
          </p:cNvPr>
          <p:cNvSpPr txBox="1">
            <a:spLocks noGrp="1"/>
          </p:cNvSpPr>
          <p:nvPr>
            <p:ph type="title"/>
          </p:nvPr>
        </p:nvSpPr>
        <p:spPr>
          <a:xfrm>
            <a:off x="1660500" y="2401089"/>
            <a:ext cx="5823000" cy="841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US" dirty="0"/>
              <a:t>Reproductive Timing </a:t>
            </a:r>
            <a:r>
              <a:rPr lang="en-US" dirty="0" err="1"/>
              <a:t>ShinyApp</a:t>
            </a:r>
            <a:endParaRPr dirty="0"/>
          </a:p>
        </p:txBody>
      </p:sp>
      <p:grpSp>
        <p:nvGrpSpPr>
          <p:cNvPr id="1434" name="Google Shape;1434;p31">
            <a:extLst>
              <a:ext uri="{FF2B5EF4-FFF2-40B4-BE49-F238E27FC236}">
                <a16:creationId xmlns:a16="http://schemas.microsoft.com/office/drawing/2014/main" id="{EBC0B930-25A6-9902-BD1B-2D1F9735117C}"/>
              </a:ext>
            </a:extLst>
          </p:cNvPr>
          <p:cNvGrpSpPr/>
          <p:nvPr/>
        </p:nvGrpSpPr>
        <p:grpSpPr>
          <a:xfrm>
            <a:off x="1824897" y="479317"/>
            <a:ext cx="2119856" cy="1413175"/>
            <a:chOff x="1824897" y="479317"/>
            <a:chExt cx="2119856" cy="1413175"/>
          </a:xfrm>
        </p:grpSpPr>
        <p:grpSp>
          <p:nvGrpSpPr>
            <p:cNvPr id="1435" name="Google Shape;1435;p31">
              <a:extLst>
                <a:ext uri="{FF2B5EF4-FFF2-40B4-BE49-F238E27FC236}">
                  <a16:creationId xmlns:a16="http://schemas.microsoft.com/office/drawing/2014/main" id="{FBE8D74B-E68D-0DF9-522D-D00028B975A2}"/>
                </a:ext>
              </a:extLst>
            </p:cNvPr>
            <p:cNvGrpSpPr/>
            <p:nvPr/>
          </p:nvGrpSpPr>
          <p:grpSpPr>
            <a:xfrm>
              <a:off x="1824897" y="479317"/>
              <a:ext cx="2119856" cy="1413175"/>
              <a:chOff x="1824975" y="806675"/>
              <a:chExt cx="1628904" cy="1085888"/>
            </a:xfrm>
          </p:grpSpPr>
          <p:sp>
            <p:nvSpPr>
              <p:cNvPr id="1436" name="Google Shape;1436;p31">
                <a:extLst>
                  <a:ext uri="{FF2B5EF4-FFF2-40B4-BE49-F238E27FC236}">
                    <a16:creationId xmlns:a16="http://schemas.microsoft.com/office/drawing/2014/main" id="{AA791EC9-C6B3-2711-13DE-77EA33F06371}"/>
                  </a:ext>
                </a:extLst>
              </p:cNvPr>
              <p:cNvSpPr/>
              <p:nvPr/>
            </p:nvSpPr>
            <p:spPr>
              <a:xfrm rot="-711411">
                <a:off x="1850731" y="1320448"/>
                <a:ext cx="1577391" cy="414487"/>
              </a:xfrm>
              <a:custGeom>
                <a:avLst/>
                <a:gdLst/>
                <a:ahLst/>
                <a:cxnLst/>
                <a:rect l="l" t="t" r="r" b="b"/>
                <a:pathLst>
                  <a:path w="35421" h="9308" extrusionOk="0">
                    <a:moveTo>
                      <a:pt x="28528" y="0"/>
                    </a:moveTo>
                    <a:cubicBezTo>
                      <a:pt x="26812" y="0"/>
                      <a:pt x="24725" y="270"/>
                      <a:pt x="22212" y="992"/>
                    </a:cubicBezTo>
                    <a:cubicBezTo>
                      <a:pt x="22212" y="992"/>
                      <a:pt x="21798" y="2899"/>
                      <a:pt x="19759" y="3989"/>
                    </a:cubicBezTo>
                    <a:lnTo>
                      <a:pt x="19759" y="3586"/>
                    </a:lnTo>
                    <a:cubicBezTo>
                      <a:pt x="19618" y="3313"/>
                      <a:pt x="19890" y="3172"/>
                      <a:pt x="19890" y="3172"/>
                    </a:cubicBezTo>
                    <a:cubicBezTo>
                      <a:pt x="19215" y="3172"/>
                      <a:pt x="18942" y="3717"/>
                      <a:pt x="18800" y="3989"/>
                    </a:cubicBezTo>
                    <a:cubicBezTo>
                      <a:pt x="18255" y="3858"/>
                      <a:pt x="17711" y="3858"/>
                      <a:pt x="17711" y="3858"/>
                    </a:cubicBezTo>
                    <a:cubicBezTo>
                      <a:pt x="17711" y="3858"/>
                      <a:pt x="17166" y="3858"/>
                      <a:pt x="16621" y="4131"/>
                    </a:cubicBezTo>
                    <a:cubicBezTo>
                      <a:pt x="16508" y="3896"/>
                      <a:pt x="16186" y="3557"/>
                      <a:pt x="15668" y="3557"/>
                    </a:cubicBezTo>
                    <a:cubicBezTo>
                      <a:pt x="15584" y="3557"/>
                      <a:pt x="15494" y="3566"/>
                      <a:pt x="15400" y="3586"/>
                    </a:cubicBezTo>
                    <a:cubicBezTo>
                      <a:pt x="15400" y="3586"/>
                      <a:pt x="15672" y="3717"/>
                      <a:pt x="15672" y="3989"/>
                    </a:cubicBezTo>
                    <a:lnTo>
                      <a:pt x="15672" y="4403"/>
                    </a:lnTo>
                    <a:cubicBezTo>
                      <a:pt x="13493" y="3717"/>
                      <a:pt x="12806" y="1809"/>
                      <a:pt x="12806" y="1809"/>
                    </a:cubicBezTo>
                    <a:cubicBezTo>
                      <a:pt x="11979" y="1745"/>
                      <a:pt x="11203" y="1715"/>
                      <a:pt x="10475" y="1715"/>
                    </a:cubicBezTo>
                    <a:cubicBezTo>
                      <a:pt x="1970" y="1715"/>
                      <a:pt x="0" y="5766"/>
                      <a:pt x="0" y="5766"/>
                    </a:cubicBezTo>
                    <a:cubicBezTo>
                      <a:pt x="1059" y="5253"/>
                      <a:pt x="1869" y="5057"/>
                      <a:pt x="2488" y="5057"/>
                    </a:cubicBezTo>
                    <a:cubicBezTo>
                      <a:pt x="4501" y="5057"/>
                      <a:pt x="4501" y="7128"/>
                      <a:pt x="4501" y="7128"/>
                    </a:cubicBezTo>
                    <a:cubicBezTo>
                      <a:pt x="5476" y="6188"/>
                      <a:pt x="6288" y="5843"/>
                      <a:pt x="6954" y="5843"/>
                    </a:cubicBezTo>
                    <a:cubicBezTo>
                      <a:pt x="8801" y="5843"/>
                      <a:pt x="9536" y="8490"/>
                      <a:pt x="9536" y="8490"/>
                    </a:cubicBezTo>
                    <a:cubicBezTo>
                      <a:pt x="10181" y="7733"/>
                      <a:pt x="10752" y="7460"/>
                      <a:pt x="11240" y="7460"/>
                    </a:cubicBezTo>
                    <a:cubicBezTo>
                      <a:pt x="12510" y="7460"/>
                      <a:pt x="13220" y="9308"/>
                      <a:pt x="13220" y="9308"/>
                    </a:cubicBezTo>
                    <a:cubicBezTo>
                      <a:pt x="13524" y="8648"/>
                      <a:pt x="13920" y="8441"/>
                      <a:pt x="14299" y="8441"/>
                    </a:cubicBezTo>
                    <a:cubicBezTo>
                      <a:pt x="14941" y="8441"/>
                      <a:pt x="15531" y="9035"/>
                      <a:pt x="15531" y="9035"/>
                    </a:cubicBezTo>
                    <a:cubicBezTo>
                      <a:pt x="15400" y="8218"/>
                      <a:pt x="15803" y="7673"/>
                      <a:pt x="16076" y="7128"/>
                    </a:cubicBezTo>
                    <a:cubicBezTo>
                      <a:pt x="16348" y="7673"/>
                      <a:pt x="17307" y="8218"/>
                      <a:pt x="18125" y="8218"/>
                    </a:cubicBezTo>
                    <a:cubicBezTo>
                      <a:pt x="18942" y="8076"/>
                      <a:pt x="19759" y="7400"/>
                      <a:pt x="19890" y="6855"/>
                    </a:cubicBezTo>
                    <a:cubicBezTo>
                      <a:pt x="20304" y="7259"/>
                      <a:pt x="20708" y="7804"/>
                      <a:pt x="20708" y="8621"/>
                    </a:cubicBezTo>
                    <a:cubicBezTo>
                      <a:pt x="20708" y="8621"/>
                      <a:pt x="21311" y="7686"/>
                      <a:pt x="22092" y="7686"/>
                    </a:cubicBezTo>
                    <a:cubicBezTo>
                      <a:pt x="22427" y="7686"/>
                      <a:pt x="22794" y="7858"/>
                      <a:pt x="23160" y="8349"/>
                    </a:cubicBezTo>
                    <a:cubicBezTo>
                      <a:pt x="23160" y="8349"/>
                      <a:pt x="23480" y="6106"/>
                      <a:pt x="24922" y="6106"/>
                    </a:cubicBezTo>
                    <a:cubicBezTo>
                      <a:pt x="25360" y="6106"/>
                      <a:pt x="25902" y="6314"/>
                      <a:pt x="26571" y="6855"/>
                    </a:cubicBezTo>
                    <a:cubicBezTo>
                      <a:pt x="26571" y="6855"/>
                      <a:pt x="26821" y="3727"/>
                      <a:pt x="28992" y="3727"/>
                    </a:cubicBezTo>
                    <a:cubicBezTo>
                      <a:pt x="29578" y="3727"/>
                      <a:pt x="30304" y="3955"/>
                      <a:pt x="31203" y="4534"/>
                    </a:cubicBezTo>
                    <a:cubicBezTo>
                      <a:pt x="31203" y="4534"/>
                      <a:pt x="30710" y="2090"/>
                      <a:pt x="33548" y="2090"/>
                    </a:cubicBezTo>
                    <a:cubicBezTo>
                      <a:pt x="34058" y="2090"/>
                      <a:pt x="34675" y="2169"/>
                      <a:pt x="35421" y="2354"/>
                    </a:cubicBezTo>
                    <a:cubicBezTo>
                      <a:pt x="35421" y="2354"/>
                      <a:pt x="33596" y="0"/>
                      <a:pt x="28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31">
                <a:extLst>
                  <a:ext uri="{FF2B5EF4-FFF2-40B4-BE49-F238E27FC236}">
                    <a16:creationId xmlns:a16="http://schemas.microsoft.com/office/drawing/2014/main" id="{21640F15-947E-BE6B-49C9-8D9107C011AF}"/>
                  </a:ext>
                </a:extLst>
              </p:cNvPr>
              <p:cNvSpPr/>
              <p:nvPr/>
            </p:nvSpPr>
            <p:spPr>
              <a:xfrm rot="917431">
                <a:off x="1959106" y="908996"/>
                <a:ext cx="828342" cy="389944"/>
              </a:xfrm>
              <a:custGeom>
                <a:avLst/>
                <a:gdLst/>
                <a:ahLst/>
                <a:cxnLst/>
                <a:rect l="l" t="t" r="r" b="b"/>
                <a:pathLst>
                  <a:path w="20839" h="9810" extrusionOk="0">
                    <a:moveTo>
                      <a:pt x="12937" y="4905"/>
                    </a:moveTo>
                    <a:lnTo>
                      <a:pt x="12937" y="4905"/>
                    </a:lnTo>
                    <a:cubicBezTo>
                      <a:pt x="12937" y="4924"/>
                      <a:pt x="12944" y="4944"/>
                      <a:pt x="12957" y="4967"/>
                    </a:cubicBezTo>
                    <a:lnTo>
                      <a:pt x="12957" y="4967"/>
                    </a:lnTo>
                    <a:cubicBezTo>
                      <a:pt x="12951" y="4946"/>
                      <a:pt x="12944" y="4925"/>
                      <a:pt x="12937" y="4905"/>
                    </a:cubicBezTo>
                    <a:close/>
                    <a:moveTo>
                      <a:pt x="20839" y="1"/>
                    </a:moveTo>
                    <a:lnTo>
                      <a:pt x="19346" y="3815"/>
                    </a:lnTo>
                    <a:cubicBezTo>
                      <a:pt x="19346" y="3815"/>
                      <a:pt x="18256" y="4633"/>
                      <a:pt x="17842" y="5047"/>
                    </a:cubicBezTo>
                    <a:cubicBezTo>
                      <a:pt x="17569" y="5319"/>
                      <a:pt x="16348" y="5723"/>
                      <a:pt x="15662" y="5995"/>
                    </a:cubicBezTo>
                    <a:cubicBezTo>
                      <a:pt x="15531" y="5995"/>
                      <a:pt x="15531" y="5864"/>
                      <a:pt x="15531" y="5864"/>
                    </a:cubicBezTo>
                    <a:lnTo>
                      <a:pt x="15531" y="5592"/>
                    </a:lnTo>
                    <a:cubicBezTo>
                      <a:pt x="15531" y="5178"/>
                      <a:pt x="15531" y="4502"/>
                      <a:pt x="15117" y="4088"/>
                    </a:cubicBezTo>
                    <a:lnTo>
                      <a:pt x="15117" y="4088"/>
                    </a:lnTo>
                    <a:cubicBezTo>
                      <a:pt x="15259" y="4230"/>
                      <a:pt x="14986" y="4905"/>
                      <a:pt x="14986" y="5047"/>
                    </a:cubicBezTo>
                    <a:cubicBezTo>
                      <a:pt x="14986" y="5178"/>
                      <a:pt x="14844" y="5178"/>
                      <a:pt x="14844" y="5319"/>
                    </a:cubicBezTo>
                    <a:cubicBezTo>
                      <a:pt x="14765" y="5291"/>
                      <a:pt x="14691" y="5280"/>
                      <a:pt x="14620" y="5280"/>
                    </a:cubicBezTo>
                    <a:cubicBezTo>
                      <a:pt x="14329" y="5280"/>
                      <a:pt x="14087" y="5478"/>
                      <a:pt x="13755" y="5592"/>
                    </a:cubicBezTo>
                    <a:lnTo>
                      <a:pt x="13755" y="5723"/>
                    </a:lnTo>
                    <a:cubicBezTo>
                      <a:pt x="13624" y="5592"/>
                      <a:pt x="13482" y="5450"/>
                      <a:pt x="13482" y="5319"/>
                    </a:cubicBezTo>
                    <a:cubicBezTo>
                      <a:pt x="13368" y="5319"/>
                      <a:pt x="13041" y="5114"/>
                      <a:pt x="12957" y="4967"/>
                    </a:cubicBezTo>
                    <a:lnTo>
                      <a:pt x="12957" y="4967"/>
                    </a:lnTo>
                    <a:cubicBezTo>
                      <a:pt x="13079" y="5372"/>
                      <a:pt x="13079" y="5884"/>
                      <a:pt x="13079" y="6268"/>
                    </a:cubicBezTo>
                    <a:lnTo>
                      <a:pt x="13210" y="6268"/>
                    </a:lnTo>
                    <a:cubicBezTo>
                      <a:pt x="12937" y="6540"/>
                      <a:pt x="12806" y="6682"/>
                      <a:pt x="12665" y="6954"/>
                    </a:cubicBezTo>
                    <a:cubicBezTo>
                      <a:pt x="12537" y="6985"/>
                      <a:pt x="12388" y="7001"/>
                      <a:pt x="12221" y="7001"/>
                    </a:cubicBezTo>
                    <a:cubicBezTo>
                      <a:pt x="11675" y="7001"/>
                      <a:pt x="10947" y="6827"/>
                      <a:pt x="10212" y="6409"/>
                    </a:cubicBezTo>
                    <a:cubicBezTo>
                      <a:pt x="8578" y="5319"/>
                      <a:pt x="8305" y="4774"/>
                      <a:pt x="8305" y="4774"/>
                    </a:cubicBezTo>
                    <a:cubicBezTo>
                      <a:pt x="8305" y="4774"/>
                      <a:pt x="7760" y="4774"/>
                      <a:pt x="6943" y="4360"/>
                    </a:cubicBezTo>
                    <a:cubicBezTo>
                      <a:pt x="6125" y="3815"/>
                      <a:pt x="3673" y="2453"/>
                      <a:pt x="3673" y="2453"/>
                    </a:cubicBezTo>
                    <a:cubicBezTo>
                      <a:pt x="3673" y="2453"/>
                      <a:pt x="2672" y="2167"/>
                      <a:pt x="1809" y="2167"/>
                    </a:cubicBezTo>
                    <a:cubicBezTo>
                      <a:pt x="1481" y="2167"/>
                      <a:pt x="1174" y="2208"/>
                      <a:pt x="949" y="2322"/>
                    </a:cubicBezTo>
                    <a:cubicBezTo>
                      <a:pt x="0" y="2725"/>
                      <a:pt x="0" y="2998"/>
                      <a:pt x="0" y="2998"/>
                    </a:cubicBezTo>
                    <a:cubicBezTo>
                      <a:pt x="0" y="2998"/>
                      <a:pt x="273" y="2862"/>
                      <a:pt x="630" y="2862"/>
                    </a:cubicBezTo>
                    <a:cubicBezTo>
                      <a:pt x="987" y="2862"/>
                      <a:pt x="1428" y="2998"/>
                      <a:pt x="1766" y="3543"/>
                    </a:cubicBezTo>
                    <a:cubicBezTo>
                      <a:pt x="2453" y="4774"/>
                      <a:pt x="2725" y="6137"/>
                      <a:pt x="2725" y="6137"/>
                    </a:cubicBezTo>
                    <a:cubicBezTo>
                      <a:pt x="2725" y="6137"/>
                      <a:pt x="3542" y="6137"/>
                      <a:pt x="4632" y="7085"/>
                    </a:cubicBezTo>
                    <a:cubicBezTo>
                      <a:pt x="5581" y="8175"/>
                      <a:pt x="5722" y="8720"/>
                      <a:pt x="5722" y="8720"/>
                    </a:cubicBezTo>
                    <a:cubicBezTo>
                      <a:pt x="5722" y="8720"/>
                      <a:pt x="5891" y="8699"/>
                      <a:pt x="6179" y="8699"/>
                    </a:cubicBezTo>
                    <a:cubicBezTo>
                      <a:pt x="6622" y="8699"/>
                      <a:pt x="7348" y="8748"/>
                      <a:pt x="8174" y="8992"/>
                    </a:cubicBezTo>
                    <a:cubicBezTo>
                      <a:pt x="9537" y="9406"/>
                      <a:pt x="9668" y="9810"/>
                      <a:pt x="9668" y="9810"/>
                    </a:cubicBezTo>
                    <a:cubicBezTo>
                      <a:pt x="9668" y="9810"/>
                      <a:pt x="10485" y="9406"/>
                      <a:pt x="11575" y="8992"/>
                    </a:cubicBezTo>
                    <a:cubicBezTo>
                      <a:pt x="11847" y="8861"/>
                      <a:pt x="12261" y="8720"/>
                      <a:pt x="12534" y="8589"/>
                    </a:cubicBezTo>
                    <a:cubicBezTo>
                      <a:pt x="12665" y="8720"/>
                      <a:pt x="12806" y="8720"/>
                      <a:pt x="12806" y="8720"/>
                    </a:cubicBezTo>
                    <a:cubicBezTo>
                      <a:pt x="13008" y="8791"/>
                      <a:pt x="13177" y="8826"/>
                      <a:pt x="13347" y="8826"/>
                    </a:cubicBezTo>
                    <a:cubicBezTo>
                      <a:pt x="13518" y="8826"/>
                      <a:pt x="13689" y="8791"/>
                      <a:pt x="13896" y="8720"/>
                    </a:cubicBezTo>
                    <a:cubicBezTo>
                      <a:pt x="14441" y="8589"/>
                      <a:pt x="14986" y="8175"/>
                      <a:pt x="15259" y="7499"/>
                    </a:cubicBezTo>
                    <a:cubicBezTo>
                      <a:pt x="16348" y="6954"/>
                      <a:pt x="17711" y="5864"/>
                      <a:pt x="17711" y="5864"/>
                    </a:cubicBezTo>
                    <a:cubicBezTo>
                      <a:pt x="17711" y="5864"/>
                      <a:pt x="19204" y="4774"/>
                      <a:pt x="19749" y="3957"/>
                    </a:cubicBezTo>
                    <a:cubicBezTo>
                      <a:pt x="20435" y="2998"/>
                      <a:pt x="20839" y="1"/>
                      <a:pt x="208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 name="Google Shape;1438;p31">
              <a:extLst>
                <a:ext uri="{FF2B5EF4-FFF2-40B4-BE49-F238E27FC236}">
                  <a16:creationId xmlns:a16="http://schemas.microsoft.com/office/drawing/2014/main" id="{EB3293D8-B760-B8A8-D218-415741571CC8}"/>
                </a:ext>
              </a:extLst>
            </p:cNvPr>
            <p:cNvGrpSpPr/>
            <p:nvPr/>
          </p:nvGrpSpPr>
          <p:grpSpPr>
            <a:xfrm rot="-366842">
              <a:off x="2847196" y="1404846"/>
              <a:ext cx="110967" cy="60586"/>
              <a:chOff x="3467344" y="1694749"/>
              <a:chExt cx="114969" cy="62784"/>
            </a:xfrm>
          </p:grpSpPr>
          <p:sp>
            <p:nvSpPr>
              <p:cNvPr id="1439" name="Google Shape;1439;p31">
                <a:extLst>
                  <a:ext uri="{FF2B5EF4-FFF2-40B4-BE49-F238E27FC236}">
                    <a16:creationId xmlns:a16="http://schemas.microsoft.com/office/drawing/2014/main" id="{3CE6918F-487B-C0E9-D576-BAFA473A2D1A}"/>
                  </a:ext>
                </a:extLst>
              </p:cNvPr>
              <p:cNvSpPr/>
              <p:nvPr/>
            </p:nvSpPr>
            <p:spPr>
              <a:xfrm>
                <a:off x="3545727" y="1694749"/>
                <a:ext cx="36586" cy="56634"/>
              </a:xfrm>
              <a:custGeom>
                <a:avLst/>
                <a:gdLst/>
                <a:ahLst/>
                <a:cxnLst/>
                <a:rect l="l" t="t" r="r" b="b"/>
                <a:pathLst>
                  <a:path w="1053" h="1630" extrusionOk="0">
                    <a:moveTo>
                      <a:pt x="828" y="1"/>
                    </a:moveTo>
                    <a:cubicBezTo>
                      <a:pt x="627" y="552"/>
                      <a:pt x="76" y="853"/>
                      <a:pt x="76" y="853"/>
                    </a:cubicBezTo>
                    <a:cubicBezTo>
                      <a:pt x="51" y="1103"/>
                      <a:pt x="25" y="1379"/>
                      <a:pt x="0" y="1630"/>
                    </a:cubicBezTo>
                    <a:cubicBezTo>
                      <a:pt x="1053" y="1304"/>
                      <a:pt x="828" y="1"/>
                      <a:pt x="8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31">
                <a:extLst>
                  <a:ext uri="{FF2B5EF4-FFF2-40B4-BE49-F238E27FC236}">
                    <a16:creationId xmlns:a16="http://schemas.microsoft.com/office/drawing/2014/main" id="{09ED9102-212B-806D-0734-2C45FE5B0303}"/>
                  </a:ext>
                </a:extLst>
              </p:cNvPr>
              <p:cNvSpPr/>
              <p:nvPr/>
            </p:nvSpPr>
            <p:spPr>
              <a:xfrm>
                <a:off x="3467344" y="1713928"/>
                <a:ext cx="46211" cy="43605"/>
              </a:xfrm>
              <a:custGeom>
                <a:avLst/>
                <a:gdLst/>
                <a:ahLst/>
                <a:cxnLst/>
                <a:rect l="l" t="t" r="r" b="b"/>
                <a:pathLst>
                  <a:path w="1330" h="1255" extrusionOk="0">
                    <a:moveTo>
                      <a:pt x="1" y="0"/>
                    </a:moveTo>
                    <a:lnTo>
                      <a:pt x="1" y="0"/>
                    </a:lnTo>
                    <a:cubicBezTo>
                      <a:pt x="1" y="0"/>
                      <a:pt x="218" y="1255"/>
                      <a:pt x="1268" y="1255"/>
                    </a:cubicBezTo>
                    <a:cubicBezTo>
                      <a:pt x="1288" y="1255"/>
                      <a:pt x="1308" y="1254"/>
                      <a:pt x="1329" y="1253"/>
                    </a:cubicBezTo>
                    <a:cubicBezTo>
                      <a:pt x="1204" y="1003"/>
                      <a:pt x="1104" y="777"/>
                      <a:pt x="978" y="526"/>
                    </a:cubicBezTo>
                    <a:cubicBezTo>
                      <a:pt x="978" y="526"/>
                      <a:pt x="377" y="45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41" name="Google Shape;1441;p31">
            <a:extLst>
              <a:ext uri="{FF2B5EF4-FFF2-40B4-BE49-F238E27FC236}">
                <a16:creationId xmlns:a16="http://schemas.microsoft.com/office/drawing/2014/main" id="{04746409-D91D-1731-3888-FFB7E2A795EA}"/>
              </a:ext>
            </a:extLst>
          </p:cNvPr>
          <p:cNvGrpSpPr/>
          <p:nvPr/>
        </p:nvGrpSpPr>
        <p:grpSpPr>
          <a:xfrm rot="769105">
            <a:off x="2681387" y="956677"/>
            <a:ext cx="84622" cy="46193"/>
            <a:chOff x="3467344" y="1694749"/>
            <a:chExt cx="114969" cy="62784"/>
          </a:xfrm>
        </p:grpSpPr>
        <p:sp>
          <p:nvSpPr>
            <p:cNvPr id="1442" name="Google Shape;1442;p31">
              <a:extLst>
                <a:ext uri="{FF2B5EF4-FFF2-40B4-BE49-F238E27FC236}">
                  <a16:creationId xmlns:a16="http://schemas.microsoft.com/office/drawing/2014/main" id="{A020FC04-340C-DEBE-04C0-B57A6D26A33E}"/>
                </a:ext>
              </a:extLst>
            </p:cNvPr>
            <p:cNvSpPr/>
            <p:nvPr/>
          </p:nvSpPr>
          <p:spPr>
            <a:xfrm>
              <a:off x="3545727" y="1694749"/>
              <a:ext cx="36586" cy="56634"/>
            </a:xfrm>
            <a:custGeom>
              <a:avLst/>
              <a:gdLst/>
              <a:ahLst/>
              <a:cxnLst/>
              <a:rect l="l" t="t" r="r" b="b"/>
              <a:pathLst>
                <a:path w="1053" h="1630" extrusionOk="0">
                  <a:moveTo>
                    <a:pt x="828" y="1"/>
                  </a:moveTo>
                  <a:cubicBezTo>
                    <a:pt x="627" y="552"/>
                    <a:pt x="76" y="853"/>
                    <a:pt x="76" y="853"/>
                  </a:cubicBezTo>
                  <a:cubicBezTo>
                    <a:pt x="51" y="1103"/>
                    <a:pt x="25" y="1379"/>
                    <a:pt x="0" y="1630"/>
                  </a:cubicBezTo>
                  <a:cubicBezTo>
                    <a:pt x="1053" y="1304"/>
                    <a:pt x="828" y="1"/>
                    <a:pt x="8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31">
              <a:extLst>
                <a:ext uri="{FF2B5EF4-FFF2-40B4-BE49-F238E27FC236}">
                  <a16:creationId xmlns:a16="http://schemas.microsoft.com/office/drawing/2014/main" id="{D0A93F38-FBBA-66E5-CE22-01B3FC9101A9}"/>
                </a:ext>
              </a:extLst>
            </p:cNvPr>
            <p:cNvSpPr/>
            <p:nvPr/>
          </p:nvSpPr>
          <p:spPr>
            <a:xfrm>
              <a:off x="3467344" y="1713928"/>
              <a:ext cx="46211" cy="43605"/>
            </a:xfrm>
            <a:custGeom>
              <a:avLst/>
              <a:gdLst/>
              <a:ahLst/>
              <a:cxnLst/>
              <a:rect l="l" t="t" r="r" b="b"/>
              <a:pathLst>
                <a:path w="1330" h="1255" extrusionOk="0">
                  <a:moveTo>
                    <a:pt x="1" y="0"/>
                  </a:moveTo>
                  <a:lnTo>
                    <a:pt x="1" y="0"/>
                  </a:lnTo>
                  <a:cubicBezTo>
                    <a:pt x="1" y="0"/>
                    <a:pt x="218" y="1255"/>
                    <a:pt x="1268" y="1255"/>
                  </a:cubicBezTo>
                  <a:cubicBezTo>
                    <a:pt x="1288" y="1255"/>
                    <a:pt x="1308" y="1254"/>
                    <a:pt x="1329" y="1253"/>
                  </a:cubicBezTo>
                  <a:cubicBezTo>
                    <a:pt x="1204" y="1003"/>
                    <a:pt x="1104" y="777"/>
                    <a:pt x="978" y="526"/>
                  </a:cubicBezTo>
                  <a:cubicBezTo>
                    <a:pt x="978" y="526"/>
                    <a:pt x="377" y="451"/>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 name="Google Shape;1444;p31">
            <a:extLst>
              <a:ext uri="{FF2B5EF4-FFF2-40B4-BE49-F238E27FC236}">
                <a16:creationId xmlns:a16="http://schemas.microsoft.com/office/drawing/2014/main" id="{315F2AB4-A202-1ADE-FFD8-F46404D8CCF7}"/>
              </a:ext>
            </a:extLst>
          </p:cNvPr>
          <p:cNvGrpSpPr/>
          <p:nvPr/>
        </p:nvGrpSpPr>
        <p:grpSpPr>
          <a:xfrm>
            <a:off x="6503187" y="3618708"/>
            <a:ext cx="1856837" cy="1134634"/>
            <a:chOff x="6503187" y="3618708"/>
            <a:chExt cx="1856837" cy="1134634"/>
          </a:xfrm>
        </p:grpSpPr>
        <p:sp>
          <p:nvSpPr>
            <p:cNvPr id="1445" name="Google Shape;1445;p31">
              <a:extLst>
                <a:ext uri="{FF2B5EF4-FFF2-40B4-BE49-F238E27FC236}">
                  <a16:creationId xmlns:a16="http://schemas.microsoft.com/office/drawing/2014/main" id="{333A8A59-FC3E-AC0D-E511-D473B064FEAC}"/>
                </a:ext>
              </a:extLst>
            </p:cNvPr>
            <p:cNvSpPr/>
            <p:nvPr/>
          </p:nvSpPr>
          <p:spPr>
            <a:xfrm rot="668618" flipH="1">
              <a:off x="6565647" y="3778385"/>
              <a:ext cx="1731918" cy="815280"/>
            </a:xfrm>
            <a:custGeom>
              <a:avLst/>
              <a:gdLst/>
              <a:ahLst/>
              <a:cxnLst/>
              <a:rect l="l" t="t" r="r" b="b"/>
              <a:pathLst>
                <a:path w="20839" h="9810" extrusionOk="0">
                  <a:moveTo>
                    <a:pt x="12937" y="4905"/>
                  </a:moveTo>
                  <a:lnTo>
                    <a:pt x="12937" y="4905"/>
                  </a:lnTo>
                  <a:cubicBezTo>
                    <a:pt x="12937" y="4924"/>
                    <a:pt x="12944" y="4944"/>
                    <a:pt x="12957" y="4967"/>
                  </a:cubicBezTo>
                  <a:lnTo>
                    <a:pt x="12957" y="4967"/>
                  </a:lnTo>
                  <a:cubicBezTo>
                    <a:pt x="12951" y="4946"/>
                    <a:pt x="12944" y="4925"/>
                    <a:pt x="12937" y="4905"/>
                  </a:cubicBezTo>
                  <a:close/>
                  <a:moveTo>
                    <a:pt x="20839" y="1"/>
                  </a:moveTo>
                  <a:lnTo>
                    <a:pt x="19346" y="3815"/>
                  </a:lnTo>
                  <a:cubicBezTo>
                    <a:pt x="19346" y="3815"/>
                    <a:pt x="18256" y="4633"/>
                    <a:pt x="17842" y="5047"/>
                  </a:cubicBezTo>
                  <a:cubicBezTo>
                    <a:pt x="17569" y="5319"/>
                    <a:pt x="16348" y="5723"/>
                    <a:pt x="15662" y="5995"/>
                  </a:cubicBezTo>
                  <a:cubicBezTo>
                    <a:pt x="15531" y="5995"/>
                    <a:pt x="15531" y="5864"/>
                    <a:pt x="15531" y="5864"/>
                  </a:cubicBezTo>
                  <a:lnTo>
                    <a:pt x="15531" y="5592"/>
                  </a:lnTo>
                  <a:cubicBezTo>
                    <a:pt x="15531" y="5178"/>
                    <a:pt x="15531" y="4502"/>
                    <a:pt x="15117" y="4088"/>
                  </a:cubicBezTo>
                  <a:lnTo>
                    <a:pt x="15117" y="4088"/>
                  </a:lnTo>
                  <a:cubicBezTo>
                    <a:pt x="15259" y="4230"/>
                    <a:pt x="14986" y="4905"/>
                    <a:pt x="14986" y="5047"/>
                  </a:cubicBezTo>
                  <a:cubicBezTo>
                    <a:pt x="14986" y="5178"/>
                    <a:pt x="14844" y="5178"/>
                    <a:pt x="14844" y="5319"/>
                  </a:cubicBezTo>
                  <a:cubicBezTo>
                    <a:pt x="14765" y="5291"/>
                    <a:pt x="14691" y="5280"/>
                    <a:pt x="14620" y="5280"/>
                  </a:cubicBezTo>
                  <a:cubicBezTo>
                    <a:pt x="14329" y="5280"/>
                    <a:pt x="14087" y="5478"/>
                    <a:pt x="13755" y="5592"/>
                  </a:cubicBezTo>
                  <a:lnTo>
                    <a:pt x="13755" y="5723"/>
                  </a:lnTo>
                  <a:cubicBezTo>
                    <a:pt x="13624" y="5592"/>
                    <a:pt x="13482" y="5450"/>
                    <a:pt x="13482" y="5319"/>
                  </a:cubicBezTo>
                  <a:cubicBezTo>
                    <a:pt x="13368" y="5319"/>
                    <a:pt x="13041" y="5114"/>
                    <a:pt x="12957" y="4967"/>
                  </a:cubicBezTo>
                  <a:lnTo>
                    <a:pt x="12957" y="4967"/>
                  </a:lnTo>
                  <a:cubicBezTo>
                    <a:pt x="13079" y="5372"/>
                    <a:pt x="13079" y="5884"/>
                    <a:pt x="13079" y="6268"/>
                  </a:cubicBezTo>
                  <a:lnTo>
                    <a:pt x="13210" y="6268"/>
                  </a:lnTo>
                  <a:cubicBezTo>
                    <a:pt x="12937" y="6540"/>
                    <a:pt x="12806" y="6682"/>
                    <a:pt x="12665" y="6954"/>
                  </a:cubicBezTo>
                  <a:cubicBezTo>
                    <a:pt x="12537" y="6985"/>
                    <a:pt x="12388" y="7001"/>
                    <a:pt x="12221" y="7001"/>
                  </a:cubicBezTo>
                  <a:cubicBezTo>
                    <a:pt x="11675" y="7001"/>
                    <a:pt x="10947" y="6827"/>
                    <a:pt x="10212" y="6409"/>
                  </a:cubicBezTo>
                  <a:cubicBezTo>
                    <a:pt x="8578" y="5319"/>
                    <a:pt x="8305" y="4774"/>
                    <a:pt x="8305" y="4774"/>
                  </a:cubicBezTo>
                  <a:cubicBezTo>
                    <a:pt x="8305" y="4774"/>
                    <a:pt x="7760" y="4774"/>
                    <a:pt x="6943" y="4360"/>
                  </a:cubicBezTo>
                  <a:cubicBezTo>
                    <a:pt x="6125" y="3815"/>
                    <a:pt x="3673" y="2453"/>
                    <a:pt x="3673" y="2453"/>
                  </a:cubicBezTo>
                  <a:cubicBezTo>
                    <a:pt x="3673" y="2453"/>
                    <a:pt x="2672" y="2167"/>
                    <a:pt x="1809" y="2167"/>
                  </a:cubicBezTo>
                  <a:cubicBezTo>
                    <a:pt x="1481" y="2167"/>
                    <a:pt x="1174" y="2208"/>
                    <a:pt x="949" y="2322"/>
                  </a:cubicBezTo>
                  <a:cubicBezTo>
                    <a:pt x="0" y="2725"/>
                    <a:pt x="0" y="2998"/>
                    <a:pt x="0" y="2998"/>
                  </a:cubicBezTo>
                  <a:cubicBezTo>
                    <a:pt x="0" y="2998"/>
                    <a:pt x="273" y="2862"/>
                    <a:pt x="630" y="2862"/>
                  </a:cubicBezTo>
                  <a:cubicBezTo>
                    <a:pt x="987" y="2862"/>
                    <a:pt x="1428" y="2998"/>
                    <a:pt x="1766" y="3543"/>
                  </a:cubicBezTo>
                  <a:cubicBezTo>
                    <a:pt x="2453" y="4774"/>
                    <a:pt x="2725" y="6137"/>
                    <a:pt x="2725" y="6137"/>
                  </a:cubicBezTo>
                  <a:cubicBezTo>
                    <a:pt x="2725" y="6137"/>
                    <a:pt x="3542" y="6137"/>
                    <a:pt x="4632" y="7085"/>
                  </a:cubicBezTo>
                  <a:cubicBezTo>
                    <a:pt x="5581" y="8175"/>
                    <a:pt x="5722" y="8720"/>
                    <a:pt x="5722" y="8720"/>
                  </a:cubicBezTo>
                  <a:cubicBezTo>
                    <a:pt x="5722" y="8720"/>
                    <a:pt x="5891" y="8699"/>
                    <a:pt x="6179" y="8699"/>
                  </a:cubicBezTo>
                  <a:cubicBezTo>
                    <a:pt x="6622" y="8699"/>
                    <a:pt x="7348" y="8748"/>
                    <a:pt x="8174" y="8992"/>
                  </a:cubicBezTo>
                  <a:cubicBezTo>
                    <a:pt x="9537" y="9406"/>
                    <a:pt x="9668" y="9810"/>
                    <a:pt x="9668" y="9810"/>
                  </a:cubicBezTo>
                  <a:cubicBezTo>
                    <a:pt x="9668" y="9810"/>
                    <a:pt x="10485" y="9406"/>
                    <a:pt x="11575" y="8992"/>
                  </a:cubicBezTo>
                  <a:cubicBezTo>
                    <a:pt x="11847" y="8861"/>
                    <a:pt x="12261" y="8720"/>
                    <a:pt x="12534" y="8589"/>
                  </a:cubicBezTo>
                  <a:cubicBezTo>
                    <a:pt x="12665" y="8720"/>
                    <a:pt x="12806" y="8720"/>
                    <a:pt x="12806" y="8720"/>
                  </a:cubicBezTo>
                  <a:cubicBezTo>
                    <a:pt x="13008" y="8791"/>
                    <a:pt x="13177" y="8826"/>
                    <a:pt x="13347" y="8826"/>
                  </a:cubicBezTo>
                  <a:cubicBezTo>
                    <a:pt x="13518" y="8826"/>
                    <a:pt x="13689" y="8791"/>
                    <a:pt x="13896" y="8720"/>
                  </a:cubicBezTo>
                  <a:cubicBezTo>
                    <a:pt x="14441" y="8589"/>
                    <a:pt x="14986" y="8175"/>
                    <a:pt x="15259" y="7499"/>
                  </a:cubicBezTo>
                  <a:cubicBezTo>
                    <a:pt x="16348" y="6954"/>
                    <a:pt x="17711" y="5864"/>
                    <a:pt x="17711" y="5864"/>
                  </a:cubicBezTo>
                  <a:cubicBezTo>
                    <a:pt x="17711" y="5864"/>
                    <a:pt x="19204" y="4774"/>
                    <a:pt x="19749" y="3957"/>
                  </a:cubicBezTo>
                  <a:cubicBezTo>
                    <a:pt x="20435" y="2998"/>
                    <a:pt x="20839" y="1"/>
                    <a:pt x="208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6" name="Google Shape;1446;p31">
              <a:extLst>
                <a:ext uri="{FF2B5EF4-FFF2-40B4-BE49-F238E27FC236}">
                  <a16:creationId xmlns:a16="http://schemas.microsoft.com/office/drawing/2014/main" id="{7C97E155-C169-11F0-5E1D-0A280398208C}"/>
                </a:ext>
              </a:extLst>
            </p:cNvPr>
            <p:cNvGrpSpPr/>
            <p:nvPr/>
          </p:nvGrpSpPr>
          <p:grpSpPr>
            <a:xfrm rot="1537298">
              <a:off x="7032937" y="4182565"/>
              <a:ext cx="96403" cy="52624"/>
              <a:chOff x="3448279" y="1688340"/>
              <a:chExt cx="130968" cy="71523"/>
            </a:xfrm>
          </p:grpSpPr>
          <p:sp>
            <p:nvSpPr>
              <p:cNvPr id="1447" name="Google Shape;1447;p31">
                <a:extLst>
                  <a:ext uri="{FF2B5EF4-FFF2-40B4-BE49-F238E27FC236}">
                    <a16:creationId xmlns:a16="http://schemas.microsoft.com/office/drawing/2014/main" id="{D938263A-8C22-7F68-24BC-246E9C8B3E23}"/>
                  </a:ext>
                </a:extLst>
              </p:cNvPr>
              <p:cNvSpPr/>
              <p:nvPr/>
            </p:nvSpPr>
            <p:spPr>
              <a:xfrm rot="217">
                <a:off x="3537567" y="1688342"/>
                <a:ext cx="41678" cy="64519"/>
              </a:xfrm>
              <a:custGeom>
                <a:avLst/>
                <a:gdLst/>
                <a:ahLst/>
                <a:cxnLst/>
                <a:rect l="l" t="t" r="r" b="b"/>
                <a:pathLst>
                  <a:path w="1053" h="1630" extrusionOk="0">
                    <a:moveTo>
                      <a:pt x="828" y="1"/>
                    </a:moveTo>
                    <a:cubicBezTo>
                      <a:pt x="627" y="552"/>
                      <a:pt x="76" y="853"/>
                      <a:pt x="76" y="853"/>
                    </a:cubicBezTo>
                    <a:cubicBezTo>
                      <a:pt x="51" y="1103"/>
                      <a:pt x="25" y="1379"/>
                      <a:pt x="0" y="1630"/>
                    </a:cubicBezTo>
                    <a:cubicBezTo>
                      <a:pt x="1053" y="1304"/>
                      <a:pt x="828" y="1"/>
                      <a:pt x="8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31">
                <a:extLst>
                  <a:ext uri="{FF2B5EF4-FFF2-40B4-BE49-F238E27FC236}">
                    <a16:creationId xmlns:a16="http://schemas.microsoft.com/office/drawing/2014/main" id="{0FC5F08E-7DDB-A07F-C04C-CC324EDA15BF}"/>
                  </a:ext>
                </a:extLst>
              </p:cNvPr>
              <p:cNvSpPr/>
              <p:nvPr/>
            </p:nvSpPr>
            <p:spPr>
              <a:xfrm rot="217">
                <a:off x="3448280" y="1710186"/>
                <a:ext cx="52641" cy="49676"/>
              </a:xfrm>
              <a:custGeom>
                <a:avLst/>
                <a:gdLst/>
                <a:ahLst/>
                <a:cxnLst/>
                <a:rect l="l" t="t" r="r" b="b"/>
                <a:pathLst>
                  <a:path w="1330" h="1255" extrusionOk="0">
                    <a:moveTo>
                      <a:pt x="1" y="0"/>
                    </a:moveTo>
                    <a:lnTo>
                      <a:pt x="1" y="0"/>
                    </a:lnTo>
                    <a:cubicBezTo>
                      <a:pt x="1" y="0"/>
                      <a:pt x="218" y="1255"/>
                      <a:pt x="1268" y="1255"/>
                    </a:cubicBezTo>
                    <a:cubicBezTo>
                      <a:pt x="1288" y="1255"/>
                      <a:pt x="1308" y="1254"/>
                      <a:pt x="1329" y="1253"/>
                    </a:cubicBezTo>
                    <a:cubicBezTo>
                      <a:pt x="1204" y="1003"/>
                      <a:pt x="1104" y="777"/>
                      <a:pt x="978" y="526"/>
                    </a:cubicBezTo>
                    <a:cubicBezTo>
                      <a:pt x="978" y="526"/>
                      <a:pt x="377" y="45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376107890"/>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430">
          <a:extLst>
            <a:ext uri="{FF2B5EF4-FFF2-40B4-BE49-F238E27FC236}">
              <a16:creationId xmlns:a16="http://schemas.microsoft.com/office/drawing/2014/main" id="{90705EC6-0EF7-236B-BB2C-48FF989E06D3}"/>
            </a:ext>
          </a:extLst>
        </p:cNvPr>
        <p:cNvGrpSpPr/>
        <p:nvPr/>
      </p:nvGrpSpPr>
      <p:grpSpPr>
        <a:xfrm>
          <a:off x="0" y="0"/>
          <a:ext cx="0" cy="0"/>
          <a:chOff x="0" y="0"/>
          <a:chExt cx="0" cy="0"/>
        </a:xfrm>
      </p:grpSpPr>
      <p:sp>
        <p:nvSpPr>
          <p:cNvPr id="1432" name="Google Shape;1432;p31">
            <a:extLst>
              <a:ext uri="{FF2B5EF4-FFF2-40B4-BE49-F238E27FC236}">
                <a16:creationId xmlns:a16="http://schemas.microsoft.com/office/drawing/2014/main" id="{A3FD369F-F2BF-C024-5A4E-5F0107667DBB}"/>
              </a:ext>
            </a:extLst>
          </p:cNvPr>
          <p:cNvSpPr txBox="1">
            <a:spLocks noGrp="1"/>
          </p:cNvSpPr>
          <p:nvPr>
            <p:ph type="title"/>
          </p:nvPr>
        </p:nvSpPr>
        <p:spPr>
          <a:xfrm>
            <a:off x="1660500" y="2401089"/>
            <a:ext cx="5823000" cy="841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US" dirty="0"/>
              <a:t>Morphology/Spatial </a:t>
            </a:r>
            <a:r>
              <a:rPr lang="en-US" dirty="0" err="1"/>
              <a:t>ShinyApp</a:t>
            </a:r>
            <a:endParaRPr dirty="0"/>
          </a:p>
        </p:txBody>
      </p:sp>
      <p:grpSp>
        <p:nvGrpSpPr>
          <p:cNvPr id="1434" name="Google Shape;1434;p31">
            <a:extLst>
              <a:ext uri="{FF2B5EF4-FFF2-40B4-BE49-F238E27FC236}">
                <a16:creationId xmlns:a16="http://schemas.microsoft.com/office/drawing/2014/main" id="{3C1A7E4C-01AC-5454-5D71-0CE3D97C3679}"/>
              </a:ext>
            </a:extLst>
          </p:cNvPr>
          <p:cNvGrpSpPr/>
          <p:nvPr/>
        </p:nvGrpSpPr>
        <p:grpSpPr>
          <a:xfrm>
            <a:off x="1824897" y="479317"/>
            <a:ext cx="2119856" cy="1413175"/>
            <a:chOff x="1824897" y="479317"/>
            <a:chExt cx="2119856" cy="1413175"/>
          </a:xfrm>
        </p:grpSpPr>
        <p:grpSp>
          <p:nvGrpSpPr>
            <p:cNvPr id="1435" name="Google Shape;1435;p31">
              <a:extLst>
                <a:ext uri="{FF2B5EF4-FFF2-40B4-BE49-F238E27FC236}">
                  <a16:creationId xmlns:a16="http://schemas.microsoft.com/office/drawing/2014/main" id="{40BC2258-43DE-130F-6DAC-2BB683836491}"/>
                </a:ext>
              </a:extLst>
            </p:cNvPr>
            <p:cNvGrpSpPr/>
            <p:nvPr/>
          </p:nvGrpSpPr>
          <p:grpSpPr>
            <a:xfrm>
              <a:off x="1824897" y="479317"/>
              <a:ext cx="2119856" cy="1413175"/>
              <a:chOff x="1824975" y="806675"/>
              <a:chExt cx="1628904" cy="1085888"/>
            </a:xfrm>
          </p:grpSpPr>
          <p:sp>
            <p:nvSpPr>
              <p:cNvPr id="1436" name="Google Shape;1436;p31">
                <a:extLst>
                  <a:ext uri="{FF2B5EF4-FFF2-40B4-BE49-F238E27FC236}">
                    <a16:creationId xmlns:a16="http://schemas.microsoft.com/office/drawing/2014/main" id="{BEB68BD4-9C93-CF39-74F5-79079E73FBF0}"/>
                  </a:ext>
                </a:extLst>
              </p:cNvPr>
              <p:cNvSpPr/>
              <p:nvPr/>
            </p:nvSpPr>
            <p:spPr>
              <a:xfrm rot="-711411">
                <a:off x="1850731" y="1320448"/>
                <a:ext cx="1577391" cy="414487"/>
              </a:xfrm>
              <a:custGeom>
                <a:avLst/>
                <a:gdLst/>
                <a:ahLst/>
                <a:cxnLst/>
                <a:rect l="l" t="t" r="r" b="b"/>
                <a:pathLst>
                  <a:path w="35421" h="9308" extrusionOk="0">
                    <a:moveTo>
                      <a:pt x="28528" y="0"/>
                    </a:moveTo>
                    <a:cubicBezTo>
                      <a:pt x="26812" y="0"/>
                      <a:pt x="24725" y="270"/>
                      <a:pt x="22212" y="992"/>
                    </a:cubicBezTo>
                    <a:cubicBezTo>
                      <a:pt x="22212" y="992"/>
                      <a:pt x="21798" y="2899"/>
                      <a:pt x="19759" y="3989"/>
                    </a:cubicBezTo>
                    <a:lnTo>
                      <a:pt x="19759" y="3586"/>
                    </a:lnTo>
                    <a:cubicBezTo>
                      <a:pt x="19618" y="3313"/>
                      <a:pt x="19890" y="3172"/>
                      <a:pt x="19890" y="3172"/>
                    </a:cubicBezTo>
                    <a:cubicBezTo>
                      <a:pt x="19215" y="3172"/>
                      <a:pt x="18942" y="3717"/>
                      <a:pt x="18800" y="3989"/>
                    </a:cubicBezTo>
                    <a:cubicBezTo>
                      <a:pt x="18255" y="3858"/>
                      <a:pt x="17711" y="3858"/>
                      <a:pt x="17711" y="3858"/>
                    </a:cubicBezTo>
                    <a:cubicBezTo>
                      <a:pt x="17711" y="3858"/>
                      <a:pt x="17166" y="3858"/>
                      <a:pt x="16621" y="4131"/>
                    </a:cubicBezTo>
                    <a:cubicBezTo>
                      <a:pt x="16508" y="3896"/>
                      <a:pt x="16186" y="3557"/>
                      <a:pt x="15668" y="3557"/>
                    </a:cubicBezTo>
                    <a:cubicBezTo>
                      <a:pt x="15584" y="3557"/>
                      <a:pt x="15494" y="3566"/>
                      <a:pt x="15400" y="3586"/>
                    </a:cubicBezTo>
                    <a:cubicBezTo>
                      <a:pt x="15400" y="3586"/>
                      <a:pt x="15672" y="3717"/>
                      <a:pt x="15672" y="3989"/>
                    </a:cubicBezTo>
                    <a:lnTo>
                      <a:pt x="15672" y="4403"/>
                    </a:lnTo>
                    <a:cubicBezTo>
                      <a:pt x="13493" y="3717"/>
                      <a:pt x="12806" y="1809"/>
                      <a:pt x="12806" y="1809"/>
                    </a:cubicBezTo>
                    <a:cubicBezTo>
                      <a:pt x="11979" y="1745"/>
                      <a:pt x="11203" y="1715"/>
                      <a:pt x="10475" y="1715"/>
                    </a:cubicBezTo>
                    <a:cubicBezTo>
                      <a:pt x="1970" y="1715"/>
                      <a:pt x="0" y="5766"/>
                      <a:pt x="0" y="5766"/>
                    </a:cubicBezTo>
                    <a:cubicBezTo>
                      <a:pt x="1059" y="5253"/>
                      <a:pt x="1869" y="5057"/>
                      <a:pt x="2488" y="5057"/>
                    </a:cubicBezTo>
                    <a:cubicBezTo>
                      <a:pt x="4501" y="5057"/>
                      <a:pt x="4501" y="7128"/>
                      <a:pt x="4501" y="7128"/>
                    </a:cubicBezTo>
                    <a:cubicBezTo>
                      <a:pt x="5476" y="6188"/>
                      <a:pt x="6288" y="5843"/>
                      <a:pt x="6954" y="5843"/>
                    </a:cubicBezTo>
                    <a:cubicBezTo>
                      <a:pt x="8801" y="5843"/>
                      <a:pt x="9536" y="8490"/>
                      <a:pt x="9536" y="8490"/>
                    </a:cubicBezTo>
                    <a:cubicBezTo>
                      <a:pt x="10181" y="7733"/>
                      <a:pt x="10752" y="7460"/>
                      <a:pt x="11240" y="7460"/>
                    </a:cubicBezTo>
                    <a:cubicBezTo>
                      <a:pt x="12510" y="7460"/>
                      <a:pt x="13220" y="9308"/>
                      <a:pt x="13220" y="9308"/>
                    </a:cubicBezTo>
                    <a:cubicBezTo>
                      <a:pt x="13524" y="8648"/>
                      <a:pt x="13920" y="8441"/>
                      <a:pt x="14299" y="8441"/>
                    </a:cubicBezTo>
                    <a:cubicBezTo>
                      <a:pt x="14941" y="8441"/>
                      <a:pt x="15531" y="9035"/>
                      <a:pt x="15531" y="9035"/>
                    </a:cubicBezTo>
                    <a:cubicBezTo>
                      <a:pt x="15400" y="8218"/>
                      <a:pt x="15803" y="7673"/>
                      <a:pt x="16076" y="7128"/>
                    </a:cubicBezTo>
                    <a:cubicBezTo>
                      <a:pt x="16348" y="7673"/>
                      <a:pt x="17307" y="8218"/>
                      <a:pt x="18125" y="8218"/>
                    </a:cubicBezTo>
                    <a:cubicBezTo>
                      <a:pt x="18942" y="8076"/>
                      <a:pt x="19759" y="7400"/>
                      <a:pt x="19890" y="6855"/>
                    </a:cubicBezTo>
                    <a:cubicBezTo>
                      <a:pt x="20304" y="7259"/>
                      <a:pt x="20708" y="7804"/>
                      <a:pt x="20708" y="8621"/>
                    </a:cubicBezTo>
                    <a:cubicBezTo>
                      <a:pt x="20708" y="8621"/>
                      <a:pt x="21311" y="7686"/>
                      <a:pt x="22092" y="7686"/>
                    </a:cubicBezTo>
                    <a:cubicBezTo>
                      <a:pt x="22427" y="7686"/>
                      <a:pt x="22794" y="7858"/>
                      <a:pt x="23160" y="8349"/>
                    </a:cubicBezTo>
                    <a:cubicBezTo>
                      <a:pt x="23160" y="8349"/>
                      <a:pt x="23480" y="6106"/>
                      <a:pt x="24922" y="6106"/>
                    </a:cubicBezTo>
                    <a:cubicBezTo>
                      <a:pt x="25360" y="6106"/>
                      <a:pt x="25902" y="6314"/>
                      <a:pt x="26571" y="6855"/>
                    </a:cubicBezTo>
                    <a:cubicBezTo>
                      <a:pt x="26571" y="6855"/>
                      <a:pt x="26821" y="3727"/>
                      <a:pt x="28992" y="3727"/>
                    </a:cubicBezTo>
                    <a:cubicBezTo>
                      <a:pt x="29578" y="3727"/>
                      <a:pt x="30304" y="3955"/>
                      <a:pt x="31203" y="4534"/>
                    </a:cubicBezTo>
                    <a:cubicBezTo>
                      <a:pt x="31203" y="4534"/>
                      <a:pt x="30710" y="2090"/>
                      <a:pt x="33548" y="2090"/>
                    </a:cubicBezTo>
                    <a:cubicBezTo>
                      <a:pt x="34058" y="2090"/>
                      <a:pt x="34675" y="2169"/>
                      <a:pt x="35421" y="2354"/>
                    </a:cubicBezTo>
                    <a:cubicBezTo>
                      <a:pt x="35421" y="2354"/>
                      <a:pt x="33596" y="0"/>
                      <a:pt x="28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31">
                <a:extLst>
                  <a:ext uri="{FF2B5EF4-FFF2-40B4-BE49-F238E27FC236}">
                    <a16:creationId xmlns:a16="http://schemas.microsoft.com/office/drawing/2014/main" id="{C3C8CA81-FA3C-74DA-B88D-4A3A438185D4}"/>
                  </a:ext>
                </a:extLst>
              </p:cNvPr>
              <p:cNvSpPr/>
              <p:nvPr/>
            </p:nvSpPr>
            <p:spPr>
              <a:xfrm rot="917431">
                <a:off x="1959106" y="908996"/>
                <a:ext cx="828342" cy="389944"/>
              </a:xfrm>
              <a:custGeom>
                <a:avLst/>
                <a:gdLst/>
                <a:ahLst/>
                <a:cxnLst/>
                <a:rect l="l" t="t" r="r" b="b"/>
                <a:pathLst>
                  <a:path w="20839" h="9810" extrusionOk="0">
                    <a:moveTo>
                      <a:pt x="12937" y="4905"/>
                    </a:moveTo>
                    <a:lnTo>
                      <a:pt x="12937" y="4905"/>
                    </a:lnTo>
                    <a:cubicBezTo>
                      <a:pt x="12937" y="4924"/>
                      <a:pt x="12944" y="4944"/>
                      <a:pt x="12957" y="4967"/>
                    </a:cubicBezTo>
                    <a:lnTo>
                      <a:pt x="12957" y="4967"/>
                    </a:lnTo>
                    <a:cubicBezTo>
                      <a:pt x="12951" y="4946"/>
                      <a:pt x="12944" y="4925"/>
                      <a:pt x="12937" y="4905"/>
                    </a:cubicBezTo>
                    <a:close/>
                    <a:moveTo>
                      <a:pt x="20839" y="1"/>
                    </a:moveTo>
                    <a:lnTo>
                      <a:pt x="19346" y="3815"/>
                    </a:lnTo>
                    <a:cubicBezTo>
                      <a:pt x="19346" y="3815"/>
                      <a:pt x="18256" y="4633"/>
                      <a:pt x="17842" y="5047"/>
                    </a:cubicBezTo>
                    <a:cubicBezTo>
                      <a:pt x="17569" y="5319"/>
                      <a:pt x="16348" y="5723"/>
                      <a:pt x="15662" y="5995"/>
                    </a:cubicBezTo>
                    <a:cubicBezTo>
                      <a:pt x="15531" y="5995"/>
                      <a:pt x="15531" y="5864"/>
                      <a:pt x="15531" y="5864"/>
                    </a:cubicBezTo>
                    <a:lnTo>
                      <a:pt x="15531" y="5592"/>
                    </a:lnTo>
                    <a:cubicBezTo>
                      <a:pt x="15531" y="5178"/>
                      <a:pt x="15531" y="4502"/>
                      <a:pt x="15117" y="4088"/>
                    </a:cubicBezTo>
                    <a:lnTo>
                      <a:pt x="15117" y="4088"/>
                    </a:lnTo>
                    <a:cubicBezTo>
                      <a:pt x="15259" y="4230"/>
                      <a:pt x="14986" y="4905"/>
                      <a:pt x="14986" y="5047"/>
                    </a:cubicBezTo>
                    <a:cubicBezTo>
                      <a:pt x="14986" y="5178"/>
                      <a:pt x="14844" y="5178"/>
                      <a:pt x="14844" y="5319"/>
                    </a:cubicBezTo>
                    <a:cubicBezTo>
                      <a:pt x="14765" y="5291"/>
                      <a:pt x="14691" y="5280"/>
                      <a:pt x="14620" y="5280"/>
                    </a:cubicBezTo>
                    <a:cubicBezTo>
                      <a:pt x="14329" y="5280"/>
                      <a:pt x="14087" y="5478"/>
                      <a:pt x="13755" y="5592"/>
                    </a:cubicBezTo>
                    <a:lnTo>
                      <a:pt x="13755" y="5723"/>
                    </a:lnTo>
                    <a:cubicBezTo>
                      <a:pt x="13624" y="5592"/>
                      <a:pt x="13482" y="5450"/>
                      <a:pt x="13482" y="5319"/>
                    </a:cubicBezTo>
                    <a:cubicBezTo>
                      <a:pt x="13368" y="5319"/>
                      <a:pt x="13041" y="5114"/>
                      <a:pt x="12957" y="4967"/>
                    </a:cubicBezTo>
                    <a:lnTo>
                      <a:pt x="12957" y="4967"/>
                    </a:lnTo>
                    <a:cubicBezTo>
                      <a:pt x="13079" y="5372"/>
                      <a:pt x="13079" y="5884"/>
                      <a:pt x="13079" y="6268"/>
                    </a:cubicBezTo>
                    <a:lnTo>
                      <a:pt x="13210" y="6268"/>
                    </a:lnTo>
                    <a:cubicBezTo>
                      <a:pt x="12937" y="6540"/>
                      <a:pt x="12806" y="6682"/>
                      <a:pt x="12665" y="6954"/>
                    </a:cubicBezTo>
                    <a:cubicBezTo>
                      <a:pt x="12537" y="6985"/>
                      <a:pt x="12388" y="7001"/>
                      <a:pt x="12221" y="7001"/>
                    </a:cubicBezTo>
                    <a:cubicBezTo>
                      <a:pt x="11675" y="7001"/>
                      <a:pt x="10947" y="6827"/>
                      <a:pt x="10212" y="6409"/>
                    </a:cubicBezTo>
                    <a:cubicBezTo>
                      <a:pt x="8578" y="5319"/>
                      <a:pt x="8305" y="4774"/>
                      <a:pt x="8305" y="4774"/>
                    </a:cubicBezTo>
                    <a:cubicBezTo>
                      <a:pt x="8305" y="4774"/>
                      <a:pt x="7760" y="4774"/>
                      <a:pt x="6943" y="4360"/>
                    </a:cubicBezTo>
                    <a:cubicBezTo>
                      <a:pt x="6125" y="3815"/>
                      <a:pt x="3673" y="2453"/>
                      <a:pt x="3673" y="2453"/>
                    </a:cubicBezTo>
                    <a:cubicBezTo>
                      <a:pt x="3673" y="2453"/>
                      <a:pt x="2672" y="2167"/>
                      <a:pt x="1809" y="2167"/>
                    </a:cubicBezTo>
                    <a:cubicBezTo>
                      <a:pt x="1481" y="2167"/>
                      <a:pt x="1174" y="2208"/>
                      <a:pt x="949" y="2322"/>
                    </a:cubicBezTo>
                    <a:cubicBezTo>
                      <a:pt x="0" y="2725"/>
                      <a:pt x="0" y="2998"/>
                      <a:pt x="0" y="2998"/>
                    </a:cubicBezTo>
                    <a:cubicBezTo>
                      <a:pt x="0" y="2998"/>
                      <a:pt x="273" y="2862"/>
                      <a:pt x="630" y="2862"/>
                    </a:cubicBezTo>
                    <a:cubicBezTo>
                      <a:pt x="987" y="2862"/>
                      <a:pt x="1428" y="2998"/>
                      <a:pt x="1766" y="3543"/>
                    </a:cubicBezTo>
                    <a:cubicBezTo>
                      <a:pt x="2453" y="4774"/>
                      <a:pt x="2725" y="6137"/>
                      <a:pt x="2725" y="6137"/>
                    </a:cubicBezTo>
                    <a:cubicBezTo>
                      <a:pt x="2725" y="6137"/>
                      <a:pt x="3542" y="6137"/>
                      <a:pt x="4632" y="7085"/>
                    </a:cubicBezTo>
                    <a:cubicBezTo>
                      <a:pt x="5581" y="8175"/>
                      <a:pt x="5722" y="8720"/>
                      <a:pt x="5722" y="8720"/>
                    </a:cubicBezTo>
                    <a:cubicBezTo>
                      <a:pt x="5722" y="8720"/>
                      <a:pt x="5891" y="8699"/>
                      <a:pt x="6179" y="8699"/>
                    </a:cubicBezTo>
                    <a:cubicBezTo>
                      <a:pt x="6622" y="8699"/>
                      <a:pt x="7348" y="8748"/>
                      <a:pt x="8174" y="8992"/>
                    </a:cubicBezTo>
                    <a:cubicBezTo>
                      <a:pt x="9537" y="9406"/>
                      <a:pt x="9668" y="9810"/>
                      <a:pt x="9668" y="9810"/>
                    </a:cubicBezTo>
                    <a:cubicBezTo>
                      <a:pt x="9668" y="9810"/>
                      <a:pt x="10485" y="9406"/>
                      <a:pt x="11575" y="8992"/>
                    </a:cubicBezTo>
                    <a:cubicBezTo>
                      <a:pt x="11847" y="8861"/>
                      <a:pt x="12261" y="8720"/>
                      <a:pt x="12534" y="8589"/>
                    </a:cubicBezTo>
                    <a:cubicBezTo>
                      <a:pt x="12665" y="8720"/>
                      <a:pt x="12806" y="8720"/>
                      <a:pt x="12806" y="8720"/>
                    </a:cubicBezTo>
                    <a:cubicBezTo>
                      <a:pt x="13008" y="8791"/>
                      <a:pt x="13177" y="8826"/>
                      <a:pt x="13347" y="8826"/>
                    </a:cubicBezTo>
                    <a:cubicBezTo>
                      <a:pt x="13518" y="8826"/>
                      <a:pt x="13689" y="8791"/>
                      <a:pt x="13896" y="8720"/>
                    </a:cubicBezTo>
                    <a:cubicBezTo>
                      <a:pt x="14441" y="8589"/>
                      <a:pt x="14986" y="8175"/>
                      <a:pt x="15259" y="7499"/>
                    </a:cubicBezTo>
                    <a:cubicBezTo>
                      <a:pt x="16348" y="6954"/>
                      <a:pt x="17711" y="5864"/>
                      <a:pt x="17711" y="5864"/>
                    </a:cubicBezTo>
                    <a:cubicBezTo>
                      <a:pt x="17711" y="5864"/>
                      <a:pt x="19204" y="4774"/>
                      <a:pt x="19749" y="3957"/>
                    </a:cubicBezTo>
                    <a:cubicBezTo>
                      <a:pt x="20435" y="2998"/>
                      <a:pt x="20839" y="1"/>
                      <a:pt x="208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 name="Google Shape;1438;p31">
              <a:extLst>
                <a:ext uri="{FF2B5EF4-FFF2-40B4-BE49-F238E27FC236}">
                  <a16:creationId xmlns:a16="http://schemas.microsoft.com/office/drawing/2014/main" id="{269CC7A9-64C4-832A-1B98-6F2D4BE343D1}"/>
                </a:ext>
              </a:extLst>
            </p:cNvPr>
            <p:cNvGrpSpPr/>
            <p:nvPr/>
          </p:nvGrpSpPr>
          <p:grpSpPr>
            <a:xfrm rot="-366842">
              <a:off x="2847196" y="1404846"/>
              <a:ext cx="110967" cy="60586"/>
              <a:chOff x="3467344" y="1694749"/>
              <a:chExt cx="114969" cy="62784"/>
            </a:xfrm>
          </p:grpSpPr>
          <p:sp>
            <p:nvSpPr>
              <p:cNvPr id="1439" name="Google Shape;1439;p31">
                <a:extLst>
                  <a:ext uri="{FF2B5EF4-FFF2-40B4-BE49-F238E27FC236}">
                    <a16:creationId xmlns:a16="http://schemas.microsoft.com/office/drawing/2014/main" id="{74402E98-0077-1B18-222B-1B30B04381C6}"/>
                  </a:ext>
                </a:extLst>
              </p:cNvPr>
              <p:cNvSpPr/>
              <p:nvPr/>
            </p:nvSpPr>
            <p:spPr>
              <a:xfrm>
                <a:off x="3545727" y="1694749"/>
                <a:ext cx="36586" cy="56634"/>
              </a:xfrm>
              <a:custGeom>
                <a:avLst/>
                <a:gdLst/>
                <a:ahLst/>
                <a:cxnLst/>
                <a:rect l="l" t="t" r="r" b="b"/>
                <a:pathLst>
                  <a:path w="1053" h="1630" extrusionOk="0">
                    <a:moveTo>
                      <a:pt x="828" y="1"/>
                    </a:moveTo>
                    <a:cubicBezTo>
                      <a:pt x="627" y="552"/>
                      <a:pt x="76" y="853"/>
                      <a:pt x="76" y="853"/>
                    </a:cubicBezTo>
                    <a:cubicBezTo>
                      <a:pt x="51" y="1103"/>
                      <a:pt x="25" y="1379"/>
                      <a:pt x="0" y="1630"/>
                    </a:cubicBezTo>
                    <a:cubicBezTo>
                      <a:pt x="1053" y="1304"/>
                      <a:pt x="828" y="1"/>
                      <a:pt x="8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31">
                <a:extLst>
                  <a:ext uri="{FF2B5EF4-FFF2-40B4-BE49-F238E27FC236}">
                    <a16:creationId xmlns:a16="http://schemas.microsoft.com/office/drawing/2014/main" id="{309B0ACB-C70B-F19D-3A01-719286F1E164}"/>
                  </a:ext>
                </a:extLst>
              </p:cNvPr>
              <p:cNvSpPr/>
              <p:nvPr/>
            </p:nvSpPr>
            <p:spPr>
              <a:xfrm>
                <a:off x="3467344" y="1713928"/>
                <a:ext cx="46211" cy="43605"/>
              </a:xfrm>
              <a:custGeom>
                <a:avLst/>
                <a:gdLst/>
                <a:ahLst/>
                <a:cxnLst/>
                <a:rect l="l" t="t" r="r" b="b"/>
                <a:pathLst>
                  <a:path w="1330" h="1255" extrusionOk="0">
                    <a:moveTo>
                      <a:pt x="1" y="0"/>
                    </a:moveTo>
                    <a:lnTo>
                      <a:pt x="1" y="0"/>
                    </a:lnTo>
                    <a:cubicBezTo>
                      <a:pt x="1" y="0"/>
                      <a:pt x="218" y="1255"/>
                      <a:pt x="1268" y="1255"/>
                    </a:cubicBezTo>
                    <a:cubicBezTo>
                      <a:pt x="1288" y="1255"/>
                      <a:pt x="1308" y="1254"/>
                      <a:pt x="1329" y="1253"/>
                    </a:cubicBezTo>
                    <a:cubicBezTo>
                      <a:pt x="1204" y="1003"/>
                      <a:pt x="1104" y="777"/>
                      <a:pt x="978" y="526"/>
                    </a:cubicBezTo>
                    <a:cubicBezTo>
                      <a:pt x="978" y="526"/>
                      <a:pt x="377" y="45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41" name="Google Shape;1441;p31">
            <a:extLst>
              <a:ext uri="{FF2B5EF4-FFF2-40B4-BE49-F238E27FC236}">
                <a16:creationId xmlns:a16="http://schemas.microsoft.com/office/drawing/2014/main" id="{B6E479A6-2A71-C7FA-3CC2-497B61D9372D}"/>
              </a:ext>
            </a:extLst>
          </p:cNvPr>
          <p:cNvGrpSpPr/>
          <p:nvPr/>
        </p:nvGrpSpPr>
        <p:grpSpPr>
          <a:xfrm rot="769105">
            <a:off x="2681387" y="956677"/>
            <a:ext cx="84622" cy="46193"/>
            <a:chOff x="3467344" y="1694749"/>
            <a:chExt cx="114969" cy="62784"/>
          </a:xfrm>
        </p:grpSpPr>
        <p:sp>
          <p:nvSpPr>
            <p:cNvPr id="1442" name="Google Shape;1442;p31">
              <a:extLst>
                <a:ext uri="{FF2B5EF4-FFF2-40B4-BE49-F238E27FC236}">
                  <a16:creationId xmlns:a16="http://schemas.microsoft.com/office/drawing/2014/main" id="{67A2F515-A598-EC2F-A963-7867929B57C8}"/>
                </a:ext>
              </a:extLst>
            </p:cNvPr>
            <p:cNvSpPr/>
            <p:nvPr/>
          </p:nvSpPr>
          <p:spPr>
            <a:xfrm>
              <a:off x="3545727" y="1694749"/>
              <a:ext cx="36586" cy="56634"/>
            </a:xfrm>
            <a:custGeom>
              <a:avLst/>
              <a:gdLst/>
              <a:ahLst/>
              <a:cxnLst/>
              <a:rect l="l" t="t" r="r" b="b"/>
              <a:pathLst>
                <a:path w="1053" h="1630" extrusionOk="0">
                  <a:moveTo>
                    <a:pt x="828" y="1"/>
                  </a:moveTo>
                  <a:cubicBezTo>
                    <a:pt x="627" y="552"/>
                    <a:pt x="76" y="853"/>
                    <a:pt x="76" y="853"/>
                  </a:cubicBezTo>
                  <a:cubicBezTo>
                    <a:pt x="51" y="1103"/>
                    <a:pt x="25" y="1379"/>
                    <a:pt x="0" y="1630"/>
                  </a:cubicBezTo>
                  <a:cubicBezTo>
                    <a:pt x="1053" y="1304"/>
                    <a:pt x="828" y="1"/>
                    <a:pt x="8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31">
              <a:extLst>
                <a:ext uri="{FF2B5EF4-FFF2-40B4-BE49-F238E27FC236}">
                  <a16:creationId xmlns:a16="http://schemas.microsoft.com/office/drawing/2014/main" id="{EBEADB43-7D35-501C-02F8-8F9D6E0C0266}"/>
                </a:ext>
              </a:extLst>
            </p:cNvPr>
            <p:cNvSpPr/>
            <p:nvPr/>
          </p:nvSpPr>
          <p:spPr>
            <a:xfrm>
              <a:off x="3467344" y="1713928"/>
              <a:ext cx="46211" cy="43605"/>
            </a:xfrm>
            <a:custGeom>
              <a:avLst/>
              <a:gdLst/>
              <a:ahLst/>
              <a:cxnLst/>
              <a:rect l="l" t="t" r="r" b="b"/>
              <a:pathLst>
                <a:path w="1330" h="1255" extrusionOk="0">
                  <a:moveTo>
                    <a:pt x="1" y="0"/>
                  </a:moveTo>
                  <a:lnTo>
                    <a:pt x="1" y="0"/>
                  </a:lnTo>
                  <a:cubicBezTo>
                    <a:pt x="1" y="0"/>
                    <a:pt x="218" y="1255"/>
                    <a:pt x="1268" y="1255"/>
                  </a:cubicBezTo>
                  <a:cubicBezTo>
                    <a:pt x="1288" y="1255"/>
                    <a:pt x="1308" y="1254"/>
                    <a:pt x="1329" y="1253"/>
                  </a:cubicBezTo>
                  <a:cubicBezTo>
                    <a:pt x="1204" y="1003"/>
                    <a:pt x="1104" y="777"/>
                    <a:pt x="978" y="526"/>
                  </a:cubicBezTo>
                  <a:cubicBezTo>
                    <a:pt x="978" y="526"/>
                    <a:pt x="377" y="451"/>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 name="Google Shape;1444;p31">
            <a:extLst>
              <a:ext uri="{FF2B5EF4-FFF2-40B4-BE49-F238E27FC236}">
                <a16:creationId xmlns:a16="http://schemas.microsoft.com/office/drawing/2014/main" id="{DBF8AB60-42CC-769C-3653-7FEE0AFBD709}"/>
              </a:ext>
            </a:extLst>
          </p:cNvPr>
          <p:cNvGrpSpPr/>
          <p:nvPr/>
        </p:nvGrpSpPr>
        <p:grpSpPr>
          <a:xfrm>
            <a:off x="6503187" y="3618708"/>
            <a:ext cx="1856837" cy="1134634"/>
            <a:chOff x="6503187" y="3618708"/>
            <a:chExt cx="1856837" cy="1134634"/>
          </a:xfrm>
        </p:grpSpPr>
        <p:sp>
          <p:nvSpPr>
            <p:cNvPr id="1445" name="Google Shape;1445;p31">
              <a:extLst>
                <a:ext uri="{FF2B5EF4-FFF2-40B4-BE49-F238E27FC236}">
                  <a16:creationId xmlns:a16="http://schemas.microsoft.com/office/drawing/2014/main" id="{75774694-7B91-FCD8-F89A-08AD3E4B296C}"/>
                </a:ext>
              </a:extLst>
            </p:cNvPr>
            <p:cNvSpPr/>
            <p:nvPr/>
          </p:nvSpPr>
          <p:spPr>
            <a:xfrm rot="668618" flipH="1">
              <a:off x="6565647" y="3778385"/>
              <a:ext cx="1731918" cy="815280"/>
            </a:xfrm>
            <a:custGeom>
              <a:avLst/>
              <a:gdLst/>
              <a:ahLst/>
              <a:cxnLst/>
              <a:rect l="l" t="t" r="r" b="b"/>
              <a:pathLst>
                <a:path w="20839" h="9810" extrusionOk="0">
                  <a:moveTo>
                    <a:pt x="12937" y="4905"/>
                  </a:moveTo>
                  <a:lnTo>
                    <a:pt x="12937" y="4905"/>
                  </a:lnTo>
                  <a:cubicBezTo>
                    <a:pt x="12937" y="4924"/>
                    <a:pt x="12944" y="4944"/>
                    <a:pt x="12957" y="4967"/>
                  </a:cubicBezTo>
                  <a:lnTo>
                    <a:pt x="12957" y="4967"/>
                  </a:lnTo>
                  <a:cubicBezTo>
                    <a:pt x="12951" y="4946"/>
                    <a:pt x="12944" y="4925"/>
                    <a:pt x="12937" y="4905"/>
                  </a:cubicBezTo>
                  <a:close/>
                  <a:moveTo>
                    <a:pt x="20839" y="1"/>
                  </a:moveTo>
                  <a:lnTo>
                    <a:pt x="19346" y="3815"/>
                  </a:lnTo>
                  <a:cubicBezTo>
                    <a:pt x="19346" y="3815"/>
                    <a:pt x="18256" y="4633"/>
                    <a:pt x="17842" y="5047"/>
                  </a:cubicBezTo>
                  <a:cubicBezTo>
                    <a:pt x="17569" y="5319"/>
                    <a:pt x="16348" y="5723"/>
                    <a:pt x="15662" y="5995"/>
                  </a:cubicBezTo>
                  <a:cubicBezTo>
                    <a:pt x="15531" y="5995"/>
                    <a:pt x="15531" y="5864"/>
                    <a:pt x="15531" y="5864"/>
                  </a:cubicBezTo>
                  <a:lnTo>
                    <a:pt x="15531" y="5592"/>
                  </a:lnTo>
                  <a:cubicBezTo>
                    <a:pt x="15531" y="5178"/>
                    <a:pt x="15531" y="4502"/>
                    <a:pt x="15117" y="4088"/>
                  </a:cubicBezTo>
                  <a:lnTo>
                    <a:pt x="15117" y="4088"/>
                  </a:lnTo>
                  <a:cubicBezTo>
                    <a:pt x="15259" y="4230"/>
                    <a:pt x="14986" y="4905"/>
                    <a:pt x="14986" y="5047"/>
                  </a:cubicBezTo>
                  <a:cubicBezTo>
                    <a:pt x="14986" y="5178"/>
                    <a:pt x="14844" y="5178"/>
                    <a:pt x="14844" y="5319"/>
                  </a:cubicBezTo>
                  <a:cubicBezTo>
                    <a:pt x="14765" y="5291"/>
                    <a:pt x="14691" y="5280"/>
                    <a:pt x="14620" y="5280"/>
                  </a:cubicBezTo>
                  <a:cubicBezTo>
                    <a:pt x="14329" y="5280"/>
                    <a:pt x="14087" y="5478"/>
                    <a:pt x="13755" y="5592"/>
                  </a:cubicBezTo>
                  <a:lnTo>
                    <a:pt x="13755" y="5723"/>
                  </a:lnTo>
                  <a:cubicBezTo>
                    <a:pt x="13624" y="5592"/>
                    <a:pt x="13482" y="5450"/>
                    <a:pt x="13482" y="5319"/>
                  </a:cubicBezTo>
                  <a:cubicBezTo>
                    <a:pt x="13368" y="5319"/>
                    <a:pt x="13041" y="5114"/>
                    <a:pt x="12957" y="4967"/>
                  </a:cubicBezTo>
                  <a:lnTo>
                    <a:pt x="12957" y="4967"/>
                  </a:lnTo>
                  <a:cubicBezTo>
                    <a:pt x="13079" y="5372"/>
                    <a:pt x="13079" y="5884"/>
                    <a:pt x="13079" y="6268"/>
                  </a:cubicBezTo>
                  <a:lnTo>
                    <a:pt x="13210" y="6268"/>
                  </a:lnTo>
                  <a:cubicBezTo>
                    <a:pt x="12937" y="6540"/>
                    <a:pt x="12806" y="6682"/>
                    <a:pt x="12665" y="6954"/>
                  </a:cubicBezTo>
                  <a:cubicBezTo>
                    <a:pt x="12537" y="6985"/>
                    <a:pt x="12388" y="7001"/>
                    <a:pt x="12221" y="7001"/>
                  </a:cubicBezTo>
                  <a:cubicBezTo>
                    <a:pt x="11675" y="7001"/>
                    <a:pt x="10947" y="6827"/>
                    <a:pt x="10212" y="6409"/>
                  </a:cubicBezTo>
                  <a:cubicBezTo>
                    <a:pt x="8578" y="5319"/>
                    <a:pt x="8305" y="4774"/>
                    <a:pt x="8305" y="4774"/>
                  </a:cubicBezTo>
                  <a:cubicBezTo>
                    <a:pt x="8305" y="4774"/>
                    <a:pt x="7760" y="4774"/>
                    <a:pt x="6943" y="4360"/>
                  </a:cubicBezTo>
                  <a:cubicBezTo>
                    <a:pt x="6125" y="3815"/>
                    <a:pt x="3673" y="2453"/>
                    <a:pt x="3673" y="2453"/>
                  </a:cubicBezTo>
                  <a:cubicBezTo>
                    <a:pt x="3673" y="2453"/>
                    <a:pt x="2672" y="2167"/>
                    <a:pt x="1809" y="2167"/>
                  </a:cubicBezTo>
                  <a:cubicBezTo>
                    <a:pt x="1481" y="2167"/>
                    <a:pt x="1174" y="2208"/>
                    <a:pt x="949" y="2322"/>
                  </a:cubicBezTo>
                  <a:cubicBezTo>
                    <a:pt x="0" y="2725"/>
                    <a:pt x="0" y="2998"/>
                    <a:pt x="0" y="2998"/>
                  </a:cubicBezTo>
                  <a:cubicBezTo>
                    <a:pt x="0" y="2998"/>
                    <a:pt x="273" y="2862"/>
                    <a:pt x="630" y="2862"/>
                  </a:cubicBezTo>
                  <a:cubicBezTo>
                    <a:pt x="987" y="2862"/>
                    <a:pt x="1428" y="2998"/>
                    <a:pt x="1766" y="3543"/>
                  </a:cubicBezTo>
                  <a:cubicBezTo>
                    <a:pt x="2453" y="4774"/>
                    <a:pt x="2725" y="6137"/>
                    <a:pt x="2725" y="6137"/>
                  </a:cubicBezTo>
                  <a:cubicBezTo>
                    <a:pt x="2725" y="6137"/>
                    <a:pt x="3542" y="6137"/>
                    <a:pt x="4632" y="7085"/>
                  </a:cubicBezTo>
                  <a:cubicBezTo>
                    <a:pt x="5581" y="8175"/>
                    <a:pt x="5722" y="8720"/>
                    <a:pt x="5722" y="8720"/>
                  </a:cubicBezTo>
                  <a:cubicBezTo>
                    <a:pt x="5722" y="8720"/>
                    <a:pt x="5891" y="8699"/>
                    <a:pt x="6179" y="8699"/>
                  </a:cubicBezTo>
                  <a:cubicBezTo>
                    <a:pt x="6622" y="8699"/>
                    <a:pt x="7348" y="8748"/>
                    <a:pt x="8174" y="8992"/>
                  </a:cubicBezTo>
                  <a:cubicBezTo>
                    <a:pt x="9537" y="9406"/>
                    <a:pt x="9668" y="9810"/>
                    <a:pt x="9668" y="9810"/>
                  </a:cubicBezTo>
                  <a:cubicBezTo>
                    <a:pt x="9668" y="9810"/>
                    <a:pt x="10485" y="9406"/>
                    <a:pt x="11575" y="8992"/>
                  </a:cubicBezTo>
                  <a:cubicBezTo>
                    <a:pt x="11847" y="8861"/>
                    <a:pt x="12261" y="8720"/>
                    <a:pt x="12534" y="8589"/>
                  </a:cubicBezTo>
                  <a:cubicBezTo>
                    <a:pt x="12665" y="8720"/>
                    <a:pt x="12806" y="8720"/>
                    <a:pt x="12806" y="8720"/>
                  </a:cubicBezTo>
                  <a:cubicBezTo>
                    <a:pt x="13008" y="8791"/>
                    <a:pt x="13177" y="8826"/>
                    <a:pt x="13347" y="8826"/>
                  </a:cubicBezTo>
                  <a:cubicBezTo>
                    <a:pt x="13518" y="8826"/>
                    <a:pt x="13689" y="8791"/>
                    <a:pt x="13896" y="8720"/>
                  </a:cubicBezTo>
                  <a:cubicBezTo>
                    <a:pt x="14441" y="8589"/>
                    <a:pt x="14986" y="8175"/>
                    <a:pt x="15259" y="7499"/>
                  </a:cubicBezTo>
                  <a:cubicBezTo>
                    <a:pt x="16348" y="6954"/>
                    <a:pt x="17711" y="5864"/>
                    <a:pt x="17711" y="5864"/>
                  </a:cubicBezTo>
                  <a:cubicBezTo>
                    <a:pt x="17711" y="5864"/>
                    <a:pt x="19204" y="4774"/>
                    <a:pt x="19749" y="3957"/>
                  </a:cubicBezTo>
                  <a:cubicBezTo>
                    <a:pt x="20435" y="2998"/>
                    <a:pt x="20839" y="1"/>
                    <a:pt x="208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6" name="Google Shape;1446;p31">
              <a:extLst>
                <a:ext uri="{FF2B5EF4-FFF2-40B4-BE49-F238E27FC236}">
                  <a16:creationId xmlns:a16="http://schemas.microsoft.com/office/drawing/2014/main" id="{FE0F00DC-FB75-73EC-FCC9-76320D7B3D57}"/>
                </a:ext>
              </a:extLst>
            </p:cNvPr>
            <p:cNvGrpSpPr/>
            <p:nvPr/>
          </p:nvGrpSpPr>
          <p:grpSpPr>
            <a:xfrm rot="1537298">
              <a:off x="7032937" y="4182565"/>
              <a:ext cx="96403" cy="52624"/>
              <a:chOff x="3448279" y="1688340"/>
              <a:chExt cx="130968" cy="71523"/>
            </a:xfrm>
          </p:grpSpPr>
          <p:sp>
            <p:nvSpPr>
              <p:cNvPr id="1447" name="Google Shape;1447;p31">
                <a:extLst>
                  <a:ext uri="{FF2B5EF4-FFF2-40B4-BE49-F238E27FC236}">
                    <a16:creationId xmlns:a16="http://schemas.microsoft.com/office/drawing/2014/main" id="{CB5C75BF-3B16-2E01-2A05-4C27E9908CD4}"/>
                  </a:ext>
                </a:extLst>
              </p:cNvPr>
              <p:cNvSpPr/>
              <p:nvPr/>
            </p:nvSpPr>
            <p:spPr>
              <a:xfrm rot="217">
                <a:off x="3537567" y="1688342"/>
                <a:ext cx="41678" cy="64519"/>
              </a:xfrm>
              <a:custGeom>
                <a:avLst/>
                <a:gdLst/>
                <a:ahLst/>
                <a:cxnLst/>
                <a:rect l="l" t="t" r="r" b="b"/>
                <a:pathLst>
                  <a:path w="1053" h="1630" extrusionOk="0">
                    <a:moveTo>
                      <a:pt x="828" y="1"/>
                    </a:moveTo>
                    <a:cubicBezTo>
                      <a:pt x="627" y="552"/>
                      <a:pt x="76" y="853"/>
                      <a:pt x="76" y="853"/>
                    </a:cubicBezTo>
                    <a:cubicBezTo>
                      <a:pt x="51" y="1103"/>
                      <a:pt x="25" y="1379"/>
                      <a:pt x="0" y="1630"/>
                    </a:cubicBezTo>
                    <a:cubicBezTo>
                      <a:pt x="1053" y="1304"/>
                      <a:pt x="828" y="1"/>
                      <a:pt x="8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31">
                <a:extLst>
                  <a:ext uri="{FF2B5EF4-FFF2-40B4-BE49-F238E27FC236}">
                    <a16:creationId xmlns:a16="http://schemas.microsoft.com/office/drawing/2014/main" id="{AF0C161F-4801-5A66-33FD-8AE4681DD136}"/>
                  </a:ext>
                </a:extLst>
              </p:cNvPr>
              <p:cNvSpPr/>
              <p:nvPr/>
            </p:nvSpPr>
            <p:spPr>
              <a:xfrm rot="217">
                <a:off x="3448280" y="1710186"/>
                <a:ext cx="52641" cy="49676"/>
              </a:xfrm>
              <a:custGeom>
                <a:avLst/>
                <a:gdLst/>
                <a:ahLst/>
                <a:cxnLst/>
                <a:rect l="l" t="t" r="r" b="b"/>
                <a:pathLst>
                  <a:path w="1330" h="1255" extrusionOk="0">
                    <a:moveTo>
                      <a:pt x="1" y="0"/>
                    </a:moveTo>
                    <a:lnTo>
                      <a:pt x="1" y="0"/>
                    </a:lnTo>
                    <a:cubicBezTo>
                      <a:pt x="1" y="0"/>
                      <a:pt x="218" y="1255"/>
                      <a:pt x="1268" y="1255"/>
                    </a:cubicBezTo>
                    <a:cubicBezTo>
                      <a:pt x="1288" y="1255"/>
                      <a:pt x="1308" y="1254"/>
                      <a:pt x="1329" y="1253"/>
                    </a:cubicBezTo>
                    <a:cubicBezTo>
                      <a:pt x="1204" y="1003"/>
                      <a:pt x="1104" y="777"/>
                      <a:pt x="978" y="526"/>
                    </a:cubicBezTo>
                    <a:cubicBezTo>
                      <a:pt x="978" y="526"/>
                      <a:pt x="377" y="45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34534445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908"/>
        <p:cNvGrpSpPr/>
        <p:nvPr/>
      </p:nvGrpSpPr>
      <p:grpSpPr>
        <a:xfrm>
          <a:off x="0" y="0"/>
          <a:ext cx="0" cy="0"/>
          <a:chOff x="0" y="0"/>
          <a:chExt cx="0" cy="0"/>
        </a:xfrm>
      </p:grpSpPr>
      <p:sp>
        <p:nvSpPr>
          <p:cNvPr id="1909" name="Google Shape;1909;p46"/>
          <p:cNvSpPr txBox="1">
            <a:spLocks noGrp="1"/>
          </p:cNvSpPr>
          <p:nvPr>
            <p:ph type="title"/>
          </p:nvPr>
        </p:nvSpPr>
        <p:spPr>
          <a:xfrm>
            <a:off x="939900" y="540000"/>
            <a:ext cx="4448100" cy="1058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Thanks!</a:t>
            </a:r>
            <a:endParaRPr/>
          </a:p>
        </p:txBody>
      </p:sp>
      <p:sp>
        <p:nvSpPr>
          <p:cNvPr id="1910" name="Google Shape;1910;p46"/>
          <p:cNvSpPr txBox="1">
            <a:spLocks noGrp="1"/>
          </p:cNvSpPr>
          <p:nvPr>
            <p:ph type="subTitle" idx="1"/>
          </p:nvPr>
        </p:nvSpPr>
        <p:spPr>
          <a:xfrm>
            <a:off x="939900" y="1612850"/>
            <a:ext cx="4448100" cy="123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000">
                <a:latin typeface="Aclonica"/>
                <a:ea typeface="Aclonica"/>
                <a:cs typeface="Aclonica"/>
                <a:sym typeface="Aclonica"/>
              </a:rPr>
              <a:t>Do you have any questions?</a:t>
            </a:r>
            <a:endParaRPr sz="2000">
              <a:latin typeface="Aclonica"/>
              <a:ea typeface="Aclonica"/>
              <a:cs typeface="Aclonica"/>
              <a:sym typeface="Aclonica"/>
            </a:endParaRPr>
          </a:p>
          <a:p>
            <a:pPr marL="0" lvl="0" indent="0" algn="l" rtl="0">
              <a:spcBef>
                <a:spcPts val="1000"/>
              </a:spcBef>
              <a:spcAft>
                <a:spcPts val="0"/>
              </a:spcAft>
              <a:buNone/>
            </a:pPr>
            <a:r>
              <a:rPr lang="en"/>
              <a:t>youremail@freepik.com</a:t>
            </a:r>
            <a:endParaRPr/>
          </a:p>
          <a:p>
            <a:pPr marL="0" lvl="0" indent="0" algn="l" rtl="0">
              <a:spcBef>
                <a:spcPts val="0"/>
              </a:spcBef>
              <a:spcAft>
                <a:spcPts val="0"/>
              </a:spcAft>
              <a:buNone/>
            </a:pPr>
            <a:r>
              <a:rPr lang="en"/>
              <a:t>+34 654 321 432</a:t>
            </a:r>
            <a:endParaRPr/>
          </a:p>
          <a:p>
            <a:pPr marL="0" lvl="0" indent="0" algn="l" rtl="0">
              <a:spcBef>
                <a:spcPts val="0"/>
              </a:spcBef>
              <a:spcAft>
                <a:spcPts val="0"/>
              </a:spcAft>
              <a:buNone/>
            </a:pPr>
            <a:r>
              <a:rPr lang="en"/>
              <a:t>yourwebsite.com</a:t>
            </a:r>
            <a:endParaRPr/>
          </a:p>
        </p:txBody>
      </p:sp>
      <p:sp>
        <p:nvSpPr>
          <p:cNvPr id="1911" name="Google Shape;1911;p46"/>
          <p:cNvSpPr txBox="1"/>
          <p:nvPr/>
        </p:nvSpPr>
        <p:spPr>
          <a:xfrm>
            <a:off x="939900" y="4125850"/>
            <a:ext cx="4151700" cy="260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Darker Grotesque Medium"/>
                <a:ea typeface="Darker Grotesque Medium"/>
                <a:cs typeface="Darker Grotesque Medium"/>
                <a:sym typeface="Darker Grotesque Medium"/>
              </a:rPr>
              <a:t>Please keep this slide for attribution</a:t>
            </a:r>
            <a:endParaRPr sz="1200">
              <a:solidFill>
                <a:schemeClr val="dk1"/>
              </a:solidFill>
              <a:latin typeface="Darker Grotesque Medium"/>
              <a:ea typeface="Darker Grotesque Medium"/>
              <a:cs typeface="Darker Grotesque Medium"/>
              <a:sym typeface="Darker Grotesque Medium"/>
            </a:endParaRPr>
          </a:p>
        </p:txBody>
      </p:sp>
      <p:sp>
        <p:nvSpPr>
          <p:cNvPr id="1912" name="Google Shape;1912;p46"/>
          <p:cNvSpPr/>
          <p:nvPr/>
        </p:nvSpPr>
        <p:spPr>
          <a:xfrm>
            <a:off x="1626633" y="2977752"/>
            <a:ext cx="425202" cy="424765"/>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46"/>
          <p:cNvSpPr/>
          <p:nvPr/>
        </p:nvSpPr>
        <p:spPr>
          <a:xfrm>
            <a:off x="2237606" y="2977752"/>
            <a:ext cx="424765" cy="424765"/>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46"/>
          <p:cNvSpPr/>
          <p:nvPr/>
        </p:nvSpPr>
        <p:spPr>
          <a:xfrm>
            <a:off x="2349617" y="3096036"/>
            <a:ext cx="228646" cy="188196"/>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46"/>
          <p:cNvSpPr/>
          <p:nvPr/>
        </p:nvSpPr>
        <p:spPr>
          <a:xfrm>
            <a:off x="1016098" y="2977752"/>
            <a:ext cx="425202" cy="424765"/>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16" name="Google Shape;1916;p46"/>
          <p:cNvGrpSpPr/>
          <p:nvPr/>
        </p:nvGrpSpPr>
        <p:grpSpPr>
          <a:xfrm>
            <a:off x="1729347" y="3096034"/>
            <a:ext cx="219656" cy="188201"/>
            <a:chOff x="4709454" y="3010664"/>
            <a:chExt cx="219964" cy="188464"/>
          </a:xfrm>
        </p:grpSpPr>
        <p:sp>
          <p:nvSpPr>
            <p:cNvPr id="1917" name="Google Shape;1917;p46"/>
            <p:cNvSpPr/>
            <p:nvPr/>
          </p:nvSpPr>
          <p:spPr>
            <a:xfrm>
              <a:off x="4725481" y="3080950"/>
              <a:ext cx="39657" cy="117782"/>
            </a:xfrm>
            <a:custGeom>
              <a:avLst/>
              <a:gdLst/>
              <a:ahLst/>
              <a:cxnLst/>
              <a:rect l="l" t="t" r="r" b="b"/>
              <a:pathLst>
                <a:path w="1502" h="4461" extrusionOk="0">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46"/>
            <p:cNvSpPr/>
            <p:nvPr/>
          </p:nvSpPr>
          <p:spPr>
            <a:xfrm>
              <a:off x="4709454" y="3010664"/>
              <a:ext cx="55683" cy="47815"/>
            </a:xfrm>
            <a:custGeom>
              <a:avLst/>
              <a:gdLst/>
              <a:ahLst/>
              <a:cxnLst/>
              <a:rect l="l" t="t" r="r" b="b"/>
              <a:pathLst>
                <a:path w="2109" h="1811" extrusionOk="0">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6"/>
            <p:cNvSpPr/>
            <p:nvPr/>
          </p:nvSpPr>
          <p:spPr>
            <a:xfrm>
              <a:off x="4803610" y="3080924"/>
              <a:ext cx="125808" cy="118204"/>
            </a:xfrm>
            <a:custGeom>
              <a:avLst/>
              <a:gdLst/>
              <a:ahLst/>
              <a:cxnLst/>
              <a:rect l="l" t="t" r="r" b="b"/>
              <a:pathLst>
                <a:path w="4765" h="4477" extrusionOk="0">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0" name="Google Shape;1920;p46"/>
          <p:cNvGrpSpPr/>
          <p:nvPr/>
        </p:nvGrpSpPr>
        <p:grpSpPr>
          <a:xfrm>
            <a:off x="1129561" y="3087396"/>
            <a:ext cx="205519" cy="205477"/>
            <a:chOff x="935197" y="1793977"/>
            <a:chExt cx="256451" cy="256430"/>
          </a:xfrm>
        </p:grpSpPr>
        <p:sp>
          <p:nvSpPr>
            <p:cNvPr id="1921" name="Google Shape;1921;p46"/>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46"/>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 name="Google Shape;1923;p46"/>
          <p:cNvGrpSpPr/>
          <p:nvPr/>
        </p:nvGrpSpPr>
        <p:grpSpPr>
          <a:xfrm>
            <a:off x="5661649" y="1177634"/>
            <a:ext cx="3226709" cy="3275787"/>
            <a:chOff x="5661649" y="1177634"/>
            <a:chExt cx="3226709" cy="3275787"/>
          </a:xfrm>
        </p:grpSpPr>
        <p:grpSp>
          <p:nvGrpSpPr>
            <p:cNvPr id="1924" name="Google Shape;1924;p46"/>
            <p:cNvGrpSpPr/>
            <p:nvPr/>
          </p:nvGrpSpPr>
          <p:grpSpPr>
            <a:xfrm rot="-277786">
              <a:off x="5735159" y="2386453"/>
              <a:ext cx="3079688" cy="1945853"/>
              <a:chOff x="1201717" y="1268983"/>
              <a:chExt cx="1368847" cy="864923"/>
            </a:xfrm>
          </p:grpSpPr>
          <p:sp>
            <p:nvSpPr>
              <p:cNvPr id="1925" name="Google Shape;1925;p46"/>
              <p:cNvSpPr/>
              <p:nvPr/>
            </p:nvSpPr>
            <p:spPr>
              <a:xfrm rot="-1046606">
                <a:off x="1248174" y="1448595"/>
                <a:ext cx="1275932" cy="505700"/>
              </a:xfrm>
              <a:custGeom>
                <a:avLst/>
                <a:gdLst/>
                <a:ahLst/>
                <a:cxnLst/>
                <a:rect l="l" t="t" r="r" b="b"/>
                <a:pathLst>
                  <a:path w="37188" h="14739" extrusionOk="0">
                    <a:moveTo>
                      <a:pt x="6922" y="1"/>
                    </a:moveTo>
                    <a:cubicBezTo>
                      <a:pt x="4515" y="1"/>
                      <a:pt x="1" y="4385"/>
                      <a:pt x="1" y="4385"/>
                    </a:cubicBezTo>
                    <a:cubicBezTo>
                      <a:pt x="1" y="4385"/>
                      <a:pt x="29" y="4382"/>
                      <a:pt x="81" y="4382"/>
                    </a:cubicBezTo>
                    <a:cubicBezTo>
                      <a:pt x="402" y="4382"/>
                      <a:pt x="1626" y="4479"/>
                      <a:pt x="2453" y="5889"/>
                    </a:cubicBezTo>
                    <a:cubicBezTo>
                      <a:pt x="3401" y="7382"/>
                      <a:pt x="2856" y="8613"/>
                      <a:pt x="2856" y="8613"/>
                    </a:cubicBezTo>
                    <a:cubicBezTo>
                      <a:pt x="2856" y="8613"/>
                      <a:pt x="4330" y="7631"/>
                      <a:pt x="5881" y="7631"/>
                    </a:cubicBezTo>
                    <a:cubicBezTo>
                      <a:pt x="6331" y="7631"/>
                      <a:pt x="6787" y="7713"/>
                      <a:pt x="7216" y="7927"/>
                    </a:cubicBezTo>
                    <a:cubicBezTo>
                      <a:pt x="9265" y="8886"/>
                      <a:pt x="9265" y="11065"/>
                      <a:pt x="9265" y="11065"/>
                    </a:cubicBezTo>
                    <a:cubicBezTo>
                      <a:pt x="9265" y="11065"/>
                      <a:pt x="10148" y="10067"/>
                      <a:pt x="11613" y="10067"/>
                    </a:cubicBezTo>
                    <a:cubicBezTo>
                      <a:pt x="11775" y="10067"/>
                      <a:pt x="11944" y="10079"/>
                      <a:pt x="12120" y="10106"/>
                    </a:cubicBezTo>
                    <a:cubicBezTo>
                      <a:pt x="13897" y="10379"/>
                      <a:pt x="14572" y="12831"/>
                      <a:pt x="14572" y="12831"/>
                    </a:cubicBezTo>
                    <a:cubicBezTo>
                      <a:pt x="14572" y="12831"/>
                      <a:pt x="15115" y="11970"/>
                      <a:pt x="15618" y="11970"/>
                    </a:cubicBezTo>
                    <a:cubicBezTo>
                      <a:pt x="15681" y="11970"/>
                      <a:pt x="15743" y="11983"/>
                      <a:pt x="15804" y="12014"/>
                    </a:cubicBezTo>
                    <a:cubicBezTo>
                      <a:pt x="16207" y="12155"/>
                      <a:pt x="17166" y="14193"/>
                      <a:pt x="18659" y="14738"/>
                    </a:cubicBezTo>
                    <a:cubicBezTo>
                      <a:pt x="20022" y="14193"/>
                      <a:pt x="20981" y="12155"/>
                      <a:pt x="21384" y="12014"/>
                    </a:cubicBezTo>
                    <a:cubicBezTo>
                      <a:pt x="21445" y="11983"/>
                      <a:pt x="21507" y="11970"/>
                      <a:pt x="21570" y="11970"/>
                    </a:cubicBezTo>
                    <a:cubicBezTo>
                      <a:pt x="22073" y="11970"/>
                      <a:pt x="22616" y="12831"/>
                      <a:pt x="22616" y="12831"/>
                    </a:cubicBezTo>
                    <a:cubicBezTo>
                      <a:pt x="22616" y="12831"/>
                      <a:pt x="23291" y="10379"/>
                      <a:pt x="25068" y="10106"/>
                    </a:cubicBezTo>
                    <a:cubicBezTo>
                      <a:pt x="25244" y="10079"/>
                      <a:pt x="25413" y="10067"/>
                      <a:pt x="25575" y="10067"/>
                    </a:cubicBezTo>
                    <a:cubicBezTo>
                      <a:pt x="27040" y="10067"/>
                      <a:pt x="27923" y="11065"/>
                      <a:pt x="27923" y="11065"/>
                    </a:cubicBezTo>
                    <a:cubicBezTo>
                      <a:pt x="27923" y="11065"/>
                      <a:pt x="27923" y="8886"/>
                      <a:pt x="29972" y="7927"/>
                    </a:cubicBezTo>
                    <a:cubicBezTo>
                      <a:pt x="30401" y="7713"/>
                      <a:pt x="30857" y="7631"/>
                      <a:pt x="31307" y="7631"/>
                    </a:cubicBezTo>
                    <a:cubicBezTo>
                      <a:pt x="32858" y="7631"/>
                      <a:pt x="34332" y="8613"/>
                      <a:pt x="34332" y="8613"/>
                    </a:cubicBezTo>
                    <a:cubicBezTo>
                      <a:pt x="34332" y="8613"/>
                      <a:pt x="33787" y="7382"/>
                      <a:pt x="34735" y="5889"/>
                    </a:cubicBezTo>
                    <a:cubicBezTo>
                      <a:pt x="35562" y="4479"/>
                      <a:pt x="36785" y="4382"/>
                      <a:pt x="37107" y="4382"/>
                    </a:cubicBezTo>
                    <a:cubicBezTo>
                      <a:pt x="37159" y="4382"/>
                      <a:pt x="37187" y="4385"/>
                      <a:pt x="37187" y="4385"/>
                    </a:cubicBezTo>
                    <a:cubicBezTo>
                      <a:pt x="37187" y="4385"/>
                      <a:pt x="32673" y="1"/>
                      <a:pt x="30266" y="1"/>
                    </a:cubicBezTo>
                    <a:cubicBezTo>
                      <a:pt x="30164" y="1"/>
                      <a:pt x="30066" y="9"/>
                      <a:pt x="29972" y="25"/>
                    </a:cubicBezTo>
                    <a:cubicBezTo>
                      <a:pt x="27520" y="439"/>
                      <a:pt x="25068" y="3709"/>
                      <a:pt x="23291" y="5202"/>
                    </a:cubicBezTo>
                    <a:cubicBezTo>
                      <a:pt x="21995" y="6306"/>
                      <a:pt x="21063" y="6453"/>
                      <a:pt x="20659" y="6453"/>
                    </a:cubicBezTo>
                    <a:cubicBezTo>
                      <a:pt x="20513" y="6453"/>
                      <a:pt x="20436" y="6433"/>
                      <a:pt x="20436" y="6433"/>
                    </a:cubicBezTo>
                    <a:cubicBezTo>
                      <a:pt x="20436" y="6433"/>
                      <a:pt x="21929" y="3840"/>
                      <a:pt x="21253" y="3022"/>
                    </a:cubicBezTo>
                    <a:lnTo>
                      <a:pt x="21253" y="3022"/>
                    </a:lnTo>
                    <a:cubicBezTo>
                      <a:pt x="20436" y="3436"/>
                      <a:pt x="19749" y="4657"/>
                      <a:pt x="19749" y="4657"/>
                    </a:cubicBezTo>
                    <a:cubicBezTo>
                      <a:pt x="19379" y="4508"/>
                      <a:pt x="18967" y="4401"/>
                      <a:pt x="18536" y="4401"/>
                    </a:cubicBezTo>
                    <a:cubicBezTo>
                      <a:pt x="18179" y="4401"/>
                      <a:pt x="17809" y="4474"/>
                      <a:pt x="17439" y="4657"/>
                    </a:cubicBezTo>
                    <a:cubicBezTo>
                      <a:pt x="17439" y="4657"/>
                      <a:pt x="16752" y="3436"/>
                      <a:pt x="15935" y="3022"/>
                    </a:cubicBezTo>
                    <a:lnTo>
                      <a:pt x="15935" y="3022"/>
                    </a:lnTo>
                    <a:cubicBezTo>
                      <a:pt x="15259" y="3840"/>
                      <a:pt x="16752" y="6433"/>
                      <a:pt x="16752" y="6433"/>
                    </a:cubicBezTo>
                    <a:cubicBezTo>
                      <a:pt x="16752" y="6433"/>
                      <a:pt x="16675" y="6453"/>
                      <a:pt x="16529" y="6453"/>
                    </a:cubicBezTo>
                    <a:cubicBezTo>
                      <a:pt x="16125" y="6453"/>
                      <a:pt x="15193" y="6306"/>
                      <a:pt x="13897" y="5202"/>
                    </a:cubicBezTo>
                    <a:cubicBezTo>
                      <a:pt x="12120" y="3709"/>
                      <a:pt x="9668" y="439"/>
                      <a:pt x="7216" y="25"/>
                    </a:cubicBezTo>
                    <a:cubicBezTo>
                      <a:pt x="7122" y="9"/>
                      <a:pt x="7024" y="1"/>
                      <a:pt x="69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26" name="Google Shape;1926;p46"/>
              <p:cNvGrpSpPr/>
              <p:nvPr/>
            </p:nvGrpSpPr>
            <p:grpSpPr>
              <a:xfrm rot="-586787">
                <a:off x="1821950" y="1627359"/>
                <a:ext cx="93810" cy="51229"/>
                <a:chOff x="3467344" y="1694749"/>
                <a:chExt cx="114969" cy="62784"/>
              </a:xfrm>
            </p:grpSpPr>
            <p:sp>
              <p:nvSpPr>
                <p:cNvPr id="1927" name="Google Shape;1927;p46"/>
                <p:cNvSpPr/>
                <p:nvPr/>
              </p:nvSpPr>
              <p:spPr>
                <a:xfrm>
                  <a:off x="3545727" y="1694749"/>
                  <a:ext cx="36586" cy="56634"/>
                </a:xfrm>
                <a:custGeom>
                  <a:avLst/>
                  <a:gdLst/>
                  <a:ahLst/>
                  <a:cxnLst/>
                  <a:rect l="l" t="t" r="r" b="b"/>
                  <a:pathLst>
                    <a:path w="1053" h="1630" extrusionOk="0">
                      <a:moveTo>
                        <a:pt x="828" y="1"/>
                      </a:moveTo>
                      <a:cubicBezTo>
                        <a:pt x="627" y="552"/>
                        <a:pt x="76" y="853"/>
                        <a:pt x="76" y="853"/>
                      </a:cubicBezTo>
                      <a:cubicBezTo>
                        <a:pt x="51" y="1103"/>
                        <a:pt x="25" y="1379"/>
                        <a:pt x="0" y="1630"/>
                      </a:cubicBezTo>
                      <a:cubicBezTo>
                        <a:pt x="1053" y="1304"/>
                        <a:pt x="828" y="1"/>
                        <a:pt x="8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6"/>
                <p:cNvSpPr/>
                <p:nvPr/>
              </p:nvSpPr>
              <p:spPr>
                <a:xfrm>
                  <a:off x="3467344" y="1713928"/>
                  <a:ext cx="46211" cy="43605"/>
                </a:xfrm>
                <a:custGeom>
                  <a:avLst/>
                  <a:gdLst/>
                  <a:ahLst/>
                  <a:cxnLst/>
                  <a:rect l="l" t="t" r="r" b="b"/>
                  <a:pathLst>
                    <a:path w="1330" h="1255" extrusionOk="0">
                      <a:moveTo>
                        <a:pt x="1" y="0"/>
                      </a:moveTo>
                      <a:lnTo>
                        <a:pt x="1" y="0"/>
                      </a:lnTo>
                      <a:cubicBezTo>
                        <a:pt x="1" y="0"/>
                        <a:pt x="218" y="1255"/>
                        <a:pt x="1268" y="1255"/>
                      </a:cubicBezTo>
                      <a:cubicBezTo>
                        <a:pt x="1288" y="1255"/>
                        <a:pt x="1308" y="1254"/>
                        <a:pt x="1329" y="1253"/>
                      </a:cubicBezTo>
                      <a:cubicBezTo>
                        <a:pt x="1204" y="1003"/>
                        <a:pt x="1104" y="777"/>
                        <a:pt x="978" y="526"/>
                      </a:cubicBezTo>
                      <a:cubicBezTo>
                        <a:pt x="978" y="526"/>
                        <a:pt x="377" y="45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29" name="Google Shape;1929;p46"/>
            <p:cNvGrpSpPr/>
            <p:nvPr/>
          </p:nvGrpSpPr>
          <p:grpSpPr>
            <a:xfrm>
              <a:off x="6056730" y="1177634"/>
              <a:ext cx="2242883" cy="1514029"/>
              <a:chOff x="6056730" y="1177634"/>
              <a:chExt cx="2242883" cy="1514029"/>
            </a:xfrm>
          </p:grpSpPr>
          <p:sp>
            <p:nvSpPr>
              <p:cNvPr id="1930" name="Google Shape;1930;p46"/>
              <p:cNvSpPr/>
              <p:nvPr/>
            </p:nvSpPr>
            <p:spPr>
              <a:xfrm rot="821656">
                <a:off x="6152912" y="1405305"/>
                <a:ext cx="2050519" cy="1058688"/>
              </a:xfrm>
              <a:custGeom>
                <a:avLst/>
                <a:gdLst/>
                <a:ahLst/>
                <a:cxnLst/>
                <a:rect l="l" t="t" r="r" b="b"/>
                <a:pathLst>
                  <a:path w="21798" h="11254" extrusionOk="0">
                    <a:moveTo>
                      <a:pt x="3058" y="0"/>
                    </a:moveTo>
                    <a:cubicBezTo>
                      <a:pt x="1309" y="0"/>
                      <a:pt x="0" y="899"/>
                      <a:pt x="0" y="899"/>
                    </a:cubicBezTo>
                    <a:cubicBezTo>
                      <a:pt x="0" y="899"/>
                      <a:pt x="1635" y="899"/>
                      <a:pt x="2049" y="1858"/>
                    </a:cubicBezTo>
                    <a:cubicBezTo>
                      <a:pt x="2594" y="2807"/>
                      <a:pt x="1777" y="3896"/>
                      <a:pt x="1777" y="3896"/>
                    </a:cubicBezTo>
                    <a:cubicBezTo>
                      <a:pt x="1777" y="3896"/>
                      <a:pt x="1938" y="3777"/>
                      <a:pt x="2217" y="3777"/>
                    </a:cubicBezTo>
                    <a:cubicBezTo>
                      <a:pt x="2451" y="3777"/>
                      <a:pt x="2767" y="3861"/>
                      <a:pt x="3139" y="4169"/>
                    </a:cubicBezTo>
                    <a:cubicBezTo>
                      <a:pt x="4087" y="4855"/>
                      <a:pt x="3684" y="6218"/>
                      <a:pt x="3684" y="6218"/>
                    </a:cubicBezTo>
                    <a:cubicBezTo>
                      <a:pt x="3684" y="6218"/>
                      <a:pt x="4164" y="5948"/>
                      <a:pt x="4892" y="5948"/>
                    </a:cubicBezTo>
                    <a:cubicBezTo>
                      <a:pt x="5326" y="5948"/>
                      <a:pt x="5848" y="6044"/>
                      <a:pt x="6409" y="6349"/>
                    </a:cubicBezTo>
                    <a:cubicBezTo>
                      <a:pt x="7902" y="7035"/>
                      <a:pt x="8447" y="9215"/>
                      <a:pt x="8447" y="9215"/>
                    </a:cubicBezTo>
                    <a:cubicBezTo>
                      <a:pt x="8447" y="9215"/>
                      <a:pt x="8584" y="9125"/>
                      <a:pt x="8855" y="9125"/>
                    </a:cubicBezTo>
                    <a:cubicBezTo>
                      <a:pt x="9056" y="9125"/>
                      <a:pt x="9331" y="9174"/>
                      <a:pt x="9678" y="9346"/>
                    </a:cubicBezTo>
                    <a:cubicBezTo>
                      <a:pt x="10496" y="9760"/>
                      <a:pt x="10627" y="11253"/>
                      <a:pt x="10627" y="11253"/>
                    </a:cubicBezTo>
                    <a:cubicBezTo>
                      <a:pt x="10627" y="11253"/>
                      <a:pt x="11172" y="9487"/>
                      <a:pt x="11716" y="9346"/>
                    </a:cubicBezTo>
                    <a:cubicBezTo>
                      <a:pt x="11765" y="9334"/>
                      <a:pt x="11814" y="9329"/>
                      <a:pt x="11863" y="9329"/>
                    </a:cubicBezTo>
                    <a:cubicBezTo>
                      <a:pt x="12377" y="9329"/>
                      <a:pt x="12948" y="9891"/>
                      <a:pt x="12948" y="9891"/>
                    </a:cubicBezTo>
                    <a:cubicBezTo>
                      <a:pt x="12948" y="9891"/>
                      <a:pt x="13493" y="7853"/>
                      <a:pt x="14583" y="7166"/>
                    </a:cubicBezTo>
                    <a:cubicBezTo>
                      <a:pt x="15186" y="6792"/>
                      <a:pt x="16164" y="6708"/>
                      <a:pt x="16916" y="6708"/>
                    </a:cubicBezTo>
                    <a:cubicBezTo>
                      <a:pt x="17523" y="6708"/>
                      <a:pt x="17983" y="6763"/>
                      <a:pt x="17983" y="6763"/>
                    </a:cubicBezTo>
                    <a:cubicBezTo>
                      <a:pt x="17983" y="6763"/>
                      <a:pt x="17308" y="5804"/>
                      <a:pt x="17852" y="4986"/>
                    </a:cubicBezTo>
                    <a:cubicBezTo>
                      <a:pt x="18199" y="4384"/>
                      <a:pt x="19094" y="4274"/>
                      <a:pt x="19701" y="4274"/>
                    </a:cubicBezTo>
                    <a:cubicBezTo>
                      <a:pt x="20051" y="4274"/>
                      <a:pt x="20305" y="4311"/>
                      <a:pt x="20305" y="4311"/>
                    </a:cubicBezTo>
                    <a:cubicBezTo>
                      <a:pt x="20305" y="4311"/>
                      <a:pt x="19487" y="2948"/>
                      <a:pt x="19891" y="2262"/>
                    </a:cubicBezTo>
                    <a:cubicBezTo>
                      <a:pt x="20435" y="1717"/>
                      <a:pt x="21798" y="1586"/>
                      <a:pt x="21798" y="1586"/>
                    </a:cubicBezTo>
                    <a:cubicBezTo>
                      <a:pt x="21798" y="1586"/>
                      <a:pt x="20313" y="721"/>
                      <a:pt x="18701" y="721"/>
                    </a:cubicBezTo>
                    <a:cubicBezTo>
                      <a:pt x="18188" y="721"/>
                      <a:pt x="17661" y="809"/>
                      <a:pt x="17166" y="1041"/>
                    </a:cubicBezTo>
                    <a:cubicBezTo>
                      <a:pt x="14986" y="1858"/>
                      <a:pt x="13221" y="5259"/>
                      <a:pt x="12261" y="5531"/>
                    </a:cubicBezTo>
                    <a:lnTo>
                      <a:pt x="12261" y="4038"/>
                    </a:lnTo>
                    <a:lnTo>
                      <a:pt x="10768" y="5804"/>
                    </a:lnTo>
                    <a:lnTo>
                      <a:pt x="9406" y="3766"/>
                    </a:lnTo>
                    <a:lnTo>
                      <a:pt x="9406" y="5128"/>
                    </a:lnTo>
                    <a:cubicBezTo>
                      <a:pt x="9406" y="5128"/>
                      <a:pt x="8719" y="5128"/>
                      <a:pt x="8044" y="3624"/>
                    </a:cubicBezTo>
                    <a:cubicBezTo>
                      <a:pt x="7499" y="2262"/>
                      <a:pt x="5995" y="496"/>
                      <a:pt x="3957" y="82"/>
                    </a:cubicBezTo>
                    <a:cubicBezTo>
                      <a:pt x="3648" y="25"/>
                      <a:pt x="3347" y="0"/>
                      <a:pt x="30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31" name="Google Shape;1931;p46"/>
              <p:cNvGrpSpPr/>
              <p:nvPr/>
            </p:nvGrpSpPr>
            <p:grpSpPr>
              <a:xfrm rot="1433704">
                <a:off x="7038764" y="1970559"/>
                <a:ext cx="231123" cy="126200"/>
                <a:chOff x="3467344" y="1694749"/>
                <a:chExt cx="114969" cy="62784"/>
              </a:xfrm>
            </p:grpSpPr>
            <p:sp>
              <p:nvSpPr>
                <p:cNvPr id="1932" name="Google Shape;1932;p46"/>
                <p:cNvSpPr/>
                <p:nvPr/>
              </p:nvSpPr>
              <p:spPr>
                <a:xfrm>
                  <a:off x="3545727" y="1694749"/>
                  <a:ext cx="36586" cy="56634"/>
                </a:xfrm>
                <a:custGeom>
                  <a:avLst/>
                  <a:gdLst/>
                  <a:ahLst/>
                  <a:cxnLst/>
                  <a:rect l="l" t="t" r="r" b="b"/>
                  <a:pathLst>
                    <a:path w="1053" h="1630" extrusionOk="0">
                      <a:moveTo>
                        <a:pt x="828" y="1"/>
                      </a:moveTo>
                      <a:cubicBezTo>
                        <a:pt x="627" y="552"/>
                        <a:pt x="76" y="853"/>
                        <a:pt x="76" y="853"/>
                      </a:cubicBezTo>
                      <a:cubicBezTo>
                        <a:pt x="51" y="1103"/>
                        <a:pt x="25" y="1379"/>
                        <a:pt x="0" y="1630"/>
                      </a:cubicBezTo>
                      <a:cubicBezTo>
                        <a:pt x="1053" y="1304"/>
                        <a:pt x="828" y="1"/>
                        <a:pt x="8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46"/>
                <p:cNvSpPr/>
                <p:nvPr/>
              </p:nvSpPr>
              <p:spPr>
                <a:xfrm>
                  <a:off x="3467344" y="1713928"/>
                  <a:ext cx="46211" cy="43605"/>
                </a:xfrm>
                <a:custGeom>
                  <a:avLst/>
                  <a:gdLst/>
                  <a:ahLst/>
                  <a:cxnLst/>
                  <a:rect l="l" t="t" r="r" b="b"/>
                  <a:pathLst>
                    <a:path w="1330" h="1255" extrusionOk="0">
                      <a:moveTo>
                        <a:pt x="1" y="0"/>
                      </a:moveTo>
                      <a:lnTo>
                        <a:pt x="1" y="0"/>
                      </a:lnTo>
                      <a:cubicBezTo>
                        <a:pt x="1" y="0"/>
                        <a:pt x="218" y="1255"/>
                        <a:pt x="1268" y="1255"/>
                      </a:cubicBezTo>
                      <a:cubicBezTo>
                        <a:pt x="1288" y="1255"/>
                        <a:pt x="1308" y="1254"/>
                        <a:pt x="1329" y="1253"/>
                      </a:cubicBezTo>
                      <a:cubicBezTo>
                        <a:pt x="1204" y="1003"/>
                        <a:pt x="1104" y="777"/>
                        <a:pt x="978" y="526"/>
                      </a:cubicBezTo>
                      <a:cubicBezTo>
                        <a:pt x="978" y="526"/>
                        <a:pt x="377" y="45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34" name="Google Shape;1934;p46"/>
            <p:cNvSpPr/>
            <p:nvPr/>
          </p:nvSpPr>
          <p:spPr>
            <a:xfrm rot="-1324100">
              <a:off x="6258548" y="2536731"/>
              <a:ext cx="611449" cy="242354"/>
            </a:xfrm>
            <a:custGeom>
              <a:avLst/>
              <a:gdLst/>
              <a:ahLst/>
              <a:cxnLst/>
              <a:rect l="l" t="t" r="r" b="b"/>
              <a:pathLst>
                <a:path w="37188" h="14739" extrusionOk="0">
                  <a:moveTo>
                    <a:pt x="6922" y="1"/>
                  </a:moveTo>
                  <a:cubicBezTo>
                    <a:pt x="4515" y="1"/>
                    <a:pt x="1" y="4385"/>
                    <a:pt x="1" y="4385"/>
                  </a:cubicBezTo>
                  <a:cubicBezTo>
                    <a:pt x="1" y="4385"/>
                    <a:pt x="29" y="4382"/>
                    <a:pt x="81" y="4382"/>
                  </a:cubicBezTo>
                  <a:cubicBezTo>
                    <a:pt x="402" y="4382"/>
                    <a:pt x="1626" y="4479"/>
                    <a:pt x="2453" y="5889"/>
                  </a:cubicBezTo>
                  <a:cubicBezTo>
                    <a:pt x="3401" y="7382"/>
                    <a:pt x="2856" y="8613"/>
                    <a:pt x="2856" y="8613"/>
                  </a:cubicBezTo>
                  <a:cubicBezTo>
                    <a:pt x="2856" y="8613"/>
                    <a:pt x="4330" y="7631"/>
                    <a:pt x="5881" y="7631"/>
                  </a:cubicBezTo>
                  <a:cubicBezTo>
                    <a:pt x="6331" y="7631"/>
                    <a:pt x="6787" y="7713"/>
                    <a:pt x="7216" y="7927"/>
                  </a:cubicBezTo>
                  <a:cubicBezTo>
                    <a:pt x="9265" y="8886"/>
                    <a:pt x="9265" y="11065"/>
                    <a:pt x="9265" y="11065"/>
                  </a:cubicBezTo>
                  <a:cubicBezTo>
                    <a:pt x="9265" y="11065"/>
                    <a:pt x="10148" y="10067"/>
                    <a:pt x="11613" y="10067"/>
                  </a:cubicBezTo>
                  <a:cubicBezTo>
                    <a:pt x="11775" y="10067"/>
                    <a:pt x="11944" y="10079"/>
                    <a:pt x="12120" y="10106"/>
                  </a:cubicBezTo>
                  <a:cubicBezTo>
                    <a:pt x="13897" y="10379"/>
                    <a:pt x="14572" y="12831"/>
                    <a:pt x="14572" y="12831"/>
                  </a:cubicBezTo>
                  <a:cubicBezTo>
                    <a:pt x="14572" y="12831"/>
                    <a:pt x="15115" y="11970"/>
                    <a:pt x="15618" y="11970"/>
                  </a:cubicBezTo>
                  <a:cubicBezTo>
                    <a:pt x="15681" y="11970"/>
                    <a:pt x="15743" y="11983"/>
                    <a:pt x="15804" y="12014"/>
                  </a:cubicBezTo>
                  <a:cubicBezTo>
                    <a:pt x="16207" y="12155"/>
                    <a:pt x="17166" y="14193"/>
                    <a:pt x="18659" y="14738"/>
                  </a:cubicBezTo>
                  <a:cubicBezTo>
                    <a:pt x="20022" y="14193"/>
                    <a:pt x="20981" y="12155"/>
                    <a:pt x="21384" y="12014"/>
                  </a:cubicBezTo>
                  <a:cubicBezTo>
                    <a:pt x="21445" y="11983"/>
                    <a:pt x="21507" y="11970"/>
                    <a:pt x="21570" y="11970"/>
                  </a:cubicBezTo>
                  <a:cubicBezTo>
                    <a:pt x="22073" y="11970"/>
                    <a:pt x="22616" y="12831"/>
                    <a:pt x="22616" y="12831"/>
                  </a:cubicBezTo>
                  <a:cubicBezTo>
                    <a:pt x="22616" y="12831"/>
                    <a:pt x="23291" y="10379"/>
                    <a:pt x="25068" y="10106"/>
                  </a:cubicBezTo>
                  <a:cubicBezTo>
                    <a:pt x="25244" y="10079"/>
                    <a:pt x="25413" y="10067"/>
                    <a:pt x="25575" y="10067"/>
                  </a:cubicBezTo>
                  <a:cubicBezTo>
                    <a:pt x="27040" y="10067"/>
                    <a:pt x="27923" y="11065"/>
                    <a:pt x="27923" y="11065"/>
                  </a:cubicBezTo>
                  <a:cubicBezTo>
                    <a:pt x="27923" y="11065"/>
                    <a:pt x="27923" y="8886"/>
                    <a:pt x="29972" y="7927"/>
                  </a:cubicBezTo>
                  <a:cubicBezTo>
                    <a:pt x="30401" y="7713"/>
                    <a:pt x="30857" y="7631"/>
                    <a:pt x="31307" y="7631"/>
                  </a:cubicBezTo>
                  <a:cubicBezTo>
                    <a:pt x="32858" y="7631"/>
                    <a:pt x="34332" y="8613"/>
                    <a:pt x="34332" y="8613"/>
                  </a:cubicBezTo>
                  <a:cubicBezTo>
                    <a:pt x="34332" y="8613"/>
                    <a:pt x="33787" y="7382"/>
                    <a:pt x="34735" y="5889"/>
                  </a:cubicBezTo>
                  <a:cubicBezTo>
                    <a:pt x="35562" y="4479"/>
                    <a:pt x="36785" y="4382"/>
                    <a:pt x="37107" y="4382"/>
                  </a:cubicBezTo>
                  <a:cubicBezTo>
                    <a:pt x="37159" y="4382"/>
                    <a:pt x="37187" y="4385"/>
                    <a:pt x="37187" y="4385"/>
                  </a:cubicBezTo>
                  <a:cubicBezTo>
                    <a:pt x="37187" y="4385"/>
                    <a:pt x="32673" y="1"/>
                    <a:pt x="30266" y="1"/>
                  </a:cubicBezTo>
                  <a:cubicBezTo>
                    <a:pt x="30164" y="1"/>
                    <a:pt x="30066" y="9"/>
                    <a:pt x="29972" y="25"/>
                  </a:cubicBezTo>
                  <a:cubicBezTo>
                    <a:pt x="27520" y="439"/>
                    <a:pt x="25068" y="3709"/>
                    <a:pt x="23291" y="5202"/>
                  </a:cubicBezTo>
                  <a:cubicBezTo>
                    <a:pt x="21995" y="6306"/>
                    <a:pt x="21063" y="6453"/>
                    <a:pt x="20659" y="6453"/>
                  </a:cubicBezTo>
                  <a:cubicBezTo>
                    <a:pt x="20513" y="6453"/>
                    <a:pt x="20436" y="6433"/>
                    <a:pt x="20436" y="6433"/>
                  </a:cubicBezTo>
                  <a:cubicBezTo>
                    <a:pt x="20436" y="6433"/>
                    <a:pt x="21929" y="3840"/>
                    <a:pt x="21253" y="3022"/>
                  </a:cubicBezTo>
                  <a:lnTo>
                    <a:pt x="21253" y="3022"/>
                  </a:lnTo>
                  <a:cubicBezTo>
                    <a:pt x="20436" y="3436"/>
                    <a:pt x="19749" y="4657"/>
                    <a:pt x="19749" y="4657"/>
                  </a:cubicBezTo>
                  <a:cubicBezTo>
                    <a:pt x="19379" y="4508"/>
                    <a:pt x="18967" y="4401"/>
                    <a:pt x="18536" y="4401"/>
                  </a:cubicBezTo>
                  <a:cubicBezTo>
                    <a:pt x="18179" y="4401"/>
                    <a:pt x="17809" y="4474"/>
                    <a:pt x="17439" y="4657"/>
                  </a:cubicBezTo>
                  <a:cubicBezTo>
                    <a:pt x="17439" y="4657"/>
                    <a:pt x="16752" y="3436"/>
                    <a:pt x="15935" y="3022"/>
                  </a:cubicBezTo>
                  <a:lnTo>
                    <a:pt x="15935" y="3022"/>
                  </a:lnTo>
                  <a:cubicBezTo>
                    <a:pt x="15259" y="3840"/>
                    <a:pt x="16752" y="6433"/>
                    <a:pt x="16752" y="6433"/>
                  </a:cubicBezTo>
                  <a:cubicBezTo>
                    <a:pt x="16752" y="6433"/>
                    <a:pt x="16675" y="6453"/>
                    <a:pt x="16529" y="6453"/>
                  </a:cubicBezTo>
                  <a:cubicBezTo>
                    <a:pt x="16125" y="6453"/>
                    <a:pt x="15193" y="6306"/>
                    <a:pt x="13897" y="5202"/>
                  </a:cubicBezTo>
                  <a:cubicBezTo>
                    <a:pt x="12120" y="3709"/>
                    <a:pt x="9668" y="439"/>
                    <a:pt x="7216" y="25"/>
                  </a:cubicBezTo>
                  <a:cubicBezTo>
                    <a:pt x="7122" y="9"/>
                    <a:pt x="7024" y="1"/>
                    <a:pt x="69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938"/>
        <p:cNvGrpSpPr/>
        <p:nvPr/>
      </p:nvGrpSpPr>
      <p:grpSpPr>
        <a:xfrm>
          <a:off x="0" y="0"/>
          <a:ext cx="0" cy="0"/>
          <a:chOff x="0" y="0"/>
          <a:chExt cx="0" cy="0"/>
        </a:xfrm>
      </p:grpSpPr>
      <p:sp>
        <p:nvSpPr>
          <p:cNvPr id="1939" name="Google Shape;1939;p4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Icon pack</a:t>
            </a:r>
            <a:endParaRPr/>
          </a:p>
        </p:txBody>
      </p:sp>
      <p:grpSp>
        <p:nvGrpSpPr>
          <p:cNvPr id="1940" name="Google Shape;1940;p47"/>
          <p:cNvGrpSpPr/>
          <p:nvPr/>
        </p:nvGrpSpPr>
        <p:grpSpPr>
          <a:xfrm>
            <a:off x="7493935" y="1415118"/>
            <a:ext cx="430099" cy="420255"/>
            <a:chOff x="7681000" y="1321675"/>
            <a:chExt cx="457650" cy="447175"/>
          </a:xfrm>
        </p:grpSpPr>
        <p:sp>
          <p:nvSpPr>
            <p:cNvPr id="1941" name="Google Shape;1941;p47"/>
            <p:cNvSpPr/>
            <p:nvPr/>
          </p:nvSpPr>
          <p:spPr>
            <a:xfrm>
              <a:off x="7681000" y="1321675"/>
              <a:ext cx="457650" cy="447175"/>
            </a:xfrm>
            <a:custGeom>
              <a:avLst/>
              <a:gdLst/>
              <a:ahLst/>
              <a:cxnLst/>
              <a:rect l="l" t="t" r="r" b="b"/>
              <a:pathLst>
                <a:path w="18306" h="17887" extrusionOk="0">
                  <a:moveTo>
                    <a:pt x="4796" y="0"/>
                  </a:moveTo>
                  <a:cubicBezTo>
                    <a:pt x="4256" y="0"/>
                    <a:pt x="3708" y="209"/>
                    <a:pt x="3290" y="627"/>
                  </a:cubicBezTo>
                  <a:cubicBezTo>
                    <a:pt x="2775" y="1143"/>
                    <a:pt x="2579" y="1854"/>
                    <a:pt x="2775" y="2499"/>
                  </a:cubicBezTo>
                  <a:cubicBezTo>
                    <a:pt x="2631" y="2473"/>
                    <a:pt x="2488" y="2460"/>
                    <a:pt x="2347" y="2460"/>
                  </a:cubicBezTo>
                  <a:cubicBezTo>
                    <a:pt x="1786" y="2460"/>
                    <a:pt x="1253" y="2664"/>
                    <a:pt x="841" y="3076"/>
                  </a:cubicBezTo>
                  <a:cubicBezTo>
                    <a:pt x="0" y="3917"/>
                    <a:pt x="0" y="5268"/>
                    <a:pt x="841" y="6041"/>
                  </a:cubicBezTo>
                  <a:cubicBezTo>
                    <a:pt x="1259" y="6461"/>
                    <a:pt x="1790" y="6671"/>
                    <a:pt x="2321" y="6671"/>
                  </a:cubicBezTo>
                  <a:cubicBezTo>
                    <a:pt x="2853" y="6671"/>
                    <a:pt x="3386" y="6461"/>
                    <a:pt x="3806" y="6041"/>
                  </a:cubicBezTo>
                  <a:cubicBezTo>
                    <a:pt x="3868" y="5979"/>
                    <a:pt x="3868" y="5912"/>
                    <a:pt x="3935" y="5850"/>
                  </a:cubicBezTo>
                  <a:lnTo>
                    <a:pt x="12247" y="14162"/>
                  </a:lnTo>
                  <a:cubicBezTo>
                    <a:pt x="12185" y="14229"/>
                    <a:pt x="12118" y="14229"/>
                    <a:pt x="12056" y="14291"/>
                  </a:cubicBezTo>
                  <a:cubicBezTo>
                    <a:pt x="11215" y="15131"/>
                    <a:pt x="11215" y="16421"/>
                    <a:pt x="12056" y="17256"/>
                  </a:cubicBezTo>
                  <a:cubicBezTo>
                    <a:pt x="12443" y="17676"/>
                    <a:pt x="12974" y="17886"/>
                    <a:pt x="13513" y="17886"/>
                  </a:cubicBezTo>
                  <a:cubicBezTo>
                    <a:pt x="14053" y="17886"/>
                    <a:pt x="14600" y="17676"/>
                    <a:pt x="15021" y="17256"/>
                  </a:cubicBezTo>
                  <a:cubicBezTo>
                    <a:pt x="15536" y="16740"/>
                    <a:pt x="15727" y="16034"/>
                    <a:pt x="15598" y="15389"/>
                  </a:cubicBezTo>
                  <a:lnTo>
                    <a:pt x="15598" y="15389"/>
                  </a:lnTo>
                  <a:cubicBezTo>
                    <a:pt x="15726" y="15415"/>
                    <a:pt x="15857" y="15428"/>
                    <a:pt x="15988" y="15428"/>
                  </a:cubicBezTo>
                  <a:cubicBezTo>
                    <a:pt x="16518" y="15428"/>
                    <a:pt x="17057" y="15220"/>
                    <a:pt x="17470" y="14807"/>
                  </a:cubicBezTo>
                  <a:cubicBezTo>
                    <a:pt x="18305" y="13971"/>
                    <a:pt x="18305" y="12615"/>
                    <a:pt x="17470" y="11842"/>
                  </a:cubicBezTo>
                  <a:cubicBezTo>
                    <a:pt x="17050" y="11424"/>
                    <a:pt x="16517" y="11215"/>
                    <a:pt x="15986" y="11215"/>
                  </a:cubicBezTo>
                  <a:cubicBezTo>
                    <a:pt x="15454" y="11215"/>
                    <a:pt x="14923" y="11424"/>
                    <a:pt x="14505" y="11842"/>
                  </a:cubicBezTo>
                  <a:cubicBezTo>
                    <a:pt x="14438" y="11909"/>
                    <a:pt x="14438" y="11971"/>
                    <a:pt x="14376" y="12038"/>
                  </a:cubicBezTo>
                  <a:lnTo>
                    <a:pt x="6059" y="3721"/>
                  </a:lnTo>
                  <a:cubicBezTo>
                    <a:pt x="6126" y="3659"/>
                    <a:pt x="6188" y="3659"/>
                    <a:pt x="6255" y="3592"/>
                  </a:cubicBezTo>
                  <a:cubicBezTo>
                    <a:pt x="7090" y="2756"/>
                    <a:pt x="7090" y="1467"/>
                    <a:pt x="6255" y="627"/>
                  </a:cubicBezTo>
                  <a:cubicBezTo>
                    <a:pt x="5868" y="209"/>
                    <a:pt x="5336" y="0"/>
                    <a:pt x="47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47"/>
            <p:cNvSpPr/>
            <p:nvPr/>
          </p:nvSpPr>
          <p:spPr>
            <a:xfrm>
              <a:off x="7681000" y="1321675"/>
              <a:ext cx="457650" cy="447175"/>
            </a:xfrm>
            <a:custGeom>
              <a:avLst/>
              <a:gdLst/>
              <a:ahLst/>
              <a:cxnLst/>
              <a:rect l="l" t="t" r="r" b="b"/>
              <a:pathLst>
                <a:path w="18306" h="17887" extrusionOk="0">
                  <a:moveTo>
                    <a:pt x="13513" y="0"/>
                  </a:moveTo>
                  <a:cubicBezTo>
                    <a:pt x="12974" y="0"/>
                    <a:pt x="12443" y="209"/>
                    <a:pt x="12056" y="627"/>
                  </a:cubicBezTo>
                  <a:cubicBezTo>
                    <a:pt x="11215" y="1467"/>
                    <a:pt x="11215" y="2756"/>
                    <a:pt x="12056" y="3592"/>
                  </a:cubicBezTo>
                  <a:cubicBezTo>
                    <a:pt x="12118" y="3659"/>
                    <a:pt x="12185" y="3659"/>
                    <a:pt x="12247" y="3721"/>
                  </a:cubicBezTo>
                  <a:lnTo>
                    <a:pt x="3935" y="12038"/>
                  </a:lnTo>
                  <a:cubicBezTo>
                    <a:pt x="3868" y="11971"/>
                    <a:pt x="3868" y="11909"/>
                    <a:pt x="3806" y="11842"/>
                  </a:cubicBezTo>
                  <a:cubicBezTo>
                    <a:pt x="3386" y="11424"/>
                    <a:pt x="2853" y="11215"/>
                    <a:pt x="2321" y="11215"/>
                  </a:cubicBezTo>
                  <a:cubicBezTo>
                    <a:pt x="1790" y="11215"/>
                    <a:pt x="1259" y="11424"/>
                    <a:pt x="841" y="11842"/>
                  </a:cubicBezTo>
                  <a:cubicBezTo>
                    <a:pt x="0" y="12615"/>
                    <a:pt x="0" y="13971"/>
                    <a:pt x="841" y="14807"/>
                  </a:cubicBezTo>
                  <a:cubicBezTo>
                    <a:pt x="1254" y="15220"/>
                    <a:pt x="1790" y="15428"/>
                    <a:pt x="2352" y="15428"/>
                  </a:cubicBezTo>
                  <a:cubicBezTo>
                    <a:pt x="2492" y="15428"/>
                    <a:pt x="2633" y="15415"/>
                    <a:pt x="2775" y="15389"/>
                  </a:cubicBezTo>
                  <a:lnTo>
                    <a:pt x="2775" y="15389"/>
                  </a:lnTo>
                  <a:cubicBezTo>
                    <a:pt x="2579" y="16034"/>
                    <a:pt x="2775" y="16740"/>
                    <a:pt x="3290" y="17256"/>
                  </a:cubicBezTo>
                  <a:cubicBezTo>
                    <a:pt x="3708" y="17676"/>
                    <a:pt x="4256" y="17886"/>
                    <a:pt x="4796" y="17886"/>
                  </a:cubicBezTo>
                  <a:cubicBezTo>
                    <a:pt x="5336" y="17886"/>
                    <a:pt x="5868" y="17676"/>
                    <a:pt x="6255" y="17256"/>
                  </a:cubicBezTo>
                  <a:cubicBezTo>
                    <a:pt x="7090" y="16421"/>
                    <a:pt x="7090" y="15131"/>
                    <a:pt x="6255" y="14291"/>
                  </a:cubicBezTo>
                  <a:cubicBezTo>
                    <a:pt x="6188" y="14229"/>
                    <a:pt x="6126" y="14229"/>
                    <a:pt x="6059" y="14162"/>
                  </a:cubicBezTo>
                  <a:lnTo>
                    <a:pt x="14376" y="5850"/>
                  </a:lnTo>
                  <a:cubicBezTo>
                    <a:pt x="14438" y="5912"/>
                    <a:pt x="14438" y="5979"/>
                    <a:pt x="14505" y="6041"/>
                  </a:cubicBezTo>
                  <a:cubicBezTo>
                    <a:pt x="14923" y="6461"/>
                    <a:pt x="15454" y="6671"/>
                    <a:pt x="15986" y="6671"/>
                  </a:cubicBezTo>
                  <a:cubicBezTo>
                    <a:pt x="16517" y="6671"/>
                    <a:pt x="17050" y="6461"/>
                    <a:pt x="17470" y="6041"/>
                  </a:cubicBezTo>
                  <a:cubicBezTo>
                    <a:pt x="18305" y="5268"/>
                    <a:pt x="18305" y="3917"/>
                    <a:pt x="17470" y="3076"/>
                  </a:cubicBezTo>
                  <a:cubicBezTo>
                    <a:pt x="17058" y="2664"/>
                    <a:pt x="16521" y="2460"/>
                    <a:pt x="15993" y="2460"/>
                  </a:cubicBezTo>
                  <a:cubicBezTo>
                    <a:pt x="15860" y="2460"/>
                    <a:pt x="15728" y="2473"/>
                    <a:pt x="15598" y="2499"/>
                  </a:cubicBezTo>
                  <a:cubicBezTo>
                    <a:pt x="15727" y="1854"/>
                    <a:pt x="15536" y="1143"/>
                    <a:pt x="15021" y="627"/>
                  </a:cubicBezTo>
                  <a:cubicBezTo>
                    <a:pt x="14600" y="209"/>
                    <a:pt x="14053" y="0"/>
                    <a:pt x="135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43" name="Google Shape;1943;p47"/>
          <p:cNvSpPr/>
          <p:nvPr/>
        </p:nvSpPr>
        <p:spPr>
          <a:xfrm>
            <a:off x="7684563" y="2029752"/>
            <a:ext cx="115102" cy="116394"/>
          </a:xfrm>
          <a:custGeom>
            <a:avLst/>
            <a:gdLst/>
            <a:ahLst/>
            <a:cxnLst/>
            <a:rect l="l" t="t" r="r" b="b"/>
            <a:pathLst>
              <a:path w="4899" h="4954" extrusionOk="0">
                <a:moveTo>
                  <a:pt x="2950" y="0"/>
                </a:moveTo>
                <a:cubicBezTo>
                  <a:pt x="2587" y="0"/>
                  <a:pt x="2212" y="101"/>
                  <a:pt x="1872" y="313"/>
                </a:cubicBezTo>
                <a:cubicBezTo>
                  <a:pt x="1161" y="762"/>
                  <a:pt x="712" y="1602"/>
                  <a:pt x="454" y="2438"/>
                </a:cubicBezTo>
                <a:cubicBezTo>
                  <a:pt x="197" y="3211"/>
                  <a:pt x="1" y="4052"/>
                  <a:pt x="1" y="4887"/>
                </a:cubicBezTo>
                <a:cubicBezTo>
                  <a:pt x="325" y="4825"/>
                  <a:pt x="712" y="4825"/>
                  <a:pt x="1161" y="4825"/>
                </a:cubicBezTo>
                <a:cubicBezTo>
                  <a:pt x="1676" y="4825"/>
                  <a:pt x="2130" y="4887"/>
                  <a:pt x="2450" y="4954"/>
                </a:cubicBezTo>
                <a:cubicBezTo>
                  <a:pt x="2130" y="4052"/>
                  <a:pt x="1872" y="3082"/>
                  <a:pt x="2130" y="2180"/>
                </a:cubicBezTo>
                <a:cubicBezTo>
                  <a:pt x="2259" y="1860"/>
                  <a:pt x="2450" y="1473"/>
                  <a:pt x="2837" y="1277"/>
                </a:cubicBezTo>
                <a:cubicBezTo>
                  <a:pt x="2949" y="1202"/>
                  <a:pt x="3083" y="1166"/>
                  <a:pt x="3214" y="1166"/>
                </a:cubicBezTo>
                <a:cubicBezTo>
                  <a:pt x="3533" y="1166"/>
                  <a:pt x="3830" y="1384"/>
                  <a:pt x="3739" y="1793"/>
                </a:cubicBezTo>
                <a:cubicBezTo>
                  <a:pt x="3677" y="1922"/>
                  <a:pt x="3610" y="1922"/>
                  <a:pt x="3548" y="2051"/>
                </a:cubicBezTo>
                <a:cubicBezTo>
                  <a:pt x="3329" y="2379"/>
                  <a:pt x="3526" y="2662"/>
                  <a:pt x="3827" y="2662"/>
                </a:cubicBezTo>
                <a:cubicBezTo>
                  <a:pt x="3881" y="2662"/>
                  <a:pt x="3938" y="2653"/>
                  <a:pt x="3997" y="2634"/>
                </a:cubicBezTo>
                <a:cubicBezTo>
                  <a:pt x="4708" y="2438"/>
                  <a:pt x="4899" y="1793"/>
                  <a:pt x="4641" y="1149"/>
                </a:cubicBezTo>
                <a:cubicBezTo>
                  <a:pt x="4382" y="416"/>
                  <a:pt x="3689" y="0"/>
                  <a:pt x="29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47"/>
          <p:cNvSpPr/>
          <p:nvPr/>
        </p:nvSpPr>
        <p:spPr>
          <a:xfrm>
            <a:off x="7505888" y="2143089"/>
            <a:ext cx="425612" cy="305928"/>
          </a:xfrm>
          <a:custGeom>
            <a:avLst/>
            <a:gdLst/>
            <a:ahLst/>
            <a:cxnLst/>
            <a:rect l="l" t="t" r="r" b="b"/>
            <a:pathLst>
              <a:path w="18115" h="13021" extrusionOk="0">
                <a:moveTo>
                  <a:pt x="8766" y="1"/>
                </a:moveTo>
                <a:cubicBezTo>
                  <a:pt x="6832" y="1"/>
                  <a:pt x="6255" y="707"/>
                  <a:pt x="6255" y="707"/>
                </a:cubicBezTo>
                <a:cubicBezTo>
                  <a:pt x="5745" y="514"/>
                  <a:pt x="5252" y="425"/>
                  <a:pt x="4783" y="425"/>
                </a:cubicBezTo>
                <a:cubicBezTo>
                  <a:pt x="2289" y="425"/>
                  <a:pt x="454" y="2929"/>
                  <a:pt x="129" y="5477"/>
                </a:cubicBezTo>
                <a:cubicBezTo>
                  <a:pt x="0" y="6508"/>
                  <a:pt x="67" y="7478"/>
                  <a:pt x="325" y="8442"/>
                </a:cubicBezTo>
                <a:cubicBezTo>
                  <a:pt x="645" y="9411"/>
                  <a:pt x="1160" y="10246"/>
                  <a:pt x="1805" y="11020"/>
                </a:cubicBezTo>
                <a:cubicBezTo>
                  <a:pt x="3125" y="12472"/>
                  <a:pt x="4294" y="12827"/>
                  <a:pt x="5120" y="12827"/>
                </a:cubicBezTo>
                <a:cubicBezTo>
                  <a:pt x="5907" y="12827"/>
                  <a:pt x="6384" y="12505"/>
                  <a:pt x="6384" y="12505"/>
                </a:cubicBezTo>
                <a:cubicBezTo>
                  <a:pt x="6832" y="12954"/>
                  <a:pt x="8637" y="13021"/>
                  <a:pt x="8766" y="13021"/>
                </a:cubicBezTo>
                <a:cubicBezTo>
                  <a:pt x="8895" y="13021"/>
                  <a:pt x="10766" y="12954"/>
                  <a:pt x="11153" y="12505"/>
                </a:cubicBezTo>
                <a:cubicBezTo>
                  <a:pt x="11153" y="12505"/>
                  <a:pt x="11644" y="12827"/>
                  <a:pt x="12446" y="12827"/>
                </a:cubicBezTo>
                <a:cubicBezTo>
                  <a:pt x="13288" y="12827"/>
                  <a:pt x="14473" y="12472"/>
                  <a:pt x="15794" y="11020"/>
                </a:cubicBezTo>
                <a:cubicBezTo>
                  <a:pt x="17856" y="8896"/>
                  <a:pt x="18114" y="4899"/>
                  <a:pt x="16371" y="2450"/>
                </a:cubicBezTo>
                <a:cubicBezTo>
                  <a:pt x="16242" y="2192"/>
                  <a:pt x="16052" y="1996"/>
                  <a:pt x="15856" y="1806"/>
                </a:cubicBezTo>
                <a:cubicBezTo>
                  <a:pt x="15536" y="1481"/>
                  <a:pt x="15149" y="1223"/>
                  <a:pt x="14824" y="965"/>
                </a:cubicBezTo>
                <a:cubicBezTo>
                  <a:pt x="14176" y="623"/>
                  <a:pt x="13480" y="438"/>
                  <a:pt x="12780" y="438"/>
                </a:cubicBezTo>
                <a:cubicBezTo>
                  <a:pt x="12299" y="438"/>
                  <a:pt x="11816" y="525"/>
                  <a:pt x="11344" y="707"/>
                </a:cubicBezTo>
                <a:cubicBezTo>
                  <a:pt x="11344" y="707"/>
                  <a:pt x="10766" y="1"/>
                  <a:pt x="876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47"/>
          <p:cNvSpPr/>
          <p:nvPr/>
        </p:nvSpPr>
        <p:spPr>
          <a:xfrm>
            <a:off x="7683107" y="2297565"/>
            <a:ext cx="57563" cy="37803"/>
          </a:xfrm>
          <a:custGeom>
            <a:avLst/>
            <a:gdLst/>
            <a:ahLst/>
            <a:cxnLst/>
            <a:rect l="l" t="t" r="r" b="b"/>
            <a:pathLst>
              <a:path w="2450" h="1609" extrusionOk="0">
                <a:moveTo>
                  <a:pt x="1094" y="0"/>
                </a:moveTo>
                <a:cubicBezTo>
                  <a:pt x="836" y="320"/>
                  <a:pt x="1" y="1093"/>
                  <a:pt x="449" y="1480"/>
                </a:cubicBezTo>
                <a:cubicBezTo>
                  <a:pt x="516" y="1609"/>
                  <a:pt x="707" y="1609"/>
                  <a:pt x="836" y="1609"/>
                </a:cubicBezTo>
                <a:lnTo>
                  <a:pt x="1676" y="1609"/>
                </a:lnTo>
                <a:cubicBezTo>
                  <a:pt x="1805" y="1609"/>
                  <a:pt x="1934" y="1609"/>
                  <a:pt x="2063" y="1480"/>
                </a:cubicBezTo>
                <a:cubicBezTo>
                  <a:pt x="2450" y="1093"/>
                  <a:pt x="1676" y="320"/>
                  <a:pt x="13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47"/>
          <p:cNvSpPr/>
          <p:nvPr/>
        </p:nvSpPr>
        <p:spPr>
          <a:xfrm>
            <a:off x="7589223" y="2227270"/>
            <a:ext cx="75748" cy="65692"/>
          </a:xfrm>
          <a:custGeom>
            <a:avLst/>
            <a:gdLst/>
            <a:ahLst/>
            <a:cxnLst/>
            <a:rect l="l" t="t" r="r" b="b"/>
            <a:pathLst>
              <a:path w="3224" h="2796" extrusionOk="0">
                <a:moveTo>
                  <a:pt x="286" y="1"/>
                </a:moveTo>
                <a:cubicBezTo>
                  <a:pt x="198" y="1"/>
                  <a:pt x="130" y="62"/>
                  <a:pt x="130" y="156"/>
                </a:cubicBezTo>
                <a:cubicBezTo>
                  <a:pt x="62" y="734"/>
                  <a:pt x="1" y="2090"/>
                  <a:pt x="1352" y="2667"/>
                </a:cubicBezTo>
                <a:cubicBezTo>
                  <a:pt x="1352" y="2667"/>
                  <a:pt x="1606" y="2795"/>
                  <a:pt x="1935" y="2795"/>
                </a:cubicBezTo>
                <a:cubicBezTo>
                  <a:pt x="2381" y="2795"/>
                  <a:pt x="2962" y="2559"/>
                  <a:pt x="3223" y="1445"/>
                </a:cubicBezTo>
                <a:cubicBezTo>
                  <a:pt x="3223" y="1316"/>
                  <a:pt x="3223" y="1249"/>
                  <a:pt x="3094" y="1249"/>
                </a:cubicBezTo>
                <a:lnTo>
                  <a:pt x="387" y="27"/>
                </a:lnTo>
                <a:cubicBezTo>
                  <a:pt x="353" y="9"/>
                  <a:pt x="318" y="1"/>
                  <a:pt x="2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47"/>
          <p:cNvSpPr/>
          <p:nvPr/>
        </p:nvSpPr>
        <p:spPr>
          <a:xfrm>
            <a:off x="7760286" y="2227270"/>
            <a:ext cx="75724" cy="65692"/>
          </a:xfrm>
          <a:custGeom>
            <a:avLst/>
            <a:gdLst/>
            <a:ahLst/>
            <a:cxnLst/>
            <a:rect l="l" t="t" r="r" b="b"/>
            <a:pathLst>
              <a:path w="3223" h="2796" extrusionOk="0">
                <a:moveTo>
                  <a:pt x="2938" y="1"/>
                </a:moveTo>
                <a:cubicBezTo>
                  <a:pt x="2906" y="1"/>
                  <a:pt x="2871" y="9"/>
                  <a:pt x="2836" y="27"/>
                </a:cubicBezTo>
                <a:lnTo>
                  <a:pt x="67" y="1249"/>
                </a:lnTo>
                <a:cubicBezTo>
                  <a:pt x="0" y="1249"/>
                  <a:pt x="0" y="1316"/>
                  <a:pt x="0" y="1445"/>
                </a:cubicBezTo>
                <a:cubicBezTo>
                  <a:pt x="262" y="2559"/>
                  <a:pt x="843" y="2795"/>
                  <a:pt x="1289" y="2795"/>
                </a:cubicBezTo>
                <a:cubicBezTo>
                  <a:pt x="1617" y="2795"/>
                  <a:pt x="1872" y="2667"/>
                  <a:pt x="1872" y="2667"/>
                </a:cubicBezTo>
                <a:cubicBezTo>
                  <a:pt x="3223" y="2090"/>
                  <a:pt x="3161" y="734"/>
                  <a:pt x="3094" y="156"/>
                </a:cubicBezTo>
                <a:cubicBezTo>
                  <a:pt x="3094" y="62"/>
                  <a:pt x="3025" y="1"/>
                  <a:pt x="29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47"/>
          <p:cNvSpPr/>
          <p:nvPr/>
        </p:nvSpPr>
        <p:spPr>
          <a:xfrm>
            <a:off x="7610697" y="2359191"/>
            <a:ext cx="202668" cy="52605"/>
          </a:xfrm>
          <a:custGeom>
            <a:avLst/>
            <a:gdLst/>
            <a:ahLst/>
            <a:cxnLst/>
            <a:rect l="l" t="t" r="r" b="b"/>
            <a:pathLst>
              <a:path w="8626" h="2239" extrusionOk="0">
                <a:moveTo>
                  <a:pt x="140" y="1"/>
                </a:moveTo>
                <a:cubicBezTo>
                  <a:pt x="77" y="1"/>
                  <a:pt x="0" y="96"/>
                  <a:pt x="51" y="146"/>
                </a:cubicBezTo>
                <a:lnTo>
                  <a:pt x="1149" y="1889"/>
                </a:lnTo>
                <a:cubicBezTo>
                  <a:pt x="1149" y="1889"/>
                  <a:pt x="1177" y="1916"/>
                  <a:pt x="1215" y="1916"/>
                </a:cubicBezTo>
                <a:cubicBezTo>
                  <a:pt x="1234" y="1916"/>
                  <a:pt x="1256" y="1910"/>
                  <a:pt x="1278" y="1889"/>
                </a:cubicBezTo>
                <a:lnTo>
                  <a:pt x="2242" y="1564"/>
                </a:lnTo>
                <a:cubicBezTo>
                  <a:pt x="2242" y="1564"/>
                  <a:pt x="2309" y="1564"/>
                  <a:pt x="2309" y="1631"/>
                </a:cubicBezTo>
                <a:lnTo>
                  <a:pt x="3083" y="2209"/>
                </a:lnTo>
                <a:cubicBezTo>
                  <a:pt x="3083" y="2209"/>
                  <a:pt x="3110" y="2238"/>
                  <a:pt x="3129" y="2238"/>
                </a:cubicBezTo>
                <a:cubicBezTo>
                  <a:pt x="3138" y="2238"/>
                  <a:pt x="3145" y="2231"/>
                  <a:pt x="3145" y="2209"/>
                </a:cubicBezTo>
                <a:lnTo>
                  <a:pt x="4305" y="2018"/>
                </a:lnTo>
                <a:lnTo>
                  <a:pt x="4372" y="2018"/>
                </a:lnTo>
                <a:lnTo>
                  <a:pt x="5465" y="2209"/>
                </a:lnTo>
                <a:cubicBezTo>
                  <a:pt x="5487" y="2231"/>
                  <a:pt x="5502" y="2238"/>
                  <a:pt x="5514" y="2238"/>
                </a:cubicBezTo>
                <a:cubicBezTo>
                  <a:pt x="5539" y="2238"/>
                  <a:pt x="5553" y="2209"/>
                  <a:pt x="5594" y="2209"/>
                </a:cubicBezTo>
                <a:lnTo>
                  <a:pt x="6305" y="1631"/>
                </a:lnTo>
                <a:cubicBezTo>
                  <a:pt x="6367" y="1564"/>
                  <a:pt x="6367" y="1564"/>
                  <a:pt x="6434" y="1564"/>
                </a:cubicBezTo>
                <a:lnTo>
                  <a:pt x="7398" y="1889"/>
                </a:lnTo>
                <a:cubicBezTo>
                  <a:pt x="7421" y="1910"/>
                  <a:pt x="7436" y="1916"/>
                  <a:pt x="7448" y="1916"/>
                </a:cubicBezTo>
                <a:cubicBezTo>
                  <a:pt x="7472" y="1916"/>
                  <a:pt x="7486" y="1889"/>
                  <a:pt x="7527" y="1889"/>
                </a:cubicBezTo>
                <a:lnTo>
                  <a:pt x="8626" y="146"/>
                </a:lnTo>
                <a:cubicBezTo>
                  <a:pt x="8626" y="96"/>
                  <a:pt x="8581" y="1"/>
                  <a:pt x="8495" y="1"/>
                </a:cubicBezTo>
                <a:cubicBezTo>
                  <a:pt x="8475" y="1"/>
                  <a:pt x="8454" y="6"/>
                  <a:pt x="8430" y="17"/>
                </a:cubicBezTo>
                <a:lnTo>
                  <a:pt x="7527" y="471"/>
                </a:lnTo>
                <a:cubicBezTo>
                  <a:pt x="7527" y="533"/>
                  <a:pt x="7466" y="533"/>
                  <a:pt x="7466" y="533"/>
                </a:cubicBezTo>
                <a:lnTo>
                  <a:pt x="6305" y="146"/>
                </a:lnTo>
                <a:cubicBezTo>
                  <a:pt x="6238" y="146"/>
                  <a:pt x="6238" y="146"/>
                  <a:pt x="6238" y="213"/>
                </a:cubicBezTo>
                <a:lnTo>
                  <a:pt x="5594" y="533"/>
                </a:lnTo>
                <a:lnTo>
                  <a:pt x="5465" y="533"/>
                </a:lnTo>
                <a:lnTo>
                  <a:pt x="4372" y="146"/>
                </a:lnTo>
                <a:lnTo>
                  <a:pt x="4305" y="146"/>
                </a:lnTo>
                <a:lnTo>
                  <a:pt x="3145" y="533"/>
                </a:lnTo>
                <a:lnTo>
                  <a:pt x="3083" y="533"/>
                </a:lnTo>
                <a:lnTo>
                  <a:pt x="2438" y="213"/>
                </a:lnTo>
                <a:cubicBezTo>
                  <a:pt x="2438" y="146"/>
                  <a:pt x="2371" y="146"/>
                  <a:pt x="2371" y="146"/>
                </a:cubicBezTo>
                <a:lnTo>
                  <a:pt x="1211" y="533"/>
                </a:lnTo>
                <a:cubicBezTo>
                  <a:pt x="1149" y="533"/>
                  <a:pt x="1149" y="533"/>
                  <a:pt x="1149" y="471"/>
                </a:cubicBezTo>
                <a:lnTo>
                  <a:pt x="180" y="17"/>
                </a:lnTo>
                <a:cubicBezTo>
                  <a:pt x="168" y="6"/>
                  <a:pt x="154" y="1"/>
                  <a:pt x="14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49" name="Google Shape;1949;p47"/>
          <p:cNvGrpSpPr/>
          <p:nvPr/>
        </p:nvGrpSpPr>
        <p:grpSpPr>
          <a:xfrm>
            <a:off x="6764016" y="1415635"/>
            <a:ext cx="483175" cy="420067"/>
            <a:chOff x="6904325" y="1322225"/>
            <a:chExt cx="514125" cy="446975"/>
          </a:xfrm>
        </p:grpSpPr>
        <p:sp>
          <p:nvSpPr>
            <p:cNvPr id="1950" name="Google Shape;1950;p47"/>
            <p:cNvSpPr/>
            <p:nvPr/>
          </p:nvSpPr>
          <p:spPr>
            <a:xfrm>
              <a:off x="7013900" y="1508125"/>
              <a:ext cx="294975" cy="261075"/>
            </a:xfrm>
            <a:custGeom>
              <a:avLst/>
              <a:gdLst/>
              <a:ahLst/>
              <a:cxnLst/>
              <a:rect l="l" t="t" r="r" b="b"/>
              <a:pathLst>
                <a:path w="11799" h="10443" extrusionOk="0">
                  <a:moveTo>
                    <a:pt x="130" y="1"/>
                  </a:moveTo>
                  <a:lnTo>
                    <a:pt x="130" y="388"/>
                  </a:lnTo>
                  <a:lnTo>
                    <a:pt x="130" y="2646"/>
                  </a:lnTo>
                  <a:cubicBezTo>
                    <a:pt x="130" y="3677"/>
                    <a:pt x="1" y="4642"/>
                    <a:pt x="197" y="5673"/>
                  </a:cubicBezTo>
                  <a:cubicBezTo>
                    <a:pt x="387" y="6575"/>
                    <a:pt x="774" y="7416"/>
                    <a:pt x="1290" y="8122"/>
                  </a:cubicBezTo>
                  <a:cubicBezTo>
                    <a:pt x="2388" y="9540"/>
                    <a:pt x="4126" y="10442"/>
                    <a:pt x="5930" y="10442"/>
                  </a:cubicBezTo>
                  <a:cubicBezTo>
                    <a:pt x="7673" y="10442"/>
                    <a:pt x="9349" y="9607"/>
                    <a:pt x="10442" y="8251"/>
                  </a:cubicBezTo>
                  <a:cubicBezTo>
                    <a:pt x="11798" y="6642"/>
                    <a:pt x="11731" y="4838"/>
                    <a:pt x="11731" y="2837"/>
                  </a:cubicBezTo>
                  <a:lnTo>
                    <a:pt x="11731" y="584"/>
                  </a:lnTo>
                  <a:lnTo>
                    <a:pt x="1173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47"/>
            <p:cNvSpPr/>
            <p:nvPr/>
          </p:nvSpPr>
          <p:spPr>
            <a:xfrm>
              <a:off x="6904325" y="1508125"/>
              <a:ext cx="219175" cy="244575"/>
            </a:xfrm>
            <a:custGeom>
              <a:avLst/>
              <a:gdLst/>
              <a:ahLst/>
              <a:cxnLst/>
              <a:rect l="l" t="t" r="r" b="b"/>
              <a:pathLst>
                <a:path w="8767" h="9783" extrusionOk="0">
                  <a:moveTo>
                    <a:pt x="4580" y="1"/>
                  </a:moveTo>
                  <a:cubicBezTo>
                    <a:pt x="1" y="4384"/>
                    <a:pt x="3868" y="8895"/>
                    <a:pt x="4709" y="9736"/>
                  </a:cubicBezTo>
                  <a:cubicBezTo>
                    <a:pt x="4740" y="9767"/>
                    <a:pt x="4787" y="9782"/>
                    <a:pt x="4836" y="9782"/>
                  </a:cubicBezTo>
                  <a:cubicBezTo>
                    <a:pt x="4884" y="9782"/>
                    <a:pt x="4933" y="9767"/>
                    <a:pt x="4966" y="9736"/>
                  </a:cubicBezTo>
                  <a:lnTo>
                    <a:pt x="6060" y="8509"/>
                  </a:lnTo>
                  <a:cubicBezTo>
                    <a:pt x="8767" y="5286"/>
                    <a:pt x="8189" y="1"/>
                    <a:pt x="81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47"/>
            <p:cNvSpPr/>
            <p:nvPr/>
          </p:nvSpPr>
          <p:spPr>
            <a:xfrm>
              <a:off x="7199275" y="1508125"/>
              <a:ext cx="219175" cy="244575"/>
            </a:xfrm>
            <a:custGeom>
              <a:avLst/>
              <a:gdLst/>
              <a:ahLst/>
              <a:cxnLst/>
              <a:rect l="l" t="t" r="r" b="b"/>
              <a:pathLst>
                <a:path w="8767" h="9783" extrusionOk="0">
                  <a:moveTo>
                    <a:pt x="645" y="1"/>
                  </a:moveTo>
                  <a:cubicBezTo>
                    <a:pt x="645" y="1"/>
                    <a:pt x="0" y="5286"/>
                    <a:pt x="2769" y="8509"/>
                  </a:cubicBezTo>
                  <a:lnTo>
                    <a:pt x="3868" y="9736"/>
                  </a:lnTo>
                  <a:cubicBezTo>
                    <a:pt x="3899" y="9767"/>
                    <a:pt x="3946" y="9782"/>
                    <a:pt x="3995" y="9782"/>
                  </a:cubicBezTo>
                  <a:cubicBezTo>
                    <a:pt x="4043" y="9782"/>
                    <a:pt x="4092" y="9767"/>
                    <a:pt x="4125" y="9736"/>
                  </a:cubicBezTo>
                  <a:cubicBezTo>
                    <a:pt x="4899" y="8895"/>
                    <a:pt x="8766" y="4384"/>
                    <a:pt x="42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47"/>
            <p:cNvSpPr/>
            <p:nvPr/>
          </p:nvSpPr>
          <p:spPr>
            <a:xfrm>
              <a:off x="7015575" y="1322225"/>
              <a:ext cx="291625" cy="320925"/>
            </a:xfrm>
            <a:custGeom>
              <a:avLst/>
              <a:gdLst/>
              <a:ahLst/>
              <a:cxnLst/>
              <a:rect l="l" t="t" r="r" b="b"/>
              <a:pathLst>
                <a:path w="11665" h="12837" extrusionOk="0">
                  <a:moveTo>
                    <a:pt x="208" y="1"/>
                  </a:moveTo>
                  <a:cubicBezTo>
                    <a:pt x="103" y="1"/>
                    <a:pt x="1" y="62"/>
                    <a:pt x="1" y="156"/>
                  </a:cubicBezTo>
                  <a:lnTo>
                    <a:pt x="1" y="7308"/>
                  </a:lnTo>
                  <a:cubicBezTo>
                    <a:pt x="1" y="8210"/>
                    <a:pt x="130" y="8984"/>
                    <a:pt x="516" y="9757"/>
                  </a:cubicBezTo>
                  <a:cubicBezTo>
                    <a:pt x="1223" y="11175"/>
                    <a:pt x="2579" y="12206"/>
                    <a:pt x="4126" y="12593"/>
                  </a:cubicBezTo>
                  <a:cubicBezTo>
                    <a:pt x="4672" y="12756"/>
                    <a:pt x="5268" y="12837"/>
                    <a:pt x="5864" y="12837"/>
                  </a:cubicBezTo>
                  <a:cubicBezTo>
                    <a:pt x="6460" y="12837"/>
                    <a:pt x="7057" y="12756"/>
                    <a:pt x="7606" y="12593"/>
                  </a:cubicBezTo>
                  <a:cubicBezTo>
                    <a:pt x="9086" y="12206"/>
                    <a:pt x="10442" y="11175"/>
                    <a:pt x="11149" y="9757"/>
                  </a:cubicBezTo>
                  <a:cubicBezTo>
                    <a:pt x="11535" y="8984"/>
                    <a:pt x="11664" y="8210"/>
                    <a:pt x="11664" y="7308"/>
                  </a:cubicBezTo>
                  <a:lnTo>
                    <a:pt x="11664" y="156"/>
                  </a:lnTo>
                  <a:cubicBezTo>
                    <a:pt x="11664" y="62"/>
                    <a:pt x="11595" y="1"/>
                    <a:pt x="11508" y="1"/>
                  </a:cubicBezTo>
                  <a:cubicBezTo>
                    <a:pt x="11476" y="1"/>
                    <a:pt x="11441" y="9"/>
                    <a:pt x="11406" y="27"/>
                  </a:cubicBezTo>
                  <a:lnTo>
                    <a:pt x="7220" y="2734"/>
                  </a:lnTo>
                  <a:cubicBezTo>
                    <a:pt x="6766" y="2606"/>
                    <a:pt x="5863" y="2606"/>
                    <a:pt x="5863" y="2606"/>
                  </a:cubicBezTo>
                  <a:cubicBezTo>
                    <a:pt x="5863" y="2606"/>
                    <a:pt x="4899" y="2606"/>
                    <a:pt x="4445" y="2734"/>
                  </a:cubicBezTo>
                  <a:lnTo>
                    <a:pt x="320" y="27"/>
                  </a:lnTo>
                  <a:cubicBezTo>
                    <a:pt x="286" y="9"/>
                    <a:pt x="246" y="1"/>
                    <a:pt x="2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47"/>
            <p:cNvSpPr/>
            <p:nvPr/>
          </p:nvSpPr>
          <p:spPr>
            <a:xfrm>
              <a:off x="7057475" y="1457925"/>
              <a:ext cx="207825" cy="82450"/>
            </a:xfrm>
            <a:custGeom>
              <a:avLst/>
              <a:gdLst/>
              <a:ahLst/>
              <a:cxnLst/>
              <a:rect l="l" t="t" r="r" b="b"/>
              <a:pathLst>
                <a:path w="8313" h="3298" extrusionOk="0">
                  <a:moveTo>
                    <a:pt x="1857" y="0"/>
                  </a:moveTo>
                  <a:cubicBezTo>
                    <a:pt x="1797" y="0"/>
                    <a:pt x="1737" y="4"/>
                    <a:pt x="1676" y="13"/>
                  </a:cubicBezTo>
                  <a:cubicBezTo>
                    <a:pt x="836" y="13"/>
                    <a:pt x="129" y="658"/>
                    <a:pt x="62" y="1493"/>
                  </a:cubicBezTo>
                  <a:cubicBezTo>
                    <a:pt x="1" y="2463"/>
                    <a:pt x="774" y="3298"/>
                    <a:pt x="1738" y="3298"/>
                  </a:cubicBezTo>
                  <a:cubicBezTo>
                    <a:pt x="2192" y="3298"/>
                    <a:pt x="2579" y="3107"/>
                    <a:pt x="2837" y="2849"/>
                  </a:cubicBezTo>
                  <a:cubicBezTo>
                    <a:pt x="3223" y="2525"/>
                    <a:pt x="3672" y="2396"/>
                    <a:pt x="4126" y="2396"/>
                  </a:cubicBezTo>
                  <a:lnTo>
                    <a:pt x="4255" y="2396"/>
                  </a:lnTo>
                  <a:cubicBezTo>
                    <a:pt x="4703" y="2396"/>
                    <a:pt x="5157" y="2525"/>
                    <a:pt x="5477" y="2849"/>
                  </a:cubicBezTo>
                  <a:cubicBezTo>
                    <a:pt x="5801" y="3107"/>
                    <a:pt x="6188" y="3298"/>
                    <a:pt x="6575" y="3298"/>
                  </a:cubicBezTo>
                  <a:cubicBezTo>
                    <a:pt x="7539" y="3298"/>
                    <a:pt x="8312" y="2463"/>
                    <a:pt x="8251" y="1493"/>
                  </a:cubicBezTo>
                  <a:cubicBezTo>
                    <a:pt x="8184" y="658"/>
                    <a:pt x="7477" y="13"/>
                    <a:pt x="6637" y="13"/>
                  </a:cubicBezTo>
                  <a:cubicBezTo>
                    <a:pt x="6576" y="4"/>
                    <a:pt x="6517" y="0"/>
                    <a:pt x="6459" y="0"/>
                  </a:cubicBezTo>
                  <a:cubicBezTo>
                    <a:pt x="6085" y="0"/>
                    <a:pt x="5758" y="177"/>
                    <a:pt x="5477" y="400"/>
                  </a:cubicBezTo>
                  <a:cubicBezTo>
                    <a:pt x="5157" y="720"/>
                    <a:pt x="4703" y="916"/>
                    <a:pt x="4255" y="916"/>
                  </a:cubicBezTo>
                  <a:lnTo>
                    <a:pt x="4126" y="916"/>
                  </a:lnTo>
                  <a:cubicBezTo>
                    <a:pt x="3672" y="916"/>
                    <a:pt x="3223" y="720"/>
                    <a:pt x="2837" y="400"/>
                  </a:cubicBezTo>
                  <a:cubicBezTo>
                    <a:pt x="2613" y="177"/>
                    <a:pt x="2243" y="0"/>
                    <a:pt x="18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47"/>
            <p:cNvSpPr/>
            <p:nvPr/>
          </p:nvSpPr>
          <p:spPr>
            <a:xfrm>
              <a:off x="7129925" y="1511713"/>
              <a:ext cx="64475" cy="54425"/>
            </a:xfrm>
            <a:custGeom>
              <a:avLst/>
              <a:gdLst/>
              <a:ahLst/>
              <a:cxnLst/>
              <a:rect l="l" t="t" r="r" b="b"/>
              <a:pathLst>
                <a:path w="2579" h="2177" extrusionOk="0">
                  <a:moveTo>
                    <a:pt x="1289" y="1"/>
                  </a:moveTo>
                  <a:cubicBezTo>
                    <a:pt x="970" y="1"/>
                    <a:pt x="645" y="68"/>
                    <a:pt x="325" y="258"/>
                  </a:cubicBezTo>
                  <a:lnTo>
                    <a:pt x="0" y="454"/>
                  </a:lnTo>
                  <a:cubicBezTo>
                    <a:pt x="0" y="454"/>
                    <a:pt x="970" y="1805"/>
                    <a:pt x="1228" y="2130"/>
                  </a:cubicBezTo>
                  <a:cubicBezTo>
                    <a:pt x="1228" y="2161"/>
                    <a:pt x="1243" y="2177"/>
                    <a:pt x="1267" y="2177"/>
                  </a:cubicBezTo>
                  <a:cubicBezTo>
                    <a:pt x="1291" y="2177"/>
                    <a:pt x="1323" y="2161"/>
                    <a:pt x="1357" y="2130"/>
                  </a:cubicBezTo>
                  <a:lnTo>
                    <a:pt x="2517" y="454"/>
                  </a:lnTo>
                  <a:cubicBezTo>
                    <a:pt x="2579" y="387"/>
                    <a:pt x="2001" y="130"/>
                    <a:pt x="1934" y="130"/>
                  </a:cubicBezTo>
                  <a:cubicBezTo>
                    <a:pt x="1743" y="1"/>
                    <a:pt x="1485" y="1"/>
                    <a:pt x="12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47"/>
            <p:cNvSpPr/>
            <p:nvPr/>
          </p:nvSpPr>
          <p:spPr>
            <a:xfrm>
              <a:off x="7092925" y="1488800"/>
              <a:ext cx="19350" cy="19350"/>
            </a:xfrm>
            <a:custGeom>
              <a:avLst/>
              <a:gdLst/>
              <a:ahLst/>
              <a:cxnLst/>
              <a:rect l="l" t="t" r="r" b="b"/>
              <a:pathLst>
                <a:path w="774" h="774" extrusionOk="0">
                  <a:moveTo>
                    <a:pt x="387" y="0"/>
                  </a:moveTo>
                  <a:cubicBezTo>
                    <a:pt x="129" y="0"/>
                    <a:pt x="1" y="196"/>
                    <a:pt x="1" y="387"/>
                  </a:cubicBezTo>
                  <a:cubicBezTo>
                    <a:pt x="1" y="645"/>
                    <a:pt x="129" y="774"/>
                    <a:pt x="387" y="774"/>
                  </a:cubicBezTo>
                  <a:cubicBezTo>
                    <a:pt x="578" y="774"/>
                    <a:pt x="774" y="645"/>
                    <a:pt x="774" y="387"/>
                  </a:cubicBezTo>
                  <a:cubicBezTo>
                    <a:pt x="774" y="196"/>
                    <a:pt x="578" y="0"/>
                    <a:pt x="38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47"/>
            <p:cNvSpPr/>
            <p:nvPr/>
          </p:nvSpPr>
          <p:spPr>
            <a:xfrm>
              <a:off x="7212175" y="1488800"/>
              <a:ext cx="19350" cy="19350"/>
            </a:xfrm>
            <a:custGeom>
              <a:avLst/>
              <a:gdLst/>
              <a:ahLst/>
              <a:cxnLst/>
              <a:rect l="l" t="t" r="r" b="b"/>
              <a:pathLst>
                <a:path w="774" h="774" extrusionOk="0">
                  <a:moveTo>
                    <a:pt x="387" y="0"/>
                  </a:moveTo>
                  <a:cubicBezTo>
                    <a:pt x="129" y="0"/>
                    <a:pt x="0" y="196"/>
                    <a:pt x="0" y="387"/>
                  </a:cubicBezTo>
                  <a:cubicBezTo>
                    <a:pt x="0" y="645"/>
                    <a:pt x="129" y="774"/>
                    <a:pt x="387" y="774"/>
                  </a:cubicBezTo>
                  <a:cubicBezTo>
                    <a:pt x="578" y="774"/>
                    <a:pt x="774" y="645"/>
                    <a:pt x="774" y="387"/>
                  </a:cubicBezTo>
                  <a:cubicBezTo>
                    <a:pt x="774" y="196"/>
                    <a:pt x="578" y="0"/>
                    <a:pt x="38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8" name="Google Shape;1958;p47"/>
          <p:cNvGrpSpPr/>
          <p:nvPr/>
        </p:nvGrpSpPr>
        <p:grpSpPr>
          <a:xfrm>
            <a:off x="6860933" y="2050705"/>
            <a:ext cx="284736" cy="419597"/>
            <a:chOff x="7007450" y="1997975"/>
            <a:chExt cx="302975" cy="446475"/>
          </a:xfrm>
        </p:grpSpPr>
        <p:sp>
          <p:nvSpPr>
            <p:cNvPr id="1959" name="Google Shape;1959;p47"/>
            <p:cNvSpPr/>
            <p:nvPr/>
          </p:nvSpPr>
          <p:spPr>
            <a:xfrm>
              <a:off x="7007450" y="2183350"/>
              <a:ext cx="302975" cy="261100"/>
            </a:xfrm>
            <a:custGeom>
              <a:avLst/>
              <a:gdLst/>
              <a:ahLst/>
              <a:cxnLst/>
              <a:rect l="l" t="t" r="r" b="b"/>
              <a:pathLst>
                <a:path w="12119" h="10444" extrusionOk="0">
                  <a:moveTo>
                    <a:pt x="4580" y="0"/>
                  </a:moveTo>
                  <a:cubicBezTo>
                    <a:pt x="3291" y="0"/>
                    <a:pt x="2388" y="258"/>
                    <a:pt x="1548" y="1290"/>
                  </a:cubicBezTo>
                  <a:cubicBezTo>
                    <a:pt x="1228" y="1676"/>
                    <a:pt x="970" y="2125"/>
                    <a:pt x="713" y="2579"/>
                  </a:cubicBezTo>
                  <a:cubicBezTo>
                    <a:pt x="259" y="3672"/>
                    <a:pt x="1" y="4832"/>
                    <a:pt x="130" y="5992"/>
                  </a:cubicBezTo>
                  <a:cubicBezTo>
                    <a:pt x="509" y="8963"/>
                    <a:pt x="3180" y="10444"/>
                    <a:pt x="5893" y="10444"/>
                  </a:cubicBezTo>
                  <a:cubicBezTo>
                    <a:pt x="5948" y="10444"/>
                    <a:pt x="6004" y="10443"/>
                    <a:pt x="6060" y="10442"/>
                  </a:cubicBezTo>
                  <a:cubicBezTo>
                    <a:pt x="6115" y="10443"/>
                    <a:pt x="6171" y="10444"/>
                    <a:pt x="6227" y="10444"/>
                  </a:cubicBezTo>
                  <a:cubicBezTo>
                    <a:pt x="8944" y="10444"/>
                    <a:pt x="11610" y="8963"/>
                    <a:pt x="11989" y="5992"/>
                  </a:cubicBezTo>
                  <a:cubicBezTo>
                    <a:pt x="12118" y="4832"/>
                    <a:pt x="11927" y="3672"/>
                    <a:pt x="11412" y="2579"/>
                  </a:cubicBezTo>
                  <a:cubicBezTo>
                    <a:pt x="11216" y="2125"/>
                    <a:pt x="10958" y="1676"/>
                    <a:pt x="10571" y="1290"/>
                  </a:cubicBezTo>
                  <a:cubicBezTo>
                    <a:pt x="9798" y="258"/>
                    <a:pt x="8834" y="0"/>
                    <a:pt x="75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47"/>
            <p:cNvSpPr/>
            <p:nvPr/>
          </p:nvSpPr>
          <p:spPr>
            <a:xfrm>
              <a:off x="7041375" y="2009800"/>
              <a:ext cx="122475" cy="141350"/>
            </a:xfrm>
            <a:custGeom>
              <a:avLst/>
              <a:gdLst/>
              <a:ahLst/>
              <a:cxnLst/>
              <a:rect l="l" t="t" r="r" b="b"/>
              <a:pathLst>
                <a:path w="4899" h="5654" extrusionOk="0">
                  <a:moveTo>
                    <a:pt x="964" y="0"/>
                  </a:moveTo>
                  <a:cubicBezTo>
                    <a:pt x="815" y="0"/>
                    <a:pt x="661" y="37"/>
                    <a:pt x="516" y="110"/>
                  </a:cubicBezTo>
                  <a:cubicBezTo>
                    <a:pt x="191" y="301"/>
                    <a:pt x="0" y="626"/>
                    <a:pt x="62" y="946"/>
                  </a:cubicBezTo>
                  <a:cubicBezTo>
                    <a:pt x="191" y="3591"/>
                    <a:pt x="2965" y="5653"/>
                    <a:pt x="2965" y="5653"/>
                  </a:cubicBezTo>
                  <a:lnTo>
                    <a:pt x="4899" y="5653"/>
                  </a:lnTo>
                  <a:cubicBezTo>
                    <a:pt x="4899" y="5653"/>
                    <a:pt x="1738" y="3333"/>
                    <a:pt x="1676" y="368"/>
                  </a:cubicBezTo>
                  <a:lnTo>
                    <a:pt x="1609" y="301"/>
                  </a:lnTo>
                  <a:cubicBezTo>
                    <a:pt x="1448" y="101"/>
                    <a:pt x="1212" y="0"/>
                    <a:pt x="964" y="0"/>
                  </a:cubicBezTo>
                  <a:close/>
                </a:path>
              </a:pathLst>
            </a:custGeom>
            <a:solidFill>
              <a:srgbClr val="F494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47"/>
            <p:cNvSpPr/>
            <p:nvPr/>
          </p:nvSpPr>
          <p:spPr>
            <a:xfrm>
              <a:off x="7041375" y="1997975"/>
              <a:ext cx="235275" cy="153175"/>
            </a:xfrm>
            <a:custGeom>
              <a:avLst/>
              <a:gdLst/>
              <a:ahLst/>
              <a:cxnLst/>
              <a:rect l="l" t="t" r="r" b="b"/>
              <a:pathLst>
                <a:path w="9411" h="6127" extrusionOk="0">
                  <a:moveTo>
                    <a:pt x="2898" y="1"/>
                  </a:moveTo>
                  <a:cubicBezTo>
                    <a:pt x="2382" y="1"/>
                    <a:pt x="1934" y="455"/>
                    <a:pt x="1996" y="1032"/>
                  </a:cubicBezTo>
                  <a:lnTo>
                    <a:pt x="2063" y="1161"/>
                  </a:lnTo>
                  <a:lnTo>
                    <a:pt x="2063" y="1161"/>
                  </a:lnTo>
                  <a:lnTo>
                    <a:pt x="1609" y="774"/>
                  </a:lnTo>
                  <a:cubicBezTo>
                    <a:pt x="1448" y="574"/>
                    <a:pt x="1212" y="473"/>
                    <a:pt x="964" y="473"/>
                  </a:cubicBezTo>
                  <a:cubicBezTo>
                    <a:pt x="815" y="473"/>
                    <a:pt x="661" y="510"/>
                    <a:pt x="516" y="583"/>
                  </a:cubicBezTo>
                  <a:cubicBezTo>
                    <a:pt x="191" y="774"/>
                    <a:pt x="0" y="1099"/>
                    <a:pt x="62" y="1419"/>
                  </a:cubicBezTo>
                  <a:cubicBezTo>
                    <a:pt x="191" y="4064"/>
                    <a:pt x="2965" y="6126"/>
                    <a:pt x="2965" y="6126"/>
                  </a:cubicBezTo>
                  <a:lnTo>
                    <a:pt x="6507" y="6126"/>
                  </a:lnTo>
                  <a:cubicBezTo>
                    <a:pt x="6507" y="6126"/>
                    <a:pt x="9281" y="4064"/>
                    <a:pt x="9410" y="1419"/>
                  </a:cubicBezTo>
                  <a:cubicBezTo>
                    <a:pt x="9410" y="1099"/>
                    <a:pt x="9214" y="774"/>
                    <a:pt x="8895" y="583"/>
                  </a:cubicBezTo>
                  <a:cubicBezTo>
                    <a:pt x="8773" y="510"/>
                    <a:pt x="8633" y="473"/>
                    <a:pt x="8490" y="473"/>
                  </a:cubicBezTo>
                  <a:cubicBezTo>
                    <a:pt x="8250" y="473"/>
                    <a:pt x="7999" y="574"/>
                    <a:pt x="7796" y="774"/>
                  </a:cubicBezTo>
                  <a:lnTo>
                    <a:pt x="7410" y="1161"/>
                  </a:lnTo>
                  <a:lnTo>
                    <a:pt x="7410" y="1032"/>
                  </a:lnTo>
                  <a:cubicBezTo>
                    <a:pt x="7477" y="455"/>
                    <a:pt x="7023" y="1"/>
                    <a:pt x="650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47"/>
            <p:cNvSpPr/>
            <p:nvPr/>
          </p:nvSpPr>
          <p:spPr>
            <a:xfrm>
              <a:off x="7096150" y="2151125"/>
              <a:ext cx="125700" cy="32250"/>
            </a:xfrm>
            <a:custGeom>
              <a:avLst/>
              <a:gdLst/>
              <a:ahLst/>
              <a:cxnLst/>
              <a:rect l="l" t="t" r="r" b="b"/>
              <a:pathLst>
                <a:path w="5028" h="1290" extrusionOk="0">
                  <a:moveTo>
                    <a:pt x="191" y="0"/>
                  </a:moveTo>
                  <a:cubicBezTo>
                    <a:pt x="62" y="0"/>
                    <a:pt x="0" y="62"/>
                    <a:pt x="0" y="191"/>
                  </a:cubicBezTo>
                  <a:lnTo>
                    <a:pt x="0" y="1161"/>
                  </a:lnTo>
                  <a:cubicBezTo>
                    <a:pt x="0" y="1222"/>
                    <a:pt x="62" y="1289"/>
                    <a:pt x="191" y="1289"/>
                  </a:cubicBezTo>
                  <a:lnTo>
                    <a:pt x="4832" y="1289"/>
                  </a:lnTo>
                  <a:cubicBezTo>
                    <a:pt x="4961" y="1289"/>
                    <a:pt x="5028" y="1222"/>
                    <a:pt x="5028" y="1161"/>
                  </a:cubicBezTo>
                  <a:lnTo>
                    <a:pt x="5028" y="191"/>
                  </a:lnTo>
                  <a:cubicBezTo>
                    <a:pt x="5028" y="62"/>
                    <a:pt x="4961" y="0"/>
                    <a:pt x="483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3" name="Google Shape;1963;p47"/>
          <p:cNvGrpSpPr/>
          <p:nvPr/>
        </p:nvGrpSpPr>
        <p:grpSpPr>
          <a:xfrm>
            <a:off x="6202274" y="1435888"/>
            <a:ext cx="227173" cy="380196"/>
            <a:chOff x="6306600" y="1343775"/>
            <a:chExt cx="241725" cy="404550"/>
          </a:xfrm>
        </p:grpSpPr>
        <p:sp>
          <p:nvSpPr>
            <p:cNvPr id="1964" name="Google Shape;1964;p47"/>
            <p:cNvSpPr/>
            <p:nvPr/>
          </p:nvSpPr>
          <p:spPr>
            <a:xfrm>
              <a:off x="6306600" y="1343775"/>
              <a:ext cx="241725" cy="72600"/>
            </a:xfrm>
            <a:custGeom>
              <a:avLst/>
              <a:gdLst/>
              <a:ahLst/>
              <a:cxnLst/>
              <a:rect l="l" t="t" r="r" b="b"/>
              <a:pathLst>
                <a:path w="9669" h="2904" extrusionOk="0">
                  <a:moveTo>
                    <a:pt x="4832" y="1"/>
                  </a:moveTo>
                  <a:cubicBezTo>
                    <a:pt x="2192" y="1"/>
                    <a:pt x="0" y="645"/>
                    <a:pt x="0" y="1486"/>
                  </a:cubicBezTo>
                  <a:cubicBezTo>
                    <a:pt x="0" y="2259"/>
                    <a:pt x="2192" y="2904"/>
                    <a:pt x="4832" y="2904"/>
                  </a:cubicBezTo>
                  <a:cubicBezTo>
                    <a:pt x="7477" y="2904"/>
                    <a:pt x="9668" y="2259"/>
                    <a:pt x="9668" y="1486"/>
                  </a:cubicBezTo>
                  <a:cubicBezTo>
                    <a:pt x="9668" y="645"/>
                    <a:pt x="7477" y="1"/>
                    <a:pt x="48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47"/>
            <p:cNvSpPr/>
            <p:nvPr/>
          </p:nvSpPr>
          <p:spPr>
            <a:xfrm>
              <a:off x="6306600" y="1361575"/>
              <a:ext cx="241725" cy="386750"/>
            </a:xfrm>
            <a:custGeom>
              <a:avLst/>
              <a:gdLst/>
              <a:ahLst/>
              <a:cxnLst/>
              <a:rect l="l" t="t" r="r" b="b"/>
              <a:pathLst>
                <a:path w="9669" h="15470" extrusionOk="0">
                  <a:moveTo>
                    <a:pt x="0" y="0"/>
                  </a:moveTo>
                  <a:cubicBezTo>
                    <a:pt x="2" y="7"/>
                    <a:pt x="4" y="14"/>
                    <a:pt x="6" y="20"/>
                  </a:cubicBezTo>
                  <a:lnTo>
                    <a:pt x="6" y="20"/>
                  </a:lnTo>
                  <a:cubicBezTo>
                    <a:pt x="4" y="14"/>
                    <a:pt x="2" y="7"/>
                    <a:pt x="0" y="0"/>
                  </a:cubicBezTo>
                  <a:close/>
                  <a:moveTo>
                    <a:pt x="9668" y="0"/>
                  </a:moveTo>
                  <a:cubicBezTo>
                    <a:pt x="9472" y="707"/>
                    <a:pt x="7410" y="1351"/>
                    <a:pt x="4832" y="1351"/>
                  </a:cubicBezTo>
                  <a:cubicBezTo>
                    <a:pt x="2278" y="1351"/>
                    <a:pt x="230" y="719"/>
                    <a:pt x="6" y="20"/>
                  </a:cubicBezTo>
                  <a:lnTo>
                    <a:pt x="6" y="20"/>
                  </a:lnTo>
                  <a:cubicBezTo>
                    <a:pt x="58" y="213"/>
                    <a:pt x="0" y="525"/>
                    <a:pt x="0" y="774"/>
                  </a:cubicBezTo>
                  <a:cubicBezTo>
                    <a:pt x="0" y="1222"/>
                    <a:pt x="0" y="1676"/>
                    <a:pt x="62" y="2192"/>
                  </a:cubicBezTo>
                  <a:cubicBezTo>
                    <a:pt x="129" y="3414"/>
                    <a:pt x="387" y="4574"/>
                    <a:pt x="836" y="5734"/>
                  </a:cubicBezTo>
                  <a:cubicBezTo>
                    <a:pt x="1289" y="6894"/>
                    <a:pt x="1996" y="7992"/>
                    <a:pt x="3094" y="8637"/>
                  </a:cubicBezTo>
                  <a:cubicBezTo>
                    <a:pt x="3414" y="8828"/>
                    <a:pt x="3800" y="8957"/>
                    <a:pt x="4125" y="9024"/>
                  </a:cubicBezTo>
                  <a:lnTo>
                    <a:pt x="4125" y="13020"/>
                  </a:lnTo>
                  <a:cubicBezTo>
                    <a:pt x="2192" y="13149"/>
                    <a:pt x="707" y="13597"/>
                    <a:pt x="707" y="14242"/>
                  </a:cubicBezTo>
                  <a:cubicBezTo>
                    <a:pt x="707" y="14886"/>
                    <a:pt x="2578" y="15469"/>
                    <a:pt x="4832" y="15469"/>
                  </a:cubicBezTo>
                  <a:cubicBezTo>
                    <a:pt x="7090" y="15469"/>
                    <a:pt x="8957" y="14886"/>
                    <a:pt x="8957" y="14242"/>
                  </a:cubicBezTo>
                  <a:cubicBezTo>
                    <a:pt x="8957" y="13597"/>
                    <a:pt x="7477" y="13149"/>
                    <a:pt x="5543" y="13020"/>
                  </a:cubicBezTo>
                  <a:lnTo>
                    <a:pt x="5543" y="9024"/>
                  </a:lnTo>
                  <a:cubicBezTo>
                    <a:pt x="5672" y="8957"/>
                    <a:pt x="5734" y="8957"/>
                    <a:pt x="5863" y="8957"/>
                  </a:cubicBezTo>
                  <a:cubicBezTo>
                    <a:pt x="6446" y="8699"/>
                    <a:pt x="7023" y="8379"/>
                    <a:pt x="7477" y="7925"/>
                  </a:cubicBezTo>
                  <a:cubicBezTo>
                    <a:pt x="8379" y="7023"/>
                    <a:pt x="8895" y="5801"/>
                    <a:pt x="9215" y="4574"/>
                  </a:cubicBezTo>
                  <a:cubicBezTo>
                    <a:pt x="9472" y="3481"/>
                    <a:pt x="9601" y="2321"/>
                    <a:pt x="9668" y="1222"/>
                  </a:cubicBezTo>
                  <a:lnTo>
                    <a:pt x="9668" y="449"/>
                  </a:lnTo>
                  <a:lnTo>
                    <a:pt x="966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6" name="Google Shape;1966;p47"/>
          <p:cNvGrpSpPr/>
          <p:nvPr/>
        </p:nvGrpSpPr>
        <p:grpSpPr>
          <a:xfrm>
            <a:off x="4724274" y="2034118"/>
            <a:ext cx="390722" cy="419433"/>
            <a:chOff x="4733925" y="1980325"/>
            <a:chExt cx="415750" cy="446300"/>
          </a:xfrm>
        </p:grpSpPr>
        <p:sp>
          <p:nvSpPr>
            <p:cNvPr id="1967" name="Google Shape;1967;p47"/>
            <p:cNvSpPr/>
            <p:nvPr/>
          </p:nvSpPr>
          <p:spPr>
            <a:xfrm>
              <a:off x="4751600" y="2292650"/>
              <a:ext cx="88700" cy="43725"/>
            </a:xfrm>
            <a:custGeom>
              <a:avLst/>
              <a:gdLst/>
              <a:ahLst/>
              <a:cxnLst/>
              <a:rect l="l" t="t" r="r" b="b"/>
              <a:pathLst>
                <a:path w="3548" h="1749" extrusionOk="0">
                  <a:moveTo>
                    <a:pt x="2473" y="0"/>
                  </a:moveTo>
                  <a:cubicBezTo>
                    <a:pt x="2404" y="0"/>
                    <a:pt x="2333" y="4"/>
                    <a:pt x="2259" y="11"/>
                  </a:cubicBezTo>
                  <a:cubicBezTo>
                    <a:pt x="1676" y="11"/>
                    <a:pt x="841" y="269"/>
                    <a:pt x="67" y="1362"/>
                  </a:cubicBezTo>
                  <a:cubicBezTo>
                    <a:pt x="0" y="1491"/>
                    <a:pt x="0" y="1620"/>
                    <a:pt x="129" y="1749"/>
                  </a:cubicBezTo>
                  <a:lnTo>
                    <a:pt x="258" y="1749"/>
                  </a:lnTo>
                  <a:cubicBezTo>
                    <a:pt x="325" y="1749"/>
                    <a:pt x="454" y="1749"/>
                    <a:pt x="516" y="1687"/>
                  </a:cubicBezTo>
                  <a:cubicBezTo>
                    <a:pt x="1140" y="749"/>
                    <a:pt x="1822" y="522"/>
                    <a:pt x="2327" y="522"/>
                  </a:cubicBezTo>
                  <a:cubicBezTo>
                    <a:pt x="2761" y="522"/>
                    <a:pt x="3065" y="689"/>
                    <a:pt x="3094" y="718"/>
                  </a:cubicBezTo>
                  <a:cubicBezTo>
                    <a:pt x="3129" y="736"/>
                    <a:pt x="3164" y="744"/>
                    <a:pt x="3197" y="744"/>
                  </a:cubicBezTo>
                  <a:cubicBezTo>
                    <a:pt x="3288" y="744"/>
                    <a:pt x="3370" y="683"/>
                    <a:pt x="3419" y="589"/>
                  </a:cubicBezTo>
                  <a:cubicBezTo>
                    <a:pt x="3548" y="460"/>
                    <a:pt x="3481" y="331"/>
                    <a:pt x="3352" y="202"/>
                  </a:cubicBezTo>
                  <a:cubicBezTo>
                    <a:pt x="3352" y="202"/>
                    <a:pt x="3001" y="0"/>
                    <a:pt x="247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47"/>
            <p:cNvSpPr/>
            <p:nvPr/>
          </p:nvSpPr>
          <p:spPr>
            <a:xfrm>
              <a:off x="4733925" y="2217125"/>
              <a:ext cx="88600" cy="45150"/>
            </a:xfrm>
            <a:custGeom>
              <a:avLst/>
              <a:gdLst/>
              <a:ahLst/>
              <a:cxnLst/>
              <a:rect l="l" t="t" r="r" b="b"/>
              <a:pathLst>
                <a:path w="3544" h="1806" extrusionOk="0">
                  <a:moveTo>
                    <a:pt x="2321" y="0"/>
                  </a:moveTo>
                  <a:cubicBezTo>
                    <a:pt x="1739" y="0"/>
                    <a:pt x="903" y="258"/>
                    <a:pt x="130" y="1357"/>
                  </a:cubicBezTo>
                  <a:cubicBezTo>
                    <a:pt x="1" y="1485"/>
                    <a:pt x="63" y="1676"/>
                    <a:pt x="192" y="1743"/>
                  </a:cubicBezTo>
                  <a:cubicBezTo>
                    <a:pt x="192" y="1743"/>
                    <a:pt x="259" y="1805"/>
                    <a:pt x="321" y="1805"/>
                  </a:cubicBezTo>
                  <a:cubicBezTo>
                    <a:pt x="388" y="1805"/>
                    <a:pt x="516" y="1743"/>
                    <a:pt x="516" y="1676"/>
                  </a:cubicBezTo>
                  <a:cubicBezTo>
                    <a:pt x="1174" y="741"/>
                    <a:pt x="1871" y="514"/>
                    <a:pt x="2383" y="514"/>
                  </a:cubicBezTo>
                  <a:cubicBezTo>
                    <a:pt x="2823" y="514"/>
                    <a:pt x="3128" y="681"/>
                    <a:pt x="3157" y="712"/>
                  </a:cubicBezTo>
                  <a:cubicBezTo>
                    <a:pt x="3191" y="728"/>
                    <a:pt x="3225" y="736"/>
                    <a:pt x="3258" y="736"/>
                  </a:cubicBezTo>
                  <a:cubicBezTo>
                    <a:pt x="3350" y="736"/>
                    <a:pt x="3432" y="678"/>
                    <a:pt x="3481" y="583"/>
                  </a:cubicBezTo>
                  <a:cubicBezTo>
                    <a:pt x="3543" y="454"/>
                    <a:pt x="3543" y="325"/>
                    <a:pt x="3414" y="258"/>
                  </a:cubicBezTo>
                  <a:cubicBezTo>
                    <a:pt x="3352" y="258"/>
                    <a:pt x="2899" y="0"/>
                    <a:pt x="232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47"/>
            <p:cNvSpPr/>
            <p:nvPr/>
          </p:nvSpPr>
          <p:spPr>
            <a:xfrm>
              <a:off x="4758050" y="2137600"/>
              <a:ext cx="91925" cy="32875"/>
            </a:xfrm>
            <a:custGeom>
              <a:avLst/>
              <a:gdLst/>
              <a:ahLst/>
              <a:cxnLst/>
              <a:rect l="l" t="t" r="r" b="b"/>
              <a:pathLst>
                <a:path w="3677" h="1315" extrusionOk="0">
                  <a:moveTo>
                    <a:pt x="2165" y="0"/>
                  </a:moveTo>
                  <a:cubicBezTo>
                    <a:pt x="1611" y="0"/>
                    <a:pt x="891" y="152"/>
                    <a:pt x="129" y="861"/>
                  </a:cubicBezTo>
                  <a:cubicBezTo>
                    <a:pt x="0" y="990"/>
                    <a:pt x="0" y="1119"/>
                    <a:pt x="67" y="1248"/>
                  </a:cubicBezTo>
                  <a:cubicBezTo>
                    <a:pt x="129" y="1315"/>
                    <a:pt x="196" y="1315"/>
                    <a:pt x="258" y="1315"/>
                  </a:cubicBezTo>
                  <a:cubicBezTo>
                    <a:pt x="325" y="1315"/>
                    <a:pt x="387" y="1315"/>
                    <a:pt x="454" y="1248"/>
                  </a:cubicBezTo>
                  <a:cubicBezTo>
                    <a:pt x="1082" y="699"/>
                    <a:pt x="1647" y="532"/>
                    <a:pt x="2100" y="532"/>
                  </a:cubicBezTo>
                  <a:cubicBezTo>
                    <a:pt x="2762" y="532"/>
                    <a:pt x="3186" y="888"/>
                    <a:pt x="3223" y="928"/>
                  </a:cubicBezTo>
                  <a:cubicBezTo>
                    <a:pt x="3256" y="959"/>
                    <a:pt x="3321" y="975"/>
                    <a:pt x="3385" y="975"/>
                  </a:cubicBezTo>
                  <a:cubicBezTo>
                    <a:pt x="3450" y="975"/>
                    <a:pt x="3514" y="959"/>
                    <a:pt x="3548" y="928"/>
                  </a:cubicBezTo>
                  <a:cubicBezTo>
                    <a:pt x="3677" y="799"/>
                    <a:pt x="3677" y="603"/>
                    <a:pt x="3548" y="541"/>
                  </a:cubicBezTo>
                  <a:cubicBezTo>
                    <a:pt x="3548" y="541"/>
                    <a:pt x="3161" y="155"/>
                    <a:pt x="2578" y="26"/>
                  </a:cubicBezTo>
                  <a:cubicBezTo>
                    <a:pt x="2455" y="11"/>
                    <a:pt x="2316" y="0"/>
                    <a:pt x="21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47"/>
            <p:cNvSpPr/>
            <p:nvPr/>
          </p:nvSpPr>
          <p:spPr>
            <a:xfrm>
              <a:off x="5043300" y="2292650"/>
              <a:ext cx="88600" cy="43725"/>
            </a:xfrm>
            <a:custGeom>
              <a:avLst/>
              <a:gdLst/>
              <a:ahLst/>
              <a:cxnLst/>
              <a:rect l="l" t="t" r="r" b="b"/>
              <a:pathLst>
                <a:path w="3544" h="1749" extrusionOk="0">
                  <a:moveTo>
                    <a:pt x="1076" y="0"/>
                  </a:moveTo>
                  <a:cubicBezTo>
                    <a:pt x="547" y="0"/>
                    <a:pt x="192" y="202"/>
                    <a:pt x="192" y="202"/>
                  </a:cubicBezTo>
                  <a:cubicBezTo>
                    <a:pt x="63" y="331"/>
                    <a:pt x="1" y="460"/>
                    <a:pt x="63" y="589"/>
                  </a:cubicBezTo>
                  <a:cubicBezTo>
                    <a:pt x="157" y="683"/>
                    <a:pt x="251" y="744"/>
                    <a:pt x="345" y="744"/>
                  </a:cubicBezTo>
                  <a:cubicBezTo>
                    <a:pt x="380" y="744"/>
                    <a:pt x="415" y="736"/>
                    <a:pt x="450" y="718"/>
                  </a:cubicBezTo>
                  <a:cubicBezTo>
                    <a:pt x="450" y="656"/>
                    <a:pt x="774" y="527"/>
                    <a:pt x="1290" y="527"/>
                  </a:cubicBezTo>
                  <a:cubicBezTo>
                    <a:pt x="1935" y="527"/>
                    <a:pt x="2512" y="914"/>
                    <a:pt x="3028" y="1687"/>
                  </a:cubicBezTo>
                  <a:cubicBezTo>
                    <a:pt x="3095" y="1749"/>
                    <a:pt x="3157" y="1749"/>
                    <a:pt x="3285" y="1749"/>
                  </a:cubicBezTo>
                  <a:lnTo>
                    <a:pt x="3414" y="1749"/>
                  </a:lnTo>
                  <a:cubicBezTo>
                    <a:pt x="3543" y="1620"/>
                    <a:pt x="3543" y="1491"/>
                    <a:pt x="3481" y="1362"/>
                  </a:cubicBezTo>
                  <a:cubicBezTo>
                    <a:pt x="2708" y="269"/>
                    <a:pt x="1867" y="11"/>
                    <a:pt x="1290" y="11"/>
                  </a:cubicBezTo>
                  <a:cubicBezTo>
                    <a:pt x="1216" y="4"/>
                    <a:pt x="1144" y="0"/>
                    <a:pt x="107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47"/>
            <p:cNvSpPr/>
            <p:nvPr/>
          </p:nvSpPr>
          <p:spPr>
            <a:xfrm>
              <a:off x="5060975" y="2217125"/>
              <a:ext cx="88700" cy="45150"/>
            </a:xfrm>
            <a:custGeom>
              <a:avLst/>
              <a:gdLst/>
              <a:ahLst/>
              <a:cxnLst/>
              <a:rect l="l" t="t" r="r" b="b"/>
              <a:pathLst>
                <a:path w="3548" h="1806" extrusionOk="0">
                  <a:moveTo>
                    <a:pt x="1228" y="0"/>
                  </a:moveTo>
                  <a:cubicBezTo>
                    <a:pt x="583" y="0"/>
                    <a:pt x="196" y="258"/>
                    <a:pt x="129" y="258"/>
                  </a:cubicBezTo>
                  <a:cubicBezTo>
                    <a:pt x="0" y="325"/>
                    <a:pt x="0" y="454"/>
                    <a:pt x="67" y="583"/>
                  </a:cubicBezTo>
                  <a:cubicBezTo>
                    <a:pt x="113" y="678"/>
                    <a:pt x="194" y="736"/>
                    <a:pt x="285" y="736"/>
                  </a:cubicBezTo>
                  <a:cubicBezTo>
                    <a:pt x="318" y="736"/>
                    <a:pt x="353" y="728"/>
                    <a:pt x="387" y="712"/>
                  </a:cubicBezTo>
                  <a:cubicBezTo>
                    <a:pt x="387" y="712"/>
                    <a:pt x="774" y="516"/>
                    <a:pt x="1228" y="516"/>
                  </a:cubicBezTo>
                  <a:cubicBezTo>
                    <a:pt x="1872" y="583"/>
                    <a:pt x="2517" y="970"/>
                    <a:pt x="3032" y="1676"/>
                  </a:cubicBezTo>
                  <a:cubicBezTo>
                    <a:pt x="3032" y="1743"/>
                    <a:pt x="3161" y="1805"/>
                    <a:pt x="3223" y="1805"/>
                  </a:cubicBezTo>
                  <a:cubicBezTo>
                    <a:pt x="3290" y="1805"/>
                    <a:pt x="3352" y="1743"/>
                    <a:pt x="3352" y="1743"/>
                  </a:cubicBezTo>
                  <a:cubicBezTo>
                    <a:pt x="3481" y="1676"/>
                    <a:pt x="3548" y="1485"/>
                    <a:pt x="3419" y="1357"/>
                  </a:cubicBezTo>
                  <a:cubicBezTo>
                    <a:pt x="2645" y="258"/>
                    <a:pt x="1805" y="0"/>
                    <a:pt x="122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47"/>
            <p:cNvSpPr/>
            <p:nvPr/>
          </p:nvSpPr>
          <p:spPr>
            <a:xfrm>
              <a:off x="5033650" y="2137600"/>
              <a:ext cx="91800" cy="32875"/>
            </a:xfrm>
            <a:custGeom>
              <a:avLst/>
              <a:gdLst/>
              <a:ahLst/>
              <a:cxnLst/>
              <a:rect l="l" t="t" r="r" b="b"/>
              <a:pathLst>
                <a:path w="3672" h="1315" extrusionOk="0">
                  <a:moveTo>
                    <a:pt x="1509" y="0"/>
                  </a:moveTo>
                  <a:cubicBezTo>
                    <a:pt x="1358" y="0"/>
                    <a:pt x="1218" y="11"/>
                    <a:pt x="1093" y="26"/>
                  </a:cubicBezTo>
                  <a:cubicBezTo>
                    <a:pt x="516" y="155"/>
                    <a:pt x="129" y="541"/>
                    <a:pt x="129" y="541"/>
                  </a:cubicBezTo>
                  <a:cubicBezTo>
                    <a:pt x="0" y="603"/>
                    <a:pt x="0" y="799"/>
                    <a:pt x="62" y="928"/>
                  </a:cubicBezTo>
                  <a:cubicBezTo>
                    <a:pt x="127" y="959"/>
                    <a:pt x="208" y="975"/>
                    <a:pt x="281" y="975"/>
                  </a:cubicBezTo>
                  <a:cubicBezTo>
                    <a:pt x="353" y="975"/>
                    <a:pt x="418" y="959"/>
                    <a:pt x="449" y="928"/>
                  </a:cubicBezTo>
                  <a:cubicBezTo>
                    <a:pt x="449" y="928"/>
                    <a:pt x="774" y="670"/>
                    <a:pt x="1222" y="541"/>
                  </a:cubicBezTo>
                  <a:cubicBezTo>
                    <a:pt x="1331" y="520"/>
                    <a:pt x="1442" y="509"/>
                    <a:pt x="1554" y="509"/>
                  </a:cubicBezTo>
                  <a:cubicBezTo>
                    <a:pt x="2106" y="509"/>
                    <a:pt x="2687" y="768"/>
                    <a:pt x="3223" y="1248"/>
                  </a:cubicBezTo>
                  <a:cubicBezTo>
                    <a:pt x="3285" y="1315"/>
                    <a:pt x="3352" y="1315"/>
                    <a:pt x="3414" y="1315"/>
                  </a:cubicBezTo>
                  <a:cubicBezTo>
                    <a:pt x="3481" y="1315"/>
                    <a:pt x="3543" y="1315"/>
                    <a:pt x="3610" y="1248"/>
                  </a:cubicBezTo>
                  <a:cubicBezTo>
                    <a:pt x="3671" y="1119"/>
                    <a:pt x="3671" y="990"/>
                    <a:pt x="3543" y="861"/>
                  </a:cubicBezTo>
                  <a:cubicBezTo>
                    <a:pt x="2785" y="152"/>
                    <a:pt x="2065" y="0"/>
                    <a:pt x="15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47"/>
            <p:cNvSpPr/>
            <p:nvPr/>
          </p:nvSpPr>
          <p:spPr>
            <a:xfrm>
              <a:off x="4935275" y="1980325"/>
              <a:ext cx="12925" cy="130475"/>
            </a:xfrm>
            <a:custGeom>
              <a:avLst/>
              <a:gdLst/>
              <a:ahLst/>
              <a:cxnLst/>
              <a:rect l="l" t="t" r="r" b="b"/>
              <a:pathLst>
                <a:path w="517" h="5219" extrusionOk="0">
                  <a:moveTo>
                    <a:pt x="259" y="0"/>
                  </a:moveTo>
                  <a:cubicBezTo>
                    <a:pt x="130" y="0"/>
                    <a:pt x="1" y="129"/>
                    <a:pt x="1" y="258"/>
                  </a:cubicBezTo>
                  <a:lnTo>
                    <a:pt x="1" y="4961"/>
                  </a:lnTo>
                  <a:cubicBezTo>
                    <a:pt x="1" y="5157"/>
                    <a:pt x="130" y="5218"/>
                    <a:pt x="259" y="5218"/>
                  </a:cubicBezTo>
                  <a:cubicBezTo>
                    <a:pt x="388" y="5218"/>
                    <a:pt x="517" y="5157"/>
                    <a:pt x="517" y="4961"/>
                  </a:cubicBezTo>
                  <a:lnTo>
                    <a:pt x="517" y="258"/>
                  </a:lnTo>
                  <a:cubicBezTo>
                    <a:pt x="517" y="129"/>
                    <a:pt x="388" y="0"/>
                    <a:pt x="25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47"/>
            <p:cNvSpPr/>
            <p:nvPr/>
          </p:nvSpPr>
          <p:spPr>
            <a:xfrm>
              <a:off x="4808050" y="2104325"/>
              <a:ext cx="267500" cy="269175"/>
            </a:xfrm>
            <a:custGeom>
              <a:avLst/>
              <a:gdLst/>
              <a:ahLst/>
              <a:cxnLst/>
              <a:rect l="l" t="t" r="r" b="b"/>
              <a:pathLst>
                <a:path w="10700" h="10767" extrusionOk="0">
                  <a:moveTo>
                    <a:pt x="5348" y="1"/>
                  </a:moveTo>
                  <a:cubicBezTo>
                    <a:pt x="2383" y="1"/>
                    <a:pt x="1" y="2388"/>
                    <a:pt x="1" y="5353"/>
                  </a:cubicBezTo>
                  <a:cubicBezTo>
                    <a:pt x="1" y="8380"/>
                    <a:pt x="2383" y="10767"/>
                    <a:pt x="5348" y="10767"/>
                  </a:cubicBezTo>
                  <a:cubicBezTo>
                    <a:pt x="8313" y="10767"/>
                    <a:pt x="10700" y="8380"/>
                    <a:pt x="10700" y="5353"/>
                  </a:cubicBezTo>
                  <a:cubicBezTo>
                    <a:pt x="10700" y="2388"/>
                    <a:pt x="8313" y="1"/>
                    <a:pt x="5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47"/>
            <p:cNvSpPr/>
            <p:nvPr/>
          </p:nvSpPr>
          <p:spPr>
            <a:xfrm>
              <a:off x="4880500" y="2304125"/>
              <a:ext cx="122475" cy="122500"/>
            </a:xfrm>
            <a:custGeom>
              <a:avLst/>
              <a:gdLst/>
              <a:ahLst/>
              <a:cxnLst/>
              <a:rect l="l" t="t" r="r" b="b"/>
              <a:pathLst>
                <a:path w="4899" h="4900" extrusionOk="0">
                  <a:moveTo>
                    <a:pt x="2450" y="1"/>
                  </a:moveTo>
                  <a:cubicBezTo>
                    <a:pt x="1099" y="1"/>
                    <a:pt x="1" y="1099"/>
                    <a:pt x="1" y="2450"/>
                  </a:cubicBezTo>
                  <a:cubicBezTo>
                    <a:pt x="1" y="3806"/>
                    <a:pt x="1099" y="4899"/>
                    <a:pt x="2450" y="4899"/>
                  </a:cubicBezTo>
                  <a:cubicBezTo>
                    <a:pt x="3806" y="4899"/>
                    <a:pt x="4899" y="3806"/>
                    <a:pt x="4899" y="2450"/>
                  </a:cubicBezTo>
                  <a:cubicBezTo>
                    <a:pt x="4899" y="1099"/>
                    <a:pt x="3806" y="1"/>
                    <a:pt x="24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47"/>
            <p:cNvSpPr/>
            <p:nvPr/>
          </p:nvSpPr>
          <p:spPr>
            <a:xfrm>
              <a:off x="4898300" y="2349250"/>
              <a:ext cx="35475" cy="30700"/>
            </a:xfrm>
            <a:custGeom>
              <a:avLst/>
              <a:gdLst/>
              <a:ahLst/>
              <a:cxnLst/>
              <a:rect l="l" t="t" r="r" b="b"/>
              <a:pathLst>
                <a:path w="1419" h="1228" extrusionOk="0">
                  <a:moveTo>
                    <a:pt x="258" y="1"/>
                  </a:moveTo>
                  <a:cubicBezTo>
                    <a:pt x="129" y="1"/>
                    <a:pt x="0" y="129"/>
                    <a:pt x="0" y="258"/>
                  </a:cubicBezTo>
                  <a:lnTo>
                    <a:pt x="0" y="454"/>
                  </a:lnTo>
                  <a:cubicBezTo>
                    <a:pt x="0" y="903"/>
                    <a:pt x="320" y="1228"/>
                    <a:pt x="707" y="1228"/>
                  </a:cubicBezTo>
                  <a:cubicBezTo>
                    <a:pt x="1093" y="1228"/>
                    <a:pt x="1418" y="903"/>
                    <a:pt x="1418" y="454"/>
                  </a:cubicBezTo>
                  <a:lnTo>
                    <a:pt x="1418" y="258"/>
                  </a:lnTo>
                  <a:cubicBezTo>
                    <a:pt x="1418" y="129"/>
                    <a:pt x="1289" y="1"/>
                    <a:pt x="1093" y="1"/>
                  </a:cubicBezTo>
                  <a:cubicBezTo>
                    <a:pt x="964" y="1"/>
                    <a:pt x="835" y="129"/>
                    <a:pt x="835" y="258"/>
                  </a:cubicBezTo>
                  <a:lnTo>
                    <a:pt x="835" y="454"/>
                  </a:lnTo>
                  <a:cubicBezTo>
                    <a:pt x="835" y="645"/>
                    <a:pt x="774" y="712"/>
                    <a:pt x="707" y="712"/>
                  </a:cubicBezTo>
                  <a:cubicBezTo>
                    <a:pt x="578" y="712"/>
                    <a:pt x="516" y="645"/>
                    <a:pt x="516" y="454"/>
                  </a:cubicBezTo>
                  <a:lnTo>
                    <a:pt x="516" y="258"/>
                  </a:lnTo>
                  <a:cubicBezTo>
                    <a:pt x="516" y="129"/>
                    <a:pt x="387" y="1"/>
                    <a:pt x="2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47"/>
            <p:cNvSpPr/>
            <p:nvPr/>
          </p:nvSpPr>
          <p:spPr>
            <a:xfrm>
              <a:off x="4949850" y="2349250"/>
              <a:ext cx="35475" cy="30700"/>
            </a:xfrm>
            <a:custGeom>
              <a:avLst/>
              <a:gdLst/>
              <a:ahLst/>
              <a:cxnLst/>
              <a:rect l="l" t="t" r="r" b="b"/>
              <a:pathLst>
                <a:path w="1419" h="1228" extrusionOk="0">
                  <a:moveTo>
                    <a:pt x="320" y="1"/>
                  </a:moveTo>
                  <a:cubicBezTo>
                    <a:pt x="130" y="1"/>
                    <a:pt x="1" y="129"/>
                    <a:pt x="1" y="258"/>
                  </a:cubicBezTo>
                  <a:lnTo>
                    <a:pt x="1" y="454"/>
                  </a:lnTo>
                  <a:cubicBezTo>
                    <a:pt x="1" y="903"/>
                    <a:pt x="320" y="1228"/>
                    <a:pt x="707" y="1228"/>
                  </a:cubicBezTo>
                  <a:cubicBezTo>
                    <a:pt x="1094" y="1228"/>
                    <a:pt x="1419" y="903"/>
                    <a:pt x="1419" y="454"/>
                  </a:cubicBezTo>
                  <a:lnTo>
                    <a:pt x="1419" y="258"/>
                  </a:lnTo>
                  <a:cubicBezTo>
                    <a:pt x="1419" y="129"/>
                    <a:pt x="1290" y="1"/>
                    <a:pt x="1161" y="1"/>
                  </a:cubicBezTo>
                  <a:cubicBezTo>
                    <a:pt x="1032" y="1"/>
                    <a:pt x="903" y="129"/>
                    <a:pt x="903" y="258"/>
                  </a:cubicBezTo>
                  <a:lnTo>
                    <a:pt x="903" y="454"/>
                  </a:lnTo>
                  <a:cubicBezTo>
                    <a:pt x="903" y="645"/>
                    <a:pt x="774" y="712"/>
                    <a:pt x="707" y="712"/>
                  </a:cubicBezTo>
                  <a:cubicBezTo>
                    <a:pt x="645" y="712"/>
                    <a:pt x="578" y="645"/>
                    <a:pt x="578" y="454"/>
                  </a:cubicBezTo>
                  <a:lnTo>
                    <a:pt x="578" y="258"/>
                  </a:lnTo>
                  <a:cubicBezTo>
                    <a:pt x="578" y="129"/>
                    <a:pt x="449" y="1"/>
                    <a:pt x="3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8" name="Google Shape;1978;p47"/>
          <p:cNvGrpSpPr/>
          <p:nvPr/>
        </p:nvGrpSpPr>
        <p:grpSpPr>
          <a:xfrm>
            <a:off x="5404149" y="1414696"/>
            <a:ext cx="410481" cy="419550"/>
            <a:chOff x="5457350" y="1321225"/>
            <a:chExt cx="436775" cy="446425"/>
          </a:xfrm>
        </p:grpSpPr>
        <p:sp>
          <p:nvSpPr>
            <p:cNvPr id="1979" name="Google Shape;1979;p47"/>
            <p:cNvSpPr/>
            <p:nvPr/>
          </p:nvSpPr>
          <p:spPr>
            <a:xfrm>
              <a:off x="5652400" y="1580700"/>
              <a:ext cx="46675" cy="95050"/>
            </a:xfrm>
            <a:custGeom>
              <a:avLst/>
              <a:gdLst/>
              <a:ahLst/>
              <a:cxnLst/>
              <a:rect l="l" t="t" r="r" b="b"/>
              <a:pathLst>
                <a:path w="1867" h="3802" extrusionOk="0">
                  <a:moveTo>
                    <a:pt x="0" y="1"/>
                  </a:moveTo>
                  <a:lnTo>
                    <a:pt x="0" y="3801"/>
                  </a:lnTo>
                  <a:lnTo>
                    <a:pt x="1867" y="3801"/>
                  </a:lnTo>
                  <a:lnTo>
                    <a:pt x="186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47"/>
            <p:cNvSpPr/>
            <p:nvPr/>
          </p:nvSpPr>
          <p:spPr>
            <a:xfrm>
              <a:off x="5591175" y="1321225"/>
              <a:ext cx="183700" cy="259500"/>
            </a:xfrm>
            <a:custGeom>
              <a:avLst/>
              <a:gdLst/>
              <a:ahLst/>
              <a:cxnLst/>
              <a:rect l="l" t="t" r="r" b="b"/>
              <a:pathLst>
                <a:path w="7348" h="10380" extrusionOk="0">
                  <a:moveTo>
                    <a:pt x="2124" y="0"/>
                  </a:moveTo>
                  <a:cubicBezTo>
                    <a:pt x="1738" y="0"/>
                    <a:pt x="1418" y="325"/>
                    <a:pt x="1418" y="712"/>
                  </a:cubicBezTo>
                  <a:lnTo>
                    <a:pt x="1418" y="3352"/>
                  </a:lnTo>
                  <a:lnTo>
                    <a:pt x="773" y="3352"/>
                  </a:lnTo>
                  <a:cubicBezTo>
                    <a:pt x="387" y="3352"/>
                    <a:pt x="0" y="3677"/>
                    <a:pt x="0" y="4063"/>
                  </a:cubicBezTo>
                  <a:lnTo>
                    <a:pt x="0" y="6255"/>
                  </a:lnTo>
                  <a:cubicBezTo>
                    <a:pt x="0" y="7415"/>
                    <a:pt x="964" y="8317"/>
                    <a:pt x="2063" y="8317"/>
                  </a:cubicBezTo>
                  <a:lnTo>
                    <a:pt x="2063" y="10184"/>
                  </a:lnTo>
                  <a:cubicBezTo>
                    <a:pt x="2063" y="10313"/>
                    <a:pt x="2124" y="10380"/>
                    <a:pt x="2253" y="10380"/>
                  </a:cubicBezTo>
                  <a:lnTo>
                    <a:pt x="4445" y="10380"/>
                  </a:lnTo>
                  <a:cubicBezTo>
                    <a:pt x="4574" y="10380"/>
                    <a:pt x="4641" y="10313"/>
                    <a:pt x="4641" y="10184"/>
                  </a:cubicBezTo>
                  <a:lnTo>
                    <a:pt x="4641" y="8250"/>
                  </a:lnTo>
                  <a:cubicBezTo>
                    <a:pt x="5347" y="8250"/>
                    <a:pt x="5992" y="7606"/>
                    <a:pt x="5992" y="6899"/>
                  </a:cubicBezTo>
                  <a:lnTo>
                    <a:pt x="6059" y="5481"/>
                  </a:lnTo>
                  <a:lnTo>
                    <a:pt x="6703" y="5801"/>
                  </a:lnTo>
                  <a:cubicBezTo>
                    <a:pt x="6734" y="5835"/>
                    <a:pt x="6766" y="5851"/>
                    <a:pt x="6799" y="5851"/>
                  </a:cubicBezTo>
                  <a:cubicBezTo>
                    <a:pt x="6831" y="5851"/>
                    <a:pt x="6863" y="5835"/>
                    <a:pt x="6894" y="5801"/>
                  </a:cubicBezTo>
                  <a:lnTo>
                    <a:pt x="7219" y="5610"/>
                  </a:lnTo>
                  <a:cubicBezTo>
                    <a:pt x="7348" y="5543"/>
                    <a:pt x="7348" y="5414"/>
                    <a:pt x="7219" y="5353"/>
                  </a:cubicBezTo>
                  <a:lnTo>
                    <a:pt x="6121" y="4383"/>
                  </a:lnTo>
                  <a:cubicBezTo>
                    <a:pt x="6121" y="4352"/>
                    <a:pt x="6088" y="4337"/>
                    <a:pt x="6048" y="4337"/>
                  </a:cubicBezTo>
                  <a:cubicBezTo>
                    <a:pt x="6008" y="4337"/>
                    <a:pt x="5961" y="4352"/>
                    <a:pt x="5930" y="4383"/>
                  </a:cubicBezTo>
                  <a:lnTo>
                    <a:pt x="4770" y="5095"/>
                  </a:lnTo>
                  <a:lnTo>
                    <a:pt x="4770" y="4450"/>
                  </a:lnTo>
                  <a:lnTo>
                    <a:pt x="5476" y="3290"/>
                  </a:lnTo>
                  <a:lnTo>
                    <a:pt x="6249" y="3610"/>
                  </a:lnTo>
                  <a:cubicBezTo>
                    <a:pt x="6378" y="3610"/>
                    <a:pt x="6507" y="3548"/>
                    <a:pt x="6507" y="3481"/>
                  </a:cubicBezTo>
                  <a:lnTo>
                    <a:pt x="6703" y="2965"/>
                  </a:lnTo>
                  <a:cubicBezTo>
                    <a:pt x="6703" y="2903"/>
                    <a:pt x="6703" y="2774"/>
                    <a:pt x="6574" y="2707"/>
                  </a:cubicBezTo>
                  <a:lnTo>
                    <a:pt x="5476" y="2192"/>
                  </a:lnTo>
                  <a:lnTo>
                    <a:pt x="5605" y="1614"/>
                  </a:lnTo>
                  <a:cubicBezTo>
                    <a:pt x="5605" y="1547"/>
                    <a:pt x="5543" y="1418"/>
                    <a:pt x="5476" y="1418"/>
                  </a:cubicBezTo>
                  <a:lnTo>
                    <a:pt x="3929" y="1161"/>
                  </a:lnTo>
                  <a:cubicBezTo>
                    <a:pt x="3867" y="1161"/>
                    <a:pt x="3738" y="1161"/>
                    <a:pt x="3738" y="1228"/>
                  </a:cubicBezTo>
                  <a:lnTo>
                    <a:pt x="2769" y="3032"/>
                  </a:lnTo>
                  <a:lnTo>
                    <a:pt x="2769" y="712"/>
                  </a:lnTo>
                  <a:cubicBezTo>
                    <a:pt x="2769" y="325"/>
                    <a:pt x="2449" y="0"/>
                    <a:pt x="21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47"/>
            <p:cNvSpPr/>
            <p:nvPr/>
          </p:nvSpPr>
          <p:spPr>
            <a:xfrm>
              <a:off x="5457350" y="1630600"/>
              <a:ext cx="436775" cy="137050"/>
            </a:xfrm>
            <a:custGeom>
              <a:avLst/>
              <a:gdLst/>
              <a:ahLst/>
              <a:cxnLst/>
              <a:rect l="l" t="t" r="r" b="b"/>
              <a:pathLst>
                <a:path w="17471" h="5482" extrusionOk="0">
                  <a:moveTo>
                    <a:pt x="6704" y="0"/>
                  </a:moveTo>
                  <a:cubicBezTo>
                    <a:pt x="5673" y="0"/>
                    <a:pt x="4837" y="712"/>
                    <a:pt x="4709" y="1676"/>
                  </a:cubicBezTo>
                  <a:cubicBezTo>
                    <a:pt x="4407" y="1139"/>
                    <a:pt x="3886" y="767"/>
                    <a:pt x="3243" y="767"/>
                  </a:cubicBezTo>
                  <a:cubicBezTo>
                    <a:pt x="3194" y="767"/>
                    <a:pt x="3145" y="769"/>
                    <a:pt x="3095" y="774"/>
                  </a:cubicBezTo>
                  <a:cubicBezTo>
                    <a:pt x="2321" y="841"/>
                    <a:pt x="1677" y="1485"/>
                    <a:pt x="1548" y="2259"/>
                  </a:cubicBezTo>
                  <a:cubicBezTo>
                    <a:pt x="1548" y="2450"/>
                    <a:pt x="1548" y="2707"/>
                    <a:pt x="1615" y="2903"/>
                  </a:cubicBezTo>
                  <a:cubicBezTo>
                    <a:pt x="1486" y="2836"/>
                    <a:pt x="1357" y="2836"/>
                    <a:pt x="1228" y="2836"/>
                  </a:cubicBezTo>
                  <a:cubicBezTo>
                    <a:pt x="584" y="2836"/>
                    <a:pt x="1" y="3290"/>
                    <a:pt x="1" y="3935"/>
                  </a:cubicBezTo>
                  <a:lnTo>
                    <a:pt x="1" y="5353"/>
                  </a:lnTo>
                  <a:cubicBezTo>
                    <a:pt x="1" y="5414"/>
                    <a:pt x="68" y="5482"/>
                    <a:pt x="197" y="5482"/>
                  </a:cubicBezTo>
                  <a:lnTo>
                    <a:pt x="17274" y="5482"/>
                  </a:lnTo>
                  <a:cubicBezTo>
                    <a:pt x="17403" y="5482"/>
                    <a:pt x="17470" y="5414"/>
                    <a:pt x="17470" y="5353"/>
                  </a:cubicBezTo>
                  <a:lnTo>
                    <a:pt x="17470" y="4579"/>
                  </a:lnTo>
                  <a:lnTo>
                    <a:pt x="17470" y="4064"/>
                  </a:lnTo>
                  <a:lnTo>
                    <a:pt x="17470" y="3935"/>
                  </a:lnTo>
                  <a:cubicBezTo>
                    <a:pt x="17470" y="3739"/>
                    <a:pt x="17341" y="3481"/>
                    <a:pt x="17212" y="3352"/>
                  </a:cubicBezTo>
                  <a:cubicBezTo>
                    <a:pt x="17145" y="3223"/>
                    <a:pt x="17084" y="3161"/>
                    <a:pt x="16955" y="3032"/>
                  </a:cubicBezTo>
                  <a:lnTo>
                    <a:pt x="16630" y="2903"/>
                  </a:lnTo>
                  <a:cubicBezTo>
                    <a:pt x="16697" y="2774"/>
                    <a:pt x="16697" y="2579"/>
                    <a:pt x="16697" y="2450"/>
                  </a:cubicBezTo>
                  <a:cubicBezTo>
                    <a:pt x="16697" y="1547"/>
                    <a:pt x="15985" y="774"/>
                    <a:pt x="15083" y="774"/>
                  </a:cubicBezTo>
                  <a:cubicBezTo>
                    <a:pt x="14634" y="774"/>
                    <a:pt x="14248" y="903"/>
                    <a:pt x="13990" y="1161"/>
                  </a:cubicBezTo>
                  <a:cubicBezTo>
                    <a:pt x="13665" y="454"/>
                    <a:pt x="12959" y="0"/>
                    <a:pt x="12118" y="0"/>
                  </a:cubicBezTo>
                  <a:cubicBezTo>
                    <a:pt x="11283" y="0"/>
                    <a:pt x="10571" y="516"/>
                    <a:pt x="10252" y="1228"/>
                  </a:cubicBezTo>
                  <a:cubicBezTo>
                    <a:pt x="10056" y="1032"/>
                    <a:pt x="9736" y="970"/>
                    <a:pt x="9478" y="970"/>
                  </a:cubicBezTo>
                  <a:cubicBezTo>
                    <a:pt x="9153" y="970"/>
                    <a:pt x="8834" y="1099"/>
                    <a:pt x="8638" y="1289"/>
                  </a:cubicBezTo>
                  <a:cubicBezTo>
                    <a:pt x="8318" y="516"/>
                    <a:pt x="7544" y="0"/>
                    <a:pt x="67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82" name="Google Shape;1982;p47"/>
          <p:cNvSpPr/>
          <p:nvPr/>
        </p:nvSpPr>
        <p:spPr>
          <a:xfrm>
            <a:off x="5500943" y="2075425"/>
            <a:ext cx="237840" cy="420490"/>
          </a:xfrm>
          <a:custGeom>
            <a:avLst/>
            <a:gdLst/>
            <a:ahLst/>
            <a:cxnLst/>
            <a:rect l="l" t="t" r="r" b="b"/>
            <a:pathLst>
              <a:path w="10123" h="17897" extrusionOk="0">
                <a:moveTo>
                  <a:pt x="1888" y="1"/>
                </a:moveTo>
                <a:cubicBezTo>
                  <a:pt x="1861" y="1"/>
                  <a:pt x="1834" y="17"/>
                  <a:pt x="1806" y="45"/>
                </a:cubicBezTo>
                <a:lnTo>
                  <a:pt x="455" y="1009"/>
                </a:lnTo>
                <a:cubicBezTo>
                  <a:pt x="326" y="1076"/>
                  <a:pt x="326" y="1205"/>
                  <a:pt x="455" y="1267"/>
                </a:cubicBezTo>
                <a:lnTo>
                  <a:pt x="841" y="1334"/>
                </a:lnTo>
                <a:cubicBezTo>
                  <a:pt x="584" y="2108"/>
                  <a:pt x="455" y="2943"/>
                  <a:pt x="326" y="3716"/>
                </a:cubicBezTo>
                <a:cubicBezTo>
                  <a:pt x="130" y="4876"/>
                  <a:pt x="1" y="6361"/>
                  <a:pt x="841" y="7326"/>
                </a:cubicBezTo>
                <a:cubicBezTo>
                  <a:pt x="1677" y="8295"/>
                  <a:pt x="3033" y="8615"/>
                  <a:pt x="4255" y="8682"/>
                </a:cubicBezTo>
                <a:lnTo>
                  <a:pt x="4255" y="17190"/>
                </a:lnTo>
                <a:cubicBezTo>
                  <a:pt x="4255" y="17576"/>
                  <a:pt x="4580" y="17896"/>
                  <a:pt x="4966" y="17896"/>
                </a:cubicBezTo>
                <a:lnTo>
                  <a:pt x="5157" y="17896"/>
                </a:lnTo>
                <a:cubicBezTo>
                  <a:pt x="5544" y="17896"/>
                  <a:pt x="5802" y="17576"/>
                  <a:pt x="5802" y="17190"/>
                </a:cubicBezTo>
                <a:lnTo>
                  <a:pt x="5802" y="8682"/>
                </a:lnTo>
                <a:cubicBezTo>
                  <a:pt x="6900" y="8615"/>
                  <a:pt x="8060" y="8357"/>
                  <a:pt x="8895" y="7712"/>
                </a:cubicBezTo>
                <a:lnTo>
                  <a:pt x="9282" y="7326"/>
                </a:lnTo>
                <a:cubicBezTo>
                  <a:pt x="10123" y="6361"/>
                  <a:pt x="9994" y="4876"/>
                  <a:pt x="9798" y="3716"/>
                </a:cubicBezTo>
                <a:cubicBezTo>
                  <a:pt x="9669" y="2943"/>
                  <a:pt x="9540" y="2108"/>
                  <a:pt x="9282" y="1334"/>
                </a:cubicBezTo>
                <a:lnTo>
                  <a:pt x="9669" y="1267"/>
                </a:lnTo>
                <a:cubicBezTo>
                  <a:pt x="9736" y="1205"/>
                  <a:pt x="9798" y="1076"/>
                  <a:pt x="9669" y="1009"/>
                </a:cubicBezTo>
                <a:lnTo>
                  <a:pt x="8318" y="45"/>
                </a:lnTo>
                <a:cubicBezTo>
                  <a:pt x="8290" y="17"/>
                  <a:pt x="8263" y="1"/>
                  <a:pt x="8236" y="1"/>
                </a:cubicBezTo>
                <a:cubicBezTo>
                  <a:pt x="8198" y="1"/>
                  <a:pt x="8161" y="32"/>
                  <a:pt x="8122" y="107"/>
                </a:cubicBezTo>
                <a:lnTo>
                  <a:pt x="7416" y="1592"/>
                </a:lnTo>
                <a:cubicBezTo>
                  <a:pt x="7416" y="1696"/>
                  <a:pt x="7456" y="1801"/>
                  <a:pt x="7540" y="1801"/>
                </a:cubicBezTo>
                <a:cubicBezTo>
                  <a:pt x="7560" y="1801"/>
                  <a:pt x="7582" y="1795"/>
                  <a:pt x="7606" y="1783"/>
                </a:cubicBezTo>
                <a:lnTo>
                  <a:pt x="8060" y="1721"/>
                </a:lnTo>
                <a:lnTo>
                  <a:pt x="8060" y="1721"/>
                </a:lnTo>
                <a:cubicBezTo>
                  <a:pt x="9282" y="5588"/>
                  <a:pt x="7931" y="6423"/>
                  <a:pt x="6900" y="6490"/>
                </a:cubicBezTo>
                <a:cubicBezTo>
                  <a:pt x="6864" y="6494"/>
                  <a:pt x="6828" y="6496"/>
                  <a:pt x="6793" y="6496"/>
                </a:cubicBezTo>
                <a:cubicBezTo>
                  <a:pt x="6263" y="6496"/>
                  <a:pt x="5869" y="6068"/>
                  <a:pt x="5869" y="5521"/>
                </a:cubicBezTo>
                <a:lnTo>
                  <a:pt x="5869" y="1721"/>
                </a:lnTo>
                <a:lnTo>
                  <a:pt x="6127" y="1721"/>
                </a:lnTo>
                <a:cubicBezTo>
                  <a:pt x="6255" y="1721"/>
                  <a:pt x="6317" y="1592"/>
                  <a:pt x="6255" y="1525"/>
                </a:cubicBezTo>
                <a:lnTo>
                  <a:pt x="5157" y="236"/>
                </a:lnTo>
                <a:cubicBezTo>
                  <a:pt x="5126" y="205"/>
                  <a:pt x="5094" y="189"/>
                  <a:pt x="5062" y="189"/>
                </a:cubicBezTo>
                <a:cubicBezTo>
                  <a:pt x="5030" y="189"/>
                  <a:pt x="4997" y="205"/>
                  <a:pt x="4966" y="236"/>
                </a:cubicBezTo>
                <a:lnTo>
                  <a:pt x="3868" y="1525"/>
                </a:lnTo>
                <a:cubicBezTo>
                  <a:pt x="3806" y="1592"/>
                  <a:pt x="3868" y="1721"/>
                  <a:pt x="3997" y="1721"/>
                </a:cubicBezTo>
                <a:lnTo>
                  <a:pt x="4255" y="1721"/>
                </a:lnTo>
                <a:lnTo>
                  <a:pt x="4255" y="5521"/>
                </a:lnTo>
                <a:cubicBezTo>
                  <a:pt x="4255" y="6068"/>
                  <a:pt x="3860" y="6496"/>
                  <a:pt x="3330" y="6496"/>
                </a:cubicBezTo>
                <a:cubicBezTo>
                  <a:pt x="3295" y="6496"/>
                  <a:pt x="3260" y="6494"/>
                  <a:pt x="3224" y="6490"/>
                </a:cubicBezTo>
                <a:cubicBezTo>
                  <a:pt x="2192" y="6423"/>
                  <a:pt x="841" y="5588"/>
                  <a:pt x="2063" y="1721"/>
                </a:cubicBezTo>
                <a:lnTo>
                  <a:pt x="2063" y="1721"/>
                </a:lnTo>
                <a:lnTo>
                  <a:pt x="2517" y="1783"/>
                </a:lnTo>
                <a:cubicBezTo>
                  <a:pt x="2541" y="1795"/>
                  <a:pt x="2563" y="1801"/>
                  <a:pt x="2583" y="1801"/>
                </a:cubicBezTo>
                <a:cubicBezTo>
                  <a:pt x="2665" y="1801"/>
                  <a:pt x="2696" y="1696"/>
                  <a:pt x="2646" y="1592"/>
                </a:cubicBezTo>
                <a:lnTo>
                  <a:pt x="2001" y="107"/>
                </a:lnTo>
                <a:cubicBezTo>
                  <a:pt x="1963" y="32"/>
                  <a:pt x="1925" y="1"/>
                  <a:pt x="18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83" name="Google Shape;1983;p47"/>
          <p:cNvGrpSpPr/>
          <p:nvPr/>
        </p:nvGrpSpPr>
        <p:grpSpPr>
          <a:xfrm>
            <a:off x="4059436" y="1420757"/>
            <a:ext cx="307479" cy="419550"/>
            <a:chOff x="4026500" y="1327675"/>
            <a:chExt cx="327175" cy="446425"/>
          </a:xfrm>
        </p:grpSpPr>
        <p:sp>
          <p:nvSpPr>
            <p:cNvPr id="1984" name="Google Shape;1984;p47"/>
            <p:cNvSpPr/>
            <p:nvPr/>
          </p:nvSpPr>
          <p:spPr>
            <a:xfrm>
              <a:off x="4026500" y="1327675"/>
              <a:ext cx="327175" cy="446425"/>
            </a:xfrm>
            <a:custGeom>
              <a:avLst/>
              <a:gdLst/>
              <a:ahLst/>
              <a:cxnLst/>
              <a:rect l="l" t="t" r="r" b="b"/>
              <a:pathLst>
                <a:path w="13087" h="17857" extrusionOk="0">
                  <a:moveTo>
                    <a:pt x="6317" y="0"/>
                  </a:moveTo>
                  <a:cubicBezTo>
                    <a:pt x="5481" y="0"/>
                    <a:pt x="4641" y="196"/>
                    <a:pt x="3867" y="645"/>
                  </a:cubicBezTo>
                  <a:cubicBezTo>
                    <a:pt x="2836" y="1160"/>
                    <a:pt x="2130" y="2063"/>
                    <a:pt x="1614" y="3094"/>
                  </a:cubicBezTo>
                  <a:cubicBezTo>
                    <a:pt x="0" y="6445"/>
                    <a:pt x="970" y="9926"/>
                    <a:pt x="1032" y="13473"/>
                  </a:cubicBezTo>
                  <a:cubicBezTo>
                    <a:pt x="1032" y="13860"/>
                    <a:pt x="1032" y="14247"/>
                    <a:pt x="970" y="14634"/>
                  </a:cubicBezTo>
                  <a:cubicBezTo>
                    <a:pt x="970" y="14891"/>
                    <a:pt x="970" y="15149"/>
                    <a:pt x="841" y="15340"/>
                  </a:cubicBezTo>
                  <a:cubicBezTo>
                    <a:pt x="774" y="15665"/>
                    <a:pt x="712" y="15985"/>
                    <a:pt x="712" y="16242"/>
                  </a:cubicBezTo>
                  <a:cubicBezTo>
                    <a:pt x="712" y="17145"/>
                    <a:pt x="1418" y="17856"/>
                    <a:pt x="2321" y="17856"/>
                  </a:cubicBezTo>
                  <a:cubicBezTo>
                    <a:pt x="2965" y="17856"/>
                    <a:pt x="3481" y="17531"/>
                    <a:pt x="3739" y="16954"/>
                  </a:cubicBezTo>
                  <a:cubicBezTo>
                    <a:pt x="3996" y="17531"/>
                    <a:pt x="4579" y="17856"/>
                    <a:pt x="5157" y="17856"/>
                  </a:cubicBezTo>
                  <a:cubicBezTo>
                    <a:pt x="5739" y="17856"/>
                    <a:pt x="6255" y="17531"/>
                    <a:pt x="6575" y="17145"/>
                  </a:cubicBezTo>
                  <a:cubicBezTo>
                    <a:pt x="6832" y="17531"/>
                    <a:pt x="7348" y="17856"/>
                    <a:pt x="7931" y="17856"/>
                  </a:cubicBezTo>
                  <a:cubicBezTo>
                    <a:pt x="8508" y="17856"/>
                    <a:pt x="9091" y="17531"/>
                    <a:pt x="9349" y="16954"/>
                  </a:cubicBezTo>
                  <a:cubicBezTo>
                    <a:pt x="9606" y="17531"/>
                    <a:pt x="10184" y="17856"/>
                    <a:pt x="10767" y="17856"/>
                  </a:cubicBezTo>
                  <a:cubicBezTo>
                    <a:pt x="11669" y="17856"/>
                    <a:pt x="12375" y="17145"/>
                    <a:pt x="12375" y="16242"/>
                  </a:cubicBezTo>
                  <a:cubicBezTo>
                    <a:pt x="12375" y="16052"/>
                    <a:pt x="12375" y="15923"/>
                    <a:pt x="12313" y="15727"/>
                  </a:cubicBezTo>
                  <a:lnTo>
                    <a:pt x="12375" y="15727"/>
                  </a:lnTo>
                  <a:cubicBezTo>
                    <a:pt x="12056" y="15020"/>
                    <a:pt x="12056" y="14247"/>
                    <a:pt x="12056" y="13473"/>
                  </a:cubicBezTo>
                  <a:cubicBezTo>
                    <a:pt x="12118" y="9926"/>
                    <a:pt x="13087" y="6445"/>
                    <a:pt x="11473" y="3094"/>
                  </a:cubicBezTo>
                  <a:cubicBezTo>
                    <a:pt x="11024" y="2063"/>
                    <a:pt x="10251" y="1160"/>
                    <a:pt x="9220" y="645"/>
                  </a:cubicBezTo>
                  <a:cubicBezTo>
                    <a:pt x="8508" y="196"/>
                    <a:pt x="7673" y="0"/>
                    <a:pt x="67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47"/>
            <p:cNvSpPr/>
            <p:nvPr/>
          </p:nvSpPr>
          <p:spPr>
            <a:xfrm>
              <a:off x="4163525" y="1522700"/>
              <a:ext cx="43475" cy="54825"/>
            </a:xfrm>
            <a:custGeom>
              <a:avLst/>
              <a:gdLst/>
              <a:ahLst/>
              <a:cxnLst/>
              <a:rect l="l" t="t" r="r" b="b"/>
              <a:pathLst>
                <a:path w="1739" h="2193" extrusionOk="0">
                  <a:moveTo>
                    <a:pt x="903" y="516"/>
                  </a:moveTo>
                  <a:cubicBezTo>
                    <a:pt x="1032" y="516"/>
                    <a:pt x="1222" y="707"/>
                    <a:pt x="1222" y="836"/>
                  </a:cubicBezTo>
                  <a:lnTo>
                    <a:pt x="1222" y="1290"/>
                  </a:lnTo>
                  <a:cubicBezTo>
                    <a:pt x="1222" y="1480"/>
                    <a:pt x="1032" y="1609"/>
                    <a:pt x="903" y="1609"/>
                  </a:cubicBezTo>
                  <a:cubicBezTo>
                    <a:pt x="707" y="1609"/>
                    <a:pt x="578" y="1480"/>
                    <a:pt x="578" y="1290"/>
                  </a:cubicBezTo>
                  <a:lnTo>
                    <a:pt x="578" y="836"/>
                  </a:lnTo>
                  <a:cubicBezTo>
                    <a:pt x="578" y="707"/>
                    <a:pt x="707" y="516"/>
                    <a:pt x="903" y="516"/>
                  </a:cubicBezTo>
                  <a:close/>
                  <a:moveTo>
                    <a:pt x="903" y="1"/>
                  </a:moveTo>
                  <a:cubicBezTo>
                    <a:pt x="387" y="1"/>
                    <a:pt x="0" y="387"/>
                    <a:pt x="0" y="836"/>
                  </a:cubicBezTo>
                  <a:lnTo>
                    <a:pt x="0" y="1290"/>
                  </a:lnTo>
                  <a:cubicBezTo>
                    <a:pt x="0" y="1805"/>
                    <a:pt x="387" y="2192"/>
                    <a:pt x="903" y="2192"/>
                  </a:cubicBezTo>
                  <a:cubicBezTo>
                    <a:pt x="1351" y="2192"/>
                    <a:pt x="1738" y="1805"/>
                    <a:pt x="1738" y="1290"/>
                  </a:cubicBezTo>
                  <a:lnTo>
                    <a:pt x="1738" y="836"/>
                  </a:lnTo>
                  <a:cubicBezTo>
                    <a:pt x="1738" y="387"/>
                    <a:pt x="1351" y="1"/>
                    <a:pt x="90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47"/>
            <p:cNvSpPr/>
            <p:nvPr/>
          </p:nvSpPr>
          <p:spPr>
            <a:xfrm>
              <a:off x="4119950" y="1475900"/>
              <a:ext cx="46825" cy="41925"/>
            </a:xfrm>
            <a:custGeom>
              <a:avLst/>
              <a:gdLst/>
              <a:ahLst/>
              <a:cxnLst/>
              <a:rect l="l" t="t" r="r" b="b"/>
              <a:pathLst>
                <a:path w="1873" h="1677" extrusionOk="0">
                  <a:moveTo>
                    <a:pt x="325" y="1"/>
                  </a:moveTo>
                  <a:cubicBezTo>
                    <a:pt x="129" y="1"/>
                    <a:pt x="1" y="130"/>
                    <a:pt x="1" y="326"/>
                  </a:cubicBezTo>
                  <a:lnTo>
                    <a:pt x="1" y="584"/>
                  </a:lnTo>
                  <a:cubicBezTo>
                    <a:pt x="1" y="1161"/>
                    <a:pt x="454" y="1677"/>
                    <a:pt x="970" y="1677"/>
                  </a:cubicBezTo>
                  <a:cubicBezTo>
                    <a:pt x="1486" y="1677"/>
                    <a:pt x="1872" y="1161"/>
                    <a:pt x="1872" y="584"/>
                  </a:cubicBezTo>
                  <a:lnTo>
                    <a:pt x="1872" y="326"/>
                  </a:lnTo>
                  <a:cubicBezTo>
                    <a:pt x="1872" y="130"/>
                    <a:pt x="1743" y="1"/>
                    <a:pt x="1614" y="1"/>
                  </a:cubicBezTo>
                  <a:cubicBezTo>
                    <a:pt x="1486" y="1"/>
                    <a:pt x="1357" y="130"/>
                    <a:pt x="1357" y="326"/>
                  </a:cubicBezTo>
                  <a:lnTo>
                    <a:pt x="1357" y="584"/>
                  </a:lnTo>
                  <a:cubicBezTo>
                    <a:pt x="1357" y="903"/>
                    <a:pt x="1161" y="1099"/>
                    <a:pt x="970" y="1099"/>
                  </a:cubicBezTo>
                  <a:cubicBezTo>
                    <a:pt x="712" y="1099"/>
                    <a:pt x="583" y="903"/>
                    <a:pt x="583" y="584"/>
                  </a:cubicBezTo>
                  <a:lnTo>
                    <a:pt x="583" y="326"/>
                  </a:lnTo>
                  <a:cubicBezTo>
                    <a:pt x="583" y="130"/>
                    <a:pt x="454" y="1"/>
                    <a:pt x="3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47"/>
            <p:cNvSpPr/>
            <p:nvPr/>
          </p:nvSpPr>
          <p:spPr>
            <a:xfrm>
              <a:off x="4200525" y="1475900"/>
              <a:ext cx="45125" cy="41925"/>
            </a:xfrm>
            <a:custGeom>
              <a:avLst/>
              <a:gdLst/>
              <a:ahLst/>
              <a:cxnLst/>
              <a:rect l="l" t="t" r="r" b="b"/>
              <a:pathLst>
                <a:path w="1805" h="1677" extrusionOk="0">
                  <a:moveTo>
                    <a:pt x="258" y="1"/>
                  </a:moveTo>
                  <a:cubicBezTo>
                    <a:pt x="67" y="1"/>
                    <a:pt x="0" y="130"/>
                    <a:pt x="0" y="326"/>
                  </a:cubicBezTo>
                  <a:lnTo>
                    <a:pt x="0" y="584"/>
                  </a:lnTo>
                  <a:cubicBezTo>
                    <a:pt x="0" y="1161"/>
                    <a:pt x="387" y="1677"/>
                    <a:pt x="903" y="1677"/>
                  </a:cubicBezTo>
                  <a:cubicBezTo>
                    <a:pt x="1418" y="1677"/>
                    <a:pt x="1805" y="1161"/>
                    <a:pt x="1805" y="584"/>
                  </a:cubicBezTo>
                  <a:lnTo>
                    <a:pt x="1805" y="326"/>
                  </a:lnTo>
                  <a:cubicBezTo>
                    <a:pt x="1805" y="130"/>
                    <a:pt x="1676" y="1"/>
                    <a:pt x="1547" y="1"/>
                  </a:cubicBezTo>
                  <a:cubicBezTo>
                    <a:pt x="1418" y="1"/>
                    <a:pt x="1289" y="130"/>
                    <a:pt x="1289" y="326"/>
                  </a:cubicBezTo>
                  <a:lnTo>
                    <a:pt x="1289" y="584"/>
                  </a:lnTo>
                  <a:cubicBezTo>
                    <a:pt x="1289" y="903"/>
                    <a:pt x="1099" y="1099"/>
                    <a:pt x="903" y="1099"/>
                  </a:cubicBezTo>
                  <a:cubicBezTo>
                    <a:pt x="712" y="1099"/>
                    <a:pt x="516" y="903"/>
                    <a:pt x="516" y="584"/>
                  </a:cubicBezTo>
                  <a:lnTo>
                    <a:pt x="516" y="326"/>
                  </a:lnTo>
                  <a:cubicBezTo>
                    <a:pt x="516" y="130"/>
                    <a:pt x="387" y="1"/>
                    <a:pt x="2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8" name="Google Shape;1988;p47"/>
          <p:cNvGrpSpPr/>
          <p:nvPr/>
        </p:nvGrpSpPr>
        <p:grpSpPr>
          <a:xfrm>
            <a:off x="4129099" y="2038605"/>
            <a:ext cx="196888" cy="421007"/>
            <a:chOff x="4100625" y="1985100"/>
            <a:chExt cx="209500" cy="447975"/>
          </a:xfrm>
        </p:grpSpPr>
        <p:sp>
          <p:nvSpPr>
            <p:cNvPr id="1989" name="Google Shape;1989;p47"/>
            <p:cNvSpPr/>
            <p:nvPr/>
          </p:nvSpPr>
          <p:spPr>
            <a:xfrm>
              <a:off x="4100625" y="2033425"/>
              <a:ext cx="209500" cy="399650"/>
            </a:xfrm>
            <a:custGeom>
              <a:avLst/>
              <a:gdLst/>
              <a:ahLst/>
              <a:cxnLst/>
              <a:rect l="l" t="t" r="r" b="b"/>
              <a:pathLst>
                <a:path w="8380" h="15986" extrusionOk="0">
                  <a:moveTo>
                    <a:pt x="2387" y="1"/>
                  </a:moveTo>
                  <a:cubicBezTo>
                    <a:pt x="2130" y="1"/>
                    <a:pt x="1934" y="197"/>
                    <a:pt x="2001" y="454"/>
                  </a:cubicBezTo>
                  <a:lnTo>
                    <a:pt x="2130" y="1290"/>
                  </a:lnTo>
                  <a:cubicBezTo>
                    <a:pt x="2192" y="1486"/>
                    <a:pt x="2320" y="1615"/>
                    <a:pt x="2516" y="1615"/>
                  </a:cubicBezTo>
                  <a:lnTo>
                    <a:pt x="2836" y="1615"/>
                  </a:lnTo>
                  <a:cubicBezTo>
                    <a:pt x="2836" y="1615"/>
                    <a:pt x="3290" y="3419"/>
                    <a:pt x="2903" y="5028"/>
                  </a:cubicBezTo>
                  <a:cubicBezTo>
                    <a:pt x="2903" y="5028"/>
                    <a:pt x="2707" y="5802"/>
                    <a:pt x="1872" y="6059"/>
                  </a:cubicBezTo>
                  <a:cubicBezTo>
                    <a:pt x="1676" y="6059"/>
                    <a:pt x="1485" y="6188"/>
                    <a:pt x="1289" y="6317"/>
                  </a:cubicBezTo>
                  <a:cubicBezTo>
                    <a:pt x="774" y="6771"/>
                    <a:pt x="0" y="7931"/>
                    <a:pt x="516" y="10509"/>
                  </a:cubicBezTo>
                  <a:lnTo>
                    <a:pt x="1227" y="14119"/>
                  </a:lnTo>
                  <a:lnTo>
                    <a:pt x="1485" y="15470"/>
                  </a:lnTo>
                  <a:cubicBezTo>
                    <a:pt x="1547" y="15794"/>
                    <a:pt x="1805" y="15985"/>
                    <a:pt x="2130" y="15985"/>
                  </a:cubicBezTo>
                  <a:lnTo>
                    <a:pt x="6317" y="15985"/>
                  </a:lnTo>
                  <a:cubicBezTo>
                    <a:pt x="6641" y="15985"/>
                    <a:pt x="6899" y="15794"/>
                    <a:pt x="6961" y="15470"/>
                  </a:cubicBezTo>
                  <a:lnTo>
                    <a:pt x="7219" y="14119"/>
                  </a:lnTo>
                  <a:lnTo>
                    <a:pt x="7930" y="10509"/>
                  </a:lnTo>
                  <a:cubicBezTo>
                    <a:pt x="8379" y="8122"/>
                    <a:pt x="7735" y="6962"/>
                    <a:pt x="7219" y="6446"/>
                  </a:cubicBezTo>
                  <a:cubicBezTo>
                    <a:pt x="7028" y="6255"/>
                    <a:pt x="6832" y="6126"/>
                    <a:pt x="6512" y="5997"/>
                  </a:cubicBezTo>
                  <a:cubicBezTo>
                    <a:pt x="5672" y="5802"/>
                    <a:pt x="5543" y="5028"/>
                    <a:pt x="5543" y="5028"/>
                  </a:cubicBezTo>
                  <a:cubicBezTo>
                    <a:pt x="5095" y="3419"/>
                    <a:pt x="5543" y="1615"/>
                    <a:pt x="5543" y="1615"/>
                  </a:cubicBezTo>
                  <a:lnTo>
                    <a:pt x="5868" y="1615"/>
                  </a:lnTo>
                  <a:cubicBezTo>
                    <a:pt x="6126" y="1615"/>
                    <a:pt x="6255" y="1486"/>
                    <a:pt x="6317" y="1290"/>
                  </a:cubicBezTo>
                  <a:lnTo>
                    <a:pt x="6445" y="454"/>
                  </a:lnTo>
                  <a:cubicBezTo>
                    <a:pt x="6512" y="197"/>
                    <a:pt x="6317" y="1"/>
                    <a:pt x="60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47"/>
            <p:cNvSpPr/>
            <p:nvPr/>
          </p:nvSpPr>
          <p:spPr>
            <a:xfrm>
              <a:off x="4160300" y="2219700"/>
              <a:ext cx="93475" cy="98450"/>
            </a:xfrm>
            <a:custGeom>
              <a:avLst/>
              <a:gdLst/>
              <a:ahLst/>
              <a:cxnLst/>
              <a:rect l="l" t="t" r="r" b="b"/>
              <a:pathLst>
                <a:path w="3739" h="3938" extrusionOk="0">
                  <a:moveTo>
                    <a:pt x="2609" y="1"/>
                  </a:moveTo>
                  <a:cubicBezTo>
                    <a:pt x="2540" y="1"/>
                    <a:pt x="2494" y="46"/>
                    <a:pt x="2450" y="93"/>
                  </a:cubicBezTo>
                  <a:lnTo>
                    <a:pt x="1676" y="1186"/>
                  </a:lnTo>
                  <a:cubicBezTo>
                    <a:pt x="1643" y="1220"/>
                    <a:pt x="1594" y="1237"/>
                    <a:pt x="1545" y="1237"/>
                  </a:cubicBezTo>
                  <a:cubicBezTo>
                    <a:pt x="1497" y="1237"/>
                    <a:pt x="1449" y="1220"/>
                    <a:pt x="1418" y="1186"/>
                  </a:cubicBezTo>
                  <a:lnTo>
                    <a:pt x="903" y="671"/>
                  </a:lnTo>
                  <a:cubicBezTo>
                    <a:pt x="869" y="640"/>
                    <a:pt x="837" y="624"/>
                    <a:pt x="805" y="624"/>
                  </a:cubicBezTo>
                  <a:cubicBezTo>
                    <a:pt x="773" y="624"/>
                    <a:pt x="740" y="640"/>
                    <a:pt x="707" y="671"/>
                  </a:cubicBezTo>
                  <a:lnTo>
                    <a:pt x="191" y="1058"/>
                  </a:lnTo>
                  <a:cubicBezTo>
                    <a:pt x="129" y="1125"/>
                    <a:pt x="129" y="1254"/>
                    <a:pt x="191" y="1315"/>
                  </a:cubicBezTo>
                  <a:lnTo>
                    <a:pt x="903" y="2027"/>
                  </a:lnTo>
                  <a:cubicBezTo>
                    <a:pt x="965" y="2089"/>
                    <a:pt x="965" y="2218"/>
                    <a:pt x="903" y="2285"/>
                  </a:cubicBezTo>
                  <a:lnTo>
                    <a:pt x="62" y="3120"/>
                  </a:lnTo>
                  <a:cubicBezTo>
                    <a:pt x="0" y="3187"/>
                    <a:pt x="0" y="3378"/>
                    <a:pt x="129" y="3378"/>
                  </a:cubicBezTo>
                  <a:lnTo>
                    <a:pt x="645" y="3636"/>
                  </a:lnTo>
                  <a:cubicBezTo>
                    <a:pt x="774" y="3636"/>
                    <a:pt x="836" y="3636"/>
                    <a:pt x="836" y="3574"/>
                  </a:cubicBezTo>
                  <a:lnTo>
                    <a:pt x="1676" y="2800"/>
                  </a:lnTo>
                  <a:cubicBezTo>
                    <a:pt x="1702" y="2772"/>
                    <a:pt x="1740" y="2756"/>
                    <a:pt x="1780" y="2756"/>
                  </a:cubicBezTo>
                  <a:cubicBezTo>
                    <a:pt x="1835" y="2756"/>
                    <a:pt x="1895" y="2787"/>
                    <a:pt x="1934" y="2862"/>
                  </a:cubicBezTo>
                  <a:lnTo>
                    <a:pt x="2769" y="3832"/>
                  </a:lnTo>
                  <a:cubicBezTo>
                    <a:pt x="2808" y="3907"/>
                    <a:pt x="2868" y="3938"/>
                    <a:pt x="2924" y="3938"/>
                  </a:cubicBezTo>
                  <a:cubicBezTo>
                    <a:pt x="2964" y="3938"/>
                    <a:pt x="3001" y="3922"/>
                    <a:pt x="3027" y="3894"/>
                  </a:cubicBezTo>
                  <a:lnTo>
                    <a:pt x="3610" y="3445"/>
                  </a:lnTo>
                  <a:cubicBezTo>
                    <a:pt x="3672" y="3378"/>
                    <a:pt x="3739" y="3249"/>
                    <a:pt x="3672" y="3187"/>
                  </a:cubicBezTo>
                  <a:lnTo>
                    <a:pt x="2769" y="2027"/>
                  </a:lnTo>
                  <a:cubicBezTo>
                    <a:pt x="2708" y="1960"/>
                    <a:pt x="2708" y="1898"/>
                    <a:pt x="2769" y="1831"/>
                  </a:cubicBezTo>
                  <a:lnTo>
                    <a:pt x="3610" y="738"/>
                  </a:lnTo>
                  <a:cubicBezTo>
                    <a:pt x="3672" y="671"/>
                    <a:pt x="3672" y="542"/>
                    <a:pt x="3543" y="480"/>
                  </a:cubicBezTo>
                  <a:lnTo>
                    <a:pt x="2708" y="26"/>
                  </a:lnTo>
                  <a:cubicBezTo>
                    <a:pt x="2670" y="8"/>
                    <a:pt x="2638" y="1"/>
                    <a:pt x="26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47"/>
            <p:cNvSpPr/>
            <p:nvPr/>
          </p:nvSpPr>
          <p:spPr>
            <a:xfrm>
              <a:off x="4177950" y="1985100"/>
              <a:ext cx="56500" cy="46800"/>
            </a:xfrm>
            <a:custGeom>
              <a:avLst/>
              <a:gdLst/>
              <a:ahLst/>
              <a:cxnLst/>
              <a:rect l="l" t="t" r="r" b="b"/>
              <a:pathLst>
                <a:path w="2260" h="1872" extrusionOk="0">
                  <a:moveTo>
                    <a:pt x="388" y="0"/>
                  </a:moveTo>
                  <a:cubicBezTo>
                    <a:pt x="197" y="0"/>
                    <a:pt x="1" y="196"/>
                    <a:pt x="1" y="454"/>
                  </a:cubicBezTo>
                  <a:lnTo>
                    <a:pt x="1" y="1872"/>
                  </a:lnTo>
                  <a:lnTo>
                    <a:pt x="2259" y="1872"/>
                  </a:lnTo>
                  <a:lnTo>
                    <a:pt x="2259" y="454"/>
                  </a:lnTo>
                  <a:cubicBezTo>
                    <a:pt x="2259" y="196"/>
                    <a:pt x="2063" y="0"/>
                    <a:pt x="18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2" name="Google Shape;1992;p47"/>
          <p:cNvGrpSpPr/>
          <p:nvPr/>
        </p:nvGrpSpPr>
        <p:grpSpPr>
          <a:xfrm>
            <a:off x="3370469" y="1415612"/>
            <a:ext cx="302898" cy="420091"/>
            <a:chOff x="3293400" y="1322200"/>
            <a:chExt cx="322300" cy="447000"/>
          </a:xfrm>
        </p:grpSpPr>
        <p:sp>
          <p:nvSpPr>
            <p:cNvPr id="1993" name="Google Shape;1993;p47"/>
            <p:cNvSpPr/>
            <p:nvPr/>
          </p:nvSpPr>
          <p:spPr>
            <a:xfrm>
              <a:off x="3293400" y="1601600"/>
              <a:ext cx="125700" cy="133825"/>
            </a:xfrm>
            <a:custGeom>
              <a:avLst/>
              <a:gdLst/>
              <a:ahLst/>
              <a:cxnLst/>
              <a:rect l="l" t="t" r="r" b="b"/>
              <a:pathLst>
                <a:path w="5028" h="5353" extrusionOk="0">
                  <a:moveTo>
                    <a:pt x="1480" y="0"/>
                  </a:moveTo>
                  <a:cubicBezTo>
                    <a:pt x="1032" y="0"/>
                    <a:pt x="578" y="196"/>
                    <a:pt x="320" y="516"/>
                  </a:cubicBezTo>
                  <a:cubicBezTo>
                    <a:pt x="62" y="774"/>
                    <a:pt x="1" y="1160"/>
                    <a:pt x="62" y="1485"/>
                  </a:cubicBezTo>
                  <a:cubicBezTo>
                    <a:pt x="62" y="1805"/>
                    <a:pt x="320" y="2130"/>
                    <a:pt x="578" y="2321"/>
                  </a:cubicBezTo>
                  <a:cubicBezTo>
                    <a:pt x="628" y="2370"/>
                    <a:pt x="688" y="2392"/>
                    <a:pt x="746" y="2392"/>
                  </a:cubicBezTo>
                  <a:cubicBezTo>
                    <a:pt x="838" y="2392"/>
                    <a:pt x="927" y="2338"/>
                    <a:pt x="965" y="2259"/>
                  </a:cubicBezTo>
                  <a:cubicBezTo>
                    <a:pt x="1032" y="2130"/>
                    <a:pt x="1032" y="2001"/>
                    <a:pt x="903" y="1872"/>
                  </a:cubicBezTo>
                  <a:cubicBezTo>
                    <a:pt x="707" y="1743"/>
                    <a:pt x="578" y="1614"/>
                    <a:pt x="578" y="1418"/>
                  </a:cubicBezTo>
                  <a:cubicBezTo>
                    <a:pt x="516" y="1227"/>
                    <a:pt x="578" y="1031"/>
                    <a:pt x="707" y="841"/>
                  </a:cubicBezTo>
                  <a:cubicBezTo>
                    <a:pt x="903" y="645"/>
                    <a:pt x="1161" y="583"/>
                    <a:pt x="1480" y="583"/>
                  </a:cubicBezTo>
                  <a:cubicBezTo>
                    <a:pt x="1805" y="583"/>
                    <a:pt x="2063" y="774"/>
                    <a:pt x="2192" y="970"/>
                  </a:cubicBezTo>
                  <a:cubicBezTo>
                    <a:pt x="2512" y="1418"/>
                    <a:pt x="2383" y="2001"/>
                    <a:pt x="2321" y="2578"/>
                  </a:cubicBezTo>
                  <a:cubicBezTo>
                    <a:pt x="2192" y="3223"/>
                    <a:pt x="2125" y="3867"/>
                    <a:pt x="2450" y="4579"/>
                  </a:cubicBezTo>
                  <a:cubicBezTo>
                    <a:pt x="2708" y="4966"/>
                    <a:pt x="3223" y="5285"/>
                    <a:pt x="3801" y="5352"/>
                  </a:cubicBezTo>
                  <a:lnTo>
                    <a:pt x="3868" y="5352"/>
                  </a:lnTo>
                  <a:cubicBezTo>
                    <a:pt x="4316" y="5352"/>
                    <a:pt x="4770" y="5156"/>
                    <a:pt x="4961" y="4770"/>
                  </a:cubicBezTo>
                  <a:cubicBezTo>
                    <a:pt x="5028" y="4641"/>
                    <a:pt x="5028" y="4512"/>
                    <a:pt x="4899" y="4383"/>
                  </a:cubicBezTo>
                  <a:cubicBezTo>
                    <a:pt x="4865" y="4367"/>
                    <a:pt x="4826" y="4359"/>
                    <a:pt x="4786" y="4359"/>
                  </a:cubicBezTo>
                  <a:cubicBezTo>
                    <a:pt x="4675" y="4359"/>
                    <a:pt x="4558" y="4417"/>
                    <a:pt x="4512" y="4512"/>
                  </a:cubicBezTo>
                  <a:cubicBezTo>
                    <a:pt x="4316" y="4770"/>
                    <a:pt x="3997" y="4770"/>
                    <a:pt x="3801" y="4770"/>
                  </a:cubicBezTo>
                  <a:cubicBezTo>
                    <a:pt x="3414" y="4770"/>
                    <a:pt x="3094" y="4579"/>
                    <a:pt x="2965" y="4321"/>
                  </a:cubicBezTo>
                  <a:cubicBezTo>
                    <a:pt x="2708" y="3806"/>
                    <a:pt x="2770" y="3223"/>
                    <a:pt x="2837" y="2645"/>
                  </a:cubicBezTo>
                  <a:cubicBezTo>
                    <a:pt x="2965" y="2001"/>
                    <a:pt x="3027" y="1356"/>
                    <a:pt x="2641" y="712"/>
                  </a:cubicBezTo>
                  <a:cubicBezTo>
                    <a:pt x="2450" y="325"/>
                    <a:pt x="1996" y="67"/>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47"/>
            <p:cNvSpPr/>
            <p:nvPr/>
          </p:nvSpPr>
          <p:spPr>
            <a:xfrm>
              <a:off x="3396525" y="1322200"/>
              <a:ext cx="51600" cy="73175"/>
            </a:xfrm>
            <a:custGeom>
              <a:avLst/>
              <a:gdLst/>
              <a:ahLst/>
              <a:cxnLst/>
              <a:rect l="l" t="t" r="r" b="b"/>
              <a:pathLst>
                <a:path w="2064" h="2927" extrusionOk="0">
                  <a:moveTo>
                    <a:pt x="73" y="0"/>
                  </a:moveTo>
                  <a:cubicBezTo>
                    <a:pt x="31" y="0"/>
                    <a:pt x="1" y="47"/>
                    <a:pt x="1" y="90"/>
                  </a:cubicBezTo>
                  <a:lnTo>
                    <a:pt x="258" y="2926"/>
                  </a:lnTo>
                  <a:lnTo>
                    <a:pt x="2063" y="1250"/>
                  </a:lnTo>
                  <a:lnTo>
                    <a:pt x="130" y="28"/>
                  </a:lnTo>
                  <a:cubicBezTo>
                    <a:pt x="110" y="9"/>
                    <a:pt x="90"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47"/>
            <p:cNvSpPr/>
            <p:nvPr/>
          </p:nvSpPr>
          <p:spPr>
            <a:xfrm>
              <a:off x="3548000" y="1322200"/>
              <a:ext cx="51575" cy="73175"/>
            </a:xfrm>
            <a:custGeom>
              <a:avLst/>
              <a:gdLst/>
              <a:ahLst/>
              <a:cxnLst/>
              <a:rect l="l" t="t" r="r" b="b"/>
              <a:pathLst>
                <a:path w="2063" h="2927" extrusionOk="0">
                  <a:moveTo>
                    <a:pt x="1937" y="0"/>
                  </a:moveTo>
                  <a:cubicBezTo>
                    <a:pt x="1912" y="0"/>
                    <a:pt x="1887" y="9"/>
                    <a:pt x="1867" y="28"/>
                  </a:cubicBezTo>
                  <a:lnTo>
                    <a:pt x="0" y="1250"/>
                  </a:lnTo>
                  <a:lnTo>
                    <a:pt x="1738" y="2926"/>
                  </a:lnTo>
                  <a:lnTo>
                    <a:pt x="2063" y="90"/>
                  </a:lnTo>
                  <a:cubicBezTo>
                    <a:pt x="2063" y="47"/>
                    <a:pt x="1999" y="0"/>
                    <a:pt x="19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47"/>
            <p:cNvSpPr/>
            <p:nvPr/>
          </p:nvSpPr>
          <p:spPr>
            <a:xfrm>
              <a:off x="3390075" y="1542050"/>
              <a:ext cx="219175" cy="227150"/>
            </a:xfrm>
            <a:custGeom>
              <a:avLst/>
              <a:gdLst/>
              <a:ahLst/>
              <a:cxnLst/>
              <a:rect l="l" t="t" r="r" b="b"/>
              <a:pathLst>
                <a:path w="8767" h="9086" extrusionOk="0">
                  <a:moveTo>
                    <a:pt x="2321" y="0"/>
                  </a:moveTo>
                  <a:lnTo>
                    <a:pt x="2254" y="129"/>
                  </a:lnTo>
                  <a:lnTo>
                    <a:pt x="259" y="4770"/>
                  </a:lnTo>
                  <a:lnTo>
                    <a:pt x="192" y="4831"/>
                  </a:lnTo>
                  <a:lnTo>
                    <a:pt x="192" y="4960"/>
                  </a:lnTo>
                  <a:cubicBezTo>
                    <a:pt x="130" y="5027"/>
                    <a:pt x="130" y="5027"/>
                    <a:pt x="130" y="5089"/>
                  </a:cubicBezTo>
                  <a:cubicBezTo>
                    <a:pt x="130" y="5156"/>
                    <a:pt x="130" y="5218"/>
                    <a:pt x="63" y="5285"/>
                  </a:cubicBezTo>
                  <a:lnTo>
                    <a:pt x="63" y="5347"/>
                  </a:lnTo>
                  <a:cubicBezTo>
                    <a:pt x="1" y="6059"/>
                    <a:pt x="259" y="6765"/>
                    <a:pt x="836" y="7219"/>
                  </a:cubicBezTo>
                  <a:lnTo>
                    <a:pt x="2450" y="8441"/>
                  </a:lnTo>
                  <a:cubicBezTo>
                    <a:pt x="2899" y="8828"/>
                    <a:pt x="3543" y="9085"/>
                    <a:pt x="4188" y="9085"/>
                  </a:cubicBezTo>
                  <a:lnTo>
                    <a:pt x="4445" y="9085"/>
                  </a:lnTo>
                  <a:cubicBezTo>
                    <a:pt x="4513" y="9085"/>
                    <a:pt x="4574" y="9085"/>
                    <a:pt x="4703" y="9024"/>
                  </a:cubicBezTo>
                  <a:cubicBezTo>
                    <a:pt x="4899" y="9024"/>
                    <a:pt x="5157" y="8956"/>
                    <a:pt x="5348" y="8895"/>
                  </a:cubicBezTo>
                  <a:cubicBezTo>
                    <a:pt x="5673" y="8828"/>
                    <a:pt x="5930" y="8637"/>
                    <a:pt x="6188" y="8441"/>
                  </a:cubicBezTo>
                  <a:lnTo>
                    <a:pt x="7735" y="7219"/>
                  </a:lnTo>
                  <a:cubicBezTo>
                    <a:pt x="8509" y="6636"/>
                    <a:pt x="8766" y="5605"/>
                    <a:pt x="8380" y="4770"/>
                  </a:cubicBezTo>
                  <a:lnTo>
                    <a:pt x="6317" y="129"/>
                  </a:lnTo>
                  <a:lnTo>
                    <a:pt x="6317" y="0"/>
                  </a:lnTo>
                  <a:lnTo>
                    <a:pt x="4317" y="191"/>
                  </a:lnTo>
                  <a:lnTo>
                    <a:pt x="3801" y="129"/>
                  </a:lnTo>
                  <a:lnTo>
                    <a:pt x="3739" y="129"/>
                  </a:lnTo>
                  <a:lnTo>
                    <a:pt x="23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47"/>
            <p:cNvSpPr/>
            <p:nvPr/>
          </p:nvSpPr>
          <p:spPr>
            <a:xfrm>
              <a:off x="3380425" y="1339000"/>
              <a:ext cx="235275" cy="217500"/>
            </a:xfrm>
            <a:custGeom>
              <a:avLst/>
              <a:gdLst/>
              <a:ahLst/>
              <a:cxnLst/>
              <a:rect l="l" t="t" r="r" b="b"/>
              <a:pathLst>
                <a:path w="9411" h="8700" extrusionOk="0">
                  <a:moveTo>
                    <a:pt x="4703" y="1"/>
                  </a:moveTo>
                  <a:cubicBezTo>
                    <a:pt x="2124" y="1"/>
                    <a:pt x="0" y="1935"/>
                    <a:pt x="0" y="4317"/>
                  </a:cubicBezTo>
                  <a:cubicBezTo>
                    <a:pt x="0" y="6704"/>
                    <a:pt x="2124" y="8700"/>
                    <a:pt x="4703" y="8700"/>
                  </a:cubicBezTo>
                  <a:cubicBezTo>
                    <a:pt x="7281" y="8700"/>
                    <a:pt x="9410" y="6704"/>
                    <a:pt x="9410" y="4317"/>
                  </a:cubicBezTo>
                  <a:cubicBezTo>
                    <a:pt x="9410" y="1935"/>
                    <a:pt x="7281" y="1"/>
                    <a:pt x="4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47"/>
            <p:cNvSpPr/>
            <p:nvPr/>
          </p:nvSpPr>
          <p:spPr>
            <a:xfrm>
              <a:off x="3414200" y="1411450"/>
              <a:ext cx="67700" cy="48375"/>
            </a:xfrm>
            <a:custGeom>
              <a:avLst/>
              <a:gdLst/>
              <a:ahLst/>
              <a:cxnLst/>
              <a:rect l="l" t="t" r="r" b="b"/>
              <a:pathLst>
                <a:path w="2708" h="1935" extrusionOk="0">
                  <a:moveTo>
                    <a:pt x="1356" y="1"/>
                  </a:moveTo>
                  <a:cubicBezTo>
                    <a:pt x="645" y="1"/>
                    <a:pt x="0" y="454"/>
                    <a:pt x="0" y="970"/>
                  </a:cubicBezTo>
                  <a:cubicBezTo>
                    <a:pt x="0" y="1548"/>
                    <a:pt x="645" y="1934"/>
                    <a:pt x="1356" y="1934"/>
                  </a:cubicBezTo>
                  <a:cubicBezTo>
                    <a:pt x="2130" y="1934"/>
                    <a:pt x="2707" y="1548"/>
                    <a:pt x="2707" y="970"/>
                  </a:cubicBezTo>
                  <a:cubicBezTo>
                    <a:pt x="2707" y="454"/>
                    <a:pt x="2130" y="1"/>
                    <a:pt x="13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47"/>
            <p:cNvSpPr/>
            <p:nvPr/>
          </p:nvSpPr>
          <p:spPr>
            <a:xfrm>
              <a:off x="3444875" y="1419575"/>
              <a:ext cx="8000" cy="32250"/>
            </a:xfrm>
            <a:custGeom>
              <a:avLst/>
              <a:gdLst/>
              <a:ahLst/>
              <a:cxnLst/>
              <a:rect l="l" t="t" r="r" b="b"/>
              <a:pathLst>
                <a:path w="320" h="1290" extrusionOk="0">
                  <a:moveTo>
                    <a:pt x="129" y="1"/>
                  </a:moveTo>
                  <a:cubicBezTo>
                    <a:pt x="62" y="1"/>
                    <a:pt x="0" y="320"/>
                    <a:pt x="0" y="645"/>
                  </a:cubicBezTo>
                  <a:cubicBezTo>
                    <a:pt x="0" y="965"/>
                    <a:pt x="62" y="1290"/>
                    <a:pt x="129" y="1290"/>
                  </a:cubicBezTo>
                  <a:cubicBezTo>
                    <a:pt x="258" y="1290"/>
                    <a:pt x="320" y="965"/>
                    <a:pt x="320" y="645"/>
                  </a:cubicBezTo>
                  <a:cubicBezTo>
                    <a:pt x="320" y="320"/>
                    <a:pt x="258" y="1"/>
                    <a:pt x="1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47"/>
            <p:cNvSpPr/>
            <p:nvPr/>
          </p:nvSpPr>
          <p:spPr>
            <a:xfrm>
              <a:off x="3512550" y="1411450"/>
              <a:ext cx="67700" cy="48375"/>
            </a:xfrm>
            <a:custGeom>
              <a:avLst/>
              <a:gdLst/>
              <a:ahLst/>
              <a:cxnLst/>
              <a:rect l="l" t="t" r="r" b="b"/>
              <a:pathLst>
                <a:path w="2708" h="1935" extrusionOk="0">
                  <a:moveTo>
                    <a:pt x="1351" y="1"/>
                  </a:moveTo>
                  <a:cubicBezTo>
                    <a:pt x="645" y="1"/>
                    <a:pt x="0" y="454"/>
                    <a:pt x="0" y="970"/>
                  </a:cubicBezTo>
                  <a:cubicBezTo>
                    <a:pt x="0" y="1548"/>
                    <a:pt x="645" y="1934"/>
                    <a:pt x="1351" y="1934"/>
                  </a:cubicBezTo>
                  <a:cubicBezTo>
                    <a:pt x="2125" y="1934"/>
                    <a:pt x="2707" y="1548"/>
                    <a:pt x="2707" y="970"/>
                  </a:cubicBezTo>
                  <a:cubicBezTo>
                    <a:pt x="2707" y="454"/>
                    <a:pt x="2125" y="1"/>
                    <a:pt x="13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47"/>
            <p:cNvSpPr/>
            <p:nvPr/>
          </p:nvSpPr>
          <p:spPr>
            <a:xfrm>
              <a:off x="3543100" y="1419575"/>
              <a:ext cx="6475" cy="32250"/>
            </a:xfrm>
            <a:custGeom>
              <a:avLst/>
              <a:gdLst/>
              <a:ahLst/>
              <a:cxnLst/>
              <a:rect l="l" t="t" r="r" b="b"/>
              <a:pathLst>
                <a:path w="259" h="1290" extrusionOk="0">
                  <a:moveTo>
                    <a:pt x="129" y="1"/>
                  </a:moveTo>
                  <a:cubicBezTo>
                    <a:pt x="67" y="1"/>
                    <a:pt x="0" y="320"/>
                    <a:pt x="0" y="645"/>
                  </a:cubicBezTo>
                  <a:cubicBezTo>
                    <a:pt x="0" y="965"/>
                    <a:pt x="67" y="1290"/>
                    <a:pt x="129" y="1290"/>
                  </a:cubicBezTo>
                  <a:cubicBezTo>
                    <a:pt x="196" y="1290"/>
                    <a:pt x="258" y="965"/>
                    <a:pt x="258" y="645"/>
                  </a:cubicBezTo>
                  <a:cubicBezTo>
                    <a:pt x="258" y="320"/>
                    <a:pt x="196" y="1"/>
                    <a:pt x="1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47"/>
            <p:cNvSpPr/>
            <p:nvPr/>
          </p:nvSpPr>
          <p:spPr>
            <a:xfrm>
              <a:off x="3478650" y="1461850"/>
              <a:ext cx="37150" cy="25425"/>
            </a:xfrm>
            <a:custGeom>
              <a:avLst/>
              <a:gdLst/>
              <a:ahLst/>
              <a:cxnLst/>
              <a:rect l="l" t="t" r="r" b="b"/>
              <a:pathLst>
                <a:path w="1486" h="1017" extrusionOk="0">
                  <a:moveTo>
                    <a:pt x="776" y="1"/>
                  </a:moveTo>
                  <a:cubicBezTo>
                    <a:pt x="727" y="1"/>
                    <a:pt x="678" y="16"/>
                    <a:pt x="645" y="47"/>
                  </a:cubicBezTo>
                  <a:cubicBezTo>
                    <a:pt x="454" y="243"/>
                    <a:pt x="0" y="692"/>
                    <a:pt x="258" y="950"/>
                  </a:cubicBezTo>
                  <a:cubicBezTo>
                    <a:pt x="325" y="1017"/>
                    <a:pt x="387" y="1017"/>
                    <a:pt x="516" y="1017"/>
                  </a:cubicBezTo>
                  <a:lnTo>
                    <a:pt x="1031" y="1017"/>
                  </a:lnTo>
                  <a:cubicBezTo>
                    <a:pt x="1098" y="1017"/>
                    <a:pt x="1227" y="1017"/>
                    <a:pt x="1289" y="950"/>
                  </a:cubicBezTo>
                  <a:cubicBezTo>
                    <a:pt x="1485" y="692"/>
                    <a:pt x="1098" y="243"/>
                    <a:pt x="902" y="47"/>
                  </a:cubicBezTo>
                  <a:cubicBezTo>
                    <a:pt x="872" y="16"/>
                    <a:pt x="824" y="1"/>
                    <a:pt x="7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3" name="Google Shape;2003;p47"/>
          <p:cNvGrpSpPr/>
          <p:nvPr/>
        </p:nvGrpSpPr>
        <p:grpSpPr>
          <a:xfrm>
            <a:off x="2601195" y="1393503"/>
            <a:ext cx="419433" cy="419550"/>
            <a:chOff x="2474850" y="1298675"/>
            <a:chExt cx="446300" cy="446425"/>
          </a:xfrm>
        </p:grpSpPr>
        <p:sp>
          <p:nvSpPr>
            <p:cNvPr id="2004" name="Google Shape;2004;p47"/>
            <p:cNvSpPr/>
            <p:nvPr/>
          </p:nvSpPr>
          <p:spPr>
            <a:xfrm>
              <a:off x="2474850" y="1298675"/>
              <a:ext cx="446300" cy="446425"/>
            </a:xfrm>
            <a:custGeom>
              <a:avLst/>
              <a:gdLst/>
              <a:ahLst/>
              <a:cxnLst/>
              <a:rect l="l" t="t" r="r" b="b"/>
              <a:pathLst>
                <a:path w="17852" h="17857" extrusionOk="0">
                  <a:moveTo>
                    <a:pt x="8957" y="0"/>
                  </a:moveTo>
                  <a:cubicBezTo>
                    <a:pt x="3996" y="0"/>
                    <a:pt x="0" y="3996"/>
                    <a:pt x="0" y="8895"/>
                  </a:cubicBezTo>
                  <a:cubicBezTo>
                    <a:pt x="0" y="13860"/>
                    <a:pt x="3996" y="17856"/>
                    <a:pt x="8957" y="17856"/>
                  </a:cubicBezTo>
                  <a:cubicBezTo>
                    <a:pt x="13855" y="17856"/>
                    <a:pt x="17851" y="13860"/>
                    <a:pt x="17851" y="8895"/>
                  </a:cubicBezTo>
                  <a:cubicBezTo>
                    <a:pt x="17851" y="3996"/>
                    <a:pt x="13855" y="0"/>
                    <a:pt x="89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47"/>
            <p:cNvSpPr/>
            <p:nvPr/>
          </p:nvSpPr>
          <p:spPr>
            <a:xfrm>
              <a:off x="2585950" y="1446900"/>
              <a:ext cx="224075" cy="224075"/>
            </a:xfrm>
            <a:custGeom>
              <a:avLst/>
              <a:gdLst/>
              <a:ahLst/>
              <a:cxnLst/>
              <a:rect l="l" t="t" r="r" b="b"/>
              <a:pathLst>
                <a:path w="8963" h="8963" extrusionOk="0">
                  <a:moveTo>
                    <a:pt x="4513" y="1"/>
                  </a:moveTo>
                  <a:cubicBezTo>
                    <a:pt x="2002" y="1"/>
                    <a:pt x="1" y="2001"/>
                    <a:pt x="1" y="4512"/>
                  </a:cubicBezTo>
                  <a:cubicBezTo>
                    <a:pt x="1" y="6962"/>
                    <a:pt x="2002" y="8962"/>
                    <a:pt x="4513" y="8962"/>
                  </a:cubicBezTo>
                  <a:cubicBezTo>
                    <a:pt x="6962" y="8962"/>
                    <a:pt x="8963" y="6962"/>
                    <a:pt x="8963" y="4512"/>
                  </a:cubicBezTo>
                  <a:cubicBezTo>
                    <a:pt x="8963" y="2001"/>
                    <a:pt x="6962" y="1"/>
                    <a:pt x="45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47"/>
            <p:cNvSpPr/>
            <p:nvPr/>
          </p:nvSpPr>
          <p:spPr>
            <a:xfrm>
              <a:off x="2700425" y="1357900"/>
              <a:ext cx="87050" cy="100375"/>
            </a:xfrm>
            <a:custGeom>
              <a:avLst/>
              <a:gdLst/>
              <a:ahLst/>
              <a:cxnLst/>
              <a:rect l="l" t="t" r="r" b="b"/>
              <a:pathLst>
                <a:path w="3482" h="4015" extrusionOk="0">
                  <a:moveTo>
                    <a:pt x="1960" y="0"/>
                  </a:moveTo>
                  <a:cubicBezTo>
                    <a:pt x="1823" y="0"/>
                    <a:pt x="1738" y="105"/>
                    <a:pt x="1738" y="209"/>
                  </a:cubicBezTo>
                  <a:lnTo>
                    <a:pt x="1352" y="1498"/>
                  </a:lnTo>
                  <a:lnTo>
                    <a:pt x="63" y="3628"/>
                  </a:lnTo>
                  <a:cubicBezTo>
                    <a:pt x="1" y="3757"/>
                    <a:pt x="63" y="3886"/>
                    <a:pt x="192" y="3947"/>
                  </a:cubicBezTo>
                  <a:cubicBezTo>
                    <a:pt x="192" y="4014"/>
                    <a:pt x="259" y="4014"/>
                    <a:pt x="320" y="4014"/>
                  </a:cubicBezTo>
                  <a:cubicBezTo>
                    <a:pt x="387" y="4014"/>
                    <a:pt x="449" y="3947"/>
                    <a:pt x="516" y="3886"/>
                  </a:cubicBezTo>
                  <a:lnTo>
                    <a:pt x="1223" y="2725"/>
                  </a:lnTo>
                  <a:lnTo>
                    <a:pt x="1934" y="2596"/>
                  </a:lnTo>
                  <a:lnTo>
                    <a:pt x="3095" y="2983"/>
                  </a:lnTo>
                  <a:lnTo>
                    <a:pt x="3156" y="2983"/>
                  </a:lnTo>
                  <a:cubicBezTo>
                    <a:pt x="3285" y="2983"/>
                    <a:pt x="3414" y="2916"/>
                    <a:pt x="3414" y="2854"/>
                  </a:cubicBezTo>
                  <a:cubicBezTo>
                    <a:pt x="3481" y="2725"/>
                    <a:pt x="3414" y="2529"/>
                    <a:pt x="3285" y="2529"/>
                  </a:cubicBezTo>
                  <a:lnTo>
                    <a:pt x="2063" y="2081"/>
                  </a:lnTo>
                  <a:lnTo>
                    <a:pt x="1934" y="2081"/>
                  </a:lnTo>
                  <a:lnTo>
                    <a:pt x="1548" y="2143"/>
                  </a:lnTo>
                  <a:lnTo>
                    <a:pt x="1805" y="1756"/>
                  </a:lnTo>
                  <a:lnTo>
                    <a:pt x="1805" y="1694"/>
                  </a:lnTo>
                  <a:lnTo>
                    <a:pt x="2192" y="338"/>
                  </a:lnTo>
                  <a:cubicBezTo>
                    <a:pt x="2254" y="209"/>
                    <a:pt x="2192" y="80"/>
                    <a:pt x="2063" y="18"/>
                  </a:cubicBezTo>
                  <a:cubicBezTo>
                    <a:pt x="2026" y="6"/>
                    <a:pt x="1992" y="0"/>
                    <a:pt x="19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47"/>
            <p:cNvSpPr/>
            <p:nvPr/>
          </p:nvSpPr>
          <p:spPr>
            <a:xfrm>
              <a:off x="2502175" y="1498475"/>
              <a:ext cx="96700" cy="30700"/>
            </a:xfrm>
            <a:custGeom>
              <a:avLst/>
              <a:gdLst/>
              <a:ahLst/>
              <a:cxnLst/>
              <a:rect l="l" t="t" r="r" b="b"/>
              <a:pathLst>
                <a:path w="3868" h="1228" extrusionOk="0">
                  <a:moveTo>
                    <a:pt x="1228" y="0"/>
                  </a:moveTo>
                  <a:cubicBezTo>
                    <a:pt x="1161" y="0"/>
                    <a:pt x="1032" y="0"/>
                    <a:pt x="970" y="67"/>
                  </a:cubicBezTo>
                  <a:lnTo>
                    <a:pt x="129" y="712"/>
                  </a:lnTo>
                  <a:cubicBezTo>
                    <a:pt x="0" y="841"/>
                    <a:pt x="0" y="970"/>
                    <a:pt x="67" y="1098"/>
                  </a:cubicBezTo>
                  <a:cubicBezTo>
                    <a:pt x="129" y="1160"/>
                    <a:pt x="196" y="1227"/>
                    <a:pt x="325" y="1227"/>
                  </a:cubicBezTo>
                  <a:cubicBezTo>
                    <a:pt x="325" y="1227"/>
                    <a:pt x="387" y="1160"/>
                    <a:pt x="454" y="1160"/>
                  </a:cubicBezTo>
                  <a:lnTo>
                    <a:pt x="1228" y="583"/>
                  </a:lnTo>
                  <a:lnTo>
                    <a:pt x="3548" y="970"/>
                  </a:lnTo>
                  <a:cubicBezTo>
                    <a:pt x="3677" y="970"/>
                    <a:pt x="3806" y="903"/>
                    <a:pt x="3868" y="774"/>
                  </a:cubicBezTo>
                  <a:cubicBezTo>
                    <a:pt x="3868" y="645"/>
                    <a:pt x="3806" y="454"/>
                    <a:pt x="3677" y="454"/>
                  </a:cubicBezTo>
                  <a:lnTo>
                    <a:pt x="122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47"/>
            <p:cNvSpPr/>
            <p:nvPr/>
          </p:nvSpPr>
          <p:spPr>
            <a:xfrm>
              <a:off x="2613425" y="1687050"/>
              <a:ext cx="38700" cy="45150"/>
            </a:xfrm>
            <a:custGeom>
              <a:avLst/>
              <a:gdLst/>
              <a:ahLst/>
              <a:cxnLst/>
              <a:rect l="l" t="t" r="r" b="b"/>
              <a:pathLst>
                <a:path w="1548" h="1806" extrusionOk="0">
                  <a:moveTo>
                    <a:pt x="1289" y="1"/>
                  </a:moveTo>
                  <a:cubicBezTo>
                    <a:pt x="1160" y="1"/>
                    <a:pt x="1032" y="63"/>
                    <a:pt x="965" y="192"/>
                  </a:cubicBezTo>
                  <a:lnTo>
                    <a:pt x="836" y="1032"/>
                  </a:lnTo>
                  <a:lnTo>
                    <a:pt x="191" y="1352"/>
                  </a:lnTo>
                  <a:cubicBezTo>
                    <a:pt x="62" y="1419"/>
                    <a:pt x="0" y="1548"/>
                    <a:pt x="62" y="1677"/>
                  </a:cubicBezTo>
                  <a:cubicBezTo>
                    <a:pt x="129" y="1806"/>
                    <a:pt x="191" y="1806"/>
                    <a:pt x="320" y="1806"/>
                  </a:cubicBezTo>
                  <a:lnTo>
                    <a:pt x="449" y="1806"/>
                  </a:lnTo>
                  <a:lnTo>
                    <a:pt x="1160" y="1419"/>
                  </a:lnTo>
                  <a:cubicBezTo>
                    <a:pt x="1222" y="1419"/>
                    <a:pt x="1289" y="1290"/>
                    <a:pt x="1289" y="1223"/>
                  </a:cubicBezTo>
                  <a:lnTo>
                    <a:pt x="1480" y="321"/>
                  </a:lnTo>
                  <a:cubicBezTo>
                    <a:pt x="1547" y="192"/>
                    <a:pt x="1418" y="1"/>
                    <a:pt x="12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47"/>
            <p:cNvSpPr/>
            <p:nvPr/>
          </p:nvSpPr>
          <p:spPr>
            <a:xfrm>
              <a:off x="2800325" y="1580075"/>
              <a:ext cx="104700" cy="68325"/>
            </a:xfrm>
            <a:custGeom>
              <a:avLst/>
              <a:gdLst/>
              <a:ahLst/>
              <a:cxnLst/>
              <a:rect l="l" t="t" r="r" b="b"/>
              <a:pathLst>
                <a:path w="4188" h="2733" extrusionOk="0">
                  <a:moveTo>
                    <a:pt x="224" y="1"/>
                  </a:moveTo>
                  <a:cubicBezTo>
                    <a:pt x="131" y="1"/>
                    <a:pt x="47" y="74"/>
                    <a:pt x="1" y="217"/>
                  </a:cubicBezTo>
                  <a:cubicBezTo>
                    <a:pt x="1" y="346"/>
                    <a:pt x="63" y="475"/>
                    <a:pt x="192" y="542"/>
                  </a:cubicBezTo>
                  <a:lnTo>
                    <a:pt x="1290" y="799"/>
                  </a:lnTo>
                  <a:lnTo>
                    <a:pt x="1290" y="1248"/>
                  </a:lnTo>
                  <a:lnTo>
                    <a:pt x="1290" y="1315"/>
                  </a:lnTo>
                  <a:lnTo>
                    <a:pt x="1481" y="2537"/>
                  </a:lnTo>
                  <a:cubicBezTo>
                    <a:pt x="1481" y="2666"/>
                    <a:pt x="1610" y="2733"/>
                    <a:pt x="1739" y="2733"/>
                  </a:cubicBezTo>
                  <a:lnTo>
                    <a:pt x="1806" y="2733"/>
                  </a:lnTo>
                  <a:cubicBezTo>
                    <a:pt x="1934" y="2733"/>
                    <a:pt x="1996" y="2604"/>
                    <a:pt x="1996" y="2475"/>
                  </a:cubicBezTo>
                  <a:lnTo>
                    <a:pt x="1867" y="1444"/>
                  </a:lnTo>
                  <a:lnTo>
                    <a:pt x="2770" y="928"/>
                  </a:lnTo>
                  <a:lnTo>
                    <a:pt x="3739" y="1506"/>
                  </a:lnTo>
                  <a:cubicBezTo>
                    <a:pt x="3774" y="1524"/>
                    <a:pt x="3813" y="1532"/>
                    <a:pt x="3853" y="1532"/>
                  </a:cubicBezTo>
                  <a:cubicBezTo>
                    <a:pt x="3962" y="1532"/>
                    <a:pt x="4077" y="1471"/>
                    <a:pt x="4126" y="1377"/>
                  </a:cubicBezTo>
                  <a:cubicBezTo>
                    <a:pt x="4188" y="1248"/>
                    <a:pt x="4126" y="1119"/>
                    <a:pt x="3997" y="990"/>
                  </a:cubicBezTo>
                  <a:lnTo>
                    <a:pt x="2899" y="413"/>
                  </a:lnTo>
                  <a:lnTo>
                    <a:pt x="2641" y="413"/>
                  </a:lnTo>
                  <a:lnTo>
                    <a:pt x="1806" y="861"/>
                  </a:lnTo>
                  <a:lnTo>
                    <a:pt x="1806" y="603"/>
                  </a:lnTo>
                  <a:cubicBezTo>
                    <a:pt x="1806" y="475"/>
                    <a:pt x="1739" y="346"/>
                    <a:pt x="1610" y="346"/>
                  </a:cubicBezTo>
                  <a:lnTo>
                    <a:pt x="321" y="26"/>
                  </a:lnTo>
                  <a:cubicBezTo>
                    <a:pt x="288" y="9"/>
                    <a:pt x="255" y="1"/>
                    <a:pt x="22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47"/>
            <p:cNvSpPr/>
            <p:nvPr/>
          </p:nvSpPr>
          <p:spPr>
            <a:xfrm>
              <a:off x="2653650" y="1525925"/>
              <a:ext cx="85475" cy="85350"/>
            </a:xfrm>
            <a:custGeom>
              <a:avLst/>
              <a:gdLst/>
              <a:ahLst/>
              <a:cxnLst/>
              <a:rect l="l" t="t" r="r" b="b"/>
              <a:pathLst>
                <a:path w="3419" h="3414" extrusionOk="0">
                  <a:moveTo>
                    <a:pt x="1743" y="0"/>
                  </a:moveTo>
                  <a:cubicBezTo>
                    <a:pt x="773" y="0"/>
                    <a:pt x="0" y="774"/>
                    <a:pt x="0" y="1738"/>
                  </a:cubicBezTo>
                  <a:cubicBezTo>
                    <a:pt x="0" y="2641"/>
                    <a:pt x="773" y="3414"/>
                    <a:pt x="1743" y="3414"/>
                  </a:cubicBezTo>
                  <a:cubicBezTo>
                    <a:pt x="2645" y="3414"/>
                    <a:pt x="3419" y="2641"/>
                    <a:pt x="3419" y="1738"/>
                  </a:cubicBezTo>
                  <a:cubicBezTo>
                    <a:pt x="3419" y="774"/>
                    <a:pt x="2645" y="0"/>
                    <a:pt x="17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1" name="Google Shape;2011;p47"/>
          <p:cNvGrpSpPr/>
          <p:nvPr/>
        </p:nvGrpSpPr>
        <p:grpSpPr>
          <a:xfrm>
            <a:off x="4690747" y="1544928"/>
            <a:ext cx="426740" cy="169634"/>
            <a:chOff x="4698250" y="1459800"/>
            <a:chExt cx="454075" cy="180500"/>
          </a:xfrm>
        </p:grpSpPr>
        <p:sp>
          <p:nvSpPr>
            <p:cNvPr id="2012" name="Google Shape;2012;p47"/>
            <p:cNvSpPr/>
            <p:nvPr/>
          </p:nvSpPr>
          <p:spPr>
            <a:xfrm>
              <a:off x="4698250" y="1483075"/>
              <a:ext cx="143600" cy="85125"/>
            </a:xfrm>
            <a:custGeom>
              <a:avLst/>
              <a:gdLst/>
              <a:ahLst/>
              <a:cxnLst/>
              <a:rect l="l" t="t" r="r" b="b"/>
              <a:pathLst>
                <a:path w="5744" h="3405" extrusionOk="0">
                  <a:moveTo>
                    <a:pt x="3078" y="1"/>
                  </a:moveTo>
                  <a:cubicBezTo>
                    <a:pt x="2379" y="1"/>
                    <a:pt x="1657" y="254"/>
                    <a:pt x="1041" y="683"/>
                  </a:cubicBezTo>
                  <a:cubicBezTo>
                    <a:pt x="783" y="874"/>
                    <a:pt x="526" y="1070"/>
                    <a:pt x="268" y="1390"/>
                  </a:cubicBezTo>
                  <a:cubicBezTo>
                    <a:pt x="1" y="1790"/>
                    <a:pt x="183" y="1914"/>
                    <a:pt x="475" y="1914"/>
                  </a:cubicBezTo>
                  <a:cubicBezTo>
                    <a:pt x="746" y="1914"/>
                    <a:pt x="1112" y="1807"/>
                    <a:pt x="1299" y="1714"/>
                  </a:cubicBezTo>
                  <a:cubicBezTo>
                    <a:pt x="1299" y="2034"/>
                    <a:pt x="1299" y="2421"/>
                    <a:pt x="1619" y="2550"/>
                  </a:cubicBezTo>
                  <a:cubicBezTo>
                    <a:pt x="1674" y="2605"/>
                    <a:pt x="1752" y="2625"/>
                    <a:pt x="1834" y="2625"/>
                  </a:cubicBezTo>
                  <a:cubicBezTo>
                    <a:pt x="1944" y="2625"/>
                    <a:pt x="2060" y="2588"/>
                    <a:pt x="2134" y="2550"/>
                  </a:cubicBezTo>
                  <a:cubicBezTo>
                    <a:pt x="2330" y="2421"/>
                    <a:pt x="2459" y="2292"/>
                    <a:pt x="2588" y="2101"/>
                  </a:cubicBezTo>
                  <a:cubicBezTo>
                    <a:pt x="2650" y="2617"/>
                    <a:pt x="2779" y="3132"/>
                    <a:pt x="3233" y="3323"/>
                  </a:cubicBezTo>
                  <a:cubicBezTo>
                    <a:pt x="3346" y="3381"/>
                    <a:pt x="3460" y="3405"/>
                    <a:pt x="3573" y="3405"/>
                  </a:cubicBezTo>
                  <a:cubicBezTo>
                    <a:pt x="3846" y="3405"/>
                    <a:pt x="4120" y="3267"/>
                    <a:pt x="4393" y="3132"/>
                  </a:cubicBezTo>
                  <a:cubicBezTo>
                    <a:pt x="5166" y="2746"/>
                    <a:pt x="5744" y="2488"/>
                    <a:pt x="5357" y="1519"/>
                  </a:cubicBezTo>
                  <a:cubicBezTo>
                    <a:pt x="5099" y="874"/>
                    <a:pt x="4522" y="297"/>
                    <a:pt x="3810" y="101"/>
                  </a:cubicBezTo>
                  <a:cubicBezTo>
                    <a:pt x="3573" y="33"/>
                    <a:pt x="3327" y="1"/>
                    <a:pt x="30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47"/>
            <p:cNvSpPr/>
            <p:nvPr/>
          </p:nvSpPr>
          <p:spPr>
            <a:xfrm>
              <a:off x="5009400" y="1483075"/>
              <a:ext cx="142925" cy="85125"/>
            </a:xfrm>
            <a:custGeom>
              <a:avLst/>
              <a:gdLst/>
              <a:ahLst/>
              <a:cxnLst/>
              <a:rect l="l" t="t" r="r" b="b"/>
              <a:pathLst>
                <a:path w="5717" h="3405" extrusionOk="0">
                  <a:moveTo>
                    <a:pt x="2641" y="1"/>
                  </a:moveTo>
                  <a:cubicBezTo>
                    <a:pt x="2384" y="1"/>
                    <a:pt x="2126" y="33"/>
                    <a:pt x="1873" y="101"/>
                  </a:cubicBezTo>
                  <a:cubicBezTo>
                    <a:pt x="1161" y="297"/>
                    <a:pt x="583" y="874"/>
                    <a:pt x="326" y="1519"/>
                  </a:cubicBezTo>
                  <a:cubicBezTo>
                    <a:pt x="1" y="2488"/>
                    <a:pt x="516" y="2746"/>
                    <a:pt x="1357" y="3132"/>
                  </a:cubicBezTo>
                  <a:cubicBezTo>
                    <a:pt x="1583" y="3267"/>
                    <a:pt x="1875" y="3405"/>
                    <a:pt x="2164" y="3405"/>
                  </a:cubicBezTo>
                  <a:cubicBezTo>
                    <a:pt x="2284" y="3405"/>
                    <a:pt x="2403" y="3381"/>
                    <a:pt x="2517" y="3323"/>
                  </a:cubicBezTo>
                  <a:cubicBezTo>
                    <a:pt x="2904" y="3132"/>
                    <a:pt x="3033" y="2617"/>
                    <a:pt x="3095" y="2101"/>
                  </a:cubicBezTo>
                  <a:cubicBezTo>
                    <a:pt x="3223" y="2292"/>
                    <a:pt x="3352" y="2421"/>
                    <a:pt x="3548" y="2550"/>
                  </a:cubicBezTo>
                  <a:cubicBezTo>
                    <a:pt x="3658" y="2588"/>
                    <a:pt x="3769" y="2625"/>
                    <a:pt x="3880" y="2625"/>
                  </a:cubicBezTo>
                  <a:cubicBezTo>
                    <a:pt x="3962" y="2625"/>
                    <a:pt x="4045" y="2605"/>
                    <a:pt x="4126" y="2550"/>
                  </a:cubicBezTo>
                  <a:cubicBezTo>
                    <a:pt x="4384" y="2421"/>
                    <a:pt x="4384" y="2034"/>
                    <a:pt x="4384" y="1714"/>
                  </a:cubicBezTo>
                  <a:cubicBezTo>
                    <a:pt x="4602" y="1807"/>
                    <a:pt x="4986" y="1914"/>
                    <a:pt x="5258" y="1914"/>
                  </a:cubicBezTo>
                  <a:cubicBezTo>
                    <a:pt x="5551" y="1914"/>
                    <a:pt x="5717" y="1790"/>
                    <a:pt x="5415" y="1390"/>
                  </a:cubicBezTo>
                  <a:cubicBezTo>
                    <a:pt x="5224" y="1070"/>
                    <a:pt x="4966" y="874"/>
                    <a:pt x="4641" y="683"/>
                  </a:cubicBezTo>
                  <a:cubicBezTo>
                    <a:pt x="4071" y="254"/>
                    <a:pt x="3361" y="1"/>
                    <a:pt x="264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47"/>
            <p:cNvSpPr/>
            <p:nvPr/>
          </p:nvSpPr>
          <p:spPr>
            <a:xfrm>
              <a:off x="4817725" y="1459800"/>
              <a:ext cx="215950" cy="180500"/>
            </a:xfrm>
            <a:custGeom>
              <a:avLst/>
              <a:gdLst/>
              <a:ahLst/>
              <a:cxnLst/>
              <a:rect l="l" t="t" r="r" b="b"/>
              <a:pathLst>
                <a:path w="8638" h="7220" extrusionOk="0">
                  <a:moveTo>
                    <a:pt x="4316" y="0"/>
                  </a:moveTo>
                  <a:cubicBezTo>
                    <a:pt x="1934" y="0"/>
                    <a:pt x="0" y="1614"/>
                    <a:pt x="0" y="3610"/>
                  </a:cubicBezTo>
                  <a:cubicBezTo>
                    <a:pt x="0" y="5610"/>
                    <a:pt x="1934" y="7219"/>
                    <a:pt x="4316" y="7219"/>
                  </a:cubicBezTo>
                  <a:cubicBezTo>
                    <a:pt x="6704" y="7219"/>
                    <a:pt x="8637" y="5610"/>
                    <a:pt x="8637" y="3610"/>
                  </a:cubicBezTo>
                  <a:cubicBezTo>
                    <a:pt x="8637" y="1614"/>
                    <a:pt x="6704" y="0"/>
                    <a:pt x="43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15" name="Google Shape;2015;p47"/>
            <p:cNvSpPr/>
            <p:nvPr/>
          </p:nvSpPr>
          <p:spPr>
            <a:xfrm>
              <a:off x="4862850" y="1525925"/>
              <a:ext cx="45125" cy="41925"/>
            </a:xfrm>
            <a:custGeom>
              <a:avLst/>
              <a:gdLst/>
              <a:ahLst/>
              <a:cxnLst/>
              <a:rect l="l" t="t" r="r" b="b"/>
              <a:pathLst>
                <a:path w="1805" h="1677" extrusionOk="0">
                  <a:moveTo>
                    <a:pt x="258" y="0"/>
                  </a:moveTo>
                  <a:cubicBezTo>
                    <a:pt x="129" y="0"/>
                    <a:pt x="0" y="129"/>
                    <a:pt x="0" y="258"/>
                  </a:cubicBezTo>
                  <a:lnTo>
                    <a:pt x="0" y="578"/>
                  </a:lnTo>
                  <a:cubicBezTo>
                    <a:pt x="0" y="1161"/>
                    <a:pt x="387" y="1676"/>
                    <a:pt x="902" y="1676"/>
                  </a:cubicBezTo>
                  <a:cubicBezTo>
                    <a:pt x="1418" y="1676"/>
                    <a:pt x="1805" y="1161"/>
                    <a:pt x="1805" y="578"/>
                  </a:cubicBezTo>
                  <a:lnTo>
                    <a:pt x="1805" y="258"/>
                  </a:lnTo>
                  <a:cubicBezTo>
                    <a:pt x="1805" y="129"/>
                    <a:pt x="1738" y="0"/>
                    <a:pt x="1547" y="0"/>
                  </a:cubicBezTo>
                  <a:cubicBezTo>
                    <a:pt x="1418" y="0"/>
                    <a:pt x="1289" y="129"/>
                    <a:pt x="1289" y="258"/>
                  </a:cubicBezTo>
                  <a:lnTo>
                    <a:pt x="1289" y="578"/>
                  </a:lnTo>
                  <a:cubicBezTo>
                    <a:pt x="1289" y="903"/>
                    <a:pt x="1093" y="1094"/>
                    <a:pt x="902" y="1094"/>
                  </a:cubicBezTo>
                  <a:cubicBezTo>
                    <a:pt x="707" y="1094"/>
                    <a:pt x="516" y="903"/>
                    <a:pt x="516" y="578"/>
                  </a:cubicBezTo>
                  <a:lnTo>
                    <a:pt x="516" y="258"/>
                  </a:lnTo>
                  <a:cubicBezTo>
                    <a:pt x="516" y="129"/>
                    <a:pt x="387" y="0"/>
                    <a:pt x="2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47"/>
            <p:cNvSpPr/>
            <p:nvPr/>
          </p:nvSpPr>
          <p:spPr>
            <a:xfrm>
              <a:off x="4941725" y="1525925"/>
              <a:ext cx="46825" cy="41925"/>
            </a:xfrm>
            <a:custGeom>
              <a:avLst/>
              <a:gdLst/>
              <a:ahLst/>
              <a:cxnLst/>
              <a:rect l="l" t="t" r="r" b="b"/>
              <a:pathLst>
                <a:path w="1873" h="1677" extrusionOk="0">
                  <a:moveTo>
                    <a:pt x="259" y="0"/>
                  </a:moveTo>
                  <a:cubicBezTo>
                    <a:pt x="130" y="0"/>
                    <a:pt x="1" y="129"/>
                    <a:pt x="1" y="258"/>
                  </a:cubicBezTo>
                  <a:lnTo>
                    <a:pt x="1" y="578"/>
                  </a:lnTo>
                  <a:cubicBezTo>
                    <a:pt x="1" y="1161"/>
                    <a:pt x="387" y="1676"/>
                    <a:pt x="903" y="1676"/>
                  </a:cubicBezTo>
                  <a:cubicBezTo>
                    <a:pt x="1419" y="1676"/>
                    <a:pt x="1873" y="1161"/>
                    <a:pt x="1873" y="578"/>
                  </a:cubicBezTo>
                  <a:lnTo>
                    <a:pt x="1873" y="258"/>
                  </a:lnTo>
                  <a:cubicBezTo>
                    <a:pt x="1873" y="129"/>
                    <a:pt x="1744" y="0"/>
                    <a:pt x="1548" y="0"/>
                  </a:cubicBezTo>
                  <a:cubicBezTo>
                    <a:pt x="1419" y="0"/>
                    <a:pt x="1290" y="129"/>
                    <a:pt x="1290" y="258"/>
                  </a:cubicBezTo>
                  <a:lnTo>
                    <a:pt x="1290" y="578"/>
                  </a:lnTo>
                  <a:cubicBezTo>
                    <a:pt x="1290" y="903"/>
                    <a:pt x="1161" y="1094"/>
                    <a:pt x="903" y="1094"/>
                  </a:cubicBezTo>
                  <a:cubicBezTo>
                    <a:pt x="712" y="1094"/>
                    <a:pt x="516" y="903"/>
                    <a:pt x="516" y="578"/>
                  </a:cubicBezTo>
                  <a:lnTo>
                    <a:pt x="516" y="258"/>
                  </a:lnTo>
                  <a:cubicBezTo>
                    <a:pt x="516" y="129"/>
                    <a:pt x="387" y="0"/>
                    <a:pt x="2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7" name="Google Shape;2017;p47"/>
          <p:cNvGrpSpPr/>
          <p:nvPr/>
        </p:nvGrpSpPr>
        <p:grpSpPr>
          <a:xfrm>
            <a:off x="3385623" y="2041636"/>
            <a:ext cx="266527" cy="419550"/>
            <a:chOff x="3309525" y="1988325"/>
            <a:chExt cx="283600" cy="446425"/>
          </a:xfrm>
        </p:grpSpPr>
        <p:sp>
          <p:nvSpPr>
            <p:cNvPr id="2018" name="Google Shape;2018;p47"/>
            <p:cNvSpPr/>
            <p:nvPr/>
          </p:nvSpPr>
          <p:spPr>
            <a:xfrm>
              <a:off x="3309525" y="2246125"/>
              <a:ext cx="283600" cy="188625"/>
            </a:xfrm>
            <a:custGeom>
              <a:avLst/>
              <a:gdLst/>
              <a:ahLst/>
              <a:cxnLst/>
              <a:rect l="l" t="t" r="r" b="b"/>
              <a:pathLst>
                <a:path w="11344" h="7545" extrusionOk="0">
                  <a:moveTo>
                    <a:pt x="3610" y="1"/>
                  </a:moveTo>
                  <a:lnTo>
                    <a:pt x="3610" y="258"/>
                  </a:lnTo>
                  <a:lnTo>
                    <a:pt x="3542" y="258"/>
                  </a:lnTo>
                  <a:cubicBezTo>
                    <a:pt x="3542" y="258"/>
                    <a:pt x="0" y="2904"/>
                    <a:pt x="129" y="6188"/>
                  </a:cubicBezTo>
                  <a:cubicBezTo>
                    <a:pt x="129" y="6384"/>
                    <a:pt x="258" y="6575"/>
                    <a:pt x="449" y="6704"/>
                  </a:cubicBezTo>
                  <a:lnTo>
                    <a:pt x="1031" y="7029"/>
                  </a:lnTo>
                  <a:cubicBezTo>
                    <a:pt x="1122" y="7074"/>
                    <a:pt x="1213" y="7095"/>
                    <a:pt x="1301" y="7095"/>
                  </a:cubicBezTo>
                  <a:cubicBezTo>
                    <a:pt x="1462" y="7095"/>
                    <a:pt x="1614" y="7023"/>
                    <a:pt x="1738" y="6900"/>
                  </a:cubicBezTo>
                  <a:lnTo>
                    <a:pt x="2511" y="6126"/>
                  </a:lnTo>
                  <a:lnTo>
                    <a:pt x="2382" y="6900"/>
                  </a:lnTo>
                  <a:cubicBezTo>
                    <a:pt x="2382" y="7286"/>
                    <a:pt x="2640" y="7544"/>
                    <a:pt x="2965" y="7544"/>
                  </a:cubicBezTo>
                  <a:lnTo>
                    <a:pt x="3867" y="7544"/>
                  </a:lnTo>
                  <a:cubicBezTo>
                    <a:pt x="4058" y="7544"/>
                    <a:pt x="4187" y="7477"/>
                    <a:pt x="4316" y="7348"/>
                  </a:cubicBezTo>
                  <a:lnTo>
                    <a:pt x="4641" y="6900"/>
                  </a:lnTo>
                  <a:lnTo>
                    <a:pt x="4899" y="7286"/>
                  </a:lnTo>
                  <a:cubicBezTo>
                    <a:pt x="4960" y="7477"/>
                    <a:pt x="5156" y="7544"/>
                    <a:pt x="5414" y="7544"/>
                  </a:cubicBezTo>
                  <a:lnTo>
                    <a:pt x="5992" y="7544"/>
                  </a:lnTo>
                  <a:cubicBezTo>
                    <a:pt x="6188" y="7544"/>
                    <a:pt x="6378" y="7477"/>
                    <a:pt x="6445" y="7286"/>
                  </a:cubicBezTo>
                  <a:lnTo>
                    <a:pt x="6703" y="6900"/>
                  </a:lnTo>
                  <a:lnTo>
                    <a:pt x="7023" y="7348"/>
                  </a:lnTo>
                  <a:cubicBezTo>
                    <a:pt x="7152" y="7477"/>
                    <a:pt x="7348" y="7544"/>
                    <a:pt x="7477" y="7544"/>
                  </a:cubicBezTo>
                  <a:lnTo>
                    <a:pt x="8379" y="7544"/>
                  </a:lnTo>
                  <a:cubicBezTo>
                    <a:pt x="8699" y="7544"/>
                    <a:pt x="8957" y="7286"/>
                    <a:pt x="8957" y="6900"/>
                  </a:cubicBezTo>
                  <a:lnTo>
                    <a:pt x="8828" y="6126"/>
                  </a:lnTo>
                  <a:lnTo>
                    <a:pt x="9601" y="6900"/>
                  </a:lnTo>
                  <a:cubicBezTo>
                    <a:pt x="9728" y="7023"/>
                    <a:pt x="9907" y="7095"/>
                    <a:pt x="10071" y="7095"/>
                  </a:cubicBezTo>
                  <a:cubicBezTo>
                    <a:pt x="10160" y="7095"/>
                    <a:pt x="10244" y="7074"/>
                    <a:pt x="10313" y="7029"/>
                  </a:cubicBezTo>
                  <a:lnTo>
                    <a:pt x="10957" y="6704"/>
                  </a:lnTo>
                  <a:cubicBezTo>
                    <a:pt x="11086" y="6575"/>
                    <a:pt x="11215" y="6384"/>
                    <a:pt x="11215" y="6188"/>
                  </a:cubicBezTo>
                  <a:cubicBezTo>
                    <a:pt x="11344" y="2904"/>
                    <a:pt x="7796" y="258"/>
                    <a:pt x="7796" y="258"/>
                  </a:cubicBezTo>
                  <a:lnTo>
                    <a:pt x="779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47"/>
            <p:cNvSpPr/>
            <p:nvPr/>
          </p:nvSpPr>
          <p:spPr>
            <a:xfrm>
              <a:off x="3399750" y="2220350"/>
              <a:ext cx="104700" cy="32250"/>
            </a:xfrm>
            <a:custGeom>
              <a:avLst/>
              <a:gdLst/>
              <a:ahLst/>
              <a:cxnLst/>
              <a:rect l="l" t="t" r="r" b="b"/>
              <a:pathLst>
                <a:path w="4188" h="1290" extrusionOk="0">
                  <a:moveTo>
                    <a:pt x="129" y="0"/>
                  </a:moveTo>
                  <a:cubicBezTo>
                    <a:pt x="62" y="0"/>
                    <a:pt x="1" y="67"/>
                    <a:pt x="1" y="129"/>
                  </a:cubicBezTo>
                  <a:lnTo>
                    <a:pt x="1" y="1160"/>
                  </a:lnTo>
                  <a:cubicBezTo>
                    <a:pt x="1" y="1228"/>
                    <a:pt x="62" y="1289"/>
                    <a:pt x="129" y="1289"/>
                  </a:cubicBezTo>
                  <a:lnTo>
                    <a:pt x="3997" y="1289"/>
                  </a:lnTo>
                  <a:cubicBezTo>
                    <a:pt x="4058" y="1289"/>
                    <a:pt x="4187" y="1228"/>
                    <a:pt x="4187" y="1160"/>
                  </a:cubicBezTo>
                  <a:lnTo>
                    <a:pt x="4187" y="129"/>
                  </a:lnTo>
                  <a:cubicBezTo>
                    <a:pt x="4187" y="67"/>
                    <a:pt x="4058" y="0"/>
                    <a:pt x="399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47"/>
            <p:cNvSpPr/>
            <p:nvPr/>
          </p:nvSpPr>
          <p:spPr>
            <a:xfrm>
              <a:off x="3431975" y="1988325"/>
              <a:ext cx="38700" cy="232050"/>
            </a:xfrm>
            <a:custGeom>
              <a:avLst/>
              <a:gdLst/>
              <a:ahLst/>
              <a:cxnLst/>
              <a:rect l="l" t="t" r="r" b="b"/>
              <a:pathLst>
                <a:path w="1548" h="9282" extrusionOk="0">
                  <a:moveTo>
                    <a:pt x="774" y="0"/>
                  </a:moveTo>
                  <a:cubicBezTo>
                    <a:pt x="320" y="0"/>
                    <a:pt x="1" y="325"/>
                    <a:pt x="1" y="773"/>
                  </a:cubicBezTo>
                  <a:lnTo>
                    <a:pt x="1" y="9281"/>
                  </a:lnTo>
                  <a:lnTo>
                    <a:pt x="1547" y="9281"/>
                  </a:lnTo>
                  <a:lnTo>
                    <a:pt x="1547" y="773"/>
                  </a:lnTo>
                  <a:cubicBezTo>
                    <a:pt x="1547" y="325"/>
                    <a:pt x="1223" y="0"/>
                    <a:pt x="77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1" name="Google Shape;2021;p47"/>
          <p:cNvGrpSpPr/>
          <p:nvPr/>
        </p:nvGrpSpPr>
        <p:grpSpPr>
          <a:xfrm>
            <a:off x="2625419" y="2040179"/>
            <a:ext cx="411914" cy="419433"/>
            <a:chOff x="2500625" y="1986775"/>
            <a:chExt cx="438300" cy="446300"/>
          </a:xfrm>
        </p:grpSpPr>
        <p:sp>
          <p:nvSpPr>
            <p:cNvPr id="2022" name="Google Shape;2022;p47"/>
            <p:cNvSpPr/>
            <p:nvPr/>
          </p:nvSpPr>
          <p:spPr>
            <a:xfrm>
              <a:off x="2581200" y="2067325"/>
              <a:ext cx="277175" cy="69250"/>
            </a:xfrm>
            <a:custGeom>
              <a:avLst/>
              <a:gdLst/>
              <a:ahLst/>
              <a:cxnLst/>
              <a:rect l="l" t="t" r="r" b="b"/>
              <a:pathLst>
                <a:path w="11087" h="2770" extrusionOk="0">
                  <a:moveTo>
                    <a:pt x="191" y="1"/>
                  </a:moveTo>
                  <a:cubicBezTo>
                    <a:pt x="62" y="1"/>
                    <a:pt x="0" y="63"/>
                    <a:pt x="0" y="192"/>
                  </a:cubicBezTo>
                  <a:lnTo>
                    <a:pt x="0" y="2641"/>
                  </a:lnTo>
                  <a:cubicBezTo>
                    <a:pt x="0" y="2708"/>
                    <a:pt x="62" y="2770"/>
                    <a:pt x="191" y="2770"/>
                  </a:cubicBezTo>
                  <a:lnTo>
                    <a:pt x="10890" y="2770"/>
                  </a:lnTo>
                  <a:cubicBezTo>
                    <a:pt x="10957" y="2770"/>
                    <a:pt x="11086" y="2708"/>
                    <a:pt x="11086" y="2641"/>
                  </a:cubicBezTo>
                  <a:lnTo>
                    <a:pt x="11086" y="192"/>
                  </a:lnTo>
                  <a:cubicBezTo>
                    <a:pt x="11086" y="63"/>
                    <a:pt x="10957" y="1"/>
                    <a:pt x="108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47"/>
            <p:cNvSpPr/>
            <p:nvPr/>
          </p:nvSpPr>
          <p:spPr>
            <a:xfrm>
              <a:off x="2684325" y="1986775"/>
              <a:ext cx="70925" cy="380300"/>
            </a:xfrm>
            <a:custGeom>
              <a:avLst/>
              <a:gdLst/>
              <a:ahLst/>
              <a:cxnLst/>
              <a:rect l="l" t="t" r="r" b="b"/>
              <a:pathLst>
                <a:path w="2837" h="15212" extrusionOk="0">
                  <a:moveTo>
                    <a:pt x="191" y="0"/>
                  </a:moveTo>
                  <a:cubicBezTo>
                    <a:pt x="62" y="0"/>
                    <a:pt x="0" y="62"/>
                    <a:pt x="0" y="129"/>
                  </a:cubicBezTo>
                  <a:lnTo>
                    <a:pt x="0" y="15015"/>
                  </a:lnTo>
                  <a:cubicBezTo>
                    <a:pt x="0" y="15082"/>
                    <a:pt x="62" y="15211"/>
                    <a:pt x="191" y="15211"/>
                  </a:cubicBezTo>
                  <a:lnTo>
                    <a:pt x="2640" y="15211"/>
                  </a:lnTo>
                  <a:cubicBezTo>
                    <a:pt x="2707" y="15211"/>
                    <a:pt x="2836" y="15082"/>
                    <a:pt x="2836" y="15015"/>
                  </a:cubicBezTo>
                  <a:lnTo>
                    <a:pt x="2836" y="129"/>
                  </a:lnTo>
                  <a:cubicBezTo>
                    <a:pt x="2836" y="62"/>
                    <a:pt x="2707" y="0"/>
                    <a:pt x="26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47"/>
            <p:cNvSpPr/>
            <p:nvPr/>
          </p:nvSpPr>
          <p:spPr>
            <a:xfrm>
              <a:off x="2500625" y="2294475"/>
              <a:ext cx="438300" cy="138600"/>
            </a:xfrm>
            <a:custGeom>
              <a:avLst/>
              <a:gdLst/>
              <a:ahLst/>
              <a:cxnLst/>
              <a:rect l="l" t="t" r="r" b="b"/>
              <a:pathLst>
                <a:path w="17532" h="5544" extrusionOk="0">
                  <a:moveTo>
                    <a:pt x="6704" y="0"/>
                  </a:moveTo>
                  <a:cubicBezTo>
                    <a:pt x="5734" y="0"/>
                    <a:pt x="4899" y="712"/>
                    <a:pt x="4703" y="1676"/>
                  </a:cubicBezTo>
                  <a:cubicBezTo>
                    <a:pt x="4445" y="1098"/>
                    <a:pt x="3801" y="774"/>
                    <a:pt x="3156" y="774"/>
                  </a:cubicBezTo>
                  <a:cubicBezTo>
                    <a:pt x="2321" y="841"/>
                    <a:pt x="1676" y="1485"/>
                    <a:pt x="1609" y="2259"/>
                  </a:cubicBezTo>
                  <a:cubicBezTo>
                    <a:pt x="1547" y="2449"/>
                    <a:pt x="1609" y="2707"/>
                    <a:pt x="1676" y="2903"/>
                  </a:cubicBezTo>
                  <a:cubicBezTo>
                    <a:pt x="1547" y="2836"/>
                    <a:pt x="1419" y="2836"/>
                    <a:pt x="1290" y="2836"/>
                  </a:cubicBezTo>
                  <a:cubicBezTo>
                    <a:pt x="578" y="2836"/>
                    <a:pt x="1" y="3352"/>
                    <a:pt x="1" y="3934"/>
                  </a:cubicBezTo>
                  <a:lnTo>
                    <a:pt x="1" y="5352"/>
                  </a:lnTo>
                  <a:cubicBezTo>
                    <a:pt x="1" y="5481"/>
                    <a:pt x="62" y="5543"/>
                    <a:pt x="191" y="5543"/>
                  </a:cubicBezTo>
                  <a:lnTo>
                    <a:pt x="17336" y="5543"/>
                  </a:lnTo>
                  <a:cubicBezTo>
                    <a:pt x="17465" y="5543"/>
                    <a:pt x="17532" y="5481"/>
                    <a:pt x="17532" y="5352"/>
                  </a:cubicBezTo>
                  <a:lnTo>
                    <a:pt x="17532" y="4641"/>
                  </a:lnTo>
                  <a:lnTo>
                    <a:pt x="17532" y="4063"/>
                  </a:lnTo>
                  <a:lnTo>
                    <a:pt x="17532" y="3934"/>
                  </a:lnTo>
                  <a:cubicBezTo>
                    <a:pt x="17532" y="3738"/>
                    <a:pt x="17403" y="3548"/>
                    <a:pt x="17274" y="3352"/>
                  </a:cubicBezTo>
                  <a:cubicBezTo>
                    <a:pt x="17207" y="3223"/>
                    <a:pt x="17078" y="3161"/>
                    <a:pt x="17016" y="3094"/>
                  </a:cubicBezTo>
                  <a:cubicBezTo>
                    <a:pt x="16949" y="3032"/>
                    <a:pt x="16691" y="2903"/>
                    <a:pt x="16691" y="2903"/>
                  </a:cubicBezTo>
                  <a:cubicBezTo>
                    <a:pt x="16758" y="2774"/>
                    <a:pt x="16758" y="2578"/>
                    <a:pt x="16758" y="2449"/>
                  </a:cubicBezTo>
                  <a:cubicBezTo>
                    <a:pt x="16758" y="1547"/>
                    <a:pt x="16047" y="774"/>
                    <a:pt x="15083" y="774"/>
                  </a:cubicBezTo>
                  <a:cubicBezTo>
                    <a:pt x="14696" y="774"/>
                    <a:pt x="14309" y="970"/>
                    <a:pt x="14051" y="1160"/>
                  </a:cubicBezTo>
                  <a:cubicBezTo>
                    <a:pt x="13727" y="516"/>
                    <a:pt x="12953" y="0"/>
                    <a:pt x="12180" y="0"/>
                  </a:cubicBezTo>
                  <a:cubicBezTo>
                    <a:pt x="11344" y="0"/>
                    <a:pt x="10571" y="516"/>
                    <a:pt x="10246" y="1227"/>
                  </a:cubicBezTo>
                  <a:cubicBezTo>
                    <a:pt x="10055" y="1031"/>
                    <a:pt x="9797" y="970"/>
                    <a:pt x="9473" y="970"/>
                  </a:cubicBezTo>
                  <a:cubicBezTo>
                    <a:pt x="9153" y="970"/>
                    <a:pt x="8828" y="1098"/>
                    <a:pt x="8637" y="1289"/>
                  </a:cubicBezTo>
                  <a:cubicBezTo>
                    <a:pt x="8312" y="516"/>
                    <a:pt x="7606" y="0"/>
                    <a:pt x="67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5" name="Google Shape;2025;p47"/>
          <p:cNvGrpSpPr/>
          <p:nvPr/>
        </p:nvGrpSpPr>
        <p:grpSpPr>
          <a:xfrm>
            <a:off x="1956093" y="1408634"/>
            <a:ext cx="370963" cy="419550"/>
            <a:chOff x="1788425" y="1314775"/>
            <a:chExt cx="394725" cy="446425"/>
          </a:xfrm>
        </p:grpSpPr>
        <p:sp>
          <p:nvSpPr>
            <p:cNvPr id="2026" name="Google Shape;2026;p47"/>
            <p:cNvSpPr/>
            <p:nvPr/>
          </p:nvSpPr>
          <p:spPr>
            <a:xfrm>
              <a:off x="1788425" y="1314775"/>
              <a:ext cx="394725" cy="446425"/>
            </a:xfrm>
            <a:custGeom>
              <a:avLst/>
              <a:gdLst/>
              <a:ahLst/>
              <a:cxnLst/>
              <a:rect l="l" t="t" r="r" b="b"/>
              <a:pathLst>
                <a:path w="15789" h="17857" extrusionOk="0">
                  <a:moveTo>
                    <a:pt x="7925" y="1"/>
                  </a:moveTo>
                  <a:cubicBezTo>
                    <a:pt x="3543" y="1"/>
                    <a:pt x="0" y="3548"/>
                    <a:pt x="0" y="7931"/>
                  </a:cubicBezTo>
                  <a:cubicBezTo>
                    <a:pt x="0" y="10638"/>
                    <a:pt x="1418" y="13087"/>
                    <a:pt x="3481" y="14505"/>
                  </a:cubicBezTo>
                  <a:lnTo>
                    <a:pt x="3481" y="16439"/>
                  </a:lnTo>
                  <a:cubicBezTo>
                    <a:pt x="3481" y="17212"/>
                    <a:pt x="4187" y="17857"/>
                    <a:pt x="4960" y="17857"/>
                  </a:cubicBezTo>
                  <a:cubicBezTo>
                    <a:pt x="5801" y="17857"/>
                    <a:pt x="6446" y="17212"/>
                    <a:pt x="6446" y="16439"/>
                  </a:cubicBezTo>
                  <a:cubicBezTo>
                    <a:pt x="6446" y="17212"/>
                    <a:pt x="7090" y="17857"/>
                    <a:pt x="7925" y="17857"/>
                  </a:cubicBezTo>
                  <a:cubicBezTo>
                    <a:pt x="8699" y="17857"/>
                    <a:pt x="9343" y="17212"/>
                    <a:pt x="9343" y="16439"/>
                  </a:cubicBezTo>
                  <a:lnTo>
                    <a:pt x="9410" y="16439"/>
                  </a:lnTo>
                  <a:cubicBezTo>
                    <a:pt x="9410" y="17212"/>
                    <a:pt x="10055" y="17857"/>
                    <a:pt x="10828" y="17857"/>
                  </a:cubicBezTo>
                  <a:cubicBezTo>
                    <a:pt x="11664" y="17857"/>
                    <a:pt x="12308" y="17212"/>
                    <a:pt x="12308" y="16439"/>
                  </a:cubicBezTo>
                  <a:lnTo>
                    <a:pt x="12308" y="14505"/>
                  </a:lnTo>
                  <a:cubicBezTo>
                    <a:pt x="14438" y="13087"/>
                    <a:pt x="15789" y="10638"/>
                    <a:pt x="15789" y="7931"/>
                  </a:cubicBezTo>
                  <a:cubicBezTo>
                    <a:pt x="15789" y="3548"/>
                    <a:pt x="12246" y="1"/>
                    <a:pt x="79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47"/>
            <p:cNvSpPr/>
            <p:nvPr/>
          </p:nvSpPr>
          <p:spPr>
            <a:xfrm>
              <a:off x="1862550" y="1509800"/>
              <a:ext cx="103150" cy="103150"/>
            </a:xfrm>
            <a:custGeom>
              <a:avLst/>
              <a:gdLst/>
              <a:ahLst/>
              <a:cxnLst/>
              <a:rect l="l" t="t" r="r" b="b"/>
              <a:pathLst>
                <a:path w="4126" h="4126" extrusionOk="0">
                  <a:moveTo>
                    <a:pt x="2063" y="1"/>
                  </a:moveTo>
                  <a:cubicBezTo>
                    <a:pt x="902" y="1"/>
                    <a:pt x="0" y="903"/>
                    <a:pt x="0" y="2063"/>
                  </a:cubicBezTo>
                  <a:cubicBezTo>
                    <a:pt x="0" y="3224"/>
                    <a:pt x="902" y="4126"/>
                    <a:pt x="2063" y="4126"/>
                  </a:cubicBezTo>
                  <a:cubicBezTo>
                    <a:pt x="3223" y="4126"/>
                    <a:pt x="4125" y="3224"/>
                    <a:pt x="4125" y="2063"/>
                  </a:cubicBezTo>
                  <a:cubicBezTo>
                    <a:pt x="4125" y="903"/>
                    <a:pt x="3223" y="1"/>
                    <a:pt x="20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47"/>
            <p:cNvSpPr/>
            <p:nvPr/>
          </p:nvSpPr>
          <p:spPr>
            <a:xfrm>
              <a:off x="2005875" y="1509800"/>
              <a:ext cx="103150" cy="103150"/>
            </a:xfrm>
            <a:custGeom>
              <a:avLst/>
              <a:gdLst/>
              <a:ahLst/>
              <a:cxnLst/>
              <a:rect l="l" t="t" r="r" b="b"/>
              <a:pathLst>
                <a:path w="4126" h="4126" extrusionOk="0">
                  <a:moveTo>
                    <a:pt x="2063" y="1"/>
                  </a:moveTo>
                  <a:cubicBezTo>
                    <a:pt x="903" y="1"/>
                    <a:pt x="1" y="903"/>
                    <a:pt x="1" y="2063"/>
                  </a:cubicBezTo>
                  <a:cubicBezTo>
                    <a:pt x="1" y="3224"/>
                    <a:pt x="903" y="4126"/>
                    <a:pt x="2063" y="4126"/>
                  </a:cubicBezTo>
                  <a:cubicBezTo>
                    <a:pt x="3223" y="4126"/>
                    <a:pt x="4126" y="3224"/>
                    <a:pt x="4126" y="2063"/>
                  </a:cubicBezTo>
                  <a:cubicBezTo>
                    <a:pt x="4126" y="903"/>
                    <a:pt x="3223" y="1"/>
                    <a:pt x="20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47"/>
            <p:cNvSpPr/>
            <p:nvPr/>
          </p:nvSpPr>
          <p:spPr>
            <a:xfrm>
              <a:off x="1954325" y="1606500"/>
              <a:ext cx="62925" cy="41900"/>
            </a:xfrm>
            <a:custGeom>
              <a:avLst/>
              <a:gdLst/>
              <a:ahLst/>
              <a:cxnLst/>
              <a:rect l="l" t="t" r="r" b="b"/>
              <a:pathLst>
                <a:path w="2517" h="1676" extrusionOk="0">
                  <a:moveTo>
                    <a:pt x="1227" y="0"/>
                  </a:moveTo>
                  <a:cubicBezTo>
                    <a:pt x="903" y="258"/>
                    <a:pt x="0" y="1093"/>
                    <a:pt x="454" y="1547"/>
                  </a:cubicBezTo>
                  <a:cubicBezTo>
                    <a:pt x="583" y="1609"/>
                    <a:pt x="712" y="1676"/>
                    <a:pt x="841" y="1676"/>
                  </a:cubicBezTo>
                  <a:lnTo>
                    <a:pt x="1676" y="1676"/>
                  </a:lnTo>
                  <a:cubicBezTo>
                    <a:pt x="1805" y="1676"/>
                    <a:pt x="2001" y="1609"/>
                    <a:pt x="2063" y="1547"/>
                  </a:cubicBezTo>
                  <a:cubicBezTo>
                    <a:pt x="2517" y="1093"/>
                    <a:pt x="1614" y="258"/>
                    <a:pt x="13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47"/>
            <p:cNvSpPr/>
            <p:nvPr/>
          </p:nvSpPr>
          <p:spPr>
            <a:xfrm>
              <a:off x="1989775" y="1611250"/>
              <a:ext cx="25" cy="25"/>
            </a:xfrm>
            <a:custGeom>
              <a:avLst/>
              <a:gdLst/>
              <a:ahLst/>
              <a:cxnLst/>
              <a:rect l="l" t="t" r="r" b="b"/>
              <a:pathLst>
                <a:path w="1" h="1" extrusionOk="0">
                  <a:moveTo>
                    <a:pt x="0" y="1"/>
                  </a:move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1" name="Google Shape;2031;p47"/>
          <p:cNvGrpSpPr/>
          <p:nvPr/>
        </p:nvGrpSpPr>
        <p:grpSpPr>
          <a:xfrm>
            <a:off x="1907623" y="2034870"/>
            <a:ext cx="421007" cy="400496"/>
            <a:chOff x="1736850" y="1981125"/>
            <a:chExt cx="447975" cy="426150"/>
          </a:xfrm>
        </p:grpSpPr>
        <p:sp>
          <p:nvSpPr>
            <p:cNvPr id="2032" name="Google Shape;2032;p47"/>
            <p:cNvSpPr/>
            <p:nvPr/>
          </p:nvSpPr>
          <p:spPr>
            <a:xfrm>
              <a:off x="1736850" y="2280025"/>
              <a:ext cx="447975" cy="127250"/>
            </a:xfrm>
            <a:custGeom>
              <a:avLst/>
              <a:gdLst/>
              <a:ahLst/>
              <a:cxnLst/>
              <a:rect l="l" t="t" r="r" b="b"/>
              <a:pathLst>
                <a:path w="17919" h="5090" extrusionOk="0">
                  <a:moveTo>
                    <a:pt x="449" y="1"/>
                  </a:moveTo>
                  <a:cubicBezTo>
                    <a:pt x="258" y="578"/>
                    <a:pt x="63" y="1223"/>
                    <a:pt x="1" y="1805"/>
                  </a:cubicBezTo>
                  <a:cubicBezTo>
                    <a:pt x="1" y="2254"/>
                    <a:pt x="1" y="2641"/>
                    <a:pt x="191" y="3027"/>
                  </a:cubicBezTo>
                  <a:cubicBezTo>
                    <a:pt x="449" y="3543"/>
                    <a:pt x="1032" y="3930"/>
                    <a:pt x="1548" y="4188"/>
                  </a:cubicBezTo>
                  <a:cubicBezTo>
                    <a:pt x="2321" y="4512"/>
                    <a:pt x="3094" y="4703"/>
                    <a:pt x="3868" y="4832"/>
                  </a:cubicBezTo>
                  <a:cubicBezTo>
                    <a:pt x="4703" y="4961"/>
                    <a:pt x="5544" y="5028"/>
                    <a:pt x="6446" y="5028"/>
                  </a:cubicBezTo>
                  <a:cubicBezTo>
                    <a:pt x="6833" y="5090"/>
                    <a:pt x="7281" y="5090"/>
                    <a:pt x="7735" y="5090"/>
                  </a:cubicBezTo>
                  <a:cubicBezTo>
                    <a:pt x="9086" y="5090"/>
                    <a:pt x="10504" y="5090"/>
                    <a:pt x="11922" y="5028"/>
                  </a:cubicBezTo>
                  <a:lnTo>
                    <a:pt x="13856" y="4832"/>
                  </a:lnTo>
                  <a:cubicBezTo>
                    <a:pt x="15212" y="4641"/>
                    <a:pt x="17274" y="4126"/>
                    <a:pt x="17723" y="2837"/>
                  </a:cubicBezTo>
                  <a:cubicBezTo>
                    <a:pt x="17852" y="2450"/>
                    <a:pt x="17919" y="2063"/>
                    <a:pt x="17852" y="1738"/>
                  </a:cubicBezTo>
                  <a:cubicBezTo>
                    <a:pt x="17790" y="1161"/>
                    <a:pt x="17594" y="578"/>
                    <a:pt x="174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47"/>
            <p:cNvSpPr/>
            <p:nvPr/>
          </p:nvSpPr>
          <p:spPr>
            <a:xfrm>
              <a:off x="1844750" y="1981125"/>
              <a:ext cx="232050" cy="142575"/>
            </a:xfrm>
            <a:custGeom>
              <a:avLst/>
              <a:gdLst/>
              <a:ahLst/>
              <a:cxnLst/>
              <a:rect l="l" t="t" r="r" b="b"/>
              <a:pathLst>
                <a:path w="9282" h="5703" extrusionOk="0">
                  <a:moveTo>
                    <a:pt x="4661" y="1"/>
                  </a:moveTo>
                  <a:cubicBezTo>
                    <a:pt x="4613" y="1"/>
                    <a:pt x="4564" y="10"/>
                    <a:pt x="4512" y="30"/>
                  </a:cubicBezTo>
                  <a:cubicBezTo>
                    <a:pt x="4193" y="97"/>
                    <a:pt x="3997" y="417"/>
                    <a:pt x="3739" y="675"/>
                  </a:cubicBezTo>
                  <a:cubicBezTo>
                    <a:pt x="3481" y="1061"/>
                    <a:pt x="3161" y="1448"/>
                    <a:pt x="2836" y="1773"/>
                  </a:cubicBezTo>
                  <a:cubicBezTo>
                    <a:pt x="2646" y="2093"/>
                    <a:pt x="2450" y="2351"/>
                    <a:pt x="2192" y="2608"/>
                  </a:cubicBezTo>
                  <a:lnTo>
                    <a:pt x="841" y="4542"/>
                  </a:lnTo>
                  <a:cubicBezTo>
                    <a:pt x="583" y="4929"/>
                    <a:pt x="258" y="5315"/>
                    <a:pt x="0" y="5702"/>
                  </a:cubicBezTo>
                  <a:lnTo>
                    <a:pt x="9282" y="5702"/>
                  </a:lnTo>
                  <a:cubicBezTo>
                    <a:pt x="8962" y="5315"/>
                    <a:pt x="8704" y="4929"/>
                    <a:pt x="8379" y="4542"/>
                  </a:cubicBezTo>
                  <a:lnTo>
                    <a:pt x="7028" y="2608"/>
                  </a:lnTo>
                  <a:cubicBezTo>
                    <a:pt x="6446" y="1902"/>
                    <a:pt x="5868" y="1129"/>
                    <a:pt x="5224" y="417"/>
                  </a:cubicBezTo>
                  <a:cubicBezTo>
                    <a:pt x="5115" y="256"/>
                    <a:pt x="4915" y="1"/>
                    <a:pt x="46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47"/>
            <p:cNvSpPr/>
            <p:nvPr/>
          </p:nvSpPr>
          <p:spPr>
            <a:xfrm>
              <a:off x="1748075" y="2123675"/>
              <a:ext cx="423875" cy="156375"/>
            </a:xfrm>
            <a:custGeom>
              <a:avLst/>
              <a:gdLst/>
              <a:ahLst/>
              <a:cxnLst/>
              <a:rect l="l" t="t" r="r" b="b"/>
              <a:pathLst>
                <a:path w="16955" h="6255" extrusionOk="0">
                  <a:moveTo>
                    <a:pt x="3867" y="0"/>
                  </a:moveTo>
                  <a:cubicBezTo>
                    <a:pt x="3161" y="969"/>
                    <a:pt x="2517" y="1872"/>
                    <a:pt x="1934" y="2836"/>
                  </a:cubicBezTo>
                  <a:cubicBezTo>
                    <a:pt x="1289" y="3934"/>
                    <a:pt x="516" y="5095"/>
                    <a:pt x="0" y="6255"/>
                  </a:cubicBezTo>
                  <a:lnTo>
                    <a:pt x="16954" y="6255"/>
                  </a:lnTo>
                  <a:cubicBezTo>
                    <a:pt x="16438" y="5095"/>
                    <a:pt x="15665" y="3934"/>
                    <a:pt x="15020" y="2836"/>
                  </a:cubicBezTo>
                  <a:cubicBezTo>
                    <a:pt x="14438" y="1872"/>
                    <a:pt x="13793" y="969"/>
                    <a:pt x="131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5" name="Google Shape;2035;p47"/>
          <p:cNvGrpSpPr/>
          <p:nvPr/>
        </p:nvGrpSpPr>
        <p:grpSpPr>
          <a:xfrm>
            <a:off x="1301898" y="2047674"/>
            <a:ext cx="307362" cy="419550"/>
            <a:chOff x="1092325" y="1994750"/>
            <a:chExt cx="327050" cy="446425"/>
          </a:xfrm>
        </p:grpSpPr>
        <p:sp>
          <p:nvSpPr>
            <p:cNvPr id="2036" name="Google Shape;2036;p47"/>
            <p:cNvSpPr/>
            <p:nvPr/>
          </p:nvSpPr>
          <p:spPr>
            <a:xfrm>
              <a:off x="1296900" y="2078550"/>
              <a:ext cx="91925" cy="203050"/>
            </a:xfrm>
            <a:custGeom>
              <a:avLst/>
              <a:gdLst/>
              <a:ahLst/>
              <a:cxnLst/>
              <a:rect l="l" t="t" r="r" b="b"/>
              <a:pathLst>
                <a:path w="3677" h="8122" extrusionOk="0">
                  <a:moveTo>
                    <a:pt x="2063" y="4899"/>
                  </a:moveTo>
                  <a:cubicBezTo>
                    <a:pt x="2517" y="5224"/>
                    <a:pt x="3094" y="5868"/>
                    <a:pt x="3032" y="6575"/>
                  </a:cubicBezTo>
                  <a:cubicBezTo>
                    <a:pt x="3032" y="6642"/>
                    <a:pt x="2965" y="7544"/>
                    <a:pt x="1872" y="7606"/>
                  </a:cubicBezTo>
                  <a:cubicBezTo>
                    <a:pt x="1356" y="7544"/>
                    <a:pt x="1032" y="7415"/>
                    <a:pt x="841" y="7090"/>
                  </a:cubicBezTo>
                  <a:cubicBezTo>
                    <a:pt x="645" y="6832"/>
                    <a:pt x="645" y="6642"/>
                    <a:pt x="645" y="6575"/>
                  </a:cubicBezTo>
                  <a:cubicBezTo>
                    <a:pt x="583" y="5868"/>
                    <a:pt x="1160" y="5224"/>
                    <a:pt x="1614" y="4899"/>
                  </a:cubicBezTo>
                  <a:cubicBezTo>
                    <a:pt x="1614" y="4966"/>
                    <a:pt x="1743" y="5095"/>
                    <a:pt x="1872" y="5095"/>
                  </a:cubicBezTo>
                  <a:cubicBezTo>
                    <a:pt x="1934" y="5095"/>
                    <a:pt x="2063" y="4966"/>
                    <a:pt x="2063" y="4899"/>
                  </a:cubicBezTo>
                  <a:close/>
                  <a:moveTo>
                    <a:pt x="1872" y="0"/>
                  </a:moveTo>
                  <a:cubicBezTo>
                    <a:pt x="1676" y="0"/>
                    <a:pt x="1614" y="129"/>
                    <a:pt x="1614" y="258"/>
                  </a:cubicBezTo>
                  <a:lnTo>
                    <a:pt x="1614" y="1805"/>
                  </a:lnTo>
                  <a:lnTo>
                    <a:pt x="1228" y="2130"/>
                  </a:lnTo>
                  <a:cubicBezTo>
                    <a:pt x="1160" y="2192"/>
                    <a:pt x="1160" y="2388"/>
                    <a:pt x="1228" y="2450"/>
                  </a:cubicBezTo>
                  <a:cubicBezTo>
                    <a:pt x="1289" y="2517"/>
                    <a:pt x="1356" y="2579"/>
                    <a:pt x="1418" y="2579"/>
                  </a:cubicBezTo>
                  <a:cubicBezTo>
                    <a:pt x="1485" y="2579"/>
                    <a:pt x="1547" y="2517"/>
                    <a:pt x="1614" y="2517"/>
                  </a:cubicBezTo>
                  <a:lnTo>
                    <a:pt x="1228" y="2836"/>
                  </a:lnTo>
                  <a:cubicBezTo>
                    <a:pt x="1160" y="2965"/>
                    <a:pt x="1160" y="3094"/>
                    <a:pt x="1228" y="3223"/>
                  </a:cubicBezTo>
                  <a:cubicBezTo>
                    <a:pt x="1289" y="3290"/>
                    <a:pt x="1356" y="3290"/>
                    <a:pt x="1418" y="3290"/>
                  </a:cubicBezTo>
                  <a:cubicBezTo>
                    <a:pt x="1485" y="3290"/>
                    <a:pt x="1547" y="3290"/>
                    <a:pt x="1614" y="3223"/>
                  </a:cubicBezTo>
                  <a:lnTo>
                    <a:pt x="1614" y="3290"/>
                  </a:lnTo>
                  <a:lnTo>
                    <a:pt x="1228" y="3610"/>
                  </a:lnTo>
                  <a:cubicBezTo>
                    <a:pt x="1160" y="3677"/>
                    <a:pt x="1160" y="3868"/>
                    <a:pt x="1228" y="3997"/>
                  </a:cubicBezTo>
                  <a:cubicBezTo>
                    <a:pt x="1289" y="3997"/>
                    <a:pt x="1356" y="4064"/>
                    <a:pt x="1418" y="4064"/>
                  </a:cubicBezTo>
                  <a:cubicBezTo>
                    <a:pt x="1485" y="4064"/>
                    <a:pt x="1547" y="4064"/>
                    <a:pt x="1614" y="3997"/>
                  </a:cubicBezTo>
                  <a:lnTo>
                    <a:pt x="1614" y="4254"/>
                  </a:lnTo>
                  <a:cubicBezTo>
                    <a:pt x="1160" y="4512"/>
                    <a:pt x="0" y="5414"/>
                    <a:pt x="129" y="6642"/>
                  </a:cubicBezTo>
                  <a:cubicBezTo>
                    <a:pt x="129" y="7157"/>
                    <a:pt x="583" y="8060"/>
                    <a:pt x="1805" y="8122"/>
                  </a:cubicBezTo>
                  <a:lnTo>
                    <a:pt x="1872" y="8122"/>
                  </a:lnTo>
                  <a:cubicBezTo>
                    <a:pt x="3094" y="8060"/>
                    <a:pt x="3548" y="7157"/>
                    <a:pt x="3610" y="6642"/>
                  </a:cubicBezTo>
                  <a:cubicBezTo>
                    <a:pt x="3677" y="5414"/>
                    <a:pt x="2517" y="4512"/>
                    <a:pt x="2130" y="4254"/>
                  </a:cubicBezTo>
                  <a:lnTo>
                    <a:pt x="2130" y="3481"/>
                  </a:lnTo>
                  <a:lnTo>
                    <a:pt x="2450" y="3161"/>
                  </a:lnTo>
                  <a:cubicBezTo>
                    <a:pt x="2578" y="3094"/>
                    <a:pt x="2578" y="2903"/>
                    <a:pt x="2450" y="2836"/>
                  </a:cubicBezTo>
                  <a:cubicBezTo>
                    <a:pt x="2414" y="2761"/>
                    <a:pt x="2332" y="2730"/>
                    <a:pt x="2259" y="2730"/>
                  </a:cubicBezTo>
                  <a:cubicBezTo>
                    <a:pt x="2208" y="2730"/>
                    <a:pt x="2161" y="2745"/>
                    <a:pt x="2134" y="2770"/>
                  </a:cubicBezTo>
                  <a:lnTo>
                    <a:pt x="2134" y="2770"/>
                  </a:lnTo>
                  <a:lnTo>
                    <a:pt x="2450" y="2450"/>
                  </a:lnTo>
                  <a:cubicBezTo>
                    <a:pt x="2578" y="2321"/>
                    <a:pt x="2578" y="2192"/>
                    <a:pt x="2450" y="2063"/>
                  </a:cubicBezTo>
                  <a:cubicBezTo>
                    <a:pt x="2414" y="2027"/>
                    <a:pt x="2332" y="1989"/>
                    <a:pt x="2259" y="1989"/>
                  </a:cubicBezTo>
                  <a:cubicBezTo>
                    <a:pt x="2205" y="1989"/>
                    <a:pt x="2156" y="2009"/>
                    <a:pt x="2130" y="2063"/>
                  </a:cubicBezTo>
                  <a:lnTo>
                    <a:pt x="2130" y="2001"/>
                  </a:lnTo>
                  <a:lnTo>
                    <a:pt x="2450" y="1676"/>
                  </a:lnTo>
                  <a:cubicBezTo>
                    <a:pt x="2578" y="1614"/>
                    <a:pt x="2578" y="1418"/>
                    <a:pt x="2450" y="1357"/>
                  </a:cubicBezTo>
                  <a:cubicBezTo>
                    <a:pt x="2413" y="1280"/>
                    <a:pt x="2330" y="1249"/>
                    <a:pt x="2255" y="1249"/>
                  </a:cubicBezTo>
                  <a:cubicBezTo>
                    <a:pt x="2203" y="1249"/>
                    <a:pt x="2155" y="1264"/>
                    <a:pt x="2130" y="1289"/>
                  </a:cubicBezTo>
                  <a:lnTo>
                    <a:pt x="2130" y="258"/>
                  </a:lnTo>
                  <a:cubicBezTo>
                    <a:pt x="2130" y="129"/>
                    <a:pt x="2001" y="0"/>
                    <a:pt x="18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47"/>
            <p:cNvSpPr/>
            <p:nvPr/>
          </p:nvSpPr>
          <p:spPr>
            <a:xfrm>
              <a:off x="1124550" y="1994750"/>
              <a:ext cx="46675" cy="446425"/>
            </a:xfrm>
            <a:custGeom>
              <a:avLst/>
              <a:gdLst/>
              <a:ahLst/>
              <a:cxnLst/>
              <a:rect l="l" t="t" r="r" b="b"/>
              <a:pathLst>
                <a:path w="1867" h="17857" extrusionOk="0">
                  <a:moveTo>
                    <a:pt x="191" y="1"/>
                  </a:moveTo>
                  <a:cubicBezTo>
                    <a:pt x="62" y="1"/>
                    <a:pt x="0" y="68"/>
                    <a:pt x="0" y="130"/>
                  </a:cubicBezTo>
                  <a:lnTo>
                    <a:pt x="0" y="17661"/>
                  </a:lnTo>
                  <a:cubicBezTo>
                    <a:pt x="0" y="17790"/>
                    <a:pt x="62" y="17857"/>
                    <a:pt x="191" y="17857"/>
                  </a:cubicBezTo>
                  <a:lnTo>
                    <a:pt x="1676" y="17857"/>
                  </a:lnTo>
                  <a:cubicBezTo>
                    <a:pt x="1805" y="17857"/>
                    <a:pt x="1867" y="17790"/>
                    <a:pt x="1867" y="17661"/>
                  </a:cubicBezTo>
                  <a:lnTo>
                    <a:pt x="1867" y="130"/>
                  </a:lnTo>
                  <a:cubicBezTo>
                    <a:pt x="1867" y="68"/>
                    <a:pt x="1805" y="1"/>
                    <a:pt x="16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47"/>
            <p:cNvSpPr/>
            <p:nvPr/>
          </p:nvSpPr>
          <p:spPr>
            <a:xfrm>
              <a:off x="1092325" y="2038325"/>
              <a:ext cx="327050" cy="46700"/>
            </a:xfrm>
            <a:custGeom>
              <a:avLst/>
              <a:gdLst/>
              <a:ahLst/>
              <a:cxnLst/>
              <a:rect l="l" t="t" r="r" b="b"/>
              <a:pathLst>
                <a:path w="13082" h="1868" extrusionOk="0">
                  <a:moveTo>
                    <a:pt x="191" y="1"/>
                  </a:moveTo>
                  <a:cubicBezTo>
                    <a:pt x="62" y="1"/>
                    <a:pt x="0" y="130"/>
                    <a:pt x="0" y="191"/>
                  </a:cubicBezTo>
                  <a:lnTo>
                    <a:pt x="0" y="1738"/>
                  </a:lnTo>
                  <a:cubicBezTo>
                    <a:pt x="0" y="1805"/>
                    <a:pt x="62" y="1867"/>
                    <a:pt x="191" y="1867"/>
                  </a:cubicBezTo>
                  <a:lnTo>
                    <a:pt x="12891" y="1867"/>
                  </a:lnTo>
                  <a:cubicBezTo>
                    <a:pt x="13020" y="1867"/>
                    <a:pt x="13082" y="1805"/>
                    <a:pt x="13082" y="1738"/>
                  </a:cubicBezTo>
                  <a:lnTo>
                    <a:pt x="13082" y="191"/>
                  </a:lnTo>
                  <a:cubicBezTo>
                    <a:pt x="13082" y="130"/>
                    <a:pt x="13020" y="1"/>
                    <a:pt x="1289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9" name="Google Shape;2039;p47"/>
          <p:cNvGrpSpPr/>
          <p:nvPr/>
        </p:nvGrpSpPr>
        <p:grpSpPr>
          <a:xfrm>
            <a:off x="1212500" y="2677646"/>
            <a:ext cx="419550" cy="419550"/>
            <a:chOff x="997200" y="2665075"/>
            <a:chExt cx="446425" cy="446425"/>
          </a:xfrm>
        </p:grpSpPr>
        <p:sp>
          <p:nvSpPr>
            <p:cNvPr id="2040" name="Google Shape;2040;p47"/>
            <p:cNvSpPr/>
            <p:nvPr/>
          </p:nvSpPr>
          <p:spPr>
            <a:xfrm>
              <a:off x="997200" y="2665075"/>
              <a:ext cx="446425" cy="446425"/>
            </a:xfrm>
            <a:custGeom>
              <a:avLst/>
              <a:gdLst/>
              <a:ahLst/>
              <a:cxnLst/>
              <a:rect l="l" t="t" r="r" b="b"/>
              <a:pathLst>
                <a:path w="17857" h="17857" extrusionOk="0">
                  <a:moveTo>
                    <a:pt x="8895" y="0"/>
                  </a:moveTo>
                  <a:cubicBezTo>
                    <a:pt x="3996" y="0"/>
                    <a:pt x="0" y="3997"/>
                    <a:pt x="0" y="8895"/>
                  </a:cubicBezTo>
                  <a:cubicBezTo>
                    <a:pt x="0" y="13860"/>
                    <a:pt x="3996" y="17857"/>
                    <a:pt x="8895" y="17857"/>
                  </a:cubicBezTo>
                  <a:cubicBezTo>
                    <a:pt x="13860" y="17857"/>
                    <a:pt x="17856" y="13860"/>
                    <a:pt x="17856" y="8895"/>
                  </a:cubicBezTo>
                  <a:cubicBezTo>
                    <a:pt x="17856" y="3997"/>
                    <a:pt x="13860" y="0"/>
                    <a:pt x="88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47"/>
            <p:cNvSpPr/>
            <p:nvPr/>
          </p:nvSpPr>
          <p:spPr>
            <a:xfrm>
              <a:off x="1093875" y="2732500"/>
              <a:ext cx="87025" cy="81200"/>
            </a:xfrm>
            <a:custGeom>
              <a:avLst/>
              <a:gdLst/>
              <a:ahLst/>
              <a:cxnLst/>
              <a:rect l="l" t="t" r="r" b="b"/>
              <a:pathLst>
                <a:path w="3481" h="3248" extrusionOk="0">
                  <a:moveTo>
                    <a:pt x="2490" y="1"/>
                  </a:moveTo>
                  <a:cubicBezTo>
                    <a:pt x="2009" y="1"/>
                    <a:pt x="1395" y="335"/>
                    <a:pt x="903" y="913"/>
                  </a:cubicBezTo>
                  <a:cubicBezTo>
                    <a:pt x="196" y="1686"/>
                    <a:pt x="0" y="2656"/>
                    <a:pt x="454" y="3042"/>
                  </a:cubicBezTo>
                  <a:cubicBezTo>
                    <a:pt x="594" y="3182"/>
                    <a:pt x="784" y="3247"/>
                    <a:pt x="1002" y="3247"/>
                  </a:cubicBezTo>
                  <a:cubicBezTo>
                    <a:pt x="1482" y="3247"/>
                    <a:pt x="2092" y="2930"/>
                    <a:pt x="2578" y="2398"/>
                  </a:cubicBezTo>
                  <a:cubicBezTo>
                    <a:pt x="3290" y="1557"/>
                    <a:pt x="3481" y="593"/>
                    <a:pt x="3032" y="206"/>
                  </a:cubicBezTo>
                  <a:cubicBezTo>
                    <a:pt x="2892" y="67"/>
                    <a:pt x="2705" y="1"/>
                    <a:pt x="24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47"/>
            <p:cNvSpPr/>
            <p:nvPr/>
          </p:nvSpPr>
          <p:spPr>
            <a:xfrm>
              <a:off x="1039075" y="2863325"/>
              <a:ext cx="43600" cy="72575"/>
            </a:xfrm>
            <a:custGeom>
              <a:avLst/>
              <a:gdLst/>
              <a:ahLst/>
              <a:cxnLst/>
              <a:rect l="l" t="t" r="r" b="b"/>
              <a:pathLst>
                <a:path w="1744" h="2903" extrusionOk="0">
                  <a:moveTo>
                    <a:pt x="903" y="1"/>
                  </a:moveTo>
                  <a:cubicBezTo>
                    <a:pt x="388" y="1"/>
                    <a:pt x="1" y="645"/>
                    <a:pt x="1" y="1481"/>
                  </a:cubicBezTo>
                  <a:cubicBezTo>
                    <a:pt x="1" y="2254"/>
                    <a:pt x="388" y="2899"/>
                    <a:pt x="841" y="2899"/>
                  </a:cubicBezTo>
                  <a:cubicBezTo>
                    <a:pt x="864" y="2902"/>
                    <a:pt x="886" y="2903"/>
                    <a:pt x="908" y="2903"/>
                  </a:cubicBezTo>
                  <a:cubicBezTo>
                    <a:pt x="1390" y="2903"/>
                    <a:pt x="1744" y="2220"/>
                    <a:pt x="1744" y="1481"/>
                  </a:cubicBezTo>
                  <a:cubicBezTo>
                    <a:pt x="1744" y="645"/>
                    <a:pt x="1357" y="1"/>
                    <a:pt x="9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47"/>
            <p:cNvSpPr/>
            <p:nvPr/>
          </p:nvSpPr>
          <p:spPr>
            <a:xfrm>
              <a:off x="1332350" y="2890500"/>
              <a:ext cx="64475" cy="69850"/>
            </a:xfrm>
            <a:custGeom>
              <a:avLst/>
              <a:gdLst/>
              <a:ahLst/>
              <a:cxnLst/>
              <a:rect l="l" t="t" r="r" b="b"/>
              <a:pathLst>
                <a:path w="2579" h="2794" extrusionOk="0">
                  <a:moveTo>
                    <a:pt x="1584" y="0"/>
                  </a:moveTo>
                  <a:cubicBezTo>
                    <a:pt x="1158" y="0"/>
                    <a:pt x="649" y="403"/>
                    <a:pt x="387" y="976"/>
                  </a:cubicBezTo>
                  <a:cubicBezTo>
                    <a:pt x="0" y="1750"/>
                    <a:pt x="196" y="2523"/>
                    <a:pt x="712" y="2714"/>
                  </a:cubicBezTo>
                  <a:cubicBezTo>
                    <a:pt x="819" y="2768"/>
                    <a:pt x="933" y="2793"/>
                    <a:pt x="1047" y="2793"/>
                  </a:cubicBezTo>
                  <a:cubicBezTo>
                    <a:pt x="1482" y="2793"/>
                    <a:pt x="1939" y="2424"/>
                    <a:pt x="2192" y="1812"/>
                  </a:cubicBezTo>
                  <a:cubicBezTo>
                    <a:pt x="2578" y="1105"/>
                    <a:pt x="2388" y="332"/>
                    <a:pt x="1872" y="74"/>
                  </a:cubicBezTo>
                  <a:cubicBezTo>
                    <a:pt x="1784" y="24"/>
                    <a:pt x="1686" y="0"/>
                    <a:pt x="15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47"/>
            <p:cNvSpPr/>
            <p:nvPr/>
          </p:nvSpPr>
          <p:spPr>
            <a:xfrm>
              <a:off x="1261450" y="2730900"/>
              <a:ext cx="120925" cy="105750"/>
            </a:xfrm>
            <a:custGeom>
              <a:avLst/>
              <a:gdLst/>
              <a:ahLst/>
              <a:cxnLst/>
              <a:rect l="l" t="t" r="r" b="b"/>
              <a:pathLst>
                <a:path w="4837" h="4230" extrusionOk="0">
                  <a:moveTo>
                    <a:pt x="1404" y="0"/>
                  </a:moveTo>
                  <a:cubicBezTo>
                    <a:pt x="1073" y="0"/>
                    <a:pt x="785" y="107"/>
                    <a:pt x="583" y="332"/>
                  </a:cubicBezTo>
                  <a:cubicBezTo>
                    <a:pt x="0" y="915"/>
                    <a:pt x="325" y="2204"/>
                    <a:pt x="1356" y="3168"/>
                  </a:cubicBezTo>
                  <a:cubicBezTo>
                    <a:pt x="1999" y="3856"/>
                    <a:pt x="2816" y="4229"/>
                    <a:pt x="3461" y="4229"/>
                  </a:cubicBezTo>
                  <a:cubicBezTo>
                    <a:pt x="3783" y="4229"/>
                    <a:pt x="4062" y="4136"/>
                    <a:pt x="4254" y="3942"/>
                  </a:cubicBezTo>
                  <a:cubicBezTo>
                    <a:pt x="4837" y="3297"/>
                    <a:pt x="4450" y="2008"/>
                    <a:pt x="3419" y="1044"/>
                  </a:cubicBezTo>
                  <a:cubicBezTo>
                    <a:pt x="2788" y="372"/>
                    <a:pt x="2021" y="0"/>
                    <a:pt x="14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47"/>
            <p:cNvSpPr/>
            <p:nvPr/>
          </p:nvSpPr>
          <p:spPr>
            <a:xfrm>
              <a:off x="1153550" y="2847200"/>
              <a:ext cx="40250" cy="46750"/>
            </a:xfrm>
            <a:custGeom>
              <a:avLst/>
              <a:gdLst/>
              <a:ahLst/>
              <a:cxnLst/>
              <a:rect l="l" t="t" r="r" b="b"/>
              <a:pathLst>
                <a:path w="1610" h="1870" extrusionOk="0">
                  <a:moveTo>
                    <a:pt x="1120" y="0"/>
                  </a:moveTo>
                  <a:cubicBezTo>
                    <a:pt x="836" y="0"/>
                    <a:pt x="507" y="245"/>
                    <a:pt x="258" y="646"/>
                  </a:cubicBezTo>
                  <a:cubicBezTo>
                    <a:pt x="1" y="1094"/>
                    <a:pt x="1" y="1677"/>
                    <a:pt x="258" y="1806"/>
                  </a:cubicBezTo>
                  <a:cubicBezTo>
                    <a:pt x="317" y="1849"/>
                    <a:pt x="389" y="1870"/>
                    <a:pt x="468" y="1870"/>
                  </a:cubicBezTo>
                  <a:cubicBezTo>
                    <a:pt x="737" y="1870"/>
                    <a:pt x="1090" y="1637"/>
                    <a:pt x="1290" y="1290"/>
                  </a:cubicBezTo>
                  <a:cubicBezTo>
                    <a:pt x="1609" y="775"/>
                    <a:pt x="1609" y="259"/>
                    <a:pt x="1351" y="63"/>
                  </a:cubicBezTo>
                  <a:cubicBezTo>
                    <a:pt x="1280" y="21"/>
                    <a:pt x="1202" y="0"/>
                    <a:pt x="1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47"/>
            <p:cNvSpPr/>
            <p:nvPr/>
          </p:nvSpPr>
          <p:spPr>
            <a:xfrm>
              <a:off x="1127775" y="3018025"/>
              <a:ext cx="30575" cy="32250"/>
            </a:xfrm>
            <a:custGeom>
              <a:avLst/>
              <a:gdLst/>
              <a:ahLst/>
              <a:cxnLst/>
              <a:rect l="l" t="t" r="r" b="b"/>
              <a:pathLst>
                <a:path w="1223" h="1290" extrusionOk="0">
                  <a:moveTo>
                    <a:pt x="645" y="0"/>
                  </a:moveTo>
                  <a:cubicBezTo>
                    <a:pt x="258" y="0"/>
                    <a:pt x="0" y="320"/>
                    <a:pt x="0" y="645"/>
                  </a:cubicBezTo>
                  <a:cubicBezTo>
                    <a:pt x="0" y="965"/>
                    <a:pt x="258" y="1289"/>
                    <a:pt x="645" y="1289"/>
                  </a:cubicBezTo>
                  <a:cubicBezTo>
                    <a:pt x="965" y="1289"/>
                    <a:pt x="1222" y="965"/>
                    <a:pt x="1222" y="645"/>
                  </a:cubicBezTo>
                  <a:cubicBezTo>
                    <a:pt x="1222" y="320"/>
                    <a:pt x="965" y="0"/>
                    <a:pt x="6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7" name="Google Shape;2047;p47"/>
          <p:cNvGrpSpPr/>
          <p:nvPr/>
        </p:nvGrpSpPr>
        <p:grpSpPr>
          <a:xfrm>
            <a:off x="2649642" y="2668177"/>
            <a:ext cx="358863" cy="419926"/>
            <a:chOff x="2526400" y="2655000"/>
            <a:chExt cx="381850" cy="446825"/>
          </a:xfrm>
        </p:grpSpPr>
        <p:sp>
          <p:nvSpPr>
            <p:cNvPr id="2048" name="Google Shape;2048;p47"/>
            <p:cNvSpPr/>
            <p:nvPr/>
          </p:nvSpPr>
          <p:spPr>
            <a:xfrm>
              <a:off x="2711650" y="2655000"/>
              <a:ext cx="54800" cy="79450"/>
            </a:xfrm>
            <a:custGeom>
              <a:avLst/>
              <a:gdLst/>
              <a:ahLst/>
              <a:cxnLst/>
              <a:rect l="l" t="t" r="r" b="b"/>
              <a:pathLst>
                <a:path w="2192" h="3178" extrusionOk="0">
                  <a:moveTo>
                    <a:pt x="2002" y="1"/>
                  </a:moveTo>
                  <a:cubicBezTo>
                    <a:pt x="1980" y="1"/>
                    <a:pt x="1957" y="6"/>
                    <a:pt x="1934" y="17"/>
                  </a:cubicBezTo>
                  <a:cubicBezTo>
                    <a:pt x="196" y="84"/>
                    <a:pt x="67" y="2791"/>
                    <a:pt x="0" y="2920"/>
                  </a:cubicBezTo>
                  <a:cubicBezTo>
                    <a:pt x="0" y="3049"/>
                    <a:pt x="129" y="3178"/>
                    <a:pt x="258" y="3178"/>
                  </a:cubicBezTo>
                  <a:cubicBezTo>
                    <a:pt x="454" y="3178"/>
                    <a:pt x="516" y="3049"/>
                    <a:pt x="583" y="2920"/>
                  </a:cubicBezTo>
                  <a:cubicBezTo>
                    <a:pt x="583" y="2920"/>
                    <a:pt x="712" y="599"/>
                    <a:pt x="2001" y="532"/>
                  </a:cubicBezTo>
                  <a:cubicBezTo>
                    <a:pt x="2130" y="532"/>
                    <a:pt x="2192" y="403"/>
                    <a:pt x="2192" y="213"/>
                  </a:cubicBezTo>
                  <a:cubicBezTo>
                    <a:pt x="2192" y="107"/>
                    <a:pt x="2105" y="1"/>
                    <a:pt x="20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47"/>
            <p:cNvSpPr/>
            <p:nvPr/>
          </p:nvSpPr>
          <p:spPr>
            <a:xfrm>
              <a:off x="2544075" y="2960000"/>
              <a:ext cx="348075" cy="141825"/>
            </a:xfrm>
            <a:custGeom>
              <a:avLst/>
              <a:gdLst/>
              <a:ahLst/>
              <a:cxnLst/>
              <a:rect l="l" t="t" r="r" b="b"/>
              <a:pathLst>
                <a:path w="13923" h="5673" extrusionOk="0">
                  <a:moveTo>
                    <a:pt x="0" y="1"/>
                  </a:moveTo>
                  <a:lnTo>
                    <a:pt x="841" y="4961"/>
                  </a:lnTo>
                  <a:cubicBezTo>
                    <a:pt x="903" y="5348"/>
                    <a:pt x="1289" y="5673"/>
                    <a:pt x="1676" y="5673"/>
                  </a:cubicBezTo>
                  <a:lnTo>
                    <a:pt x="12184" y="5673"/>
                  </a:lnTo>
                  <a:cubicBezTo>
                    <a:pt x="12633" y="5673"/>
                    <a:pt x="12958" y="5348"/>
                    <a:pt x="13020" y="4961"/>
                  </a:cubicBezTo>
                  <a:lnTo>
                    <a:pt x="1392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47"/>
            <p:cNvSpPr/>
            <p:nvPr/>
          </p:nvSpPr>
          <p:spPr>
            <a:xfrm>
              <a:off x="2526400" y="2753750"/>
              <a:ext cx="381850" cy="256175"/>
            </a:xfrm>
            <a:custGeom>
              <a:avLst/>
              <a:gdLst/>
              <a:ahLst/>
              <a:cxnLst/>
              <a:rect l="l" t="t" r="r" b="b"/>
              <a:pathLst>
                <a:path w="15274" h="10247" extrusionOk="0">
                  <a:moveTo>
                    <a:pt x="7668" y="1"/>
                  </a:moveTo>
                  <a:cubicBezTo>
                    <a:pt x="5348" y="1"/>
                    <a:pt x="3285" y="903"/>
                    <a:pt x="2125" y="2254"/>
                  </a:cubicBezTo>
                  <a:cubicBezTo>
                    <a:pt x="2125" y="2254"/>
                    <a:pt x="1" y="4446"/>
                    <a:pt x="320" y="8184"/>
                  </a:cubicBezTo>
                  <a:cubicBezTo>
                    <a:pt x="130" y="8380"/>
                    <a:pt x="63" y="8638"/>
                    <a:pt x="63" y="8896"/>
                  </a:cubicBezTo>
                  <a:cubicBezTo>
                    <a:pt x="63" y="9669"/>
                    <a:pt x="774" y="10246"/>
                    <a:pt x="1738" y="10246"/>
                  </a:cubicBezTo>
                  <a:cubicBezTo>
                    <a:pt x="2383" y="10246"/>
                    <a:pt x="2899" y="9927"/>
                    <a:pt x="3223" y="9473"/>
                  </a:cubicBezTo>
                  <a:cubicBezTo>
                    <a:pt x="3481" y="9927"/>
                    <a:pt x="4059" y="10246"/>
                    <a:pt x="4703" y="10246"/>
                  </a:cubicBezTo>
                  <a:cubicBezTo>
                    <a:pt x="5348" y="10246"/>
                    <a:pt x="5863" y="9927"/>
                    <a:pt x="6188" y="9473"/>
                  </a:cubicBezTo>
                  <a:cubicBezTo>
                    <a:pt x="6446" y="9927"/>
                    <a:pt x="7024" y="10246"/>
                    <a:pt x="7668" y="10246"/>
                  </a:cubicBezTo>
                  <a:cubicBezTo>
                    <a:pt x="8313" y="10246"/>
                    <a:pt x="8895" y="9927"/>
                    <a:pt x="9153" y="9473"/>
                  </a:cubicBezTo>
                  <a:cubicBezTo>
                    <a:pt x="9411" y="9927"/>
                    <a:pt x="9988" y="10246"/>
                    <a:pt x="10633" y="10246"/>
                  </a:cubicBezTo>
                  <a:cubicBezTo>
                    <a:pt x="11278" y="10246"/>
                    <a:pt x="11860" y="9927"/>
                    <a:pt x="12118" y="9473"/>
                  </a:cubicBezTo>
                  <a:cubicBezTo>
                    <a:pt x="12376" y="9927"/>
                    <a:pt x="12953" y="10246"/>
                    <a:pt x="13598" y="10246"/>
                  </a:cubicBezTo>
                  <a:cubicBezTo>
                    <a:pt x="14500" y="10246"/>
                    <a:pt x="15274" y="9669"/>
                    <a:pt x="15274" y="8896"/>
                  </a:cubicBezTo>
                  <a:cubicBezTo>
                    <a:pt x="15274" y="8638"/>
                    <a:pt x="15145" y="8380"/>
                    <a:pt x="15016" y="8184"/>
                  </a:cubicBezTo>
                  <a:cubicBezTo>
                    <a:pt x="15274" y="4513"/>
                    <a:pt x="13211" y="2321"/>
                    <a:pt x="13149" y="2254"/>
                  </a:cubicBezTo>
                  <a:cubicBezTo>
                    <a:pt x="11989" y="903"/>
                    <a:pt x="9988" y="1"/>
                    <a:pt x="76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47"/>
            <p:cNvSpPr/>
            <p:nvPr/>
          </p:nvSpPr>
          <p:spPr>
            <a:xfrm>
              <a:off x="2690775" y="2721525"/>
              <a:ext cx="53125" cy="53150"/>
            </a:xfrm>
            <a:custGeom>
              <a:avLst/>
              <a:gdLst/>
              <a:ahLst/>
              <a:cxnLst/>
              <a:rect l="l" t="t" r="r" b="b"/>
              <a:pathLst>
                <a:path w="2125" h="2126" extrusionOk="0">
                  <a:moveTo>
                    <a:pt x="1093" y="1"/>
                  </a:moveTo>
                  <a:cubicBezTo>
                    <a:pt x="516" y="1"/>
                    <a:pt x="0" y="517"/>
                    <a:pt x="0" y="1094"/>
                  </a:cubicBezTo>
                  <a:cubicBezTo>
                    <a:pt x="0" y="1677"/>
                    <a:pt x="516" y="2125"/>
                    <a:pt x="1093" y="2125"/>
                  </a:cubicBezTo>
                  <a:cubicBezTo>
                    <a:pt x="1676" y="2125"/>
                    <a:pt x="2124" y="1677"/>
                    <a:pt x="2124" y="1094"/>
                  </a:cubicBezTo>
                  <a:cubicBezTo>
                    <a:pt x="2124" y="517"/>
                    <a:pt x="1676" y="1"/>
                    <a:pt x="109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2" name="Google Shape;2052;p47"/>
          <p:cNvGrpSpPr/>
          <p:nvPr/>
        </p:nvGrpSpPr>
        <p:grpSpPr>
          <a:xfrm>
            <a:off x="3296201" y="2750339"/>
            <a:ext cx="419550" cy="268125"/>
            <a:chOff x="3214375" y="2742425"/>
            <a:chExt cx="446425" cy="285300"/>
          </a:xfrm>
        </p:grpSpPr>
        <p:sp>
          <p:nvSpPr>
            <p:cNvPr id="2053" name="Google Shape;2053;p47"/>
            <p:cNvSpPr/>
            <p:nvPr/>
          </p:nvSpPr>
          <p:spPr>
            <a:xfrm>
              <a:off x="3315950" y="2742425"/>
              <a:ext cx="243275" cy="285300"/>
            </a:xfrm>
            <a:custGeom>
              <a:avLst/>
              <a:gdLst/>
              <a:ahLst/>
              <a:cxnLst/>
              <a:rect l="l" t="t" r="r" b="b"/>
              <a:pathLst>
                <a:path w="9731" h="11412" extrusionOk="0">
                  <a:moveTo>
                    <a:pt x="774" y="0"/>
                  </a:moveTo>
                  <a:cubicBezTo>
                    <a:pt x="388" y="0"/>
                    <a:pt x="1" y="325"/>
                    <a:pt x="1" y="712"/>
                  </a:cubicBezTo>
                  <a:lnTo>
                    <a:pt x="1" y="6574"/>
                  </a:lnTo>
                  <a:cubicBezTo>
                    <a:pt x="1" y="9281"/>
                    <a:pt x="2192" y="11411"/>
                    <a:pt x="4899" y="11411"/>
                  </a:cubicBezTo>
                  <a:cubicBezTo>
                    <a:pt x="7539" y="11411"/>
                    <a:pt x="9731" y="9281"/>
                    <a:pt x="9731" y="6574"/>
                  </a:cubicBezTo>
                  <a:lnTo>
                    <a:pt x="9731" y="712"/>
                  </a:lnTo>
                  <a:cubicBezTo>
                    <a:pt x="9731" y="325"/>
                    <a:pt x="9411" y="0"/>
                    <a:pt x="89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47"/>
            <p:cNvSpPr/>
            <p:nvPr/>
          </p:nvSpPr>
          <p:spPr>
            <a:xfrm>
              <a:off x="3315950" y="2742425"/>
              <a:ext cx="243275" cy="56475"/>
            </a:xfrm>
            <a:custGeom>
              <a:avLst/>
              <a:gdLst/>
              <a:ahLst/>
              <a:cxnLst/>
              <a:rect l="l" t="t" r="r" b="b"/>
              <a:pathLst>
                <a:path w="9731" h="2259" extrusionOk="0">
                  <a:moveTo>
                    <a:pt x="774" y="0"/>
                  </a:moveTo>
                  <a:cubicBezTo>
                    <a:pt x="388" y="0"/>
                    <a:pt x="1" y="325"/>
                    <a:pt x="1" y="712"/>
                  </a:cubicBezTo>
                  <a:lnTo>
                    <a:pt x="1" y="2259"/>
                  </a:lnTo>
                  <a:lnTo>
                    <a:pt x="9731" y="2259"/>
                  </a:lnTo>
                  <a:lnTo>
                    <a:pt x="9731" y="712"/>
                  </a:lnTo>
                  <a:cubicBezTo>
                    <a:pt x="9731" y="325"/>
                    <a:pt x="9411" y="0"/>
                    <a:pt x="895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47"/>
            <p:cNvSpPr/>
            <p:nvPr/>
          </p:nvSpPr>
          <p:spPr>
            <a:xfrm>
              <a:off x="3559200" y="2752075"/>
              <a:ext cx="101600" cy="95175"/>
            </a:xfrm>
            <a:custGeom>
              <a:avLst/>
              <a:gdLst/>
              <a:ahLst/>
              <a:cxnLst/>
              <a:rect l="l" t="t" r="r" b="b"/>
              <a:pathLst>
                <a:path w="4064" h="3807" extrusionOk="0">
                  <a:moveTo>
                    <a:pt x="3033" y="1"/>
                  </a:moveTo>
                  <a:cubicBezTo>
                    <a:pt x="2450" y="1"/>
                    <a:pt x="2001" y="455"/>
                    <a:pt x="2001" y="1032"/>
                  </a:cubicBezTo>
                  <a:cubicBezTo>
                    <a:pt x="2001" y="1099"/>
                    <a:pt x="2001" y="1099"/>
                    <a:pt x="2063" y="1161"/>
                  </a:cubicBezTo>
                  <a:lnTo>
                    <a:pt x="1" y="1161"/>
                  </a:lnTo>
                  <a:lnTo>
                    <a:pt x="1" y="2646"/>
                  </a:lnTo>
                  <a:lnTo>
                    <a:pt x="2063" y="2646"/>
                  </a:lnTo>
                  <a:cubicBezTo>
                    <a:pt x="2001" y="2708"/>
                    <a:pt x="2001" y="2708"/>
                    <a:pt x="2001" y="2775"/>
                  </a:cubicBezTo>
                  <a:cubicBezTo>
                    <a:pt x="2001" y="3352"/>
                    <a:pt x="2450" y="3806"/>
                    <a:pt x="3033" y="3806"/>
                  </a:cubicBezTo>
                  <a:cubicBezTo>
                    <a:pt x="3610" y="3806"/>
                    <a:pt x="4064" y="3352"/>
                    <a:pt x="4064" y="2775"/>
                  </a:cubicBezTo>
                  <a:cubicBezTo>
                    <a:pt x="4064" y="2388"/>
                    <a:pt x="3868" y="2063"/>
                    <a:pt x="3610" y="1873"/>
                  </a:cubicBezTo>
                  <a:cubicBezTo>
                    <a:pt x="3868" y="1744"/>
                    <a:pt x="4064" y="1419"/>
                    <a:pt x="4064" y="1032"/>
                  </a:cubicBezTo>
                  <a:cubicBezTo>
                    <a:pt x="4064" y="455"/>
                    <a:pt x="3610" y="1"/>
                    <a:pt x="30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47"/>
            <p:cNvSpPr/>
            <p:nvPr/>
          </p:nvSpPr>
          <p:spPr>
            <a:xfrm>
              <a:off x="3357850" y="2848775"/>
              <a:ext cx="43475" cy="38675"/>
            </a:xfrm>
            <a:custGeom>
              <a:avLst/>
              <a:gdLst/>
              <a:ahLst/>
              <a:cxnLst/>
              <a:rect l="l" t="t" r="r" b="b"/>
              <a:pathLst>
                <a:path w="1739" h="1547" extrusionOk="0">
                  <a:moveTo>
                    <a:pt x="259" y="0"/>
                  </a:moveTo>
                  <a:cubicBezTo>
                    <a:pt x="130" y="0"/>
                    <a:pt x="1" y="129"/>
                    <a:pt x="1" y="258"/>
                  </a:cubicBezTo>
                  <a:lnTo>
                    <a:pt x="1" y="583"/>
                  </a:lnTo>
                  <a:cubicBezTo>
                    <a:pt x="1" y="1098"/>
                    <a:pt x="387" y="1547"/>
                    <a:pt x="836" y="1547"/>
                  </a:cubicBezTo>
                  <a:cubicBezTo>
                    <a:pt x="1352" y="1547"/>
                    <a:pt x="1738" y="1098"/>
                    <a:pt x="1738" y="583"/>
                  </a:cubicBezTo>
                  <a:lnTo>
                    <a:pt x="1738" y="258"/>
                  </a:lnTo>
                  <a:cubicBezTo>
                    <a:pt x="1738" y="129"/>
                    <a:pt x="1609" y="0"/>
                    <a:pt x="1419" y="0"/>
                  </a:cubicBezTo>
                  <a:cubicBezTo>
                    <a:pt x="1290" y="0"/>
                    <a:pt x="1161" y="129"/>
                    <a:pt x="1161" y="258"/>
                  </a:cubicBezTo>
                  <a:lnTo>
                    <a:pt x="1161" y="583"/>
                  </a:lnTo>
                  <a:cubicBezTo>
                    <a:pt x="1161" y="774"/>
                    <a:pt x="1032" y="1031"/>
                    <a:pt x="836" y="1031"/>
                  </a:cubicBezTo>
                  <a:cubicBezTo>
                    <a:pt x="645" y="1031"/>
                    <a:pt x="516" y="774"/>
                    <a:pt x="516" y="583"/>
                  </a:cubicBezTo>
                  <a:lnTo>
                    <a:pt x="516" y="258"/>
                  </a:lnTo>
                  <a:cubicBezTo>
                    <a:pt x="516" y="129"/>
                    <a:pt x="387" y="0"/>
                    <a:pt x="2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47"/>
            <p:cNvSpPr/>
            <p:nvPr/>
          </p:nvSpPr>
          <p:spPr>
            <a:xfrm>
              <a:off x="3473875" y="2848775"/>
              <a:ext cx="43475" cy="38675"/>
            </a:xfrm>
            <a:custGeom>
              <a:avLst/>
              <a:gdLst/>
              <a:ahLst/>
              <a:cxnLst/>
              <a:rect l="l" t="t" r="r" b="b"/>
              <a:pathLst>
                <a:path w="1739" h="1547" extrusionOk="0">
                  <a:moveTo>
                    <a:pt x="320" y="0"/>
                  </a:moveTo>
                  <a:cubicBezTo>
                    <a:pt x="129" y="0"/>
                    <a:pt x="0" y="129"/>
                    <a:pt x="0" y="258"/>
                  </a:cubicBezTo>
                  <a:lnTo>
                    <a:pt x="0" y="583"/>
                  </a:lnTo>
                  <a:cubicBezTo>
                    <a:pt x="0" y="1098"/>
                    <a:pt x="387" y="1547"/>
                    <a:pt x="903" y="1547"/>
                  </a:cubicBezTo>
                  <a:cubicBezTo>
                    <a:pt x="1351" y="1547"/>
                    <a:pt x="1738" y="1098"/>
                    <a:pt x="1738" y="583"/>
                  </a:cubicBezTo>
                  <a:lnTo>
                    <a:pt x="1738" y="258"/>
                  </a:lnTo>
                  <a:cubicBezTo>
                    <a:pt x="1738" y="129"/>
                    <a:pt x="1609" y="0"/>
                    <a:pt x="1480" y="0"/>
                  </a:cubicBezTo>
                  <a:cubicBezTo>
                    <a:pt x="1351" y="0"/>
                    <a:pt x="1222" y="129"/>
                    <a:pt x="1222" y="258"/>
                  </a:cubicBezTo>
                  <a:lnTo>
                    <a:pt x="1222" y="583"/>
                  </a:lnTo>
                  <a:cubicBezTo>
                    <a:pt x="1222" y="774"/>
                    <a:pt x="1093" y="1031"/>
                    <a:pt x="903" y="1031"/>
                  </a:cubicBezTo>
                  <a:cubicBezTo>
                    <a:pt x="707" y="1031"/>
                    <a:pt x="578" y="774"/>
                    <a:pt x="578" y="583"/>
                  </a:cubicBezTo>
                  <a:lnTo>
                    <a:pt x="578" y="258"/>
                  </a:lnTo>
                  <a:cubicBezTo>
                    <a:pt x="578" y="129"/>
                    <a:pt x="449" y="0"/>
                    <a:pt x="3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47"/>
            <p:cNvSpPr/>
            <p:nvPr/>
          </p:nvSpPr>
          <p:spPr>
            <a:xfrm>
              <a:off x="3341750" y="2827875"/>
              <a:ext cx="191700" cy="107925"/>
            </a:xfrm>
            <a:custGeom>
              <a:avLst/>
              <a:gdLst/>
              <a:ahLst/>
              <a:cxnLst/>
              <a:rect l="l" t="t" r="r" b="b"/>
              <a:pathLst>
                <a:path w="7668" h="4317" extrusionOk="0">
                  <a:moveTo>
                    <a:pt x="4187" y="578"/>
                  </a:moveTo>
                  <a:lnTo>
                    <a:pt x="4187" y="3481"/>
                  </a:lnTo>
                  <a:cubicBezTo>
                    <a:pt x="4187" y="3672"/>
                    <a:pt x="3996" y="3801"/>
                    <a:pt x="3867" y="3801"/>
                  </a:cubicBezTo>
                  <a:cubicBezTo>
                    <a:pt x="3671" y="3801"/>
                    <a:pt x="3481" y="3672"/>
                    <a:pt x="3481" y="3481"/>
                  </a:cubicBezTo>
                  <a:lnTo>
                    <a:pt x="3481" y="578"/>
                  </a:lnTo>
                  <a:close/>
                  <a:moveTo>
                    <a:pt x="258" y="1"/>
                  </a:moveTo>
                  <a:cubicBezTo>
                    <a:pt x="129" y="1"/>
                    <a:pt x="0" y="130"/>
                    <a:pt x="0" y="259"/>
                  </a:cubicBezTo>
                  <a:cubicBezTo>
                    <a:pt x="0" y="449"/>
                    <a:pt x="129" y="578"/>
                    <a:pt x="258" y="578"/>
                  </a:cubicBezTo>
                  <a:lnTo>
                    <a:pt x="2965" y="578"/>
                  </a:lnTo>
                  <a:lnTo>
                    <a:pt x="2965" y="3481"/>
                  </a:lnTo>
                  <a:cubicBezTo>
                    <a:pt x="2965" y="3930"/>
                    <a:pt x="3352" y="4317"/>
                    <a:pt x="3867" y="4317"/>
                  </a:cubicBezTo>
                  <a:cubicBezTo>
                    <a:pt x="4316" y="4317"/>
                    <a:pt x="4703" y="3930"/>
                    <a:pt x="4703" y="3481"/>
                  </a:cubicBezTo>
                  <a:lnTo>
                    <a:pt x="4703" y="578"/>
                  </a:lnTo>
                  <a:lnTo>
                    <a:pt x="7410" y="578"/>
                  </a:lnTo>
                  <a:cubicBezTo>
                    <a:pt x="7539" y="578"/>
                    <a:pt x="7668" y="449"/>
                    <a:pt x="7668" y="259"/>
                  </a:cubicBezTo>
                  <a:cubicBezTo>
                    <a:pt x="7668" y="130"/>
                    <a:pt x="7539" y="1"/>
                    <a:pt x="741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47"/>
            <p:cNvSpPr/>
            <p:nvPr/>
          </p:nvSpPr>
          <p:spPr>
            <a:xfrm>
              <a:off x="3372300" y="2934225"/>
              <a:ext cx="130600" cy="54825"/>
            </a:xfrm>
            <a:custGeom>
              <a:avLst/>
              <a:gdLst/>
              <a:ahLst/>
              <a:cxnLst/>
              <a:rect l="l" t="t" r="r" b="b"/>
              <a:pathLst>
                <a:path w="5224" h="2193" extrusionOk="0">
                  <a:moveTo>
                    <a:pt x="3806" y="1"/>
                  </a:moveTo>
                  <a:cubicBezTo>
                    <a:pt x="3677" y="63"/>
                    <a:pt x="3548" y="191"/>
                    <a:pt x="3610" y="320"/>
                  </a:cubicBezTo>
                  <a:lnTo>
                    <a:pt x="3677" y="516"/>
                  </a:lnTo>
                  <a:lnTo>
                    <a:pt x="3223" y="645"/>
                  </a:lnTo>
                  <a:lnTo>
                    <a:pt x="3161" y="449"/>
                  </a:lnTo>
                  <a:cubicBezTo>
                    <a:pt x="3161" y="320"/>
                    <a:pt x="2965" y="259"/>
                    <a:pt x="2836" y="259"/>
                  </a:cubicBezTo>
                  <a:cubicBezTo>
                    <a:pt x="2707" y="320"/>
                    <a:pt x="2645" y="449"/>
                    <a:pt x="2645" y="645"/>
                  </a:cubicBezTo>
                  <a:lnTo>
                    <a:pt x="2707" y="774"/>
                  </a:lnTo>
                  <a:lnTo>
                    <a:pt x="2192" y="903"/>
                  </a:lnTo>
                  <a:lnTo>
                    <a:pt x="2130" y="774"/>
                  </a:lnTo>
                  <a:cubicBezTo>
                    <a:pt x="2130" y="668"/>
                    <a:pt x="1997" y="562"/>
                    <a:pt x="1879" y="562"/>
                  </a:cubicBezTo>
                  <a:cubicBezTo>
                    <a:pt x="1853" y="562"/>
                    <a:pt x="1828" y="567"/>
                    <a:pt x="1805" y="578"/>
                  </a:cubicBezTo>
                  <a:cubicBezTo>
                    <a:pt x="1676" y="645"/>
                    <a:pt x="1614" y="774"/>
                    <a:pt x="1614" y="903"/>
                  </a:cubicBezTo>
                  <a:lnTo>
                    <a:pt x="1676" y="1032"/>
                  </a:lnTo>
                  <a:lnTo>
                    <a:pt x="1289" y="1161"/>
                  </a:lnTo>
                  <a:lnTo>
                    <a:pt x="1227" y="965"/>
                  </a:lnTo>
                  <a:cubicBezTo>
                    <a:pt x="1178" y="870"/>
                    <a:pt x="1096" y="812"/>
                    <a:pt x="1004" y="812"/>
                  </a:cubicBezTo>
                  <a:cubicBezTo>
                    <a:pt x="971" y="812"/>
                    <a:pt x="937" y="820"/>
                    <a:pt x="903" y="836"/>
                  </a:cubicBezTo>
                  <a:cubicBezTo>
                    <a:pt x="774" y="836"/>
                    <a:pt x="645" y="1032"/>
                    <a:pt x="712" y="1161"/>
                  </a:cubicBezTo>
                  <a:lnTo>
                    <a:pt x="774" y="1290"/>
                  </a:lnTo>
                  <a:lnTo>
                    <a:pt x="258" y="1481"/>
                  </a:lnTo>
                  <a:cubicBezTo>
                    <a:pt x="67" y="1481"/>
                    <a:pt x="0" y="1677"/>
                    <a:pt x="67" y="1805"/>
                  </a:cubicBezTo>
                  <a:cubicBezTo>
                    <a:pt x="67" y="1934"/>
                    <a:pt x="196" y="1996"/>
                    <a:pt x="325" y="1996"/>
                  </a:cubicBezTo>
                  <a:lnTo>
                    <a:pt x="387" y="1996"/>
                  </a:lnTo>
                  <a:lnTo>
                    <a:pt x="903" y="1805"/>
                  </a:lnTo>
                  <a:lnTo>
                    <a:pt x="970" y="1996"/>
                  </a:lnTo>
                  <a:cubicBezTo>
                    <a:pt x="1031" y="2125"/>
                    <a:pt x="1099" y="2192"/>
                    <a:pt x="1227" y="2192"/>
                  </a:cubicBezTo>
                  <a:lnTo>
                    <a:pt x="1289" y="2192"/>
                  </a:lnTo>
                  <a:cubicBezTo>
                    <a:pt x="1418" y="2192"/>
                    <a:pt x="1547" y="1996"/>
                    <a:pt x="1485" y="1867"/>
                  </a:cubicBezTo>
                  <a:lnTo>
                    <a:pt x="1418" y="1677"/>
                  </a:lnTo>
                  <a:lnTo>
                    <a:pt x="1805" y="1609"/>
                  </a:lnTo>
                  <a:lnTo>
                    <a:pt x="1872" y="1805"/>
                  </a:lnTo>
                  <a:cubicBezTo>
                    <a:pt x="1934" y="1934"/>
                    <a:pt x="2063" y="1996"/>
                    <a:pt x="2130" y="1996"/>
                  </a:cubicBezTo>
                  <a:lnTo>
                    <a:pt x="2259" y="1996"/>
                  </a:lnTo>
                  <a:cubicBezTo>
                    <a:pt x="2388" y="1934"/>
                    <a:pt x="2449" y="1805"/>
                    <a:pt x="2388" y="1609"/>
                  </a:cubicBezTo>
                  <a:lnTo>
                    <a:pt x="2321" y="1419"/>
                  </a:lnTo>
                  <a:lnTo>
                    <a:pt x="2836" y="1290"/>
                  </a:lnTo>
                  <a:lnTo>
                    <a:pt x="2903" y="1481"/>
                  </a:lnTo>
                  <a:cubicBezTo>
                    <a:pt x="2965" y="1609"/>
                    <a:pt x="3094" y="1677"/>
                    <a:pt x="3161" y="1677"/>
                  </a:cubicBezTo>
                  <a:lnTo>
                    <a:pt x="3290" y="1677"/>
                  </a:lnTo>
                  <a:cubicBezTo>
                    <a:pt x="3419" y="1609"/>
                    <a:pt x="3481" y="1481"/>
                    <a:pt x="3419" y="1352"/>
                  </a:cubicBezTo>
                  <a:lnTo>
                    <a:pt x="3352" y="1161"/>
                  </a:lnTo>
                  <a:lnTo>
                    <a:pt x="3806" y="1032"/>
                  </a:lnTo>
                  <a:lnTo>
                    <a:pt x="3867" y="1223"/>
                  </a:lnTo>
                  <a:cubicBezTo>
                    <a:pt x="3934" y="1352"/>
                    <a:pt x="3996" y="1419"/>
                    <a:pt x="4125" y="1419"/>
                  </a:cubicBezTo>
                  <a:lnTo>
                    <a:pt x="4192" y="1419"/>
                  </a:lnTo>
                  <a:cubicBezTo>
                    <a:pt x="4321" y="1352"/>
                    <a:pt x="4450" y="1223"/>
                    <a:pt x="4383" y="1094"/>
                  </a:cubicBezTo>
                  <a:lnTo>
                    <a:pt x="4321" y="903"/>
                  </a:lnTo>
                  <a:lnTo>
                    <a:pt x="4966" y="707"/>
                  </a:lnTo>
                  <a:cubicBezTo>
                    <a:pt x="5156" y="645"/>
                    <a:pt x="5224" y="516"/>
                    <a:pt x="5156" y="387"/>
                  </a:cubicBezTo>
                  <a:cubicBezTo>
                    <a:pt x="5156" y="240"/>
                    <a:pt x="5048" y="168"/>
                    <a:pt x="4940" y="168"/>
                  </a:cubicBezTo>
                  <a:cubicBezTo>
                    <a:pt x="4904" y="168"/>
                    <a:pt x="4869" y="176"/>
                    <a:pt x="4837" y="191"/>
                  </a:cubicBezTo>
                  <a:lnTo>
                    <a:pt x="4192" y="387"/>
                  </a:lnTo>
                  <a:lnTo>
                    <a:pt x="4125" y="191"/>
                  </a:lnTo>
                  <a:cubicBezTo>
                    <a:pt x="4063" y="63"/>
                    <a:pt x="3934" y="1"/>
                    <a:pt x="38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47"/>
            <p:cNvSpPr/>
            <p:nvPr/>
          </p:nvSpPr>
          <p:spPr>
            <a:xfrm>
              <a:off x="3214375" y="2752075"/>
              <a:ext cx="101600" cy="95175"/>
            </a:xfrm>
            <a:custGeom>
              <a:avLst/>
              <a:gdLst/>
              <a:ahLst/>
              <a:cxnLst/>
              <a:rect l="l" t="t" r="r" b="b"/>
              <a:pathLst>
                <a:path w="4064" h="3807" extrusionOk="0">
                  <a:moveTo>
                    <a:pt x="1032" y="1"/>
                  </a:moveTo>
                  <a:cubicBezTo>
                    <a:pt x="455" y="1"/>
                    <a:pt x="1" y="455"/>
                    <a:pt x="1" y="1032"/>
                  </a:cubicBezTo>
                  <a:cubicBezTo>
                    <a:pt x="1" y="1419"/>
                    <a:pt x="197" y="1744"/>
                    <a:pt x="455" y="1873"/>
                  </a:cubicBezTo>
                  <a:cubicBezTo>
                    <a:pt x="197" y="2063"/>
                    <a:pt x="1" y="2388"/>
                    <a:pt x="1" y="2775"/>
                  </a:cubicBezTo>
                  <a:cubicBezTo>
                    <a:pt x="1" y="3352"/>
                    <a:pt x="455" y="3806"/>
                    <a:pt x="1032" y="3806"/>
                  </a:cubicBezTo>
                  <a:cubicBezTo>
                    <a:pt x="1615" y="3806"/>
                    <a:pt x="2063" y="3352"/>
                    <a:pt x="2063" y="2775"/>
                  </a:cubicBezTo>
                  <a:lnTo>
                    <a:pt x="2063" y="2646"/>
                  </a:lnTo>
                  <a:lnTo>
                    <a:pt x="4064" y="2646"/>
                  </a:lnTo>
                  <a:lnTo>
                    <a:pt x="4064" y="1161"/>
                  </a:lnTo>
                  <a:lnTo>
                    <a:pt x="2063" y="1161"/>
                  </a:lnTo>
                  <a:lnTo>
                    <a:pt x="2063" y="1032"/>
                  </a:lnTo>
                  <a:cubicBezTo>
                    <a:pt x="2063" y="455"/>
                    <a:pt x="1615" y="1"/>
                    <a:pt x="10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1" name="Google Shape;2061;p47"/>
          <p:cNvGrpSpPr/>
          <p:nvPr/>
        </p:nvGrpSpPr>
        <p:grpSpPr>
          <a:xfrm>
            <a:off x="4067072" y="2668577"/>
            <a:ext cx="343708" cy="419151"/>
            <a:chOff x="4034625" y="2655425"/>
            <a:chExt cx="365725" cy="446000"/>
          </a:xfrm>
        </p:grpSpPr>
        <p:sp>
          <p:nvSpPr>
            <p:cNvPr id="2062" name="Google Shape;2062;p47"/>
            <p:cNvSpPr/>
            <p:nvPr/>
          </p:nvSpPr>
          <p:spPr>
            <a:xfrm>
              <a:off x="4034625" y="2655425"/>
              <a:ext cx="365725" cy="446000"/>
            </a:xfrm>
            <a:custGeom>
              <a:avLst/>
              <a:gdLst/>
              <a:ahLst/>
              <a:cxnLst/>
              <a:rect l="l" t="t" r="r" b="b"/>
              <a:pathLst>
                <a:path w="14629" h="17840" extrusionOk="0">
                  <a:moveTo>
                    <a:pt x="6289" y="0"/>
                  </a:moveTo>
                  <a:cubicBezTo>
                    <a:pt x="5367" y="0"/>
                    <a:pt x="4441" y="208"/>
                    <a:pt x="3610" y="644"/>
                  </a:cubicBezTo>
                  <a:cubicBezTo>
                    <a:pt x="2511" y="1227"/>
                    <a:pt x="1738" y="2191"/>
                    <a:pt x="1222" y="3351"/>
                  </a:cubicBezTo>
                  <a:cubicBezTo>
                    <a:pt x="129" y="5610"/>
                    <a:pt x="0" y="8379"/>
                    <a:pt x="449" y="10828"/>
                  </a:cubicBezTo>
                  <a:cubicBezTo>
                    <a:pt x="707" y="12375"/>
                    <a:pt x="1289" y="13922"/>
                    <a:pt x="2320" y="15211"/>
                  </a:cubicBezTo>
                  <a:cubicBezTo>
                    <a:pt x="3754" y="16951"/>
                    <a:pt x="5714" y="17839"/>
                    <a:pt x="7850" y="17839"/>
                  </a:cubicBezTo>
                  <a:cubicBezTo>
                    <a:pt x="8403" y="17839"/>
                    <a:pt x="8968" y="17780"/>
                    <a:pt x="9539" y="17660"/>
                  </a:cubicBezTo>
                  <a:cubicBezTo>
                    <a:pt x="10957" y="17402"/>
                    <a:pt x="12762" y="16629"/>
                    <a:pt x="13664" y="15407"/>
                  </a:cubicBezTo>
                  <a:cubicBezTo>
                    <a:pt x="14628" y="14118"/>
                    <a:pt x="13278" y="14308"/>
                    <a:pt x="12437" y="13922"/>
                  </a:cubicBezTo>
                  <a:cubicBezTo>
                    <a:pt x="11406" y="13473"/>
                    <a:pt x="11664" y="12442"/>
                    <a:pt x="11664" y="11472"/>
                  </a:cubicBezTo>
                  <a:cubicBezTo>
                    <a:pt x="11793" y="8832"/>
                    <a:pt x="12695" y="5801"/>
                    <a:pt x="11535" y="3289"/>
                  </a:cubicBezTo>
                  <a:cubicBezTo>
                    <a:pt x="11406" y="3032"/>
                    <a:pt x="11344" y="2774"/>
                    <a:pt x="11148" y="2578"/>
                  </a:cubicBezTo>
                  <a:cubicBezTo>
                    <a:pt x="10146" y="919"/>
                    <a:pt x="8225" y="0"/>
                    <a:pt x="62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47"/>
            <p:cNvSpPr/>
            <p:nvPr/>
          </p:nvSpPr>
          <p:spPr>
            <a:xfrm>
              <a:off x="4131300" y="2848775"/>
              <a:ext cx="43450" cy="54800"/>
            </a:xfrm>
            <a:custGeom>
              <a:avLst/>
              <a:gdLst/>
              <a:ahLst/>
              <a:cxnLst/>
              <a:rect l="l" t="t" r="r" b="b"/>
              <a:pathLst>
                <a:path w="1738" h="2192" extrusionOk="0">
                  <a:moveTo>
                    <a:pt x="836" y="583"/>
                  </a:moveTo>
                  <a:cubicBezTo>
                    <a:pt x="1032" y="583"/>
                    <a:pt x="1160" y="712"/>
                    <a:pt x="1160" y="841"/>
                  </a:cubicBezTo>
                  <a:lnTo>
                    <a:pt x="1160" y="1289"/>
                  </a:lnTo>
                  <a:cubicBezTo>
                    <a:pt x="1160" y="1485"/>
                    <a:pt x="1032" y="1614"/>
                    <a:pt x="836" y="1614"/>
                  </a:cubicBezTo>
                  <a:cubicBezTo>
                    <a:pt x="707" y="1614"/>
                    <a:pt x="516" y="1485"/>
                    <a:pt x="516" y="1289"/>
                  </a:cubicBezTo>
                  <a:lnTo>
                    <a:pt x="516" y="841"/>
                  </a:lnTo>
                  <a:cubicBezTo>
                    <a:pt x="516" y="712"/>
                    <a:pt x="707" y="583"/>
                    <a:pt x="836" y="583"/>
                  </a:cubicBezTo>
                  <a:close/>
                  <a:moveTo>
                    <a:pt x="836" y="0"/>
                  </a:moveTo>
                  <a:cubicBezTo>
                    <a:pt x="387" y="0"/>
                    <a:pt x="0" y="387"/>
                    <a:pt x="0" y="841"/>
                  </a:cubicBezTo>
                  <a:lnTo>
                    <a:pt x="0" y="1289"/>
                  </a:lnTo>
                  <a:cubicBezTo>
                    <a:pt x="0" y="1805"/>
                    <a:pt x="387" y="2192"/>
                    <a:pt x="836" y="2192"/>
                  </a:cubicBezTo>
                  <a:cubicBezTo>
                    <a:pt x="1351" y="2192"/>
                    <a:pt x="1738" y="1805"/>
                    <a:pt x="1738" y="1289"/>
                  </a:cubicBezTo>
                  <a:lnTo>
                    <a:pt x="1738" y="841"/>
                  </a:lnTo>
                  <a:cubicBezTo>
                    <a:pt x="1738" y="387"/>
                    <a:pt x="1351" y="0"/>
                    <a:pt x="83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47"/>
            <p:cNvSpPr/>
            <p:nvPr/>
          </p:nvSpPr>
          <p:spPr>
            <a:xfrm>
              <a:off x="4087725" y="2802100"/>
              <a:ext cx="46825" cy="41925"/>
            </a:xfrm>
            <a:custGeom>
              <a:avLst/>
              <a:gdLst/>
              <a:ahLst/>
              <a:cxnLst/>
              <a:rect l="l" t="t" r="r" b="b"/>
              <a:pathLst>
                <a:path w="1873" h="1677" extrusionOk="0">
                  <a:moveTo>
                    <a:pt x="258" y="1"/>
                  </a:moveTo>
                  <a:cubicBezTo>
                    <a:pt x="129" y="1"/>
                    <a:pt x="1" y="129"/>
                    <a:pt x="1" y="320"/>
                  </a:cubicBezTo>
                  <a:lnTo>
                    <a:pt x="1" y="578"/>
                  </a:lnTo>
                  <a:cubicBezTo>
                    <a:pt x="1" y="1223"/>
                    <a:pt x="387" y="1676"/>
                    <a:pt x="903" y="1676"/>
                  </a:cubicBezTo>
                  <a:cubicBezTo>
                    <a:pt x="1418" y="1676"/>
                    <a:pt x="1872" y="1223"/>
                    <a:pt x="1872" y="578"/>
                  </a:cubicBezTo>
                  <a:lnTo>
                    <a:pt x="1872" y="320"/>
                  </a:lnTo>
                  <a:cubicBezTo>
                    <a:pt x="1872" y="129"/>
                    <a:pt x="1743" y="1"/>
                    <a:pt x="1614" y="1"/>
                  </a:cubicBezTo>
                  <a:cubicBezTo>
                    <a:pt x="1418" y="1"/>
                    <a:pt x="1290" y="129"/>
                    <a:pt x="1290" y="320"/>
                  </a:cubicBezTo>
                  <a:lnTo>
                    <a:pt x="1290" y="578"/>
                  </a:lnTo>
                  <a:cubicBezTo>
                    <a:pt x="1290" y="903"/>
                    <a:pt x="1161" y="1161"/>
                    <a:pt x="903" y="1161"/>
                  </a:cubicBezTo>
                  <a:cubicBezTo>
                    <a:pt x="712" y="1161"/>
                    <a:pt x="516" y="903"/>
                    <a:pt x="516" y="578"/>
                  </a:cubicBezTo>
                  <a:lnTo>
                    <a:pt x="516" y="320"/>
                  </a:lnTo>
                  <a:cubicBezTo>
                    <a:pt x="516" y="129"/>
                    <a:pt x="454" y="1"/>
                    <a:pt x="2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47"/>
            <p:cNvSpPr/>
            <p:nvPr/>
          </p:nvSpPr>
          <p:spPr>
            <a:xfrm>
              <a:off x="4166750" y="2802100"/>
              <a:ext cx="46675" cy="41925"/>
            </a:xfrm>
            <a:custGeom>
              <a:avLst/>
              <a:gdLst/>
              <a:ahLst/>
              <a:cxnLst/>
              <a:rect l="l" t="t" r="r" b="b"/>
              <a:pathLst>
                <a:path w="1867" h="1677" extrusionOk="0">
                  <a:moveTo>
                    <a:pt x="320" y="1"/>
                  </a:moveTo>
                  <a:cubicBezTo>
                    <a:pt x="129" y="1"/>
                    <a:pt x="0" y="129"/>
                    <a:pt x="0" y="320"/>
                  </a:cubicBezTo>
                  <a:lnTo>
                    <a:pt x="0" y="578"/>
                  </a:lnTo>
                  <a:cubicBezTo>
                    <a:pt x="0" y="1223"/>
                    <a:pt x="449" y="1676"/>
                    <a:pt x="965" y="1676"/>
                  </a:cubicBezTo>
                  <a:cubicBezTo>
                    <a:pt x="1480" y="1676"/>
                    <a:pt x="1867" y="1223"/>
                    <a:pt x="1867" y="578"/>
                  </a:cubicBezTo>
                  <a:lnTo>
                    <a:pt x="1867" y="320"/>
                  </a:lnTo>
                  <a:cubicBezTo>
                    <a:pt x="1867" y="129"/>
                    <a:pt x="1738" y="1"/>
                    <a:pt x="1609" y="1"/>
                  </a:cubicBezTo>
                  <a:cubicBezTo>
                    <a:pt x="1480" y="1"/>
                    <a:pt x="1351" y="129"/>
                    <a:pt x="1351" y="320"/>
                  </a:cubicBezTo>
                  <a:lnTo>
                    <a:pt x="1351" y="578"/>
                  </a:lnTo>
                  <a:cubicBezTo>
                    <a:pt x="1351" y="903"/>
                    <a:pt x="1160" y="1161"/>
                    <a:pt x="965" y="1161"/>
                  </a:cubicBezTo>
                  <a:cubicBezTo>
                    <a:pt x="774" y="1161"/>
                    <a:pt x="578" y="903"/>
                    <a:pt x="578" y="578"/>
                  </a:cubicBezTo>
                  <a:lnTo>
                    <a:pt x="578" y="320"/>
                  </a:lnTo>
                  <a:cubicBezTo>
                    <a:pt x="578" y="129"/>
                    <a:pt x="449" y="1"/>
                    <a:pt x="3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6" name="Google Shape;2066;p47"/>
          <p:cNvGrpSpPr/>
          <p:nvPr/>
        </p:nvGrpSpPr>
        <p:grpSpPr>
          <a:xfrm>
            <a:off x="5393623" y="2679220"/>
            <a:ext cx="424038" cy="419433"/>
            <a:chOff x="5446150" y="2666750"/>
            <a:chExt cx="451200" cy="446300"/>
          </a:xfrm>
        </p:grpSpPr>
        <p:sp>
          <p:nvSpPr>
            <p:cNvPr id="2067" name="Google Shape;2067;p47"/>
            <p:cNvSpPr/>
            <p:nvPr/>
          </p:nvSpPr>
          <p:spPr>
            <a:xfrm>
              <a:off x="5446150" y="2969675"/>
              <a:ext cx="211050" cy="143375"/>
            </a:xfrm>
            <a:custGeom>
              <a:avLst/>
              <a:gdLst/>
              <a:ahLst/>
              <a:cxnLst/>
              <a:rect l="l" t="t" r="r" b="b"/>
              <a:pathLst>
                <a:path w="8442" h="5735" extrusionOk="0">
                  <a:moveTo>
                    <a:pt x="4383" y="1"/>
                  </a:moveTo>
                  <a:cubicBezTo>
                    <a:pt x="4254" y="1"/>
                    <a:pt x="4187" y="130"/>
                    <a:pt x="4187" y="191"/>
                  </a:cubicBezTo>
                  <a:lnTo>
                    <a:pt x="4187" y="707"/>
                  </a:lnTo>
                  <a:cubicBezTo>
                    <a:pt x="4125" y="1805"/>
                    <a:pt x="3800" y="3223"/>
                    <a:pt x="2578" y="3610"/>
                  </a:cubicBezTo>
                  <a:cubicBezTo>
                    <a:pt x="2471" y="3641"/>
                    <a:pt x="2346" y="3657"/>
                    <a:pt x="2215" y="3657"/>
                  </a:cubicBezTo>
                  <a:cubicBezTo>
                    <a:pt x="1792" y="3657"/>
                    <a:pt x="1306" y="3488"/>
                    <a:pt x="1160" y="3094"/>
                  </a:cubicBezTo>
                  <a:cubicBezTo>
                    <a:pt x="954" y="2682"/>
                    <a:pt x="1242" y="2392"/>
                    <a:pt x="1595" y="2392"/>
                  </a:cubicBezTo>
                  <a:cubicBezTo>
                    <a:pt x="1684" y="2392"/>
                    <a:pt x="1777" y="2411"/>
                    <a:pt x="1867" y="2450"/>
                  </a:cubicBezTo>
                  <a:cubicBezTo>
                    <a:pt x="1940" y="2468"/>
                    <a:pt x="2020" y="2480"/>
                    <a:pt x="2094" y="2480"/>
                  </a:cubicBezTo>
                  <a:cubicBezTo>
                    <a:pt x="2278" y="2480"/>
                    <a:pt x="2430" y="2401"/>
                    <a:pt x="2382" y="2125"/>
                  </a:cubicBezTo>
                  <a:cubicBezTo>
                    <a:pt x="2321" y="1867"/>
                    <a:pt x="1996" y="1676"/>
                    <a:pt x="1738" y="1548"/>
                  </a:cubicBezTo>
                  <a:cubicBezTo>
                    <a:pt x="1643" y="1514"/>
                    <a:pt x="1530" y="1497"/>
                    <a:pt x="1418" y="1497"/>
                  </a:cubicBezTo>
                  <a:cubicBezTo>
                    <a:pt x="1305" y="1497"/>
                    <a:pt x="1191" y="1514"/>
                    <a:pt x="1093" y="1548"/>
                  </a:cubicBezTo>
                  <a:cubicBezTo>
                    <a:pt x="645" y="1676"/>
                    <a:pt x="320" y="2063"/>
                    <a:pt x="191" y="2512"/>
                  </a:cubicBezTo>
                  <a:cubicBezTo>
                    <a:pt x="0" y="3285"/>
                    <a:pt x="191" y="4188"/>
                    <a:pt x="774" y="4703"/>
                  </a:cubicBezTo>
                  <a:cubicBezTo>
                    <a:pt x="1418" y="5348"/>
                    <a:pt x="2254" y="5544"/>
                    <a:pt x="3094" y="5673"/>
                  </a:cubicBezTo>
                  <a:cubicBezTo>
                    <a:pt x="3398" y="5692"/>
                    <a:pt x="3722" y="5712"/>
                    <a:pt x="4049" y="5712"/>
                  </a:cubicBezTo>
                  <a:cubicBezTo>
                    <a:pt x="4758" y="5712"/>
                    <a:pt x="5483" y="5618"/>
                    <a:pt x="6059" y="5219"/>
                  </a:cubicBezTo>
                  <a:cubicBezTo>
                    <a:pt x="6379" y="5028"/>
                    <a:pt x="6765" y="4641"/>
                    <a:pt x="6765" y="4255"/>
                  </a:cubicBezTo>
                  <a:lnTo>
                    <a:pt x="6765" y="5415"/>
                  </a:lnTo>
                  <a:cubicBezTo>
                    <a:pt x="6765" y="5606"/>
                    <a:pt x="6961" y="5734"/>
                    <a:pt x="7152" y="5734"/>
                  </a:cubicBezTo>
                  <a:lnTo>
                    <a:pt x="8054" y="5734"/>
                  </a:lnTo>
                  <a:cubicBezTo>
                    <a:pt x="8312" y="5734"/>
                    <a:pt x="8441" y="5606"/>
                    <a:pt x="8441" y="5415"/>
                  </a:cubicBezTo>
                  <a:lnTo>
                    <a:pt x="8441" y="1223"/>
                  </a:lnTo>
                  <a:lnTo>
                    <a:pt x="8441" y="191"/>
                  </a:lnTo>
                  <a:cubicBezTo>
                    <a:pt x="8441" y="130"/>
                    <a:pt x="8379" y="1"/>
                    <a:pt x="82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47"/>
            <p:cNvSpPr/>
            <p:nvPr/>
          </p:nvSpPr>
          <p:spPr>
            <a:xfrm>
              <a:off x="5568600" y="2666750"/>
              <a:ext cx="75700" cy="302950"/>
            </a:xfrm>
            <a:custGeom>
              <a:avLst/>
              <a:gdLst/>
              <a:ahLst/>
              <a:cxnLst/>
              <a:rect l="l" t="t" r="r" b="b"/>
              <a:pathLst>
                <a:path w="3028" h="12118" extrusionOk="0">
                  <a:moveTo>
                    <a:pt x="191" y="0"/>
                  </a:moveTo>
                  <a:cubicBezTo>
                    <a:pt x="130" y="0"/>
                    <a:pt x="1" y="62"/>
                    <a:pt x="1" y="191"/>
                  </a:cubicBezTo>
                  <a:lnTo>
                    <a:pt x="1" y="12118"/>
                  </a:lnTo>
                  <a:lnTo>
                    <a:pt x="3027" y="12118"/>
                  </a:lnTo>
                  <a:lnTo>
                    <a:pt x="3027" y="191"/>
                  </a:lnTo>
                  <a:cubicBezTo>
                    <a:pt x="3027" y="62"/>
                    <a:pt x="2899" y="0"/>
                    <a:pt x="28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47"/>
            <p:cNvSpPr/>
            <p:nvPr/>
          </p:nvSpPr>
          <p:spPr>
            <a:xfrm>
              <a:off x="5568600" y="2810100"/>
              <a:ext cx="75700" cy="35475"/>
            </a:xfrm>
            <a:custGeom>
              <a:avLst/>
              <a:gdLst/>
              <a:ahLst/>
              <a:cxnLst/>
              <a:rect l="l" t="t" r="r" b="b"/>
              <a:pathLst>
                <a:path w="3028" h="1419" extrusionOk="0">
                  <a:moveTo>
                    <a:pt x="1" y="0"/>
                  </a:moveTo>
                  <a:lnTo>
                    <a:pt x="1" y="1418"/>
                  </a:lnTo>
                  <a:lnTo>
                    <a:pt x="3027" y="1418"/>
                  </a:lnTo>
                  <a:lnTo>
                    <a:pt x="302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47"/>
            <p:cNvSpPr/>
            <p:nvPr/>
          </p:nvSpPr>
          <p:spPr>
            <a:xfrm>
              <a:off x="5568600" y="2889125"/>
              <a:ext cx="75700" cy="33775"/>
            </a:xfrm>
            <a:custGeom>
              <a:avLst/>
              <a:gdLst/>
              <a:ahLst/>
              <a:cxnLst/>
              <a:rect l="l" t="t" r="r" b="b"/>
              <a:pathLst>
                <a:path w="3028" h="1351" extrusionOk="0">
                  <a:moveTo>
                    <a:pt x="1" y="0"/>
                  </a:moveTo>
                  <a:lnTo>
                    <a:pt x="1" y="1351"/>
                  </a:lnTo>
                  <a:lnTo>
                    <a:pt x="3027" y="1351"/>
                  </a:lnTo>
                  <a:lnTo>
                    <a:pt x="302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47"/>
            <p:cNvSpPr/>
            <p:nvPr/>
          </p:nvSpPr>
          <p:spPr>
            <a:xfrm>
              <a:off x="5684625" y="2969675"/>
              <a:ext cx="212725" cy="143375"/>
            </a:xfrm>
            <a:custGeom>
              <a:avLst/>
              <a:gdLst/>
              <a:ahLst/>
              <a:cxnLst/>
              <a:rect l="l" t="t" r="r" b="b"/>
              <a:pathLst>
                <a:path w="8509" h="5735" extrusionOk="0">
                  <a:moveTo>
                    <a:pt x="191" y="1"/>
                  </a:moveTo>
                  <a:cubicBezTo>
                    <a:pt x="62" y="1"/>
                    <a:pt x="0" y="130"/>
                    <a:pt x="0" y="191"/>
                  </a:cubicBezTo>
                  <a:lnTo>
                    <a:pt x="0" y="1223"/>
                  </a:lnTo>
                  <a:lnTo>
                    <a:pt x="0" y="5415"/>
                  </a:lnTo>
                  <a:cubicBezTo>
                    <a:pt x="0" y="5606"/>
                    <a:pt x="191" y="5734"/>
                    <a:pt x="387" y="5734"/>
                  </a:cubicBezTo>
                  <a:lnTo>
                    <a:pt x="1289" y="5734"/>
                  </a:lnTo>
                  <a:cubicBezTo>
                    <a:pt x="1480" y="5734"/>
                    <a:pt x="1676" y="5606"/>
                    <a:pt x="1676" y="5415"/>
                  </a:cubicBezTo>
                  <a:lnTo>
                    <a:pt x="1676" y="4255"/>
                  </a:lnTo>
                  <a:cubicBezTo>
                    <a:pt x="1676" y="4641"/>
                    <a:pt x="2063" y="5028"/>
                    <a:pt x="2383" y="5219"/>
                  </a:cubicBezTo>
                  <a:cubicBezTo>
                    <a:pt x="2958" y="5618"/>
                    <a:pt x="3683" y="5712"/>
                    <a:pt x="4393" y="5712"/>
                  </a:cubicBezTo>
                  <a:cubicBezTo>
                    <a:pt x="4720" y="5712"/>
                    <a:pt x="5043" y="5692"/>
                    <a:pt x="5347" y="5673"/>
                  </a:cubicBezTo>
                  <a:cubicBezTo>
                    <a:pt x="6188" y="5544"/>
                    <a:pt x="7090" y="5348"/>
                    <a:pt x="7668" y="4703"/>
                  </a:cubicBezTo>
                  <a:cubicBezTo>
                    <a:pt x="8250" y="4188"/>
                    <a:pt x="8508" y="3285"/>
                    <a:pt x="8250" y="2512"/>
                  </a:cubicBezTo>
                  <a:cubicBezTo>
                    <a:pt x="8121" y="2063"/>
                    <a:pt x="7864" y="1676"/>
                    <a:pt x="7410" y="1548"/>
                  </a:cubicBezTo>
                  <a:cubicBezTo>
                    <a:pt x="7281" y="1514"/>
                    <a:pt x="7152" y="1497"/>
                    <a:pt x="7032" y="1497"/>
                  </a:cubicBezTo>
                  <a:cubicBezTo>
                    <a:pt x="6911" y="1497"/>
                    <a:pt x="6799" y="1514"/>
                    <a:pt x="6703" y="1548"/>
                  </a:cubicBezTo>
                  <a:cubicBezTo>
                    <a:pt x="6446" y="1676"/>
                    <a:pt x="6121" y="1867"/>
                    <a:pt x="6059" y="2125"/>
                  </a:cubicBezTo>
                  <a:cubicBezTo>
                    <a:pt x="6011" y="2401"/>
                    <a:pt x="6163" y="2480"/>
                    <a:pt x="6348" y="2480"/>
                  </a:cubicBezTo>
                  <a:cubicBezTo>
                    <a:pt x="6422" y="2480"/>
                    <a:pt x="6501" y="2468"/>
                    <a:pt x="6575" y="2450"/>
                  </a:cubicBezTo>
                  <a:cubicBezTo>
                    <a:pt x="6665" y="2411"/>
                    <a:pt x="6758" y="2392"/>
                    <a:pt x="6846" y="2392"/>
                  </a:cubicBezTo>
                  <a:cubicBezTo>
                    <a:pt x="7199" y="2392"/>
                    <a:pt x="7487" y="2682"/>
                    <a:pt x="7281" y="3094"/>
                  </a:cubicBezTo>
                  <a:cubicBezTo>
                    <a:pt x="7135" y="3488"/>
                    <a:pt x="6649" y="3657"/>
                    <a:pt x="6226" y="3657"/>
                  </a:cubicBezTo>
                  <a:cubicBezTo>
                    <a:pt x="6095" y="3657"/>
                    <a:pt x="5970" y="3641"/>
                    <a:pt x="5863" y="3610"/>
                  </a:cubicBezTo>
                  <a:cubicBezTo>
                    <a:pt x="4641" y="3223"/>
                    <a:pt x="4316" y="1805"/>
                    <a:pt x="4316" y="707"/>
                  </a:cubicBezTo>
                  <a:cubicBezTo>
                    <a:pt x="4316" y="707"/>
                    <a:pt x="4254" y="387"/>
                    <a:pt x="4254" y="191"/>
                  </a:cubicBezTo>
                  <a:cubicBezTo>
                    <a:pt x="4254" y="130"/>
                    <a:pt x="4187" y="1"/>
                    <a:pt x="4125" y="1"/>
                  </a:cubicBezTo>
                  <a:close/>
                </a:path>
              </a:pathLst>
            </a:custGeom>
            <a:solidFill>
              <a:srgbClr val="9CA5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47"/>
            <p:cNvSpPr/>
            <p:nvPr/>
          </p:nvSpPr>
          <p:spPr>
            <a:xfrm>
              <a:off x="5684625" y="2969675"/>
              <a:ext cx="212725" cy="143375"/>
            </a:xfrm>
            <a:custGeom>
              <a:avLst/>
              <a:gdLst/>
              <a:ahLst/>
              <a:cxnLst/>
              <a:rect l="l" t="t" r="r" b="b"/>
              <a:pathLst>
                <a:path w="8509" h="5735" extrusionOk="0">
                  <a:moveTo>
                    <a:pt x="191" y="1"/>
                  </a:moveTo>
                  <a:cubicBezTo>
                    <a:pt x="62" y="1"/>
                    <a:pt x="0" y="130"/>
                    <a:pt x="0" y="191"/>
                  </a:cubicBezTo>
                  <a:lnTo>
                    <a:pt x="0" y="1223"/>
                  </a:lnTo>
                  <a:lnTo>
                    <a:pt x="0" y="5415"/>
                  </a:lnTo>
                  <a:cubicBezTo>
                    <a:pt x="0" y="5606"/>
                    <a:pt x="191" y="5734"/>
                    <a:pt x="387" y="5734"/>
                  </a:cubicBezTo>
                  <a:lnTo>
                    <a:pt x="1289" y="5734"/>
                  </a:lnTo>
                  <a:cubicBezTo>
                    <a:pt x="1480" y="5734"/>
                    <a:pt x="1676" y="5606"/>
                    <a:pt x="1676" y="5415"/>
                  </a:cubicBezTo>
                  <a:lnTo>
                    <a:pt x="1676" y="4255"/>
                  </a:lnTo>
                  <a:cubicBezTo>
                    <a:pt x="1676" y="4641"/>
                    <a:pt x="2063" y="5028"/>
                    <a:pt x="2383" y="5219"/>
                  </a:cubicBezTo>
                  <a:cubicBezTo>
                    <a:pt x="2958" y="5618"/>
                    <a:pt x="3683" y="5712"/>
                    <a:pt x="4393" y="5712"/>
                  </a:cubicBezTo>
                  <a:cubicBezTo>
                    <a:pt x="4720" y="5712"/>
                    <a:pt x="5043" y="5692"/>
                    <a:pt x="5347" y="5673"/>
                  </a:cubicBezTo>
                  <a:cubicBezTo>
                    <a:pt x="6188" y="5544"/>
                    <a:pt x="7090" y="5348"/>
                    <a:pt x="7668" y="4703"/>
                  </a:cubicBezTo>
                  <a:cubicBezTo>
                    <a:pt x="8250" y="4188"/>
                    <a:pt x="8508" y="3285"/>
                    <a:pt x="8250" y="2512"/>
                  </a:cubicBezTo>
                  <a:cubicBezTo>
                    <a:pt x="8121" y="2063"/>
                    <a:pt x="7864" y="1676"/>
                    <a:pt x="7410" y="1548"/>
                  </a:cubicBezTo>
                  <a:cubicBezTo>
                    <a:pt x="7281" y="1514"/>
                    <a:pt x="7152" y="1497"/>
                    <a:pt x="7032" y="1497"/>
                  </a:cubicBezTo>
                  <a:cubicBezTo>
                    <a:pt x="6911" y="1497"/>
                    <a:pt x="6799" y="1514"/>
                    <a:pt x="6703" y="1548"/>
                  </a:cubicBezTo>
                  <a:cubicBezTo>
                    <a:pt x="6446" y="1676"/>
                    <a:pt x="6121" y="1867"/>
                    <a:pt x="6059" y="2125"/>
                  </a:cubicBezTo>
                  <a:cubicBezTo>
                    <a:pt x="6011" y="2401"/>
                    <a:pt x="6163" y="2480"/>
                    <a:pt x="6348" y="2480"/>
                  </a:cubicBezTo>
                  <a:cubicBezTo>
                    <a:pt x="6422" y="2480"/>
                    <a:pt x="6501" y="2468"/>
                    <a:pt x="6575" y="2450"/>
                  </a:cubicBezTo>
                  <a:cubicBezTo>
                    <a:pt x="6665" y="2411"/>
                    <a:pt x="6758" y="2392"/>
                    <a:pt x="6846" y="2392"/>
                  </a:cubicBezTo>
                  <a:cubicBezTo>
                    <a:pt x="7199" y="2392"/>
                    <a:pt x="7487" y="2682"/>
                    <a:pt x="7281" y="3094"/>
                  </a:cubicBezTo>
                  <a:cubicBezTo>
                    <a:pt x="7135" y="3488"/>
                    <a:pt x="6649" y="3657"/>
                    <a:pt x="6226" y="3657"/>
                  </a:cubicBezTo>
                  <a:cubicBezTo>
                    <a:pt x="6095" y="3657"/>
                    <a:pt x="5970" y="3641"/>
                    <a:pt x="5863" y="3610"/>
                  </a:cubicBezTo>
                  <a:cubicBezTo>
                    <a:pt x="4641" y="3223"/>
                    <a:pt x="4316" y="1805"/>
                    <a:pt x="4316" y="707"/>
                  </a:cubicBezTo>
                  <a:cubicBezTo>
                    <a:pt x="4316" y="707"/>
                    <a:pt x="4254" y="387"/>
                    <a:pt x="4254" y="191"/>
                  </a:cubicBezTo>
                  <a:cubicBezTo>
                    <a:pt x="4254" y="130"/>
                    <a:pt x="4187" y="1"/>
                    <a:pt x="41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47"/>
            <p:cNvSpPr/>
            <p:nvPr/>
          </p:nvSpPr>
          <p:spPr>
            <a:xfrm>
              <a:off x="5699050" y="2666750"/>
              <a:ext cx="74150" cy="302950"/>
            </a:xfrm>
            <a:custGeom>
              <a:avLst/>
              <a:gdLst/>
              <a:ahLst/>
              <a:cxnLst/>
              <a:rect l="l" t="t" r="r" b="b"/>
              <a:pathLst>
                <a:path w="2966" h="12118" extrusionOk="0">
                  <a:moveTo>
                    <a:pt x="130" y="0"/>
                  </a:moveTo>
                  <a:cubicBezTo>
                    <a:pt x="68" y="0"/>
                    <a:pt x="1" y="62"/>
                    <a:pt x="1" y="191"/>
                  </a:cubicBezTo>
                  <a:lnTo>
                    <a:pt x="1" y="12118"/>
                  </a:lnTo>
                  <a:lnTo>
                    <a:pt x="2966" y="12118"/>
                  </a:lnTo>
                  <a:lnTo>
                    <a:pt x="2966" y="191"/>
                  </a:lnTo>
                  <a:cubicBezTo>
                    <a:pt x="2966" y="62"/>
                    <a:pt x="2904" y="0"/>
                    <a:pt x="2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47"/>
            <p:cNvSpPr/>
            <p:nvPr/>
          </p:nvSpPr>
          <p:spPr>
            <a:xfrm>
              <a:off x="5699050" y="2810100"/>
              <a:ext cx="74150" cy="35475"/>
            </a:xfrm>
            <a:custGeom>
              <a:avLst/>
              <a:gdLst/>
              <a:ahLst/>
              <a:cxnLst/>
              <a:rect l="l" t="t" r="r" b="b"/>
              <a:pathLst>
                <a:path w="2966" h="1419" extrusionOk="0">
                  <a:moveTo>
                    <a:pt x="1" y="0"/>
                  </a:moveTo>
                  <a:lnTo>
                    <a:pt x="1" y="1418"/>
                  </a:lnTo>
                  <a:lnTo>
                    <a:pt x="2966" y="1418"/>
                  </a:lnTo>
                  <a:lnTo>
                    <a:pt x="29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47"/>
            <p:cNvSpPr/>
            <p:nvPr/>
          </p:nvSpPr>
          <p:spPr>
            <a:xfrm>
              <a:off x="5699050" y="2889125"/>
              <a:ext cx="74150" cy="33775"/>
            </a:xfrm>
            <a:custGeom>
              <a:avLst/>
              <a:gdLst/>
              <a:ahLst/>
              <a:cxnLst/>
              <a:rect l="l" t="t" r="r" b="b"/>
              <a:pathLst>
                <a:path w="2966" h="1351" extrusionOk="0">
                  <a:moveTo>
                    <a:pt x="1" y="0"/>
                  </a:moveTo>
                  <a:lnTo>
                    <a:pt x="1" y="1351"/>
                  </a:lnTo>
                  <a:lnTo>
                    <a:pt x="2966" y="1351"/>
                  </a:lnTo>
                  <a:lnTo>
                    <a:pt x="29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6" name="Google Shape;2076;p47"/>
          <p:cNvGrpSpPr/>
          <p:nvPr/>
        </p:nvGrpSpPr>
        <p:grpSpPr>
          <a:xfrm>
            <a:off x="6199243" y="2665522"/>
            <a:ext cx="224142" cy="421007"/>
            <a:chOff x="6303375" y="2652175"/>
            <a:chExt cx="238500" cy="447975"/>
          </a:xfrm>
        </p:grpSpPr>
        <p:sp>
          <p:nvSpPr>
            <p:cNvPr id="2077" name="Google Shape;2077;p47"/>
            <p:cNvSpPr/>
            <p:nvPr/>
          </p:nvSpPr>
          <p:spPr>
            <a:xfrm>
              <a:off x="6403275" y="2876225"/>
              <a:ext cx="38700" cy="223925"/>
            </a:xfrm>
            <a:custGeom>
              <a:avLst/>
              <a:gdLst/>
              <a:ahLst/>
              <a:cxnLst/>
              <a:rect l="l" t="t" r="r" b="b"/>
              <a:pathLst>
                <a:path w="1548" h="8957" extrusionOk="0">
                  <a:moveTo>
                    <a:pt x="1" y="0"/>
                  </a:moveTo>
                  <a:lnTo>
                    <a:pt x="1" y="8183"/>
                  </a:lnTo>
                  <a:cubicBezTo>
                    <a:pt x="1" y="8570"/>
                    <a:pt x="320" y="8957"/>
                    <a:pt x="774" y="8957"/>
                  </a:cubicBezTo>
                  <a:cubicBezTo>
                    <a:pt x="1223" y="8957"/>
                    <a:pt x="1547" y="8570"/>
                    <a:pt x="1547" y="8183"/>
                  </a:cubicBezTo>
                  <a:lnTo>
                    <a:pt x="154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47"/>
            <p:cNvSpPr/>
            <p:nvPr/>
          </p:nvSpPr>
          <p:spPr>
            <a:xfrm>
              <a:off x="6303375" y="2652175"/>
              <a:ext cx="238500" cy="238500"/>
            </a:xfrm>
            <a:custGeom>
              <a:avLst/>
              <a:gdLst/>
              <a:ahLst/>
              <a:cxnLst/>
              <a:rect l="l" t="t" r="r" b="b"/>
              <a:pathLst>
                <a:path w="9540" h="9540" extrusionOk="0">
                  <a:moveTo>
                    <a:pt x="4770" y="1"/>
                  </a:moveTo>
                  <a:cubicBezTo>
                    <a:pt x="2125" y="1"/>
                    <a:pt x="0" y="2130"/>
                    <a:pt x="0" y="4770"/>
                  </a:cubicBezTo>
                  <a:cubicBezTo>
                    <a:pt x="0" y="7416"/>
                    <a:pt x="2125" y="9540"/>
                    <a:pt x="4770" y="9540"/>
                  </a:cubicBezTo>
                  <a:cubicBezTo>
                    <a:pt x="7410" y="9540"/>
                    <a:pt x="9540" y="7416"/>
                    <a:pt x="9540" y="4770"/>
                  </a:cubicBezTo>
                  <a:cubicBezTo>
                    <a:pt x="9540" y="2130"/>
                    <a:pt x="7410" y="1"/>
                    <a:pt x="47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47"/>
            <p:cNvSpPr/>
            <p:nvPr/>
          </p:nvSpPr>
          <p:spPr>
            <a:xfrm>
              <a:off x="6356475" y="2669975"/>
              <a:ext cx="182175" cy="182050"/>
            </a:xfrm>
            <a:custGeom>
              <a:avLst/>
              <a:gdLst/>
              <a:ahLst/>
              <a:cxnLst/>
              <a:rect l="l" t="t" r="r" b="b"/>
              <a:pathLst>
                <a:path w="7287" h="7282" extrusionOk="0">
                  <a:moveTo>
                    <a:pt x="5095" y="0"/>
                  </a:moveTo>
                  <a:cubicBezTo>
                    <a:pt x="5869" y="578"/>
                    <a:pt x="6384" y="1418"/>
                    <a:pt x="6575" y="2383"/>
                  </a:cubicBezTo>
                  <a:cubicBezTo>
                    <a:pt x="6833" y="3414"/>
                    <a:pt x="6642" y="4445"/>
                    <a:pt x="6059" y="5347"/>
                  </a:cubicBezTo>
                  <a:cubicBezTo>
                    <a:pt x="5415" y="6250"/>
                    <a:pt x="4451" y="6765"/>
                    <a:pt x="3419" y="6765"/>
                  </a:cubicBezTo>
                  <a:cubicBezTo>
                    <a:pt x="2837" y="6765"/>
                    <a:pt x="2259" y="6575"/>
                    <a:pt x="1744" y="6250"/>
                  </a:cubicBezTo>
                  <a:cubicBezTo>
                    <a:pt x="1228" y="5863"/>
                    <a:pt x="841" y="5347"/>
                    <a:pt x="712" y="4703"/>
                  </a:cubicBezTo>
                  <a:cubicBezTo>
                    <a:pt x="583" y="4058"/>
                    <a:pt x="712" y="3414"/>
                    <a:pt x="1032" y="2836"/>
                  </a:cubicBezTo>
                  <a:cubicBezTo>
                    <a:pt x="1290" y="2450"/>
                    <a:pt x="1744" y="2125"/>
                    <a:pt x="2259" y="2063"/>
                  </a:cubicBezTo>
                  <a:cubicBezTo>
                    <a:pt x="2379" y="2028"/>
                    <a:pt x="2504" y="2012"/>
                    <a:pt x="2632" y="2012"/>
                  </a:cubicBezTo>
                  <a:cubicBezTo>
                    <a:pt x="2980" y="2012"/>
                    <a:pt x="3345" y="2132"/>
                    <a:pt x="3677" y="2321"/>
                  </a:cubicBezTo>
                  <a:cubicBezTo>
                    <a:pt x="3997" y="2511"/>
                    <a:pt x="4193" y="2836"/>
                    <a:pt x="4255" y="3223"/>
                  </a:cubicBezTo>
                  <a:cubicBezTo>
                    <a:pt x="4384" y="3610"/>
                    <a:pt x="4322" y="3996"/>
                    <a:pt x="4064" y="4316"/>
                  </a:cubicBezTo>
                  <a:cubicBezTo>
                    <a:pt x="3858" y="4643"/>
                    <a:pt x="3498" y="4815"/>
                    <a:pt x="3131" y="4815"/>
                  </a:cubicBezTo>
                  <a:cubicBezTo>
                    <a:pt x="2920" y="4815"/>
                    <a:pt x="2706" y="4758"/>
                    <a:pt x="2517" y="4641"/>
                  </a:cubicBezTo>
                  <a:cubicBezTo>
                    <a:pt x="2130" y="4383"/>
                    <a:pt x="2063" y="3868"/>
                    <a:pt x="2321" y="3481"/>
                  </a:cubicBezTo>
                  <a:cubicBezTo>
                    <a:pt x="2407" y="3308"/>
                    <a:pt x="2609" y="3221"/>
                    <a:pt x="2831" y="3221"/>
                  </a:cubicBezTo>
                  <a:cubicBezTo>
                    <a:pt x="2940" y="3221"/>
                    <a:pt x="3054" y="3242"/>
                    <a:pt x="3162" y="3285"/>
                  </a:cubicBezTo>
                  <a:cubicBezTo>
                    <a:pt x="3352" y="3481"/>
                    <a:pt x="3419" y="3739"/>
                    <a:pt x="3291" y="3929"/>
                  </a:cubicBezTo>
                  <a:cubicBezTo>
                    <a:pt x="3223" y="4058"/>
                    <a:pt x="3223" y="4187"/>
                    <a:pt x="3352" y="4316"/>
                  </a:cubicBezTo>
                  <a:cubicBezTo>
                    <a:pt x="3390" y="4336"/>
                    <a:pt x="3429" y="4344"/>
                    <a:pt x="3467" y="4344"/>
                  </a:cubicBezTo>
                  <a:cubicBezTo>
                    <a:pt x="3557" y="4344"/>
                    <a:pt x="3648" y="4298"/>
                    <a:pt x="3739" y="4254"/>
                  </a:cubicBezTo>
                  <a:cubicBezTo>
                    <a:pt x="3997" y="3801"/>
                    <a:pt x="3868" y="3156"/>
                    <a:pt x="3419" y="2836"/>
                  </a:cubicBezTo>
                  <a:cubicBezTo>
                    <a:pt x="3235" y="2720"/>
                    <a:pt x="3025" y="2662"/>
                    <a:pt x="2817" y="2662"/>
                  </a:cubicBezTo>
                  <a:cubicBezTo>
                    <a:pt x="2445" y="2662"/>
                    <a:pt x="2078" y="2849"/>
                    <a:pt x="1873" y="3223"/>
                  </a:cubicBezTo>
                  <a:cubicBezTo>
                    <a:pt x="1419" y="3868"/>
                    <a:pt x="1615" y="4703"/>
                    <a:pt x="2259" y="5090"/>
                  </a:cubicBezTo>
                  <a:cubicBezTo>
                    <a:pt x="2551" y="5284"/>
                    <a:pt x="2880" y="5378"/>
                    <a:pt x="3200" y="5378"/>
                  </a:cubicBezTo>
                  <a:cubicBezTo>
                    <a:pt x="3728" y="5378"/>
                    <a:pt x="4233" y="5123"/>
                    <a:pt x="4513" y="4641"/>
                  </a:cubicBezTo>
                  <a:cubicBezTo>
                    <a:pt x="4837" y="4187"/>
                    <a:pt x="4899" y="3672"/>
                    <a:pt x="4837" y="3156"/>
                  </a:cubicBezTo>
                  <a:cubicBezTo>
                    <a:pt x="4708" y="2579"/>
                    <a:pt x="4384" y="2125"/>
                    <a:pt x="3935" y="1867"/>
                  </a:cubicBezTo>
                  <a:cubicBezTo>
                    <a:pt x="3580" y="1601"/>
                    <a:pt x="3164" y="1457"/>
                    <a:pt x="2729" y="1457"/>
                  </a:cubicBezTo>
                  <a:cubicBezTo>
                    <a:pt x="2532" y="1457"/>
                    <a:pt x="2331" y="1486"/>
                    <a:pt x="2130" y="1547"/>
                  </a:cubicBezTo>
                  <a:cubicBezTo>
                    <a:pt x="1486" y="1676"/>
                    <a:pt x="970" y="1996"/>
                    <a:pt x="583" y="2579"/>
                  </a:cubicBezTo>
                  <a:cubicBezTo>
                    <a:pt x="130" y="3223"/>
                    <a:pt x="1" y="3996"/>
                    <a:pt x="130" y="4770"/>
                  </a:cubicBezTo>
                  <a:cubicBezTo>
                    <a:pt x="326" y="5605"/>
                    <a:pt x="774" y="6250"/>
                    <a:pt x="1419" y="6704"/>
                  </a:cubicBezTo>
                  <a:cubicBezTo>
                    <a:pt x="2063" y="7090"/>
                    <a:pt x="2708" y="7281"/>
                    <a:pt x="3419" y="7281"/>
                  </a:cubicBezTo>
                  <a:cubicBezTo>
                    <a:pt x="3677" y="7281"/>
                    <a:pt x="3935" y="7281"/>
                    <a:pt x="4193" y="7219"/>
                  </a:cubicBezTo>
                  <a:cubicBezTo>
                    <a:pt x="5157" y="7023"/>
                    <a:pt x="5931" y="6446"/>
                    <a:pt x="6513" y="5605"/>
                  </a:cubicBezTo>
                  <a:cubicBezTo>
                    <a:pt x="7091" y="4770"/>
                    <a:pt x="7287" y="3739"/>
                    <a:pt x="7220" y="2769"/>
                  </a:cubicBezTo>
                  <a:cubicBezTo>
                    <a:pt x="6900" y="1609"/>
                    <a:pt x="6126" y="578"/>
                    <a:pt x="5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0" name="Google Shape;2080;p47"/>
          <p:cNvGrpSpPr/>
          <p:nvPr/>
        </p:nvGrpSpPr>
        <p:grpSpPr>
          <a:xfrm>
            <a:off x="6797332" y="2678398"/>
            <a:ext cx="422581" cy="408132"/>
            <a:chOff x="6939775" y="2665875"/>
            <a:chExt cx="449650" cy="434275"/>
          </a:xfrm>
        </p:grpSpPr>
        <p:sp>
          <p:nvSpPr>
            <p:cNvPr id="2081" name="Google Shape;2081;p47"/>
            <p:cNvSpPr/>
            <p:nvPr/>
          </p:nvSpPr>
          <p:spPr>
            <a:xfrm>
              <a:off x="6939775" y="2665875"/>
              <a:ext cx="449650" cy="434275"/>
            </a:xfrm>
            <a:custGeom>
              <a:avLst/>
              <a:gdLst/>
              <a:ahLst/>
              <a:cxnLst/>
              <a:rect l="l" t="t" r="r" b="b"/>
              <a:pathLst>
                <a:path w="17986" h="17371" extrusionOk="0">
                  <a:moveTo>
                    <a:pt x="8993" y="1"/>
                  </a:moveTo>
                  <a:cubicBezTo>
                    <a:pt x="8929" y="1"/>
                    <a:pt x="8865" y="33"/>
                    <a:pt x="8834" y="97"/>
                  </a:cubicBezTo>
                  <a:lnTo>
                    <a:pt x="5869" y="4093"/>
                  </a:lnTo>
                  <a:cubicBezTo>
                    <a:pt x="5802" y="4222"/>
                    <a:pt x="5869" y="4418"/>
                    <a:pt x="6060" y="4418"/>
                  </a:cubicBezTo>
                  <a:lnTo>
                    <a:pt x="6127" y="4418"/>
                  </a:lnTo>
                  <a:lnTo>
                    <a:pt x="6962" y="9894"/>
                  </a:lnTo>
                  <a:lnTo>
                    <a:pt x="5673" y="9894"/>
                  </a:lnTo>
                  <a:lnTo>
                    <a:pt x="5028" y="6610"/>
                  </a:lnTo>
                  <a:lnTo>
                    <a:pt x="5353" y="6543"/>
                  </a:lnTo>
                  <a:cubicBezTo>
                    <a:pt x="5544" y="6543"/>
                    <a:pt x="5611" y="6352"/>
                    <a:pt x="5482" y="6285"/>
                  </a:cubicBezTo>
                  <a:lnTo>
                    <a:pt x="2579" y="3062"/>
                  </a:lnTo>
                  <a:cubicBezTo>
                    <a:pt x="2548" y="2998"/>
                    <a:pt x="2500" y="2966"/>
                    <a:pt x="2452" y="2966"/>
                  </a:cubicBezTo>
                  <a:cubicBezTo>
                    <a:pt x="2404" y="2966"/>
                    <a:pt x="2355" y="2998"/>
                    <a:pt x="2321" y="3062"/>
                  </a:cubicBezTo>
                  <a:lnTo>
                    <a:pt x="68" y="6800"/>
                  </a:lnTo>
                  <a:cubicBezTo>
                    <a:pt x="1" y="6929"/>
                    <a:pt x="130" y="7058"/>
                    <a:pt x="259" y="7058"/>
                  </a:cubicBezTo>
                  <a:lnTo>
                    <a:pt x="645" y="7058"/>
                  </a:lnTo>
                  <a:lnTo>
                    <a:pt x="1290" y="9894"/>
                  </a:lnTo>
                  <a:lnTo>
                    <a:pt x="2775" y="17180"/>
                  </a:lnTo>
                  <a:cubicBezTo>
                    <a:pt x="2775" y="17309"/>
                    <a:pt x="2837" y="17371"/>
                    <a:pt x="2966" y="17371"/>
                  </a:cubicBezTo>
                  <a:lnTo>
                    <a:pt x="15021" y="17371"/>
                  </a:lnTo>
                  <a:cubicBezTo>
                    <a:pt x="15150" y="17371"/>
                    <a:pt x="15212" y="17309"/>
                    <a:pt x="15212" y="17180"/>
                  </a:cubicBezTo>
                  <a:lnTo>
                    <a:pt x="16697" y="9894"/>
                  </a:lnTo>
                  <a:lnTo>
                    <a:pt x="17341" y="7058"/>
                  </a:lnTo>
                  <a:lnTo>
                    <a:pt x="17728" y="7058"/>
                  </a:lnTo>
                  <a:cubicBezTo>
                    <a:pt x="17857" y="7058"/>
                    <a:pt x="17986" y="6929"/>
                    <a:pt x="17919" y="6800"/>
                  </a:cubicBezTo>
                  <a:lnTo>
                    <a:pt x="15666" y="3062"/>
                  </a:lnTo>
                  <a:cubicBezTo>
                    <a:pt x="15632" y="2998"/>
                    <a:pt x="15583" y="2966"/>
                    <a:pt x="15535" y="2966"/>
                  </a:cubicBezTo>
                  <a:cubicBezTo>
                    <a:pt x="15486" y="2966"/>
                    <a:pt x="15439" y="2998"/>
                    <a:pt x="15408" y="3062"/>
                  </a:cubicBezTo>
                  <a:lnTo>
                    <a:pt x="12505" y="6285"/>
                  </a:lnTo>
                  <a:cubicBezTo>
                    <a:pt x="12376" y="6352"/>
                    <a:pt x="12443" y="6543"/>
                    <a:pt x="12634" y="6543"/>
                  </a:cubicBezTo>
                  <a:lnTo>
                    <a:pt x="12959" y="6610"/>
                  </a:lnTo>
                  <a:lnTo>
                    <a:pt x="12314" y="9894"/>
                  </a:lnTo>
                  <a:lnTo>
                    <a:pt x="11025" y="9894"/>
                  </a:lnTo>
                  <a:lnTo>
                    <a:pt x="11860" y="4418"/>
                  </a:lnTo>
                  <a:lnTo>
                    <a:pt x="11927" y="4418"/>
                  </a:lnTo>
                  <a:cubicBezTo>
                    <a:pt x="12118" y="4418"/>
                    <a:pt x="12185" y="4222"/>
                    <a:pt x="12118" y="4093"/>
                  </a:cubicBezTo>
                  <a:lnTo>
                    <a:pt x="9153" y="97"/>
                  </a:lnTo>
                  <a:cubicBezTo>
                    <a:pt x="9122" y="33"/>
                    <a:pt x="9058" y="1"/>
                    <a:pt x="89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47"/>
            <p:cNvSpPr/>
            <p:nvPr/>
          </p:nvSpPr>
          <p:spPr>
            <a:xfrm>
              <a:off x="7131600" y="2777850"/>
              <a:ext cx="67600" cy="111300"/>
            </a:xfrm>
            <a:custGeom>
              <a:avLst/>
              <a:gdLst/>
              <a:ahLst/>
              <a:cxnLst/>
              <a:rect l="l" t="t" r="r" b="b"/>
              <a:pathLst>
                <a:path w="2704" h="4452" extrusionOk="0">
                  <a:moveTo>
                    <a:pt x="1340" y="1"/>
                  </a:moveTo>
                  <a:cubicBezTo>
                    <a:pt x="1211" y="1"/>
                    <a:pt x="0" y="56"/>
                    <a:pt x="0" y="2131"/>
                  </a:cubicBezTo>
                  <a:lnTo>
                    <a:pt x="191" y="4451"/>
                  </a:lnTo>
                  <a:lnTo>
                    <a:pt x="2450" y="4451"/>
                  </a:lnTo>
                  <a:lnTo>
                    <a:pt x="2640" y="2131"/>
                  </a:lnTo>
                  <a:cubicBezTo>
                    <a:pt x="2704" y="56"/>
                    <a:pt x="1492" y="1"/>
                    <a:pt x="1363" y="1"/>
                  </a:cubicBezTo>
                  <a:cubicBezTo>
                    <a:pt x="1355" y="1"/>
                    <a:pt x="1351" y="1"/>
                    <a:pt x="1351" y="1"/>
                  </a:cubicBezTo>
                  <a:cubicBezTo>
                    <a:pt x="1351" y="1"/>
                    <a:pt x="1348" y="1"/>
                    <a:pt x="13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47"/>
            <p:cNvSpPr/>
            <p:nvPr/>
          </p:nvSpPr>
          <p:spPr>
            <a:xfrm>
              <a:off x="7100925" y="2945450"/>
              <a:ext cx="127375" cy="154700"/>
            </a:xfrm>
            <a:custGeom>
              <a:avLst/>
              <a:gdLst/>
              <a:ahLst/>
              <a:cxnLst/>
              <a:rect l="l" t="t" r="r" b="b"/>
              <a:pathLst>
                <a:path w="5095" h="6188" extrusionOk="0">
                  <a:moveTo>
                    <a:pt x="2547" y="0"/>
                  </a:moveTo>
                  <a:cubicBezTo>
                    <a:pt x="1903" y="0"/>
                    <a:pt x="1258" y="258"/>
                    <a:pt x="774" y="774"/>
                  </a:cubicBezTo>
                  <a:cubicBezTo>
                    <a:pt x="325" y="1228"/>
                    <a:pt x="0" y="1805"/>
                    <a:pt x="129" y="2707"/>
                  </a:cubicBezTo>
                  <a:lnTo>
                    <a:pt x="583" y="6188"/>
                  </a:lnTo>
                  <a:lnTo>
                    <a:pt x="4512" y="6188"/>
                  </a:lnTo>
                  <a:lnTo>
                    <a:pt x="4966" y="2707"/>
                  </a:lnTo>
                  <a:cubicBezTo>
                    <a:pt x="5095" y="1805"/>
                    <a:pt x="4770" y="1228"/>
                    <a:pt x="4321" y="774"/>
                  </a:cubicBezTo>
                  <a:cubicBezTo>
                    <a:pt x="3837" y="258"/>
                    <a:pt x="3192" y="0"/>
                    <a:pt x="25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84" name="Google Shape;2084;p47"/>
          <p:cNvSpPr/>
          <p:nvPr/>
        </p:nvSpPr>
        <p:spPr>
          <a:xfrm>
            <a:off x="7517988" y="2665465"/>
            <a:ext cx="390722" cy="419550"/>
          </a:xfrm>
          <a:custGeom>
            <a:avLst/>
            <a:gdLst/>
            <a:ahLst/>
            <a:cxnLst/>
            <a:rect l="l" t="t" r="r" b="b"/>
            <a:pathLst>
              <a:path w="16630" h="17857" extrusionOk="0">
                <a:moveTo>
                  <a:pt x="7864" y="1"/>
                </a:moveTo>
                <a:cubicBezTo>
                  <a:pt x="3419" y="583"/>
                  <a:pt x="1" y="4384"/>
                  <a:pt x="68" y="9024"/>
                </a:cubicBezTo>
                <a:cubicBezTo>
                  <a:pt x="130" y="13923"/>
                  <a:pt x="4193" y="17857"/>
                  <a:pt x="9091" y="17857"/>
                </a:cubicBezTo>
                <a:cubicBezTo>
                  <a:pt x="12247" y="17857"/>
                  <a:pt x="15021" y="16181"/>
                  <a:pt x="16630" y="13732"/>
                </a:cubicBezTo>
                <a:cubicBezTo>
                  <a:pt x="16630" y="13665"/>
                  <a:pt x="16568" y="13536"/>
                  <a:pt x="16501" y="13536"/>
                </a:cubicBezTo>
                <a:cubicBezTo>
                  <a:pt x="15923" y="13665"/>
                  <a:pt x="15341" y="13732"/>
                  <a:pt x="14763" y="13732"/>
                </a:cubicBezTo>
                <a:cubicBezTo>
                  <a:pt x="10055" y="13732"/>
                  <a:pt x="6255" y="9927"/>
                  <a:pt x="6255" y="5286"/>
                </a:cubicBezTo>
                <a:cubicBezTo>
                  <a:pt x="6255" y="3352"/>
                  <a:pt x="6900" y="1615"/>
                  <a:pt x="7993" y="197"/>
                </a:cubicBezTo>
                <a:cubicBezTo>
                  <a:pt x="8060" y="68"/>
                  <a:pt x="7993" y="1"/>
                  <a:pt x="78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85" name="Google Shape;2085;p47"/>
          <p:cNvGrpSpPr/>
          <p:nvPr/>
        </p:nvGrpSpPr>
        <p:grpSpPr>
          <a:xfrm>
            <a:off x="6847376" y="3281914"/>
            <a:ext cx="333183" cy="419433"/>
            <a:chOff x="6993025" y="3308050"/>
            <a:chExt cx="354525" cy="446300"/>
          </a:xfrm>
        </p:grpSpPr>
        <p:sp>
          <p:nvSpPr>
            <p:cNvPr id="2086" name="Google Shape;2086;p47"/>
            <p:cNvSpPr/>
            <p:nvPr/>
          </p:nvSpPr>
          <p:spPr>
            <a:xfrm>
              <a:off x="6993025" y="3308050"/>
              <a:ext cx="354525" cy="446300"/>
            </a:xfrm>
            <a:custGeom>
              <a:avLst/>
              <a:gdLst/>
              <a:ahLst/>
              <a:cxnLst/>
              <a:rect l="l" t="t" r="r" b="b"/>
              <a:pathLst>
                <a:path w="14181" h="17852" extrusionOk="0">
                  <a:moveTo>
                    <a:pt x="6765" y="1"/>
                  </a:moveTo>
                  <a:cubicBezTo>
                    <a:pt x="6637" y="1"/>
                    <a:pt x="6575" y="130"/>
                    <a:pt x="6637" y="259"/>
                  </a:cubicBezTo>
                  <a:lnTo>
                    <a:pt x="7606" y="1996"/>
                  </a:lnTo>
                  <a:cubicBezTo>
                    <a:pt x="7735" y="2254"/>
                    <a:pt x="7797" y="2450"/>
                    <a:pt x="7735" y="2708"/>
                  </a:cubicBezTo>
                  <a:lnTo>
                    <a:pt x="6765" y="6508"/>
                  </a:lnTo>
                  <a:cubicBezTo>
                    <a:pt x="6704" y="6833"/>
                    <a:pt x="6508" y="7091"/>
                    <a:pt x="6188" y="7282"/>
                  </a:cubicBezTo>
                  <a:cubicBezTo>
                    <a:pt x="6021" y="7376"/>
                    <a:pt x="5846" y="7419"/>
                    <a:pt x="5672" y="7419"/>
                  </a:cubicBezTo>
                  <a:cubicBezTo>
                    <a:pt x="5373" y="7419"/>
                    <a:pt x="5076" y="7293"/>
                    <a:pt x="4832" y="7091"/>
                  </a:cubicBezTo>
                  <a:lnTo>
                    <a:pt x="1996" y="4384"/>
                  </a:lnTo>
                  <a:lnTo>
                    <a:pt x="965" y="2966"/>
                  </a:lnTo>
                  <a:cubicBezTo>
                    <a:pt x="919" y="2920"/>
                    <a:pt x="856" y="2898"/>
                    <a:pt x="795" y="2898"/>
                  </a:cubicBezTo>
                  <a:cubicBezTo>
                    <a:pt x="685" y="2898"/>
                    <a:pt x="578" y="2969"/>
                    <a:pt x="578" y="3095"/>
                  </a:cubicBezTo>
                  <a:lnTo>
                    <a:pt x="707" y="3672"/>
                  </a:lnTo>
                  <a:cubicBezTo>
                    <a:pt x="774" y="4059"/>
                    <a:pt x="965" y="4446"/>
                    <a:pt x="1222" y="4770"/>
                  </a:cubicBezTo>
                  <a:lnTo>
                    <a:pt x="1418" y="4961"/>
                  </a:lnTo>
                  <a:cubicBezTo>
                    <a:pt x="1480" y="5090"/>
                    <a:pt x="1480" y="5219"/>
                    <a:pt x="1351" y="5286"/>
                  </a:cubicBezTo>
                  <a:lnTo>
                    <a:pt x="129" y="5802"/>
                  </a:lnTo>
                  <a:cubicBezTo>
                    <a:pt x="0" y="5802"/>
                    <a:pt x="0" y="5931"/>
                    <a:pt x="0" y="6060"/>
                  </a:cubicBezTo>
                  <a:lnTo>
                    <a:pt x="129" y="6250"/>
                  </a:lnTo>
                  <a:cubicBezTo>
                    <a:pt x="129" y="6344"/>
                    <a:pt x="198" y="6406"/>
                    <a:pt x="259" y="6406"/>
                  </a:cubicBezTo>
                  <a:cubicBezTo>
                    <a:pt x="282" y="6406"/>
                    <a:pt x="303" y="6397"/>
                    <a:pt x="320" y="6379"/>
                  </a:cubicBezTo>
                  <a:lnTo>
                    <a:pt x="2063" y="5864"/>
                  </a:lnTo>
                  <a:cubicBezTo>
                    <a:pt x="2125" y="5864"/>
                    <a:pt x="2192" y="5864"/>
                    <a:pt x="2254" y="5931"/>
                  </a:cubicBezTo>
                  <a:lnTo>
                    <a:pt x="3543" y="7349"/>
                  </a:lnTo>
                  <a:cubicBezTo>
                    <a:pt x="4058" y="7926"/>
                    <a:pt x="4445" y="8638"/>
                    <a:pt x="4641" y="9411"/>
                  </a:cubicBezTo>
                  <a:lnTo>
                    <a:pt x="4832" y="10056"/>
                  </a:lnTo>
                  <a:cubicBezTo>
                    <a:pt x="5219" y="11345"/>
                    <a:pt x="5286" y="12696"/>
                    <a:pt x="5028" y="14052"/>
                  </a:cubicBezTo>
                  <a:lnTo>
                    <a:pt x="4316" y="17661"/>
                  </a:lnTo>
                  <a:cubicBezTo>
                    <a:pt x="4316" y="17790"/>
                    <a:pt x="4445" y="17852"/>
                    <a:pt x="4512" y="17852"/>
                  </a:cubicBezTo>
                  <a:lnTo>
                    <a:pt x="9473" y="17852"/>
                  </a:lnTo>
                  <a:cubicBezTo>
                    <a:pt x="9601" y="17852"/>
                    <a:pt x="9730" y="17790"/>
                    <a:pt x="9668" y="17661"/>
                  </a:cubicBezTo>
                  <a:lnTo>
                    <a:pt x="9282" y="15856"/>
                  </a:lnTo>
                  <a:cubicBezTo>
                    <a:pt x="9086" y="15016"/>
                    <a:pt x="8957" y="14181"/>
                    <a:pt x="8957" y="13340"/>
                  </a:cubicBezTo>
                  <a:lnTo>
                    <a:pt x="8957" y="11474"/>
                  </a:lnTo>
                  <a:cubicBezTo>
                    <a:pt x="8957" y="10891"/>
                    <a:pt x="9344" y="10313"/>
                    <a:pt x="9859" y="10056"/>
                  </a:cubicBezTo>
                  <a:lnTo>
                    <a:pt x="11602" y="9344"/>
                  </a:lnTo>
                  <a:cubicBezTo>
                    <a:pt x="11922" y="9215"/>
                    <a:pt x="12180" y="8957"/>
                    <a:pt x="12308" y="8571"/>
                  </a:cubicBezTo>
                  <a:lnTo>
                    <a:pt x="12762" y="6962"/>
                  </a:lnTo>
                  <a:cubicBezTo>
                    <a:pt x="12762" y="6895"/>
                    <a:pt x="12824" y="6833"/>
                    <a:pt x="12891" y="6833"/>
                  </a:cubicBezTo>
                  <a:lnTo>
                    <a:pt x="13855" y="6575"/>
                  </a:lnTo>
                  <a:cubicBezTo>
                    <a:pt x="13922" y="6508"/>
                    <a:pt x="13984" y="6508"/>
                    <a:pt x="13984" y="6446"/>
                  </a:cubicBezTo>
                  <a:lnTo>
                    <a:pt x="14113" y="5864"/>
                  </a:lnTo>
                  <a:cubicBezTo>
                    <a:pt x="14180" y="5735"/>
                    <a:pt x="14051" y="5606"/>
                    <a:pt x="13922" y="5606"/>
                  </a:cubicBezTo>
                  <a:lnTo>
                    <a:pt x="12247" y="5673"/>
                  </a:lnTo>
                  <a:cubicBezTo>
                    <a:pt x="12180" y="5735"/>
                    <a:pt x="12118" y="5735"/>
                    <a:pt x="12051" y="5802"/>
                  </a:cubicBezTo>
                  <a:lnTo>
                    <a:pt x="11344" y="7735"/>
                  </a:lnTo>
                  <a:cubicBezTo>
                    <a:pt x="11148" y="8184"/>
                    <a:pt x="10829" y="8509"/>
                    <a:pt x="10375" y="8700"/>
                  </a:cubicBezTo>
                  <a:lnTo>
                    <a:pt x="9988" y="8828"/>
                  </a:lnTo>
                  <a:cubicBezTo>
                    <a:pt x="9804" y="8897"/>
                    <a:pt x="9619" y="8929"/>
                    <a:pt x="9438" y="8929"/>
                  </a:cubicBezTo>
                  <a:cubicBezTo>
                    <a:pt x="8602" y="8929"/>
                    <a:pt x="7864" y="8247"/>
                    <a:pt x="7864" y="7349"/>
                  </a:cubicBezTo>
                  <a:cubicBezTo>
                    <a:pt x="7864" y="7091"/>
                    <a:pt x="7864" y="6766"/>
                    <a:pt x="7926" y="6508"/>
                  </a:cubicBezTo>
                  <a:lnTo>
                    <a:pt x="8699" y="3801"/>
                  </a:lnTo>
                  <a:cubicBezTo>
                    <a:pt x="8766" y="3543"/>
                    <a:pt x="8957" y="3285"/>
                    <a:pt x="9282" y="3157"/>
                  </a:cubicBezTo>
                  <a:lnTo>
                    <a:pt x="10375" y="2770"/>
                  </a:lnTo>
                  <a:cubicBezTo>
                    <a:pt x="10442" y="2770"/>
                    <a:pt x="10504" y="2641"/>
                    <a:pt x="10442" y="2512"/>
                  </a:cubicBezTo>
                  <a:lnTo>
                    <a:pt x="10055" y="1677"/>
                  </a:lnTo>
                  <a:cubicBezTo>
                    <a:pt x="10008" y="1629"/>
                    <a:pt x="9963" y="1584"/>
                    <a:pt x="9894" y="1584"/>
                  </a:cubicBezTo>
                  <a:cubicBezTo>
                    <a:pt x="9867" y="1584"/>
                    <a:pt x="9835" y="1592"/>
                    <a:pt x="9797" y="1610"/>
                  </a:cubicBezTo>
                  <a:lnTo>
                    <a:pt x="8828" y="2063"/>
                  </a:lnTo>
                  <a:cubicBezTo>
                    <a:pt x="8810" y="2081"/>
                    <a:pt x="8786" y="2089"/>
                    <a:pt x="8760" y="2089"/>
                  </a:cubicBezTo>
                  <a:cubicBezTo>
                    <a:pt x="8696" y="2089"/>
                    <a:pt x="8618" y="2044"/>
                    <a:pt x="8570" y="1996"/>
                  </a:cubicBezTo>
                  <a:lnTo>
                    <a:pt x="7606" y="130"/>
                  </a:lnTo>
                  <a:cubicBezTo>
                    <a:pt x="7606" y="63"/>
                    <a:pt x="7539" y="1"/>
                    <a:pt x="74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47"/>
            <p:cNvSpPr/>
            <p:nvPr/>
          </p:nvSpPr>
          <p:spPr>
            <a:xfrm>
              <a:off x="6993025" y="3308050"/>
              <a:ext cx="207825" cy="446300"/>
            </a:xfrm>
            <a:custGeom>
              <a:avLst/>
              <a:gdLst/>
              <a:ahLst/>
              <a:cxnLst/>
              <a:rect l="l" t="t" r="r" b="b"/>
              <a:pathLst>
                <a:path w="8313" h="17852" extrusionOk="0">
                  <a:moveTo>
                    <a:pt x="6765" y="1"/>
                  </a:moveTo>
                  <a:cubicBezTo>
                    <a:pt x="6637" y="1"/>
                    <a:pt x="6575" y="130"/>
                    <a:pt x="6637" y="259"/>
                  </a:cubicBezTo>
                  <a:lnTo>
                    <a:pt x="7606" y="1996"/>
                  </a:lnTo>
                  <a:cubicBezTo>
                    <a:pt x="7735" y="2254"/>
                    <a:pt x="7797" y="2450"/>
                    <a:pt x="7735" y="2708"/>
                  </a:cubicBezTo>
                  <a:lnTo>
                    <a:pt x="6765" y="6508"/>
                  </a:lnTo>
                  <a:cubicBezTo>
                    <a:pt x="6704" y="6833"/>
                    <a:pt x="6508" y="7091"/>
                    <a:pt x="6188" y="7282"/>
                  </a:cubicBezTo>
                  <a:cubicBezTo>
                    <a:pt x="5992" y="7349"/>
                    <a:pt x="5801" y="7410"/>
                    <a:pt x="5672" y="7410"/>
                  </a:cubicBezTo>
                  <a:cubicBezTo>
                    <a:pt x="5347" y="7410"/>
                    <a:pt x="5028" y="7282"/>
                    <a:pt x="4832" y="7091"/>
                  </a:cubicBezTo>
                  <a:lnTo>
                    <a:pt x="1996" y="4384"/>
                  </a:lnTo>
                  <a:lnTo>
                    <a:pt x="965" y="2966"/>
                  </a:lnTo>
                  <a:cubicBezTo>
                    <a:pt x="919" y="2920"/>
                    <a:pt x="856" y="2898"/>
                    <a:pt x="795" y="2898"/>
                  </a:cubicBezTo>
                  <a:cubicBezTo>
                    <a:pt x="685" y="2898"/>
                    <a:pt x="578" y="2969"/>
                    <a:pt x="578" y="3095"/>
                  </a:cubicBezTo>
                  <a:lnTo>
                    <a:pt x="707" y="3672"/>
                  </a:lnTo>
                  <a:cubicBezTo>
                    <a:pt x="774" y="4059"/>
                    <a:pt x="965" y="4446"/>
                    <a:pt x="1222" y="4770"/>
                  </a:cubicBezTo>
                  <a:lnTo>
                    <a:pt x="1418" y="4961"/>
                  </a:lnTo>
                  <a:cubicBezTo>
                    <a:pt x="1480" y="5090"/>
                    <a:pt x="1480" y="5219"/>
                    <a:pt x="1351" y="5286"/>
                  </a:cubicBezTo>
                  <a:lnTo>
                    <a:pt x="129" y="5802"/>
                  </a:lnTo>
                  <a:cubicBezTo>
                    <a:pt x="0" y="5802"/>
                    <a:pt x="0" y="5931"/>
                    <a:pt x="0" y="6060"/>
                  </a:cubicBezTo>
                  <a:lnTo>
                    <a:pt x="129" y="6250"/>
                  </a:lnTo>
                  <a:cubicBezTo>
                    <a:pt x="129" y="6344"/>
                    <a:pt x="198" y="6406"/>
                    <a:pt x="259" y="6406"/>
                  </a:cubicBezTo>
                  <a:cubicBezTo>
                    <a:pt x="282" y="6406"/>
                    <a:pt x="303" y="6397"/>
                    <a:pt x="320" y="6379"/>
                  </a:cubicBezTo>
                  <a:lnTo>
                    <a:pt x="2063" y="5864"/>
                  </a:lnTo>
                  <a:cubicBezTo>
                    <a:pt x="2125" y="5864"/>
                    <a:pt x="2192" y="5864"/>
                    <a:pt x="2254" y="5931"/>
                  </a:cubicBezTo>
                  <a:lnTo>
                    <a:pt x="3543" y="7349"/>
                  </a:lnTo>
                  <a:cubicBezTo>
                    <a:pt x="4058" y="7926"/>
                    <a:pt x="4445" y="8638"/>
                    <a:pt x="4641" y="9411"/>
                  </a:cubicBezTo>
                  <a:lnTo>
                    <a:pt x="4832" y="10056"/>
                  </a:lnTo>
                  <a:cubicBezTo>
                    <a:pt x="5219" y="11345"/>
                    <a:pt x="5286" y="12696"/>
                    <a:pt x="5028" y="14052"/>
                  </a:cubicBezTo>
                  <a:lnTo>
                    <a:pt x="4316" y="17661"/>
                  </a:lnTo>
                  <a:cubicBezTo>
                    <a:pt x="4316" y="17790"/>
                    <a:pt x="4445" y="17852"/>
                    <a:pt x="4512" y="17852"/>
                  </a:cubicBezTo>
                  <a:lnTo>
                    <a:pt x="5863" y="17852"/>
                  </a:lnTo>
                  <a:lnTo>
                    <a:pt x="6508" y="14181"/>
                  </a:lnTo>
                  <a:cubicBezTo>
                    <a:pt x="6575" y="13856"/>
                    <a:pt x="6575" y="13469"/>
                    <a:pt x="6575" y="13082"/>
                  </a:cubicBezTo>
                  <a:lnTo>
                    <a:pt x="6317" y="10442"/>
                  </a:lnTo>
                  <a:cubicBezTo>
                    <a:pt x="6250" y="9927"/>
                    <a:pt x="6317" y="9411"/>
                    <a:pt x="6508" y="8957"/>
                  </a:cubicBezTo>
                  <a:lnTo>
                    <a:pt x="6833" y="8055"/>
                  </a:lnTo>
                  <a:cubicBezTo>
                    <a:pt x="6961" y="7606"/>
                    <a:pt x="7152" y="7091"/>
                    <a:pt x="7281" y="6575"/>
                  </a:cubicBezTo>
                  <a:lnTo>
                    <a:pt x="8312" y="2708"/>
                  </a:lnTo>
                  <a:cubicBezTo>
                    <a:pt x="8312" y="2512"/>
                    <a:pt x="8312" y="2321"/>
                    <a:pt x="8250" y="2192"/>
                  </a:cubicBezTo>
                  <a:lnTo>
                    <a:pt x="70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8" name="Google Shape;2088;p47"/>
          <p:cNvGrpSpPr/>
          <p:nvPr/>
        </p:nvGrpSpPr>
        <p:grpSpPr>
          <a:xfrm>
            <a:off x="7501571" y="3433362"/>
            <a:ext cx="419433" cy="160541"/>
            <a:chOff x="7689125" y="3469200"/>
            <a:chExt cx="446300" cy="170825"/>
          </a:xfrm>
        </p:grpSpPr>
        <p:sp>
          <p:nvSpPr>
            <p:cNvPr id="2089" name="Google Shape;2089;p47"/>
            <p:cNvSpPr/>
            <p:nvPr/>
          </p:nvSpPr>
          <p:spPr>
            <a:xfrm>
              <a:off x="7689125" y="3469200"/>
              <a:ext cx="133700" cy="170825"/>
            </a:xfrm>
            <a:custGeom>
              <a:avLst/>
              <a:gdLst/>
              <a:ahLst/>
              <a:cxnLst/>
              <a:rect l="l" t="t" r="r" b="b"/>
              <a:pathLst>
                <a:path w="5348" h="6833" extrusionOk="0">
                  <a:moveTo>
                    <a:pt x="1032" y="0"/>
                  </a:moveTo>
                  <a:cubicBezTo>
                    <a:pt x="774" y="0"/>
                    <a:pt x="578" y="129"/>
                    <a:pt x="449" y="320"/>
                  </a:cubicBezTo>
                  <a:cubicBezTo>
                    <a:pt x="258" y="578"/>
                    <a:pt x="320" y="903"/>
                    <a:pt x="578" y="1160"/>
                  </a:cubicBezTo>
                  <a:lnTo>
                    <a:pt x="903" y="1418"/>
                  </a:lnTo>
                  <a:lnTo>
                    <a:pt x="707" y="1418"/>
                  </a:lnTo>
                  <a:cubicBezTo>
                    <a:pt x="320" y="1418"/>
                    <a:pt x="0" y="1676"/>
                    <a:pt x="0" y="2125"/>
                  </a:cubicBezTo>
                  <a:lnTo>
                    <a:pt x="0" y="4703"/>
                  </a:lnTo>
                  <a:cubicBezTo>
                    <a:pt x="0" y="5089"/>
                    <a:pt x="320" y="5414"/>
                    <a:pt x="707" y="5414"/>
                  </a:cubicBezTo>
                  <a:lnTo>
                    <a:pt x="903" y="5347"/>
                  </a:lnTo>
                  <a:lnTo>
                    <a:pt x="578" y="5672"/>
                  </a:lnTo>
                  <a:cubicBezTo>
                    <a:pt x="320" y="5863"/>
                    <a:pt x="258" y="6188"/>
                    <a:pt x="449" y="6507"/>
                  </a:cubicBezTo>
                  <a:cubicBezTo>
                    <a:pt x="578" y="6703"/>
                    <a:pt x="774" y="6832"/>
                    <a:pt x="1032" y="6832"/>
                  </a:cubicBezTo>
                  <a:cubicBezTo>
                    <a:pt x="2836" y="6765"/>
                    <a:pt x="4254" y="4961"/>
                    <a:pt x="4445" y="4703"/>
                  </a:cubicBezTo>
                  <a:lnTo>
                    <a:pt x="5347" y="4703"/>
                  </a:lnTo>
                  <a:lnTo>
                    <a:pt x="5347" y="2063"/>
                  </a:lnTo>
                  <a:lnTo>
                    <a:pt x="4445" y="2063"/>
                  </a:lnTo>
                  <a:cubicBezTo>
                    <a:pt x="4254" y="1805"/>
                    <a:pt x="2836" y="62"/>
                    <a:pt x="10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47"/>
            <p:cNvSpPr/>
            <p:nvPr/>
          </p:nvSpPr>
          <p:spPr>
            <a:xfrm>
              <a:off x="8001725" y="3469200"/>
              <a:ext cx="133700" cy="170825"/>
            </a:xfrm>
            <a:custGeom>
              <a:avLst/>
              <a:gdLst/>
              <a:ahLst/>
              <a:cxnLst/>
              <a:rect l="l" t="t" r="r" b="b"/>
              <a:pathLst>
                <a:path w="5348" h="6833" extrusionOk="0">
                  <a:moveTo>
                    <a:pt x="4254" y="0"/>
                  </a:moveTo>
                  <a:cubicBezTo>
                    <a:pt x="2511" y="62"/>
                    <a:pt x="1093" y="1805"/>
                    <a:pt x="903" y="2063"/>
                  </a:cubicBezTo>
                  <a:lnTo>
                    <a:pt x="0" y="2063"/>
                  </a:lnTo>
                  <a:lnTo>
                    <a:pt x="0" y="4703"/>
                  </a:lnTo>
                  <a:lnTo>
                    <a:pt x="903" y="4703"/>
                  </a:lnTo>
                  <a:cubicBezTo>
                    <a:pt x="1093" y="4961"/>
                    <a:pt x="2511" y="6765"/>
                    <a:pt x="4254" y="6832"/>
                  </a:cubicBezTo>
                  <a:cubicBezTo>
                    <a:pt x="4512" y="6832"/>
                    <a:pt x="4770" y="6703"/>
                    <a:pt x="4899" y="6507"/>
                  </a:cubicBezTo>
                  <a:cubicBezTo>
                    <a:pt x="5028" y="6188"/>
                    <a:pt x="5028" y="5863"/>
                    <a:pt x="4770" y="5672"/>
                  </a:cubicBezTo>
                  <a:lnTo>
                    <a:pt x="4445" y="5347"/>
                  </a:lnTo>
                  <a:lnTo>
                    <a:pt x="4574" y="5414"/>
                  </a:lnTo>
                  <a:cubicBezTo>
                    <a:pt x="5028" y="5414"/>
                    <a:pt x="5347" y="5089"/>
                    <a:pt x="5347" y="4703"/>
                  </a:cubicBezTo>
                  <a:lnTo>
                    <a:pt x="5347" y="2125"/>
                  </a:lnTo>
                  <a:cubicBezTo>
                    <a:pt x="5347" y="1676"/>
                    <a:pt x="5028" y="1418"/>
                    <a:pt x="4574" y="1418"/>
                  </a:cubicBezTo>
                  <a:lnTo>
                    <a:pt x="4445" y="1418"/>
                  </a:lnTo>
                  <a:lnTo>
                    <a:pt x="4770" y="1160"/>
                  </a:lnTo>
                  <a:cubicBezTo>
                    <a:pt x="5028" y="903"/>
                    <a:pt x="5028" y="578"/>
                    <a:pt x="4899" y="320"/>
                  </a:cubicBezTo>
                  <a:cubicBezTo>
                    <a:pt x="4770" y="129"/>
                    <a:pt x="4512" y="0"/>
                    <a:pt x="42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47"/>
            <p:cNvSpPr/>
            <p:nvPr/>
          </p:nvSpPr>
          <p:spPr>
            <a:xfrm>
              <a:off x="7800250" y="3475650"/>
              <a:ext cx="222375" cy="156250"/>
            </a:xfrm>
            <a:custGeom>
              <a:avLst/>
              <a:gdLst/>
              <a:ahLst/>
              <a:cxnLst/>
              <a:rect l="l" t="t" r="r" b="b"/>
              <a:pathLst>
                <a:path w="8895" h="6250" extrusionOk="0">
                  <a:moveTo>
                    <a:pt x="2836" y="0"/>
                  </a:moveTo>
                  <a:cubicBezTo>
                    <a:pt x="1289" y="0"/>
                    <a:pt x="0" y="1289"/>
                    <a:pt x="0" y="2836"/>
                  </a:cubicBezTo>
                  <a:lnTo>
                    <a:pt x="0" y="3481"/>
                  </a:lnTo>
                  <a:cubicBezTo>
                    <a:pt x="0" y="5027"/>
                    <a:pt x="1289" y="6249"/>
                    <a:pt x="2836" y="6249"/>
                  </a:cubicBezTo>
                  <a:lnTo>
                    <a:pt x="6126" y="6249"/>
                  </a:lnTo>
                  <a:cubicBezTo>
                    <a:pt x="7673" y="6249"/>
                    <a:pt x="8895" y="5027"/>
                    <a:pt x="8895" y="3481"/>
                  </a:cubicBezTo>
                  <a:lnTo>
                    <a:pt x="8895" y="2836"/>
                  </a:lnTo>
                  <a:cubicBezTo>
                    <a:pt x="8895" y="1289"/>
                    <a:pt x="7673" y="0"/>
                    <a:pt x="61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47"/>
            <p:cNvSpPr/>
            <p:nvPr/>
          </p:nvSpPr>
          <p:spPr>
            <a:xfrm>
              <a:off x="7808350" y="3475650"/>
              <a:ext cx="124050" cy="151475"/>
            </a:xfrm>
            <a:custGeom>
              <a:avLst/>
              <a:gdLst/>
              <a:ahLst/>
              <a:cxnLst/>
              <a:rect l="l" t="t" r="r" b="b"/>
              <a:pathLst>
                <a:path w="4962" h="6059" extrusionOk="0">
                  <a:moveTo>
                    <a:pt x="2708" y="0"/>
                  </a:moveTo>
                  <a:lnTo>
                    <a:pt x="1" y="4703"/>
                  </a:lnTo>
                  <a:cubicBezTo>
                    <a:pt x="321" y="5347"/>
                    <a:pt x="836" y="5801"/>
                    <a:pt x="1481" y="6059"/>
                  </a:cubicBezTo>
                  <a:lnTo>
                    <a:pt x="496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47"/>
            <p:cNvSpPr/>
            <p:nvPr/>
          </p:nvSpPr>
          <p:spPr>
            <a:xfrm>
              <a:off x="7882475" y="3478850"/>
              <a:ext cx="128925" cy="153050"/>
            </a:xfrm>
            <a:custGeom>
              <a:avLst/>
              <a:gdLst/>
              <a:ahLst/>
              <a:cxnLst/>
              <a:rect l="l" t="t" r="r" b="b"/>
              <a:pathLst>
                <a:path w="5157" h="6122" extrusionOk="0">
                  <a:moveTo>
                    <a:pt x="3543" y="1"/>
                  </a:moveTo>
                  <a:lnTo>
                    <a:pt x="1" y="6121"/>
                  </a:lnTo>
                  <a:lnTo>
                    <a:pt x="2254" y="6121"/>
                  </a:lnTo>
                  <a:lnTo>
                    <a:pt x="5157" y="1161"/>
                  </a:lnTo>
                  <a:cubicBezTo>
                    <a:pt x="4770" y="578"/>
                    <a:pt x="4255" y="192"/>
                    <a:pt x="35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4" name="Google Shape;2094;p47"/>
          <p:cNvGrpSpPr/>
          <p:nvPr/>
        </p:nvGrpSpPr>
        <p:grpSpPr>
          <a:xfrm>
            <a:off x="6112876" y="3294906"/>
            <a:ext cx="395303" cy="420138"/>
            <a:chOff x="6211475" y="3321875"/>
            <a:chExt cx="420625" cy="447050"/>
          </a:xfrm>
        </p:grpSpPr>
        <p:sp>
          <p:nvSpPr>
            <p:cNvPr id="2095" name="Google Shape;2095;p47"/>
            <p:cNvSpPr/>
            <p:nvPr/>
          </p:nvSpPr>
          <p:spPr>
            <a:xfrm>
              <a:off x="6211475" y="3609325"/>
              <a:ext cx="420625" cy="159600"/>
            </a:xfrm>
            <a:custGeom>
              <a:avLst/>
              <a:gdLst/>
              <a:ahLst/>
              <a:cxnLst/>
              <a:rect l="l" t="t" r="r" b="b"/>
              <a:pathLst>
                <a:path w="16825" h="6384" extrusionOk="0">
                  <a:moveTo>
                    <a:pt x="8446" y="0"/>
                  </a:moveTo>
                  <a:cubicBezTo>
                    <a:pt x="3738" y="0"/>
                    <a:pt x="0" y="1418"/>
                    <a:pt x="0" y="3161"/>
                  </a:cubicBezTo>
                  <a:cubicBezTo>
                    <a:pt x="0" y="4899"/>
                    <a:pt x="3738" y="6384"/>
                    <a:pt x="8446" y="6384"/>
                  </a:cubicBezTo>
                  <a:cubicBezTo>
                    <a:pt x="13087" y="6384"/>
                    <a:pt x="16825" y="4899"/>
                    <a:pt x="16825" y="3161"/>
                  </a:cubicBezTo>
                  <a:cubicBezTo>
                    <a:pt x="16825" y="1418"/>
                    <a:pt x="13087" y="0"/>
                    <a:pt x="84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47"/>
            <p:cNvSpPr/>
            <p:nvPr/>
          </p:nvSpPr>
          <p:spPr>
            <a:xfrm>
              <a:off x="6274375" y="3321875"/>
              <a:ext cx="294825" cy="377200"/>
            </a:xfrm>
            <a:custGeom>
              <a:avLst/>
              <a:gdLst/>
              <a:ahLst/>
              <a:cxnLst/>
              <a:rect l="l" t="t" r="r" b="b"/>
              <a:pathLst>
                <a:path w="11793" h="15088" extrusionOk="0">
                  <a:moveTo>
                    <a:pt x="6375" y="1"/>
                  </a:moveTo>
                  <a:cubicBezTo>
                    <a:pt x="6158" y="1"/>
                    <a:pt x="5941" y="117"/>
                    <a:pt x="5863" y="350"/>
                  </a:cubicBezTo>
                  <a:lnTo>
                    <a:pt x="0" y="13303"/>
                  </a:lnTo>
                  <a:cubicBezTo>
                    <a:pt x="0" y="13432"/>
                    <a:pt x="0" y="13499"/>
                    <a:pt x="129" y="13561"/>
                  </a:cubicBezTo>
                  <a:cubicBezTo>
                    <a:pt x="2295" y="14703"/>
                    <a:pt x="4302" y="15087"/>
                    <a:pt x="6020" y="15087"/>
                  </a:cubicBezTo>
                  <a:cubicBezTo>
                    <a:pt x="9056" y="15087"/>
                    <a:pt x="11194" y="13890"/>
                    <a:pt x="11731" y="13561"/>
                  </a:cubicBezTo>
                  <a:cubicBezTo>
                    <a:pt x="11793" y="13499"/>
                    <a:pt x="11793" y="13432"/>
                    <a:pt x="11793" y="13303"/>
                  </a:cubicBezTo>
                  <a:lnTo>
                    <a:pt x="7606" y="4475"/>
                  </a:lnTo>
                  <a:cubicBezTo>
                    <a:pt x="7425" y="4176"/>
                    <a:pt x="7688" y="3823"/>
                    <a:pt x="7980" y="3823"/>
                  </a:cubicBezTo>
                  <a:cubicBezTo>
                    <a:pt x="8005" y="3823"/>
                    <a:pt x="8030" y="3826"/>
                    <a:pt x="8054" y="3831"/>
                  </a:cubicBezTo>
                  <a:lnTo>
                    <a:pt x="9859" y="4150"/>
                  </a:lnTo>
                  <a:cubicBezTo>
                    <a:pt x="9877" y="4157"/>
                    <a:pt x="9895" y="4159"/>
                    <a:pt x="9913" y="4159"/>
                  </a:cubicBezTo>
                  <a:cubicBezTo>
                    <a:pt x="10087" y="4159"/>
                    <a:pt x="10228" y="3881"/>
                    <a:pt x="10055" y="3764"/>
                  </a:cubicBezTo>
                  <a:lnTo>
                    <a:pt x="6765" y="154"/>
                  </a:lnTo>
                  <a:cubicBezTo>
                    <a:pt x="6663" y="52"/>
                    <a:pt x="6519" y="1"/>
                    <a:pt x="63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47"/>
            <p:cNvSpPr/>
            <p:nvPr/>
          </p:nvSpPr>
          <p:spPr>
            <a:xfrm>
              <a:off x="6309825" y="3493300"/>
              <a:ext cx="222375" cy="85500"/>
            </a:xfrm>
            <a:custGeom>
              <a:avLst/>
              <a:gdLst/>
              <a:ahLst/>
              <a:cxnLst/>
              <a:rect l="l" t="t" r="r" b="b"/>
              <a:pathLst>
                <a:path w="8895" h="3420" extrusionOk="0">
                  <a:moveTo>
                    <a:pt x="1547" y="0"/>
                  </a:moveTo>
                  <a:lnTo>
                    <a:pt x="0" y="3419"/>
                  </a:lnTo>
                  <a:lnTo>
                    <a:pt x="8895" y="3419"/>
                  </a:lnTo>
                  <a:lnTo>
                    <a:pt x="72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47"/>
            <p:cNvSpPr/>
            <p:nvPr/>
          </p:nvSpPr>
          <p:spPr>
            <a:xfrm>
              <a:off x="6385475" y="3488525"/>
              <a:ext cx="104825" cy="93475"/>
            </a:xfrm>
            <a:custGeom>
              <a:avLst/>
              <a:gdLst/>
              <a:ahLst/>
              <a:cxnLst/>
              <a:rect l="l" t="t" r="r" b="b"/>
              <a:pathLst>
                <a:path w="4193" h="3739" extrusionOk="0">
                  <a:moveTo>
                    <a:pt x="2646" y="516"/>
                  </a:moveTo>
                  <a:lnTo>
                    <a:pt x="2646" y="1609"/>
                  </a:lnTo>
                  <a:lnTo>
                    <a:pt x="1548" y="1609"/>
                  </a:lnTo>
                  <a:cubicBezTo>
                    <a:pt x="1419" y="1609"/>
                    <a:pt x="1290" y="1738"/>
                    <a:pt x="1290" y="1867"/>
                  </a:cubicBezTo>
                  <a:cubicBezTo>
                    <a:pt x="1290" y="1996"/>
                    <a:pt x="1419" y="2125"/>
                    <a:pt x="1548" y="2125"/>
                  </a:cubicBezTo>
                  <a:lnTo>
                    <a:pt x="2646" y="2125"/>
                  </a:lnTo>
                  <a:lnTo>
                    <a:pt x="2646" y="3223"/>
                  </a:lnTo>
                  <a:lnTo>
                    <a:pt x="517" y="3223"/>
                  </a:lnTo>
                  <a:lnTo>
                    <a:pt x="517" y="516"/>
                  </a:lnTo>
                  <a:close/>
                  <a:moveTo>
                    <a:pt x="259" y="1"/>
                  </a:moveTo>
                  <a:cubicBezTo>
                    <a:pt x="130" y="1"/>
                    <a:pt x="1" y="130"/>
                    <a:pt x="1" y="258"/>
                  </a:cubicBezTo>
                  <a:lnTo>
                    <a:pt x="1" y="3481"/>
                  </a:lnTo>
                  <a:cubicBezTo>
                    <a:pt x="1" y="3610"/>
                    <a:pt x="130" y="3739"/>
                    <a:pt x="259" y="3739"/>
                  </a:cubicBezTo>
                  <a:lnTo>
                    <a:pt x="2904" y="3739"/>
                  </a:lnTo>
                  <a:cubicBezTo>
                    <a:pt x="3033" y="3739"/>
                    <a:pt x="3162" y="3610"/>
                    <a:pt x="3162" y="3481"/>
                  </a:cubicBezTo>
                  <a:lnTo>
                    <a:pt x="3162" y="2125"/>
                  </a:lnTo>
                  <a:lnTo>
                    <a:pt x="3935" y="2125"/>
                  </a:lnTo>
                  <a:cubicBezTo>
                    <a:pt x="4064" y="2125"/>
                    <a:pt x="4193" y="1996"/>
                    <a:pt x="4193" y="1867"/>
                  </a:cubicBezTo>
                  <a:cubicBezTo>
                    <a:pt x="4193" y="1738"/>
                    <a:pt x="4064" y="1609"/>
                    <a:pt x="3935" y="1609"/>
                  </a:cubicBezTo>
                  <a:lnTo>
                    <a:pt x="3162" y="1609"/>
                  </a:lnTo>
                  <a:lnTo>
                    <a:pt x="3162" y="258"/>
                  </a:lnTo>
                  <a:cubicBezTo>
                    <a:pt x="3162" y="130"/>
                    <a:pt x="3033" y="1"/>
                    <a:pt x="29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9" name="Google Shape;2099;p47"/>
          <p:cNvGrpSpPr/>
          <p:nvPr/>
        </p:nvGrpSpPr>
        <p:grpSpPr>
          <a:xfrm>
            <a:off x="5404149" y="3318519"/>
            <a:ext cx="421007" cy="410293"/>
            <a:chOff x="5457350" y="3347000"/>
            <a:chExt cx="447975" cy="436575"/>
          </a:xfrm>
        </p:grpSpPr>
        <p:sp>
          <p:nvSpPr>
            <p:cNvPr id="2100" name="Google Shape;2100;p47"/>
            <p:cNvSpPr/>
            <p:nvPr/>
          </p:nvSpPr>
          <p:spPr>
            <a:xfrm>
              <a:off x="5457350" y="3347000"/>
              <a:ext cx="447975" cy="436575"/>
            </a:xfrm>
            <a:custGeom>
              <a:avLst/>
              <a:gdLst/>
              <a:ahLst/>
              <a:cxnLst/>
              <a:rect l="l" t="t" r="r" b="b"/>
              <a:pathLst>
                <a:path w="17919" h="17463" extrusionOk="0">
                  <a:moveTo>
                    <a:pt x="9071" y="1"/>
                  </a:moveTo>
                  <a:cubicBezTo>
                    <a:pt x="8441" y="1"/>
                    <a:pt x="7819" y="70"/>
                    <a:pt x="7220" y="181"/>
                  </a:cubicBezTo>
                  <a:cubicBezTo>
                    <a:pt x="6513" y="309"/>
                    <a:pt x="5802" y="438"/>
                    <a:pt x="5157" y="696"/>
                  </a:cubicBezTo>
                  <a:cubicBezTo>
                    <a:pt x="4641" y="892"/>
                    <a:pt x="4193" y="1150"/>
                    <a:pt x="3739" y="1408"/>
                  </a:cubicBezTo>
                  <a:cubicBezTo>
                    <a:pt x="3419" y="1599"/>
                    <a:pt x="3162" y="1727"/>
                    <a:pt x="2904" y="1923"/>
                  </a:cubicBezTo>
                  <a:cubicBezTo>
                    <a:pt x="2321" y="2310"/>
                    <a:pt x="1806" y="2759"/>
                    <a:pt x="1419" y="3274"/>
                  </a:cubicBezTo>
                  <a:cubicBezTo>
                    <a:pt x="516" y="4306"/>
                    <a:pt x="68" y="5595"/>
                    <a:pt x="68" y="7013"/>
                  </a:cubicBezTo>
                  <a:cubicBezTo>
                    <a:pt x="1" y="8431"/>
                    <a:pt x="455" y="9849"/>
                    <a:pt x="1099" y="11138"/>
                  </a:cubicBezTo>
                  <a:cubicBezTo>
                    <a:pt x="1744" y="12298"/>
                    <a:pt x="2517" y="13396"/>
                    <a:pt x="3481" y="14298"/>
                  </a:cubicBezTo>
                  <a:cubicBezTo>
                    <a:pt x="4580" y="15330"/>
                    <a:pt x="5931" y="16294"/>
                    <a:pt x="7349" y="16938"/>
                  </a:cubicBezTo>
                  <a:cubicBezTo>
                    <a:pt x="7879" y="17173"/>
                    <a:pt x="8460" y="17463"/>
                    <a:pt x="9046" y="17463"/>
                  </a:cubicBezTo>
                  <a:cubicBezTo>
                    <a:pt x="9104" y="17463"/>
                    <a:pt x="9162" y="17460"/>
                    <a:pt x="9220" y="17454"/>
                  </a:cubicBezTo>
                  <a:cubicBezTo>
                    <a:pt x="9669" y="17325"/>
                    <a:pt x="10184" y="17134"/>
                    <a:pt x="10638" y="16938"/>
                  </a:cubicBezTo>
                  <a:cubicBezTo>
                    <a:pt x="12056" y="16294"/>
                    <a:pt x="13345" y="15330"/>
                    <a:pt x="14505" y="14298"/>
                  </a:cubicBezTo>
                  <a:cubicBezTo>
                    <a:pt x="15470" y="13396"/>
                    <a:pt x="16243" y="12298"/>
                    <a:pt x="16826" y="11138"/>
                  </a:cubicBezTo>
                  <a:cubicBezTo>
                    <a:pt x="17532" y="9849"/>
                    <a:pt x="17919" y="8431"/>
                    <a:pt x="17919" y="7013"/>
                  </a:cubicBezTo>
                  <a:cubicBezTo>
                    <a:pt x="17857" y="4115"/>
                    <a:pt x="15727" y="1985"/>
                    <a:pt x="13278" y="892"/>
                  </a:cubicBezTo>
                  <a:cubicBezTo>
                    <a:pt x="12892" y="696"/>
                    <a:pt x="12443" y="567"/>
                    <a:pt x="12056" y="438"/>
                  </a:cubicBezTo>
                  <a:cubicBezTo>
                    <a:pt x="11474" y="248"/>
                    <a:pt x="10958" y="181"/>
                    <a:pt x="10442" y="119"/>
                  </a:cubicBezTo>
                  <a:cubicBezTo>
                    <a:pt x="9984" y="37"/>
                    <a:pt x="9525" y="1"/>
                    <a:pt x="90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47"/>
            <p:cNvSpPr/>
            <p:nvPr/>
          </p:nvSpPr>
          <p:spPr>
            <a:xfrm>
              <a:off x="5691075" y="3500275"/>
              <a:ext cx="159475" cy="128900"/>
            </a:xfrm>
            <a:custGeom>
              <a:avLst/>
              <a:gdLst/>
              <a:ahLst/>
              <a:cxnLst/>
              <a:rect l="l" t="t" r="r" b="b"/>
              <a:pathLst>
                <a:path w="6379" h="5156" extrusionOk="0">
                  <a:moveTo>
                    <a:pt x="4239" y="1"/>
                  </a:moveTo>
                  <a:cubicBezTo>
                    <a:pt x="3492" y="1"/>
                    <a:pt x="2629" y="331"/>
                    <a:pt x="1867" y="949"/>
                  </a:cubicBezTo>
                  <a:cubicBezTo>
                    <a:pt x="516" y="2042"/>
                    <a:pt x="0" y="3656"/>
                    <a:pt x="774" y="4558"/>
                  </a:cubicBezTo>
                  <a:cubicBezTo>
                    <a:pt x="1087" y="4958"/>
                    <a:pt x="1604" y="5155"/>
                    <a:pt x="2200" y="5155"/>
                  </a:cubicBezTo>
                  <a:cubicBezTo>
                    <a:pt x="2948" y="5155"/>
                    <a:pt x="3822" y="4844"/>
                    <a:pt x="4574" y="4233"/>
                  </a:cubicBezTo>
                  <a:cubicBezTo>
                    <a:pt x="5930" y="3140"/>
                    <a:pt x="6378" y="1526"/>
                    <a:pt x="5672" y="624"/>
                  </a:cubicBezTo>
                  <a:cubicBezTo>
                    <a:pt x="5333" y="202"/>
                    <a:pt x="4821" y="1"/>
                    <a:pt x="42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47"/>
            <p:cNvSpPr/>
            <p:nvPr/>
          </p:nvSpPr>
          <p:spPr>
            <a:xfrm>
              <a:off x="5510600" y="3499775"/>
              <a:ext cx="159475" cy="129400"/>
            </a:xfrm>
            <a:custGeom>
              <a:avLst/>
              <a:gdLst/>
              <a:ahLst/>
              <a:cxnLst/>
              <a:rect l="l" t="t" r="r" b="b"/>
              <a:pathLst>
                <a:path w="6379" h="5176" extrusionOk="0">
                  <a:moveTo>
                    <a:pt x="2174" y="0"/>
                  </a:moveTo>
                  <a:cubicBezTo>
                    <a:pt x="1578" y="0"/>
                    <a:pt x="1052" y="213"/>
                    <a:pt x="707" y="644"/>
                  </a:cubicBezTo>
                  <a:cubicBezTo>
                    <a:pt x="0" y="1546"/>
                    <a:pt x="449" y="3160"/>
                    <a:pt x="1805" y="4253"/>
                  </a:cubicBezTo>
                  <a:cubicBezTo>
                    <a:pt x="2557" y="4864"/>
                    <a:pt x="3430" y="5175"/>
                    <a:pt x="4179" y="5175"/>
                  </a:cubicBezTo>
                  <a:cubicBezTo>
                    <a:pt x="4775" y="5175"/>
                    <a:pt x="5292" y="4978"/>
                    <a:pt x="5605" y="4578"/>
                  </a:cubicBezTo>
                  <a:cubicBezTo>
                    <a:pt x="6379" y="3676"/>
                    <a:pt x="5863" y="2062"/>
                    <a:pt x="4512" y="969"/>
                  </a:cubicBezTo>
                  <a:cubicBezTo>
                    <a:pt x="3762" y="327"/>
                    <a:pt x="2914" y="0"/>
                    <a:pt x="217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47"/>
            <p:cNvSpPr/>
            <p:nvPr/>
          </p:nvSpPr>
          <p:spPr>
            <a:xfrm>
              <a:off x="5642725" y="3675450"/>
              <a:ext cx="78925" cy="29525"/>
            </a:xfrm>
            <a:custGeom>
              <a:avLst/>
              <a:gdLst/>
              <a:ahLst/>
              <a:cxnLst/>
              <a:rect l="l" t="t" r="r" b="b"/>
              <a:pathLst>
                <a:path w="3157" h="1181" extrusionOk="0">
                  <a:moveTo>
                    <a:pt x="129" y="0"/>
                  </a:moveTo>
                  <a:cubicBezTo>
                    <a:pt x="62" y="0"/>
                    <a:pt x="1" y="62"/>
                    <a:pt x="1" y="129"/>
                  </a:cubicBezTo>
                  <a:cubicBezTo>
                    <a:pt x="287" y="706"/>
                    <a:pt x="888" y="1180"/>
                    <a:pt x="1517" y="1180"/>
                  </a:cubicBezTo>
                  <a:cubicBezTo>
                    <a:pt x="1591" y="1180"/>
                    <a:pt x="1664" y="1174"/>
                    <a:pt x="1738" y="1160"/>
                  </a:cubicBezTo>
                  <a:cubicBezTo>
                    <a:pt x="2383" y="1093"/>
                    <a:pt x="2898" y="645"/>
                    <a:pt x="3094" y="129"/>
                  </a:cubicBezTo>
                  <a:cubicBezTo>
                    <a:pt x="3156" y="62"/>
                    <a:pt x="3094" y="0"/>
                    <a:pt x="3027" y="0"/>
                  </a:cubicBezTo>
                  <a:cubicBezTo>
                    <a:pt x="2769" y="129"/>
                    <a:pt x="2254" y="320"/>
                    <a:pt x="1547" y="320"/>
                  </a:cubicBezTo>
                  <a:cubicBezTo>
                    <a:pt x="903" y="320"/>
                    <a:pt x="387" y="129"/>
                    <a:pt x="1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4" name="Google Shape;2104;p47"/>
          <p:cNvGrpSpPr/>
          <p:nvPr/>
        </p:nvGrpSpPr>
        <p:grpSpPr>
          <a:xfrm>
            <a:off x="4775775" y="3311917"/>
            <a:ext cx="360437" cy="419715"/>
            <a:chOff x="4788725" y="3339975"/>
            <a:chExt cx="383525" cy="446600"/>
          </a:xfrm>
        </p:grpSpPr>
        <p:sp>
          <p:nvSpPr>
            <p:cNvPr id="2105" name="Google Shape;2105;p47"/>
            <p:cNvSpPr/>
            <p:nvPr/>
          </p:nvSpPr>
          <p:spPr>
            <a:xfrm>
              <a:off x="4869275" y="3339975"/>
              <a:ext cx="117600" cy="143675"/>
            </a:xfrm>
            <a:custGeom>
              <a:avLst/>
              <a:gdLst/>
              <a:ahLst/>
              <a:cxnLst/>
              <a:rect l="l" t="t" r="r" b="b"/>
              <a:pathLst>
                <a:path w="4704" h="5747" extrusionOk="0">
                  <a:moveTo>
                    <a:pt x="2113" y="0"/>
                  </a:moveTo>
                  <a:cubicBezTo>
                    <a:pt x="1932" y="0"/>
                    <a:pt x="1749" y="64"/>
                    <a:pt x="1610" y="204"/>
                  </a:cubicBezTo>
                  <a:lnTo>
                    <a:pt x="321" y="1560"/>
                  </a:lnTo>
                  <a:cubicBezTo>
                    <a:pt x="1" y="1880"/>
                    <a:pt x="63" y="2395"/>
                    <a:pt x="450" y="2653"/>
                  </a:cubicBezTo>
                  <a:lnTo>
                    <a:pt x="4703" y="5747"/>
                  </a:lnTo>
                  <a:lnTo>
                    <a:pt x="2837" y="529"/>
                  </a:lnTo>
                  <a:cubicBezTo>
                    <a:pt x="2755" y="199"/>
                    <a:pt x="2435" y="0"/>
                    <a:pt x="21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47"/>
            <p:cNvSpPr/>
            <p:nvPr/>
          </p:nvSpPr>
          <p:spPr>
            <a:xfrm>
              <a:off x="4973950" y="3339975"/>
              <a:ext cx="117725" cy="143675"/>
            </a:xfrm>
            <a:custGeom>
              <a:avLst/>
              <a:gdLst/>
              <a:ahLst/>
              <a:cxnLst/>
              <a:rect l="l" t="t" r="r" b="b"/>
              <a:pathLst>
                <a:path w="4709" h="5747" extrusionOk="0">
                  <a:moveTo>
                    <a:pt x="2608" y="0"/>
                  </a:moveTo>
                  <a:cubicBezTo>
                    <a:pt x="2301" y="0"/>
                    <a:pt x="1994" y="199"/>
                    <a:pt x="1873" y="529"/>
                  </a:cubicBezTo>
                  <a:lnTo>
                    <a:pt x="1" y="5747"/>
                  </a:lnTo>
                  <a:lnTo>
                    <a:pt x="4322" y="2653"/>
                  </a:lnTo>
                  <a:cubicBezTo>
                    <a:pt x="4709" y="2395"/>
                    <a:pt x="4709" y="1880"/>
                    <a:pt x="4384" y="1560"/>
                  </a:cubicBezTo>
                  <a:lnTo>
                    <a:pt x="3095" y="204"/>
                  </a:lnTo>
                  <a:cubicBezTo>
                    <a:pt x="2955" y="64"/>
                    <a:pt x="2781" y="0"/>
                    <a:pt x="26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47"/>
            <p:cNvSpPr/>
            <p:nvPr/>
          </p:nvSpPr>
          <p:spPr>
            <a:xfrm>
              <a:off x="4788725" y="3461075"/>
              <a:ext cx="383525" cy="114500"/>
            </a:xfrm>
            <a:custGeom>
              <a:avLst/>
              <a:gdLst/>
              <a:ahLst/>
              <a:cxnLst/>
              <a:rect l="l" t="t" r="r" b="b"/>
              <a:pathLst>
                <a:path w="15341" h="4580" extrusionOk="0">
                  <a:moveTo>
                    <a:pt x="191" y="0"/>
                  </a:moveTo>
                  <a:cubicBezTo>
                    <a:pt x="62" y="0"/>
                    <a:pt x="0" y="67"/>
                    <a:pt x="0" y="196"/>
                  </a:cubicBezTo>
                  <a:lnTo>
                    <a:pt x="0" y="4383"/>
                  </a:lnTo>
                  <a:cubicBezTo>
                    <a:pt x="0" y="4512"/>
                    <a:pt x="62" y="4579"/>
                    <a:pt x="191" y="4579"/>
                  </a:cubicBezTo>
                  <a:lnTo>
                    <a:pt x="15211" y="4579"/>
                  </a:lnTo>
                  <a:cubicBezTo>
                    <a:pt x="15273" y="4579"/>
                    <a:pt x="15340" y="4512"/>
                    <a:pt x="15340" y="4383"/>
                  </a:cubicBezTo>
                  <a:lnTo>
                    <a:pt x="15340" y="196"/>
                  </a:lnTo>
                  <a:cubicBezTo>
                    <a:pt x="15340" y="67"/>
                    <a:pt x="15273" y="0"/>
                    <a:pt x="152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47"/>
            <p:cNvSpPr/>
            <p:nvPr/>
          </p:nvSpPr>
          <p:spPr>
            <a:xfrm>
              <a:off x="4795175" y="3575550"/>
              <a:ext cx="370625" cy="211025"/>
            </a:xfrm>
            <a:custGeom>
              <a:avLst/>
              <a:gdLst/>
              <a:ahLst/>
              <a:cxnLst/>
              <a:rect l="l" t="t" r="r" b="b"/>
              <a:pathLst>
                <a:path w="14825" h="8441" extrusionOk="0">
                  <a:moveTo>
                    <a:pt x="0" y="0"/>
                  </a:moveTo>
                  <a:lnTo>
                    <a:pt x="0" y="8250"/>
                  </a:lnTo>
                  <a:cubicBezTo>
                    <a:pt x="0" y="8379"/>
                    <a:pt x="129" y="8441"/>
                    <a:pt x="191" y="8441"/>
                  </a:cubicBezTo>
                  <a:lnTo>
                    <a:pt x="14628" y="8441"/>
                  </a:lnTo>
                  <a:cubicBezTo>
                    <a:pt x="14757" y="8441"/>
                    <a:pt x="14824" y="8379"/>
                    <a:pt x="14824" y="8250"/>
                  </a:cubicBezTo>
                  <a:lnTo>
                    <a:pt x="1482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47"/>
            <p:cNvSpPr/>
            <p:nvPr/>
          </p:nvSpPr>
          <p:spPr>
            <a:xfrm>
              <a:off x="4828950" y="3602875"/>
              <a:ext cx="58025" cy="58025"/>
            </a:xfrm>
            <a:custGeom>
              <a:avLst/>
              <a:gdLst/>
              <a:ahLst/>
              <a:cxnLst/>
              <a:rect l="l" t="t" r="r" b="b"/>
              <a:pathLst>
                <a:path w="2321" h="2321" extrusionOk="0">
                  <a:moveTo>
                    <a:pt x="1160" y="0"/>
                  </a:moveTo>
                  <a:cubicBezTo>
                    <a:pt x="516" y="0"/>
                    <a:pt x="0" y="516"/>
                    <a:pt x="0" y="1160"/>
                  </a:cubicBezTo>
                  <a:cubicBezTo>
                    <a:pt x="0" y="1805"/>
                    <a:pt x="516" y="2321"/>
                    <a:pt x="1160" y="2321"/>
                  </a:cubicBezTo>
                  <a:cubicBezTo>
                    <a:pt x="1743" y="2321"/>
                    <a:pt x="2320" y="1805"/>
                    <a:pt x="2320" y="1160"/>
                  </a:cubicBezTo>
                  <a:cubicBezTo>
                    <a:pt x="2320" y="516"/>
                    <a:pt x="1743" y="0"/>
                    <a:pt x="11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47"/>
            <p:cNvSpPr/>
            <p:nvPr/>
          </p:nvSpPr>
          <p:spPr>
            <a:xfrm>
              <a:off x="4840275" y="3714125"/>
              <a:ext cx="45150" cy="43450"/>
            </a:xfrm>
            <a:custGeom>
              <a:avLst/>
              <a:gdLst/>
              <a:ahLst/>
              <a:cxnLst/>
              <a:rect l="l" t="t" r="r" b="b"/>
              <a:pathLst>
                <a:path w="1806" h="1738" extrusionOk="0">
                  <a:moveTo>
                    <a:pt x="903" y="0"/>
                  </a:moveTo>
                  <a:cubicBezTo>
                    <a:pt x="388" y="0"/>
                    <a:pt x="1" y="387"/>
                    <a:pt x="1" y="902"/>
                  </a:cubicBezTo>
                  <a:cubicBezTo>
                    <a:pt x="1" y="1351"/>
                    <a:pt x="388" y="1738"/>
                    <a:pt x="903" y="1738"/>
                  </a:cubicBezTo>
                  <a:cubicBezTo>
                    <a:pt x="1352" y="1738"/>
                    <a:pt x="1805" y="1351"/>
                    <a:pt x="1805" y="902"/>
                  </a:cubicBezTo>
                  <a:cubicBezTo>
                    <a:pt x="1805" y="387"/>
                    <a:pt x="1352" y="0"/>
                    <a:pt x="9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47"/>
            <p:cNvSpPr/>
            <p:nvPr/>
          </p:nvSpPr>
          <p:spPr>
            <a:xfrm>
              <a:off x="4991750" y="3704450"/>
              <a:ext cx="53125" cy="51575"/>
            </a:xfrm>
            <a:custGeom>
              <a:avLst/>
              <a:gdLst/>
              <a:ahLst/>
              <a:cxnLst/>
              <a:rect l="l" t="t" r="r" b="b"/>
              <a:pathLst>
                <a:path w="2125" h="2063" extrusionOk="0">
                  <a:moveTo>
                    <a:pt x="1094" y="0"/>
                  </a:moveTo>
                  <a:cubicBezTo>
                    <a:pt x="516" y="0"/>
                    <a:pt x="0" y="449"/>
                    <a:pt x="0" y="1032"/>
                  </a:cubicBezTo>
                  <a:cubicBezTo>
                    <a:pt x="0" y="1609"/>
                    <a:pt x="516" y="2063"/>
                    <a:pt x="1094" y="2063"/>
                  </a:cubicBezTo>
                  <a:cubicBezTo>
                    <a:pt x="1676" y="2063"/>
                    <a:pt x="2125" y="1609"/>
                    <a:pt x="2125" y="1032"/>
                  </a:cubicBezTo>
                  <a:cubicBezTo>
                    <a:pt x="2125" y="449"/>
                    <a:pt x="1676" y="0"/>
                    <a:pt x="10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47"/>
            <p:cNvSpPr/>
            <p:nvPr/>
          </p:nvSpPr>
          <p:spPr>
            <a:xfrm>
              <a:off x="5101325" y="3730225"/>
              <a:ext cx="29025" cy="29025"/>
            </a:xfrm>
            <a:custGeom>
              <a:avLst/>
              <a:gdLst/>
              <a:ahLst/>
              <a:cxnLst/>
              <a:rect l="l" t="t" r="r" b="b"/>
              <a:pathLst>
                <a:path w="1161" h="1161" extrusionOk="0">
                  <a:moveTo>
                    <a:pt x="578" y="1"/>
                  </a:moveTo>
                  <a:cubicBezTo>
                    <a:pt x="258" y="1"/>
                    <a:pt x="0" y="258"/>
                    <a:pt x="0" y="578"/>
                  </a:cubicBezTo>
                  <a:cubicBezTo>
                    <a:pt x="0" y="903"/>
                    <a:pt x="258" y="1161"/>
                    <a:pt x="578" y="1161"/>
                  </a:cubicBezTo>
                  <a:cubicBezTo>
                    <a:pt x="903" y="1161"/>
                    <a:pt x="1160" y="903"/>
                    <a:pt x="1160" y="578"/>
                  </a:cubicBezTo>
                  <a:cubicBezTo>
                    <a:pt x="1160" y="258"/>
                    <a:pt x="903" y="1"/>
                    <a:pt x="5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47"/>
            <p:cNvSpPr/>
            <p:nvPr/>
          </p:nvSpPr>
          <p:spPr>
            <a:xfrm>
              <a:off x="4915950" y="3686650"/>
              <a:ext cx="30700" cy="29025"/>
            </a:xfrm>
            <a:custGeom>
              <a:avLst/>
              <a:gdLst/>
              <a:ahLst/>
              <a:cxnLst/>
              <a:rect l="l" t="t" r="r" b="b"/>
              <a:pathLst>
                <a:path w="1228" h="1161" extrusionOk="0">
                  <a:moveTo>
                    <a:pt x="645" y="1"/>
                  </a:moveTo>
                  <a:cubicBezTo>
                    <a:pt x="325" y="1"/>
                    <a:pt x="1" y="259"/>
                    <a:pt x="1" y="584"/>
                  </a:cubicBezTo>
                  <a:cubicBezTo>
                    <a:pt x="1" y="903"/>
                    <a:pt x="325" y="1161"/>
                    <a:pt x="645" y="1161"/>
                  </a:cubicBezTo>
                  <a:cubicBezTo>
                    <a:pt x="970" y="1161"/>
                    <a:pt x="1228" y="903"/>
                    <a:pt x="1228" y="584"/>
                  </a:cubicBezTo>
                  <a:cubicBezTo>
                    <a:pt x="1228" y="259"/>
                    <a:pt x="970" y="1"/>
                    <a:pt x="6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47"/>
            <p:cNvSpPr/>
            <p:nvPr/>
          </p:nvSpPr>
          <p:spPr>
            <a:xfrm>
              <a:off x="4948175" y="3601325"/>
              <a:ext cx="64475" cy="64475"/>
            </a:xfrm>
            <a:custGeom>
              <a:avLst/>
              <a:gdLst/>
              <a:ahLst/>
              <a:cxnLst/>
              <a:rect l="l" t="t" r="r" b="b"/>
              <a:pathLst>
                <a:path w="2579" h="2579" extrusionOk="0">
                  <a:moveTo>
                    <a:pt x="1290" y="0"/>
                  </a:moveTo>
                  <a:cubicBezTo>
                    <a:pt x="583" y="0"/>
                    <a:pt x="1" y="578"/>
                    <a:pt x="1" y="1289"/>
                  </a:cubicBezTo>
                  <a:cubicBezTo>
                    <a:pt x="1" y="1996"/>
                    <a:pt x="583" y="2579"/>
                    <a:pt x="1290" y="2579"/>
                  </a:cubicBezTo>
                  <a:cubicBezTo>
                    <a:pt x="2001" y="2579"/>
                    <a:pt x="2579" y="1996"/>
                    <a:pt x="2579" y="1289"/>
                  </a:cubicBezTo>
                  <a:cubicBezTo>
                    <a:pt x="2579" y="578"/>
                    <a:pt x="2001" y="0"/>
                    <a:pt x="12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47"/>
            <p:cNvSpPr/>
            <p:nvPr/>
          </p:nvSpPr>
          <p:spPr>
            <a:xfrm>
              <a:off x="5060975" y="3625425"/>
              <a:ext cx="54800" cy="54825"/>
            </a:xfrm>
            <a:custGeom>
              <a:avLst/>
              <a:gdLst/>
              <a:ahLst/>
              <a:cxnLst/>
              <a:rect l="l" t="t" r="r" b="b"/>
              <a:pathLst>
                <a:path w="2192" h="2193" extrusionOk="0">
                  <a:moveTo>
                    <a:pt x="1099" y="1"/>
                  </a:moveTo>
                  <a:cubicBezTo>
                    <a:pt x="516" y="1"/>
                    <a:pt x="0" y="516"/>
                    <a:pt x="0" y="1099"/>
                  </a:cubicBezTo>
                  <a:cubicBezTo>
                    <a:pt x="0" y="1676"/>
                    <a:pt x="516" y="2192"/>
                    <a:pt x="1099" y="2192"/>
                  </a:cubicBezTo>
                  <a:cubicBezTo>
                    <a:pt x="1676" y="2192"/>
                    <a:pt x="2192" y="1676"/>
                    <a:pt x="2192" y="1099"/>
                  </a:cubicBezTo>
                  <a:cubicBezTo>
                    <a:pt x="2192" y="516"/>
                    <a:pt x="1676" y="1"/>
                    <a:pt x="10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6" name="Google Shape;2116;p47"/>
          <p:cNvGrpSpPr/>
          <p:nvPr/>
        </p:nvGrpSpPr>
        <p:grpSpPr>
          <a:xfrm>
            <a:off x="4012540" y="3333415"/>
            <a:ext cx="395209" cy="421007"/>
            <a:chOff x="3976600" y="3362850"/>
            <a:chExt cx="420525" cy="447975"/>
          </a:xfrm>
        </p:grpSpPr>
        <p:sp>
          <p:nvSpPr>
            <p:cNvPr id="2117" name="Google Shape;2117;p47"/>
            <p:cNvSpPr/>
            <p:nvPr/>
          </p:nvSpPr>
          <p:spPr>
            <a:xfrm>
              <a:off x="3976600" y="3480400"/>
              <a:ext cx="420525" cy="330425"/>
            </a:xfrm>
            <a:custGeom>
              <a:avLst/>
              <a:gdLst/>
              <a:ahLst/>
              <a:cxnLst/>
              <a:rect l="l" t="t" r="r" b="b"/>
              <a:pathLst>
                <a:path w="16821" h="13217" extrusionOk="0">
                  <a:moveTo>
                    <a:pt x="1" y="1"/>
                  </a:moveTo>
                  <a:lnTo>
                    <a:pt x="1" y="12376"/>
                  </a:lnTo>
                  <a:cubicBezTo>
                    <a:pt x="1" y="12830"/>
                    <a:pt x="388" y="13216"/>
                    <a:pt x="836" y="13216"/>
                  </a:cubicBezTo>
                  <a:lnTo>
                    <a:pt x="16047" y="13216"/>
                  </a:lnTo>
                  <a:cubicBezTo>
                    <a:pt x="16501" y="13216"/>
                    <a:pt x="16821" y="12830"/>
                    <a:pt x="16821" y="12376"/>
                  </a:cubicBezTo>
                  <a:lnTo>
                    <a:pt x="1682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47"/>
            <p:cNvSpPr/>
            <p:nvPr/>
          </p:nvSpPr>
          <p:spPr>
            <a:xfrm>
              <a:off x="3976600" y="3404750"/>
              <a:ext cx="420525" cy="75675"/>
            </a:xfrm>
            <a:custGeom>
              <a:avLst/>
              <a:gdLst/>
              <a:ahLst/>
              <a:cxnLst/>
              <a:rect l="l" t="t" r="r" b="b"/>
              <a:pathLst>
                <a:path w="16821" h="3027" extrusionOk="0">
                  <a:moveTo>
                    <a:pt x="836" y="0"/>
                  </a:moveTo>
                  <a:cubicBezTo>
                    <a:pt x="388" y="0"/>
                    <a:pt x="1" y="387"/>
                    <a:pt x="1" y="835"/>
                  </a:cubicBezTo>
                  <a:lnTo>
                    <a:pt x="1" y="3027"/>
                  </a:lnTo>
                  <a:lnTo>
                    <a:pt x="16821" y="3027"/>
                  </a:lnTo>
                  <a:lnTo>
                    <a:pt x="16821" y="835"/>
                  </a:lnTo>
                  <a:cubicBezTo>
                    <a:pt x="16821" y="387"/>
                    <a:pt x="16501" y="0"/>
                    <a:pt x="160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47"/>
            <p:cNvSpPr/>
            <p:nvPr/>
          </p:nvSpPr>
          <p:spPr>
            <a:xfrm>
              <a:off x="4070075" y="3565875"/>
              <a:ext cx="128925" cy="164375"/>
            </a:xfrm>
            <a:custGeom>
              <a:avLst/>
              <a:gdLst/>
              <a:ahLst/>
              <a:cxnLst/>
              <a:rect l="l" t="t" r="r" b="b"/>
              <a:pathLst>
                <a:path w="5157" h="6575" extrusionOk="0">
                  <a:moveTo>
                    <a:pt x="578" y="0"/>
                  </a:moveTo>
                  <a:cubicBezTo>
                    <a:pt x="516" y="0"/>
                    <a:pt x="449" y="0"/>
                    <a:pt x="387" y="62"/>
                  </a:cubicBezTo>
                  <a:cubicBezTo>
                    <a:pt x="320" y="62"/>
                    <a:pt x="320" y="129"/>
                    <a:pt x="320" y="191"/>
                  </a:cubicBezTo>
                  <a:lnTo>
                    <a:pt x="320" y="903"/>
                  </a:lnTo>
                  <a:cubicBezTo>
                    <a:pt x="320" y="965"/>
                    <a:pt x="320" y="1032"/>
                    <a:pt x="387" y="1032"/>
                  </a:cubicBezTo>
                  <a:cubicBezTo>
                    <a:pt x="449" y="1094"/>
                    <a:pt x="516" y="1161"/>
                    <a:pt x="578" y="1161"/>
                  </a:cubicBezTo>
                  <a:lnTo>
                    <a:pt x="3156" y="1161"/>
                  </a:lnTo>
                  <a:lnTo>
                    <a:pt x="1805" y="2512"/>
                  </a:lnTo>
                  <a:cubicBezTo>
                    <a:pt x="1805" y="2579"/>
                    <a:pt x="1738" y="2579"/>
                    <a:pt x="1676" y="2640"/>
                  </a:cubicBezTo>
                  <a:cubicBezTo>
                    <a:pt x="1676" y="2707"/>
                    <a:pt x="1609" y="2769"/>
                    <a:pt x="1609" y="2836"/>
                  </a:cubicBezTo>
                  <a:lnTo>
                    <a:pt x="1609" y="3543"/>
                  </a:lnTo>
                  <a:cubicBezTo>
                    <a:pt x="1609" y="3610"/>
                    <a:pt x="1676" y="3672"/>
                    <a:pt x="1676" y="3672"/>
                  </a:cubicBezTo>
                  <a:cubicBezTo>
                    <a:pt x="1738" y="3739"/>
                    <a:pt x="1805" y="3801"/>
                    <a:pt x="1867" y="3801"/>
                  </a:cubicBezTo>
                  <a:lnTo>
                    <a:pt x="2640" y="3801"/>
                  </a:lnTo>
                  <a:cubicBezTo>
                    <a:pt x="3027" y="3801"/>
                    <a:pt x="3352" y="3801"/>
                    <a:pt x="3542" y="3929"/>
                  </a:cubicBezTo>
                  <a:cubicBezTo>
                    <a:pt x="3800" y="4058"/>
                    <a:pt x="3929" y="4254"/>
                    <a:pt x="3929" y="4574"/>
                  </a:cubicBezTo>
                  <a:cubicBezTo>
                    <a:pt x="3929" y="4832"/>
                    <a:pt x="3800" y="5028"/>
                    <a:pt x="3542" y="5219"/>
                  </a:cubicBezTo>
                  <a:cubicBezTo>
                    <a:pt x="3352" y="5347"/>
                    <a:pt x="3027" y="5415"/>
                    <a:pt x="2640" y="5415"/>
                  </a:cubicBezTo>
                  <a:lnTo>
                    <a:pt x="2063" y="5415"/>
                  </a:lnTo>
                  <a:cubicBezTo>
                    <a:pt x="1934" y="5347"/>
                    <a:pt x="1805" y="5286"/>
                    <a:pt x="1676" y="5286"/>
                  </a:cubicBezTo>
                  <a:cubicBezTo>
                    <a:pt x="1609" y="5219"/>
                    <a:pt x="1480" y="5157"/>
                    <a:pt x="1418" y="5090"/>
                  </a:cubicBezTo>
                  <a:cubicBezTo>
                    <a:pt x="1351" y="5028"/>
                    <a:pt x="1351" y="4961"/>
                    <a:pt x="1289" y="4899"/>
                  </a:cubicBezTo>
                  <a:cubicBezTo>
                    <a:pt x="1222" y="4770"/>
                    <a:pt x="1222" y="4770"/>
                    <a:pt x="1160" y="4703"/>
                  </a:cubicBezTo>
                  <a:cubicBezTo>
                    <a:pt x="1160" y="4641"/>
                    <a:pt x="1093" y="4641"/>
                    <a:pt x="1031" y="4641"/>
                  </a:cubicBezTo>
                  <a:lnTo>
                    <a:pt x="258" y="4641"/>
                  </a:lnTo>
                  <a:cubicBezTo>
                    <a:pt x="191" y="4641"/>
                    <a:pt x="129" y="4641"/>
                    <a:pt x="62" y="4703"/>
                  </a:cubicBezTo>
                  <a:cubicBezTo>
                    <a:pt x="62" y="4770"/>
                    <a:pt x="0" y="4832"/>
                    <a:pt x="0" y="4899"/>
                  </a:cubicBezTo>
                  <a:lnTo>
                    <a:pt x="191" y="5476"/>
                  </a:lnTo>
                  <a:cubicBezTo>
                    <a:pt x="320" y="5734"/>
                    <a:pt x="516" y="5863"/>
                    <a:pt x="707" y="6059"/>
                  </a:cubicBezTo>
                  <a:cubicBezTo>
                    <a:pt x="902" y="6188"/>
                    <a:pt x="1222" y="6317"/>
                    <a:pt x="1547" y="6446"/>
                  </a:cubicBezTo>
                  <a:cubicBezTo>
                    <a:pt x="1805" y="6575"/>
                    <a:pt x="2192" y="6575"/>
                    <a:pt x="2640" y="6575"/>
                  </a:cubicBezTo>
                  <a:cubicBezTo>
                    <a:pt x="3027" y="6575"/>
                    <a:pt x="3352" y="6575"/>
                    <a:pt x="3671" y="6446"/>
                  </a:cubicBezTo>
                  <a:cubicBezTo>
                    <a:pt x="3929" y="6379"/>
                    <a:pt x="4254" y="6250"/>
                    <a:pt x="4445" y="6059"/>
                  </a:cubicBezTo>
                  <a:cubicBezTo>
                    <a:pt x="4703" y="5863"/>
                    <a:pt x="4832" y="5672"/>
                    <a:pt x="4960" y="5415"/>
                  </a:cubicBezTo>
                  <a:cubicBezTo>
                    <a:pt x="5089" y="5157"/>
                    <a:pt x="5156" y="4899"/>
                    <a:pt x="5156" y="4574"/>
                  </a:cubicBezTo>
                  <a:cubicBezTo>
                    <a:pt x="5156" y="4316"/>
                    <a:pt x="5156" y="4058"/>
                    <a:pt x="5027" y="3801"/>
                  </a:cubicBezTo>
                  <a:cubicBezTo>
                    <a:pt x="4960" y="3610"/>
                    <a:pt x="4832" y="3414"/>
                    <a:pt x="4703" y="3285"/>
                  </a:cubicBezTo>
                  <a:cubicBezTo>
                    <a:pt x="4512" y="3094"/>
                    <a:pt x="4316" y="2965"/>
                    <a:pt x="4125" y="2898"/>
                  </a:cubicBezTo>
                  <a:cubicBezTo>
                    <a:pt x="3867" y="2769"/>
                    <a:pt x="3609" y="2707"/>
                    <a:pt x="3352" y="2640"/>
                  </a:cubicBezTo>
                  <a:lnTo>
                    <a:pt x="4703" y="1222"/>
                  </a:lnTo>
                  <a:lnTo>
                    <a:pt x="4832" y="1094"/>
                  </a:lnTo>
                  <a:cubicBezTo>
                    <a:pt x="4899" y="1032"/>
                    <a:pt x="4899" y="965"/>
                    <a:pt x="4899" y="903"/>
                  </a:cubicBezTo>
                  <a:lnTo>
                    <a:pt x="4899" y="191"/>
                  </a:lnTo>
                  <a:cubicBezTo>
                    <a:pt x="4899" y="129"/>
                    <a:pt x="4899" y="62"/>
                    <a:pt x="4832" y="62"/>
                  </a:cubicBezTo>
                  <a:cubicBezTo>
                    <a:pt x="4770" y="0"/>
                    <a:pt x="4703" y="0"/>
                    <a:pt x="46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47"/>
            <p:cNvSpPr/>
            <p:nvPr/>
          </p:nvSpPr>
          <p:spPr>
            <a:xfrm>
              <a:off x="4210175" y="3565875"/>
              <a:ext cx="87050" cy="162700"/>
            </a:xfrm>
            <a:custGeom>
              <a:avLst/>
              <a:gdLst/>
              <a:ahLst/>
              <a:cxnLst/>
              <a:rect l="l" t="t" r="r" b="b"/>
              <a:pathLst>
                <a:path w="3482" h="6508" extrusionOk="0">
                  <a:moveTo>
                    <a:pt x="2321" y="0"/>
                  </a:moveTo>
                  <a:cubicBezTo>
                    <a:pt x="2259" y="62"/>
                    <a:pt x="2192" y="62"/>
                    <a:pt x="2130" y="129"/>
                  </a:cubicBezTo>
                  <a:lnTo>
                    <a:pt x="130" y="1738"/>
                  </a:lnTo>
                  <a:cubicBezTo>
                    <a:pt x="68" y="1738"/>
                    <a:pt x="1" y="1805"/>
                    <a:pt x="1" y="1867"/>
                  </a:cubicBezTo>
                  <a:cubicBezTo>
                    <a:pt x="1" y="1934"/>
                    <a:pt x="1" y="1996"/>
                    <a:pt x="68" y="2063"/>
                  </a:cubicBezTo>
                  <a:lnTo>
                    <a:pt x="517" y="2640"/>
                  </a:lnTo>
                  <a:cubicBezTo>
                    <a:pt x="584" y="2707"/>
                    <a:pt x="645" y="2707"/>
                    <a:pt x="713" y="2707"/>
                  </a:cubicBezTo>
                  <a:cubicBezTo>
                    <a:pt x="733" y="2728"/>
                    <a:pt x="754" y="2735"/>
                    <a:pt x="773" y="2735"/>
                  </a:cubicBezTo>
                  <a:cubicBezTo>
                    <a:pt x="812" y="2735"/>
                    <a:pt x="841" y="2707"/>
                    <a:pt x="841" y="2707"/>
                  </a:cubicBezTo>
                  <a:lnTo>
                    <a:pt x="2192" y="1609"/>
                  </a:lnTo>
                  <a:lnTo>
                    <a:pt x="2192" y="6250"/>
                  </a:lnTo>
                  <a:cubicBezTo>
                    <a:pt x="2192" y="6317"/>
                    <a:pt x="2192" y="6379"/>
                    <a:pt x="2259" y="6446"/>
                  </a:cubicBezTo>
                  <a:cubicBezTo>
                    <a:pt x="2321" y="6508"/>
                    <a:pt x="2388" y="6508"/>
                    <a:pt x="2450" y="6508"/>
                  </a:cubicBezTo>
                  <a:lnTo>
                    <a:pt x="3224" y="6508"/>
                  </a:lnTo>
                  <a:cubicBezTo>
                    <a:pt x="3291" y="6508"/>
                    <a:pt x="3353" y="6508"/>
                    <a:pt x="3353" y="6446"/>
                  </a:cubicBezTo>
                  <a:cubicBezTo>
                    <a:pt x="3420" y="6379"/>
                    <a:pt x="3481" y="6317"/>
                    <a:pt x="3481" y="6250"/>
                  </a:cubicBezTo>
                  <a:lnTo>
                    <a:pt x="3481" y="191"/>
                  </a:lnTo>
                  <a:cubicBezTo>
                    <a:pt x="3481" y="129"/>
                    <a:pt x="3420" y="62"/>
                    <a:pt x="3353" y="62"/>
                  </a:cubicBezTo>
                  <a:cubicBezTo>
                    <a:pt x="3353" y="0"/>
                    <a:pt x="3291" y="0"/>
                    <a:pt x="32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47"/>
            <p:cNvSpPr/>
            <p:nvPr/>
          </p:nvSpPr>
          <p:spPr>
            <a:xfrm>
              <a:off x="4029725" y="3362850"/>
              <a:ext cx="37150" cy="82125"/>
            </a:xfrm>
            <a:custGeom>
              <a:avLst/>
              <a:gdLst/>
              <a:ahLst/>
              <a:cxnLst/>
              <a:rect l="l" t="t" r="r" b="b"/>
              <a:pathLst>
                <a:path w="1486" h="3285" extrusionOk="0">
                  <a:moveTo>
                    <a:pt x="196" y="0"/>
                  </a:moveTo>
                  <a:cubicBezTo>
                    <a:pt x="67" y="0"/>
                    <a:pt x="0" y="129"/>
                    <a:pt x="0" y="191"/>
                  </a:cubicBezTo>
                  <a:lnTo>
                    <a:pt x="0" y="3156"/>
                  </a:lnTo>
                  <a:cubicBezTo>
                    <a:pt x="0" y="3223"/>
                    <a:pt x="67" y="3285"/>
                    <a:pt x="196" y="3285"/>
                  </a:cubicBezTo>
                  <a:lnTo>
                    <a:pt x="1289" y="3285"/>
                  </a:lnTo>
                  <a:cubicBezTo>
                    <a:pt x="1356" y="3285"/>
                    <a:pt x="1485" y="3223"/>
                    <a:pt x="1485" y="3156"/>
                  </a:cubicBezTo>
                  <a:lnTo>
                    <a:pt x="1485" y="191"/>
                  </a:lnTo>
                  <a:cubicBezTo>
                    <a:pt x="1485" y="129"/>
                    <a:pt x="1356" y="0"/>
                    <a:pt x="128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47"/>
            <p:cNvSpPr/>
            <p:nvPr/>
          </p:nvSpPr>
          <p:spPr>
            <a:xfrm>
              <a:off x="4123175" y="3362850"/>
              <a:ext cx="35475" cy="82125"/>
            </a:xfrm>
            <a:custGeom>
              <a:avLst/>
              <a:gdLst/>
              <a:ahLst/>
              <a:cxnLst/>
              <a:rect l="l" t="t" r="r" b="b"/>
              <a:pathLst>
                <a:path w="1419" h="3285" extrusionOk="0">
                  <a:moveTo>
                    <a:pt x="129" y="0"/>
                  </a:moveTo>
                  <a:cubicBezTo>
                    <a:pt x="68" y="0"/>
                    <a:pt x="0" y="129"/>
                    <a:pt x="0" y="191"/>
                  </a:cubicBezTo>
                  <a:lnTo>
                    <a:pt x="0" y="3156"/>
                  </a:lnTo>
                  <a:cubicBezTo>
                    <a:pt x="0" y="3223"/>
                    <a:pt x="68" y="3285"/>
                    <a:pt x="129" y="3285"/>
                  </a:cubicBezTo>
                  <a:lnTo>
                    <a:pt x="1228" y="3285"/>
                  </a:lnTo>
                  <a:cubicBezTo>
                    <a:pt x="1357" y="3285"/>
                    <a:pt x="1418" y="3223"/>
                    <a:pt x="1418" y="3156"/>
                  </a:cubicBezTo>
                  <a:lnTo>
                    <a:pt x="1418" y="191"/>
                  </a:lnTo>
                  <a:cubicBezTo>
                    <a:pt x="1418" y="129"/>
                    <a:pt x="1357" y="0"/>
                    <a:pt x="12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47"/>
            <p:cNvSpPr/>
            <p:nvPr/>
          </p:nvSpPr>
          <p:spPr>
            <a:xfrm>
              <a:off x="4215075" y="3362850"/>
              <a:ext cx="37025" cy="82125"/>
            </a:xfrm>
            <a:custGeom>
              <a:avLst/>
              <a:gdLst/>
              <a:ahLst/>
              <a:cxnLst/>
              <a:rect l="l" t="t" r="r" b="b"/>
              <a:pathLst>
                <a:path w="1481" h="3285" extrusionOk="0">
                  <a:moveTo>
                    <a:pt x="192" y="0"/>
                  </a:moveTo>
                  <a:cubicBezTo>
                    <a:pt x="63" y="0"/>
                    <a:pt x="1" y="129"/>
                    <a:pt x="1" y="191"/>
                  </a:cubicBezTo>
                  <a:lnTo>
                    <a:pt x="1" y="3156"/>
                  </a:lnTo>
                  <a:cubicBezTo>
                    <a:pt x="1" y="3223"/>
                    <a:pt x="63" y="3285"/>
                    <a:pt x="192" y="3285"/>
                  </a:cubicBezTo>
                  <a:lnTo>
                    <a:pt x="1290" y="3285"/>
                  </a:lnTo>
                  <a:cubicBezTo>
                    <a:pt x="1419" y="3285"/>
                    <a:pt x="1481" y="3223"/>
                    <a:pt x="1481" y="3156"/>
                  </a:cubicBezTo>
                  <a:lnTo>
                    <a:pt x="1481" y="191"/>
                  </a:lnTo>
                  <a:cubicBezTo>
                    <a:pt x="1481" y="129"/>
                    <a:pt x="1419" y="0"/>
                    <a:pt x="129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47"/>
            <p:cNvSpPr/>
            <p:nvPr/>
          </p:nvSpPr>
          <p:spPr>
            <a:xfrm>
              <a:off x="4308550" y="3362850"/>
              <a:ext cx="35475" cy="82125"/>
            </a:xfrm>
            <a:custGeom>
              <a:avLst/>
              <a:gdLst/>
              <a:ahLst/>
              <a:cxnLst/>
              <a:rect l="l" t="t" r="r" b="b"/>
              <a:pathLst>
                <a:path w="1419" h="3285" extrusionOk="0">
                  <a:moveTo>
                    <a:pt x="191" y="0"/>
                  </a:moveTo>
                  <a:cubicBezTo>
                    <a:pt x="62" y="0"/>
                    <a:pt x="0" y="129"/>
                    <a:pt x="0" y="191"/>
                  </a:cubicBezTo>
                  <a:lnTo>
                    <a:pt x="0" y="3156"/>
                  </a:lnTo>
                  <a:cubicBezTo>
                    <a:pt x="0" y="3223"/>
                    <a:pt x="62" y="3285"/>
                    <a:pt x="191" y="3285"/>
                  </a:cubicBezTo>
                  <a:lnTo>
                    <a:pt x="1289" y="3285"/>
                  </a:lnTo>
                  <a:cubicBezTo>
                    <a:pt x="1351" y="3285"/>
                    <a:pt x="1418" y="3223"/>
                    <a:pt x="1418" y="3156"/>
                  </a:cubicBezTo>
                  <a:lnTo>
                    <a:pt x="1418" y="191"/>
                  </a:lnTo>
                  <a:cubicBezTo>
                    <a:pt x="1418" y="129"/>
                    <a:pt x="1351" y="0"/>
                    <a:pt x="128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5" name="Google Shape;2125;p47"/>
          <p:cNvGrpSpPr/>
          <p:nvPr/>
        </p:nvGrpSpPr>
        <p:grpSpPr>
          <a:xfrm>
            <a:off x="3306868" y="3321291"/>
            <a:ext cx="387691" cy="419433"/>
            <a:chOff x="3225725" y="3349950"/>
            <a:chExt cx="412525" cy="446300"/>
          </a:xfrm>
        </p:grpSpPr>
        <p:sp>
          <p:nvSpPr>
            <p:cNvPr id="2126" name="Google Shape;2126;p47"/>
            <p:cNvSpPr/>
            <p:nvPr/>
          </p:nvSpPr>
          <p:spPr>
            <a:xfrm>
              <a:off x="3404525" y="3451400"/>
              <a:ext cx="54800" cy="344850"/>
            </a:xfrm>
            <a:custGeom>
              <a:avLst/>
              <a:gdLst/>
              <a:ahLst/>
              <a:cxnLst/>
              <a:rect l="l" t="t" r="r" b="b"/>
              <a:pathLst>
                <a:path w="2192" h="13794" extrusionOk="0">
                  <a:moveTo>
                    <a:pt x="0" y="1"/>
                  </a:moveTo>
                  <a:lnTo>
                    <a:pt x="0" y="12701"/>
                  </a:lnTo>
                  <a:cubicBezTo>
                    <a:pt x="0" y="13345"/>
                    <a:pt x="516" y="13794"/>
                    <a:pt x="1099" y="13794"/>
                  </a:cubicBezTo>
                  <a:cubicBezTo>
                    <a:pt x="1676" y="13794"/>
                    <a:pt x="2192" y="13345"/>
                    <a:pt x="2192" y="12701"/>
                  </a:cubicBezTo>
                  <a:lnTo>
                    <a:pt x="21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47"/>
            <p:cNvSpPr/>
            <p:nvPr/>
          </p:nvSpPr>
          <p:spPr>
            <a:xfrm>
              <a:off x="3377200" y="3349950"/>
              <a:ext cx="109575" cy="101475"/>
            </a:xfrm>
            <a:custGeom>
              <a:avLst/>
              <a:gdLst/>
              <a:ahLst/>
              <a:cxnLst/>
              <a:rect l="l" t="t" r="r" b="b"/>
              <a:pathLst>
                <a:path w="4383" h="4059" extrusionOk="0">
                  <a:moveTo>
                    <a:pt x="191" y="1"/>
                  </a:moveTo>
                  <a:cubicBezTo>
                    <a:pt x="129" y="1"/>
                    <a:pt x="0" y="63"/>
                    <a:pt x="0" y="191"/>
                  </a:cubicBezTo>
                  <a:lnTo>
                    <a:pt x="0" y="3868"/>
                  </a:lnTo>
                  <a:cubicBezTo>
                    <a:pt x="0" y="3997"/>
                    <a:pt x="129" y="4059"/>
                    <a:pt x="191" y="4059"/>
                  </a:cubicBezTo>
                  <a:lnTo>
                    <a:pt x="4187" y="4059"/>
                  </a:lnTo>
                  <a:cubicBezTo>
                    <a:pt x="4254" y="4059"/>
                    <a:pt x="4383" y="3997"/>
                    <a:pt x="4383" y="3868"/>
                  </a:cubicBezTo>
                  <a:lnTo>
                    <a:pt x="4383" y="191"/>
                  </a:lnTo>
                  <a:cubicBezTo>
                    <a:pt x="4383" y="63"/>
                    <a:pt x="4254" y="1"/>
                    <a:pt x="41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47"/>
            <p:cNvSpPr/>
            <p:nvPr/>
          </p:nvSpPr>
          <p:spPr>
            <a:xfrm>
              <a:off x="3486750" y="3364400"/>
              <a:ext cx="151500" cy="144125"/>
            </a:xfrm>
            <a:custGeom>
              <a:avLst/>
              <a:gdLst/>
              <a:ahLst/>
              <a:cxnLst/>
              <a:rect l="l" t="t" r="r" b="b"/>
              <a:pathLst>
                <a:path w="6060" h="5765" extrusionOk="0">
                  <a:moveTo>
                    <a:pt x="1" y="0"/>
                  </a:moveTo>
                  <a:lnTo>
                    <a:pt x="1" y="2774"/>
                  </a:lnTo>
                  <a:cubicBezTo>
                    <a:pt x="3414" y="2774"/>
                    <a:pt x="5415" y="5095"/>
                    <a:pt x="5931" y="5739"/>
                  </a:cubicBezTo>
                  <a:cubicBezTo>
                    <a:pt x="5931" y="5757"/>
                    <a:pt x="5942" y="5765"/>
                    <a:pt x="5957" y="5765"/>
                  </a:cubicBezTo>
                  <a:cubicBezTo>
                    <a:pt x="5995" y="5765"/>
                    <a:pt x="6060" y="5720"/>
                    <a:pt x="6060" y="5672"/>
                  </a:cubicBezTo>
                  <a:cubicBezTo>
                    <a:pt x="5864" y="0"/>
                    <a:pt x="1"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47"/>
            <p:cNvSpPr/>
            <p:nvPr/>
          </p:nvSpPr>
          <p:spPr>
            <a:xfrm>
              <a:off x="3225725" y="3364400"/>
              <a:ext cx="151500" cy="144125"/>
            </a:xfrm>
            <a:custGeom>
              <a:avLst/>
              <a:gdLst/>
              <a:ahLst/>
              <a:cxnLst/>
              <a:rect l="l" t="t" r="r" b="b"/>
              <a:pathLst>
                <a:path w="6060" h="5765" extrusionOk="0">
                  <a:moveTo>
                    <a:pt x="6059" y="0"/>
                  </a:moveTo>
                  <a:cubicBezTo>
                    <a:pt x="6059" y="0"/>
                    <a:pt x="191" y="0"/>
                    <a:pt x="1" y="5672"/>
                  </a:cubicBezTo>
                  <a:cubicBezTo>
                    <a:pt x="1" y="5720"/>
                    <a:pt x="65" y="5765"/>
                    <a:pt x="103" y="5765"/>
                  </a:cubicBezTo>
                  <a:cubicBezTo>
                    <a:pt x="119" y="5765"/>
                    <a:pt x="129" y="5757"/>
                    <a:pt x="129" y="5739"/>
                  </a:cubicBezTo>
                  <a:cubicBezTo>
                    <a:pt x="645" y="5095"/>
                    <a:pt x="2641" y="2774"/>
                    <a:pt x="6059" y="2774"/>
                  </a:cubicBezTo>
                  <a:lnTo>
                    <a:pt x="605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0" name="Google Shape;2130;p47"/>
          <p:cNvGrpSpPr/>
          <p:nvPr/>
        </p:nvGrpSpPr>
        <p:grpSpPr>
          <a:xfrm>
            <a:off x="2685989" y="3283370"/>
            <a:ext cx="298293" cy="420138"/>
            <a:chOff x="2565075" y="3309600"/>
            <a:chExt cx="317400" cy="447050"/>
          </a:xfrm>
        </p:grpSpPr>
        <p:sp>
          <p:nvSpPr>
            <p:cNvPr id="2131" name="Google Shape;2131;p47"/>
            <p:cNvSpPr/>
            <p:nvPr/>
          </p:nvSpPr>
          <p:spPr>
            <a:xfrm>
              <a:off x="2627850" y="3696325"/>
              <a:ext cx="40375" cy="60325"/>
            </a:xfrm>
            <a:custGeom>
              <a:avLst/>
              <a:gdLst/>
              <a:ahLst/>
              <a:cxnLst/>
              <a:rect l="l" t="t" r="r" b="b"/>
              <a:pathLst>
                <a:path w="1615" h="2413" extrusionOk="0">
                  <a:moveTo>
                    <a:pt x="1" y="1"/>
                  </a:moveTo>
                  <a:lnTo>
                    <a:pt x="1" y="2259"/>
                  </a:lnTo>
                  <a:cubicBezTo>
                    <a:pt x="1" y="2354"/>
                    <a:pt x="70" y="2412"/>
                    <a:pt x="134" y="2412"/>
                  </a:cubicBezTo>
                  <a:cubicBezTo>
                    <a:pt x="157" y="2412"/>
                    <a:pt x="179" y="2404"/>
                    <a:pt x="197" y="2388"/>
                  </a:cubicBezTo>
                  <a:lnTo>
                    <a:pt x="774" y="1934"/>
                  </a:lnTo>
                  <a:lnTo>
                    <a:pt x="1419" y="2388"/>
                  </a:lnTo>
                  <a:cubicBezTo>
                    <a:pt x="1437" y="2404"/>
                    <a:pt x="1459" y="2412"/>
                    <a:pt x="1482" y="2412"/>
                  </a:cubicBezTo>
                  <a:cubicBezTo>
                    <a:pt x="1545" y="2412"/>
                    <a:pt x="1615" y="2354"/>
                    <a:pt x="1615" y="2259"/>
                  </a:cubicBezTo>
                  <a:lnTo>
                    <a:pt x="161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47"/>
            <p:cNvSpPr/>
            <p:nvPr/>
          </p:nvSpPr>
          <p:spPr>
            <a:xfrm>
              <a:off x="2565075" y="3309600"/>
              <a:ext cx="37025" cy="386750"/>
            </a:xfrm>
            <a:custGeom>
              <a:avLst/>
              <a:gdLst/>
              <a:ahLst/>
              <a:cxnLst/>
              <a:rect l="l" t="t" r="r" b="b"/>
              <a:pathLst>
                <a:path w="1481" h="15470" extrusionOk="0">
                  <a:moveTo>
                    <a:pt x="191" y="1"/>
                  </a:moveTo>
                  <a:cubicBezTo>
                    <a:pt x="130" y="1"/>
                    <a:pt x="1" y="68"/>
                    <a:pt x="1" y="197"/>
                  </a:cubicBezTo>
                  <a:lnTo>
                    <a:pt x="1" y="15341"/>
                  </a:lnTo>
                  <a:cubicBezTo>
                    <a:pt x="1" y="15408"/>
                    <a:pt x="130" y="15470"/>
                    <a:pt x="191" y="15470"/>
                  </a:cubicBezTo>
                  <a:lnTo>
                    <a:pt x="1481" y="15470"/>
                  </a:lnTo>
                  <a:lnTo>
                    <a:pt x="148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47"/>
            <p:cNvSpPr/>
            <p:nvPr/>
          </p:nvSpPr>
          <p:spPr>
            <a:xfrm>
              <a:off x="2602075" y="3309600"/>
              <a:ext cx="280400" cy="386750"/>
            </a:xfrm>
            <a:custGeom>
              <a:avLst/>
              <a:gdLst/>
              <a:ahLst/>
              <a:cxnLst/>
              <a:rect l="l" t="t" r="r" b="b"/>
              <a:pathLst>
                <a:path w="11216" h="15470" extrusionOk="0">
                  <a:moveTo>
                    <a:pt x="1" y="1"/>
                  </a:moveTo>
                  <a:lnTo>
                    <a:pt x="1" y="15470"/>
                  </a:lnTo>
                  <a:lnTo>
                    <a:pt x="10251" y="15470"/>
                  </a:lnTo>
                  <a:cubicBezTo>
                    <a:pt x="10767" y="15470"/>
                    <a:pt x="11215" y="15021"/>
                    <a:pt x="11215" y="14505"/>
                  </a:cubicBezTo>
                  <a:lnTo>
                    <a:pt x="11215" y="970"/>
                  </a:lnTo>
                  <a:cubicBezTo>
                    <a:pt x="11215" y="455"/>
                    <a:pt x="10767" y="1"/>
                    <a:pt x="102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47"/>
            <p:cNvSpPr/>
            <p:nvPr/>
          </p:nvSpPr>
          <p:spPr>
            <a:xfrm>
              <a:off x="2602075" y="3309600"/>
              <a:ext cx="45150" cy="386750"/>
            </a:xfrm>
            <a:custGeom>
              <a:avLst/>
              <a:gdLst/>
              <a:ahLst/>
              <a:cxnLst/>
              <a:rect l="l" t="t" r="r" b="b"/>
              <a:pathLst>
                <a:path w="1806" h="15470" extrusionOk="0">
                  <a:moveTo>
                    <a:pt x="1" y="1"/>
                  </a:moveTo>
                  <a:lnTo>
                    <a:pt x="1" y="15470"/>
                  </a:lnTo>
                  <a:lnTo>
                    <a:pt x="1805" y="15470"/>
                  </a:lnTo>
                  <a:lnTo>
                    <a:pt x="180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47"/>
            <p:cNvSpPr/>
            <p:nvPr/>
          </p:nvSpPr>
          <p:spPr>
            <a:xfrm>
              <a:off x="2818000" y="3309600"/>
              <a:ext cx="64475" cy="61250"/>
            </a:xfrm>
            <a:custGeom>
              <a:avLst/>
              <a:gdLst/>
              <a:ahLst/>
              <a:cxnLst/>
              <a:rect l="l" t="t" r="r" b="b"/>
              <a:pathLst>
                <a:path w="2579" h="2450" extrusionOk="0">
                  <a:moveTo>
                    <a:pt x="0" y="1"/>
                  </a:moveTo>
                  <a:cubicBezTo>
                    <a:pt x="0" y="1"/>
                    <a:pt x="454" y="2192"/>
                    <a:pt x="2578" y="2450"/>
                  </a:cubicBezTo>
                  <a:lnTo>
                    <a:pt x="2578" y="970"/>
                  </a:lnTo>
                  <a:cubicBezTo>
                    <a:pt x="2578" y="455"/>
                    <a:pt x="2130" y="1"/>
                    <a:pt x="16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47"/>
            <p:cNvSpPr/>
            <p:nvPr/>
          </p:nvSpPr>
          <p:spPr>
            <a:xfrm>
              <a:off x="2818000" y="3636775"/>
              <a:ext cx="64475" cy="59575"/>
            </a:xfrm>
            <a:custGeom>
              <a:avLst/>
              <a:gdLst/>
              <a:ahLst/>
              <a:cxnLst/>
              <a:rect l="l" t="t" r="r" b="b"/>
              <a:pathLst>
                <a:path w="2579" h="2383" extrusionOk="0">
                  <a:moveTo>
                    <a:pt x="2578" y="0"/>
                  </a:moveTo>
                  <a:cubicBezTo>
                    <a:pt x="454" y="191"/>
                    <a:pt x="0" y="2383"/>
                    <a:pt x="0" y="2383"/>
                  </a:cubicBezTo>
                  <a:lnTo>
                    <a:pt x="1614" y="2383"/>
                  </a:lnTo>
                  <a:cubicBezTo>
                    <a:pt x="2130" y="2383"/>
                    <a:pt x="2578" y="1934"/>
                    <a:pt x="2578" y="1418"/>
                  </a:cubicBezTo>
                  <a:lnTo>
                    <a:pt x="257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47"/>
            <p:cNvSpPr/>
            <p:nvPr/>
          </p:nvSpPr>
          <p:spPr>
            <a:xfrm>
              <a:off x="2672975" y="3417625"/>
              <a:ext cx="114500" cy="156275"/>
            </a:xfrm>
            <a:custGeom>
              <a:avLst/>
              <a:gdLst/>
              <a:ahLst/>
              <a:cxnLst/>
              <a:rect l="l" t="t" r="r" b="b"/>
              <a:pathLst>
                <a:path w="4580" h="6251" extrusionOk="0">
                  <a:moveTo>
                    <a:pt x="1872" y="1"/>
                  </a:moveTo>
                  <a:cubicBezTo>
                    <a:pt x="1805" y="1"/>
                    <a:pt x="1743" y="63"/>
                    <a:pt x="1743" y="192"/>
                  </a:cubicBezTo>
                  <a:lnTo>
                    <a:pt x="1743" y="1352"/>
                  </a:lnTo>
                  <a:lnTo>
                    <a:pt x="196" y="1352"/>
                  </a:lnTo>
                  <a:cubicBezTo>
                    <a:pt x="129" y="1352"/>
                    <a:pt x="0" y="1419"/>
                    <a:pt x="0" y="1481"/>
                  </a:cubicBezTo>
                  <a:lnTo>
                    <a:pt x="0" y="2321"/>
                  </a:lnTo>
                  <a:cubicBezTo>
                    <a:pt x="0" y="2383"/>
                    <a:pt x="129" y="2450"/>
                    <a:pt x="196" y="2450"/>
                  </a:cubicBezTo>
                  <a:lnTo>
                    <a:pt x="1743" y="2450"/>
                  </a:lnTo>
                  <a:lnTo>
                    <a:pt x="1743" y="6059"/>
                  </a:lnTo>
                  <a:cubicBezTo>
                    <a:pt x="1743" y="6188"/>
                    <a:pt x="1805" y="6250"/>
                    <a:pt x="1872" y="6250"/>
                  </a:cubicBezTo>
                  <a:lnTo>
                    <a:pt x="2708" y="6250"/>
                  </a:lnTo>
                  <a:cubicBezTo>
                    <a:pt x="2775" y="6250"/>
                    <a:pt x="2903" y="6188"/>
                    <a:pt x="2903" y="6059"/>
                  </a:cubicBezTo>
                  <a:lnTo>
                    <a:pt x="2903" y="2450"/>
                  </a:lnTo>
                  <a:lnTo>
                    <a:pt x="4383" y="2450"/>
                  </a:lnTo>
                  <a:cubicBezTo>
                    <a:pt x="4512" y="2450"/>
                    <a:pt x="4579" y="2383"/>
                    <a:pt x="4579" y="2321"/>
                  </a:cubicBezTo>
                  <a:lnTo>
                    <a:pt x="4579" y="1481"/>
                  </a:lnTo>
                  <a:cubicBezTo>
                    <a:pt x="4579" y="1419"/>
                    <a:pt x="4512" y="1352"/>
                    <a:pt x="4383" y="1352"/>
                  </a:cubicBezTo>
                  <a:lnTo>
                    <a:pt x="2903" y="1352"/>
                  </a:lnTo>
                  <a:lnTo>
                    <a:pt x="2903" y="192"/>
                  </a:lnTo>
                  <a:cubicBezTo>
                    <a:pt x="2903" y="63"/>
                    <a:pt x="2775" y="1"/>
                    <a:pt x="27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8" name="Google Shape;2138;p47"/>
          <p:cNvGrpSpPr/>
          <p:nvPr/>
        </p:nvGrpSpPr>
        <p:grpSpPr>
          <a:xfrm>
            <a:off x="2033251" y="3317438"/>
            <a:ext cx="183331" cy="420255"/>
            <a:chOff x="1870525" y="3345850"/>
            <a:chExt cx="195075" cy="447175"/>
          </a:xfrm>
        </p:grpSpPr>
        <p:sp>
          <p:nvSpPr>
            <p:cNvPr id="2139" name="Google Shape;2139;p47"/>
            <p:cNvSpPr/>
            <p:nvPr/>
          </p:nvSpPr>
          <p:spPr>
            <a:xfrm>
              <a:off x="1947875" y="3491750"/>
              <a:ext cx="38700" cy="301275"/>
            </a:xfrm>
            <a:custGeom>
              <a:avLst/>
              <a:gdLst/>
              <a:ahLst/>
              <a:cxnLst/>
              <a:rect l="l" t="t" r="r" b="b"/>
              <a:pathLst>
                <a:path w="1548" h="12051" extrusionOk="0">
                  <a:moveTo>
                    <a:pt x="0" y="1"/>
                  </a:moveTo>
                  <a:lnTo>
                    <a:pt x="0" y="11277"/>
                  </a:lnTo>
                  <a:cubicBezTo>
                    <a:pt x="0" y="11664"/>
                    <a:pt x="387" y="12051"/>
                    <a:pt x="774" y="12051"/>
                  </a:cubicBezTo>
                  <a:cubicBezTo>
                    <a:pt x="1228" y="12051"/>
                    <a:pt x="1547" y="11664"/>
                    <a:pt x="1547" y="11277"/>
                  </a:cubicBezTo>
                  <a:lnTo>
                    <a:pt x="154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47"/>
            <p:cNvSpPr/>
            <p:nvPr/>
          </p:nvSpPr>
          <p:spPr>
            <a:xfrm>
              <a:off x="1870525" y="3345850"/>
              <a:ext cx="195075" cy="183375"/>
            </a:xfrm>
            <a:custGeom>
              <a:avLst/>
              <a:gdLst/>
              <a:ahLst/>
              <a:cxnLst/>
              <a:rect l="l" t="t" r="r" b="b"/>
              <a:pathLst>
                <a:path w="7803" h="7335" extrusionOk="0">
                  <a:moveTo>
                    <a:pt x="3901" y="1"/>
                  </a:moveTo>
                  <a:cubicBezTo>
                    <a:pt x="3837" y="1"/>
                    <a:pt x="3773" y="33"/>
                    <a:pt x="3739" y="98"/>
                  </a:cubicBezTo>
                  <a:lnTo>
                    <a:pt x="2646" y="2289"/>
                  </a:lnTo>
                  <a:lnTo>
                    <a:pt x="197" y="2676"/>
                  </a:lnTo>
                  <a:cubicBezTo>
                    <a:pt x="68" y="2676"/>
                    <a:pt x="1" y="2872"/>
                    <a:pt x="130" y="3001"/>
                  </a:cubicBezTo>
                  <a:lnTo>
                    <a:pt x="1872" y="4676"/>
                  </a:lnTo>
                  <a:lnTo>
                    <a:pt x="1419" y="7059"/>
                  </a:lnTo>
                  <a:cubicBezTo>
                    <a:pt x="1419" y="7219"/>
                    <a:pt x="1550" y="7334"/>
                    <a:pt x="1668" y="7334"/>
                  </a:cubicBezTo>
                  <a:cubicBezTo>
                    <a:pt x="1694" y="7334"/>
                    <a:pt x="1720" y="7329"/>
                    <a:pt x="1744" y="7316"/>
                  </a:cubicBezTo>
                  <a:lnTo>
                    <a:pt x="3868" y="6156"/>
                  </a:lnTo>
                  <a:lnTo>
                    <a:pt x="6059" y="7316"/>
                  </a:lnTo>
                  <a:cubicBezTo>
                    <a:pt x="6083" y="7329"/>
                    <a:pt x="6108" y="7334"/>
                    <a:pt x="6134" y="7334"/>
                  </a:cubicBezTo>
                  <a:cubicBezTo>
                    <a:pt x="6251" y="7334"/>
                    <a:pt x="6372" y="7219"/>
                    <a:pt x="6317" y="7059"/>
                  </a:cubicBezTo>
                  <a:lnTo>
                    <a:pt x="5930" y="4676"/>
                  </a:lnTo>
                  <a:lnTo>
                    <a:pt x="7673" y="3001"/>
                  </a:lnTo>
                  <a:cubicBezTo>
                    <a:pt x="7802" y="2872"/>
                    <a:pt x="7735" y="2676"/>
                    <a:pt x="7544" y="2676"/>
                  </a:cubicBezTo>
                  <a:lnTo>
                    <a:pt x="5157" y="2289"/>
                  </a:lnTo>
                  <a:lnTo>
                    <a:pt x="4064" y="98"/>
                  </a:lnTo>
                  <a:cubicBezTo>
                    <a:pt x="4030" y="33"/>
                    <a:pt x="3966" y="1"/>
                    <a:pt x="39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1" name="Google Shape;2141;p47"/>
          <p:cNvGrpSpPr/>
          <p:nvPr/>
        </p:nvGrpSpPr>
        <p:grpSpPr>
          <a:xfrm>
            <a:off x="1280682" y="3919404"/>
            <a:ext cx="345306" cy="419550"/>
            <a:chOff x="1069750" y="3986375"/>
            <a:chExt cx="367425" cy="446425"/>
          </a:xfrm>
        </p:grpSpPr>
        <p:sp>
          <p:nvSpPr>
            <p:cNvPr id="2142" name="Google Shape;2142;p47"/>
            <p:cNvSpPr/>
            <p:nvPr/>
          </p:nvSpPr>
          <p:spPr>
            <a:xfrm>
              <a:off x="1069750" y="4084725"/>
              <a:ext cx="95050" cy="323825"/>
            </a:xfrm>
            <a:custGeom>
              <a:avLst/>
              <a:gdLst/>
              <a:ahLst/>
              <a:cxnLst/>
              <a:rect l="l" t="t" r="r" b="b"/>
              <a:pathLst>
                <a:path w="3802" h="12953" extrusionOk="0">
                  <a:moveTo>
                    <a:pt x="2770" y="0"/>
                  </a:moveTo>
                  <a:cubicBezTo>
                    <a:pt x="1996" y="0"/>
                    <a:pt x="1352" y="578"/>
                    <a:pt x="1290" y="1351"/>
                  </a:cubicBezTo>
                  <a:lnTo>
                    <a:pt x="63" y="11215"/>
                  </a:lnTo>
                  <a:cubicBezTo>
                    <a:pt x="1" y="11664"/>
                    <a:pt x="130" y="12051"/>
                    <a:pt x="388" y="12437"/>
                  </a:cubicBezTo>
                  <a:cubicBezTo>
                    <a:pt x="707" y="12762"/>
                    <a:pt x="1094" y="12953"/>
                    <a:pt x="1548" y="12953"/>
                  </a:cubicBezTo>
                  <a:lnTo>
                    <a:pt x="2512" y="12953"/>
                  </a:lnTo>
                  <a:cubicBezTo>
                    <a:pt x="2641" y="12953"/>
                    <a:pt x="2770" y="12824"/>
                    <a:pt x="2770" y="12695"/>
                  </a:cubicBezTo>
                  <a:cubicBezTo>
                    <a:pt x="2770" y="12504"/>
                    <a:pt x="2641" y="12437"/>
                    <a:pt x="2512" y="12437"/>
                  </a:cubicBezTo>
                  <a:lnTo>
                    <a:pt x="1548" y="12437"/>
                  </a:lnTo>
                  <a:cubicBezTo>
                    <a:pt x="1290" y="12437"/>
                    <a:pt x="1032" y="12308"/>
                    <a:pt x="836" y="12051"/>
                  </a:cubicBezTo>
                  <a:cubicBezTo>
                    <a:pt x="578" y="11860"/>
                    <a:pt x="517" y="11535"/>
                    <a:pt x="578" y="11277"/>
                  </a:cubicBezTo>
                  <a:lnTo>
                    <a:pt x="1806" y="1418"/>
                  </a:lnTo>
                  <a:cubicBezTo>
                    <a:pt x="1868" y="903"/>
                    <a:pt x="2254" y="516"/>
                    <a:pt x="2770" y="516"/>
                  </a:cubicBezTo>
                  <a:lnTo>
                    <a:pt x="3543" y="516"/>
                  </a:lnTo>
                  <a:cubicBezTo>
                    <a:pt x="3672" y="516"/>
                    <a:pt x="3801" y="449"/>
                    <a:pt x="3801" y="258"/>
                  </a:cubicBezTo>
                  <a:cubicBezTo>
                    <a:pt x="3801" y="129"/>
                    <a:pt x="3672" y="0"/>
                    <a:pt x="35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47"/>
            <p:cNvSpPr/>
            <p:nvPr/>
          </p:nvSpPr>
          <p:spPr>
            <a:xfrm>
              <a:off x="1342025" y="4084725"/>
              <a:ext cx="95150" cy="323825"/>
            </a:xfrm>
            <a:custGeom>
              <a:avLst/>
              <a:gdLst/>
              <a:ahLst/>
              <a:cxnLst/>
              <a:rect l="l" t="t" r="r" b="b"/>
              <a:pathLst>
                <a:path w="3806" h="12953" extrusionOk="0">
                  <a:moveTo>
                    <a:pt x="258" y="0"/>
                  </a:moveTo>
                  <a:cubicBezTo>
                    <a:pt x="129" y="0"/>
                    <a:pt x="0" y="129"/>
                    <a:pt x="0" y="258"/>
                  </a:cubicBezTo>
                  <a:cubicBezTo>
                    <a:pt x="0" y="449"/>
                    <a:pt x="129" y="516"/>
                    <a:pt x="258" y="516"/>
                  </a:cubicBezTo>
                  <a:lnTo>
                    <a:pt x="969" y="516"/>
                  </a:lnTo>
                  <a:cubicBezTo>
                    <a:pt x="1485" y="516"/>
                    <a:pt x="1934" y="903"/>
                    <a:pt x="2001" y="1418"/>
                  </a:cubicBezTo>
                  <a:lnTo>
                    <a:pt x="3223" y="11277"/>
                  </a:lnTo>
                  <a:cubicBezTo>
                    <a:pt x="3290" y="11535"/>
                    <a:pt x="3161" y="11860"/>
                    <a:pt x="2965" y="12051"/>
                  </a:cubicBezTo>
                  <a:cubicBezTo>
                    <a:pt x="2774" y="12308"/>
                    <a:pt x="2516" y="12437"/>
                    <a:pt x="2191" y="12437"/>
                  </a:cubicBezTo>
                  <a:lnTo>
                    <a:pt x="1289" y="12437"/>
                  </a:lnTo>
                  <a:cubicBezTo>
                    <a:pt x="1160" y="12437"/>
                    <a:pt x="1031" y="12504"/>
                    <a:pt x="1031" y="12695"/>
                  </a:cubicBezTo>
                  <a:cubicBezTo>
                    <a:pt x="1031" y="12824"/>
                    <a:pt x="1160" y="12953"/>
                    <a:pt x="1289" y="12953"/>
                  </a:cubicBezTo>
                  <a:lnTo>
                    <a:pt x="2191" y="12953"/>
                  </a:lnTo>
                  <a:cubicBezTo>
                    <a:pt x="2645" y="12953"/>
                    <a:pt x="3094" y="12762"/>
                    <a:pt x="3352" y="12437"/>
                  </a:cubicBezTo>
                  <a:cubicBezTo>
                    <a:pt x="3676" y="12051"/>
                    <a:pt x="3805" y="11664"/>
                    <a:pt x="3738" y="11215"/>
                  </a:cubicBezTo>
                  <a:lnTo>
                    <a:pt x="2516" y="1351"/>
                  </a:lnTo>
                  <a:cubicBezTo>
                    <a:pt x="2449" y="578"/>
                    <a:pt x="1743" y="0"/>
                    <a:pt x="96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47"/>
            <p:cNvSpPr/>
            <p:nvPr/>
          </p:nvSpPr>
          <p:spPr>
            <a:xfrm>
              <a:off x="1129325" y="4126625"/>
              <a:ext cx="241725" cy="235275"/>
            </a:xfrm>
            <a:custGeom>
              <a:avLst/>
              <a:gdLst/>
              <a:ahLst/>
              <a:cxnLst/>
              <a:rect l="l" t="t" r="r" b="b"/>
              <a:pathLst>
                <a:path w="9669" h="9411" extrusionOk="0">
                  <a:moveTo>
                    <a:pt x="2001" y="0"/>
                  </a:moveTo>
                  <a:cubicBezTo>
                    <a:pt x="1418" y="0"/>
                    <a:pt x="903" y="449"/>
                    <a:pt x="841" y="1031"/>
                  </a:cubicBezTo>
                  <a:lnTo>
                    <a:pt x="129" y="8121"/>
                  </a:lnTo>
                  <a:cubicBezTo>
                    <a:pt x="0" y="8766"/>
                    <a:pt x="583" y="9410"/>
                    <a:pt x="1227" y="9410"/>
                  </a:cubicBezTo>
                  <a:lnTo>
                    <a:pt x="8446" y="9410"/>
                  </a:lnTo>
                  <a:cubicBezTo>
                    <a:pt x="9091" y="9410"/>
                    <a:pt x="9668" y="8766"/>
                    <a:pt x="9539" y="8121"/>
                  </a:cubicBezTo>
                  <a:lnTo>
                    <a:pt x="8833" y="1031"/>
                  </a:lnTo>
                  <a:cubicBezTo>
                    <a:pt x="8766" y="449"/>
                    <a:pt x="8250" y="0"/>
                    <a:pt x="76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47"/>
            <p:cNvSpPr/>
            <p:nvPr/>
          </p:nvSpPr>
          <p:spPr>
            <a:xfrm>
              <a:off x="1214775" y="4329650"/>
              <a:ext cx="70925" cy="32250"/>
            </a:xfrm>
            <a:custGeom>
              <a:avLst/>
              <a:gdLst/>
              <a:ahLst/>
              <a:cxnLst/>
              <a:rect l="l" t="t" r="r" b="b"/>
              <a:pathLst>
                <a:path w="2837" h="1290" extrusionOk="0">
                  <a:moveTo>
                    <a:pt x="192" y="0"/>
                  </a:moveTo>
                  <a:cubicBezTo>
                    <a:pt x="63" y="0"/>
                    <a:pt x="1" y="62"/>
                    <a:pt x="1" y="191"/>
                  </a:cubicBezTo>
                  <a:lnTo>
                    <a:pt x="1" y="1093"/>
                  </a:lnTo>
                  <a:cubicBezTo>
                    <a:pt x="1" y="1160"/>
                    <a:pt x="63" y="1289"/>
                    <a:pt x="192" y="1289"/>
                  </a:cubicBezTo>
                  <a:lnTo>
                    <a:pt x="2641" y="1289"/>
                  </a:lnTo>
                  <a:cubicBezTo>
                    <a:pt x="2770" y="1289"/>
                    <a:pt x="2837" y="1160"/>
                    <a:pt x="2837" y="1093"/>
                  </a:cubicBezTo>
                  <a:lnTo>
                    <a:pt x="2837" y="191"/>
                  </a:lnTo>
                  <a:cubicBezTo>
                    <a:pt x="2837" y="62"/>
                    <a:pt x="2770" y="0"/>
                    <a:pt x="26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47"/>
            <p:cNvSpPr/>
            <p:nvPr/>
          </p:nvSpPr>
          <p:spPr>
            <a:xfrm>
              <a:off x="1213100" y="3986375"/>
              <a:ext cx="74150" cy="74150"/>
            </a:xfrm>
            <a:custGeom>
              <a:avLst/>
              <a:gdLst/>
              <a:ahLst/>
              <a:cxnLst/>
              <a:rect l="l" t="t" r="r" b="b"/>
              <a:pathLst>
                <a:path w="2966" h="2966" extrusionOk="0">
                  <a:moveTo>
                    <a:pt x="1486" y="970"/>
                  </a:moveTo>
                  <a:cubicBezTo>
                    <a:pt x="1744" y="970"/>
                    <a:pt x="2001" y="1160"/>
                    <a:pt x="2001" y="1485"/>
                  </a:cubicBezTo>
                  <a:cubicBezTo>
                    <a:pt x="2001" y="1743"/>
                    <a:pt x="1744" y="2001"/>
                    <a:pt x="1486" y="2001"/>
                  </a:cubicBezTo>
                  <a:cubicBezTo>
                    <a:pt x="1228" y="2001"/>
                    <a:pt x="970" y="1743"/>
                    <a:pt x="970" y="1485"/>
                  </a:cubicBezTo>
                  <a:cubicBezTo>
                    <a:pt x="970" y="1160"/>
                    <a:pt x="1228" y="970"/>
                    <a:pt x="1486" y="970"/>
                  </a:cubicBezTo>
                  <a:close/>
                  <a:moveTo>
                    <a:pt x="1486" y="0"/>
                  </a:moveTo>
                  <a:cubicBezTo>
                    <a:pt x="645" y="0"/>
                    <a:pt x="1" y="645"/>
                    <a:pt x="1" y="1485"/>
                  </a:cubicBezTo>
                  <a:cubicBezTo>
                    <a:pt x="1" y="2259"/>
                    <a:pt x="645" y="2965"/>
                    <a:pt x="1486" y="2965"/>
                  </a:cubicBezTo>
                  <a:cubicBezTo>
                    <a:pt x="2321" y="2965"/>
                    <a:pt x="2966" y="2259"/>
                    <a:pt x="2966" y="1485"/>
                  </a:cubicBezTo>
                  <a:cubicBezTo>
                    <a:pt x="2966" y="645"/>
                    <a:pt x="2321" y="0"/>
                    <a:pt x="14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47"/>
            <p:cNvSpPr/>
            <p:nvPr/>
          </p:nvSpPr>
          <p:spPr>
            <a:xfrm>
              <a:off x="1153550" y="4055725"/>
              <a:ext cx="193375" cy="70925"/>
            </a:xfrm>
            <a:custGeom>
              <a:avLst/>
              <a:gdLst/>
              <a:ahLst/>
              <a:cxnLst/>
              <a:rect l="l" t="t" r="r" b="b"/>
              <a:pathLst>
                <a:path w="7735" h="2837" extrusionOk="0">
                  <a:moveTo>
                    <a:pt x="320" y="0"/>
                  </a:moveTo>
                  <a:cubicBezTo>
                    <a:pt x="129" y="0"/>
                    <a:pt x="1" y="129"/>
                    <a:pt x="1" y="320"/>
                  </a:cubicBezTo>
                  <a:lnTo>
                    <a:pt x="1" y="2511"/>
                  </a:lnTo>
                  <a:cubicBezTo>
                    <a:pt x="1" y="2707"/>
                    <a:pt x="129" y="2836"/>
                    <a:pt x="320" y="2836"/>
                  </a:cubicBezTo>
                  <a:lnTo>
                    <a:pt x="7410" y="2836"/>
                  </a:lnTo>
                  <a:cubicBezTo>
                    <a:pt x="7606" y="2836"/>
                    <a:pt x="7735" y="2707"/>
                    <a:pt x="7735" y="2511"/>
                  </a:cubicBezTo>
                  <a:lnTo>
                    <a:pt x="7735" y="320"/>
                  </a:lnTo>
                  <a:cubicBezTo>
                    <a:pt x="7735" y="129"/>
                    <a:pt x="7606" y="0"/>
                    <a:pt x="741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47"/>
            <p:cNvSpPr/>
            <p:nvPr/>
          </p:nvSpPr>
          <p:spPr>
            <a:xfrm>
              <a:off x="1127775" y="4361875"/>
              <a:ext cx="244950" cy="70925"/>
            </a:xfrm>
            <a:custGeom>
              <a:avLst/>
              <a:gdLst/>
              <a:ahLst/>
              <a:cxnLst/>
              <a:rect l="l" t="t" r="r" b="b"/>
              <a:pathLst>
                <a:path w="9798" h="2837" extrusionOk="0">
                  <a:moveTo>
                    <a:pt x="320" y="0"/>
                  </a:moveTo>
                  <a:cubicBezTo>
                    <a:pt x="129" y="0"/>
                    <a:pt x="0" y="129"/>
                    <a:pt x="0" y="320"/>
                  </a:cubicBezTo>
                  <a:lnTo>
                    <a:pt x="0" y="2511"/>
                  </a:lnTo>
                  <a:cubicBezTo>
                    <a:pt x="0" y="2707"/>
                    <a:pt x="129" y="2836"/>
                    <a:pt x="320" y="2836"/>
                  </a:cubicBezTo>
                  <a:lnTo>
                    <a:pt x="9472" y="2836"/>
                  </a:lnTo>
                  <a:cubicBezTo>
                    <a:pt x="9668" y="2836"/>
                    <a:pt x="9797" y="2707"/>
                    <a:pt x="9797" y="2511"/>
                  </a:cubicBezTo>
                  <a:lnTo>
                    <a:pt x="9797" y="320"/>
                  </a:lnTo>
                  <a:cubicBezTo>
                    <a:pt x="9797" y="129"/>
                    <a:pt x="9668" y="0"/>
                    <a:pt x="94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47"/>
            <p:cNvSpPr/>
            <p:nvPr/>
          </p:nvSpPr>
          <p:spPr>
            <a:xfrm>
              <a:off x="1218000" y="4270375"/>
              <a:ext cx="64475" cy="59300"/>
            </a:xfrm>
            <a:custGeom>
              <a:avLst/>
              <a:gdLst/>
              <a:ahLst/>
              <a:cxnLst/>
              <a:rect l="l" t="t" r="r" b="b"/>
              <a:pathLst>
                <a:path w="2579" h="2372" extrusionOk="0">
                  <a:moveTo>
                    <a:pt x="1264" y="1"/>
                  </a:moveTo>
                  <a:cubicBezTo>
                    <a:pt x="1239" y="1"/>
                    <a:pt x="1223" y="17"/>
                    <a:pt x="1223" y="51"/>
                  </a:cubicBezTo>
                  <a:lnTo>
                    <a:pt x="903" y="242"/>
                  </a:lnTo>
                  <a:cubicBezTo>
                    <a:pt x="903" y="242"/>
                    <a:pt x="1" y="953"/>
                    <a:pt x="449" y="1856"/>
                  </a:cubicBezTo>
                  <a:cubicBezTo>
                    <a:pt x="449" y="1856"/>
                    <a:pt x="645" y="2371"/>
                    <a:pt x="1290" y="2371"/>
                  </a:cubicBezTo>
                  <a:cubicBezTo>
                    <a:pt x="1867" y="2371"/>
                    <a:pt x="2125" y="1856"/>
                    <a:pt x="2125" y="1856"/>
                  </a:cubicBezTo>
                  <a:cubicBezTo>
                    <a:pt x="2579" y="953"/>
                    <a:pt x="1676" y="242"/>
                    <a:pt x="1676" y="242"/>
                  </a:cubicBezTo>
                  <a:lnTo>
                    <a:pt x="1352" y="51"/>
                  </a:lnTo>
                  <a:cubicBezTo>
                    <a:pt x="1321" y="17"/>
                    <a:pt x="1288" y="1"/>
                    <a:pt x="12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0" name="Google Shape;2150;p47"/>
          <p:cNvGrpSpPr/>
          <p:nvPr/>
        </p:nvGrpSpPr>
        <p:grpSpPr>
          <a:xfrm>
            <a:off x="2062079" y="3933078"/>
            <a:ext cx="242327" cy="419433"/>
            <a:chOff x="1901200" y="4000925"/>
            <a:chExt cx="257850" cy="446300"/>
          </a:xfrm>
        </p:grpSpPr>
        <p:sp>
          <p:nvSpPr>
            <p:cNvPr id="2151" name="Google Shape;2151;p47"/>
            <p:cNvSpPr/>
            <p:nvPr/>
          </p:nvSpPr>
          <p:spPr>
            <a:xfrm>
              <a:off x="1901200" y="4000925"/>
              <a:ext cx="257850" cy="446300"/>
            </a:xfrm>
            <a:custGeom>
              <a:avLst/>
              <a:gdLst/>
              <a:ahLst/>
              <a:cxnLst/>
              <a:rect l="l" t="t" r="r" b="b"/>
              <a:pathLst>
                <a:path w="10314" h="17852" extrusionOk="0">
                  <a:moveTo>
                    <a:pt x="1481" y="1"/>
                  </a:moveTo>
                  <a:cubicBezTo>
                    <a:pt x="1419" y="1"/>
                    <a:pt x="1352" y="63"/>
                    <a:pt x="1290" y="130"/>
                  </a:cubicBezTo>
                  <a:lnTo>
                    <a:pt x="1" y="5992"/>
                  </a:lnTo>
                  <a:lnTo>
                    <a:pt x="1" y="6059"/>
                  </a:lnTo>
                  <a:lnTo>
                    <a:pt x="1548" y="17723"/>
                  </a:lnTo>
                  <a:cubicBezTo>
                    <a:pt x="1610" y="17790"/>
                    <a:pt x="1677" y="17852"/>
                    <a:pt x="1739" y="17852"/>
                  </a:cubicBezTo>
                  <a:lnTo>
                    <a:pt x="8571" y="17852"/>
                  </a:lnTo>
                  <a:cubicBezTo>
                    <a:pt x="8638" y="17852"/>
                    <a:pt x="8700" y="17790"/>
                    <a:pt x="8767" y="17723"/>
                  </a:cubicBezTo>
                  <a:lnTo>
                    <a:pt x="10313" y="6059"/>
                  </a:lnTo>
                  <a:lnTo>
                    <a:pt x="10313" y="5992"/>
                  </a:lnTo>
                  <a:lnTo>
                    <a:pt x="9024" y="130"/>
                  </a:lnTo>
                  <a:cubicBezTo>
                    <a:pt x="8957" y="63"/>
                    <a:pt x="8895" y="1"/>
                    <a:pt x="8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47"/>
            <p:cNvSpPr/>
            <p:nvPr/>
          </p:nvSpPr>
          <p:spPr>
            <a:xfrm>
              <a:off x="1934975" y="4047600"/>
              <a:ext cx="190175" cy="362625"/>
            </a:xfrm>
            <a:custGeom>
              <a:avLst/>
              <a:gdLst/>
              <a:ahLst/>
              <a:cxnLst/>
              <a:rect l="l" t="t" r="r" b="b"/>
              <a:pathLst>
                <a:path w="7607" h="14505" extrusionOk="0">
                  <a:moveTo>
                    <a:pt x="1161" y="0"/>
                  </a:moveTo>
                  <a:cubicBezTo>
                    <a:pt x="1099" y="0"/>
                    <a:pt x="1032" y="0"/>
                    <a:pt x="1032" y="129"/>
                  </a:cubicBezTo>
                  <a:lnTo>
                    <a:pt x="68" y="4512"/>
                  </a:lnTo>
                  <a:cubicBezTo>
                    <a:pt x="1" y="4512"/>
                    <a:pt x="1" y="4579"/>
                    <a:pt x="1" y="4579"/>
                  </a:cubicBezTo>
                  <a:lnTo>
                    <a:pt x="1161" y="14376"/>
                  </a:lnTo>
                  <a:cubicBezTo>
                    <a:pt x="1228" y="14438"/>
                    <a:pt x="1290" y="14505"/>
                    <a:pt x="1357" y="14505"/>
                  </a:cubicBezTo>
                  <a:lnTo>
                    <a:pt x="6255" y="14505"/>
                  </a:lnTo>
                  <a:cubicBezTo>
                    <a:pt x="6317" y="14505"/>
                    <a:pt x="6384" y="14438"/>
                    <a:pt x="6446" y="14376"/>
                  </a:cubicBezTo>
                  <a:lnTo>
                    <a:pt x="7606" y="4579"/>
                  </a:lnTo>
                  <a:lnTo>
                    <a:pt x="7606" y="4512"/>
                  </a:lnTo>
                  <a:lnTo>
                    <a:pt x="6642" y="129"/>
                  </a:lnTo>
                  <a:cubicBezTo>
                    <a:pt x="6575" y="0"/>
                    <a:pt x="6513" y="0"/>
                    <a:pt x="64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47"/>
            <p:cNvSpPr/>
            <p:nvPr/>
          </p:nvSpPr>
          <p:spPr>
            <a:xfrm>
              <a:off x="2015550" y="4116950"/>
              <a:ext cx="29025" cy="156250"/>
            </a:xfrm>
            <a:custGeom>
              <a:avLst/>
              <a:gdLst/>
              <a:ahLst/>
              <a:cxnLst/>
              <a:rect l="l" t="t" r="r" b="b"/>
              <a:pathLst>
                <a:path w="1161" h="6250" extrusionOk="0">
                  <a:moveTo>
                    <a:pt x="196" y="0"/>
                  </a:moveTo>
                  <a:cubicBezTo>
                    <a:pt x="68" y="0"/>
                    <a:pt x="1" y="62"/>
                    <a:pt x="1" y="191"/>
                  </a:cubicBezTo>
                  <a:lnTo>
                    <a:pt x="1" y="6059"/>
                  </a:lnTo>
                  <a:cubicBezTo>
                    <a:pt x="1" y="6188"/>
                    <a:pt x="68" y="6250"/>
                    <a:pt x="196" y="6250"/>
                  </a:cubicBezTo>
                  <a:lnTo>
                    <a:pt x="970" y="6250"/>
                  </a:lnTo>
                  <a:cubicBezTo>
                    <a:pt x="1099" y="6250"/>
                    <a:pt x="1161" y="6188"/>
                    <a:pt x="1161" y="6059"/>
                  </a:cubicBezTo>
                  <a:lnTo>
                    <a:pt x="1161" y="191"/>
                  </a:lnTo>
                  <a:cubicBezTo>
                    <a:pt x="1161" y="62"/>
                    <a:pt x="1099" y="0"/>
                    <a:pt x="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47"/>
            <p:cNvSpPr/>
            <p:nvPr/>
          </p:nvSpPr>
          <p:spPr>
            <a:xfrm>
              <a:off x="1973650" y="4150725"/>
              <a:ext cx="112825" cy="29025"/>
            </a:xfrm>
            <a:custGeom>
              <a:avLst/>
              <a:gdLst/>
              <a:ahLst/>
              <a:cxnLst/>
              <a:rect l="l" t="t" r="r" b="b"/>
              <a:pathLst>
                <a:path w="4513" h="1161" extrusionOk="0">
                  <a:moveTo>
                    <a:pt x="130" y="0"/>
                  </a:moveTo>
                  <a:cubicBezTo>
                    <a:pt x="68" y="0"/>
                    <a:pt x="1" y="67"/>
                    <a:pt x="1" y="196"/>
                  </a:cubicBezTo>
                  <a:lnTo>
                    <a:pt x="1" y="970"/>
                  </a:lnTo>
                  <a:cubicBezTo>
                    <a:pt x="1" y="1032"/>
                    <a:pt x="68" y="1161"/>
                    <a:pt x="130" y="1161"/>
                  </a:cubicBezTo>
                  <a:lnTo>
                    <a:pt x="4384" y="1161"/>
                  </a:lnTo>
                  <a:cubicBezTo>
                    <a:pt x="4451" y="1161"/>
                    <a:pt x="4512" y="1032"/>
                    <a:pt x="4512" y="970"/>
                  </a:cubicBezTo>
                  <a:lnTo>
                    <a:pt x="4512" y="196"/>
                  </a:lnTo>
                  <a:cubicBezTo>
                    <a:pt x="4512" y="67"/>
                    <a:pt x="4451" y="0"/>
                    <a:pt x="43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5" name="Google Shape;2155;p47"/>
          <p:cNvGrpSpPr/>
          <p:nvPr/>
        </p:nvGrpSpPr>
        <p:grpSpPr>
          <a:xfrm>
            <a:off x="1323091" y="3328810"/>
            <a:ext cx="171091" cy="419550"/>
            <a:chOff x="1114875" y="3357950"/>
            <a:chExt cx="182050" cy="446425"/>
          </a:xfrm>
        </p:grpSpPr>
        <p:sp>
          <p:nvSpPr>
            <p:cNvPr id="2156" name="Google Shape;2156;p47"/>
            <p:cNvSpPr/>
            <p:nvPr/>
          </p:nvSpPr>
          <p:spPr>
            <a:xfrm>
              <a:off x="1114875" y="3357950"/>
              <a:ext cx="182050" cy="319075"/>
            </a:xfrm>
            <a:custGeom>
              <a:avLst/>
              <a:gdLst/>
              <a:ahLst/>
              <a:cxnLst/>
              <a:rect l="l" t="t" r="r" b="b"/>
              <a:pathLst>
                <a:path w="7282" h="12763" extrusionOk="0">
                  <a:moveTo>
                    <a:pt x="903" y="0"/>
                  </a:moveTo>
                  <a:cubicBezTo>
                    <a:pt x="449" y="0"/>
                    <a:pt x="63" y="387"/>
                    <a:pt x="63" y="903"/>
                  </a:cubicBezTo>
                  <a:lnTo>
                    <a:pt x="63" y="5997"/>
                  </a:lnTo>
                  <a:lnTo>
                    <a:pt x="1" y="5997"/>
                  </a:lnTo>
                  <a:lnTo>
                    <a:pt x="1" y="8121"/>
                  </a:lnTo>
                  <a:cubicBezTo>
                    <a:pt x="1" y="9349"/>
                    <a:pt x="707" y="10442"/>
                    <a:pt x="1676" y="11024"/>
                  </a:cubicBezTo>
                  <a:lnTo>
                    <a:pt x="1676" y="12571"/>
                  </a:lnTo>
                  <a:cubicBezTo>
                    <a:pt x="1676" y="12700"/>
                    <a:pt x="1805" y="12762"/>
                    <a:pt x="1867" y="12762"/>
                  </a:cubicBezTo>
                  <a:lnTo>
                    <a:pt x="5415" y="12762"/>
                  </a:lnTo>
                  <a:cubicBezTo>
                    <a:pt x="5544" y="12762"/>
                    <a:pt x="5606" y="12700"/>
                    <a:pt x="5606" y="12571"/>
                  </a:cubicBezTo>
                  <a:lnTo>
                    <a:pt x="5606" y="11024"/>
                  </a:lnTo>
                  <a:cubicBezTo>
                    <a:pt x="6575" y="10442"/>
                    <a:pt x="7281" y="9349"/>
                    <a:pt x="7281" y="8121"/>
                  </a:cubicBezTo>
                  <a:lnTo>
                    <a:pt x="7281" y="7028"/>
                  </a:lnTo>
                  <a:lnTo>
                    <a:pt x="7281" y="6513"/>
                  </a:lnTo>
                  <a:lnTo>
                    <a:pt x="7281" y="6446"/>
                  </a:lnTo>
                  <a:lnTo>
                    <a:pt x="7281" y="2259"/>
                  </a:lnTo>
                  <a:cubicBezTo>
                    <a:pt x="7281" y="1743"/>
                    <a:pt x="6895" y="1356"/>
                    <a:pt x="6379" y="1356"/>
                  </a:cubicBezTo>
                  <a:lnTo>
                    <a:pt x="6317" y="1356"/>
                  </a:lnTo>
                  <a:cubicBezTo>
                    <a:pt x="5863" y="1356"/>
                    <a:pt x="5415" y="1743"/>
                    <a:pt x="5415" y="2259"/>
                  </a:cubicBezTo>
                  <a:lnTo>
                    <a:pt x="5415" y="3868"/>
                  </a:lnTo>
                  <a:cubicBezTo>
                    <a:pt x="5415" y="3419"/>
                    <a:pt x="5028" y="3032"/>
                    <a:pt x="4574" y="3032"/>
                  </a:cubicBezTo>
                  <a:cubicBezTo>
                    <a:pt x="4059" y="3032"/>
                    <a:pt x="3672" y="3481"/>
                    <a:pt x="3672" y="3935"/>
                  </a:cubicBezTo>
                  <a:cubicBezTo>
                    <a:pt x="3672" y="3481"/>
                    <a:pt x="3223" y="3032"/>
                    <a:pt x="2770" y="3032"/>
                  </a:cubicBezTo>
                  <a:cubicBezTo>
                    <a:pt x="2254" y="3032"/>
                    <a:pt x="1805" y="3481"/>
                    <a:pt x="1805" y="3935"/>
                  </a:cubicBezTo>
                  <a:lnTo>
                    <a:pt x="1805" y="903"/>
                  </a:lnTo>
                  <a:cubicBezTo>
                    <a:pt x="1805" y="387"/>
                    <a:pt x="1419" y="0"/>
                    <a:pt x="9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47"/>
            <p:cNvSpPr/>
            <p:nvPr/>
          </p:nvSpPr>
          <p:spPr>
            <a:xfrm>
              <a:off x="1114875" y="3357950"/>
              <a:ext cx="122500" cy="319075"/>
            </a:xfrm>
            <a:custGeom>
              <a:avLst/>
              <a:gdLst/>
              <a:ahLst/>
              <a:cxnLst/>
              <a:rect l="l" t="t" r="r" b="b"/>
              <a:pathLst>
                <a:path w="4900" h="12763" extrusionOk="0">
                  <a:moveTo>
                    <a:pt x="836" y="0"/>
                  </a:moveTo>
                  <a:cubicBezTo>
                    <a:pt x="387" y="0"/>
                    <a:pt x="63" y="454"/>
                    <a:pt x="63" y="903"/>
                  </a:cubicBezTo>
                  <a:lnTo>
                    <a:pt x="63" y="5930"/>
                  </a:lnTo>
                  <a:lnTo>
                    <a:pt x="1" y="5930"/>
                  </a:lnTo>
                  <a:lnTo>
                    <a:pt x="1" y="5997"/>
                  </a:lnTo>
                  <a:lnTo>
                    <a:pt x="1" y="8121"/>
                  </a:lnTo>
                  <a:cubicBezTo>
                    <a:pt x="1" y="9349"/>
                    <a:pt x="707" y="10442"/>
                    <a:pt x="1676" y="11024"/>
                  </a:cubicBezTo>
                  <a:lnTo>
                    <a:pt x="1676" y="12571"/>
                  </a:lnTo>
                  <a:cubicBezTo>
                    <a:pt x="1676" y="12700"/>
                    <a:pt x="1805" y="12762"/>
                    <a:pt x="1867" y="12762"/>
                  </a:cubicBezTo>
                  <a:lnTo>
                    <a:pt x="2708" y="12762"/>
                  </a:lnTo>
                  <a:lnTo>
                    <a:pt x="2708" y="11282"/>
                  </a:lnTo>
                  <a:cubicBezTo>
                    <a:pt x="2708" y="11215"/>
                    <a:pt x="2708" y="11153"/>
                    <a:pt x="2641" y="11086"/>
                  </a:cubicBezTo>
                  <a:cubicBezTo>
                    <a:pt x="1609" y="10509"/>
                    <a:pt x="903" y="9411"/>
                    <a:pt x="903" y="8121"/>
                  </a:cubicBezTo>
                  <a:lnTo>
                    <a:pt x="903" y="6255"/>
                  </a:lnTo>
                  <a:lnTo>
                    <a:pt x="3352" y="6255"/>
                  </a:lnTo>
                  <a:cubicBezTo>
                    <a:pt x="3481" y="6255"/>
                    <a:pt x="3543" y="6384"/>
                    <a:pt x="3543" y="6513"/>
                  </a:cubicBezTo>
                  <a:cubicBezTo>
                    <a:pt x="3481" y="6832"/>
                    <a:pt x="3285" y="7477"/>
                    <a:pt x="2512" y="7931"/>
                  </a:cubicBezTo>
                  <a:cubicBezTo>
                    <a:pt x="4059" y="7606"/>
                    <a:pt x="4445" y="6575"/>
                    <a:pt x="4512" y="6126"/>
                  </a:cubicBezTo>
                  <a:cubicBezTo>
                    <a:pt x="4512" y="6059"/>
                    <a:pt x="4445" y="5930"/>
                    <a:pt x="4316" y="5930"/>
                  </a:cubicBezTo>
                  <a:lnTo>
                    <a:pt x="4383" y="5930"/>
                  </a:lnTo>
                  <a:lnTo>
                    <a:pt x="4383" y="3935"/>
                  </a:lnTo>
                  <a:cubicBezTo>
                    <a:pt x="4383" y="3677"/>
                    <a:pt x="4445" y="3481"/>
                    <a:pt x="4641" y="3290"/>
                  </a:cubicBezTo>
                  <a:cubicBezTo>
                    <a:pt x="4703" y="3223"/>
                    <a:pt x="4770" y="3161"/>
                    <a:pt x="4899" y="3161"/>
                  </a:cubicBezTo>
                  <a:cubicBezTo>
                    <a:pt x="4770" y="3094"/>
                    <a:pt x="4641" y="3032"/>
                    <a:pt x="4574" y="3032"/>
                  </a:cubicBezTo>
                  <a:cubicBezTo>
                    <a:pt x="4316" y="3032"/>
                    <a:pt x="4059" y="3161"/>
                    <a:pt x="3930" y="3290"/>
                  </a:cubicBezTo>
                  <a:cubicBezTo>
                    <a:pt x="3739" y="3481"/>
                    <a:pt x="3672" y="3677"/>
                    <a:pt x="3672" y="3935"/>
                  </a:cubicBezTo>
                  <a:lnTo>
                    <a:pt x="3672" y="5930"/>
                  </a:lnTo>
                  <a:lnTo>
                    <a:pt x="2512" y="5930"/>
                  </a:lnTo>
                  <a:lnTo>
                    <a:pt x="2512" y="3935"/>
                  </a:lnTo>
                  <a:cubicBezTo>
                    <a:pt x="2512" y="3677"/>
                    <a:pt x="2641" y="3481"/>
                    <a:pt x="2770" y="3290"/>
                  </a:cubicBezTo>
                  <a:cubicBezTo>
                    <a:pt x="2898" y="3223"/>
                    <a:pt x="2966" y="3161"/>
                    <a:pt x="3094" y="3161"/>
                  </a:cubicBezTo>
                  <a:cubicBezTo>
                    <a:pt x="2966" y="3094"/>
                    <a:pt x="2837" y="3032"/>
                    <a:pt x="2708" y="3032"/>
                  </a:cubicBezTo>
                  <a:cubicBezTo>
                    <a:pt x="2450" y="3032"/>
                    <a:pt x="2254" y="3161"/>
                    <a:pt x="2063" y="3290"/>
                  </a:cubicBezTo>
                  <a:cubicBezTo>
                    <a:pt x="1934" y="3481"/>
                    <a:pt x="1805" y="3677"/>
                    <a:pt x="1805" y="3935"/>
                  </a:cubicBezTo>
                  <a:lnTo>
                    <a:pt x="1805" y="5930"/>
                  </a:lnTo>
                  <a:lnTo>
                    <a:pt x="903" y="5930"/>
                  </a:lnTo>
                  <a:lnTo>
                    <a:pt x="903" y="903"/>
                  </a:lnTo>
                  <a:cubicBezTo>
                    <a:pt x="903" y="583"/>
                    <a:pt x="1094" y="258"/>
                    <a:pt x="1352" y="129"/>
                  </a:cubicBezTo>
                  <a:cubicBezTo>
                    <a:pt x="1223" y="0"/>
                    <a:pt x="1032" y="0"/>
                    <a:pt x="83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47"/>
            <p:cNvSpPr/>
            <p:nvPr/>
          </p:nvSpPr>
          <p:spPr>
            <a:xfrm>
              <a:off x="1182550" y="3677000"/>
              <a:ext cx="46700" cy="87025"/>
            </a:xfrm>
            <a:custGeom>
              <a:avLst/>
              <a:gdLst/>
              <a:ahLst/>
              <a:cxnLst/>
              <a:rect l="l" t="t" r="r" b="b"/>
              <a:pathLst>
                <a:path w="1868" h="3481" extrusionOk="0">
                  <a:moveTo>
                    <a:pt x="1" y="0"/>
                  </a:moveTo>
                  <a:lnTo>
                    <a:pt x="1" y="3481"/>
                  </a:lnTo>
                  <a:lnTo>
                    <a:pt x="1867" y="3481"/>
                  </a:lnTo>
                  <a:lnTo>
                    <a:pt x="18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47"/>
            <p:cNvSpPr/>
            <p:nvPr/>
          </p:nvSpPr>
          <p:spPr>
            <a:xfrm>
              <a:off x="1147100" y="3739900"/>
              <a:ext cx="117600" cy="64475"/>
            </a:xfrm>
            <a:custGeom>
              <a:avLst/>
              <a:gdLst/>
              <a:ahLst/>
              <a:cxnLst/>
              <a:rect l="l" t="t" r="r" b="b"/>
              <a:pathLst>
                <a:path w="4704" h="2579" extrusionOk="0">
                  <a:moveTo>
                    <a:pt x="1290" y="0"/>
                  </a:moveTo>
                  <a:cubicBezTo>
                    <a:pt x="578" y="0"/>
                    <a:pt x="1" y="578"/>
                    <a:pt x="1" y="1289"/>
                  </a:cubicBezTo>
                  <a:cubicBezTo>
                    <a:pt x="1" y="1996"/>
                    <a:pt x="578" y="2579"/>
                    <a:pt x="1290" y="2579"/>
                  </a:cubicBezTo>
                  <a:cubicBezTo>
                    <a:pt x="1738" y="2579"/>
                    <a:pt x="2125" y="2383"/>
                    <a:pt x="2383" y="1996"/>
                  </a:cubicBezTo>
                  <a:cubicBezTo>
                    <a:pt x="2579" y="2383"/>
                    <a:pt x="2966" y="2579"/>
                    <a:pt x="3414" y="2579"/>
                  </a:cubicBezTo>
                  <a:cubicBezTo>
                    <a:pt x="4126" y="2579"/>
                    <a:pt x="4703" y="1996"/>
                    <a:pt x="4703" y="1289"/>
                  </a:cubicBezTo>
                  <a:cubicBezTo>
                    <a:pt x="4703" y="578"/>
                    <a:pt x="4126" y="0"/>
                    <a:pt x="3414" y="0"/>
                  </a:cubicBezTo>
                  <a:cubicBezTo>
                    <a:pt x="2966" y="0"/>
                    <a:pt x="2579" y="258"/>
                    <a:pt x="2383" y="578"/>
                  </a:cubicBezTo>
                  <a:cubicBezTo>
                    <a:pt x="2125" y="258"/>
                    <a:pt x="1738" y="0"/>
                    <a:pt x="12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0" name="Google Shape;2160;p47"/>
          <p:cNvGrpSpPr/>
          <p:nvPr/>
        </p:nvGrpSpPr>
        <p:grpSpPr>
          <a:xfrm>
            <a:off x="804911" y="1608733"/>
            <a:ext cx="421712" cy="208683"/>
            <a:chOff x="1004250" y="1427900"/>
            <a:chExt cx="448725" cy="222050"/>
          </a:xfrm>
        </p:grpSpPr>
        <p:sp>
          <p:nvSpPr>
            <p:cNvPr id="2161" name="Google Shape;2161;p47"/>
            <p:cNvSpPr/>
            <p:nvPr/>
          </p:nvSpPr>
          <p:spPr>
            <a:xfrm>
              <a:off x="1004250" y="1427900"/>
              <a:ext cx="448725" cy="222050"/>
            </a:xfrm>
            <a:custGeom>
              <a:avLst/>
              <a:gdLst/>
              <a:ahLst/>
              <a:cxnLst/>
              <a:rect l="l" t="t" r="r" b="b"/>
              <a:pathLst>
                <a:path w="17949" h="8882" extrusionOk="0">
                  <a:moveTo>
                    <a:pt x="6556" y="1"/>
                  </a:moveTo>
                  <a:cubicBezTo>
                    <a:pt x="6455" y="1"/>
                    <a:pt x="6359" y="92"/>
                    <a:pt x="6359" y="183"/>
                  </a:cubicBezTo>
                  <a:lnTo>
                    <a:pt x="6359" y="1792"/>
                  </a:lnTo>
                  <a:cubicBezTo>
                    <a:pt x="6324" y="1828"/>
                    <a:pt x="6069" y="1972"/>
                    <a:pt x="5643" y="1972"/>
                  </a:cubicBezTo>
                  <a:cubicBezTo>
                    <a:pt x="5272" y="1972"/>
                    <a:pt x="4769" y="1862"/>
                    <a:pt x="4168" y="1472"/>
                  </a:cubicBezTo>
                  <a:cubicBezTo>
                    <a:pt x="4101" y="1405"/>
                    <a:pt x="4039" y="1405"/>
                    <a:pt x="3972" y="1405"/>
                  </a:cubicBezTo>
                  <a:cubicBezTo>
                    <a:pt x="3731" y="1527"/>
                    <a:pt x="3117" y="1797"/>
                    <a:pt x="2222" y="1797"/>
                  </a:cubicBezTo>
                  <a:cubicBezTo>
                    <a:pt x="1678" y="1797"/>
                    <a:pt x="1031" y="1697"/>
                    <a:pt x="301" y="1405"/>
                  </a:cubicBezTo>
                  <a:cubicBezTo>
                    <a:pt x="263" y="1381"/>
                    <a:pt x="228" y="1370"/>
                    <a:pt x="197" y="1370"/>
                  </a:cubicBezTo>
                  <a:cubicBezTo>
                    <a:pt x="65" y="1370"/>
                    <a:pt x="0" y="1559"/>
                    <a:pt x="105" y="1663"/>
                  </a:cubicBezTo>
                  <a:cubicBezTo>
                    <a:pt x="687" y="2436"/>
                    <a:pt x="1461" y="3726"/>
                    <a:pt x="1719" y="5272"/>
                  </a:cubicBezTo>
                  <a:cubicBezTo>
                    <a:pt x="1719" y="5401"/>
                    <a:pt x="1848" y="5468"/>
                    <a:pt x="1976" y="5468"/>
                  </a:cubicBezTo>
                  <a:cubicBezTo>
                    <a:pt x="2257" y="5356"/>
                    <a:pt x="2793" y="5207"/>
                    <a:pt x="3452" y="5207"/>
                  </a:cubicBezTo>
                  <a:cubicBezTo>
                    <a:pt x="4309" y="5207"/>
                    <a:pt x="5375" y="5459"/>
                    <a:pt x="6359" y="6371"/>
                  </a:cubicBezTo>
                  <a:cubicBezTo>
                    <a:pt x="6421" y="7789"/>
                    <a:pt x="7581" y="8882"/>
                    <a:pt x="8999" y="8882"/>
                  </a:cubicBezTo>
                  <a:cubicBezTo>
                    <a:pt x="10417" y="8882"/>
                    <a:pt x="11516" y="7789"/>
                    <a:pt x="11577" y="6371"/>
                  </a:cubicBezTo>
                  <a:cubicBezTo>
                    <a:pt x="12597" y="5459"/>
                    <a:pt x="13679" y="5207"/>
                    <a:pt x="14544" y="5207"/>
                  </a:cubicBezTo>
                  <a:cubicBezTo>
                    <a:pt x="15210" y="5207"/>
                    <a:pt x="15747" y="5356"/>
                    <a:pt x="16027" y="5468"/>
                  </a:cubicBezTo>
                  <a:cubicBezTo>
                    <a:pt x="16089" y="5468"/>
                    <a:pt x="16218" y="5401"/>
                    <a:pt x="16218" y="5272"/>
                  </a:cubicBezTo>
                  <a:cubicBezTo>
                    <a:pt x="16476" y="3726"/>
                    <a:pt x="17316" y="2436"/>
                    <a:pt x="17894" y="1663"/>
                  </a:cubicBezTo>
                  <a:cubicBezTo>
                    <a:pt x="17948" y="1559"/>
                    <a:pt x="17874" y="1370"/>
                    <a:pt x="17740" y="1370"/>
                  </a:cubicBezTo>
                  <a:cubicBezTo>
                    <a:pt x="17708" y="1370"/>
                    <a:pt x="17673" y="1381"/>
                    <a:pt x="17636" y="1405"/>
                  </a:cubicBezTo>
                  <a:cubicBezTo>
                    <a:pt x="16906" y="1697"/>
                    <a:pt x="16258" y="1797"/>
                    <a:pt x="15715" y="1797"/>
                  </a:cubicBezTo>
                  <a:cubicBezTo>
                    <a:pt x="14819" y="1797"/>
                    <a:pt x="14205" y="1527"/>
                    <a:pt x="13965" y="1405"/>
                  </a:cubicBezTo>
                  <a:cubicBezTo>
                    <a:pt x="13898" y="1405"/>
                    <a:pt x="13836" y="1405"/>
                    <a:pt x="13769" y="1472"/>
                  </a:cubicBezTo>
                  <a:cubicBezTo>
                    <a:pt x="13192" y="1846"/>
                    <a:pt x="12693" y="1949"/>
                    <a:pt x="12317" y="1949"/>
                  </a:cubicBezTo>
                  <a:cubicBezTo>
                    <a:pt x="11853" y="1949"/>
                    <a:pt x="11577" y="1792"/>
                    <a:pt x="11577" y="1792"/>
                  </a:cubicBezTo>
                  <a:lnTo>
                    <a:pt x="11577" y="183"/>
                  </a:lnTo>
                  <a:cubicBezTo>
                    <a:pt x="11577" y="92"/>
                    <a:pt x="11482" y="1"/>
                    <a:pt x="11381" y="1"/>
                  </a:cubicBezTo>
                  <a:cubicBezTo>
                    <a:pt x="11339" y="1"/>
                    <a:pt x="11295" y="17"/>
                    <a:pt x="11258" y="54"/>
                  </a:cubicBezTo>
                  <a:lnTo>
                    <a:pt x="10098" y="1147"/>
                  </a:lnTo>
                  <a:cubicBezTo>
                    <a:pt x="10098" y="1147"/>
                    <a:pt x="10031" y="1147"/>
                    <a:pt x="9969" y="1086"/>
                  </a:cubicBezTo>
                  <a:cubicBezTo>
                    <a:pt x="9646" y="1052"/>
                    <a:pt x="9307" y="1035"/>
                    <a:pt x="8977" y="1035"/>
                  </a:cubicBezTo>
                  <a:cubicBezTo>
                    <a:pt x="8646" y="1035"/>
                    <a:pt x="8324" y="1052"/>
                    <a:pt x="8035" y="1086"/>
                  </a:cubicBezTo>
                  <a:cubicBezTo>
                    <a:pt x="7906" y="1147"/>
                    <a:pt x="7839" y="1147"/>
                    <a:pt x="7839" y="1147"/>
                  </a:cubicBezTo>
                  <a:lnTo>
                    <a:pt x="6679" y="54"/>
                  </a:lnTo>
                  <a:cubicBezTo>
                    <a:pt x="6641" y="17"/>
                    <a:pt x="6598" y="1"/>
                    <a:pt x="65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47"/>
            <p:cNvSpPr/>
            <p:nvPr/>
          </p:nvSpPr>
          <p:spPr>
            <a:xfrm>
              <a:off x="1293675" y="1472675"/>
              <a:ext cx="132150" cy="114500"/>
            </a:xfrm>
            <a:custGeom>
              <a:avLst/>
              <a:gdLst/>
              <a:ahLst/>
              <a:cxnLst/>
              <a:rect l="l" t="t" r="r" b="b"/>
              <a:pathLst>
                <a:path w="5286" h="4580" extrusionOk="0">
                  <a:moveTo>
                    <a:pt x="0" y="1"/>
                  </a:moveTo>
                  <a:lnTo>
                    <a:pt x="0" y="4580"/>
                  </a:lnTo>
                  <a:cubicBezTo>
                    <a:pt x="1020" y="3668"/>
                    <a:pt x="2102" y="3416"/>
                    <a:pt x="2967" y="3416"/>
                  </a:cubicBezTo>
                  <a:cubicBezTo>
                    <a:pt x="3633" y="3416"/>
                    <a:pt x="4170" y="3565"/>
                    <a:pt x="4450" y="3677"/>
                  </a:cubicBezTo>
                  <a:cubicBezTo>
                    <a:pt x="4512" y="3677"/>
                    <a:pt x="4641" y="3610"/>
                    <a:pt x="4641" y="3481"/>
                  </a:cubicBezTo>
                  <a:cubicBezTo>
                    <a:pt x="4770" y="2775"/>
                    <a:pt x="5028" y="2063"/>
                    <a:pt x="5286" y="1486"/>
                  </a:cubicBezTo>
                  <a:cubicBezTo>
                    <a:pt x="4803" y="1486"/>
                    <a:pt x="4436" y="1477"/>
                    <a:pt x="4122" y="1477"/>
                  </a:cubicBezTo>
                  <a:cubicBezTo>
                    <a:pt x="3263" y="1477"/>
                    <a:pt x="2808" y="1546"/>
                    <a:pt x="1485" y="2063"/>
                  </a:cubicBezTo>
                  <a:lnTo>
                    <a:pt x="1485" y="68"/>
                  </a:lnTo>
                  <a:cubicBezTo>
                    <a:pt x="1229" y="141"/>
                    <a:pt x="999" y="167"/>
                    <a:pt x="800" y="167"/>
                  </a:cubicBezTo>
                  <a:cubicBezTo>
                    <a:pt x="299" y="167"/>
                    <a:pt x="0" y="1"/>
                    <a:pt x="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47"/>
            <p:cNvSpPr/>
            <p:nvPr/>
          </p:nvSpPr>
          <p:spPr>
            <a:xfrm>
              <a:off x="1004250" y="1427900"/>
              <a:ext cx="278225" cy="222050"/>
            </a:xfrm>
            <a:custGeom>
              <a:avLst/>
              <a:gdLst/>
              <a:ahLst/>
              <a:cxnLst/>
              <a:rect l="l" t="t" r="r" b="b"/>
              <a:pathLst>
                <a:path w="11129" h="8882" extrusionOk="0">
                  <a:moveTo>
                    <a:pt x="6556" y="1"/>
                  </a:moveTo>
                  <a:cubicBezTo>
                    <a:pt x="6455" y="1"/>
                    <a:pt x="6359" y="92"/>
                    <a:pt x="6359" y="183"/>
                  </a:cubicBezTo>
                  <a:lnTo>
                    <a:pt x="6359" y="4370"/>
                  </a:lnTo>
                  <a:cubicBezTo>
                    <a:pt x="5586" y="3958"/>
                    <a:pt x="4822" y="3834"/>
                    <a:pt x="4184" y="3834"/>
                  </a:cubicBezTo>
                  <a:cubicBezTo>
                    <a:pt x="3228" y="3834"/>
                    <a:pt x="2554" y="4112"/>
                    <a:pt x="2554" y="4112"/>
                  </a:cubicBezTo>
                  <a:cubicBezTo>
                    <a:pt x="2492" y="3277"/>
                    <a:pt x="2167" y="2436"/>
                    <a:pt x="1848" y="1792"/>
                  </a:cubicBezTo>
                  <a:cubicBezTo>
                    <a:pt x="1394" y="1730"/>
                    <a:pt x="878" y="1601"/>
                    <a:pt x="301" y="1405"/>
                  </a:cubicBezTo>
                  <a:cubicBezTo>
                    <a:pt x="263" y="1381"/>
                    <a:pt x="228" y="1370"/>
                    <a:pt x="197" y="1370"/>
                  </a:cubicBezTo>
                  <a:cubicBezTo>
                    <a:pt x="65" y="1370"/>
                    <a:pt x="0" y="1559"/>
                    <a:pt x="105" y="1663"/>
                  </a:cubicBezTo>
                  <a:cubicBezTo>
                    <a:pt x="687" y="2436"/>
                    <a:pt x="1461" y="3726"/>
                    <a:pt x="1719" y="5272"/>
                  </a:cubicBezTo>
                  <a:cubicBezTo>
                    <a:pt x="1719" y="5401"/>
                    <a:pt x="1848" y="5468"/>
                    <a:pt x="1976" y="5468"/>
                  </a:cubicBezTo>
                  <a:cubicBezTo>
                    <a:pt x="2257" y="5356"/>
                    <a:pt x="2793" y="5207"/>
                    <a:pt x="3452" y="5207"/>
                  </a:cubicBezTo>
                  <a:cubicBezTo>
                    <a:pt x="4309" y="5207"/>
                    <a:pt x="5375" y="5459"/>
                    <a:pt x="6359" y="6371"/>
                  </a:cubicBezTo>
                  <a:lnTo>
                    <a:pt x="6359" y="6304"/>
                  </a:lnTo>
                  <a:cubicBezTo>
                    <a:pt x="6359" y="7722"/>
                    <a:pt x="7519" y="8882"/>
                    <a:pt x="8999" y="8882"/>
                  </a:cubicBezTo>
                  <a:cubicBezTo>
                    <a:pt x="9840" y="8882"/>
                    <a:pt x="10613" y="8433"/>
                    <a:pt x="11129" y="7789"/>
                  </a:cubicBezTo>
                  <a:lnTo>
                    <a:pt x="11129" y="7789"/>
                  </a:lnTo>
                  <a:cubicBezTo>
                    <a:pt x="10804" y="7918"/>
                    <a:pt x="10417" y="7979"/>
                    <a:pt x="10031" y="7979"/>
                  </a:cubicBezTo>
                  <a:cubicBezTo>
                    <a:pt x="8613" y="7979"/>
                    <a:pt x="7452" y="6886"/>
                    <a:pt x="7452" y="5468"/>
                  </a:cubicBezTo>
                  <a:cubicBezTo>
                    <a:pt x="7391" y="5401"/>
                    <a:pt x="7391" y="5339"/>
                    <a:pt x="7452" y="5211"/>
                  </a:cubicBezTo>
                  <a:lnTo>
                    <a:pt x="7452" y="761"/>
                  </a:lnTo>
                  <a:lnTo>
                    <a:pt x="6679" y="54"/>
                  </a:lnTo>
                  <a:cubicBezTo>
                    <a:pt x="6641" y="17"/>
                    <a:pt x="6598" y="1"/>
                    <a:pt x="65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47"/>
            <p:cNvSpPr/>
            <p:nvPr/>
          </p:nvSpPr>
          <p:spPr>
            <a:xfrm>
              <a:off x="1185775" y="1492025"/>
              <a:ext cx="33800" cy="30700"/>
            </a:xfrm>
            <a:custGeom>
              <a:avLst/>
              <a:gdLst/>
              <a:ahLst/>
              <a:cxnLst/>
              <a:rect l="l" t="t" r="r" b="b"/>
              <a:pathLst>
                <a:path w="1352" h="1228" extrusionOk="0">
                  <a:moveTo>
                    <a:pt x="258" y="0"/>
                  </a:moveTo>
                  <a:cubicBezTo>
                    <a:pt x="62" y="0"/>
                    <a:pt x="1" y="67"/>
                    <a:pt x="1" y="258"/>
                  </a:cubicBezTo>
                  <a:lnTo>
                    <a:pt x="1" y="454"/>
                  </a:lnTo>
                  <a:cubicBezTo>
                    <a:pt x="1" y="903"/>
                    <a:pt x="258" y="1228"/>
                    <a:pt x="645" y="1228"/>
                  </a:cubicBezTo>
                  <a:cubicBezTo>
                    <a:pt x="1032" y="1228"/>
                    <a:pt x="1352" y="903"/>
                    <a:pt x="1352" y="454"/>
                  </a:cubicBezTo>
                  <a:lnTo>
                    <a:pt x="1352" y="258"/>
                  </a:lnTo>
                  <a:cubicBezTo>
                    <a:pt x="1352" y="67"/>
                    <a:pt x="1223" y="0"/>
                    <a:pt x="1094" y="0"/>
                  </a:cubicBezTo>
                  <a:cubicBezTo>
                    <a:pt x="965" y="0"/>
                    <a:pt x="836" y="67"/>
                    <a:pt x="836" y="258"/>
                  </a:cubicBezTo>
                  <a:lnTo>
                    <a:pt x="836" y="454"/>
                  </a:lnTo>
                  <a:cubicBezTo>
                    <a:pt x="836" y="583"/>
                    <a:pt x="774" y="712"/>
                    <a:pt x="645" y="712"/>
                  </a:cubicBezTo>
                  <a:cubicBezTo>
                    <a:pt x="578" y="712"/>
                    <a:pt x="516" y="583"/>
                    <a:pt x="516" y="454"/>
                  </a:cubicBezTo>
                  <a:lnTo>
                    <a:pt x="516" y="258"/>
                  </a:lnTo>
                  <a:cubicBezTo>
                    <a:pt x="516" y="67"/>
                    <a:pt x="387" y="0"/>
                    <a:pt x="2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47"/>
            <p:cNvSpPr/>
            <p:nvPr/>
          </p:nvSpPr>
          <p:spPr>
            <a:xfrm>
              <a:off x="1237350" y="1492025"/>
              <a:ext cx="35475" cy="30700"/>
            </a:xfrm>
            <a:custGeom>
              <a:avLst/>
              <a:gdLst/>
              <a:ahLst/>
              <a:cxnLst/>
              <a:rect l="l" t="t" r="r" b="b"/>
              <a:pathLst>
                <a:path w="1419" h="1228" extrusionOk="0">
                  <a:moveTo>
                    <a:pt x="258" y="0"/>
                  </a:moveTo>
                  <a:cubicBezTo>
                    <a:pt x="129" y="0"/>
                    <a:pt x="0" y="67"/>
                    <a:pt x="0" y="258"/>
                  </a:cubicBezTo>
                  <a:lnTo>
                    <a:pt x="0" y="454"/>
                  </a:lnTo>
                  <a:cubicBezTo>
                    <a:pt x="0" y="903"/>
                    <a:pt x="320" y="1228"/>
                    <a:pt x="707" y="1228"/>
                  </a:cubicBezTo>
                  <a:cubicBezTo>
                    <a:pt x="1093" y="1228"/>
                    <a:pt x="1418" y="903"/>
                    <a:pt x="1418" y="454"/>
                  </a:cubicBezTo>
                  <a:lnTo>
                    <a:pt x="1418" y="258"/>
                  </a:lnTo>
                  <a:cubicBezTo>
                    <a:pt x="1418" y="67"/>
                    <a:pt x="1289" y="0"/>
                    <a:pt x="1160" y="0"/>
                  </a:cubicBezTo>
                  <a:cubicBezTo>
                    <a:pt x="964" y="0"/>
                    <a:pt x="835" y="67"/>
                    <a:pt x="835" y="258"/>
                  </a:cubicBezTo>
                  <a:lnTo>
                    <a:pt x="835" y="454"/>
                  </a:lnTo>
                  <a:cubicBezTo>
                    <a:pt x="835" y="583"/>
                    <a:pt x="774" y="712"/>
                    <a:pt x="707" y="712"/>
                  </a:cubicBezTo>
                  <a:cubicBezTo>
                    <a:pt x="645" y="712"/>
                    <a:pt x="516" y="583"/>
                    <a:pt x="516" y="454"/>
                  </a:cubicBezTo>
                  <a:lnTo>
                    <a:pt x="516" y="258"/>
                  </a:lnTo>
                  <a:cubicBezTo>
                    <a:pt x="516" y="67"/>
                    <a:pt x="387" y="0"/>
                    <a:pt x="2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6" name="Google Shape;2166;p47"/>
          <p:cNvGrpSpPr/>
          <p:nvPr/>
        </p:nvGrpSpPr>
        <p:grpSpPr>
          <a:xfrm>
            <a:off x="3243267" y="3933031"/>
            <a:ext cx="558758" cy="409001"/>
            <a:chOff x="3158050" y="4000875"/>
            <a:chExt cx="594550" cy="435200"/>
          </a:xfrm>
        </p:grpSpPr>
        <p:sp>
          <p:nvSpPr>
            <p:cNvPr id="2167" name="Google Shape;2167;p47"/>
            <p:cNvSpPr/>
            <p:nvPr/>
          </p:nvSpPr>
          <p:spPr>
            <a:xfrm>
              <a:off x="3388400" y="4224850"/>
              <a:ext cx="133825" cy="211225"/>
            </a:xfrm>
            <a:custGeom>
              <a:avLst/>
              <a:gdLst/>
              <a:ahLst/>
              <a:cxnLst/>
              <a:rect l="l" t="t" r="r" b="b"/>
              <a:pathLst>
                <a:path w="5353" h="8449" extrusionOk="0">
                  <a:moveTo>
                    <a:pt x="2646" y="0"/>
                  </a:moveTo>
                  <a:lnTo>
                    <a:pt x="712" y="67"/>
                  </a:lnTo>
                  <a:cubicBezTo>
                    <a:pt x="516" y="67"/>
                    <a:pt x="197" y="2903"/>
                    <a:pt x="130" y="3223"/>
                  </a:cubicBezTo>
                  <a:cubicBezTo>
                    <a:pt x="1" y="4321"/>
                    <a:pt x="68" y="5543"/>
                    <a:pt x="516" y="6642"/>
                  </a:cubicBezTo>
                  <a:cubicBezTo>
                    <a:pt x="903" y="7477"/>
                    <a:pt x="1615" y="8188"/>
                    <a:pt x="2450" y="8379"/>
                  </a:cubicBezTo>
                  <a:cubicBezTo>
                    <a:pt x="2654" y="8426"/>
                    <a:pt x="2847" y="8449"/>
                    <a:pt x="3027" y="8449"/>
                  </a:cubicBezTo>
                  <a:cubicBezTo>
                    <a:pt x="4101" y="8449"/>
                    <a:pt x="4764" y="7650"/>
                    <a:pt x="5095" y="6384"/>
                  </a:cubicBezTo>
                  <a:cubicBezTo>
                    <a:pt x="5353" y="5543"/>
                    <a:pt x="5286" y="4641"/>
                    <a:pt x="5286" y="3739"/>
                  </a:cubicBezTo>
                  <a:cubicBezTo>
                    <a:pt x="5157" y="2517"/>
                    <a:pt x="4966" y="1289"/>
                    <a:pt x="4641" y="67"/>
                  </a:cubicBezTo>
                  <a:lnTo>
                    <a:pt x="277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47"/>
            <p:cNvSpPr/>
            <p:nvPr/>
          </p:nvSpPr>
          <p:spPr>
            <a:xfrm>
              <a:off x="3158050" y="4000875"/>
              <a:ext cx="594550" cy="232125"/>
            </a:xfrm>
            <a:custGeom>
              <a:avLst/>
              <a:gdLst/>
              <a:ahLst/>
              <a:cxnLst/>
              <a:rect l="l" t="t" r="r" b="b"/>
              <a:pathLst>
                <a:path w="23782" h="9285" extrusionOk="0">
                  <a:moveTo>
                    <a:pt x="11922" y="0"/>
                  </a:moveTo>
                  <a:cubicBezTo>
                    <a:pt x="11696" y="0"/>
                    <a:pt x="11471" y="65"/>
                    <a:pt x="11277" y="194"/>
                  </a:cubicBezTo>
                  <a:cubicBezTo>
                    <a:pt x="8766" y="1740"/>
                    <a:pt x="1" y="7608"/>
                    <a:pt x="3997" y="8701"/>
                  </a:cubicBezTo>
                  <a:cubicBezTo>
                    <a:pt x="3997" y="8701"/>
                    <a:pt x="5672" y="9217"/>
                    <a:pt x="9797" y="9284"/>
                  </a:cubicBezTo>
                  <a:lnTo>
                    <a:pt x="13984" y="9284"/>
                  </a:lnTo>
                  <a:cubicBezTo>
                    <a:pt x="18109" y="9217"/>
                    <a:pt x="19852" y="8701"/>
                    <a:pt x="19852" y="8701"/>
                  </a:cubicBezTo>
                  <a:cubicBezTo>
                    <a:pt x="23781" y="7608"/>
                    <a:pt x="15016" y="1740"/>
                    <a:pt x="12566" y="194"/>
                  </a:cubicBezTo>
                  <a:cubicBezTo>
                    <a:pt x="12373" y="65"/>
                    <a:pt x="12147" y="0"/>
                    <a:pt x="119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47"/>
            <p:cNvSpPr/>
            <p:nvPr/>
          </p:nvSpPr>
          <p:spPr>
            <a:xfrm>
              <a:off x="3554450" y="4115225"/>
              <a:ext cx="69225" cy="56600"/>
            </a:xfrm>
            <a:custGeom>
              <a:avLst/>
              <a:gdLst/>
              <a:ahLst/>
              <a:cxnLst/>
              <a:rect l="l" t="t" r="r" b="b"/>
              <a:pathLst>
                <a:path w="2769" h="2264" extrusionOk="0">
                  <a:moveTo>
                    <a:pt x="865" y="0"/>
                  </a:moveTo>
                  <a:cubicBezTo>
                    <a:pt x="643" y="0"/>
                    <a:pt x="451" y="68"/>
                    <a:pt x="320" y="198"/>
                  </a:cubicBezTo>
                  <a:cubicBezTo>
                    <a:pt x="0" y="585"/>
                    <a:pt x="258" y="1291"/>
                    <a:pt x="835" y="1807"/>
                  </a:cubicBezTo>
                  <a:cubicBezTo>
                    <a:pt x="1183" y="2115"/>
                    <a:pt x="1575" y="2263"/>
                    <a:pt x="1904" y="2263"/>
                  </a:cubicBezTo>
                  <a:cubicBezTo>
                    <a:pt x="2126" y="2263"/>
                    <a:pt x="2318" y="2196"/>
                    <a:pt x="2449" y="2065"/>
                  </a:cubicBezTo>
                  <a:cubicBezTo>
                    <a:pt x="2769" y="1678"/>
                    <a:pt x="2578" y="972"/>
                    <a:pt x="1934" y="456"/>
                  </a:cubicBezTo>
                  <a:cubicBezTo>
                    <a:pt x="1586" y="148"/>
                    <a:pt x="1193" y="0"/>
                    <a:pt x="8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47"/>
            <p:cNvSpPr/>
            <p:nvPr/>
          </p:nvSpPr>
          <p:spPr>
            <a:xfrm>
              <a:off x="3296625" y="4119925"/>
              <a:ext cx="99925" cy="70425"/>
            </a:xfrm>
            <a:custGeom>
              <a:avLst/>
              <a:gdLst/>
              <a:ahLst/>
              <a:cxnLst/>
              <a:rect l="l" t="t" r="r" b="b"/>
              <a:pathLst>
                <a:path w="3997" h="2817" extrusionOk="0">
                  <a:moveTo>
                    <a:pt x="2377" y="1"/>
                  </a:moveTo>
                  <a:cubicBezTo>
                    <a:pt x="2108" y="1"/>
                    <a:pt x="1825" y="46"/>
                    <a:pt x="1547" y="139"/>
                  </a:cubicBezTo>
                  <a:cubicBezTo>
                    <a:pt x="578" y="459"/>
                    <a:pt x="0" y="1299"/>
                    <a:pt x="258" y="2006"/>
                  </a:cubicBezTo>
                  <a:cubicBezTo>
                    <a:pt x="393" y="2509"/>
                    <a:pt x="948" y="2816"/>
                    <a:pt x="1605" y="2816"/>
                  </a:cubicBezTo>
                  <a:cubicBezTo>
                    <a:pt x="1877" y="2816"/>
                    <a:pt x="2166" y="2764"/>
                    <a:pt x="2450" y="2650"/>
                  </a:cubicBezTo>
                  <a:cubicBezTo>
                    <a:pt x="3414" y="2331"/>
                    <a:pt x="3997" y="1490"/>
                    <a:pt x="3801" y="784"/>
                  </a:cubicBezTo>
                  <a:cubicBezTo>
                    <a:pt x="3617" y="277"/>
                    <a:pt x="3041" y="1"/>
                    <a:pt x="237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47"/>
            <p:cNvSpPr/>
            <p:nvPr/>
          </p:nvSpPr>
          <p:spPr>
            <a:xfrm>
              <a:off x="3417400" y="4043825"/>
              <a:ext cx="82275" cy="57575"/>
            </a:xfrm>
            <a:custGeom>
              <a:avLst/>
              <a:gdLst/>
              <a:ahLst/>
              <a:cxnLst/>
              <a:rect l="l" t="t" r="r" b="b"/>
              <a:pathLst>
                <a:path w="3291" h="2303" extrusionOk="0">
                  <a:moveTo>
                    <a:pt x="1502" y="1"/>
                  </a:moveTo>
                  <a:cubicBezTo>
                    <a:pt x="748" y="1"/>
                    <a:pt x="182" y="421"/>
                    <a:pt x="68" y="992"/>
                  </a:cubicBezTo>
                  <a:cubicBezTo>
                    <a:pt x="1" y="1569"/>
                    <a:pt x="645" y="2152"/>
                    <a:pt x="1548" y="2281"/>
                  </a:cubicBezTo>
                  <a:cubicBezTo>
                    <a:pt x="1645" y="2296"/>
                    <a:pt x="1740" y="2303"/>
                    <a:pt x="1834" y="2303"/>
                  </a:cubicBezTo>
                  <a:cubicBezTo>
                    <a:pt x="2557" y="2303"/>
                    <a:pt x="3169" y="1882"/>
                    <a:pt x="3224" y="1312"/>
                  </a:cubicBezTo>
                  <a:cubicBezTo>
                    <a:pt x="3291" y="734"/>
                    <a:pt x="2646" y="151"/>
                    <a:pt x="1806" y="22"/>
                  </a:cubicBezTo>
                  <a:cubicBezTo>
                    <a:pt x="1702" y="8"/>
                    <a:pt x="1601" y="1"/>
                    <a:pt x="15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47"/>
            <p:cNvSpPr/>
            <p:nvPr/>
          </p:nvSpPr>
          <p:spPr>
            <a:xfrm>
              <a:off x="3467425" y="4152075"/>
              <a:ext cx="58025" cy="41950"/>
            </a:xfrm>
            <a:custGeom>
              <a:avLst/>
              <a:gdLst/>
              <a:ahLst/>
              <a:cxnLst/>
              <a:rect l="l" t="t" r="r" b="b"/>
              <a:pathLst>
                <a:path w="2321" h="1678" extrusionOk="0">
                  <a:moveTo>
                    <a:pt x="961" y="1"/>
                  </a:moveTo>
                  <a:cubicBezTo>
                    <a:pt x="559" y="1"/>
                    <a:pt x="224" y="179"/>
                    <a:pt x="129" y="462"/>
                  </a:cubicBezTo>
                  <a:cubicBezTo>
                    <a:pt x="1" y="916"/>
                    <a:pt x="320" y="1364"/>
                    <a:pt x="836" y="1560"/>
                  </a:cubicBezTo>
                  <a:cubicBezTo>
                    <a:pt x="1018" y="1641"/>
                    <a:pt x="1199" y="1677"/>
                    <a:pt x="1367" y="1677"/>
                  </a:cubicBezTo>
                  <a:cubicBezTo>
                    <a:pt x="1736" y="1677"/>
                    <a:pt x="2036" y="1501"/>
                    <a:pt x="2125" y="1235"/>
                  </a:cubicBezTo>
                  <a:cubicBezTo>
                    <a:pt x="2321" y="787"/>
                    <a:pt x="1996" y="271"/>
                    <a:pt x="1419" y="75"/>
                  </a:cubicBezTo>
                  <a:cubicBezTo>
                    <a:pt x="1263" y="24"/>
                    <a:pt x="1107" y="1"/>
                    <a:pt x="9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3" name="Google Shape;2173;p47"/>
          <p:cNvGrpSpPr/>
          <p:nvPr/>
        </p:nvGrpSpPr>
        <p:grpSpPr>
          <a:xfrm>
            <a:off x="2735916" y="3919779"/>
            <a:ext cx="172641" cy="419174"/>
            <a:chOff x="2618200" y="3986775"/>
            <a:chExt cx="183700" cy="446025"/>
          </a:xfrm>
        </p:grpSpPr>
        <p:sp>
          <p:nvSpPr>
            <p:cNvPr id="2174" name="Google Shape;2174;p47"/>
            <p:cNvSpPr/>
            <p:nvPr/>
          </p:nvSpPr>
          <p:spPr>
            <a:xfrm>
              <a:off x="2703650" y="4063700"/>
              <a:ext cx="12925" cy="54825"/>
            </a:xfrm>
            <a:custGeom>
              <a:avLst/>
              <a:gdLst/>
              <a:ahLst/>
              <a:cxnLst/>
              <a:rect l="l" t="t" r="r" b="b"/>
              <a:pathLst>
                <a:path w="517" h="2193" extrusionOk="0">
                  <a:moveTo>
                    <a:pt x="258" y="1"/>
                  </a:moveTo>
                  <a:cubicBezTo>
                    <a:pt x="130" y="1"/>
                    <a:pt x="1" y="130"/>
                    <a:pt x="1" y="259"/>
                  </a:cubicBezTo>
                  <a:lnTo>
                    <a:pt x="1" y="1873"/>
                  </a:lnTo>
                  <a:cubicBezTo>
                    <a:pt x="1" y="2063"/>
                    <a:pt x="130" y="2192"/>
                    <a:pt x="258" y="2192"/>
                  </a:cubicBezTo>
                  <a:cubicBezTo>
                    <a:pt x="387" y="2192"/>
                    <a:pt x="516" y="2063"/>
                    <a:pt x="516" y="1873"/>
                  </a:cubicBezTo>
                  <a:lnTo>
                    <a:pt x="516" y="259"/>
                  </a:lnTo>
                  <a:cubicBezTo>
                    <a:pt x="516" y="130"/>
                    <a:pt x="387" y="1"/>
                    <a:pt x="2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47"/>
            <p:cNvSpPr/>
            <p:nvPr/>
          </p:nvSpPr>
          <p:spPr>
            <a:xfrm>
              <a:off x="2618200" y="4108825"/>
              <a:ext cx="183700" cy="323975"/>
            </a:xfrm>
            <a:custGeom>
              <a:avLst/>
              <a:gdLst/>
              <a:ahLst/>
              <a:cxnLst/>
              <a:rect l="l" t="t" r="r" b="b"/>
              <a:pathLst>
                <a:path w="7348" h="12959" extrusionOk="0">
                  <a:moveTo>
                    <a:pt x="387" y="1"/>
                  </a:moveTo>
                  <a:cubicBezTo>
                    <a:pt x="196" y="1"/>
                    <a:pt x="0" y="197"/>
                    <a:pt x="0" y="387"/>
                  </a:cubicBezTo>
                  <a:lnTo>
                    <a:pt x="0" y="12572"/>
                  </a:lnTo>
                  <a:cubicBezTo>
                    <a:pt x="0" y="12762"/>
                    <a:pt x="196" y="12958"/>
                    <a:pt x="387" y="12958"/>
                  </a:cubicBezTo>
                  <a:lnTo>
                    <a:pt x="6961" y="12958"/>
                  </a:lnTo>
                  <a:cubicBezTo>
                    <a:pt x="7157" y="12958"/>
                    <a:pt x="7348" y="12762"/>
                    <a:pt x="7348" y="12572"/>
                  </a:cubicBezTo>
                  <a:lnTo>
                    <a:pt x="7348" y="387"/>
                  </a:lnTo>
                  <a:cubicBezTo>
                    <a:pt x="7348" y="197"/>
                    <a:pt x="7157" y="1"/>
                    <a:pt x="69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47"/>
            <p:cNvSpPr/>
            <p:nvPr/>
          </p:nvSpPr>
          <p:spPr>
            <a:xfrm>
              <a:off x="2663300" y="3986775"/>
              <a:ext cx="93500" cy="83500"/>
            </a:xfrm>
            <a:custGeom>
              <a:avLst/>
              <a:gdLst/>
              <a:ahLst/>
              <a:cxnLst/>
              <a:rect l="l" t="t" r="r" b="b"/>
              <a:pathLst>
                <a:path w="3740" h="3340" extrusionOk="0">
                  <a:moveTo>
                    <a:pt x="1871" y="1"/>
                  </a:moveTo>
                  <a:cubicBezTo>
                    <a:pt x="1822" y="1"/>
                    <a:pt x="1775" y="18"/>
                    <a:pt x="1744" y="51"/>
                  </a:cubicBezTo>
                  <a:lnTo>
                    <a:pt x="1290" y="371"/>
                  </a:lnTo>
                  <a:cubicBezTo>
                    <a:pt x="1290" y="371"/>
                    <a:pt x="1" y="1340"/>
                    <a:pt x="645" y="2562"/>
                  </a:cubicBezTo>
                  <a:cubicBezTo>
                    <a:pt x="645" y="2562"/>
                    <a:pt x="946" y="3340"/>
                    <a:pt x="1771" y="3340"/>
                  </a:cubicBezTo>
                  <a:cubicBezTo>
                    <a:pt x="1804" y="3340"/>
                    <a:pt x="1838" y="3338"/>
                    <a:pt x="1872" y="3336"/>
                  </a:cubicBezTo>
                  <a:cubicBezTo>
                    <a:pt x="1905" y="3338"/>
                    <a:pt x="1936" y="3340"/>
                    <a:pt x="1966" y="3340"/>
                  </a:cubicBezTo>
                  <a:cubicBezTo>
                    <a:pt x="2732" y="3340"/>
                    <a:pt x="3033" y="2562"/>
                    <a:pt x="3033" y="2562"/>
                  </a:cubicBezTo>
                  <a:cubicBezTo>
                    <a:pt x="3739" y="1340"/>
                    <a:pt x="2388" y="371"/>
                    <a:pt x="2388" y="371"/>
                  </a:cubicBezTo>
                  <a:lnTo>
                    <a:pt x="2001" y="51"/>
                  </a:lnTo>
                  <a:cubicBezTo>
                    <a:pt x="1968" y="18"/>
                    <a:pt x="1919" y="1"/>
                    <a:pt x="18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47"/>
            <p:cNvSpPr/>
            <p:nvPr/>
          </p:nvSpPr>
          <p:spPr>
            <a:xfrm>
              <a:off x="2618200" y="4108825"/>
              <a:ext cx="183700" cy="147100"/>
            </a:xfrm>
            <a:custGeom>
              <a:avLst/>
              <a:gdLst/>
              <a:ahLst/>
              <a:cxnLst/>
              <a:rect l="l" t="t" r="r" b="b"/>
              <a:pathLst>
                <a:path w="7348" h="5884" extrusionOk="0">
                  <a:moveTo>
                    <a:pt x="387" y="1"/>
                  </a:moveTo>
                  <a:cubicBezTo>
                    <a:pt x="196" y="1"/>
                    <a:pt x="0" y="197"/>
                    <a:pt x="0" y="387"/>
                  </a:cubicBezTo>
                  <a:lnTo>
                    <a:pt x="0" y="1872"/>
                  </a:lnTo>
                  <a:cubicBezTo>
                    <a:pt x="78" y="1853"/>
                    <a:pt x="155" y="1844"/>
                    <a:pt x="230" y="1844"/>
                  </a:cubicBezTo>
                  <a:cubicBezTo>
                    <a:pt x="649" y="1844"/>
                    <a:pt x="1009" y="2132"/>
                    <a:pt x="1227" y="2517"/>
                  </a:cubicBezTo>
                  <a:cubicBezTo>
                    <a:pt x="1418" y="2965"/>
                    <a:pt x="1418" y="3481"/>
                    <a:pt x="1289" y="3935"/>
                  </a:cubicBezTo>
                  <a:cubicBezTo>
                    <a:pt x="1227" y="4322"/>
                    <a:pt x="1098" y="4641"/>
                    <a:pt x="1098" y="4966"/>
                  </a:cubicBezTo>
                  <a:cubicBezTo>
                    <a:pt x="1160" y="5353"/>
                    <a:pt x="1418" y="5740"/>
                    <a:pt x="1805" y="5868"/>
                  </a:cubicBezTo>
                  <a:cubicBezTo>
                    <a:pt x="1856" y="5878"/>
                    <a:pt x="1910" y="5883"/>
                    <a:pt x="1966" y="5883"/>
                  </a:cubicBezTo>
                  <a:cubicBezTo>
                    <a:pt x="2265" y="5883"/>
                    <a:pt x="2609" y="5740"/>
                    <a:pt x="2774" y="5415"/>
                  </a:cubicBezTo>
                  <a:cubicBezTo>
                    <a:pt x="2903" y="5157"/>
                    <a:pt x="2903" y="4899"/>
                    <a:pt x="2903" y="4579"/>
                  </a:cubicBezTo>
                  <a:lnTo>
                    <a:pt x="2903" y="3481"/>
                  </a:lnTo>
                  <a:cubicBezTo>
                    <a:pt x="2903" y="3290"/>
                    <a:pt x="2836" y="3033"/>
                    <a:pt x="2903" y="2837"/>
                  </a:cubicBezTo>
                  <a:cubicBezTo>
                    <a:pt x="2965" y="2708"/>
                    <a:pt x="3032" y="2646"/>
                    <a:pt x="3161" y="2517"/>
                  </a:cubicBezTo>
                  <a:cubicBezTo>
                    <a:pt x="3243" y="2476"/>
                    <a:pt x="3345" y="2454"/>
                    <a:pt x="3447" y="2454"/>
                  </a:cubicBezTo>
                  <a:cubicBezTo>
                    <a:pt x="3666" y="2454"/>
                    <a:pt x="3889" y="2553"/>
                    <a:pt x="3934" y="2775"/>
                  </a:cubicBezTo>
                  <a:cubicBezTo>
                    <a:pt x="4063" y="3223"/>
                    <a:pt x="3934" y="3677"/>
                    <a:pt x="4063" y="4126"/>
                  </a:cubicBezTo>
                  <a:cubicBezTo>
                    <a:pt x="4168" y="4409"/>
                    <a:pt x="4411" y="4557"/>
                    <a:pt x="4662" y="4557"/>
                  </a:cubicBezTo>
                  <a:cubicBezTo>
                    <a:pt x="4867" y="4557"/>
                    <a:pt x="5077" y="4459"/>
                    <a:pt x="5223" y="4255"/>
                  </a:cubicBezTo>
                  <a:cubicBezTo>
                    <a:pt x="5414" y="4064"/>
                    <a:pt x="5414" y="3739"/>
                    <a:pt x="5352" y="3481"/>
                  </a:cubicBezTo>
                  <a:cubicBezTo>
                    <a:pt x="5352" y="3290"/>
                    <a:pt x="5352" y="3161"/>
                    <a:pt x="5285" y="2965"/>
                  </a:cubicBezTo>
                  <a:cubicBezTo>
                    <a:pt x="5285" y="2450"/>
                    <a:pt x="5352" y="1934"/>
                    <a:pt x="5868" y="1805"/>
                  </a:cubicBezTo>
                  <a:cubicBezTo>
                    <a:pt x="6025" y="1742"/>
                    <a:pt x="6245" y="1726"/>
                    <a:pt x="6496" y="1726"/>
                  </a:cubicBezTo>
                  <a:cubicBezTo>
                    <a:pt x="6758" y="1726"/>
                    <a:pt x="7053" y="1743"/>
                    <a:pt x="7348" y="1743"/>
                  </a:cubicBezTo>
                  <a:lnTo>
                    <a:pt x="7348" y="387"/>
                  </a:lnTo>
                  <a:cubicBezTo>
                    <a:pt x="7348" y="197"/>
                    <a:pt x="7157" y="1"/>
                    <a:pt x="69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8" name="Google Shape;2178;p47"/>
          <p:cNvGrpSpPr/>
          <p:nvPr/>
        </p:nvGrpSpPr>
        <p:grpSpPr>
          <a:xfrm>
            <a:off x="4749978" y="3931503"/>
            <a:ext cx="333159" cy="419550"/>
            <a:chOff x="4761275" y="3999250"/>
            <a:chExt cx="354500" cy="446425"/>
          </a:xfrm>
        </p:grpSpPr>
        <p:sp>
          <p:nvSpPr>
            <p:cNvPr id="2179" name="Google Shape;2179;p47"/>
            <p:cNvSpPr/>
            <p:nvPr/>
          </p:nvSpPr>
          <p:spPr>
            <a:xfrm>
              <a:off x="4830625" y="4284525"/>
              <a:ext cx="104675" cy="161150"/>
            </a:xfrm>
            <a:custGeom>
              <a:avLst/>
              <a:gdLst/>
              <a:ahLst/>
              <a:cxnLst/>
              <a:rect l="l" t="t" r="r" b="b"/>
              <a:pathLst>
                <a:path w="4187" h="6446" extrusionOk="0">
                  <a:moveTo>
                    <a:pt x="1996" y="1"/>
                  </a:moveTo>
                  <a:cubicBezTo>
                    <a:pt x="1867" y="1"/>
                    <a:pt x="1738" y="62"/>
                    <a:pt x="1676" y="191"/>
                  </a:cubicBezTo>
                  <a:cubicBezTo>
                    <a:pt x="1609" y="191"/>
                    <a:pt x="1289" y="1094"/>
                    <a:pt x="2191" y="2254"/>
                  </a:cubicBezTo>
                  <a:cubicBezTo>
                    <a:pt x="2253" y="2383"/>
                    <a:pt x="2382" y="2512"/>
                    <a:pt x="2511" y="2641"/>
                  </a:cubicBezTo>
                  <a:cubicBezTo>
                    <a:pt x="2707" y="2898"/>
                    <a:pt x="2965" y="3156"/>
                    <a:pt x="3156" y="3481"/>
                  </a:cubicBezTo>
                  <a:cubicBezTo>
                    <a:pt x="3156" y="3543"/>
                    <a:pt x="3223" y="3610"/>
                    <a:pt x="3285" y="3672"/>
                  </a:cubicBezTo>
                  <a:lnTo>
                    <a:pt x="3481" y="4059"/>
                  </a:lnTo>
                  <a:cubicBezTo>
                    <a:pt x="3609" y="4383"/>
                    <a:pt x="3609" y="4703"/>
                    <a:pt x="3542" y="5028"/>
                  </a:cubicBezTo>
                  <a:cubicBezTo>
                    <a:pt x="3320" y="5749"/>
                    <a:pt x="2617" y="5944"/>
                    <a:pt x="1975" y="5944"/>
                  </a:cubicBezTo>
                  <a:cubicBezTo>
                    <a:pt x="1873" y="5944"/>
                    <a:pt x="1773" y="5939"/>
                    <a:pt x="1676" y="5930"/>
                  </a:cubicBezTo>
                  <a:cubicBezTo>
                    <a:pt x="1289" y="5863"/>
                    <a:pt x="645" y="5801"/>
                    <a:pt x="516" y="5348"/>
                  </a:cubicBezTo>
                  <a:cubicBezTo>
                    <a:pt x="466" y="5205"/>
                    <a:pt x="381" y="5132"/>
                    <a:pt x="287" y="5132"/>
                  </a:cubicBezTo>
                  <a:cubicBezTo>
                    <a:pt x="256" y="5132"/>
                    <a:pt x="223" y="5140"/>
                    <a:pt x="191" y="5157"/>
                  </a:cubicBezTo>
                  <a:cubicBezTo>
                    <a:pt x="62" y="5219"/>
                    <a:pt x="0" y="5348"/>
                    <a:pt x="0" y="5477"/>
                  </a:cubicBezTo>
                  <a:cubicBezTo>
                    <a:pt x="191" y="6059"/>
                    <a:pt x="774" y="6379"/>
                    <a:pt x="1676" y="6446"/>
                  </a:cubicBezTo>
                  <a:lnTo>
                    <a:pt x="1996" y="6446"/>
                  </a:lnTo>
                  <a:cubicBezTo>
                    <a:pt x="3094" y="6446"/>
                    <a:pt x="3800" y="5992"/>
                    <a:pt x="4058" y="5157"/>
                  </a:cubicBezTo>
                  <a:cubicBezTo>
                    <a:pt x="4187" y="4770"/>
                    <a:pt x="4125" y="4255"/>
                    <a:pt x="3929" y="3801"/>
                  </a:cubicBezTo>
                  <a:cubicBezTo>
                    <a:pt x="3867" y="3672"/>
                    <a:pt x="3800" y="3481"/>
                    <a:pt x="3671" y="3352"/>
                  </a:cubicBezTo>
                  <a:cubicBezTo>
                    <a:pt x="3671" y="3285"/>
                    <a:pt x="3609" y="3223"/>
                    <a:pt x="3609" y="3223"/>
                  </a:cubicBezTo>
                  <a:cubicBezTo>
                    <a:pt x="3352" y="2837"/>
                    <a:pt x="3156" y="2579"/>
                    <a:pt x="2898" y="2321"/>
                  </a:cubicBezTo>
                  <a:cubicBezTo>
                    <a:pt x="2769" y="2192"/>
                    <a:pt x="2707" y="2063"/>
                    <a:pt x="2578" y="1934"/>
                  </a:cubicBezTo>
                  <a:cubicBezTo>
                    <a:pt x="1867" y="1032"/>
                    <a:pt x="2124" y="387"/>
                    <a:pt x="2124" y="387"/>
                  </a:cubicBezTo>
                  <a:cubicBezTo>
                    <a:pt x="2191" y="258"/>
                    <a:pt x="2124" y="62"/>
                    <a:pt x="19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47"/>
            <p:cNvSpPr/>
            <p:nvPr/>
          </p:nvSpPr>
          <p:spPr>
            <a:xfrm>
              <a:off x="4857950" y="4257075"/>
              <a:ext cx="40375" cy="33925"/>
            </a:xfrm>
            <a:custGeom>
              <a:avLst/>
              <a:gdLst/>
              <a:ahLst/>
              <a:cxnLst/>
              <a:rect l="l" t="t" r="r" b="b"/>
              <a:pathLst>
                <a:path w="1615" h="1357" extrusionOk="0">
                  <a:moveTo>
                    <a:pt x="774" y="0"/>
                  </a:moveTo>
                  <a:cubicBezTo>
                    <a:pt x="774" y="0"/>
                    <a:pt x="129" y="583"/>
                    <a:pt x="67" y="970"/>
                  </a:cubicBezTo>
                  <a:cubicBezTo>
                    <a:pt x="0" y="1160"/>
                    <a:pt x="129" y="1356"/>
                    <a:pt x="325" y="1356"/>
                  </a:cubicBezTo>
                  <a:lnTo>
                    <a:pt x="1289" y="1356"/>
                  </a:lnTo>
                  <a:cubicBezTo>
                    <a:pt x="1485" y="1356"/>
                    <a:pt x="1614" y="1160"/>
                    <a:pt x="1547" y="970"/>
                  </a:cubicBezTo>
                  <a:cubicBezTo>
                    <a:pt x="1418" y="583"/>
                    <a:pt x="774" y="0"/>
                    <a:pt x="7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47"/>
            <p:cNvSpPr/>
            <p:nvPr/>
          </p:nvSpPr>
          <p:spPr>
            <a:xfrm>
              <a:off x="4761275" y="3999250"/>
              <a:ext cx="219150" cy="262750"/>
            </a:xfrm>
            <a:custGeom>
              <a:avLst/>
              <a:gdLst/>
              <a:ahLst/>
              <a:cxnLst/>
              <a:rect l="l" t="t" r="r" b="b"/>
              <a:pathLst>
                <a:path w="8766" h="10510" extrusionOk="0">
                  <a:moveTo>
                    <a:pt x="4383" y="1"/>
                  </a:moveTo>
                  <a:cubicBezTo>
                    <a:pt x="1934" y="1"/>
                    <a:pt x="0" y="2321"/>
                    <a:pt x="0" y="5224"/>
                  </a:cubicBezTo>
                  <a:cubicBezTo>
                    <a:pt x="0" y="8122"/>
                    <a:pt x="1934" y="10509"/>
                    <a:pt x="4383" y="10509"/>
                  </a:cubicBezTo>
                  <a:cubicBezTo>
                    <a:pt x="6832" y="10509"/>
                    <a:pt x="8766" y="8122"/>
                    <a:pt x="8766" y="5224"/>
                  </a:cubicBezTo>
                  <a:cubicBezTo>
                    <a:pt x="8766" y="2321"/>
                    <a:pt x="6832" y="1"/>
                    <a:pt x="43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47"/>
            <p:cNvSpPr/>
            <p:nvPr/>
          </p:nvSpPr>
          <p:spPr>
            <a:xfrm>
              <a:off x="5015850" y="4302200"/>
              <a:ext cx="77375" cy="128925"/>
            </a:xfrm>
            <a:custGeom>
              <a:avLst/>
              <a:gdLst/>
              <a:ahLst/>
              <a:cxnLst/>
              <a:rect l="l" t="t" r="r" b="b"/>
              <a:pathLst>
                <a:path w="3095" h="5157" extrusionOk="0">
                  <a:moveTo>
                    <a:pt x="387" y="0"/>
                  </a:moveTo>
                  <a:cubicBezTo>
                    <a:pt x="258" y="0"/>
                    <a:pt x="130" y="67"/>
                    <a:pt x="68" y="196"/>
                  </a:cubicBezTo>
                  <a:cubicBezTo>
                    <a:pt x="1" y="902"/>
                    <a:pt x="1" y="1547"/>
                    <a:pt x="68" y="2258"/>
                  </a:cubicBezTo>
                  <a:cubicBezTo>
                    <a:pt x="130" y="3032"/>
                    <a:pt x="197" y="3738"/>
                    <a:pt x="712" y="4383"/>
                  </a:cubicBezTo>
                  <a:cubicBezTo>
                    <a:pt x="1032" y="4837"/>
                    <a:pt x="1615" y="5156"/>
                    <a:pt x="2130" y="5156"/>
                  </a:cubicBezTo>
                  <a:cubicBezTo>
                    <a:pt x="2450" y="5156"/>
                    <a:pt x="2708" y="5094"/>
                    <a:pt x="2965" y="4898"/>
                  </a:cubicBezTo>
                  <a:cubicBezTo>
                    <a:pt x="3094" y="4837"/>
                    <a:pt x="3094" y="4641"/>
                    <a:pt x="3033" y="4512"/>
                  </a:cubicBezTo>
                  <a:cubicBezTo>
                    <a:pt x="2994" y="4437"/>
                    <a:pt x="2913" y="4405"/>
                    <a:pt x="2827" y="4405"/>
                  </a:cubicBezTo>
                  <a:cubicBezTo>
                    <a:pt x="2765" y="4405"/>
                    <a:pt x="2700" y="4422"/>
                    <a:pt x="2646" y="4450"/>
                  </a:cubicBezTo>
                  <a:cubicBezTo>
                    <a:pt x="2495" y="4579"/>
                    <a:pt x="2308" y="4636"/>
                    <a:pt x="2114" y="4636"/>
                  </a:cubicBezTo>
                  <a:cubicBezTo>
                    <a:pt x="1727" y="4636"/>
                    <a:pt x="1312" y="4407"/>
                    <a:pt x="1099" y="4063"/>
                  </a:cubicBezTo>
                  <a:cubicBezTo>
                    <a:pt x="712" y="3548"/>
                    <a:pt x="645" y="2903"/>
                    <a:pt x="583" y="2191"/>
                  </a:cubicBezTo>
                  <a:cubicBezTo>
                    <a:pt x="516" y="1547"/>
                    <a:pt x="583" y="902"/>
                    <a:pt x="645" y="258"/>
                  </a:cubicBezTo>
                  <a:cubicBezTo>
                    <a:pt x="645" y="129"/>
                    <a:pt x="516"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47"/>
            <p:cNvSpPr/>
            <p:nvPr/>
          </p:nvSpPr>
          <p:spPr>
            <a:xfrm>
              <a:off x="5006175" y="4278075"/>
              <a:ext cx="37150" cy="30575"/>
            </a:xfrm>
            <a:custGeom>
              <a:avLst/>
              <a:gdLst/>
              <a:ahLst/>
              <a:cxnLst/>
              <a:rect l="l" t="t" r="r" b="b"/>
              <a:pathLst>
                <a:path w="1486" h="1223" extrusionOk="0">
                  <a:moveTo>
                    <a:pt x="712" y="1"/>
                  </a:moveTo>
                  <a:cubicBezTo>
                    <a:pt x="712" y="1"/>
                    <a:pt x="197" y="516"/>
                    <a:pt x="68" y="903"/>
                  </a:cubicBezTo>
                  <a:cubicBezTo>
                    <a:pt x="1" y="1032"/>
                    <a:pt x="130" y="1223"/>
                    <a:pt x="326" y="1223"/>
                  </a:cubicBezTo>
                  <a:lnTo>
                    <a:pt x="1161" y="1223"/>
                  </a:lnTo>
                  <a:cubicBezTo>
                    <a:pt x="1357" y="1223"/>
                    <a:pt x="1486" y="1032"/>
                    <a:pt x="1419" y="903"/>
                  </a:cubicBezTo>
                  <a:cubicBezTo>
                    <a:pt x="1290" y="516"/>
                    <a:pt x="712" y="1"/>
                    <a:pt x="7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47"/>
            <p:cNvSpPr/>
            <p:nvPr/>
          </p:nvSpPr>
          <p:spPr>
            <a:xfrm>
              <a:off x="4920850" y="4050825"/>
              <a:ext cx="194925" cy="232050"/>
            </a:xfrm>
            <a:custGeom>
              <a:avLst/>
              <a:gdLst/>
              <a:ahLst/>
              <a:cxnLst/>
              <a:rect l="l" t="t" r="r" b="b"/>
              <a:pathLst>
                <a:path w="7797" h="9282" extrusionOk="0">
                  <a:moveTo>
                    <a:pt x="3930" y="0"/>
                  </a:moveTo>
                  <a:cubicBezTo>
                    <a:pt x="1738" y="0"/>
                    <a:pt x="0" y="2063"/>
                    <a:pt x="0" y="4641"/>
                  </a:cubicBezTo>
                  <a:cubicBezTo>
                    <a:pt x="0" y="7157"/>
                    <a:pt x="1738" y="9282"/>
                    <a:pt x="3930" y="9282"/>
                  </a:cubicBezTo>
                  <a:cubicBezTo>
                    <a:pt x="6059" y="9282"/>
                    <a:pt x="7797" y="7157"/>
                    <a:pt x="7797" y="4641"/>
                  </a:cubicBezTo>
                  <a:cubicBezTo>
                    <a:pt x="7797" y="2063"/>
                    <a:pt x="6059" y="0"/>
                    <a:pt x="39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5" name="Google Shape;2185;p47"/>
          <p:cNvGrpSpPr/>
          <p:nvPr/>
        </p:nvGrpSpPr>
        <p:grpSpPr>
          <a:xfrm>
            <a:off x="4079172" y="3933078"/>
            <a:ext cx="301323" cy="419433"/>
            <a:chOff x="4047500" y="4000925"/>
            <a:chExt cx="320625" cy="446300"/>
          </a:xfrm>
        </p:grpSpPr>
        <p:sp>
          <p:nvSpPr>
            <p:cNvPr id="2186" name="Google Shape;2186;p47"/>
            <p:cNvSpPr/>
            <p:nvPr/>
          </p:nvSpPr>
          <p:spPr>
            <a:xfrm>
              <a:off x="4190850" y="4236200"/>
              <a:ext cx="33925" cy="211025"/>
            </a:xfrm>
            <a:custGeom>
              <a:avLst/>
              <a:gdLst/>
              <a:ahLst/>
              <a:cxnLst/>
              <a:rect l="l" t="t" r="r" b="b"/>
              <a:pathLst>
                <a:path w="1357" h="8441" extrusionOk="0">
                  <a:moveTo>
                    <a:pt x="1" y="0"/>
                  </a:moveTo>
                  <a:lnTo>
                    <a:pt x="1" y="7734"/>
                  </a:lnTo>
                  <a:cubicBezTo>
                    <a:pt x="1" y="8121"/>
                    <a:pt x="258" y="8441"/>
                    <a:pt x="645" y="8441"/>
                  </a:cubicBezTo>
                  <a:cubicBezTo>
                    <a:pt x="1032" y="8441"/>
                    <a:pt x="1357" y="8121"/>
                    <a:pt x="1357" y="7734"/>
                  </a:cubicBezTo>
                  <a:lnTo>
                    <a:pt x="135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47"/>
            <p:cNvSpPr/>
            <p:nvPr/>
          </p:nvSpPr>
          <p:spPr>
            <a:xfrm>
              <a:off x="4079725" y="4000925"/>
              <a:ext cx="256175" cy="254625"/>
            </a:xfrm>
            <a:custGeom>
              <a:avLst/>
              <a:gdLst/>
              <a:ahLst/>
              <a:cxnLst/>
              <a:rect l="l" t="t" r="r" b="b"/>
              <a:pathLst>
                <a:path w="10247" h="10185" extrusionOk="0">
                  <a:moveTo>
                    <a:pt x="5090" y="1"/>
                  </a:moveTo>
                  <a:cubicBezTo>
                    <a:pt x="2321" y="1"/>
                    <a:pt x="1" y="2254"/>
                    <a:pt x="1" y="5090"/>
                  </a:cubicBezTo>
                  <a:cubicBezTo>
                    <a:pt x="1" y="7926"/>
                    <a:pt x="2321" y="10184"/>
                    <a:pt x="5090" y="10184"/>
                  </a:cubicBezTo>
                  <a:cubicBezTo>
                    <a:pt x="7926" y="10184"/>
                    <a:pt x="10246" y="7926"/>
                    <a:pt x="10246" y="5090"/>
                  </a:cubicBezTo>
                  <a:cubicBezTo>
                    <a:pt x="10246" y="2254"/>
                    <a:pt x="7926" y="1"/>
                    <a:pt x="5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47"/>
            <p:cNvSpPr/>
            <p:nvPr/>
          </p:nvSpPr>
          <p:spPr>
            <a:xfrm>
              <a:off x="4047500" y="4031475"/>
              <a:ext cx="320625" cy="224075"/>
            </a:xfrm>
            <a:custGeom>
              <a:avLst/>
              <a:gdLst/>
              <a:ahLst/>
              <a:cxnLst/>
              <a:rect l="l" t="t" r="r" b="b"/>
              <a:pathLst>
                <a:path w="12825" h="8963" extrusionOk="0">
                  <a:moveTo>
                    <a:pt x="3027" y="1"/>
                  </a:moveTo>
                  <a:cubicBezTo>
                    <a:pt x="2383" y="584"/>
                    <a:pt x="1934" y="1290"/>
                    <a:pt x="1610" y="2063"/>
                  </a:cubicBezTo>
                  <a:cubicBezTo>
                    <a:pt x="707" y="2130"/>
                    <a:pt x="1" y="2904"/>
                    <a:pt x="1" y="3868"/>
                  </a:cubicBezTo>
                  <a:cubicBezTo>
                    <a:pt x="1" y="4837"/>
                    <a:pt x="707" y="5611"/>
                    <a:pt x="1610" y="5673"/>
                  </a:cubicBezTo>
                  <a:cubicBezTo>
                    <a:pt x="2383" y="7606"/>
                    <a:pt x="4255" y="8962"/>
                    <a:pt x="6379" y="8962"/>
                  </a:cubicBezTo>
                  <a:cubicBezTo>
                    <a:pt x="7864" y="8962"/>
                    <a:pt x="9215" y="8318"/>
                    <a:pt x="10117" y="7349"/>
                  </a:cubicBezTo>
                  <a:lnTo>
                    <a:pt x="10117" y="7349"/>
                  </a:lnTo>
                  <a:cubicBezTo>
                    <a:pt x="9798" y="7416"/>
                    <a:pt x="9473" y="7416"/>
                    <a:pt x="9086" y="7416"/>
                  </a:cubicBezTo>
                  <a:cubicBezTo>
                    <a:pt x="7410" y="7416"/>
                    <a:pt x="5930" y="6771"/>
                    <a:pt x="4832" y="5673"/>
                  </a:cubicBezTo>
                  <a:lnTo>
                    <a:pt x="11020" y="5673"/>
                  </a:lnTo>
                  <a:cubicBezTo>
                    <a:pt x="12051" y="5673"/>
                    <a:pt x="12824" y="4837"/>
                    <a:pt x="12824" y="3868"/>
                  </a:cubicBezTo>
                  <a:cubicBezTo>
                    <a:pt x="12824" y="2837"/>
                    <a:pt x="12051" y="2063"/>
                    <a:pt x="11020" y="2063"/>
                  </a:cubicBezTo>
                  <a:lnTo>
                    <a:pt x="2966" y="2063"/>
                  </a:lnTo>
                  <a:cubicBezTo>
                    <a:pt x="2966" y="1806"/>
                    <a:pt x="2899" y="1486"/>
                    <a:pt x="2899" y="1228"/>
                  </a:cubicBezTo>
                  <a:cubicBezTo>
                    <a:pt x="2899" y="841"/>
                    <a:pt x="2966" y="455"/>
                    <a:pt x="30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9" name="Google Shape;2189;p47"/>
          <p:cNvGrpSpPr/>
          <p:nvPr/>
        </p:nvGrpSpPr>
        <p:grpSpPr>
          <a:xfrm>
            <a:off x="5479873" y="3930047"/>
            <a:ext cx="275643" cy="419433"/>
            <a:chOff x="5537925" y="3997700"/>
            <a:chExt cx="293300" cy="446300"/>
          </a:xfrm>
        </p:grpSpPr>
        <p:sp>
          <p:nvSpPr>
            <p:cNvPr id="2190" name="Google Shape;2190;p47"/>
            <p:cNvSpPr/>
            <p:nvPr/>
          </p:nvSpPr>
          <p:spPr>
            <a:xfrm>
              <a:off x="5537925" y="3997700"/>
              <a:ext cx="293300" cy="446300"/>
            </a:xfrm>
            <a:custGeom>
              <a:avLst/>
              <a:gdLst/>
              <a:ahLst/>
              <a:cxnLst/>
              <a:rect l="l" t="t" r="r" b="b"/>
              <a:pathLst>
                <a:path w="11732" h="17852" extrusionOk="0">
                  <a:moveTo>
                    <a:pt x="5868" y="1"/>
                  </a:moveTo>
                  <a:cubicBezTo>
                    <a:pt x="2579" y="1"/>
                    <a:pt x="1" y="2641"/>
                    <a:pt x="1" y="5864"/>
                  </a:cubicBezTo>
                  <a:lnTo>
                    <a:pt x="1" y="17207"/>
                  </a:lnTo>
                  <a:cubicBezTo>
                    <a:pt x="1" y="17532"/>
                    <a:pt x="258" y="17852"/>
                    <a:pt x="645" y="17852"/>
                  </a:cubicBezTo>
                  <a:lnTo>
                    <a:pt x="11086" y="17852"/>
                  </a:lnTo>
                  <a:cubicBezTo>
                    <a:pt x="11473" y="17852"/>
                    <a:pt x="11731" y="17532"/>
                    <a:pt x="11731" y="17207"/>
                  </a:cubicBezTo>
                  <a:lnTo>
                    <a:pt x="11731" y="5864"/>
                  </a:lnTo>
                  <a:cubicBezTo>
                    <a:pt x="11731" y="2641"/>
                    <a:pt x="9091" y="1"/>
                    <a:pt x="58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47"/>
            <p:cNvSpPr/>
            <p:nvPr/>
          </p:nvSpPr>
          <p:spPr>
            <a:xfrm>
              <a:off x="5618500" y="4310300"/>
              <a:ext cx="132150" cy="14475"/>
            </a:xfrm>
            <a:custGeom>
              <a:avLst/>
              <a:gdLst/>
              <a:ahLst/>
              <a:cxnLst/>
              <a:rect l="l" t="t" r="r" b="b"/>
              <a:pathLst>
                <a:path w="5286" h="579" extrusionOk="0">
                  <a:moveTo>
                    <a:pt x="258" y="1"/>
                  </a:moveTo>
                  <a:cubicBezTo>
                    <a:pt x="129" y="1"/>
                    <a:pt x="0" y="130"/>
                    <a:pt x="0" y="321"/>
                  </a:cubicBezTo>
                  <a:cubicBezTo>
                    <a:pt x="0" y="449"/>
                    <a:pt x="129" y="578"/>
                    <a:pt x="258" y="578"/>
                  </a:cubicBezTo>
                  <a:lnTo>
                    <a:pt x="5028" y="578"/>
                  </a:lnTo>
                  <a:cubicBezTo>
                    <a:pt x="5156" y="578"/>
                    <a:pt x="5285" y="449"/>
                    <a:pt x="5285" y="321"/>
                  </a:cubicBezTo>
                  <a:cubicBezTo>
                    <a:pt x="5285" y="130"/>
                    <a:pt x="5156" y="1"/>
                    <a:pt x="50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47"/>
            <p:cNvSpPr/>
            <p:nvPr/>
          </p:nvSpPr>
          <p:spPr>
            <a:xfrm>
              <a:off x="5618500" y="4336100"/>
              <a:ext cx="132150" cy="14450"/>
            </a:xfrm>
            <a:custGeom>
              <a:avLst/>
              <a:gdLst/>
              <a:ahLst/>
              <a:cxnLst/>
              <a:rect l="l" t="t" r="r" b="b"/>
              <a:pathLst>
                <a:path w="5286" h="578" extrusionOk="0">
                  <a:moveTo>
                    <a:pt x="258" y="0"/>
                  </a:moveTo>
                  <a:cubicBezTo>
                    <a:pt x="129" y="0"/>
                    <a:pt x="0" y="129"/>
                    <a:pt x="0" y="258"/>
                  </a:cubicBezTo>
                  <a:cubicBezTo>
                    <a:pt x="0" y="449"/>
                    <a:pt x="129" y="578"/>
                    <a:pt x="258" y="578"/>
                  </a:cubicBezTo>
                  <a:lnTo>
                    <a:pt x="5028" y="578"/>
                  </a:lnTo>
                  <a:cubicBezTo>
                    <a:pt x="5156" y="578"/>
                    <a:pt x="5285" y="449"/>
                    <a:pt x="5285" y="258"/>
                  </a:cubicBezTo>
                  <a:cubicBezTo>
                    <a:pt x="5285" y="129"/>
                    <a:pt x="5156" y="0"/>
                    <a:pt x="50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47"/>
            <p:cNvSpPr/>
            <p:nvPr/>
          </p:nvSpPr>
          <p:spPr>
            <a:xfrm>
              <a:off x="5634600" y="4361875"/>
              <a:ext cx="99925" cy="14450"/>
            </a:xfrm>
            <a:custGeom>
              <a:avLst/>
              <a:gdLst/>
              <a:ahLst/>
              <a:cxnLst/>
              <a:rect l="l" t="t" r="r" b="b"/>
              <a:pathLst>
                <a:path w="3997" h="578" extrusionOk="0">
                  <a:moveTo>
                    <a:pt x="259" y="0"/>
                  </a:moveTo>
                  <a:cubicBezTo>
                    <a:pt x="130" y="0"/>
                    <a:pt x="1" y="129"/>
                    <a:pt x="1" y="320"/>
                  </a:cubicBezTo>
                  <a:cubicBezTo>
                    <a:pt x="1" y="449"/>
                    <a:pt x="130" y="578"/>
                    <a:pt x="259" y="578"/>
                  </a:cubicBezTo>
                  <a:lnTo>
                    <a:pt x="3739" y="578"/>
                  </a:lnTo>
                  <a:cubicBezTo>
                    <a:pt x="3868" y="578"/>
                    <a:pt x="3997" y="449"/>
                    <a:pt x="3997" y="320"/>
                  </a:cubicBezTo>
                  <a:cubicBezTo>
                    <a:pt x="3997" y="129"/>
                    <a:pt x="3868" y="0"/>
                    <a:pt x="373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47"/>
            <p:cNvSpPr/>
            <p:nvPr/>
          </p:nvSpPr>
          <p:spPr>
            <a:xfrm>
              <a:off x="5615275" y="4186175"/>
              <a:ext cx="53250" cy="67700"/>
            </a:xfrm>
            <a:custGeom>
              <a:avLst/>
              <a:gdLst/>
              <a:ahLst/>
              <a:cxnLst/>
              <a:rect l="l" t="t" r="r" b="b"/>
              <a:pathLst>
                <a:path w="2130" h="2708" extrusionOk="0">
                  <a:moveTo>
                    <a:pt x="1099" y="516"/>
                  </a:moveTo>
                  <a:cubicBezTo>
                    <a:pt x="1227" y="516"/>
                    <a:pt x="1356" y="516"/>
                    <a:pt x="1418" y="583"/>
                  </a:cubicBezTo>
                  <a:cubicBezTo>
                    <a:pt x="1547" y="645"/>
                    <a:pt x="1547" y="712"/>
                    <a:pt x="1547" y="841"/>
                  </a:cubicBezTo>
                  <a:cubicBezTo>
                    <a:pt x="1547" y="1032"/>
                    <a:pt x="1547" y="1099"/>
                    <a:pt x="1418" y="1161"/>
                  </a:cubicBezTo>
                  <a:cubicBezTo>
                    <a:pt x="1356" y="1228"/>
                    <a:pt x="1227" y="1228"/>
                    <a:pt x="1099" y="1228"/>
                  </a:cubicBezTo>
                  <a:lnTo>
                    <a:pt x="516" y="1228"/>
                  </a:lnTo>
                  <a:lnTo>
                    <a:pt x="516" y="516"/>
                  </a:lnTo>
                  <a:close/>
                  <a:moveTo>
                    <a:pt x="129" y="0"/>
                  </a:moveTo>
                  <a:lnTo>
                    <a:pt x="67" y="67"/>
                  </a:lnTo>
                  <a:lnTo>
                    <a:pt x="0" y="129"/>
                  </a:lnTo>
                  <a:lnTo>
                    <a:pt x="0" y="2579"/>
                  </a:lnTo>
                  <a:cubicBezTo>
                    <a:pt x="0" y="2646"/>
                    <a:pt x="67" y="2646"/>
                    <a:pt x="67" y="2646"/>
                  </a:cubicBezTo>
                  <a:cubicBezTo>
                    <a:pt x="67" y="2707"/>
                    <a:pt x="129" y="2707"/>
                    <a:pt x="129" y="2707"/>
                  </a:cubicBezTo>
                  <a:lnTo>
                    <a:pt x="454" y="2707"/>
                  </a:lnTo>
                  <a:cubicBezTo>
                    <a:pt x="454" y="2707"/>
                    <a:pt x="516" y="2707"/>
                    <a:pt x="516" y="2646"/>
                  </a:cubicBezTo>
                  <a:lnTo>
                    <a:pt x="516" y="2579"/>
                  </a:lnTo>
                  <a:lnTo>
                    <a:pt x="516" y="1676"/>
                  </a:lnTo>
                  <a:lnTo>
                    <a:pt x="1032" y="1676"/>
                  </a:lnTo>
                  <a:lnTo>
                    <a:pt x="1547" y="2579"/>
                  </a:lnTo>
                  <a:cubicBezTo>
                    <a:pt x="1547" y="2579"/>
                    <a:pt x="1547" y="2646"/>
                    <a:pt x="1614" y="2646"/>
                  </a:cubicBezTo>
                  <a:cubicBezTo>
                    <a:pt x="1614" y="2707"/>
                    <a:pt x="1676" y="2707"/>
                    <a:pt x="1676" y="2707"/>
                  </a:cubicBezTo>
                  <a:lnTo>
                    <a:pt x="2001" y="2707"/>
                  </a:lnTo>
                  <a:cubicBezTo>
                    <a:pt x="2063" y="2707"/>
                    <a:pt x="2063" y="2707"/>
                    <a:pt x="2063" y="2646"/>
                  </a:cubicBezTo>
                  <a:cubicBezTo>
                    <a:pt x="2130" y="2646"/>
                    <a:pt x="2130" y="2646"/>
                    <a:pt x="2130" y="2579"/>
                  </a:cubicBezTo>
                  <a:lnTo>
                    <a:pt x="1547" y="1614"/>
                  </a:lnTo>
                  <a:cubicBezTo>
                    <a:pt x="1743" y="1547"/>
                    <a:pt x="1872" y="1485"/>
                    <a:pt x="1934" y="1356"/>
                  </a:cubicBezTo>
                  <a:cubicBezTo>
                    <a:pt x="2063" y="1228"/>
                    <a:pt x="2063" y="1032"/>
                    <a:pt x="2063" y="841"/>
                  </a:cubicBezTo>
                  <a:cubicBezTo>
                    <a:pt x="2063" y="583"/>
                    <a:pt x="2001" y="387"/>
                    <a:pt x="1805" y="258"/>
                  </a:cubicBezTo>
                  <a:cubicBezTo>
                    <a:pt x="1676" y="129"/>
                    <a:pt x="1418" y="0"/>
                    <a:pt x="10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47"/>
            <p:cNvSpPr/>
            <p:nvPr/>
          </p:nvSpPr>
          <p:spPr>
            <a:xfrm>
              <a:off x="5679725" y="4186175"/>
              <a:ext cx="12925" cy="67700"/>
            </a:xfrm>
            <a:custGeom>
              <a:avLst/>
              <a:gdLst/>
              <a:ahLst/>
              <a:cxnLst/>
              <a:rect l="l" t="t" r="r" b="b"/>
              <a:pathLst>
                <a:path w="517" h="2708" extrusionOk="0">
                  <a:moveTo>
                    <a:pt x="67" y="0"/>
                  </a:moveTo>
                  <a:cubicBezTo>
                    <a:pt x="67" y="0"/>
                    <a:pt x="67" y="67"/>
                    <a:pt x="0" y="67"/>
                  </a:cubicBezTo>
                  <a:lnTo>
                    <a:pt x="0" y="129"/>
                  </a:lnTo>
                  <a:lnTo>
                    <a:pt x="0" y="2579"/>
                  </a:lnTo>
                  <a:lnTo>
                    <a:pt x="0" y="2646"/>
                  </a:lnTo>
                  <a:lnTo>
                    <a:pt x="67" y="2707"/>
                  </a:lnTo>
                  <a:lnTo>
                    <a:pt x="387" y="2707"/>
                  </a:lnTo>
                  <a:cubicBezTo>
                    <a:pt x="454" y="2707"/>
                    <a:pt x="454" y="2707"/>
                    <a:pt x="454" y="2646"/>
                  </a:cubicBezTo>
                  <a:cubicBezTo>
                    <a:pt x="516" y="2646"/>
                    <a:pt x="516" y="2646"/>
                    <a:pt x="516" y="2579"/>
                  </a:cubicBezTo>
                  <a:lnTo>
                    <a:pt x="516" y="129"/>
                  </a:lnTo>
                  <a:cubicBezTo>
                    <a:pt x="516" y="129"/>
                    <a:pt x="516" y="67"/>
                    <a:pt x="454" y="67"/>
                  </a:cubicBezTo>
                  <a:cubicBezTo>
                    <a:pt x="454" y="67"/>
                    <a:pt x="454" y="0"/>
                    <a:pt x="3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47"/>
            <p:cNvSpPr/>
            <p:nvPr/>
          </p:nvSpPr>
          <p:spPr>
            <a:xfrm>
              <a:off x="5707175" y="4186175"/>
              <a:ext cx="51600" cy="67700"/>
            </a:xfrm>
            <a:custGeom>
              <a:avLst/>
              <a:gdLst/>
              <a:ahLst/>
              <a:cxnLst/>
              <a:rect l="l" t="t" r="r" b="b"/>
              <a:pathLst>
                <a:path w="2064" h="2708" extrusionOk="0">
                  <a:moveTo>
                    <a:pt x="1094" y="516"/>
                  </a:moveTo>
                  <a:cubicBezTo>
                    <a:pt x="1223" y="516"/>
                    <a:pt x="1352" y="516"/>
                    <a:pt x="1419" y="583"/>
                  </a:cubicBezTo>
                  <a:cubicBezTo>
                    <a:pt x="1548" y="645"/>
                    <a:pt x="1548" y="712"/>
                    <a:pt x="1548" y="903"/>
                  </a:cubicBezTo>
                  <a:cubicBezTo>
                    <a:pt x="1548" y="1032"/>
                    <a:pt x="1548" y="1099"/>
                    <a:pt x="1419" y="1161"/>
                  </a:cubicBezTo>
                  <a:cubicBezTo>
                    <a:pt x="1352" y="1228"/>
                    <a:pt x="1223" y="1289"/>
                    <a:pt x="1094" y="1289"/>
                  </a:cubicBezTo>
                  <a:lnTo>
                    <a:pt x="516" y="1289"/>
                  </a:lnTo>
                  <a:lnTo>
                    <a:pt x="516" y="516"/>
                  </a:lnTo>
                  <a:close/>
                  <a:moveTo>
                    <a:pt x="130" y="0"/>
                  </a:moveTo>
                  <a:cubicBezTo>
                    <a:pt x="63" y="0"/>
                    <a:pt x="63" y="67"/>
                    <a:pt x="1" y="67"/>
                  </a:cubicBezTo>
                  <a:lnTo>
                    <a:pt x="1" y="129"/>
                  </a:lnTo>
                  <a:lnTo>
                    <a:pt x="1" y="2579"/>
                  </a:lnTo>
                  <a:lnTo>
                    <a:pt x="1" y="2646"/>
                  </a:lnTo>
                  <a:cubicBezTo>
                    <a:pt x="63" y="2707"/>
                    <a:pt x="63" y="2707"/>
                    <a:pt x="130" y="2707"/>
                  </a:cubicBezTo>
                  <a:lnTo>
                    <a:pt x="387" y="2707"/>
                  </a:lnTo>
                  <a:cubicBezTo>
                    <a:pt x="449" y="2707"/>
                    <a:pt x="449" y="2707"/>
                    <a:pt x="516" y="2646"/>
                  </a:cubicBezTo>
                  <a:lnTo>
                    <a:pt x="516" y="2579"/>
                  </a:lnTo>
                  <a:lnTo>
                    <a:pt x="516" y="1743"/>
                  </a:lnTo>
                  <a:lnTo>
                    <a:pt x="1094" y="1743"/>
                  </a:lnTo>
                  <a:cubicBezTo>
                    <a:pt x="1419" y="1743"/>
                    <a:pt x="1676" y="1676"/>
                    <a:pt x="1805" y="1547"/>
                  </a:cubicBezTo>
                  <a:cubicBezTo>
                    <a:pt x="1996" y="1356"/>
                    <a:pt x="2063" y="1161"/>
                    <a:pt x="2063" y="903"/>
                  </a:cubicBezTo>
                  <a:cubicBezTo>
                    <a:pt x="2063" y="583"/>
                    <a:pt x="1996" y="387"/>
                    <a:pt x="1805" y="258"/>
                  </a:cubicBezTo>
                  <a:cubicBezTo>
                    <a:pt x="1676" y="129"/>
                    <a:pt x="1419" y="0"/>
                    <a:pt x="10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47"/>
            <p:cNvSpPr/>
            <p:nvPr/>
          </p:nvSpPr>
          <p:spPr>
            <a:xfrm>
              <a:off x="5707175" y="3999250"/>
              <a:ext cx="12925" cy="66150"/>
            </a:xfrm>
            <a:custGeom>
              <a:avLst/>
              <a:gdLst/>
              <a:ahLst/>
              <a:cxnLst/>
              <a:rect l="l" t="t" r="r" b="b"/>
              <a:pathLst>
                <a:path w="517" h="2646" extrusionOk="0">
                  <a:moveTo>
                    <a:pt x="1" y="1"/>
                  </a:moveTo>
                  <a:lnTo>
                    <a:pt x="1" y="2388"/>
                  </a:lnTo>
                  <a:cubicBezTo>
                    <a:pt x="1" y="2517"/>
                    <a:pt x="130" y="2646"/>
                    <a:pt x="259" y="2646"/>
                  </a:cubicBezTo>
                  <a:cubicBezTo>
                    <a:pt x="449" y="2646"/>
                    <a:pt x="516" y="2517"/>
                    <a:pt x="516" y="2388"/>
                  </a:cubicBezTo>
                  <a:lnTo>
                    <a:pt x="516" y="68"/>
                  </a:lnTo>
                  <a:cubicBezTo>
                    <a:pt x="387" y="68"/>
                    <a:pt x="191" y="1"/>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47"/>
            <p:cNvSpPr/>
            <p:nvPr/>
          </p:nvSpPr>
          <p:spPr>
            <a:xfrm>
              <a:off x="5723300" y="4008925"/>
              <a:ext cx="32250" cy="138600"/>
            </a:xfrm>
            <a:custGeom>
              <a:avLst/>
              <a:gdLst/>
              <a:ahLst/>
              <a:cxnLst/>
              <a:rect l="l" t="t" r="r" b="b"/>
              <a:pathLst>
                <a:path w="1290" h="5544" extrusionOk="0">
                  <a:moveTo>
                    <a:pt x="774" y="1"/>
                  </a:moveTo>
                  <a:lnTo>
                    <a:pt x="774" y="129"/>
                  </a:lnTo>
                  <a:lnTo>
                    <a:pt x="774" y="2903"/>
                  </a:lnTo>
                  <a:lnTo>
                    <a:pt x="62" y="3677"/>
                  </a:lnTo>
                  <a:cubicBezTo>
                    <a:pt x="0" y="3677"/>
                    <a:pt x="0" y="3739"/>
                    <a:pt x="0" y="3806"/>
                  </a:cubicBezTo>
                  <a:lnTo>
                    <a:pt x="0" y="5286"/>
                  </a:lnTo>
                  <a:cubicBezTo>
                    <a:pt x="0" y="5415"/>
                    <a:pt x="129" y="5543"/>
                    <a:pt x="258" y="5543"/>
                  </a:cubicBezTo>
                  <a:cubicBezTo>
                    <a:pt x="449" y="5543"/>
                    <a:pt x="516" y="5415"/>
                    <a:pt x="516" y="5286"/>
                  </a:cubicBezTo>
                  <a:lnTo>
                    <a:pt x="516" y="3935"/>
                  </a:lnTo>
                  <a:lnTo>
                    <a:pt x="1222" y="3223"/>
                  </a:lnTo>
                  <a:cubicBezTo>
                    <a:pt x="1289" y="3161"/>
                    <a:pt x="1289" y="3094"/>
                    <a:pt x="1289" y="3032"/>
                  </a:cubicBezTo>
                  <a:lnTo>
                    <a:pt x="1289" y="258"/>
                  </a:lnTo>
                  <a:cubicBezTo>
                    <a:pt x="1160" y="196"/>
                    <a:pt x="964" y="68"/>
                    <a:pt x="77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47"/>
            <p:cNvSpPr/>
            <p:nvPr/>
          </p:nvSpPr>
          <p:spPr>
            <a:xfrm>
              <a:off x="5620175" y="4005700"/>
              <a:ext cx="29025" cy="88725"/>
            </a:xfrm>
            <a:custGeom>
              <a:avLst/>
              <a:gdLst/>
              <a:ahLst/>
              <a:cxnLst/>
              <a:rect l="l" t="t" r="r" b="b"/>
              <a:pathLst>
                <a:path w="1161" h="3549" extrusionOk="0">
                  <a:moveTo>
                    <a:pt x="516" y="1"/>
                  </a:moveTo>
                  <a:cubicBezTo>
                    <a:pt x="320" y="68"/>
                    <a:pt x="191" y="197"/>
                    <a:pt x="0" y="258"/>
                  </a:cubicBezTo>
                  <a:lnTo>
                    <a:pt x="0" y="1805"/>
                  </a:lnTo>
                  <a:cubicBezTo>
                    <a:pt x="0" y="1872"/>
                    <a:pt x="0" y="1934"/>
                    <a:pt x="62" y="2001"/>
                  </a:cubicBezTo>
                  <a:lnTo>
                    <a:pt x="645" y="2579"/>
                  </a:lnTo>
                  <a:lnTo>
                    <a:pt x="645" y="3290"/>
                  </a:lnTo>
                  <a:cubicBezTo>
                    <a:pt x="645" y="3419"/>
                    <a:pt x="774" y="3548"/>
                    <a:pt x="903" y="3548"/>
                  </a:cubicBezTo>
                  <a:cubicBezTo>
                    <a:pt x="1031" y="3548"/>
                    <a:pt x="1160" y="3419"/>
                    <a:pt x="1160" y="3290"/>
                  </a:cubicBezTo>
                  <a:lnTo>
                    <a:pt x="1160" y="2450"/>
                  </a:lnTo>
                  <a:cubicBezTo>
                    <a:pt x="1160" y="2388"/>
                    <a:pt x="1160" y="2321"/>
                    <a:pt x="1093" y="2259"/>
                  </a:cubicBezTo>
                  <a:lnTo>
                    <a:pt x="516" y="1743"/>
                  </a:lnTo>
                  <a:lnTo>
                    <a:pt x="516" y="130"/>
                  </a:lnTo>
                  <a:lnTo>
                    <a:pt x="51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47"/>
            <p:cNvSpPr/>
            <p:nvPr/>
          </p:nvSpPr>
          <p:spPr>
            <a:xfrm>
              <a:off x="5765200" y="4296300"/>
              <a:ext cx="66025" cy="84925"/>
            </a:xfrm>
            <a:custGeom>
              <a:avLst/>
              <a:gdLst/>
              <a:ahLst/>
              <a:cxnLst/>
              <a:rect l="l" t="t" r="r" b="b"/>
              <a:pathLst>
                <a:path w="2641" h="3397" extrusionOk="0">
                  <a:moveTo>
                    <a:pt x="826" y="1"/>
                  </a:moveTo>
                  <a:cubicBezTo>
                    <a:pt x="763" y="1"/>
                    <a:pt x="699" y="17"/>
                    <a:pt x="645" y="45"/>
                  </a:cubicBezTo>
                  <a:cubicBezTo>
                    <a:pt x="516" y="174"/>
                    <a:pt x="516" y="365"/>
                    <a:pt x="645" y="432"/>
                  </a:cubicBezTo>
                  <a:lnTo>
                    <a:pt x="835" y="690"/>
                  </a:lnTo>
                  <a:lnTo>
                    <a:pt x="191" y="881"/>
                  </a:lnTo>
                  <a:cubicBezTo>
                    <a:pt x="62" y="948"/>
                    <a:pt x="0" y="1076"/>
                    <a:pt x="62" y="1267"/>
                  </a:cubicBezTo>
                  <a:cubicBezTo>
                    <a:pt x="62" y="1334"/>
                    <a:pt x="191" y="1463"/>
                    <a:pt x="320" y="1463"/>
                  </a:cubicBezTo>
                  <a:lnTo>
                    <a:pt x="387" y="1396"/>
                  </a:lnTo>
                  <a:lnTo>
                    <a:pt x="1222" y="1138"/>
                  </a:lnTo>
                  <a:lnTo>
                    <a:pt x="1289" y="1267"/>
                  </a:lnTo>
                  <a:lnTo>
                    <a:pt x="1289" y="2237"/>
                  </a:lnTo>
                  <a:cubicBezTo>
                    <a:pt x="1289" y="2299"/>
                    <a:pt x="1351" y="2366"/>
                    <a:pt x="1418" y="2427"/>
                  </a:cubicBezTo>
                  <a:lnTo>
                    <a:pt x="2449" y="3330"/>
                  </a:lnTo>
                  <a:cubicBezTo>
                    <a:pt x="2511" y="3397"/>
                    <a:pt x="2578" y="3397"/>
                    <a:pt x="2640" y="3397"/>
                  </a:cubicBezTo>
                  <a:lnTo>
                    <a:pt x="2640" y="2752"/>
                  </a:lnTo>
                  <a:lnTo>
                    <a:pt x="1867" y="2108"/>
                  </a:lnTo>
                  <a:lnTo>
                    <a:pt x="1867" y="1138"/>
                  </a:lnTo>
                  <a:cubicBezTo>
                    <a:pt x="1867" y="1076"/>
                    <a:pt x="1805" y="1009"/>
                    <a:pt x="1805" y="1009"/>
                  </a:cubicBezTo>
                  <a:lnTo>
                    <a:pt x="1547" y="690"/>
                  </a:lnTo>
                  <a:lnTo>
                    <a:pt x="1031" y="107"/>
                  </a:lnTo>
                  <a:cubicBezTo>
                    <a:pt x="992" y="32"/>
                    <a:pt x="912" y="1"/>
                    <a:pt x="8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47"/>
            <p:cNvSpPr/>
            <p:nvPr/>
          </p:nvSpPr>
          <p:spPr>
            <a:xfrm>
              <a:off x="5565375" y="4287750"/>
              <a:ext cx="30575" cy="156250"/>
            </a:xfrm>
            <a:custGeom>
              <a:avLst/>
              <a:gdLst/>
              <a:ahLst/>
              <a:cxnLst/>
              <a:rect l="l" t="t" r="r" b="b"/>
              <a:pathLst>
                <a:path w="1223" h="6250" extrusionOk="0">
                  <a:moveTo>
                    <a:pt x="965" y="1"/>
                  </a:moveTo>
                  <a:cubicBezTo>
                    <a:pt x="774" y="1"/>
                    <a:pt x="707" y="129"/>
                    <a:pt x="707" y="258"/>
                  </a:cubicBezTo>
                  <a:lnTo>
                    <a:pt x="707" y="1161"/>
                  </a:lnTo>
                  <a:lnTo>
                    <a:pt x="578" y="1418"/>
                  </a:lnTo>
                  <a:lnTo>
                    <a:pt x="516" y="1351"/>
                  </a:lnTo>
                  <a:cubicBezTo>
                    <a:pt x="477" y="1277"/>
                    <a:pt x="418" y="1245"/>
                    <a:pt x="349" y="1245"/>
                  </a:cubicBezTo>
                  <a:cubicBezTo>
                    <a:pt x="300" y="1245"/>
                    <a:pt x="246" y="1261"/>
                    <a:pt x="192" y="1290"/>
                  </a:cubicBezTo>
                  <a:cubicBezTo>
                    <a:pt x="63" y="1351"/>
                    <a:pt x="1" y="1547"/>
                    <a:pt x="63" y="1676"/>
                  </a:cubicBezTo>
                  <a:lnTo>
                    <a:pt x="645" y="2579"/>
                  </a:lnTo>
                  <a:lnTo>
                    <a:pt x="320" y="3352"/>
                  </a:lnTo>
                  <a:lnTo>
                    <a:pt x="320" y="3481"/>
                  </a:lnTo>
                  <a:lnTo>
                    <a:pt x="320" y="6250"/>
                  </a:lnTo>
                  <a:lnTo>
                    <a:pt x="836" y="6250"/>
                  </a:lnTo>
                  <a:lnTo>
                    <a:pt x="836" y="3543"/>
                  </a:lnTo>
                  <a:lnTo>
                    <a:pt x="1223" y="2641"/>
                  </a:lnTo>
                  <a:cubicBezTo>
                    <a:pt x="1223" y="2579"/>
                    <a:pt x="1223" y="2512"/>
                    <a:pt x="1161" y="2383"/>
                  </a:cubicBezTo>
                  <a:lnTo>
                    <a:pt x="903" y="1996"/>
                  </a:lnTo>
                  <a:lnTo>
                    <a:pt x="1223" y="1290"/>
                  </a:lnTo>
                  <a:lnTo>
                    <a:pt x="1223" y="1223"/>
                  </a:lnTo>
                  <a:lnTo>
                    <a:pt x="1223" y="258"/>
                  </a:lnTo>
                  <a:cubicBezTo>
                    <a:pt x="1223" y="129"/>
                    <a:pt x="1094" y="1"/>
                    <a:pt x="9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47"/>
            <p:cNvSpPr/>
            <p:nvPr/>
          </p:nvSpPr>
          <p:spPr>
            <a:xfrm>
              <a:off x="5600825" y="4394900"/>
              <a:ext cx="37025" cy="49100"/>
            </a:xfrm>
            <a:custGeom>
              <a:avLst/>
              <a:gdLst/>
              <a:ahLst/>
              <a:cxnLst/>
              <a:rect l="l" t="t" r="r" b="b"/>
              <a:pathLst>
                <a:path w="1481" h="1964" extrusionOk="0">
                  <a:moveTo>
                    <a:pt x="1158" y="1"/>
                  </a:moveTo>
                  <a:cubicBezTo>
                    <a:pt x="1094" y="1"/>
                    <a:pt x="1029" y="33"/>
                    <a:pt x="965" y="97"/>
                  </a:cubicBezTo>
                  <a:lnTo>
                    <a:pt x="63" y="1000"/>
                  </a:lnTo>
                  <a:cubicBezTo>
                    <a:pt x="1" y="1062"/>
                    <a:pt x="1" y="1129"/>
                    <a:pt x="1" y="1190"/>
                  </a:cubicBezTo>
                  <a:lnTo>
                    <a:pt x="1" y="1964"/>
                  </a:lnTo>
                  <a:lnTo>
                    <a:pt x="516" y="1964"/>
                  </a:lnTo>
                  <a:lnTo>
                    <a:pt x="516" y="1319"/>
                  </a:lnTo>
                  <a:lnTo>
                    <a:pt x="1352" y="484"/>
                  </a:lnTo>
                  <a:cubicBezTo>
                    <a:pt x="1481" y="355"/>
                    <a:pt x="1481" y="159"/>
                    <a:pt x="1352" y="97"/>
                  </a:cubicBezTo>
                  <a:cubicBezTo>
                    <a:pt x="1287" y="33"/>
                    <a:pt x="1223" y="1"/>
                    <a:pt x="11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3" name="Google Shape;2203;p47"/>
          <p:cNvGrpSpPr/>
          <p:nvPr/>
        </p:nvGrpSpPr>
        <p:grpSpPr>
          <a:xfrm>
            <a:off x="6149199" y="3930047"/>
            <a:ext cx="330152" cy="416402"/>
            <a:chOff x="6250125" y="3997700"/>
            <a:chExt cx="351300" cy="443075"/>
          </a:xfrm>
        </p:grpSpPr>
        <p:sp>
          <p:nvSpPr>
            <p:cNvPr id="2204" name="Google Shape;2204;p47"/>
            <p:cNvSpPr/>
            <p:nvPr/>
          </p:nvSpPr>
          <p:spPr>
            <a:xfrm>
              <a:off x="6284025" y="3997700"/>
              <a:ext cx="281950" cy="106375"/>
            </a:xfrm>
            <a:custGeom>
              <a:avLst/>
              <a:gdLst/>
              <a:ahLst/>
              <a:cxnLst/>
              <a:rect l="l" t="t" r="r" b="b"/>
              <a:pathLst>
                <a:path w="11278" h="4255" extrusionOk="0">
                  <a:moveTo>
                    <a:pt x="4188" y="1"/>
                  </a:moveTo>
                  <a:cubicBezTo>
                    <a:pt x="3224" y="1"/>
                    <a:pt x="2383" y="836"/>
                    <a:pt x="2383" y="1806"/>
                  </a:cubicBezTo>
                  <a:cubicBezTo>
                    <a:pt x="2383" y="2125"/>
                    <a:pt x="2450" y="2383"/>
                    <a:pt x="2579" y="2641"/>
                  </a:cubicBezTo>
                  <a:cubicBezTo>
                    <a:pt x="2383" y="2512"/>
                    <a:pt x="2063" y="2450"/>
                    <a:pt x="1806" y="2450"/>
                  </a:cubicBezTo>
                  <a:cubicBezTo>
                    <a:pt x="774" y="2450"/>
                    <a:pt x="1" y="3224"/>
                    <a:pt x="1" y="4255"/>
                  </a:cubicBezTo>
                  <a:lnTo>
                    <a:pt x="11278" y="4255"/>
                  </a:lnTo>
                  <a:cubicBezTo>
                    <a:pt x="11278" y="3224"/>
                    <a:pt x="10504" y="2450"/>
                    <a:pt x="9473" y="2450"/>
                  </a:cubicBezTo>
                  <a:cubicBezTo>
                    <a:pt x="9344" y="2450"/>
                    <a:pt x="9215" y="2450"/>
                    <a:pt x="9024" y="2512"/>
                  </a:cubicBezTo>
                  <a:lnTo>
                    <a:pt x="9024" y="2383"/>
                  </a:lnTo>
                  <a:cubicBezTo>
                    <a:pt x="9024" y="1161"/>
                    <a:pt x="8055" y="192"/>
                    <a:pt x="6895" y="192"/>
                  </a:cubicBezTo>
                  <a:cubicBezTo>
                    <a:pt x="6379" y="192"/>
                    <a:pt x="5931" y="321"/>
                    <a:pt x="5544" y="645"/>
                  </a:cubicBezTo>
                  <a:cubicBezTo>
                    <a:pt x="5219" y="259"/>
                    <a:pt x="4771" y="1"/>
                    <a:pt x="41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47"/>
            <p:cNvSpPr/>
            <p:nvPr/>
          </p:nvSpPr>
          <p:spPr>
            <a:xfrm>
              <a:off x="6250125" y="4104050"/>
              <a:ext cx="351300" cy="336725"/>
            </a:xfrm>
            <a:custGeom>
              <a:avLst/>
              <a:gdLst/>
              <a:ahLst/>
              <a:cxnLst/>
              <a:rect l="l" t="t" r="r" b="b"/>
              <a:pathLst>
                <a:path w="14052" h="13469" extrusionOk="0">
                  <a:moveTo>
                    <a:pt x="326" y="1"/>
                  </a:moveTo>
                  <a:cubicBezTo>
                    <a:pt x="259" y="1"/>
                    <a:pt x="130" y="63"/>
                    <a:pt x="130" y="130"/>
                  </a:cubicBezTo>
                  <a:lnTo>
                    <a:pt x="130" y="2063"/>
                  </a:lnTo>
                  <a:cubicBezTo>
                    <a:pt x="130" y="2125"/>
                    <a:pt x="259" y="2254"/>
                    <a:pt x="326" y="2254"/>
                  </a:cubicBezTo>
                  <a:lnTo>
                    <a:pt x="1161" y="2254"/>
                  </a:lnTo>
                  <a:cubicBezTo>
                    <a:pt x="455" y="3352"/>
                    <a:pt x="1" y="4703"/>
                    <a:pt x="1" y="6188"/>
                  </a:cubicBezTo>
                  <a:cubicBezTo>
                    <a:pt x="1" y="8313"/>
                    <a:pt x="903" y="10246"/>
                    <a:pt x="2450" y="11535"/>
                  </a:cubicBezTo>
                  <a:lnTo>
                    <a:pt x="1934" y="13082"/>
                  </a:lnTo>
                  <a:cubicBezTo>
                    <a:pt x="1873" y="13278"/>
                    <a:pt x="1934" y="13407"/>
                    <a:pt x="2130" y="13469"/>
                  </a:cubicBezTo>
                  <a:lnTo>
                    <a:pt x="2192" y="13469"/>
                  </a:lnTo>
                  <a:cubicBezTo>
                    <a:pt x="2321" y="13469"/>
                    <a:pt x="2450" y="13407"/>
                    <a:pt x="2450" y="13278"/>
                  </a:cubicBezTo>
                  <a:lnTo>
                    <a:pt x="2904" y="11860"/>
                  </a:lnTo>
                  <a:cubicBezTo>
                    <a:pt x="4064" y="12696"/>
                    <a:pt x="5482" y="13211"/>
                    <a:pt x="7029" y="13211"/>
                  </a:cubicBezTo>
                  <a:cubicBezTo>
                    <a:pt x="8509" y="13211"/>
                    <a:pt x="9927" y="12696"/>
                    <a:pt x="11087" y="11922"/>
                  </a:cubicBezTo>
                  <a:lnTo>
                    <a:pt x="11541" y="13278"/>
                  </a:lnTo>
                  <a:cubicBezTo>
                    <a:pt x="11541" y="13407"/>
                    <a:pt x="11670" y="13469"/>
                    <a:pt x="11798" y="13469"/>
                  </a:cubicBezTo>
                  <a:lnTo>
                    <a:pt x="11860" y="13469"/>
                  </a:lnTo>
                  <a:cubicBezTo>
                    <a:pt x="12056" y="13407"/>
                    <a:pt x="12118" y="13278"/>
                    <a:pt x="12056" y="13082"/>
                  </a:cubicBezTo>
                  <a:lnTo>
                    <a:pt x="11541" y="11535"/>
                  </a:lnTo>
                  <a:cubicBezTo>
                    <a:pt x="13087" y="10246"/>
                    <a:pt x="14052" y="8313"/>
                    <a:pt x="14052" y="6188"/>
                  </a:cubicBezTo>
                  <a:cubicBezTo>
                    <a:pt x="14052" y="4703"/>
                    <a:pt x="13603" y="3352"/>
                    <a:pt x="12830" y="2254"/>
                  </a:cubicBezTo>
                  <a:lnTo>
                    <a:pt x="13665" y="2254"/>
                  </a:lnTo>
                  <a:cubicBezTo>
                    <a:pt x="13794" y="2254"/>
                    <a:pt x="13861" y="2125"/>
                    <a:pt x="13861" y="2063"/>
                  </a:cubicBezTo>
                  <a:lnTo>
                    <a:pt x="13861" y="130"/>
                  </a:lnTo>
                  <a:cubicBezTo>
                    <a:pt x="13861" y="63"/>
                    <a:pt x="13794" y="1"/>
                    <a:pt x="136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47"/>
            <p:cNvSpPr/>
            <p:nvPr/>
          </p:nvSpPr>
          <p:spPr>
            <a:xfrm>
              <a:off x="6253350" y="4104050"/>
              <a:ext cx="343300" cy="56375"/>
            </a:xfrm>
            <a:custGeom>
              <a:avLst/>
              <a:gdLst/>
              <a:ahLst/>
              <a:cxnLst/>
              <a:rect l="l" t="t" r="r" b="b"/>
              <a:pathLst>
                <a:path w="13732" h="2255" extrusionOk="0">
                  <a:moveTo>
                    <a:pt x="197" y="1"/>
                  </a:moveTo>
                  <a:cubicBezTo>
                    <a:pt x="130" y="1"/>
                    <a:pt x="1" y="63"/>
                    <a:pt x="1" y="130"/>
                  </a:cubicBezTo>
                  <a:lnTo>
                    <a:pt x="1" y="2063"/>
                  </a:lnTo>
                  <a:cubicBezTo>
                    <a:pt x="1" y="2125"/>
                    <a:pt x="130" y="2254"/>
                    <a:pt x="197" y="2254"/>
                  </a:cubicBezTo>
                  <a:lnTo>
                    <a:pt x="13536" y="2254"/>
                  </a:lnTo>
                  <a:cubicBezTo>
                    <a:pt x="13665" y="2254"/>
                    <a:pt x="13732" y="2125"/>
                    <a:pt x="13732" y="2063"/>
                  </a:cubicBezTo>
                  <a:lnTo>
                    <a:pt x="13732" y="130"/>
                  </a:lnTo>
                  <a:cubicBezTo>
                    <a:pt x="13732" y="63"/>
                    <a:pt x="13665" y="1"/>
                    <a:pt x="135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7" name="Google Shape;2207;p47"/>
          <p:cNvGrpSpPr/>
          <p:nvPr/>
        </p:nvGrpSpPr>
        <p:grpSpPr>
          <a:xfrm>
            <a:off x="6838284" y="3929671"/>
            <a:ext cx="340701" cy="419456"/>
            <a:chOff x="6983350" y="3997300"/>
            <a:chExt cx="362525" cy="446325"/>
          </a:xfrm>
        </p:grpSpPr>
        <p:sp>
          <p:nvSpPr>
            <p:cNvPr id="2208" name="Google Shape;2208;p47"/>
            <p:cNvSpPr/>
            <p:nvPr/>
          </p:nvSpPr>
          <p:spPr>
            <a:xfrm>
              <a:off x="6983350" y="4079825"/>
              <a:ext cx="362525" cy="363800"/>
            </a:xfrm>
            <a:custGeom>
              <a:avLst/>
              <a:gdLst/>
              <a:ahLst/>
              <a:cxnLst/>
              <a:rect l="l" t="t" r="r" b="b"/>
              <a:pathLst>
                <a:path w="14501" h="14552" extrusionOk="0">
                  <a:moveTo>
                    <a:pt x="9473" y="0"/>
                  </a:moveTo>
                  <a:lnTo>
                    <a:pt x="63" y="9540"/>
                  </a:lnTo>
                  <a:cubicBezTo>
                    <a:pt x="1" y="9607"/>
                    <a:pt x="1" y="9735"/>
                    <a:pt x="63" y="9797"/>
                  </a:cubicBezTo>
                  <a:lnTo>
                    <a:pt x="4832" y="14505"/>
                  </a:lnTo>
                  <a:cubicBezTo>
                    <a:pt x="4866" y="14536"/>
                    <a:pt x="4915" y="14551"/>
                    <a:pt x="4963" y="14551"/>
                  </a:cubicBezTo>
                  <a:cubicBezTo>
                    <a:pt x="5011" y="14551"/>
                    <a:pt x="5059" y="14536"/>
                    <a:pt x="5090" y="14505"/>
                  </a:cubicBezTo>
                  <a:cubicBezTo>
                    <a:pt x="10700" y="11025"/>
                    <a:pt x="13923" y="5930"/>
                    <a:pt x="14438" y="5095"/>
                  </a:cubicBezTo>
                  <a:cubicBezTo>
                    <a:pt x="14500" y="5028"/>
                    <a:pt x="14438" y="4899"/>
                    <a:pt x="14371" y="4837"/>
                  </a:cubicBezTo>
                  <a:lnTo>
                    <a:pt x="947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47"/>
            <p:cNvSpPr/>
            <p:nvPr/>
          </p:nvSpPr>
          <p:spPr>
            <a:xfrm>
              <a:off x="7092925" y="4186175"/>
              <a:ext cx="252950" cy="257450"/>
            </a:xfrm>
            <a:custGeom>
              <a:avLst/>
              <a:gdLst/>
              <a:ahLst/>
              <a:cxnLst/>
              <a:rect l="l" t="t" r="r" b="b"/>
              <a:pathLst>
                <a:path w="10118" h="10298" extrusionOk="0">
                  <a:moveTo>
                    <a:pt x="9411" y="0"/>
                  </a:moveTo>
                  <a:cubicBezTo>
                    <a:pt x="8312" y="1676"/>
                    <a:pt x="5672" y="5224"/>
                    <a:pt x="1" y="9797"/>
                  </a:cubicBezTo>
                  <a:lnTo>
                    <a:pt x="449" y="10251"/>
                  </a:lnTo>
                  <a:cubicBezTo>
                    <a:pt x="483" y="10282"/>
                    <a:pt x="532" y="10297"/>
                    <a:pt x="580" y="10297"/>
                  </a:cubicBezTo>
                  <a:cubicBezTo>
                    <a:pt x="628" y="10297"/>
                    <a:pt x="676" y="10282"/>
                    <a:pt x="707" y="10251"/>
                  </a:cubicBezTo>
                  <a:cubicBezTo>
                    <a:pt x="6317" y="6771"/>
                    <a:pt x="9540" y="1676"/>
                    <a:pt x="10055" y="841"/>
                  </a:cubicBezTo>
                  <a:cubicBezTo>
                    <a:pt x="10117" y="774"/>
                    <a:pt x="10055" y="645"/>
                    <a:pt x="9988" y="583"/>
                  </a:cubicBezTo>
                  <a:lnTo>
                    <a:pt x="94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47"/>
            <p:cNvSpPr/>
            <p:nvPr/>
          </p:nvSpPr>
          <p:spPr>
            <a:xfrm>
              <a:off x="7220150" y="3997300"/>
              <a:ext cx="125725" cy="122900"/>
            </a:xfrm>
            <a:custGeom>
              <a:avLst/>
              <a:gdLst/>
              <a:ahLst/>
              <a:cxnLst/>
              <a:rect l="l" t="t" r="r" b="b"/>
              <a:pathLst>
                <a:path w="5029" h="4916" extrusionOk="0">
                  <a:moveTo>
                    <a:pt x="3773" y="0"/>
                  </a:moveTo>
                  <a:cubicBezTo>
                    <a:pt x="3483" y="0"/>
                    <a:pt x="3193" y="112"/>
                    <a:pt x="2966" y="337"/>
                  </a:cubicBezTo>
                  <a:lnTo>
                    <a:pt x="1" y="3301"/>
                  </a:lnTo>
                  <a:lnTo>
                    <a:pt x="1677" y="4915"/>
                  </a:lnTo>
                  <a:lnTo>
                    <a:pt x="4580" y="1951"/>
                  </a:lnTo>
                  <a:cubicBezTo>
                    <a:pt x="5028" y="1497"/>
                    <a:pt x="5028" y="790"/>
                    <a:pt x="4580" y="337"/>
                  </a:cubicBezTo>
                  <a:cubicBezTo>
                    <a:pt x="4353" y="112"/>
                    <a:pt x="4063" y="0"/>
                    <a:pt x="37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47"/>
            <p:cNvSpPr/>
            <p:nvPr/>
          </p:nvSpPr>
          <p:spPr>
            <a:xfrm>
              <a:off x="7036475" y="4303875"/>
              <a:ext cx="35475" cy="35475"/>
            </a:xfrm>
            <a:custGeom>
              <a:avLst/>
              <a:gdLst/>
              <a:ahLst/>
              <a:cxnLst/>
              <a:rect l="l" t="t" r="r" b="b"/>
              <a:pathLst>
                <a:path w="1419" h="1419" extrusionOk="0">
                  <a:moveTo>
                    <a:pt x="712" y="0"/>
                  </a:moveTo>
                  <a:cubicBezTo>
                    <a:pt x="325" y="0"/>
                    <a:pt x="0" y="320"/>
                    <a:pt x="0" y="706"/>
                  </a:cubicBezTo>
                  <a:cubicBezTo>
                    <a:pt x="0" y="1093"/>
                    <a:pt x="325" y="1418"/>
                    <a:pt x="712" y="1418"/>
                  </a:cubicBezTo>
                  <a:cubicBezTo>
                    <a:pt x="1160" y="1418"/>
                    <a:pt x="1418" y="1093"/>
                    <a:pt x="1418" y="706"/>
                  </a:cubicBezTo>
                  <a:cubicBezTo>
                    <a:pt x="1418" y="320"/>
                    <a:pt x="1160" y="0"/>
                    <a:pt x="7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47"/>
            <p:cNvSpPr/>
            <p:nvPr/>
          </p:nvSpPr>
          <p:spPr>
            <a:xfrm>
              <a:off x="7049450" y="4331200"/>
              <a:ext cx="196525" cy="112425"/>
            </a:xfrm>
            <a:custGeom>
              <a:avLst/>
              <a:gdLst/>
              <a:ahLst/>
              <a:cxnLst/>
              <a:rect l="l" t="t" r="r" b="b"/>
              <a:pathLst>
                <a:path w="7861" h="4497" extrusionOk="0">
                  <a:moveTo>
                    <a:pt x="7860" y="0"/>
                  </a:moveTo>
                  <a:cubicBezTo>
                    <a:pt x="6097" y="1092"/>
                    <a:pt x="4089" y="1282"/>
                    <a:pt x="2903" y="1282"/>
                  </a:cubicBezTo>
                  <a:cubicBezTo>
                    <a:pt x="2268" y="1282"/>
                    <a:pt x="1868" y="1227"/>
                    <a:pt x="1868" y="1227"/>
                  </a:cubicBezTo>
                  <a:cubicBezTo>
                    <a:pt x="1816" y="1225"/>
                    <a:pt x="1765" y="1225"/>
                    <a:pt x="1715" y="1225"/>
                  </a:cubicBezTo>
                  <a:cubicBezTo>
                    <a:pt x="0" y="1225"/>
                    <a:pt x="64" y="2320"/>
                    <a:pt x="64" y="2320"/>
                  </a:cubicBezTo>
                  <a:lnTo>
                    <a:pt x="2188" y="4450"/>
                  </a:lnTo>
                  <a:cubicBezTo>
                    <a:pt x="2222" y="4481"/>
                    <a:pt x="2271" y="4496"/>
                    <a:pt x="2319" y="4496"/>
                  </a:cubicBezTo>
                  <a:cubicBezTo>
                    <a:pt x="2367" y="4496"/>
                    <a:pt x="2415" y="4481"/>
                    <a:pt x="2446" y="4450"/>
                  </a:cubicBezTo>
                  <a:cubicBezTo>
                    <a:pt x="4637" y="3094"/>
                    <a:pt x="6442" y="1547"/>
                    <a:pt x="7860" y="0"/>
                  </a:cubicBezTo>
                  <a:close/>
                </a:path>
              </a:pathLst>
            </a:custGeom>
            <a:solidFill>
              <a:srgbClr val="EE7B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47"/>
            <p:cNvSpPr/>
            <p:nvPr/>
          </p:nvSpPr>
          <p:spPr>
            <a:xfrm>
              <a:off x="7049450" y="4331200"/>
              <a:ext cx="196525" cy="112425"/>
            </a:xfrm>
            <a:custGeom>
              <a:avLst/>
              <a:gdLst/>
              <a:ahLst/>
              <a:cxnLst/>
              <a:rect l="l" t="t" r="r" b="b"/>
              <a:pathLst>
                <a:path w="7861" h="4497" extrusionOk="0">
                  <a:moveTo>
                    <a:pt x="7860" y="0"/>
                  </a:moveTo>
                  <a:cubicBezTo>
                    <a:pt x="6097" y="1092"/>
                    <a:pt x="4089" y="1282"/>
                    <a:pt x="2903" y="1282"/>
                  </a:cubicBezTo>
                  <a:cubicBezTo>
                    <a:pt x="2268" y="1282"/>
                    <a:pt x="1868" y="1227"/>
                    <a:pt x="1868" y="1227"/>
                  </a:cubicBezTo>
                  <a:cubicBezTo>
                    <a:pt x="1816" y="1225"/>
                    <a:pt x="1765" y="1225"/>
                    <a:pt x="1715" y="1225"/>
                  </a:cubicBezTo>
                  <a:cubicBezTo>
                    <a:pt x="0" y="1225"/>
                    <a:pt x="64" y="2320"/>
                    <a:pt x="64" y="2320"/>
                  </a:cubicBezTo>
                  <a:lnTo>
                    <a:pt x="2188" y="4450"/>
                  </a:lnTo>
                  <a:cubicBezTo>
                    <a:pt x="2222" y="4481"/>
                    <a:pt x="2271" y="4496"/>
                    <a:pt x="2319" y="4496"/>
                  </a:cubicBezTo>
                  <a:cubicBezTo>
                    <a:pt x="2367" y="4496"/>
                    <a:pt x="2415" y="4481"/>
                    <a:pt x="2446" y="4450"/>
                  </a:cubicBezTo>
                  <a:cubicBezTo>
                    <a:pt x="4637" y="3094"/>
                    <a:pt x="6442" y="1547"/>
                    <a:pt x="78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4" name="Google Shape;2214;p47"/>
          <p:cNvGrpSpPr/>
          <p:nvPr/>
        </p:nvGrpSpPr>
        <p:grpSpPr>
          <a:xfrm>
            <a:off x="7551474" y="3930047"/>
            <a:ext cx="336213" cy="419433"/>
            <a:chOff x="7742225" y="3997700"/>
            <a:chExt cx="357750" cy="446300"/>
          </a:xfrm>
        </p:grpSpPr>
        <p:sp>
          <p:nvSpPr>
            <p:cNvPr id="2215" name="Google Shape;2215;p47"/>
            <p:cNvSpPr/>
            <p:nvPr/>
          </p:nvSpPr>
          <p:spPr>
            <a:xfrm>
              <a:off x="7742225" y="3997700"/>
              <a:ext cx="357750" cy="446300"/>
            </a:xfrm>
            <a:custGeom>
              <a:avLst/>
              <a:gdLst/>
              <a:ahLst/>
              <a:cxnLst/>
              <a:rect l="l" t="t" r="r" b="b"/>
              <a:pathLst>
                <a:path w="14310" h="17852" extrusionOk="0">
                  <a:moveTo>
                    <a:pt x="4384" y="1"/>
                  </a:moveTo>
                  <a:cubicBezTo>
                    <a:pt x="4322" y="1"/>
                    <a:pt x="4255" y="63"/>
                    <a:pt x="4255" y="130"/>
                  </a:cubicBezTo>
                  <a:lnTo>
                    <a:pt x="4255" y="1677"/>
                  </a:lnTo>
                  <a:cubicBezTo>
                    <a:pt x="4255" y="1739"/>
                    <a:pt x="4322" y="1867"/>
                    <a:pt x="4384" y="1867"/>
                  </a:cubicBezTo>
                  <a:lnTo>
                    <a:pt x="4837" y="1867"/>
                  </a:lnTo>
                  <a:lnTo>
                    <a:pt x="4837" y="3930"/>
                  </a:lnTo>
                  <a:cubicBezTo>
                    <a:pt x="2001" y="4899"/>
                    <a:pt x="1" y="7606"/>
                    <a:pt x="1" y="10700"/>
                  </a:cubicBezTo>
                  <a:cubicBezTo>
                    <a:pt x="1" y="14629"/>
                    <a:pt x="3223" y="17852"/>
                    <a:pt x="7158" y="17852"/>
                  </a:cubicBezTo>
                  <a:cubicBezTo>
                    <a:pt x="11087" y="17852"/>
                    <a:pt x="14309" y="14629"/>
                    <a:pt x="14309" y="10700"/>
                  </a:cubicBezTo>
                  <a:cubicBezTo>
                    <a:pt x="14309" y="7606"/>
                    <a:pt x="12247" y="4899"/>
                    <a:pt x="9478" y="3930"/>
                  </a:cubicBezTo>
                  <a:lnTo>
                    <a:pt x="9478" y="1867"/>
                  </a:lnTo>
                  <a:lnTo>
                    <a:pt x="9926" y="1867"/>
                  </a:lnTo>
                  <a:cubicBezTo>
                    <a:pt x="9994" y="1867"/>
                    <a:pt x="10055" y="1739"/>
                    <a:pt x="10055" y="1677"/>
                  </a:cubicBezTo>
                  <a:lnTo>
                    <a:pt x="10055" y="130"/>
                  </a:lnTo>
                  <a:cubicBezTo>
                    <a:pt x="10055" y="63"/>
                    <a:pt x="9994" y="1"/>
                    <a:pt x="99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47"/>
            <p:cNvSpPr/>
            <p:nvPr/>
          </p:nvSpPr>
          <p:spPr>
            <a:xfrm>
              <a:off x="7742225" y="4258750"/>
              <a:ext cx="357750" cy="185250"/>
            </a:xfrm>
            <a:custGeom>
              <a:avLst/>
              <a:gdLst/>
              <a:ahLst/>
              <a:cxnLst/>
              <a:rect l="l" t="t" r="r" b="b"/>
              <a:pathLst>
                <a:path w="14310" h="7410" extrusionOk="0">
                  <a:moveTo>
                    <a:pt x="14309" y="0"/>
                  </a:moveTo>
                  <a:cubicBezTo>
                    <a:pt x="14010" y="367"/>
                    <a:pt x="12720" y="474"/>
                    <a:pt x="11332" y="474"/>
                  </a:cubicBezTo>
                  <a:cubicBezTo>
                    <a:pt x="10045" y="474"/>
                    <a:pt x="8675" y="382"/>
                    <a:pt x="7931" y="320"/>
                  </a:cubicBezTo>
                  <a:cubicBezTo>
                    <a:pt x="7477" y="258"/>
                    <a:pt x="7029" y="258"/>
                    <a:pt x="6575" y="258"/>
                  </a:cubicBezTo>
                  <a:cubicBezTo>
                    <a:pt x="6333" y="255"/>
                    <a:pt x="6099" y="253"/>
                    <a:pt x="5872" y="253"/>
                  </a:cubicBezTo>
                  <a:cubicBezTo>
                    <a:pt x="1515" y="253"/>
                    <a:pt x="1" y="836"/>
                    <a:pt x="1" y="836"/>
                  </a:cubicBezTo>
                  <a:cubicBezTo>
                    <a:pt x="326" y="4512"/>
                    <a:pt x="3419" y="7410"/>
                    <a:pt x="7158" y="7410"/>
                  </a:cubicBezTo>
                  <a:cubicBezTo>
                    <a:pt x="11087" y="7410"/>
                    <a:pt x="14309" y="4187"/>
                    <a:pt x="14309" y="258"/>
                  </a:cubicBezTo>
                  <a:lnTo>
                    <a:pt x="143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47"/>
            <p:cNvSpPr/>
            <p:nvPr/>
          </p:nvSpPr>
          <p:spPr>
            <a:xfrm>
              <a:off x="7953375" y="4307075"/>
              <a:ext cx="51600" cy="53150"/>
            </a:xfrm>
            <a:custGeom>
              <a:avLst/>
              <a:gdLst/>
              <a:ahLst/>
              <a:cxnLst/>
              <a:rect l="l" t="t" r="r" b="b"/>
              <a:pathLst>
                <a:path w="2064" h="2126" extrusionOk="0">
                  <a:moveTo>
                    <a:pt x="1032" y="1"/>
                  </a:moveTo>
                  <a:cubicBezTo>
                    <a:pt x="449" y="1"/>
                    <a:pt x="1" y="450"/>
                    <a:pt x="1" y="1032"/>
                  </a:cubicBezTo>
                  <a:cubicBezTo>
                    <a:pt x="1" y="1610"/>
                    <a:pt x="449" y="2125"/>
                    <a:pt x="1032" y="2125"/>
                  </a:cubicBezTo>
                  <a:cubicBezTo>
                    <a:pt x="1609" y="2125"/>
                    <a:pt x="2063" y="1610"/>
                    <a:pt x="2063" y="1032"/>
                  </a:cubicBezTo>
                  <a:cubicBezTo>
                    <a:pt x="2063" y="450"/>
                    <a:pt x="1609" y="1"/>
                    <a:pt x="10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47"/>
            <p:cNvSpPr/>
            <p:nvPr/>
          </p:nvSpPr>
          <p:spPr>
            <a:xfrm>
              <a:off x="7867925" y="4334425"/>
              <a:ext cx="35450" cy="33925"/>
            </a:xfrm>
            <a:custGeom>
              <a:avLst/>
              <a:gdLst/>
              <a:ahLst/>
              <a:cxnLst/>
              <a:rect l="l" t="t" r="r" b="b"/>
              <a:pathLst>
                <a:path w="1418" h="1357" extrusionOk="0">
                  <a:moveTo>
                    <a:pt x="712" y="0"/>
                  </a:moveTo>
                  <a:cubicBezTo>
                    <a:pt x="325" y="0"/>
                    <a:pt x="0" y="258"/>
                    <a:pt x="0" y="645"/>
                  </a:cubicBezTo>
                  <a:cubicBezTo>
                    <a:pt x="0" y="1031"/>
                    <a:pt x="325" y="1356"/>
                    <a:pt x="712" y="1356"/>
                  </a:cubicBezTo>
                  <a:cubicBezTo>
                    <a:pt x="1098" y="1356"/>
                    <a:pt x="1418" y="1031"/>
                    <a:pt x="1418" y="645"/>
                  </a:cubicBezTo>
                  <a:cubicBezTo>
                    <a:pt x="1418" y="258"/>
                    <a:pt x="1098" y="0"/>
                    <a:pt x="7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9" name="Google Shape;2219;p47"/>
          <p:cNvGrpSpPr/>
          <p:nvPr/>
        </p:nvGrpSpPr>
        <p:grpSpPr>
          <a:xfrm>
            <a:off x="6149199" y="2038605"/>
            <a:ext cx="324090" cy="421007"/>
            <a:chOff x="6250125" y="1985100"/>
            <a:chExt cx="344850" cy="447975"/>
          </a:xfrm>
        </p:grpSpPr>
        <p:sp>
          <p:nvSpPr>
            <p:cNvPr id="2220" name="Google Shape;2220;p47"/>
            <p:cNvSpPr/>
            <p:nvPr/>
          </p:nvSpPr>
          <p:spPr>
            <a:xfrm>
              <a:off x="6251800" y="2001200"/>
              <a:ext cx="122500" cy="161150"/>
            </a:xfrm>
            <a:custGeom>
              <a:avLst/>
              <a:gdLst/>
              <a:ahLst/>
              <a:cxnLst/>
              <a:rect l="l" t="t" r="r" b="b"/>
              <a:pathLst>
                <a:path w="4900" h="6446" extrusionOk="0">
                  <a:moveTo>
                    <a:pt x="4513" y="1"/>
                  </a:moveTo>
                  <a:cubicBezTo>
                    <a:pt x="2192" y="774"/>
                    <a:pt x="1094" y="2388"/>
                    <a:pt x="578" y="3677"/>
                  </a:cubicBezTo>
                  <a:cubicBezTo>
                    <a:pt x="1" y="4966"/>
                    <a:pt x="1" y="6126"/>
                    <a:pt x="1" y="6188"/>
                  </a:cubicBezTo>
                  <a:cubicBezTo>
                    <a:pt x="1" y="6317"/>
                    <a:pt x="130" y="6446"/>
                    <a:pt x="259" y="6446"/>
                  </a:cubicBezTo>
                  <a:cubicBezTo>
                    <a:pt x="388" y="6446"/>
                    <a:pt x="517" y="6384"/>
                    <a:pt x="517" y="6188"/>
                  </a:cubicBezTo>
                  <a:cubicBezTo>
                    <a:pt x="517" y="6188"/>
                    <a:pt x="578" y="5095"/>
                    <a:pt x="1094" y="3868"/>
                  </a:cubicBezTo>
                  <a:cubicBezTo>
                    <a:pt x="1739" y="2192"/>
                    <a:pt x="2966" y="1032"/>
                    <a:pt x="4642" y="516"/>
                  </a:cubicBezTo>
                  <a:cubicBezTo>
                    <a:pt x="4832" y="454"/>
                    <a:pt x="4899" y="326"/>
                    <a:pt x="4832" y="197"/>
                  </a:cubicBezTo>
                  <a:cubicBezTo>
                    <a:pt x="4770" y="68"/>
                    <a:pt x="4642" y="1"/>
                    <a:pt x="45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47"/>
            <p:cNvSpPr/>
            <p:nvPr/>
          </p:nvSpPr>
          <p:spPr>
            <a:xfrm>
              <a:off x="6470950" y="2001200"/>
              <a:ext cx="122500" cy="161150"/>
            </a:xfrm>
            <a:custGeom>
              <a:avLst/>
              <a:gdLst/>
              <a:ahLst/>
              <a:cxnLst/>
              <a:rect l="l" t="t" r="r" b="b"/>
              <a:pathLst>
                <a:path w="4900" h="6446" extrusionOk="0">
                  <a:moveTo>
                    <a:pt x="387" y="1"/>
                  </a:moveTo>
                  <a:cubicBezTo>
                    <a:pt x="258" y="1"/>
                    <a:pt x="129" y="68"/>
                    <a:pt x="62" y="197"/>
                  </a:cubicBezTo>
                  <a:cubicBezTo>
                    <a:pt x="1" y="326"/>
                    <a:pt x="129" y="454"/>
                    <a:pt x="258" y="516"/>
                  </a:cubicBezTo>
                  <a:cubicBezTo>
                    <a:pt x="1934" y="1032"/>
                    <a:pt x="3156" y="2192"/>
                    <a:pt x="3801" y="3806"/>
                  </a:cubicBezTo>
                  <a:cubicBezTo>
                    <a:pt x="4316" y="5095"/>
                    <a:pt x="4383" y="6188"/>
                    <a:pt x="4383" y="6188"/>
                  </a:cubicBezTo>
                  <a:cubicBezTo>
                    <a:pt x="4383" y="6384"/>
                    <a:pt x="4512" y="6446"/>
                    <a:pt x="4641" y="6446"/>
                  </a:cubicBezTo>
                  <a:cubicBezTo>
                    <a:pt x="4770" y="6446"/>
                    <a:pt x="4899" y="6317"/>
                    <a:pt x="4899" y="6188"/>
                  </a:cubicBezTo>
                  <a:cubicBezTo>
                    <a:pt x="4899" y="6126"/>
                    <a:pt x="4899" y="4966"/>
                    <a:pt x="4316" y="3677"/>
                  </a:cubicBezTo>
                  <a:cubicBezTo>
                    <a:pt x="3801" y="2388"/>
                    <a:pt x="2708" y="774"/>
                    <a:pt x="3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47"/>
            <p:cNvSpPr/>
            <p:nvPr/>
          </p:nvSpPr>
          <p:spPr>
            <a:xfrm>
              <a:off x="6366150" y="1985100"/>
              <a:ext cx="112825" cy="38675"/>
            </a:xfrm>
            <a:custGeom>
              <a:avLst/>
              <a:gdLst/>
              <a:ahLst/>
              <a:cxnLst/>
              <a:rect l="l" t="t" r="r" b="b"/>
              <a:pathLst>
                <a:path w="4513" h="1547" extrusionOk="0">
                  <a:moveTo>
                    <a:pt x="196" y="0"/>
                  </a:moveTo>
                  <a:cubicBezTo>
                    <a:pt x="68" y="0"/>
                    <a:pt x="1" y="129"/>
                    <a:pt x="1" y="196"/>
                  </a:cubicBezTo>
                  <a:lnTo>
                    <a:pt x="1" y="1356"/>
                  </a:lnTo>
                  <a:cubicBezTo>
                    <a:pt x="1" y="1485"/>
                    <a:pt x="68" y="1547"/>
                    <a:pt x="196" y="1547"/>
                  </a:cubicBezTo>
                  <a:lnTo>
                    <a:pt x="4321" y="1547"/>
                  </a:lnTo>
                  <a:cubicBezTo>
                    <a:pt x="4450" y="1547"/>
                    <a:pt x="4512" y="1485"/>
                    <a:pt x="4512" y="1356"/>
                  </a:cubicBezTo>
                  <a:lnTo>
                    <a:pt x="4512" y="196"/>
                  </a:lnTo>
                  <a:cubicBezTo>
                    <a:pt x="4512" y="129"/>
                    <a:pt x="4450" y="0"/>
                    <a:pt x="432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47"/>
            <p:cNvSpPr/>
            <p:nvPr/>
          </p:nvSpPr>
          <p:spPr>
            <a:xfrm>
              <a:off x="6250125" y="2155900"/>
              <a:ext cx="344850" cy="277175"/>
            </a:xfrm>
            <a:custGeom>
              <a:avLst/>
              <a:gdLst/>
              <a:ahLst/>
              <a:cxnLst/>
              <a:rect l="l" t="t" r="r" b="b"/>
              <a:pathLst>
                <a:path w="13794" h="11087" extrusionOk="0">
                  <a:moveTo>
                    <a:pt x="130" y="0"/>
                  </a:moveTo>
                  <a:cubicBezTo>
                    <a:pt x="68" y="0"/>
                    <a:pt x="1" y="129"/>
                    <a:pt x="1" y="196"/>
                  </a:cubicBezTo>
                  <a:lnTo>
                    <a:pt x="1" y="2259"/>
                  </a:lnTo>
                  <a:cubicBezTo>
                    <a:pt x="1" y="2320"/>
                    <a:pt x="68" y="2449"/>
                    <a:pt x="130" y="2449"/>
                  </a:cubicBezTo>
                  <a:lnTo>
                    <a:pt x="841" y="2449"/>
                  </a:lnTo>
                  <a:lnTo>
                    <a:pt x="1934" y="10895"/>
                  </a:lnTo>
                  <a:cubicBezTo>
                    <a:pt x="1934" y="11024"/>
                    <a:pt x="2002" y="11086"/>
                    <a:pt x="2130" y="11086"/>
                  </a:cubicBezTo>
                  <a:lnTo>
                    <a:pt x="11670" y="11086"/>
                  </a:lnTo>
                  <a:cubicBezTo>
                    <a:pt x="11798" y="11086"/>
                    <a:pt x="11860" y="11024"/>
                    <a:pt x="11860" y="10895"/>
                  </a:cubicBezTo>
                  <a:lnTo>
                    <a:pt x="13020" y="2449"/>
                  </a:lnTo>
                  <a:lnTo>
                    <a:pt x="13665" y="2449"/>
                  </a:lnTo>
                  <a:cubicBezTo>
                    <a:pt x="13732" y="2449"/>
                    <a:pt x="13794" y="2320"/>
                    <a:pt x="13794" y="2259"/>
                  </a:cubicBezTo>
                  <a:lnTo>
                    <a:pt x="13794" y="196"/>
                  </a:lnTo>
                  <a:cubicBezTo>
                    <a:pt x="13794" y="129"/>
                    <a:pt x="13732" y="0"/>
                    <a:pt x="136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47"/>
            <p:cNvSpPr/>
            <p:nvPr/>
          </p:nvSpPr>
          <p:spPr>
            <a:xfrm>
              <a:off x="6401600" y="2314225"/>
              <a:ext cx="43600" cy="28600"/>
            </a:xfrm>
            <a:custGeom>
              <a:avLst/>
              <a:gdLst/>
              <a:ahLst/>
              <a:cxnLst/>
              <a:rect l="l" t="t" r="r" b="b"/>
              <a:pathLst>
                <a:path w="1744" h="1144" extrusionOk="0">
                  <a:moveTo>
                    <a:pt x="864" y="0"/>
                  </a:moveTo>
                  <a:cubicBezTo>
                    <a:pt x="840" y="0"/>
                    <a:pt x="807" y="17"/>
                    <a:pt x="774" y="51"/>
                  </a:cubicBezTo>
                  <a:cubicBezTo>
                    <a:pt x="583" y="180"/>
                    <a:pt x="0" y="757"/>
                    <a:pt x="258" y="1015"/>
                  </a:cubicBezTo>
                  <a:cubicBezTo>
                    <a:pt x="387" y="1082"/>
                    <a:pt x="454" y="1144"/>
                    <a:pt x="583" y="1144"/>
                  </a:cubicBezTo>
                  <a:lnTo>
                    <a:pt x="1161" y="1144"/>
                  </a:lnTo>
                  <a:cubicBezTo>
                    <a:pt x="1228" y="1144"/>
                    <a:pt x="1357" y="1082"/>
                    <a:pt x="1418" y="1015"/>
                  </a:cubicBezTo>
                  <a:cubicBezTo>
                    <a:pt x="1743" y="757"/>
                    <a:pt x="1161" y="180"/>
                    <a:pt x="903" y="51"/>
                  </a:cubicBezTo>
                  <a:cubicBezTo>
                    <a:pt x="903" y="17"/>
                    <a:pt x="887" y="0"/>
                    <a:pt x="8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47"/>
            <p:cNvSpPr/>
            <p:nvPr/>
          </p:nvSpPr>
          <p:spPr>
            <a:xfrm>
              <a:off x="6453175" y="2258275"/>
              <a:ext cx="59700" cy="50775"/>
            </a:xfrm>
            <a:custGeom>
              <a:avLst/>
              <a:gdLst/>
              <a:ahLst/>
              <a:cxnLst/>
              <a:rect l="l" t="t" r="r" b="b"/>
              <a:pathLst>
                <a:path w="2388" h="2031" extrusionOk="0">
                  <a:moveTo>
                    <a:pt x="1162" y="1"/>
                  </a:moveTo>
                  <a:cubicBezTo>
                    <a:pt x="1114" y="1"/>
                    <a:pt x="1065" y="33"/>
                    <a:pt x="1031" y="97"/>
                  </a:cubicBezTo>
                  <a:lnTo>
                    <a:pt x="0" y="1515"/>
                  </a:lnTo>
                  <a:cubicBezTo>
                    <a:pt x="0" y="1577"/>
                    <a:pt x="0" y="1706"/>
                    <a:pt x="67" y="1773"/>
                  </a:cubicBezTo>
                  <a:cubicBezTo>
                    <a:pt x="196" y="1835"/>
                    <a:pt x="516" y="2031"/>
                    <a:pt x="1160" y="2031"/>
                  </a:cubicBezTo>
                  <a:cubicBezTo>
                    <a:pt x="1805" y="2031"/>
                    <a:pt x="2130" y="1835"/>
                    <a:pt x="2258" y="1773"/>
                  </a:cubicBezTo>
                  <a:cubicBezTo>
                    <a:pt x="2320" y="1706"/>
                    <a:pt x="2387" y="1577"/>
                    <a:pt x="2320" y="1515"/>
                  </a:cubicBezTo>
                  <a:lnTo>
                    <a:pt x="1289" y="97"/>
                  </a:lnTo>
                  <a:cubicBezTo>
                    <a:pt x="1258" y="33"/>
                    <a:pt x="1210" y="1"/>
                    <a:pt x="116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47"/>
            <p:cNvSpPr/>
            <p:nvPr/>
          </p:nvSpPr>
          <p:spPr>
            <a:xfrm>
              <a:off x="6337525" y="2351425"/>
              <a:ext cx="171725" cy="46200"/>
            </a:xfrm>
            <a:custGeom>
              <a:avLst/>
              <a:gdLst/>
              <a:ahLst/>
              <a:cxnLst/>
              <a:rect l="l" t="t" r="r" b="b"/>
              <a:pathLst>
                <a:path w="6869" h="1848" extrusionOk="0">
                  <a:moveTo>
                    <a:pt x="156" y="0"/>
                  </a:moveTo>
                  <a:cubicBezTo>
                    <a:pt x="65" y="0"/>
                    <a:pt x="1" y="139"/>
                    <a:pt x="52" y="238"/>
                  </a:cubicBezTo>
                  <a:cubicBezTo>
                    <a:pt x="630" y="1656"/>
                    <a:pt x="3208" y="1847"/>
                    <a:pt x="3404" y="1847"/>
                  </a:cubicBezTo>
                  <a:cubicBezTo>
                    <a:pt x="3595" y="1847"/>
                    <a:pt x="6173" y="1656"/>
                    <a:pt x="6817" y="238"/>
                  </a:cubicBezTo>
                  <a:cubicBezTo>
                    <a:pt x="6869" y="139"/>
                    <a:pt x="6765" y="0"/>
                    <a:pt x="6655" y="0"/>
                  </a:cubicBezTo>
                  <a:cubicBezTo>
                    <a:pt x="6623" y="0"/>
                    <a:pt x="6589" y="13"/>
                    <a:pt x="6560" y="42"/>
                  </a:cubicBezTo>
                  <a:cubicBezTo>
                    <a:pt x="6044" y="300"/>
                    <a:pt x="4951" y="816"/>
                    <a:pt x="3404" y="816"/>
                  </a:cubicBezTo>
                  <a:cubicBezTo>
                    <a:pt x="1919" y="816"/>
                    <a:pt x="826" y="300"/>
                    <a:pt x="243" y="42"/>
                  </a:cubicBezTo>
                  <a:cubicBezTo>
                    <a:pt x="213" y="13"/>
                    <a:pt x="184" y="0"/>
                    <a:pt x="1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47"/>
            <p:cNvSpPr/>
            <p:nvPr/>
          </p:nvSpPr>
          <p:spPr>
            <a:xfrm>
              <a:off x="6250125" y="2155900"/>
              <a:ext cx="344850" cy="61250"/>
            </a:xfrm>
            <a:custGeom>
              <a:avLst/>
              <a:gdLst/>
              <a:ahLst/>
              <a:cxnLst/>
              <a:rect l="l" t="t" r="r" b="b"/>
              <a:pathLst>
                <a:path w="13794" h="2450" extrusionOk="0">
                  <a:moveTo>
                    <a:pt x="130" y="0"/>
                  </a:moveTo>
                  <a:cubicBezTo>
                    <a:pt x="68" y="0"/>
                    <a:pt x="1" y="129"/>
                    <a:pt x="1" y="196"/>
                  </a:cubicBezTo>
                  <a:lnTo>
                    <a:pt x="1" y="2259"/>
                  </a:lnTo>
                  <a:cubicBezTo>
                    <a:pt x="1" y="2320"/>
                    <a:pt x="68" y="2449"/>
                    <a:pt x="130" y="2449"/>
                  </a:cubicBezTo>
                  <a:lnTo>
                    <a:pt x="13665" y="2449"/>
                  </a:lnTo>
                  <a:cubicBezTo>
                    <a:pt x="13732" y="2449"/>
                    <a:pt x="13794" y="2320"/>
                    <a:pt x="13794" y="2259"/>
                  </a:cubicBezTo>
                  <a:lnTo>
                    <a:pt x="13794" y="196"/>
                  </a:lnTo>
                  <a:cubicBezTo>
                    <a:pt x="13794" y="129"/>
                    <a:pt x="13732" y="0"/>
                    <a:pt x="136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47"/>
            <p:cNvSpPr/>
            <p:nvPr/>
          </p:nvSpPr>
          <p:spPr>
            <a:xfrm>
              <a:off x="6335600" y="2258275"/>
              <a:ext cx="59575" cy="50775"/>
            </a:xfrm>
            <a:custGeom>
              <a:avLst/>
              <a:gdLst/>
              <a:ahLst/>
              <a:cxnLst/>
              <a:rect l="l" t="t" r="r" b="b"/>
              <a:pathLst>
                <a:path w="2383" h="2031" extrusionOk="0">
                  <a:moveTo>
                    <a:pt x="1159" y="1"/>
                  </a:moveTo>
                  <a:cubicBezTo>
                    <a:pt x="1110" y="1"/>
                    <a:pt x="1063" y="33"/>
                    <a:pt x="1032" y="97"/>
                  </a:cubicBezTo>
                  <a:lnTo>
                    <a:pt x="0" y="1515"/>
                  </a:lnTo>
                  <a:cubicBezTo>
                    <a:pt x="0" y="1577"/>
                    <a:pt x="0" y="1706"/>
                    <a:pt x="62" y="1773"/>
                  </a:cubicBezTo>
                  <a:cubicBezTo>
                    <a:pt x="191" y="1835"/>
                    <a:pt x="516" y="2031"/>
                    <a:pt x="1161" y="2031"/>
                  </a:cubicBezTo>
                  <a:cubicBezTo>
                    <a:pt x="1805" y="2031"/>
                    <a:pt x="2125" y="1835"/>
                    <a:pt x="2254" y="1773"/>
                  </a:cubicBezTo>
                  <a:cubicBezTo>
                    <a:pt x="2321" y="1706"/>
                    <a:pt x="2383" y="1577"/>
                    <a:pt x="2321" y="1515"/>
                  </a:cubicBezTo>
                  <a:lnTo>
                    <a:pt x="1290" y="97"/>
                  </a:lnTo>
                  <a:cubicBezTo>
                    <a:pt x="1256" y="33"/>
                    <a:pt x="1207" y="1"/>
                    <a:pt x="11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9" name="Google Shape;2229;p47"/>
          <p:cNvGrpSpPr/>
          <p:nvPr/>
        </p:nvGrpSpPr>
        <p:grpSpPr>
          <a:xfrm>
            <a:off x="1986301" y="2683106"/>
            <a:ext cx="354857" cy="408049"/>
            <a:chOff x="1523325" y="238125"/>
            <a:chExt cx="4549450" cy="5231400"/>
          </a:xfrm>
        </p:grpSpPr>
        <p:sp>
          <p:nvSpPr>
            <p:cNvPr id="2230" name="Google Shape;2230;p47"/>
            <p:cNvSpPr/>
            <p:nvPr/>
          </p:nvSpPr>
          <p:spPr>
            <a:xfrm>
              <a:off x="1523325" y="238125"/>
              <a:ext cx="4549450" cy="4549450"/>
            </a:xfrm>
            <a:custGeom>
              <a:avLst/>
              <a:gdLst/>
              <a:ahLst/>
              <a:cxnLst/>
              <a:rect l="l" t="t" r="r" b="b"/>
              <a:pathLst>
                <a:path w="181978" h="181978" extrusionOk="0">
                  <a:moveTo>
                    <a:pt x="91001" y="0"/>
                  </a:moveTo>
                  <a:cubicBezTo>
                    <a:pt x="40758" y="0"/>
                    <a:pt x="0" y="40758"/>
                    <a:pt x="0" y="91001"/>
                  </a:cubicBezTo>
                  <a:cubicBezTo>
                    <a:pt x="0" y="141244"/>
                    <a:pt x="40758" y="181978"/>
                    <a:pt x="91001" y="181978"/>
                  </a:cubicBezTo>
                  <a:cubicBezTo>
                    <a:pt x="141244" y="181978"/>
                    <a:pt x="181977" y="141244"/>
                    <a:pt x="181977" y="91001"/>
                  </a:cubicBezTo>
                  <a:cubicBezTo>
                    <a:pt x="181977" y="40758"/>
                    <a:pt x="141244" y="0"/>
                    <a:pt x="910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47"/>
            <p:cNvSpPr/>
            <p:nvPr/>
          </p:nvSpPr>
          <p:spPr>
            <a:xfrm>
              <a:off x="2258575" y="4290025"/>
              <a:ext cx="3086900" cy="1179500"/>
            </a:xfrm>
            <a:custGeom>
              <a:avLst/>
              <a:gdLst/>
              <a:ahLst/>
              <a:cxnLst/>
              <a:rect l="l" t="t" r="r" b="b"/>
              <a:pathLst>
                <a:path w="123476" h="47180" extrusionOk="0">
                  <a:moveTo>
                    <a:pt x="4902" y="1"/>
                  </a:moveTo>
                  <a:lnTo>
                    <a:pt x="0" y="45023"/>
                  </a:lnTo>
                  <a:cubicBezTo>
                    <a:pt x="0" y="46249"/>
                    <a:pt x="932" y="47180"/>
                    <a:pt x="2157" y="47180"/>
                  </a:cubicBezTo>
                  <a:lnTo>
                    <a:pt x="121319" y="47180"/>
                  </a:lnTo>
                  <a:cubicBezTo>
                    <a:pt x="122544" y="47180"/>
                    <a:pt x="123475" y="46249"/>
                    <a:pt x="123475" y="45023"/>
                  </a:cubicBezTo>
                  <a:lnTo>
                    <a:pt x="1185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47"/>
            <p:cNvSpPr/>
            <p:nvPr/>
          </p:nvSpPr>
          <p:spPr>
            <a:xfrm>
              <a:off x="4571575" y="1477175"/>
              <a:ext cx="490200" cy="741125"/>
            </a:xfrm>
            <a:custGeom>
              <a:avLst/>
              <a:gdLst/>
              <a:ahLst/>
              <a:cxnLst/>
              <a:rect l="l" t="t" r="r" b="b"/>
              <a:pathLst>
                <a:path w="19608" h="29645" extrusionOk="0">
                  <a:moveTo>
                    <a:pt x="9768" y="1"/>
                  </a:moveTo>
                  <a:cubicBezTo>
                    <a:pt x="9424" y="1"/>
                    <a:pt x="9045" y="228"/>
                    <a:pt x="8897" y="681"/>
                  </a:cubicBezTo>
                  <a:cubicBezTo>
                    <a:pt x="7672" y="4970"/>
                    <a:pt x="5221" y="11710"/>
                    <a:pt x="614" y="14161"/>
                  </a:cubicBezTo>
                  <a:cubicBezTo>
                    <a:pt x="1" y="14479"/>
                    <a:pt x="1" y="15386"/>
                    <a:pt x="614" y="15705"/>
                  </a:cubicBezTo>
                  <a:cubicBezTo>
                    <a:pt x="5221" y="18156"/>
                    <a:pt x="7672" y="24896"/>
                    <a:pt x="8897" y="29185"/>
                  </a:cubicBezTo>
                  <a:cubicBezTo>
                    <a:pt x="9045" y="29491"/>
                    <a:pt x="9424" y="29644"/>
                    <a:pt x="9768" y="29644"/>
                  </a:cubicBezTo>
                  <a:cubicBezTo>
                    <a:pt x="10111" y="29644"/>
                    <a:pt x="10417" y="29491"/>
                    <a:pt x="10417" y="29185"/>
                  </a:cubicBezTo>
                  <a:cubicBezTo>
                    <a:pt x="11642" y="24896"/>
                    <a:pt x="14093" y="18156"/>
                    <a:pt x="18995" y="15705"/>
                  </a:cubicBezTo>
                  <a:cubicBezTo>
                    <a:pt x="19608" y="15386"/>
                    <a:pt x="19608" y="14479"/>
                    <a:pt x="18995" y="14161"/>
                  </a:cubicBezTo>
                  <a:cubicBezTo>
                    <a:pt x="14093" y="11710"/>
                    <a:pt x="11642" y="4970"/>
                    <a:pt x="10417" y="681"/>
                  </a:cubicBezTo>
                  <a:cubicBezTo>
                    <a:pt x="10417" y="228"/>
                    <a:pt x="10111" y="1"/>
                    <a:pt x="97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47"/>
            <p:cNvSpPr/>
            <p:nvPr/>
          </p:nvSpPr>
          <p:spPr>
            <a:xfrm>
              <a:off x="5199625" y="2258400"/>
              <a:ext cx="367650" cy="539975"/>
            </a:xfrm>
            <a:custGeom>
              <a:avLst/>
              <a:gdLst/>
              <a:ahLst/>
              <a:cxnLst/>
              <a:rect l="l" t="t" r="r" b="b"/>
              <a:pathLst>
                <a:path w="14706" h="21599" extrusionOk="0">
                  <a:moveTo>
                    <a:pt x="7356" y="1"/>
                  </a:moveTo>
                  <a:cubicBezTo>
                    <a:pt x="6973" y="1"/>
                    <a:pt x="6593" y="227"/>
                    <a:pt x="6446" y="681"/>
                  </a:cubicBezTo>
                  <a:cubicBezTo>
                    <a:pt x="5515" y="3744"/>
                    <a:pt x="3677" y="8352"/>
                    <a:pt x="613" y="10190"/>
                  </a:cubicBezTo>
                  <a:cubicBezTo>
                    <a:pt x="0" y="10484"/>
                    <a:pt x="0" y="11097"/>
                    <a:pt x="613" y="11416"/>
                  </a:cubicBezTo>
                  <a:cubicBezTo>
                    <a:pt x="3995" y="13254"/>
                    <a:pt x="5515" y="17837"/>
                    <a:pt x="6446" y="20900"/>
                  </a:cubicBezTo>
                  <a:cubicBezTo>
                    <a:pt x="6593" y="21366"/>
                    <a:pt x="6973" y="21599"/>
                    <a:pt x="7356" y="21599"/>
                  </a:cubicBezTo>
                  <a:cubicBezTo>
                    <a:pt x="7739" y="21599"/>
                    <a:pt x="8125" y="21366"/>
                    <a:pt x="8284" y="20900"/>
                  </a:cubicBezTo>
                  <a:cubicBezTo>
                    <a:pt x="9191" y="17837"/>
                    <a:pt x="10735" y="13254"/>
                    <a:pt x="14093" y="11416"/>
                  </a:cubicBezTo>
                  <a:cubicBezTo>
                    <a:pt x="14705" y="11097"/>
                    <a:pt x="14705" y="10484"/>
                    <a:pt x="14093" y="10190"/>
                  </a:cubicBezTo>
                  <a:cubicBezTo>
                    <a:pt x="10735" y="8352"/>
                    <a:pt x="9191" y="3744"/>
                    <a:pt x="8284" y="681"/>
                  </a:cubicBezTo>
                  <a:cubicBezTo>
                    <a:pt x="8125" y="227"/>
                    <a:pt x="7739" y="1"/>
                    <a:pt x="73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4" name="Google Shape;2234;p47"/>
          <p:cNvGrpSpPr/>
          <p:nvPr/>
        </p:nvGrpSpPr>
        <p:grpSpPr>
          <a:xfrm>
            <a:off x="4713631" y="2679220"/>
            <a:ext cx="419550" cy="419433"/>
            <a:chOff x="4713631" y="2679220"/>
            <a:chExt cx="419550" cy="419433"/>
          </a:xfrm>
        </p:grpSpPr>
        <p:sp>
          <p:nvSpPr>
            <p:cNvPr id="2235" name="Google Shape;2235;p47"/>
            <p:cNvSpPr/>
            <p:nvPr/>
          </p:nvSpPr>
          <p:spPr>
            <a:xfrm>
              <a:off x="4739428" y="2710962"/>
              <a:ext cx="366499" cy="363092"/>
            </a:xfrm>
            <a:custGeom>
              <a:avLst/>
              <a:gdLst/>
              <a:ahLst/>
              <a:cxnLst/>
              <a:rect l="l" t="t" r="r" b="b"/>
              <a:pathLst>
                <a:path w="15599" h="15454" extrusionOk="0">
                  <a:moveTo>
                    <a:pt x="7926" y="0"/>
                  </a:moveTo>
                  <a:cubicBezTo>
                    <a:pt x="7864" y="0"/>
                    <a:pt x="7797" y="0"/>
                    <a:pt x="7797" y="67"/>
                  </a:cubicBezTo>
                  <a:cubicBezTo>
                    <a:pt x="6059" y="2063"/>
                    <a:pt x="3285" y="2321"/>
                    <a:pt x="2707" y="2321"/>
                  </a:cubicBezTo>
                  <a:cubicBezTo>
                    <a:pt x="2640" y="2321"/>
                    <a:pt x="2579" y="2388"/>
                    <a:pt x="2640" y="2450"/>
                  </a:cubicBezTo>
                  <a:cubicBezTo>
                    <a:pt x="2707" y="4966"/>
                    <a:pt x="516" y="7028"/>
                    <a:pt x="62" y="7477"/>
                  </a:cubicBezTo>
                  <a:cubicBezTo>
                    <a:pt x="0" y="7544"/>
                    <a:pt x="0" y="7606"/>
                    <a:pt x="62" y="7606"/>
                  </a:cubicBezTo>
                  <a:cubicBezTo>
                    <a:pt x="2640" y="9735"/>
                    <a:pt x="2450" y="12375"/>
                    <a:pt x="2321" y="12958"/>
                  </a:cubicBezTo>
                  <a:cubicBezTo>
                    <a:pt x="2321" y="13020"/>
                    <a:pt x="2383" y="13087"/>
                    <a:pt x="2450" y="13087"/>
                  </a:cubicBezTo>
                  <a:cubicBezTo>
                    <a:pt x="5992" y="13087"/>
                    <a:pt x="7410" y="14892"/>
                    <a:pt x="7797" y="15407"/>
                  </a:cubicBezTo>
                  <a:cubicBezTo>
                    <a:pt x="7797" y="15438"/>
                    <a:pt x="7813" y="15454"/>
                    <a:pt x="7838" y="15454"/>
                  </a:cubicBezTo>
                  <a:cubicBezTo>
                    <a:pt x="7862" y="15454"/>
                    <a:pt x="7895" y="15438"/>
                    <a:pt x="7926" y="15407"/>
                  </a:cubicBezTo>
                  <a:cubicBezTo>
                    <a:pt x="9601" y="13407"/>
                    <a:pt x="12633" y="13216"/>
                    <a:pt x="13340" y="13216"/>
                  </a:cubicBezTo>
                  <a:cubicBezTo>
                    <a:pt x="13407" y="13216"/>
                    <a:pt x="13469" y="13149"/>
                    <a:pt x="13407" y="13087"/>
                  </a:cubicBezTo>
                  <a:cubicBezTo>
                    <a:pt x="12824" y="10767"/>
                    <a:pt x="15015" y="8189"/>
                    <a:pt x="15531" y="7673"/>
                  </a:cubicBezTo>
                  <a:cubicBezTo>
                    <a:pt x="15598" y="7606"/>
                    <a:pt x="15531" y="7544"/>
                    <a:pt x="15469" y="7477"/>
                  </a:cubicBezTo>
                  <a:cubicBezTo>
                    <a:pt x="12953" y="6255"/>
                    <a:pt x="13278" y="2903"/>
                    <a:pt x="13407" y="2130"/>
                  </a:cubicBezTo>
                  <a:cubicBezTo>
                    <a:pt x="13407" y="2082"/>
                    <a:pt x="13373" y="2037"/>
                    <a:pt x="13331" y="2037"/>
                  </a:cubicBezTo>
                  <a:cubicBezTo>
                    <a:pt x="13314" y="2037"/>
                    <a:pt x="13296" y="2045"/>
                    <a:pt x="13278" y="2063"/>
                  </a:cubicBezTo>
                  <a:cubicBezTo>
                    <a:pt x="12975" y="2143"/>
                    <a:pt x="12672" y="2178"/>
                    <a:pt x="12373" y="2178"/>
                  </a:cubicBezTo>
                  <a:cubicBezTo>
                    <a:pt x="10254" y="2178"/>
                    <a:pt x="8323" y="398"/>
                    <a:pt x="79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47"/>
            <p:cNvSpPr/>
            <p:nvPr/>
          </p:nvSpPr>
          <p:spPr>
            <a:xfrm>
              <a:off x="4713631" y="2679220"/>
              <a:ext cx="419550" cy="419433"/>
            </a:xfrm>
            <a:custGeom>
              <a:avLst/>
              <a:gdLst/>
              <a:ahLst/>
              <a:cxnLst/>
              <a:rect l="l" t="t" r="r" b="b"/>
              <a:pathLst>
                <a:path w="17857" h="17852" extrusionOk="0">
                  <a:moveTo>
                    <a:pt x="9220" y="1867"/>
                  </a:moveTo>
                  <a:cubicBezTo>
                    <a:pt x="9539" y="2192"/>
                    <a:pt x="9993" y="2512"/>
                    <a:pt x="10570" y="2898"/>
                  </a:cubicBezTo>
                  <a:cubicBezTo>
                    <a:pt x="11564" y="3481"/>
                    <a:pt x="12552" y="3748"/>
                    <a:pt x="13449" y="3748"/>
                  </a:cubicBezTo>
                  <a:cubicBezTo>
                    <a:pt x="13544" y="3748"/>
                    <a:pt x="13638" y="3745"/>
                    <a:pt x="13731" y="3739"/>
                  </a:cubicBezTo>
                  <a:lnTo>
                    <a:pt x="13731" y="3739"/>
                  </a:lnTo>
                  <a:lnTo>
                    <a:pt x="11927" y="5605"/>
                  </a:lnTo>
                  <a:cubicBezTo>
                    <a:pt x="11802" y="5631"/>
                    <a:pt x="11498" y="5704"/>
                    <a:pt x="11123" y="5704"/>
                  </a:cubicBezTo>
                  <a:cubicBezTo>
                    <a:pt x="10520" y="5704"/>
                    <a:pt x="9735" y="5516"/>
                    <a:pt x="9220" y="4641"/>
                  </a:cubicBezTo>
                  <a:lnTo>
                    <a:pt x="9220" y="1867"/>
                  </a:lnTo>
                  <a:close/>
                  <a:moveTo>
                    <a:pt x="8704" y="5219"/>
                  </a:moveTo>
                  <a:lnTo>
                    <a:pt x="8704" y="8312"/>
                  </a:lnTo>
                  <a:lnTo>
                    <a:pt x="6574" y="6188"/>
                  </a:lnTo>
                  <a:cubicBezTo>
                    <a:pt x="7544" y="6121"/>
                    <a:pt x="8250" y="5605"/>
                    <a:pt x="8704" y="5219"/>
                  </a:cubicBezTo>
                  <a:close/>
                  <a:moveTo>
                    <a:pt x="9220" y="5476"/>
                  </a:moveTo>
                  <a:cubicBezTo>
                    <a:pt x="9735" y="5992"/>
                    <a:pt x="10380" y="6188"/>
                    <a:pt x="10828" y="6188"/>
                  </a:cubicBezTo>
                  <a:lnTo>
                    <a:pt x="11282" y="6188"/>
                  </a:lnTo>
                  <a:lnTo>
                    <a:pt x="9220" y="8312"/>
                  </a:lnTo>
                  <a:lnTo>
                    <a:pt x="9220" y="5476"/>
                  </a:lnTo>
                  <a:close/>
                  <a:moveTo>
                    <a:pt x="3934" y="4316"/>
                  </a:moveTo>
                  <a:lnTo>
                    <a:pt x="5672" y="5992"/>
                  </a:lnTo>
                  <a:cubicBezTo>
                    <a:pt x="5543" y="6379"/>
                    <a:pt x="5223" y="7735"/>
                    <a:pt x="4254" y="8637"/>
                  </a:cubicBezTo>
                  <a:lnTo>
                    <a:pt x="1743" y="8637"/>
                  </a:lnTo>
                  <a:cubicBezTo>
                    <a:pt x="2001" y="8379"/>
                    <a:pt x="2320" y="7993"/>
                    <a:pt x="2645" y="7539"/>
                  </a:cubicBezTo>
                  <a:cubicBezTo>
                    <a:pt x="3419" y="6446"/>
                    <a:pt x="3867" y="5348"/>
                    <a:pt x="3934" y="4316"/>
                  </a:cubicBezTo>
                  <a:close/>
                  <a:moveTo>
                    <a:pt x="6059" y="6446"/>
                  </a:moveTo>
                  <a:lnTo>
                    <a:pt x="8317" y="8637"/>
                  </a:lnTo>
                  <a:lnTo>
                    <a:pt x="4966" y="8637"/>
                  </a:lnTo>
                  <a:cubicBezTo>
                    <a:pt x="5610" y="7864"/>
                    <a:pt x="5930" y="6961"/>
                    <a:pt x="6059" y="6446"/>
                  </a:cubicBezTo>
                  <a:close/>
                  <a:moveTo>
                    <a:pt x="11731" y="6508"/>
                  </a:moveTo>
                  <a:cubicBezTo>
                    <a:pt x="11798" y="7477"/>
                    <a:pt x="12442" y="8250"/>
                    <a:pt x="12891" y="8637"/>
                  </a:cubicBezTo>
                  <a:lnTo>
                    <a:pt x="9539" y="8637"/>
                  </a:lnTo>
                  <a:lnTo>
                    <a:pt x="11731" y="6508"/>
                  </a:lnTo>
                  <a:close/>
                  <a:moveTo>
                    <a:pt x="14180" y="4058"/>
                  </a:moveTo>
                  <a:cubicBezTo>
                    <a:pt x="14118" y="4512"/>
                    <a:pt x="14118" y="5028"/>
                    <a:pt x="14247" y="5672"/>
                  </a:cubicBezTo>
                  <a:cubicBezTo>
                    <a:pt x="14376" y="6961"/>
                    <a:pt x="14953" y="7993"/>
                    <a:pt x="15794" y="8637"/>
                  </a:cubicBezTo>
                  <a:lnTo>
                    <a:pt x="13664" y="8637"/>
                  </a:lnTo>
                  <a:cubicBezTo>
                    <a:pt x="13664" y="8637"/>
                    <a:pt x="13602" y="8637"/>
                    <a:pt x="13602" y="8570"/>
                  </a:cubicBezTo>
                  <a:cubicBezTo>
                    <a:pt x="13602" y="8570"/>
                    <a:pt x="11927" y="7410"/>
                    <a:pt x="12313" y="5930"/>
                  </a:cubicBezTo>
                  <a:lnTo>
                    <a:pt x="14180" y="4058"/>
                  </a:lnTo>
                  <a:close/>
                  <a:moveTo>
                    <a:pt x="8317" y="9153"/>
                  </a:moveTo>
                  <a:lnTo>
                    <a:pt x="6188" y="11277"/>
                  </a:lnTo>
                  <a:cubicBezTo>
                    <a:pt x="6059" y="10313"/>
                    <a:pt x="5543" y="9601"/>
                    <a:pt x="5095" y="9153"/>
                  </a:cubicBezTo>
                  <a:close/>
                  <a:moveTo>
                    <a:pt x="12571" y="9153"/>
                  </a:moveTo>
                  <a:cubicBezTo>
                    <a:pt x="12375" y="9540"/>
                    <a:pt x="12184" y="9988"/>
                    <a:pt x="11988" y="10504"/>
                  </a:cubicBezTo>
                  <a:cubicBezTo>
                    <a:pt x="11927" y="10829"/>
                    <a:pt x="11860" y="11148"/>
                    <a:pt x="11798" y="11406"/>
                  </a:cubicBezTo>
                  <a:lnTo>
                    <a:pt x="9539" y="9153"/>
                  </a:lnTo>
                  <a:close/>
                  <a:moveTo>
                    <a:pt x="8704" y="9540"/>
                  </a:moveTo>
                  <a:lnTo>
                    <a:pt x="8704" y="12504"/>
                  </a:lnTo>
                  <a:cubicBezTo>
                    <a:pt x="8059" y="11922"/>
                    <a:pt x="7157" y="11731"/>
                    <a:pt x="6574" y="11664"/>
                  </a:cubicBezTo>
                  <a:lnTo>
                    <a:pt x="8704" y="9540"/>
                  </a:lnTo>
                  <a:close/>
                  <a:moveTo>
                    <a:pt x="9220" y="9540"/>
                  </a:moveTo>
                  <a:lnTo>
                    <a:pt x="11215" y="11602"/>
                  </a:lnTo>
                  <a:cubicBezTo>
                    <a:pt x="10895" y="11664"/>
                    <a:pt x="10442" y="11793"/>
                    <a:pt x="9926" y="12180"/>
                  </a:cubicBezTo>
                  <a:cubicBezTo>
                    <a:pt x="9606" y="12308"/>
                    <a:pt x="9410" y="12504"/>
                    <a:pt x="9220" y="12695"/>
                  </a:cubicBezTo>
                  <a:lnTo>
                    <a:pt x="9220" y="9540"/>
                  </a:lnTo>
                  <a:close/>
                  <a:moveTo>
                    <a:pt x="4254" y="9153"/>
                  </a:moveTo>
                  <a:cubicBezTo>
                    <a:pt x="4579" y="9411"/>
                    <a:pt x="5801" y="10375"/>
                    <a:pt x="5672" y="11793"/>
                  </a:cubicBezTo>
                  <a:lnTo>
                    <a:pt x="3738" y="13726"/>
                  </a:lnTo>
                  <a:cubicBezTo>
                    <a:pt x="3738" y="13407"/>
                    <a:pt x="3738" y="13020"/>
                    <a:pt x="3610" y="12504"/>
                  </a:cubicBezTo>
                  <a:cubicBezTo>
                    <a:pt x="3419" y="11602"/>
                    <a:pt x="2965" y="10313"/>
                    <a:pt x="1805" y="9153"/>
                  </a:cubicBezTo>
                  <a:close/>
                  <a:moveTo>
                    <a:pt x="6059" y="12180"/>
                  </a:moveTo>
                  <a:cubicBezTo>
                    <a:pt x="6445" y="12180"/>
                    <a:pt x="8188" y="12247"/>
                    <a:pt x="8704" y="13340"/>
                  </a:cubicBezTo>
                  <a:lnTo>
                    <a:pt x="8704" y="16114"/>
                  </a:lnTo>
                  <a:cubicBezTo>
                    <a:pt x="8508" y="15918"/>
                    <a:pt x="8250" y="15660"/>
                    <a:pt x="7863" y="15402"/>
                  </a:cubicBezTo>
                  <a:cubicBezTo>
                    <a:pt x="7157" y="14887"/>
                    <a:pt x="5930" y="14309"/>
                    <a:pt x="4063" y="14180"/>
                  </a:cubicBezTo>
                  <a:lnTo>
                    <a:pt x="6059" y="12180"/>
                  </a:lnTo>
                  <a:close/>
                  <a:moveTo>
                    <a:pt x="11441" y="12074"/>
                  </a:moveTo>
                  <a:cubicBezTo>
                    <a:pt x="11592" y="12074"/>
                    <a:pt x="11733" y="12106"/>
                    <a:pt x="11860" y="12180"/>
                  </a:cubicBezTo>
                  <a:lnTo>
                    <a:pt x="13989" y="14309"/>
                  </a:lnTo>
                  <a:cubicBezTo>
                    <a:pt x="13535" y="14371"/>
                    <a:pt x="13020" y="14438"/>
                    <a:pt x="12375" y="14567"/>
                  </a:cubicBezTo>
                  <a:cubicBezTo>
                    <a:pt x="11086" y="14887"/>
                    <a:pt x="9993" y="15469"/>
                    <a:pt x="9220" y="16176"/>
                  </a:cubicBezTo>
                  <a:lnTo>
                    <a:pt x="9220" y="13407"/>
                  </a:lnTo>
                  <a:cubicBezTo>
                    <a:pt x="9651" y="12919"/>
                    <a:pt x="10667" y="12074"/>
                    <a:pt x="11441" y="12074"/>
                  </a:cubicBezTo>
                  <a:close/>
                  <a:moveTo>
                    <a:pt x="8962" y="0"/>
                  </a:moveTo>
                  <a:cubicBezTo>
                    <a:pt x="8766" y="0"/>
                    <a:pt x="8704" y="129"/>
                    <a:pt x="8704" y="258"/>
                  </a:cubicBezTo>
                  <a:lnTo>
                    <a:pt x="8704" y="1222"/>
                  </a:lnTo>
                  <a:cubicBezTo>
                    <a:pt x="8317" y="1676"/>
                    <a:pt x="7802" y="2063"/>
                    <a:pt x="7286" y="2383"/>
                  </a:cubicBezTo>
                  <a:cubicBezTo>
                    <a:pt x="7157" y="2450"/>
                    <a:pt x="7090" y="2640"/>
                    <a:pt x="7219" y="2769"/>
                  </a:cubicBezTo>
                  <a:cubicBezTo>
                    <a:pt x="7266" y="2817"/>
                    <a:pt x="7345" y="2862"/>
                    <a:pt x="7433" y="2862"/>
                  </a:cubicBezTo>
                  <a:cubicBezTo>
                    <a:pt x="7469" y="2862"/>
                    <a:pt x="7506" y="2854"/>
                    <a:pt x="7544" y="2836"/>
                  </a:cubicBezTo>
                  <a:cubicBezTo>
                    <a:pt x="7992" y="2579"/>
                    <a:pt x="8317" y="2321"/>
                    <a:pt x="8704" y="1996"/>
                  </a:cubicBezTo>
                  <a:lnTo>
                    <a:pt x="8704" y="4445"/>
                  </a:lnTo>
                  <a:cubicBezTo>
                    <a:pt x="8584" y="4565"/>
                    <a:pt x="7681" y="5692"/>
                    <a:pt x="6358" y="5692"/>
                  </a:cubicBezTo>
                  <a:cubicBezTo>
                    <a:pt x="6261" y="5692"/>
                    <a:pt x="6161" y="5685"/>
                    <a:pt x="6059" y="5672"/>
                  </a:cubicBezTo>
                  <a:lnTo>
                    <a:pt x="4321" y="3930"/>
                  </a:lnTo>
                  <a:cubicBezTo>
                    <a:pt x="4708" y="3868"/>
                    <a:pt x="5223" y="3739"/>
                    <a:pt x="5868" y="3543"/>
                  </a:cubicBezTo>
                  <a:cubicBezTo>
                    <a:pt x="5997" y="3543"/>
                    <a:pt x="6059" y="3414"/>
                    <a:pt x="6059" y="3223"/>
                  </a:cubicBezTo>
                  <a:cubicBezTo>
                    <a:pt x="6014" y="3129"/>
                    <a:pt x="5933" y="3068"/>
                    <a:pt x="5842" y="3068"/>
                  </a:cubicBezTo>
                  <a:cubicBezTo>
                    <a:pt x="5809" y="3068"/>
                    <a:pt x="5774" y="3076"/>
                    <a:pt x="5739" y="3094"/>
                  </a:cubicBezTo>
                  <a:cubicBezTo>
                    <a:pt x="4837" y="3352"/>
                    <a:pt x="4063" y="3414"/>
                    <a:pt x="3805" y="3414"/>
                  </a:cubicBezTo>
                  <a:lnTo>
                    <a:pt x="2965" y="2579"/>
                  </a:lnTo>
                  <a:cubicBezTo>
                    <a:pt x="2934" y="2545"/>
                    <a:pt x="2870" y="2528"/>
                    <a:pt x="2805" y="2528"/>
                  </a:cubicBezTo>
                  <a:cubicBezTo>
                    <a:pt x="2741" y="2528"/>
                    <a:pt x="2676" y="2545"/>
                    <a:pt x="2645" y="2579"/>
                  </a:cubicBezTo>
                  <a:cubicBezTo>
                    <a:pt x="2516" y="2708"/>
                    <a:pt x="2516" y="2898"/>
                    <a:pt x="2645" y="2965"/>
                  </a:cubicBezTo>
                  <a:lnTo>
                    <a:pt x="3419" y="3801"/>
                  </a:lnTo>
                  <a:cubicBezTo>
                    <a:pt x="3548" y="6250"/>
                    <a:pt x="1356" y="8312"/>
                    <a:pt x="969" y="8637"/>
                  </a:cubicBezTo>
                  <a:lnTo>
                    <a:pt x="258" y="8637"/>
                  </a:lnTo>
                  <a:cubicBezTo>
                    <a:pt x="129" y="8637"/>
                    <a:pt x="0" y="8766"/>
                    <a:pt x="0" y="8895"/>
                  </a:cubicBezTo>
                  <a:cubicBezTo>
                    <a:pt x="0" y="9086"/>
                    <a:pt x="129" y="9153"/>
                    <a:pt x="258" y="9153"/>
                  </a:cubicBezTo>
                  <a:lnTo>
                    <a:pt x="969" y="9153"/>
                  </a:lnTo>
                  <a:cubicBezTo>
                    <a:pt x="2130" y="10117"/>
                    <a:pt x="2836" y="11277"/>
                    <a:pt x="3094" y="12566"/>
                  </a:cubicBezTo>
                  <a:cubicBezTo>
                    <a:pt x="3290" y="13407"/>
                    <a:pt x="3223" y="14113"/>
                    <a:pt x="3161" y="14309"/>
                  </a:cubicBezTo>
                  <a:lnTo>
                    <a:pt x="2645" y="14887"/>
                  </a:lnTo>
                  <a:cubicBezTo>
                    <a:pt x="2516" y="14954"/>
                    <a:pt x="2516" y="15144"/>
                    <a:pt x="2645" y="15211"/>
                  </a:cubicBezTo>
                  <a:cubicBezTo>
                    <a:pt x="2645" y="15273"/>
                    <a:pt x="2774" y="15340"/>
                    <a:pt x="2836" y="15340"/>
                  </a:cubicBezTo>
                  <a:cubicBezTo>
                    <a:pt x="2903" y="15340"/>
                    <a:pt x="2965" y="15273"/>
                    <a:pt x="2965" y="15211"/>
                  </a:cubicBezTo>
                  <a:lnTo>
                    <a:pt x="3548" y="14696"/>
                  </a:lnTo>
                  <a:cubicBezTo>
                    <a:pt x="5543" y="14696"/>
                    <a:pt x="6832" y="15273"/>
                    <a:pt x="7544" y="15856"/>
                  </a:cubicBezTo>
                  <a:cubicBezTo>
                    <a:pt x="8250" y="16305"/>
                    <a:pt x="8575" y="16758"/>
                    <a:pt x="8704" y="16949"/>
                  </a:cubicBezTo>
                  <a:lnTo>
                    <a:pt x="8704" y="17594"/>
                  </a:lnTo>
                  <a:cubicBezTo>
                    <a:pt x="8704" y="17723"/>
                    <a:pt x="8766" y="17851"/>
                    <a:pt x="8962" y="17851"/>
                  </a:cubicBezTo>
                  <a:cubicBezTo>
                    <a:pt x="9091" y="17851"/>
                    <a:pt x="9220" y="17723"/>
                    <a:pt x="9220" y="17594"/>
                  </a:cubicBezTo>
                  <a:lnTo>
                    <a:pt x="9220" y="16949"/>
                  </a:lnTo>
                  <a:cubicBezTo>
                    <a:pt x="10828" y="15016"/>
                    <a:pt x="13860" y="14825"/>
                    <a:pt x="14438" y="14825"/>
                  </a:cubicBezTo>
                  <a:lnTo>
                    <a:pt x="14891" y="15211"/>
                  </a:lnTo>
                  <a:cubicBezTo>
                    <a:pt x="14953" y="15273"/>
                    <a:pt x="15020" y="15340"/>
                    <a:pt x="15082" y="15340"/>
                  </a:cubicBezTo>
                  <a:cubicBezTo>
                    <a:pt x="15149" y="15340"/>
                    <a:pt x="15211" y="15273"/>
                    <a:pt x="15278" y="15211"/>
                  </a:cubicBezTo>
                  <a:cubicBezTo>
                    <a:pt x="15340" y="15144"/>
                    <a:pt x="15340" y="14954"/>
                    <a:pt x="15278" y="14887"/>
                  </a:cubicBezTo>
                  <a:lnTo>
                    <a:pt x="14824" y="14438"/>
                  </a:lnTo>
                  <a:cubicBezTo>
                    <a:pt x="14634" y="13726"/>
                    <a:pt x="14695" y="12953"/>
                    <a:pt x="14953" y="12180"/>
                  </a:cubicBezTo>
                  <a:cubicBezTo>
                    <a:pt x="15020" y="11989"/>
                    <a:pt x="14953" y="11860"/>
                    <a:pt x="14824" y="11793"/>
                  </a:cubicBezTo>
                  <a:cubicBezTo>
                    <a:pt x="14695" y="11793"/>
                    <a:pt x="14505" y="11860"/>
                    <a:pt x="14438" y="11989"/>
                  </a:cubicBezTo>
                  <a:cubicBezTo>
                    <a:pt x="14247" y="12633"/>
                    <a:pt x="14118" y="13211"/>
                    <a:pt x="14180" y="13793"/>
                  </a:cubicBezTo>
                  <a:lnTo>
                    <a:pt x="12313" y="11922"/>
                  </a:lnTo>
                  <a:cubicBezTo>
                    <a:pt x="12375" y="11215"/>
                    <a:pt x="12633" y="9730"/>
                    <a:pt x="13278" y="9153"/>
                  </a:cubicBezTo>
                  <a:lnTo>
                    <a:pt x="16113" y="9153"/>
                  </a:lnTo>
                  <a:cubicBezTo>
                    <a:pt x="15923" y="9473"/>
                    <a:pt x="15598" y="9859"/>
                    <a:pt x="15278" y="10313"/>
                  </a:cubicBezTo>
                  <a:cubicBezTo>
                    <a:pt x="15211" y="10442"/>
                    <a:pt x="15278" y="10633"/>
                    <a:pt x="15407" y="10700"/>
                  </a:cubicBezTo>
                  <a:lnTo>
                    <a:pt x="15536" y="10700"/>
                  </a:lnTo>
                  <a:cubicBezTo>
                    <a:pt x="15598" y="10700"/>
                    <a:pt x="15665" y="10700"/>
                    <a:pt x="15727" y="10633"/>
                  </a:cubicBezTo>
                  <a:cubicBezTo>
                    <a:pt x="16180" y="9926"/>
                    <a:pt x="16629" y="9344"/>
                    <a:pt x="16825" y="9153"/>
                  </a:cubicBezTo>
                  <a:lnTo>
                    <a:pt x="17598" y="9153"/>
                  </a:lnTo>
                  <a:cubicBezTo>
                    <a:pt x="17727" y="9153"/>
                    <a:pt x="17856" y="9086"/>
                    <a:pt x="17856" y="8895"/>
                  </a:cubicBezTo>
                  <a:cubicBezTo>
                    <a:pt x="17856" y="8766"/>
                    <a:pt x="17727" y="8637"/>
                    <a:pt x="17598" y="8637"/>
                  </a:cubicBezTo>
                  <a:lnTo>
                    <a:pt x="16758" y="8637"/>
                  </a:lnTo>
                  <a:cubicBezTo>
                    <a:pt x="15598" y="8122"/>
                    <a:pt x="14953" y="7090"/>
                    <a:pt x="14763" y="5605"/>
                  </a:cubicBezTo>
                  <a:cubicBezTo>
                    <a:pt x="14634" y="4641"/>
                    <a:pt x="14695" y="3739"/>
                    <a:pt x="14763" y="3481"/>
                  </a:cubicBezTo>
                  <a:lnTo>
                    <a:pt x="15278" y="2965"/>
                  </a:lnTo>
                  <a:cubicBezTo>
                    <a:pt x="15340" y="2898"/>
                    <a:pt x="15340" y="2708"/>
                    <a:pt x="15278" y="2579"/>
                  </a:cubicBezTo>
                  <a:cubicBezTo>
                    <a:pt x="15214" y="2545"/>
                    <a:pt x="15149" y="2528"/>
                    <a:pt x="15085" y="2528"/>
                  </a:cubicBezTo>
                  <a:cubicBezTo>
                    <a:pt x="15020" y="2528"/>
                    <a:pt x="14956" y="2545"/>
                    <a:pt x="14891" y="2579"/>
                  </a:cubicBezTo>
                  <a:lnTo>
                    <a:pt x="14376" y="3094"/>
                  </a:lnTo>
                  <a:cubicBezTo>
                    <a:pt x="14058" y="3191"/>
                    <a:pt x="13739" y="3233"/>
                    <a:pt x="13424" y="3233"/>
                  </a:cubicBezTo>
                  <a:cubicBezTo>
                    <a:pt x="11438" y="3233"/>
                    <a:pt x="9607" y="1548"/>
                    <a:pt x="9220" y="1161"/>
                  </a:cubicBezTo>
                  <a:lnTo>
                    <a:pt x="9220" y="258"/>
                  </a:lnTo>
                  <a:cubicBezTo>
                    <a:pt x="9220" y="129"/>
                    <a:pt x="9091" y="0"/>
                    <a:pt x="896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240"/>
        <p:cNvGrpSpPr/>
        <p:nvPr/>
      </p:nvGrpSpPr>
      <p:grpSpPr>
        <a:xfrm>
          <a:off x="0" y="0"/>
          <a:ext cx="0" cy="0"/>
          <a:chOff x="0" y="0"/>
          <a:chExt cx="0" cy="0"/>
        </a:xfrm>
      </p:grpSpPr>
      <p:sp>
        <p:nvSpPr>
          <p:cNvPr id="2241" name="Google Shape;2241;p4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resources</a:t>
            </a:r>
            <a:endParaRPr/>
          </a:p>
        </p:txBody>
      </p:sp>
      <p:sp>
        <p:nvSpPr>
          <p:cNvPr id="2242" name="Google Shape;2242;p48"/>
          <p:cNvSpPr txBox="1">
            <a:spLocks noGrp="1"/>
          </p:cNvSpPr>
          <p:nvPr>
            <p:ph type="body" idx="1"/>
          </p:nvPr>
        </p:nvSpPr>
        <p:spPr>
          <a:xfrm>
            <a:off x="720000" y="1381075"/>
            <a:ext cx="7704000" cy="102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that of this template:</a:t>
            </a:r>
            <a:endParaRPr/>
          </a:p>
          <a:p>
            <a:pPr marL="0" lvl="0" indent="0" algn="l" rtl="0">
              <a:spcBef>
                <a:spcPts val="1000"/>
              </a:spcBef>
              <a:spcAft>
                <a:spcPts val="0"/>
              </a:spcAft>
              <a:buNone/>
            </a:pPr>
            <a:r>
              <a:rPr lang="en" sz="1600">
                <a:latin typeface="Aclonica"/>
                <a:ea typeface="Aclonica"/>
                <a:cs typeface="Aclonica"/>
                <a:sym typeface="Aclonica"/>
              </a:rPr>
              <a:t>Vectors:</a:t>
            </a:r>
            <a:endParaRPr sz="1600">
              <a:latin typeface="Aclonica"/>
              <a:ea typeface="Aclonica"/>
              <a:cs typeface="Aclonica"/>
              <a:sym typeface="Aclonica"/>
            </a:endParaRPr>
          </a:p>
          <a:p>
            <a:pPr marL="457200" lvl="0" indent="-317500" algn="l" rtl="0">
              <a:spcBef>
                <a:spcPts val="0"/>
              </a:spcBef>
              <a:spcAft>
                <a:spcPts val="0"/>
              </a:spcAft>
              <a:buSzPts val="1400"/>
              <a:buFont typeface="Darker Grotesque Medium"/>
              <a:buChar char="●"/>
            </a:pPr>
            <a:r>
              <a:rPr lang="en" u="sng">
                <a:hlinkClick r:id="rId3"/>
              </a:rPr>
              <a:t>Halloween elements collection in flat design</a:t>
            </a:r>
            <a:endParaRPr/>
          </a:p>
        </p:txBody>
      </p:sp>
      <p:grpSp>
        <p:nvGrpSpPr>
          <p:cNvPr id="2243" name="Google Shape;2243;p48"/>
          <p:cNvGrpSpPr/>
          <p:nvPr/>
        </p:nvGrpSpPr>
        <p:grpSpPr>
          <a:xfrm>
            <a:off x="5655170" y="2847768"/>
            <a:ext cx="1137612" cy="1245388"/>
            <a:chOff x="5380661" y="2852428"/>
            <a:chExt cx="1137612" cy="1245388"/>
          </a:xfrm>
        </p:grpSpPr>
        <p:sp>
          <p:nvSpPr>
            <p:cNvPr id="2244" name="Google Shape;2244;p48"/>
            <p:cNvSpPr/>
            <p:nvPr/>
          </p:nvSpPr>
          <p:spPr>
            <a:xfrm>
              <a:off x="5745522" y="2852428"/>
              <a:ext cx="438664" cy="418832"/>
            </a:xfrm>
            <a:custGeom>
              <a:avLst/>
              <a:gdLst/>
              <a:ahLst/>
              <a:cxnLst/>
              <a:rect l="l" t="t" r="r" b="b"/>
              <a:pathLst>
                <a:path w="29065" h="27751" extrusionOk="0">
                  <a:moveTo>
                    <a:pt x="18206" y="1"/>
                  </a:moveTo>
                  <a:cubicBezTo>
                    <a:pt x="13510" y="1"/>
                    <a:pt x="9841" y="3566"/>
                    <a:pt x="10768" y="6911"/>
                  </a:cubicBezTo>
                  <a:cubicBezTo>
                    <a:pt x="12372" y="12181"/>
                    <a:pt x="10649" y="17679"/>
                    <a:pt x="6754" y="19512"/>
                  </a:cubicBezTo>
                  <a:cubicBezTo>
                    <a:pt x="2291" y="20768"/>
                    <a:pt x="0" y="23865"/>
                    <a:pt x="0" y="23865"/>
                  </a:cubicBezTo>
                  <a:cubicBezTo>
                    <a:pt x="431" y="25514"/>
                    <a:pt x="6670" y="27751"/>
                    <a:pt x="14257" y="27751"/>
                  </a:cubicBezTo>
                  <a:cubicBezTo>
                    <a:pt x="18770" y="27751"/>
                    <a:pt x="23761" y="26959"/>
                    <a:pt x="28290" y="24782"/>
                  </a:cubicBezTo>
                  <a:cubicBezTo>
                    <a:pt x="26916" y="21116"/>
                    <a:pt x="18439" y="19741"/>
                    <a:pt x="18329" y="18018"/>
                  </a:cubicBezTo>
                  <a:cubicBezTo>
                    <a:pt x="18329" y="16415"/>
                    <a:pt x="16377" y="9771"/>
                    <a:pt x="15580" y="7140"/>
                  </a:cubicBezTo>
                  <a:cubicBezTo>
                    <a:pt x="15046" y="5093"/>
                    <a:pt x="16096" y="2361"/>
                    <a:pt x="19004" y="2361"/>
                  </a:cubicBezTo>
                  <a:cubicBezTo>
                    <a:pt x="19844" y="2361"/>
                    <a:pt x="20838" y="2588"/>
                    <a:pt x="21995" y="3126"/>
                  </a:cubicBezTo>
                  <a:cubicBezTo>
                    <a:pt x="26331" y="5056"/>
                    <a:pt x="24014" y="8447"/>
                    <a:pt x="22966" y="8447"/>
                  </a:cubicBezTo>
                  <a:cubicBezTo>
                    <a:pt x="22770" y="8447"/>
                    <a:pt x="22618" y="8328"/>
                    <a:pt x="22563" y="8057"/>
                  </a:cubicBezTo>
                  <a:cubicBezTo>
                    <a:pt x="22459" y="7277"/>
                    <a:pt x="21886" y="6734"/>
                    <a:pt x="21332" y="6734"/>
                  </a:cubicBezTo>
                  <a:cubicBezTo>
                    <a:pt x="20662" y="6734"/>
                    <a:pt x="20021" y="7529"/>
                    <a:pt x="20272" y="9661"/>
                  </a:cubicBezTo>
                  <a:cubicBezTo>
                    <a:pt x="20409" y="10615"/>
                    <a:pt x="21014" y="11003"/>
                    <a:pt x="21822" y="11003"/>
                  </a:cubicBezTo>
                  <a:cubicBezTo>
                    <a:pt x="24406" y="11003"/>
                    <a:pt x="29065" y="7028"/>
                    <a:pt x="27145" y="4849"/>
                  </a:cubicBezTo>
                  <a:cubicBezTo>
                    <a:pt x="24324" y="1330"/>
                    <a:pt x="21073" y="1"/>
                    <a:pt x="182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48"/>
            <p:cNvSpPr/>
            <p:nvPr/>
          </p:nvSpPr>
          <p:spPr>
            <a:xfrm>
              <a:off x="5792128" y="2855567"/>
              <a:ext cx="392058" cy="428416"/>
            </a:xfrm>
            <a:custGeom>
              <a:avLst/>
              <a:gdLst/>
              <a:ahLst/>
              <a:cxnLst/>
              <a:rect l="l" t="t" r="r" b="b"/>
              <a:pathLst>
                <a:path w="25977" h="28386" extrusionOk="0">
                  <a:moveTo>
                    <a:pt x="16144" y="0"/>
                  </a:moveTo>
                  <a:cubicBezTo>
                    <a:pt x="11926" y="0"/>
                    <a:pt x="8950" y="3915"/>
                    <a:pt x="9971" y="7271"/>
                  </a:cubicBezTo>
                  <a:cubicBezTo>
                    <a:pt x="11456" y="12660"/>
                    <a:pt x="10659" y="19533"/>
                    <a:pt x="6874" y="21476"/>
                  </a:cubicBezTo>
                  <a:cubicBezTo>
                    <a:pt x="2411" y="22622"/>
                    <a:pt x="1" y="25829"/>
                    <a:pt x="1" y="25829"/>
                  </a:cubicBezTo>
                  <a:cubicBezTo>
                    <a:pt x="420" y="27201"/>
                    <a:pt x="3934" y="28385"/>
                    <a:pt x="8917" y="28385"/>
                  </a:cubicBezTo>
                  <a:cubicBezTo>
                    <a:pt x="13519" y="28385"/>
                    <a:pt x="19373" y="27376"/>
                    <a:pt x="25202" y="24574"/>
                  </a:cubicBezTo>
                  <a:cubicBezTo>
                    <a:pt x="23828" y="20908"/>
                    <a:pt x="15351" y="19533"/>
                    <a:pt x="15241" y="17810"/>
                  </a:cubicBezTo>
                  <a:cubicBezTo>
                    <a:pt x="15241" y="16207"/>
                    <a:pt x="13289" y="9563"/>
                    <a:pt x="12492" y="6932"/>
                  </a:cubicBezTo>
                  <a:cubicBezTo>
                    <a:pt x="11958" y="4885"/>
                    <a:pt x="13008" y="2153"/>
                    <a:pt x="15916" y="2153"/>
                  </a:cubicBezTo>
                  <a:cubicBezTo>
                    <a:pt x="16756" y="2153"/>
                    <a:pt x="17750" y="2380"/>
                    <a:pt x="18907" y="2918"/>
                  </a:cubicBezTo>
                  <a:cubicBezTo>
                    <a:pt x="23243" y="4848"/>
                    <a:pt x="20926" y="8239"/>
                    <a:pt x="19878" y="8239"/>
                  </a:cubicBezTo>
                  <a:cubicBezTo>
                    <a:pt x="19682" y="8239"/>
                    <a:pt x="19530" y="8120"/>
                    <a:pt x="19475" y="7849"/>
                  </a:cubicBezTo>
                  <a:cubicBezTo>
                    <a:pt x="19371" y="7069"/>
                    <a:pt x="18798" y="6526"/>
                    <a:pt x="18244" y="6526"/>
                  </a:cubicBezTo>
                  <a:cubicBezTo>
                    <a:pt x="17574" y="6526"/>
                    <a:pt x="16933" y="7321"/>
                    <a:pt x="17184" y="9453"/>
                  </a:cubicBezTo>
                  <a:cubicBezTo>
                    <a:pt x="17321" y="10407"/>
                    <a:pt x="17926" y="10795"/>
                    <a:pt x="18734" y="10795"/>
                  </a:cubicBezTo>
                  <a:cubicBezTo>
                    <a:pt x="21318" y="10795"/>
                    <a:pt x="25977" y="6820"/>
                    <a:pt x="24057" y="4641"/>
                  </a:cubicBezTo>
                  <a:cubicBezTo>
                    <a:pt x="21356" y="1272"/>
                    <a:pt x="18548" y="0"/>
                    <a:pt x="161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48"/>
            <p:cNvSpPr/>
            <p:nvPr/>
          </p:nvSpPr>
          <p:spPr>
            <a:xfrm>
              <a:off x="5864738" y="3196975"/>
              <a:ext cx="653535" cy="900841"/>
            </a:xfrm>
            <a:custGeom>
              <a:avLst/>
              <a:gdLst/>
              <a:ahLst/>
              <a:cxnLst/>
              <a:rect l="l" t="t" r="r" b="b"/>
              <a:pathLst>
                <a:path w="43302" h="59688" extrusionOk="0">
                  <a:moveTo>
                    <a:pt x="21656" y="1"/>
                  </a:moveTo>
                  <a:cubicBezTo>
                    <a:pt x="9742" y="1"/>
                    <a:pt x="1" y="21078"/>
                    <a:pt x="1" y="37574"/>
                  </a:cubicBezTo>
                  <a:cubicBezTo>
                    <a:pt x="1" y="54070"/>
                    <a:pt x="9742" y="59687"/>
                    <a:pt x="21656" y="59687"/>
                  </a:cubicBezTo>
                  <a:cubicBezTo>
                    <a:pt x="33570" y="59687"/>
                    <a:pt x="43302" y="54070"/>
                    <a:pt x="43302" y="37574"/>
                  </a:cubicBezTo>
                  <a:cubicBezTo>
                    <a:pt x="43302" y="21078"/>
                    <a:pt x="33570" y="1"/>
                    <a:pt x="216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48"/>
            <p:cNvSpPr/>
            <p:nvPr/>
          </p:nvSpPr>
          <p:spPr>
            <a:xfrm>
              <a:off x="5380661" y="3196975"/>
              <a:ext cx="653535" cy="900841"/>
            </a:xfrm>
            <a:custGeom>
              <a:avLst/>
              <a:gdLst/>
              <a:ahLst/>
              <a:cxnLst/>
              <a:rect l="l" t="t" r="r" b="b"/>
              <a:pathLst>
                <a:path w="43302" h="59688" extrusionOk="0">
                  <a:moveTo>
                    <a:pt x="21655" y="1"/>
                  </a:moveTo>
                  <a:cubicBezTo>
                    <a:pt x="9742" y="1"/>
                    <a:pt x="0" y="21078"/>
                    <a:pt x="0" y="37574"/>
                  </a:cubicBezTo>
                  <a:cubicBezTo>
                    <a:pt x="0" y="54070"/>
                    <a:pt x="9742" y="59687"/>
                    <a:pt x="21655" y="59687"/>
                  </a:cubicBezTo>
                  <a:cubicBezTo>
                    <a:pt x="33679" y="59687"/>
                    <a:pt x="43301" y="54070"/>
                    <a:pt x="43301" y="37574"/>
                  </a:cubicBezTo>
                  <a:cubicBezTo>
                    <a:pt x="43301" y="21078"/>
                    <a:pt x="33679" y="1"/>
                    <a:pt x="216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48"/>
            <p:cNvSpPr/>
            <p:nvPr/>
          </p:nvSpPr>
          <p:spPr>
            <a:xfrm>
              <a:off x="5781759" y="3196975"/>
              <a:ext cx="337212" cy="900841"/>
            </a:xfrm>
            <a:custGeom>
              <a:avLst/>
              <a:gdLst/>
              <a:ahLst/>
              <a:cxnLst/>
              <a:rect l="l" t="t" r="r" b="b"/>
              <a:pathLst>
                <a:path w="22343" h="59688" extrusionOk="0">
                  <a:moveTo>
                    <a:pt x="11117" y="1"/>
                  </a:moveTo>
                  <a:cubicBezTo>
                    <a:pt x="4931" y="1"/>
                    <a:pt x="0" y="21078"/>
                    <a:pt x="0" y="37574"/>
                  </a:cubicBezTo>
                  <a:cubicBezTo>
                    <a:pt x="0" y="54070"/>
                    <a:pt x="4931" y="59687"/>
                    <a:pt x="11117" y="59687"/>
                  </a:cubicBezTo>
                  <a:cubicBezTo>
                    <a:pt x="17302" y="59687"/>
                    <a:pt x="22343" y="54070"/>
                    <a:pt x="22343" y="37574"/>
                  </a:cubicBezTo>
                  <a:cubicBezTo>
                    <a:pt x="22343" y="21078"/>
                    <a:pt x="17302" y="1"/>
                    <a:pt x="111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48"/>
            <p:cNvSpPr/>
            <p:nvPr/>
          </p:nvSpPr>
          <p:spPr>
            <a:xfrm>
              <a:off x="5836122" y="3584248"/>
              <a:ext cx="197365" cy="188022"/>
            </a:xfrm>
            <a:custGeom>
              <a:avLst/>
              <a:gdLst/>
              <a:ahLst/>
              <a:cxnLst/>
              <a:rect l="l" t="t" r="r" b="b"/>
              <a:pathLst>
                <a:path w="13077" h="12458" extrusionOk="0">
                  <a:moveTo>
                    <a:pt x="6250" y="0"/>
                  </a:moveTo>
                  <a:cubicBezTo>
                    <a:pt x="5224" y="120"/>
                    <a:pt x="3272" y="807"/>
                    <a:pt x="1668" y="4473"/>
                  </a:cubicBezTo>
                  <a:cubicBezTo>
                    <a:pt x="1" y="8220"/>
                    <a:pt x="95" y="12458"/>
                    <a:pt x="2653" y="12458"/>
                  </a:cubicBezTo>
                  <a:cubicBezTo>
                    <a:pt x="3611" y="12458"/>
                    <a:pt x="4914" y="11864"/>
                    <a:pt x="6598" y="10429"/>
                  </a:cubicBezTo>
                  <a:cubicBezTo>
                    <a:pt x="8250" y="11864"/>
                    <a:pt x="9529" y="12458"/>
                    <a:pt x="10470" y="12458"/>
                  </a:cubicBezTo>
                  <a:cubicBezTo>
                    <a:pt x="12982" y="12458"/>
                    <a:pt x="13077" y="8220"/>
                    <a:pt x="11409" y="4473"/>
                  </a:cubicBezTo>
                  <a:cubicBezTo>
                    <a:pt x="9806" y="807"/>
                    <a:pt x="7854" y="120"/>
                    <a:pt x="68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48"/>
            <p:cNvSpPr/>
            <p:nvPr/>
          </p:nvSpPr>
          <p:spPr>
            <a:xfrm>
              <a:off x="5842491" y="3701819"/>
              <a:ext cx="185306" cy="70603"/>
            </a:xfrm>
            <a:custGeom>
              <a:avLst/>
              <a:gdLst/>
              <a:ahLst/>
              <a:cxnLst/>
              <a:rect l="l" t="t" r="r" b="b"/>
              <a:pathLst>
                <a:path w="12278" h="4678" extrusionOk="0">
                  <a:moveTo>
                    <a:pt x="6176" y="0"/>
                  </a:moveTo>
                  <a:cubicBezTo>
                    <a:pt x="4078" y="1792"/>
                    <a:pt x="2579" y="2650"/>
                    <a:pt x="1606" y="2650"/>
                  </a:cubicBezTo>
                  <a:cubicBezTo>
                    <a:pt x="772" y="2650"/>
                    <a:pt x="325" y="2020"/>
                    <a:pt x="219" y="806"/>
                  </a:cubicBezTo>
                  <a:lnTo>
                    <a:pt x="219" y="806"/>
                  </a:lnTo>
                  <a:cubicBezTo>
                    <a:pt x="0" y="2969"/>
                    <a:pt x="601" y="4677"/>
                    <a:pt x="2218" y="4677"/>
                  </a:cubicBezTo>
                  <a:cubicBezTo>
                    <a:pt x="3171" y="4677"/>
                    <a:pt x="4477" y="4084"/>
                    <a:pt x="6176" y="2639"/>
                  </a:cubicBezTo>
                  <a:cubicBezTo>
                    <a:pt x="7831" y="4084"/>
                    <a:pt x="9109" y="4677"/>
                    <a:pt x="10051" y="4677"/>
                  </a:cubicBezTo>
                  <a:cubicBezTo>
                    <a:pt x="11649" y="4677"/>
                    <a:pt x="12277" y="2969"/>
                    <a:pt x="12133" y="806"/>
                  </a:cubicBezTo>
                  <a:lnTo>
                    <a:pt x="12133" y="806"/>
                  </a:lnTo>
                  <a:cubicBezTo>
                    <a:pt x="12027" y="2020"/>
                    <a:pt x="11580" y="2650"/>
                    <a:pt x="10746" y="2650"/>
                  </a:cubicBezTo>
                  <a:cubicBezTo>
                    <a:pt x="9773" y="2650"/>
                    <a:pt x="8274" y="1792"/>
                    <a:pt x="6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48"/>
            <p:cNvSpPr/>
            <p:nvPr/>
          </p:nvSpPr>
          <p:spPr>
            <a:xfrm>
              <a:off x="6020341" y="3388951"/>
              <a:ext cx="288855" cy="249600"/>
            </a:xfrm>
            <a:custGeom>
              <a:avLst/>
              <a:gdLst/>
              <a:ahLst/>
              <a:cxnLst/>
              <a:rect l="l" t="t" r="r" b="b"/>
              <a:pathLst>
                <a:path w="19139" h="16538" extrusionOk="0">
                  <a:moveTo>
                    <a:pt x="17532" y="1"/>
                  </a:moveTo>
                  <a:lnTo>
                    <a:pt x="17532" y="1"/>
                  </a:lnTo>
                  <a:cubicBezTo>
                    <a:pt x="13952" y="6744"/>
                    <a:pt x="3541" y="7108"/>
                    <a:pt x="1332" y="7108"/>
                  </a:cubicBezTo>
                  <a:cubicBezTo>
                    <a:pt x="1064" y="7108"/>
                    <a:pt x="917" y="7103"/>
                    <a:pt x="917" y="7103"/>
                  </a:cubicBezTo>
                  <a:lnTo>
                    <a:pt x="917" y="7103"/>
                  </a:lnTo>
                  <a:cubicBezTo>
                    <a:pt x="917" y="7103"/>
                    <a:pt x="1" y="13289"/>
                    <a:pt x="6535" y="16038"/>
                  </a:cubicBezTo>
                  <a:cubicBezTo>
                    <a:pt x="7342" y="16378"/>
                    <a:pt x="8145" y="16537"/>
                    <a:pt x="8930" y="16537"/>
                  </a:cubicBezTo>
                  <a:cubicBezTo>
                    <a:pt x="14495" y="16537"/>
                    <a:pt x="19138" y="8529"/>
                    <a:pt x="175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48"/>
            <p:cNvSpPr/>
            <p:nvPr/>
          </p:nvSpPr>
          <p:spPr>
            <a:xfrm>
              <a:off x="6077466" y="3388951"/>
              <a:ext cx="231730" cy="249600"/>
            </a:xfrm>
            <a:custGeom>
              <a:avLst/>
              <a:gdLst/>
              <a:ahLst/>
              <a:cxnLst/>
              <a:rect l="l" t="t" r="r" b="b"/>
              <a:pathLst>
                <a:path w="15354" h="16538" extrusionOk="0">
                  <a:moveTo>
                    <a:pt x="13747" y="1"/>
                  </a:moveTo>
                  <a:lnTo>
                    <a:pt x="13747" y="1"/>
                  </a:lnTo>
                  <a:cubicBezTo>
                    <a:pt x="13289" y="798"/>
                    <a:pt x="12711" y="1604"/>
                    <a:pt x="12024" y="2172"/>
                  </a:cubicBezTo>
                  <a:cubicBezTo>
                    <a:pt x="12024" y="9258"/>
                    <a:pt x="7966" y="15160"/>
                    <a:pt x="3190" y="15160"/>
                  </a:cubicBezTo>
                  <a:cubicBezTo>
                    <a:pt x="2407" y="15160"/>
                    <a:pt x="1605" y="15002"/>
                    <a:pt x="798" y="14663"/>
                  </a:cubicBezTo>
                  <a:cubicBezTo>
                    <a:pt x="459" y="14544"/>
                    <a:pt x="230" y="14434"/>
                    <a:pt x="1" y="14315"/>
                  </a:cubicBezTo>
                  <a:lnTo>
                    <a:pt x="1" y="14315"/>
                  </a:lnTo>
                  <a:cubicBezTo>
                    <a:pt x="688" y="15002"/>
                    <a:pt x="1604" y="15580"/>
                    <a:pt x="2750" y="16038"/>
                  </a:cubicBezTo>
                  <a:cubicBezTo>
                    <a:pt x="3557" y="16378"/>
                    <a:pt x="4360" y="16537"/>
                    <a:pt x="5145" y="16537"/>
                  </a:cubicBezTo>
                  <a:cubicBezTo>
                    <a:pt x="10710" y="16537"/>
                    <a:pt x="15353" y="8529"/>
                    <a:pt x="137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48"/>
            <p:cNvSpPr/>
            <p:nvPr/>
          </p:nvSpPr>
          <p:spPr>
            <a:xfrm>
              <a:off x="5560639" y="3388951"/>
              <a:ext cx="288629" cy="249600"/>
            </a:xfrm>
            <a:custGeom>
              <a:avLst/>
              <a:gdLst/>
              <a:ahLst/>
              <a:cxnLst/>
              <a:rect l="l" t="t" r="r" b="b"/>
              <a:pathLst>
                <a:path w="19124" h="16538" extrusionOk="0">
                  <a:moveTo>
                    <a:pt x="1711" y="1"/>
                  </a:moveTo>
                  <a:cubicBezTo>
                    <a:pt x="1" y="8529"/>
                    <a:pt x="4716" y="16537"/>
                    <a:pt x="10225" y="16537"/>
                  </a:cubicBezTo>
                  <a:cubicBezTo>
                    <a:pt x="11003" y="16537"/>
                    <a:pt x="11796" y="16378"/>
                    <a:pt x="12589" y="16038"/>
                  </a:cubicBezTo>
                  <a:cubicBezTo>
                    <a:pt x="19123" y="13289"/>
                    <a:pt x="18207" y="7103"/>
                    <a:pt x="18207" y="7103"/>
                  </a:cubicBezTo>
                  <a:lnTo>
                    <a:pt x="18207" y="7103"/>
                  </a:lnTo>
                  <a:cubicBezTo>
                    <a:pt x="18207" y="7103"/>
                    <a:pt x="18060" y="7108"/>
                    <a:pt x="17792" y="7108"/>
                  </a:cubicBezTo>
                  <a:cubicBezTo>
                    <a:pt x="15584" y="7108"/>
                    <a:pt x="5185" y="6744"/>
                    <a:pt x="171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48"/>
            <p:cNvSpPr/>
            <p:nvPr/>
          </p:nvSpPr>
          <p:spPr>
            <a:xfrm>
              <a:off x="5560639" y="3388951"/>
              <a:ext cx="231504" cy="249600"/>
            </a:xfrm>
            <a:custGeom>
              <a:avLst/>
              <a:gdLst/>
              <a:ahLst/>
              <a:cxnLst/>
              <a:rect l="l" t="t" r="r" b="b"/>
              <a:pathLst>
                <a:path w="15339" h="16538" extrusionOk="0">
                  <a:moveTo>
                    <a:pt x="1711" y="1"/>
                  </a:moveTo>
                  <a:cubicBezTo>
                    <a:pt x="1" y="8529"/>
                    <a:pt x="4716" y="16537"/>
                    <a:pt x="10225" y="16537"/>
                  </a:cubicBezTo>
                  <a:cubicBezTo>
                    <a:pt x="11003" y="16537"/>
                    <a:pt x="11796" y="16378"/>
                    <a:pt x="12589" y="16038"/>
                  </a:cubicBezTo>
                  <a:cubicBezTo>
                    <a:pt x="13735" y="15580"/>
                    <a:pt x="14651" y="15002"/>
                    <a:pt x="15339" y="14315"/>
                  </a:cubicBezTo>
                  <a:lnTo>
                    <a:pt x="15339" y="14315"/>
                  </a:lnTo>
                  <a:lnTo>
                    <a:pt x="14651" y="14663"/>
                  </a:lnTo>
                  <a:cubicBezTo>
                    <a:pt x="13844" y="15002"/>
                    <a:pt x="13040" y="15160"/>
                    <a:pt x="12253" y="15160"/>
                  </a:cubicBezTo>
                  <a:cubicBezTo>
                    <a:pt x="7455" y="15160"/>
                    <a:pt x="3315" y="9258"/>
                    <a:pt x="3315" y="2172"/>
                  </a:cubicBezTo>
                  <a:cubicBezTo>
                    <a:pt x="2628" y="1604"/>
                    <a:pt x="2170" y="798"/>
                    <a:pt x="17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48"/>
            <p:cNvSpPr/>
            <p:nvPr/>
          </p:nvSpPr>
          <p:spPr>
            <a:xfrm>
              <a:off x="5615787" y="3784797"/>
              <a:ext cx="653535" cy="212517"/>
            </a:xfrm>
            <a:custGeom>
              <a:avLst/>
              <a:gdLst/>
              <a:ahLst/>
              <a:cxnLst/>
              <a:rect l="l" t="t" r="r" b="b"/>
              <a:pathLst>
                <a:path w="43302" h="14081" extrusionOk="0">
                  <a:moveTo>
                    <a:pt x="43301" y="1"/>
                  </a:moveTo>
                  <a:cubicBezTo>
                    <a:pt x="40552" y="1146"/>
                    <a:pt x="37803" y="2062"/>
                    <a:pt x="35173" y="2750"/>
                  </a:cubicBezTo>
                  <a:lnTo>
                    <a:pt x="35970" y="4812"/>
                  </a:lnTo>
                  <a:lnTo>
                    <a:pt x="31846" y="6535"/>
                  </a:lnTo>
                  <a:lnTo>
                    <a:pt x="30820" y="3666"/>
                  </a:lnTo>
                  <a:cubicBezTo>
                    <a:pt x="28409" y="4014"/>
                    <a:pt x="26237" y="4244"/>
                    <a:pt x="24056" y="4354"/>
                  </a:cubicBezTo>
                  <a:lnTo>
                    <a:pt x="24056" y="8826"/>
                  </a:lnTo>
                  <a:lnTo>
                    <a:pt x="17531" y="8477"/>
                  </a:lnTo>
                  <a:lnTo>
                    <a:pt x="17641" y="4244"/>
                  </a:lnTo>
                  <a:cubicBezTo>
                    <a:pt x="15121" y="4124"/>
                    <a:pt x="12830" y="3785"/>
                    <a:pt x="10768" y="3327"/>
                  </a:cubicBezTo>
                  <a:lnTo>
                    <a:pt x="10200" y="5499"/>
                  </a:lnTo>
                  <a:lnTo>
                    <a:pt x="6186" y="4473"/>
                  </a:lnTo>
                  <a:lnTo>
                    <a:pt x="6644" y="2411"/>
                  </a:lnTo>
                  <a:cubicBezTo>
                    <a:pt x="2411" y="1265"/>
                    <a:pt x="1" y="1"/>
                    <a:pt x="0" y="1"/>
                  </a:cubicBezTo>
                  <a:lnTo>
                    <a:pt x="0" y="1"/>
                  </a:lnTo>
                  <a:cubicBezTo>
                    <a:pt x="2520" y="5270"/>
                    <a:pt x="5847" y="8826"/>
                    <a:pt x="9623" y="10998"/>
                  </a:cubicBezTo>
                  <a:lnTo>
                    <a:pt x="11456" y="7909"/>
                  </a:lnTo>
                  <a:lnTo>
                    <a:pt x="15470" y="9165"/>
                  </a:lnTo>
                  <a:lnTo>
                    <a:pt x="14663" y="13289"/>
                  </a:lnTo>
                  <a:cubicBezTo>
                    <a:pt x="16613" y="13822"/>
                    <a:pt x="18622" y="14081"/>
                    <a:pt x="20629" y="14081"/>
                  </a:cubicBezTo>
                  <a:cubicBezTo>
                    <a:pt x="22517" y="14081"/>
                    <a:pt x="24403" y="13852"/>
                    <a:pt x="26237" y="13408"/>
                  </a:cubicBezTo>
                  <a:lnTo>
                    <a:pt x="25889" y="9971"/>
                  </a:lnTo>
                  <a:lnTo>
                    <a:pt x="30132" y="9165"/>
                  </a:lnTo>
                  <a:lnTo>
                    <a:pt x="31278" y="11804"/>
                  </a:lnTo>
                  <a:cubicBezTo>
                    <a:pt x="37005" y="9284"/>
                    <a:pt x="41698" y="4931"/>
                    <a:pt x="433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48"/>
            <p:cNvSpPr/>
            <p:nvPr/>
          </p:nvSpPr>
          <p:spPr>
            <a:xfrm>
              <a:off x="6006516" y="3784797"/>
              <a:ext cx="262806" cy="178167"/>
            </a:xfrm>
            <a:custGeom>
              <a:avLst/>
              <a:gdLst/>
              <a:ahLst/>
              <a:cxnLst/>
              <a:rect l="l" t="t" r="r" b="b"/>
              <a:pathLst>
                <a:path w="17413" h="11805" extrusionOk="0">
                  <a:moveTo>
                    <a:pt x="17412" y="1"/>
                  </a:moveTo>
                  <a:lnTo>
                    <a:pt x="17412" y="1"/>
                  </a:lnTo>
                  <a:cubicBezTo>
                    <a:pt x="17073" y="120"/>
                    <a:pt x="16725" y="349"/>
                    <a:pt x="16386" y="459"/>
                  </a:cubicBezTo>
                  <a:cubicBezTo>
                    <a:pt x="14205" y="4354"/>
                    <a:pt x="10200" y="7790"/>
                    <a:pt x="5389" y="9852"/>
                  </a:cubicBezTo>
                  <a:lnTo>
                    <a:pt x="4243" y="7222"/>
                  </a:lnTo>
                  <a:lnTo>
                    <a:pt x="0" y="8019"/>
                  </a:lnTo>
                  <a:lnTo>
                    <a:pt x="229" y="9971"/>
                  </a:lnTo>
                  <a:lnTo>
                    <a:pt x="4243" y="9165"/>
                  </a:lnTo>
                  <a:lnTo>
                    <a:pt x="5389" y="11804"/>
                  </a:lnTo>
                  <a:cubicBezTo>
                    <a:pt x="11116" y="9284"/>
                    <a:pt x="15809" y="4931"/>
                    <a:pt x="174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48"/>
            <p:cNvSpPr/>
            <p:nvPr/>
          </p:nvSpPr>
          <p:spPr>
            <a:xfrm>
              <a:off x="5615787" y="3784797"/>
              <a:ext cx="233481" cy="165987"/>
            </a:xfrm>
            <a:custGeom>
              <a:avLst/>
              <a:gdLst/>
              <a:ahLst/>
              <a:cxnLst/>
              <a:rect l="l" t="t" r="r" b="b"/>
              <a:pathLst>
                <a:path w="15470" h="10998" extrusionOk="0">
                  <a:moveTo>
                    <a:pt x="0" y="1"/>
                  </a:moveTo>
                  <a:lnTo>
                    <a:pt x="0" y="1"/>
                  </a:lnTo>
                  <a:cubicBezTo>
                    <a:pt x="2520" y="5270"/>
                    <a:pt x="5847" y="8826"/>
                    <a:pt x="9623" y="10998"/>
                  </a:cubicBezTo>
                  <a:lnTo>
                    <a:pt x="11456" y="7909"/>
                  </a:lnTo>
                  <a:lnTo>
                    <a:pt x="15121" y="9055"/>
                  </a:lnTo>
                  <a:lnTo>
                    <a:pt x="15470" y="7222"/>
                  </a:lnTo>
                  <a:lnTo>
                    <a:pt x="11456" y="5957"/>
                  </a:lnTo>
                  <a:lnTo>
                    <a:pt x="9623" y="9055"/>
                  </a:lnTo>
                  <a:cubicBezTo>
                    <a:pt x="6534" y="7222"/>
                    <a:pt x="3666" y="4473"/>
                    <a:pt x="1375" y="578"/>
                  </a:cubicBezTo>
                  <a:cubicBezTo>
                    <a:pt x="459" y="230"/>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48"/>
            <p:cNvSpPr/>
            <p:nvPr/>
          </p:nvSpPr>
          <p:spPr>
            <a:xfrm>
              <a:off x="5837088" y="3956022"/>
              <a:ext cx="174696" cy="41293"/>
            </a:xfrm>
            <a:custGeom>
              <a:avLst/>
              <a:gdLst/>
              <a:ahLst/>
              <a:cxnLst/>
              <a:rect l="l" t="t" r="r" b="b"/>
              <a:pathLst>
                <a:path w="11575" h="2736" extrusionOk="0">
                  <a:moveTo>
                    <a:pt x="458" y="1"/>
                  </a:moveTo>
                  <a:lnTo>
                    <a:pt x="0" y="1944"/>
                  </a:lnTo>
                  <a:cubicBezTo>
                    <a:pt x="1950" y="2477"/>
                    <a:pt x="3959" y="2736"/>
                    <a:pt x="5966" y="2736"/>
                  </a:cubicBezTo>
                  <a:cubicBezTo>
                    <a:pt x="7854" y="2736"/>
                    <a:pt x="9740" y="2507"/>
                    <a:pt x="11574" y="2063"/>
                  </a:cubicBezTo>
                  <a:lnTo>
                    <a:pt x="11345" y="111"/>
                  </a:lnTo>
                  <a:cubicBezTo>
                    <a:pt x="9624" y="501"/>
                    <a:pt x="7852" y="703"/>
                    <a:pt x="6077" y="703"/>
                  </a:cubicBezTo>
                  <a:cubicBezTo>
                    <a:pt x="4186" y="703"/>
                    <a:pt x="2293" y="474"/>
                    <a:pt x="4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9" name="Google Shape;2259;p48"/>
          <p:cNvGrpSpPr/>
          <p:nvPr/>
        </p:nvGrpSpPr>
        <p:grpSpPr>
          <a:xfrm>
            <a:off x="1100161" y="2915480"/>
            <a:ext cx="1109963" cy="1109963"/>
            <a:chOff x="781686" y="2930135"/>
            <a:chExt cx="1109963" cy="1109963"/>
          </a:xfrm>
        </p:grpSpPr>
        <p:sp>
          <p:nvSpPr>
            <p:cNvPr id="2260" name="Google Shape;2260;p48"/>
            <p:cNvSpPr/>
            <p:nvPr/>
          </p:nvSpPr>
          <p:spPr>
            <a:xfrm>
              <a:off x="781686" y="2930135"/>
              <a:ext cx="1109963" cy="1109963"/>
            </a:xfrm>
            <a:custGeom>
              <a:avLst/>
              <a:gdLst/>
              <a:ahLst/>
              <a:cxnLst/>
              <a:rect l="l" t="t" r="r" b="b"/>
              <a:pathLst>
                <a:path w="73544" h="73544" extrusionOk="0">
                  <a:moveTo>
                    <a:pt x="36777" y="1"/>
                  </a:moveTo>
                  <a:cubicBezTo>
                    <a:pt x="16386" y="1"/>
                    <a:pt x="1" y="16496"/>
                    <a:pt x="1" y="36777"/>
                  </a:cubicBezTo>
                  <a:cubicBezTo>
                    <a:pt x="1" y="57048"/>
                    <a:pt x="16386" y="73543"/>
                    <a:pt x="36777" y="73543"/>
                  </a:cubicBezTo>
                  <a:cubicBezTo>
                    <a:pt x="57048" y="73543"/>
                    <a:pt x="73544" y="57048"/>
                    <a:pt x="73544" y="36777"/>
                  </a:cubicBezTo>
                  <a:cubicBezTo>
                    <a:pt x="73544" y="16496"/>
                    <a:pt x="57048" y="1"/>
                    <a:pt x="367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48"/>
            <p:cNvSpPr/>
            <p:nvPr/>
          </p:nvSpPr>
          <p:spPr>
            <a:xfrm>
              <a:off x="1015167" y="3044250"/>
              <a:ext cx="874822" cy="874822"/>
            </a:xfrm>
            <a:custGeom>
              <a:avLst/>
              <a:gdLst/>
              <a:ahLst/>
              <a:cxnLst/>
              <a:rect l="l" t="t" r="r" b="b"/>
              <a:pathLst>
                <a:path w="57964" h="57964" extrusionOk="0">
                  <a:moveTo>
                    <a:pt x="28977" y="0"/>
                  </a:moveTo>
                  <a:cubicBezTo>
                    <a:pt x="12940" y="0"/>
                    <a:pt x="0" y="12949"/>
                    <a:pt x="0" y="28986"/>
                  </a:cubicBezTo>
                  <a:cubicBezTo>
                    <a:pt x="0" y="45024"/>
                    <a:pt x="12940" y="57964"/>
                    <a:pt x="28977" y="57964"/>
                  </a:cubicBezTo>
                  <a:cubicBezTo>
                    <a:pt x="44905" y="57964"/>
                    <a:pt x="57964" y="45024"/>
                    <a:pt x="57964" y="28986"/>
                  </a:cubicBezTo>
                  <a:cubicBezTo>
                    <a:pt x="57964" y="12949"/>
                    <a:pt x="44905" y="0"/>
                    <a:pt x="289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48"/>
            <p:cNvSpPr/>
            <p:nvPr/>
          </p:nvSpPr>
          <p:spPr>
            <a:xfrm>
              <a:off x="1243381" y="3222386"/>
              <a:ext cx="518669" cy="518684"/>
            </a:xfrm>
            <a:custGeom>
              <a:avLst/>
              <a:gdLst/>
              <a:ahLst/>
              <a:cxnLst/>
              <a:rect l="l" t="t" r="r" b="b"/>
              <a:pathLst>
                <a:path w="34366" h="34367" extrusionOk="0">
                  <a:moveTo>
                    <a:pt x="17183" y="1"/>
                  </a:moveTo>
                  <a:cubicBezTo>
                    <a:pt x="7670" y="1"/>
                    <a:pt x="0" y="7671"/>
                    <a:pt x="0" y="17183"/>
                  </a:cubicBezTo>
                  <a:cubicBezTo>
                    <a:pt x="0" y="26687"/>
                    <a:pt x="7670" y="34366"/>
                    <a:pt x="17183" y="34366"/>
                  </a:cubicBezTo>
                  <a:cubicBezTo>
                    <a:pt x="26686" y="34366"/>
                    <a:pt x="34366" y="26687"/>
                    <a:pt x="34366" y="17183"/>
                  </a:cubicBezTo>
                  <a:cubicBezTo>
                    <a:pt x="34366" y="7671"/>
                    <a:pt x="26686" y="1"/>
                    <a:pt x="171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48"/>
            <p:cNvSpPr/>
            <p:nvPr/>
          </p:nvSpPr>
          <p:spPr>
            <a:xfrm>
              <a:off x="1355684" y="3288084"/>
              <a:ext cx="375245" cy="411497"/>
            </a:xfrm>
            <a:custGeom>
              <a:avLst/>
              <a:gdLst/>
              <a:ahLst/>
              <a:cxnLst/>
              <a:rect l="l" t="t" r="r" b="b"/>
              <a:pathLst>
                <a:path w="24863" h="27265" extrusionOk="0">
                  <a:moveTo>
                    <a:pt x="12491" y="1"/>
                  </a:moveTo>
                  <a:cubicBezTo>
                    <a:pt x="5618" y="1"/>
                    <a:pt x="0" y="6067"/>
                    <a:pt x="0" y="13628"/>
                  </a:cubicBezTo>
                  <a:cubicBezTo>
                    <a:pt x="0" y="21188"/>
                    <a:pt x="5618" y="27264"/>
                    <a:pt x="12491" y="27264"/>
                  </a:cubicBezTo>
                  <a:cubicBezTo>
                    <a:pt x="19364" y="27264"/>
                    <a:pt x="24863" y="21188"/>
                    <a:pt x="24863" y="13628"/>
                  </a:cubicBezTo>
                  <a:cubicBezTo>
                    <a:pt x="24863" y="6067"/>
                    <a:pt x="19364" y="1"/>
                    <a:pt x="124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48"/>
            <p:cNvSpPr/>
            <p:nvPr/>
          </p:nvSpPr>
          <p:spPr>
            <a:xfrm>
              <a:off x="1471580" y="3326117"/>
              <a:ext cx="105421" cy="81213"/>
            </a:xfrm>
            <a:custGeom>
              <a:avLst/>
              <a:gdLst/>
              <a:ahLst/>
              <a:cxnLst/>
              <a:rect l="l" t="t" r="r" b="b"/>
              <a:pathLst>
                <a:path w="6985" h="5381" extrusionOk="0">
                  <a:moveTo>
                    <a:pt x="3438" y="1"/>
                  </a:moveTo>
                  <a:cubicBezTo>
                    <a:pt x="1605" y="1"/>
                    <a:pt x="1" y="1256"/>
                    <a:pt x="1" y="2750"/>
                  </a:cubicBezTo>
                  <a:cubicBezTo>
                    <a:pt x="1" y="4125"/>
                    <a:pt x="1605" y="5380"/>
                    <a:pt x="3438" y="5380"/>
                  </a:cubicBezTo>
                  <a:cubicBezTo>
                    <a:pt x="5380" y="5380"/>
                    <a:pt x="6984" y="4125"/>
                    <a:pt x="6984" y="2750"/>
                  </a:cubicBezTo>
                  <a:cubicBezTo>
                    <a:pt x="6984" y="1256"/>
                    <a:pt x="5380" y="1"/>
                    <a:pt x="34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48"/>
            <p:cNvSpPr/>
            <p:nvPr/>
          </p:nvSpPr>
          <p:spPr>
            <a:xfrm>
              <a:off x="798982" y="3334690"/>
              <a:ext cx="406366" cy="271529"/>
            </a:xfrm>
            <a:custGeom>
              <a:avLst/>
              <a:gdLst/>
              <a:ahLst/>
              <a:cxnLst/>
              <a:rect l="l" t="t" r="r" b="b"/>
              <a:pathLst>
                <a:path w="26925" h="17991" extrusionOk="0">
                  <a:moveTo>
                    <a:pt x="229" y="1"/>
                  </a:moveTo>
                  <a:cubicBezTo>
                    <a:pt x="119" y="230"/>
                    <a:pt x="119" y="459"/>
                    <a:pt x="0" y="688"/>
                  </a:cubicBezTo>
                  <a:cubicBezTo>
                    <a:pt x="1265" y="2521"/>
                    <a:pt x="3208" y="4812"/>
                    <a:pt x="5160" y="4812"/>
                  </a:cubicBezTo>
                  <a:cubicBezTo>
                    <a:pt x="5618" y="4812"/>
                    <a:pt x="5957" y="4702"/>
                    <a:pt x="6415" y="4473"/>
                  </a:cubicBezTo>
                  <a:cubicBezTo>
                    <a:pt x="8477" y="3437"/>
                    <a:pt x="10310" y="2521"/>
                    <a:pt x="12143" y="2182"/>
                  </a:cubicBezTo>
                  <a:cubicBezTo>
                    <a:pt x="12372" y="3208"/>
                    <a:pt x="13518" y="6993"/>
                    <a:pt x="15928" y="7332"/>
                  </a:cubicBezTo>
                  <a:cubicBezTo>
                    <a:pt x="16157" y="7332"/>
                    <a:pt x="16496" y="7451"/>
                    <a:pt x="16725" y="7451"/>
                  </a:cubicBezTo>
                  <a:cubicBezTo>
                    <a:pt x="16615" y="8249"/>
                    <a:pt x="16038" y="10659"/>
                    <a:pt x="17641" y="12950"/>
                  </a:cubicBezTo>
                  <a:cubicBezTo>
                    <a:pt x="20968" y="17642"/>
                    <a:pt x="26925" y="17990"/>
                    <a:pt x="26925" y="17990"/>
                  </a:cubicBezTo>
                  <a:cubicBezTo>
                    <a:pt x="22572" y="16955"/>
                    <a:pt x="19593" y="15122"/>
                    <a:pt x="18219" y="12602"/>
                  </a:cubicBezTo>
                  <a:cubicBezTo>
                    <a:pt x="16954" y="10540"/>
                    <a:pt x="17183" y="8478"/>
                    <a:pt x="17302" y="7681"/>
                  </a:cubicBezTo>
                  <a:lnTo>
                    <a:pt x="17302" y="7681"/>
                  </a:lnTo>
                  <a:cubicBezTo>
                    <a:pt x="19135" y="8478"/>
                    <a:pt x="20739" y="10201"/>
                    <a:pt x="21078" y="11227"/>
                  </a:cubicBezTo>
                  <a:cubicBezTo>
                    <a:pt x="21426" y="12721"/>
                    <a:pt x="25431" y="13518"/>
                    <a:pt x="25431" y="13518"/>
                  </a:cubicBezTo>
                  <a:cubicBezTo>
                    <a:pt x="24405" y="13179"/>
                    <a:pt x="21885" y="12143"/>
                    <a:pt x="21655" y="11117"/>
                  </a:cubicBezTo>
                  <a:cubicBezTo>
                    <a:pt x="21197" y="9623"/>
                    <a:pt x="18558" y="6993"/>
                    <a:pt x="15928" y="6764"/>
                  </a:cubicBezTo>
                  <a:cubicBezTo>
                    <a:pt x="13976" y="6535"/>
                    <a:pt x="12949" y="3098"/>
                    <a:pt x="12720" y="2063"/>
                  </a:cubicBezTo>
                  <a:cubicBezTo>
                    <a:pt x="12947" y="2036"/>
                    <a:pt x="13174" y="2022"/>
                    <a:pt x="13402" y="2022"/>
                  </a:cubicBezTo>
                  <a:cubicBezTo>
                    <a:pt x="14097" y="2022"/>
                    <a:pt x="14807" y="2149"/>
                    <a:pt x="15580" y="2411"/>
                  </a:cubicBezTo>
                  <a:cubicBezTo>
                    <a:pt x="16374" y="2688"/>
                    <a:pt x="17169" y="2800"/>
                    <a:pt x="17973" y="2800"/>
                  </a:cubicBezTo>
                  <a:cubicBezTo>
                    <a:pt x="19487" y="2800"/>
                    <a:pt x="21036" y="2402"/>
                    <a:pt x="22682" y="1953"/>
                  </a:cubicBezTo>
                  <a:cubicBezTo>
                    <a:pt x="23598" y="1724"/>
                    <a:pt x="25321" y="688"/>
                    <a:pt x="25321" y="688"/>
                  </a:cubicBezTo>
                  <a:lnTo>
                    <a:pt x="25321" y="688"/>
                  </a:lnTo>
                  <a:cubicBezTo>
                    <a:pt x="24286" y="807"/>
                    <a:pt x="23369" y="1146"/>
                    <a:pt x="22572" y="1376"/>
                  </a:cubicBezTo>
                  <a:cubicBezTo>
                    <a:pt x="20925" y="1825"/>
                    <a:pt x="19424" y="2227"/>
                    <a:pt x="17975" y="2227"/>
                  </a:cubicBezTo>
                  <a:cubicBezTo>
                    <a:pt x="17206" y="2227"/>
                    <a:pt x="16452" y="2113"/>
                    <a:pt x="15699" y="1834"/>
                  </a:cubicBezTo>
                  <a:cubicBezTo>
                    <a:pt x="14935" y="1589"/>
                    <a:pt x="14191" y="1481"/>
                    <a:pt x="13453" y="1481"/>
                  </a:cubicBezTo>
                  <a:cubicBezTo>
                    <a:pt x="11093" y="1481"/>
                    <a:pt x="8805" y="2590"/>
                    <a:pt x="6186" y="3896"/>
                  </a:cubicBezTo>
                  <a:cubicBezTo>
                    <a:pt x="5853" y="4071"/>
                    <a:pt x="5515" y="4150"/>
                    <a:pt x="5176" y="4150"/>
                  </a:cubicBezTo>
                  <a:cubicBezTo>
                    <a:pt x="3300" y="4150"/>
                    <a:pt x="1393" y="1747"/>
                    <a:pt x="2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48"/>
            <p:cNvSpPr/>
            <p:nvPr/>
          </p:nvSpPr>
          <p:spPr>
            <a:xfrm>
              <a:off x="1127471" y="3744512"/>
              <a:ext cx="373449" cy="262806"/>
            </a:xfrm>
            <a:custGeom>
              <a:avLst/>
              <a:gdLst/>
              <a:ahLst/>
              <a:cxnLst/>
              <a:rect l="l" t="t" r="r" b="b"/>
              <a:pathLst>
                <a:path w="24744" h="17413" extrusionOk="0">
                  <a:moveTo>
                    <a:pt x="9165" y="0"/>
                  </a:moveTo>
                  <a:lnTo>
                    <a:pt x="9165" y="0"/>
                  </a:lnTo>
                  <a:cubicBezTo>
                    <a:pt x="10539" y="1485"/>
                    <a:pt x="9623" y="3089"/>
                    <a:pt x="8477" y="5041"/>
                  </a:cubicBezTo>
                  <a:cubicBezTo>
                    <a:pt x="7790" y="6296"/>
                    <a:pt x="6993" y="7671"/>
                    <a:pt x="6644" y="9165"/>
                  </a:cubicBezTo>
                  <a:cubicBezTo>
                    <a:pt x="6076" y="11566"/>
                    <a:pt x="7680" y="12372"/>
                    <a:pt x="8936" y="13060"/>
                  </a:cubicBezTo>
                  <a:cubicBezTo>
                    <a:pt x="9513" y="13399"/>
                    <a:pt x="10081" y="13628"/>
                    <a:pt x="10200" y="13976"/>
                  </a:cubicBezTo>
                  <a:cubicBezTo>
                    <a:pt x="10310" y="14205"/>
                    <a:pt x="10200" y="14434"/>
                    <a:pt x="10081" y="14773"/>
                  </a:cubicBezTo>
                  <a:cubicBezTo>
                    <a:pt x="9165" y="16377"/>
                    <a:pt x="3437" y="16835"/>
                    <a:pt x="0" y="16835"/>
                  </a:cubicBezTo>
                  <a:cubicBezTo>
                    <a:pt x="459" y="17064"/>
                    <a:pt x="917" y="17293"/>
                    <a:pt x="1375" y="17413"/>
                  </a:cubicBezTo>
                  <a:cubicBezTo>
                    <a:pt x="4582" y="17293"/>
                    <a:pt x="9284" y="16835"/>
                    <a:pt x="10539" y="15231"/>
                  </a:cubicBezTo>
                  <a:cubicBezTo>
                    <a:pt x="10997" y="15231"/>
                    <a:pt x="12262" y="15461"/>
                    <a:pt x="13637" y="15461"/>
                  </a:cubicBezTo>
                  <a:cubicBezTo>
                    <a:pt x="15699" y="15461"/>
                    <a:pt x="17990" y="15121"/>
                    <a:pt x="19016" y="13518"/>
                  </a:cubicBezTo>
                  <a:cubicBezTo>
                    <a:pt x="19823" y="12226"/>
                    <a:pt x="21031" y="11558"/>
                    <a:pt x="22594" y="11558"/>
                  </a:cubicBezTo>
                  <a:cubicBezTo>
                    <a:pt x="23249" y="11558"/>
                    <a:pt x="23967" y="11676"/>
                    <a:pt x="24744" y="11914"/>
                  </a:cubicBezTo>
                  <a:cubicBezTo>
                    <a:pt x="24744" y="11914"/>
                    <a:pt x="23488" y="10998"/>
                    <a:pt x="22801" y="10998"/>
                  </a:cubicBezTo>
                  <a:cubicBezTo>
                    <a:pt x="22683" y="10990"/>
                    <a:pt x="22565" y="10986"/>
                    <a:pt x="22450" y="10986"/>
                  </a:cubicBezTo>
                  <a:cubicBezTo>
                    <a:pt x="20777" y="10986"/>
                    <a:pt x="19408" y="11789"/>
                    <a:pt x="18448" y="13289"/>
                  </a:cubicBezTo>
                  <a:cubicBezTo>
                    <a:pt x="17629" y="14582"/>
                    <a:pt x="15548" y="14904"/>
                    <a:pt x="13709" y="14904"/>
                  </a:cubicBezTo>
                  <a:cubicBezTo>
                    <a:pt x="12461" y="14904"/>
                    <a:pt x="11324" y="14756"/>
                    <a:pt x="10768" y="14663"/>
                  </a:cubicBezTo>
                  <a:cubicBezTo>
                    <a:pt x="10887" y="14315"/>
                    <a:pt x="10887" y="14086"/>
                    <a:pt x="10768" y="13857"/>
                  </a:cubicBezTo>
                  <a:cubicBezTo>
                    <a:pt x="10658" y="13289"/>
                    <a:pt x="9971" y="12830"/>
                    <a:pt x="9165" y="12482"/>
                  </a:cubicBezTo>
                  <a:cubicBezTo>
                    <a:pt x="8019" y="11914"/>
                    <a:pt x="6764" y="11227"/>
                    <a:pt x="7222" y="9275"/>
                  </a:cubicBezTo>
                  <a:cubicBezTo>
                    <a:pt x="7451" y="8248"/>
                    <a:pt x="7909" y="7332"/>
                    <a:pt x="8367" y="6415"/>
                  </a:cubicBezTo>
                  <a:cubicBezTo>
                    <a:pt x="9394" y="6296"/>
                    <a:pt x="13747" y="6186"/>
                    <a:pt x="16844" y="4234"/>
                  </a:cubicBezTo>
                  <a:cubicBezTo>
                    <a:pt x="17761" y="3547"/>
                    <a:pt x="18448" y="1605"/>
                    <a:pt x="18448" y="1604"/>
                  </a:cubicBezTo>
                  <a:lnTo>
                    <a:pt x="18448" y="1604"/>
                  </a:lnTo>
                  <a:cubicBezTo>
                    <a:pt x="16615" y="5151"/>
                    <a:pt x="10539" y="5728"/>
                    <a:pt x="8706" y="5728"/>
                  </a:cubicBezTo>
                  <a:cubicBezTo>
                    <a:pt x="8826" y="5609"/>
                    <a:pt x="8936" y="5499"/>
                    <a:pt x="8936" y="5380"/>
                  </a:cubicBezTo>
                  <a:cubicBezTo>
                    <a:pt x="9623" y="4234"/>
                    <a:pt x="10310" y="3089"/>
                    <a:pt x="10429" y="1943"/>
                  </a:cubicBezTo>
                  <a:cubicBezTo>
                    <a:pt x="10539" y="1146"/>
                    <a:pt x="9165" y="1"/>
                    <a:pt x="91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48"/>
            <p:cNvSpPr/>
            <p:nvPr/>
          </p:nvSpPr>
          <p:spPr>
            <a:xfrm>
              <a:off x="892344" y="3792174"/>
              <a:ext cx="286999" cy="94117"/>
            </a:xfrm>
            <a:custGeom>
              <a:avLst/>
              <a:gdLst/>
              <a:ahLst/>
              <a:cxnLst/>
              <a:rect l="l" t="t" r="r" b="b"/>
              <a:pathLst>
                <a:path w="19016" h="6236" extrusionOk="0">
                  <a:moveTo>
                    <a:pt x="14407" y="0"/>
                  </a:moveTo>
                  <a:cubicBezTo>
                    <a:pt x="13475" y="0"/>
                    <a:pt x="12027" y="135"/>
                    <a:pt x="10887" y="847"/>
                  </a:cubicBezTo>
                  <a:cubicBezTo>
                    <a:pt x="9054" y="1993"/>
                    <a:pt x="8477" y="3597"/>
                    <a:pt x="8367" y="4055"/>
                  </a:cubicBezTo>
                  <a:cubicBezTo>
                    <a:pt x="7989" y="4206"/>
                    <a:pt x="7570" y="4271"/>
                    <a:pt x="7126" y="4271"/>
                  </a:cubicBezTo>
                  <a:cubicBezTo>
                    <a:pt x="4200" y="4271"/>
                    <a:pt x="215" y="1425"/>
                    <a:pt x="119" y="1425"/>
                  </a:cubicBezTo>
                  <a:lnTo>
                    <a:pt x="0" y="1654"/>
                  </a:lnTo>
                  <a:cubicBezTo>
                    <a:pt x="119" y="1883"/>
                    <a:pt x="348" y="2222"/>
                    <a:pt x="578" y="2451"/>
                  </a:cubicBezTo>
                  <a:cubicBezTo>
                    <a:pt x="1963" y="3288"/>
                    <a:pt x="4850" y="4945"/>
                    <a:pt x="7174" y="4945"/>
                  </a:cubicBezTo>
                  <a:cubicBezTo>
                    <a:pt x="7726" y="4945"/>
                    <a:pt x="8246" y="4852"/>
                    <a:pt x="8706" y="4632"/>
                  </a:cubicBezTo>
                  <a:cubicBezTo>
                    <a:pt x="9109" y="4448"/>
                    <a:pt x="9499" y="4370"/>
                    <a:pt x="9888" y="4370"/>
                  </a:cubicBezTo>
                  <a:cubicBezTo>
                    <a:pt x="10723" y="4370"/>
                    <a:pt x="11554" y="4732"/>
                    <a:pt x="12491" y="5200"/>
                  </a:cubicBezTo>
                  <a:cubicBezTo>
                    <a:pt x="13637" y="5658"/>
                    <a:pt x="14782" y="6236"/>
                    <a:pt x="16157" y="6236"/>
                  </a:cubicBezTo>
                  <a:cubicBezTo>
                    <a:pt x="17183" y="6236"/>
                    <a:pt x="19016" y="4742"/>
                    <a:pt x="19016" y="4742"/>
                  </a:cubicBezTo>
                  <a:lnTo>
                    <a:pt x="19016" y="4742"/>
                  </a:lnTo>
                  <a:cubicBezTo>
                    <a:pt x="17999" y="5389"/>
                    <a:pt x="17077" y="5626"/>
                    <a:pt x="16217" y="5626"/>
                  </a:cubicBezTo>
                  <a:cubicBezTo>
                    <a:pt x="14946" y="5626"/>
                    <a:pt x="13814" y="5108"/>
                    <a:pt x="12720" y="4632"/>
                  </a:cubicBezTo>
                  <a:cubicBezTo>
                    <a:pt x="11683" y="4159"/>
                    <a:pt x="10726" y="3765"/>
                    <a:pt x="9723" y="3765"/>
                  </a:cubicBezTo>
                  <a:cubicBezTo>
                    <a:pt x="9503" y="3765"/>
                    <a:pt x="9281" y="3784"/>
                    <a:pt x="9054" y="3826"/>
                  </a:cubicBezTo>
                  <a:cubicBezTo>
                    <a:pt x="9513" y="2799"/>
                    <a:pt x="10887" y="389"/>
                    <a:pt x="15350" y="50"/>
                  </a:cubicBezTo>
                  <a:cubicBezTo>
                    <a:pt x="15350" y="50"/>
                    <a:pt x="14974" y="0"/>
                    <a:pt x="144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48"/>
            <p:cNvSpPr/>
            <p:nvPr/>
          </p:nvSpPr>
          <p:spPr>
            <a:xfrm>
              <a:off x="1248497" y="2933592"/>
              <a:ext cx="383817" cy="287014"/>
            </a:xfrm>
            <a:custGeom>
              <a:avLst/>
              <a:gdLst/>
              <a:ahLst/>
              <a:cxnLst/>
              <a:rect l="l" t="t" r="r" b="b"/>
              <a:pathLst>
                <a:path w="25431" h="19017" extrusionOk="0">
                  <a:moveTo>
                    <a:pt x="1375" y="1"/>
                  </a:moveTo>
                  <a:cubicBezTo>
                    <a:pt x="917" y="120"/>
                    <a:pt x="458" y="120"/>
                    <a:pt x="0" y="230"/>
                  </a:cubicBezTo>
                  <a:cubicBezTo>
                    <a:pt x="3437" y="1375"/>
                    <a:pt x="8248" y="3666"/>
                    <a:pt x="7909" y="5270"/>
                  </a:cubicBezTo>
                  <a:cubicBezTo>
                    <a:pt x="7790" y="6306"/>
                    <a:pt x="6186" y="7103"/>
                    <a:pt x="4930" y="7790"/>
                  </a:cubicBezTo>
                  <a:cubicBezTo>
                    <a:pt x="3666" y="8368"/>
                    <a:pt x="2520" y="8936"/>
                    <a:pt x="2410" y="9852"/>
                  </a:cubicBezTo>
                  <a:cubicBezTo>
                    <a:pt x="2291" y="10200"/>
                    <a:pt x="2410" y="10539"/>
                    <a:pt x="2749" y="10998"/>
                  </a:cubicBezTo>
                  <a:cubicBezTo>
                    <a:pt x="3556" y="11804"/>
                    <a:pt x="2978" y="12721"/>
                    <a:pt x="2062" y="14095"/>
                  </a:cubicBezTo>
                  <a:cubicBezTo>
                    <a:pt x="1604" y="14892"/>
                    <a:pt x="1036" y="15809"/>
                    <a:pt x="807" y="16844"/>
                  </a:cubicBezTo>
                  <a:cubicBezTo>
                    <a:pt x="577" y="17532"/>
                    <a:pt x="1604" y="19016"/>
                    <a:pt x="1604" y="19016"/>
                  </a:cubicBezTo>
                  <a:cubicBezTo>
                    <a:pt x="807" y="17303"/>
                    <a:pt x="1723" y="15809"/>
                    <a:pt x="2639" y="14434"/>
                  </a:cubicBezTo>
                  <a:cubicBezTo>
                    <a:pt x="3098" y="13637"/>
                    <a:pt x="3556" y="12831"/>
                    <a:pt x="3666" y="12143"/>
                  </a:cubicBezTo>
                  <a:cubicBezTo>
                    <a:pt x="4701" y="12721"/>
                    <a:pt x="7561" y="14553"/>
                    <a:pt x="8019" y="17413"/>
                  </a:cubicBezTo>
                  <a:cubicBezTo>
                    <a:pt x="8019" y="17413"/>
                    <a:pt x="8019" y="15351"/>
                    <a:pt x="7451" y="14553"/>
                  </a:cubicBezTo>
                  <a:cubicBezTo>
                    <a:pt x="6076" y="12721"/>
                    <a:pt x="4243" y="11685"/>
                    <a:pt x="3666" y="11456"/>
                  </a:cubicBezTo>
                  <a:cubicBezTo>
                    <a:pt x="3666" y="11117"/>
                    <a:pt x="3437" y="10888"/>
                    <a:pt x="3208" y="10539"/>
                  </a:cubicBezTo>
                  <a:cubicBezTo>
                    <a:pt x="2978" y="10310"/>
                    <a:pt x="2978" y="10081"/>
                    <a:pt x="2978" y="9971"/>
                  </a:cubicBezTo>
                  <a:cubicBezTo>
                    <a:pt x="3098" y="9394"/>
                    <a:pt x="4124" y="8826"/>
                    <a:pt x="5160" y="8248"/>
                  </a:cubicBezTo>
                  <a:cubicBezTo>
                    <a:pt x="6644" y="7561"/>
                    <a:pt x="8248" y="6764"/>
                    <a:pt x="8596" y="5389"/>
                  </a:cubicBezTo>
                  <a:cubicBezTo>
                    <a:pt x="8706" y="4702"/>
                    <a:pt x="8248" y="4015"/>
                    <a:pt x="7561" y="3327"/>
                  </a:cubicBezTo>
                  <a:cubicBezTo>
                    <a:pt x="9513" y="3327"/>
                    <a:pt x="14782" y="3556"/>
                    <a:pt x="16037" y="6306"/>
                  </a:cubicBezTo>
                  <a:cubicBezTo>
                    <a:pt x="16386" y="6874"/>
                    <a:pt x="16615" y="7451"/>
                    <a:pt x="16844" y="7909"/>
                  </a:cubicBezTo>
                  <a:cubicBezTo>
                    <a:pt x="17302" y="8707"/>
                    <a:pt x="17641" y="9394"/>
                    <a:pt x="17989" y="9971"/>
                  </a:cubicBezTo>
                  <a:cubicBezTo>
                    <a:pt x="17870" y="10310"/>
                    <a:pt x="17641" y="11227"/>
                    <a:pt x="17989" y="12491"/>
                  </a:cubicBezTo>
                  <a:cubicBezTo>
                    <a:pt x="18219" y="13179"/>
                    <a:pt x="19822" y="14324"/>
                    <a:pt x="19822" y="14324"/>
                  </a:cubicBezTo>
                  <a:cubicBezTo>
                    <a:pt x="18329" y="12721"/>
                    <a:pt x="18329" y="11346"/>
                    <a:pt x="18448" y="10539"/>
                  </a:cubicBezTo>
                  <a:lnTo>
                    <a:pt x="18448" y="10539"/>
                  </a:lnTo>
                  <a:cubicBezTo>
                    <a:pt x="18906" y="11117"/>
                    <a:pt x="19593" y="11575"/>
                    <a:pt x="20620" y="11914"/>
                  </a:cubicBezTo>
                  <a:cubicBezTo>
                    <a:pt x="22801" y="12601"/>
                    <a:pt x="25202" y="14553"/>
                    <a:pt x="25431" y="16844"/>
                  </a:cubicBezTo>
                  <a:cubicBezTo>
                    <a:pt x="25431" y="16844"/>
                    <a:pt x="25321" y="14553"/>
                    <a:pt x="24514" y="13637"/>
                  </a:cubicBezTo>
                  <a:cubicBezTo>
                    <a:pt x="23488" y="12601"/>
                    <a:pt x="22113" y="11804"/>
                    <a:pt x="20739" y="11346"/>
                  </a:cubicBezTo>
                  <a:cubicBezTo>
                    <a:pt x="18906" y="10769"/>
                    <a:pt x="18448" y="9852"/>
                    <a:pt x="17412" y="7680"/>
                  </a:cubicBezTo>
                  <a:cubicBezTo>
                    <a:pt x="17183" y="7222"/>
                    <a:pt x="16954" y="6645"/>
                    <a:pt x="16615" y="5957"/>
                  </a:cubicBezTo>
                  <a:cubicBezTo>
                    <a:pt x="15095" y="2925"/>
                    <a:pt x="9386" y="2747"/>
                    <a:pt x="7435" y="2747"/>
                  </a:cubicBezTo>
                  <a:cubicBezTo>
                    <a:pt x="7175" y="2747"/>
                    <a:pt x="6981" y="2750"/>
                    <a:pt x="6873" y="2750"/>
                  </a:cubicBezTo>
                  <a:cubicBezTo>
                    <a:pt x="5270" y="1604"/>
                    <a:pt x="2868" y="688"/>
                    <a:pt x="13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48"/>
            <p:cNvSpPr/>
            <p:nvPr/>
          </p:nvSpPr>
          <p:spPr>
            <a:xfrm>
              <a:off x="1608106" y="3683930"/>
              <a:ext cx="147031" cy="200564"/>
            </a:xfrm>
            <a:custGeom>
              <a:avLst/>
              <a:gdLst/>
              <a:ahLst/>
              <a:cxnLst/>
              <a:rect l="l" t="t" r="r" b="b"/>
              <a:pathLst>
                <a:path w="9742" h="13289" extrusionOk="0">
                  <a:moveTo>
                    <a:pt x="8367" y="1"/>
                  </a:moveTo>
                  <a:lnTo>
                    <a:pt x="8367" y="1"/>
                  </a:lnTo>
                  <a:cubicBezTo>
                    <a:pt x="9742" y="3785"/>
                    <a:pt x="7790" y="8707"/>
                    <a:pt x="7102" y="10310"/>
                  </a:cubicBezTo>
                  <a:cubicBezTo>
                    <a:pt x="6873" y="9971"/>
                    <a:pt x="6644" y="9623"/>
                    <a:pt x="6415" y="9394"/>
                  </a:cubicBezTo>
                  <a:cubicBezTo>
                    <a:pt x="6036" y="9113"/>
                    <a:pt x="5656" y="8908"/>
                    <a:pt x="5215" y="8908"/>
                  </a:cubicBezTo>
                  <a:cubicBezTo>
                    <a:pt x="5123" y="8908"/>
                    <a:pt x="5028" y="8917"/>
                    <a:pt x="4930" y="8936"/>
                  </a:cubicBezTo>
                  <a:cubicBezTo>
                    <a:pt x="4760" y="8958"/>
                    <a:pt x="4591" y="8969"/>
                    <a:pt x="4424" y="8969"/>
                  </a:cubicBezTo>
                  <a:cubicBezTo>
                    <a:pt x="2005" y="8969"/>
                    <a:pt x="0" y="6764"/>
                    <a:pt x="0" y="6764"/>
                  </a:cubicBezTo>
                  <a:lnTo>
                    <a:pt x="0" y="6764"/>
                  </a:lnTo>
                  <a:cubicBezTo>
                    <a:pt x="0" y="6764"/>
                    <a:pt x="458" y="8248"/>
                    <a:pt x="1833" y="8936"/>
                  </a:cubicBezTo>
                  <a:cubicBezTo>
                    <a:pt x="2597" y="9318"/>
                    <a:pt x="3443" y="9540"/>
                    <a:pt x="4431" y="9540"/>
                  </a:cubicBezTo>
                  <a:cubicBezTo>
                    <a:pt x="4628" y="9540"/>
                    <a:pt x="4831" y="9531"/>
                    <a:pt x="5040" y="9513"/>
                  </a:cubicBezTo>
                  <a:cubicBezTo>
                    <a:pt x="5389" y="9513"/>
                    <a:pt x="5728" y="9623"/>
                    <a:pt x="6076" y="9852"/>
                  </a:cubicBezTo>
                  <a:cubicBezTo>
                    <a:pt x="6763" y="10539"/>
                    <a:pt x="7222" y="11914"/>
                    <a:pt x="7561" y="13289"/>
                  </a:cubicBezTo>
                  <a:cubicBezTo>
                    <a:pt x="7680" y="13060"/>
                    <a:pt x="7909" y="12950"/>
                    <a:pt x="8019" y="12721"/>
                  </a:cubicBezTo>
                  <a:cubicBezTo>
                    <a:pt x="7909" y="12143"/>
                    <a:pt x="7680" y="11575"/>
                    <a:pt x="7451" y="10998"/>
                  </a:cubicBezTo>
                  <a:cubicBezTo>
                    <a:pt x="7790" y="10200"/>
                    <a:pt x="9513" y="6535"/>
                    <a:pt x="9393" y="2750"/>
                  </a:cubicBezTo>
                  <a:cubicBezTo>
                    <a:pt x="9393" y="1724"/>
                    <a:pt x="8367" y="1"/>
                    <a:pt x="83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48"/>
            <p:cNvSpPr/>
            <p:nvPr/>
          </p:nvSpPr>
          <p:spPr>
            <a:xfrm>
              <a:off x="1808655" y="3232755"/>
              <a:ext cx="53669" cy="164191"/>
            </a:xfrm>
            <a:custGeom>
              <a:avLst/>
              <a:gdLst/>
              <a:ahLst/>
              <a:cxnLst/>
              <a:rect l="l" t="t" r="r" b="b"/>
              <a:pathLst>
                <a:path w="3556" h="10879" extrusionOk="0">
                  <a:moveTo>
                    <a:pt x="1494" y="1"/>
                  </a:moveTo>
                  <a:cubicBezTo>
                    <a:pt x="1604" y="688"/>
                    <a:pt x="3437" y="6984"/>
                    <a:pt x="2062" y="9394"/>
                  </a:cubicBezTo>
                  <a:cubicBezTo>
                    <a:pt x="1604" y="10191"/>
                    <a:pt x="917" y="10650"/>
                    <a:pt x="0" y="10879"/>
                  </a:cubicBezTo>
                  <a:cubicBezTo>
                    <a:pt x="0" y="10879"/>
                    <a:pt x="2062" y="10650"/>
                    <a:pt x="2520" y="9733"/>
                  </a:cubicBezTo>
                  <a:cubicBezTo>
                    <a:pt x="3556" y="8020"/>
                    <a:pt x="3437" y="5499"/>
                    <a:pt x="3098" y="3777"/>
                  </a:cubicBezTo>
                  <a:cubicBezTo>
                    <a:pt x="2640" y="2521"/>
                    <a:pt x="2062" y="1256"/>
                    <a:pt x="14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1" name="Google Shape;2271;p48"/>
          <p:cNvGrpSpPr/>
          <p:nvPr/>
        </p:nvGrpSpPr>
        <p:grpSpPr>
          <a:xfrm>
            <a:off x="7096395" y="2841142"/>
            <a:ext cx="947447" cy="1258639"/>
            <a:chOff x="6777920" y="2884424"/>
            <a:chExt cx="947447" cy="1258639"/>
          </a:xfrm>
        </p:grpSpPr>
        <p:sp>
          <p:nvSpPr>
            <p:cNvPr id="2272" name="Google Shape;2272;p48"/>
            <p:cNvSpPr/>
            <p:nvPr/>
          </p:nvSpPr>
          <p:spPr>
            <a:xfrm>
              <a:off x="6866166" y="2884424"/>
              <a:ext cx="848832" cy="1213694"/>
            </a:xfrm>
            <a:custGeom>
              <a:avLst/>
              <a:gdLst/>
              <a:ahLst/>
              <a:cxnLst/>
              <a:rect l="l" t="t" r="r" b="b"/>
              <a:pathLst>
                <a:path w="56242" h="80417" extrusionOk="0">
                  <a:moveTo>
                    <a:pt x="38261" y="0"/>
                  </a:moveTo>
                  <a:lnTo>
                    <a:pt x="31040" y="4811"/>
                  </a:lnTo>
                  <a:cubicBezTo>
                    <a:pt x="31846" y="7900"/>
                    <a:pt x="32185" y="10420"/>
                    <a:pt x="26806" y="11336"/>
                  </a:cubicBezTo>
                  <a:cubicBezTo>
                    <a:pt x="27603" y="11336"/>
                    <a:pt x="29436" y="12482"/>
                    <a:pt x="30243" y="12482"/>
                  </a:cubicBezTo>
                  <a:cubicBezTo>
                    <a:pt x="28639" y="17980"/>
                    <a:pt x="24396" y="22452"/>
                    <a:pt x="18897" y="24853"/>
                  </a:cubicBezTo>
                  <a:cubicBezTo>
                    <a:pt x="21307" y="21765"/>
                    <a:pt x="21995" y="18558"/>
                    <a:pt x="25202" y="15350"/>
                  </a:cubicBezTo>
                  <a:cubicBezTo>
                    <a:pt x="26687" y="13169"/>
                    <a:pt x="23140" y="12482"/>
                    <a:pt x="21307" y="11107"/>
                  </a:cubicBezTo>
                  <a:lnTo>
                    <a:pt x="1" y="25202"/>
                  </a:lnTo>
                  <a:lnTo>
                    <a:pt x="10420" y="80416"/>
                  </a:lnTo>
                  <a:lnTo>
                    <a:pt x="45822" y="80416"/>
                  </a:lnTo>
                  <a:lnTo>
                    <a:pt x="56242" y="25202"/>
                  </a:lnTo>
                  <a:lnTo>
                    <a:pt x="42156" y="797"/>
                  </a:lnTo>
                  <a:lnTo>
                    <a:pt x="3826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48"/>
            <p:cNvSpPr/>
            <p:nvPr/>
          </p:nvSpPr>
          <p:spPr>
            <a:xfrm>
              <a:off x="6854001" y="2884424"/>
              <a:ext cx="807464" cy="1201514"/>
            </a:xfrm>
            <a:custGeom>
              <a:avLst/>
              <a:gdLst/>
              <a:ahLst/>
              <a:cxnLst/>
              <a:rect l="l" t="t" r="r" b="b"/>
              <a:pathLst>
                <a:path w="53501" h="79610" extrusionOk="0">
                  <a:moveTo>
                    <a:pt x="14095" y="0"/>
                  </a:moveTo>
                  <a:lnTo>
                    <a:pt x="0" y="24395"/>
                  </a:lnTo>
                  <a:lnTo>
                    <a:pt x="10429" y="79610"/>
                  </a:lnTo>
                  <a:lnTo>
                    <a:pt x="45821" y="79610"/>
                  </a:lnTo>
                  <a:lnTo>
                    <a:pt x="53501" y="39058"/>
                  </a:lnTo>
                  <a:cubicBezTo>
                    <a:pt x="45711" y="32185"/>
                    <a:pt x="37464" y="25889"/>
                    <a:pt x="30132" y="18558"/>
                  </a:cubicBezTo>
                  <a:cubicBezTo>
                    <a:pt x="27383" y="21765"/>
                    <a:pt x="23946" y="24395"/>
                    <a:pt x="22801" y="24853"/>
                  </a:cubicBezTo>
                  <a:cubicBezTo>
                    <a:pt x="23827" y="23479"/>
                    <a:pt x="30361" y="15002"/>
                    <a:pt x="30929" y="13517"/>
                  </a:cubicBezTo>
                  <a:cubicBezTo>
                    <a:pt x="30929" y="13517"/>
                    <a:pt x="26806" y="12143"/>
                    <a:pt x="25202" y="10539"/>
                  </a:cubicBezTo>
                  <a:cubicBezTo>
                    <a:pt x="32075" y="8248"/>
                    <a:pt x="28758" y="4582"/>
                    <a:pt x="263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48"/>
            <p:cNvSpPr/>
            <p:nvPr/>
          </p:nvSpPr>
          <p:spPr>
            <a:xfrm>
              <a:off x="6805585" y="2884424"/>
              <a:ext cx="848968" cy="1201514"/>
            </a:xfrm>
            <a:custGeom>
              <a:avLst/>
              <a:gdLst/>
              <a:ahLst/>
              <a:cxnLst/>
              <a:rect l="l" t="t" r="r" b="b"/>
              <a:pathLst>
                <a:path w="56251" h="79610" extrusionOk="0">
                  <a:moveTo>
                    <a:pt x="14095" y="0"/>
                  </a:moveTo>
                  <a:lnTo>
                    <a:pt x="1" y="24395"/>
                  </a:lnTo>
                  <a:lnTo>
                    <a:pt x="10430" y="79610"/>
                  </a:lnTo>
                  <a:lnTo>
                    <a:pt x="45822" y="79610"/>
                  </a:lnTo>
                  <a:lnTo>
                    <a:pt x="56251" y="24395"/>
                  </a:lnTo>
                  <a:lnTo>
                    <a:pt x="42275" y="0"/>
                  </a:lnTo>
                  <a:lnTo>
                    <a:pt x="34027" y="0"/>
                  </a:lnTo>
                  <a:cubicBezTo>
                    <a:pt x="34486" y="5499"/>
                    <a:pt x="38610" y="9962"/>
                    <a:pt x="30820" y="11336"/>
                  </a:cubicBezTo>
                  <a:cubicBezTo>
                    <a:pt x="31278" y="11455"/>
                    <a:pt x="32882" y="12482"/>
                    <a:pt x="33679" y="12482"/>
                  </a:cubicBezTo>
                  <a:cubicBezTo>
                    <a:pt x="32075" y="18099"/>
                    <a:pt x="24634" y="24056"/>
                    <a:pt x="22911" y="24853"/>
                  </a:cubicBezTo>
                  <a:cubicBezTo>
                    <a:pt x="23828" y="23479"/>
                    <a:pt x="30362" y="15002"/>
                    <a:pt x="30930" y="13517"/>
                  </a:cubicBezTo>
                  <a:cubicBezTo>
                    <a:pt x="30930" y="13517"/>
                    <a:pt x="26806" y="12143"/>
                    <a:pt x="25321" y="10539"/>
                  </a:cubicBezTo>
                  <a:cubicBezTo>
                    <a:pt x="32075" y="8248"/>
                    <a:pt x="28758" y="4582"/>
                    <a:pt x="263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48"/>
            <p:cNvSpPr/>
            <p:nvPr/>
          </p:nvSpPr>
          <p:spPr>
            <a:xfrm>
              <a:off x="6857457" y="2943195"/>
              <a:ext cx="745237" cy="1194617"/>
            </a:xfrm>
            <a:custGeom>
              <a:avLst/>
              <a:gdLst/>
              <a:ahLst/>
              <a:cxnLst/>
              <a:rect l="l" t="t" r="r" b="b"/>
              <a:pathLst>
                <a:path w="49378" h="79153" extrusionOk="0">
                  <a:moveTo>
                    <a:pt x="12372" y="1"/>
                  </a:moveTo>
                  <a:lnTo>
                    <a:pt x="0" y="21308"/>
                  </a:lnTo>
                  <a:lnTo>
                    <a:pt x="10997" y="77319"/>
                  </a:lnTo>
                  <a:lnTo>
                    <a:pt x="38261" y="79152"/>
                  </a:lnTo>
                  <a:lnTo>
                    <a:pt x="49377" y="21308"/>
                  </a:lnTo>
                  <a:lnTo>
                    <a:pt x="37115" y="1"/>
                  </a:lnTo>
                  <a:lnTo>
                    <a:pt x="31388" y="1"/>
                  </a:lnTo>
                  <a:cubicBezTo>
                    <a:pt x="31507" y="569"/>
                    <a:pt x="31617" y="1146"/>
                    <a:pt x="31736" y="1605"/>
                  </a:cubicBezTo>
                  <a:lnTo>
                    <a:pt x="36199" y="1605"/>
                  </a:lnTo>
                  <a:lnTo>
                    <a:pt x="47654" y="21537"/>
                  </a:lnTo>
                  <a:lnTo>
                    <a:pt x="37005" y="77439"/>
                  </a:lnTo>
                  <a:lnTo>
                    <a:pt x="12262" y="75835"/>
                  </a:lnTo>
                  <a:lnTo>
                    <a:pt x="1723" y="21537"/>
                  </a:lnTo>
                  <a:lnTo>
                    <a:pt x="13288" y="1605"/>
                  </a:lnTo>
                  <a:lnTo>
                    <a:pt x="25660" y="1605"/>
                  </a:lnTo>
                  <a:cubicBezTo>
                    <a:pt x="25550" y="1146"/>
                    <a:pt x="25321" y="569"/>
                    <a:pt x="250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48"/>
            <p:cNvSpPr/>
            <p:nvPr/>
          </p:nvSpPr>
          <p:spPr>
            <a:xfrm>
              <a:off x="6777920" y="3970164"/>
              <a:ext cx="947447" cy="172900"/>
            </a:xfrm>
            <a:custGeom>
              <a:avLst/>
              <a:gdLst/>
              <a:ahLst/>
              <a:cxnLst/>
              <a:rect l="l" t="t" r="r" b="b"/>
              <a:pathLst>
                <a:path w="62776" h="11456" extrusionOk="0">
                  <a:moveTo>
                    <a:pt x="4931" y="0"/>
                  </a:moveTo>
                  <a:cubicBezTo>
                    <a:pt x="2182" y="0"/>
                    <a:pt x="1" y="2172"/>
                    <a:pt x="1" y="4811"/>
                  </a:cubicBezTo>
                  <a:lnTo>
                    <a:pt x="1" y="11456"/>
                  </a:lnTo>
                  <a:lnTo>
                    <a:pt x="62776" y="11456"/>
                  </a:lnTo>
                  <a:lnTo>
                    <a:pt x="62776" y="4811"/>
                  </a:lnTo>
                  <a:cubicBezTo>
                    <a:pt x="62776" y="2172"/>
                    <a:pt x="60604" y="0"/>
                    <a:pt x="579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48"/>
            <p:cNvSpPr/>
            <p:nvPr/>
          </p:nvSpPr>
          <p:spPr>
            <a:xfrm>
              <a:off x="7581928" y="3970164"/>
              <a:ext cx="143439" cy="172900"/>
            </a:xfrm>
            <a:custGeom>
              <a:avLst/>
              <a:gdLst/>
              <a:ahLst/>
              <a:cxnLst/>
              <a:rect l="l" t="t" r="r" b="b"/>
              <a:pathLst>
                <a:path w="9504" h="11456" extrusionOk="0">
                  <a:moveTo>
                    <a:pt x="1" y="0"/>
                  </a:moveTo>
                  <a:cubicBezTo>
                    <a:pt x="2750" y="0"/>
                    <a:pt x="4812" y="2172"/>
                    <a:pt x="4812" y="4811"/>
                  </a:cubicBezTo>
                  <a:lnTo>
                    <a:pt x="4812" y="11456"/>
                  </a:lnTo>
                  <a:lnTo>
                    <a:pt x="9504" y="11456"/>
                  </a:lnTo>
                  <a:lnTo>
                    <a:pt x="9504" y="4811"/>
                  </a:lnTo>
                  <a:cubicBezTo>
                    <a:pt x="9504" y="2172"/>
                    <a:pt x="7332" y="0"/>
                    <a:pt x="46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48"/>
            <p:cNvSpPr/>
            <p:nvPr/>
          </p:nvSpPr>
          <p:spPr>
            <a:xfrm>
              <a:off x="6984433" y="3302668"/>
              <a:ext cx="195448" cy="250777"/>
            </a:xfrm>
            <a:custGeom>
              <a:avLst/>
              <a:gdLst/>
              <a:ahLst/>
              <a:cxnLst/>
              <a:rect l="l" t="t" r="r" b="b"/>
              <a:pathLst>
                <a:path w="12950" h="16616" extrusionOk="0">
                  <a:moveTo>
                    <a:pt x="5077" y="1843"/>
                  </a:moveTo>
                  <a:cubicBezTo>
                    <a:pt x="6159" y="1843"/>
                    <a:pt x="6974" y="2090"/>
                    <a:pt x="7524" y="2594"/>
                  </a:cubicBezTo>
                  <a:cubicBezTo>
                    <a:pt x="8083" y="3080"/>
                    <a:pt x="8358" y="3813"/>
                    <a:pt x="8358" y="4784"/>
                  </a:cubicBezTo>
                  <a:cubicBezTo>
                    <a:pt x="8358" y="5756"/>
                    <a:pt x="8083" y="6498"/>
                    <a:pt x="7524" y="7002"/>
                  </a:cubicBezTo>
                  <a:cubicBezTo>
                    <a:pt x="6974" y="7497"/>
                    <a:pt x="6159" y="7744"/>
                    <a:pt x="5077" y="7744"/>
                  </a:cubicBezTo>
                  <a:lnTo>
                    <a:pt x="2246" y="7744"/>
                  </a:lnTo>
                  <a:lnTo>
                    <a:pt x="2246" y="1843"/>
                  </a:lnTo>
                  <a:close/>
                  <a:moveTo>
                    <a:pt x="0" y="1"/>
                  </a:moveTo>
                  <a:lnTo>
                    <a:pt x="0" y="16615"/>
                  </a:lnTo>
                  <a:lnTo>
                    <a:pt x="2246" y="16615"/>
                  </a:lnTo>
                  <a:lnTo>
                    <a:pt x="2246" y="9596"/>
                  </a:lnTo>
                  <a:lnTo>
                    <a:pt x="4702" y="9596"/>
                  </a:lnTo>
                  <a:cubicBezTo>
                    <a:pt x="5591" y="9596"/>
                    <a:pt x="6287" y="9770"/>
                    <a:pt x="6800" y="10136"/>
                  </a:cubicBezTo>
                  <a:cubicBezTo>
                    <a:pt x="7323" y="10503"/>
                    <a:pt x="7854" y="11236"/>
                    <a:pt x="8404" y="12354"/>
                  </a:cubicBezTo>
                  <a:lnTo>
                    <a:pt x="10530" y="16615"/>
                  </a:lnTo>
                  <a:lnTo>
                    <a:pt x="12950" y="16615"/>
                  </a:lnTo>
                  <a:lnTo>
                    <a:pt x="10668" y="12070"/>
                  </a:lnTo>
                  <a:cubicBezTo>
                    <a:pt x="10209" y="11135"/>
                    <a:pt x="9742" y="10402"/>
                    <a:pt x="9284" y="9871"/>
                  </a:cubicBezTo>
                  <a:cubicBezTo>
                    <a:pt x="8835" y="9339"/>
                    <a:pt x="8367" y="8991"/>
                    <a:pt x="7882" y="8826"/>
                  </a:cubicBezTo>
                  <a:cubicBezTo>
                    <a:pt x="8807" y="8560"/>
                    <a:pt x="9513" y="8074"/>
                    <a:pt x="9999" y="7387"/>
                  </a:cubicBezTo>
                  <a:cubicBezTo>
                    <a:pt x="10484" y="6700"/>
                    <a:pt x="10732" y="5829"/>
                    <a:pt x="10732" y="4784"/>
                  </a:cubicBezTo>
                  <a:cubicBezTo>
                    <a:pt x="10732" y="3181"/>
                    <a:pt x="10264" y="1980"/>
                    <a:pt x="9330" y="1192"/>
                  </a:cubicBezTo>
                  <a:cubicBezTo>
                    <a:pt x="8395" y="395"/>
                    <a:pt x="6974" y="1"/>
                    <a:pt x="507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48"/>
            <p:cNvSpPr/>
            <p:nvPr/>
          </p:nvSpPr>
          <p:spPr>
            <a:xfrm>
              <a:off x="7223573" y="3302668"/>
              <a:ext cx="33898" cy="250777"/>
            </a:xfrm>
            <a:custGeom>
              <a:avLst/>
              <a:gdLst/>
              <a:ahLst/>
              <a:cxnLst/>
              <a:rect l="l" t="t" r="r" b="b"/>
              <a:pathLst>
                <a:path w="2246" h="16616" extrusionOk="0">
                  <a:moveTo>
                    <a:pt x="0" y="1"/>
                  </a:moveTo>
                  <a:lnTo>
                    <a:pt x="0" y="16615"/>
                  </a:lnTo>
                  <a:lnTo>
                    <a:pt x="2246" y="16615"/>
                  </a:lnTo>
                  <a:lnTo>
                    <a:pt x="224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48"/>
            <p:cNvSpPr/>
            <p:nvPr/>
          </p:nvSpPr>
          <p:spPr>
            <a:xfrm>
              <a:off x="7324950" y="3302668"/>
              <a:ext cx="161988" cy="250777"/>
            </a:xfrm>
            <a:custGeom>
              <a:avLst/>
              <a:gdLst/>
              <a:ahLst/>
              <a:cxnLst/>
              <a:rect l="l" t="t" r="r" b="b"/>
              <a:pathLst>
                <a:path w="10733" h="16616" extrusionOk="0">
                  <a:moveTo>
                    <a:pt x="5078" y="1843"/>
                  </a:moveTo>
                  <a:cubicBezTo>
                    <a:pt x="6123" y="1843"/>
                    <a:pt x="6929" y="2118"/>
                    <a:pt x="7506" y="2658"/>
                  </a:cubicBezTo>
                  <a:cubicBezTo>
                    <a:pt x="8075" y="3199"/>
                    <a:pt x="8359" y="3969"/>
                    <a:pt x="8359" y="4959"/>
                  </a:cubicBezTo>
                  <a:cubicBezTo>
                    <a:pt x="8359" y="5967"/>
                    <a:pt x="8075" y="6736"/>
                    <a:pt x="7506" y="7277"/>
                  </a:cubicBezTo>
                  <a:cubicBezTo>
                    <a:pt x="6929" y="7818"/>
                    <a:pt x="6123" y="8093"/>
                    <a:pt x="5078" y="8093"/>
                  </a:cubicBezTo>
                  <a:lnTo>
                    <a:pt x="2246" y="8093"/>
                  </a:lnTo>
                  <a:lnTo>
                    <a:pt x="2246" y="1843"/>
                  </a:lnTo>
                  <a:close/>
                  <a:moveTo>
                    <a:pt x="1" y="1"/>
                  </a:moveTo>
                  <a:lnTo>
                    <a:pt x="1" y="16615"/>
                  </a:lnTo>
                  <a:lnTo>
                    <a:pt x="2246" y="16615"/>
                  </a:lnTo>
                  <a:lnTo>
                    <a:pt x="2246" y="9935"/>
                  </a:lnTo>
                  <a:lnTo>
                    <a:pt x="5078" y="9935"/>
                  </a:lnTo>
                  <a:cubicBezTo>
                    <a:pt x="6938" y="9935"/>
                    <a:pt x="8349" y="9513"/>
                    <a:pt x="9293" y="8679"/>
                  </a:cubicBezTo>
                  <a:cubicBezTo>
                    <a:pt x="10256" y="7836"/>
                    <a:pt x="10732" y="6599"/>
                    <a:pt x="10732" y="4959"/>
                  </a:cubicBezTo>
                  <a:cubicBezTo>
                    <a:pt x="10732" y="3336"/>
                    <a:pt x="10256" y="2108"/>
                    <a:pt x="9293" y="1265"/>
                  </a:cubicBezTo>
                  <a:cubicBezTo>
                    <a:pt x="8349" y="422"/>
                    <a:pt x="6938" y="1"/>
                    <a:pt x="50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1" name="Google Shape;2281;p48"/>
          <p:cNvGrpSpPr/>
          <p:nvPr/>
        </p:nvGrpSpPr>
        <p:grpSpPr>
          <a:xfrm>
            <a:off x="3901730" y="2843700"/>
            <a:ext cx="743441" cy="1253523"/>
            <a:chOff x="3548965" y="2854967"/>
            <a:chExt cx="743441" cy="1253523"/>
          </a:xfrm>
        </p:grpSpPr>
        <p:sp>
          <p:nvSpPr>
            <p:cNvPr id="2282" name="Google Shape;2282;p48"/>
            <p:cNvSpPr/>
            <p:nvPr/>
          </p:nvSpPr>
          <p:spPr>
            <a:xfrm>
              <a:off x="3865288" y="3403082"/>
              <a:ext cx="110658" cy="705408"/>
            </a:xfrm>
            <a:custGeom>
              <a:avLst/>
              <a:gdLst/>
              <a:ahLst/>
              <a:cxnLst/>
              <a:rect l="l" t="t" r="r" b="b"/>
              <a:pathLst>
                <a:path w="7332" h="46739" extrusionOk="0">
                  <a:moveTo>
                    <a:pt x="3666" y="1"/>
                  </a:moveTo>
                  <a:cubicBezTo>
                    <a:pt x="1723" y="1"/>
                    <a:pt x="1" y="1715"/>
                    <a:pt x="1" y="3667"/>
                  </a:cubicBezTo>
                  <a:lnTo>
                    <a:pt x="1" y="43073"/>
                  </a:lnTo>
                  <a:cubicBezTo>
                    <a:pt x="1" y="45016"/>
                    <a:pt x="1723" y="46739"/>
                    <a:pt x="3666" y="46739"/>
                  </a:cubicBezTo>
                  <a:cubicBezTo>
                    <a:pt x="5728" y="46739"/>
                    <a:pt x="7332" y="45016"/>
                    <a:pt x="7332" y="43073"/>
                  </a:cubicBezTo>
                  <a:lnTo>
                    <a:pt x="7332" y="3667"/>
                  </a:lnTo>
                  <a:cubicBezTo>
                    <a:pt x="7332" y="1715"/>
                    <a:pt x="5728" y="1"/>
                    <a:pt x="366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48"/>
            <p:cNvSpPr/>
            <p:nvPr/>
          </p:nvSpPr>
          <p:spPr>
            <a:xfrm>
              <a:off x="3548965" y="2854967"/>
              <a:ext cx="743441" cy="745222"/>
            </a:xfrm>
            <a:custGeom>
              <a:avLst/>
              <a:gdLst/>
              <a:ahLst/>
              <a:cxnLst/>
              <a:rect l="l" t="t" r="r" b="b"/>
              <a:pathLst>
                <a:path w="49259" h="49377" extrusionOk="0">
                  <a:moveTo>
                    <a:pt x="24625" y="0"/>
                  </a:moveTo>
                  <a:cubicBezTo>
                    <a:pt x="10998" y="0"/>
                    <a:pt x="1" y="10997"/>
                    <a:pt x="1" y="24634"/>
                  </a:cubicBezTo>
                  <a:cubicBezTo>
                    <a:pt x="1" y="38261"/>
                    <a:pt x="10998" y="49377"/>
                    <a:pt x="24625" y="49377"/>
                  </a:cubicBezTo>
                  <a:cubicBezTo>
                    <a:pt x="38262" y="49377"/>
                    <a:pt x="49259" y="38261"/>
                    <a:pt x="49259" y="24634"/>
                  </a:cubicBezTo>
                  <a:cubicBezTo>
                    <a:pt x="49259" y="10997"/>
                    <a:pt x="38262" y="0"/>
                    <a:pt x="2462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48"/>
            <p:cNvSpPr/>
            <p:nvPr/>
          </p:nvSpPr>
          <p:spPr>
            <a:xfrm>
              <a:off x="3647443" y="2875704"/>
              <a:ext cx="577469" cy="644706"/>
            </a:xfrm>
            <a:custGeom>
              <a:avLst/>
              <a:gdLst/>
              <a:ahLst/>
              <a:cxnLst/>
              <a:rect l="l" t="t" r="r" b="b"/>
              <a:pathLst>
                <a:path w="38262" h="42717" extrusionOk="0">
                  <a:moveTo>
                    <a:pt x="12721" y="1"/>
                  </a:moveTo>
                  <a:cubicBezTo>
                    <a:pt x="11685" y="1"/>
                    <a:pt x="10659" y="1"/>
                    <a:pt x="9623" y="120"/>
                  </a:cubicBezTo>
                  <a:cubicBezTo>
                    <a:pt x="6535" y="1265"/>
                    <a:pt x="3667" y="3098"/>
                    <a:pt x="1266" y="5270"/>
                  </a:cubicBezTo>
                  <a:cubicBezTo>
                    <a:pt x="4070" y="4299"/>
                    <a:pt x="8164" y="3240"/>
                    <a:pt x="12717" y="3240"/>
                  </a:cubicBezTo>
                  <a:cubicBezTo>
                    <a:pt x="17271" y="3240"/>
                    <a:pt x="22284" y="4299"/>
                    <a:pt x="26925" y="7561"/>
                  </a:cubicBezTo>
                  <a:cubicBezTo>
                    <a:pt x="31847" y="10998"/>
                    <a:pt x="34715" y="16267"/>
                    <a:pt x="34825" y="22224"/>
                  </a:cubicBezTo>
                  <a:cubicBezTo>
                    <a:pt x="35054" y="27723"/>
                    <a:pt x="32534" y="32882"/>
                    <a:pt x="28181" y="36319"/>
                  </a:cubicBezTo>
                  <a:cubicBezTo>
                    <a:pt x="25555" y="38390"/>
                    <a:pt x="22483" y="39464"/>
                    <a:pt x="19313" y="39464"/>
                  </a:cubicBezTo>
                  <a:cubicBezTo>
                    <a:pt x="17925" y="39464"/>
                    <a:pt x="16518" y="39258"/>
                    <a:pt x="15122" y="38839"/>
                  </a:cubicBezTo>
                  <a:cubicBezTo>
                    <a:pt x="10311" y="37464"/>
                    <a:pt x="6077" y="33569"/>
                    <a:pt x="4583" y="29326"/>
                  </a:cubicBezTo>
                  <a:cubicBezTo>
                    <a:pt x="3438" y="25890"/>
                    <a:pt x="3786" y="21995"/>
                    <a:pt x="5619" y="18677"/>
                  </a:cubicBezTo>
                  <a:cubicBezTo>
                    <a:pt x="7451" y="15351"/>
                    <a:pt x="10430" y="13060"/>
                    <a:pt x="13408" y="12372"/>
                  </a:cubicBezTo>
                  <a:cubicBezTo>
                    <a:pt x="13888" y="12277"/>
                    <a:pt x="14383" y="12230"/>
                    <a:pt x="14887" y="12230"/>
                  </a:cubicBezTo>
                  <a:cubicBezTo>
                    <a:pt x="17391" y="12230"/>
                    <a:pt x="20108" y="13391"/>
                    <a:pt x="22114" y="15580"/>
                  </a:cubicBezTo>
                  <a:cubicBezTo>
                    <a:pt x="24515" y="17990"/>
                    <a:pt x="25322" y="21078"/>
                    <a:pt x="24515" y="24057"/>
                  </a:cubicBezTo>
                  <a:cubicBezTo>
                    <a:pt x="23718" y="27035"/>
                    <a:pt x="21766" y="29097"/>
                    <a:pt x="19365" y="29555"/>
                  </a:cubicBezTo>
                  <a:cubicBezTo>
                    <a:pt x="19072" y="29614"/>
                    <a:pt x="18774" y="29643"/>
                    <a:pt x="18476" y="29643"/>
                  </a:cubicBezTo>
                  <a:cubicBezTo>
                    <a:pt x="16441" y="29643"/>
                    <a:pt x="14333" y="28316"/>
                    <a:pt x="12831" y="26119"/>
                  </a:cubicBezTo>
                  <a:cubicBezTo>
                    <a:pt x="12034" y="24973"/>
                    <a:pt x="12373" y="22682"/>
                    <a:pt x="13637" y="21427"/>
                  </a:cubicBezTo>
                  <a:cubicBezTo>
                    <a:pt x="14215" y="20844"/>
                    <a:pt x="14830" y="20555"/>
                    <a:pt x="15523" y="20555"/>
                  </a:cubicBezTo>
                  <a:cubicBezTo>
                    <a:pt x="16063" y="20555"/>
                    <a:pt x="16650" y="20730"/>
                    <a:pt x="17303" y="21078"/>
                  </a:cubicBezTo>
                  <a:lnTo>
                    <a:pt x="19017" y="18329"/>
                  </a:lnTo>
                  <a:cubicBezTo>
                    <a:pt x="17796" y="17598"/>
                    <a:pt x="16575" y="17240"/>
                    <a:pt x="15414" y="17240"/>
                  </a:cubicBezTo>
                  <a:cubicBezTo>
                    <a:pt x="13856" y="17240"/>
                    <a:pt x="12409" y="17885"/>
                    <a:pt x="11227" y="19136"/>
                  </a:cubicBezTo>
                  <a:cubicBezTo>
                    <a:pt x="8936" y="21656"/>
                    <a:pt x="8478" y="25661"/>
                    <a:pt x="10082" y="28071"/>
                  </a:cubicBezTo>
                  <a:cubicBezTo>
                    <a:pt x="12250" y="31123"/>
                    <a:pt x="15267" y="32906"/>
                    <a:pt x="18402" y="32906"/>
                  </a:cubicBezTo>
                  <a:cubicBezTo>
                    <a:pt x="18911" y="32906"/>
                    <a:pt x="19422" y="32859"/>
                    <a:pt x="19933" y="32763"/>
                  </a:cubicBezTo>
                  <a:cubicBezTo>
                    <a:pt x="23599" y="32195"/>
                    <a:pt x="26467" y="29216"/>
                    <a:pt x="27723" y="24973"/>
                  </a:cubicBezTo>
                  <a:cubicBezTo>
                    <a:pt x="28758" y="20969"/>
                    <a:pt x="27613" y="16616"/>
                    <a:pt x="24515" y="13289"/>
                  </a:cubicBezTo>
                  <a:cubicBezTo>
                    <a:pt x="21875" y="10460"/>
                    <a:pt x="18304" y="8954"/>
                    <a:pt x="14890" y="8954"/>
                  </a:cubicBezTo>
                  <a:cubicBezTo>
                    <a:pt x="14156" y="8954"/>
                    <a:pt x="13430" y="9024"/>
                    <a:pt x="12721" y="9165"/>
                  </a:cubicBezTo>
                  <a:cubicBezTo>
                    <a:pt x="8826" y="10081"/>
                    <a:pt x="5041" y="12950"/>
                    <a:pt x="2869" y="17074"/>
                  </a:cubicBezTo>
                  <a:cubicBezTo>
                    <a:pt x="459" y="21308"/>
                    <a:pt x="1" y="26009"/>
                    <a:pt x="1605" y="30472"/>
                  </a:cubicBezTo>
                  <a:cubicBezTo>
                    <a:pt x="3438" y="35741"/>
                    <a:pt x="8368" y="40213"/>
                    <a:pt x="14205" y="41927"/>
                  </a:cubicBezTo>
                  <a:cubicBezTo>
                    <a:pt x="15935" y="42458"/>
                    <a:pt x="17675" y="42716"/>
                    <a:pt x="19389" y="42716"/>
                  </a:cubicBezTo>
                  <a:cubicBezTo>
                    <a:pt x="23242" y="42716"/>
                    <a:pt x="26962" y="41410"/>
                    <a:pt x="30133" y="38949"/>
                  </a:cubicBezTo>
                  <a:cubicBezTo>
                    <a:pt x="35402" y="34825"/>
                    <a:pt x="38262" y="28758"/>
                    <a:pt x="38152" y="22114"/>
                  </a:cubicBezTo>
                  <a:cubicBezTo>
                    <a:pt x="37923" y="15122"/>
                    <a:pt x="34596" y="8936"/>
                    <a:pt x="28758" y="4931"/>
                  </a:cubicBezTo>
                  <a:cubicBezTo>
                    <a:pt x="23489" y="1146"/>
                    <a:pt x="17871" y="1"/>
                    <a:pt x="127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5" name="Google Shape;2285;p48"/>
          <p:cNvGrpSpPr/>
          <p:nvPr/>
        </p:nvGrpSpPr>
        <p:grpSpPr>
          <a:xfrm>
            <a:off x="4948784" y="2771083"/>
            <a:ext cx="402774" cy="1398758"/>
            <a:chOff x="4704391" y="2771083"/>
            <a:chExt cx="402774" cy="1398758"/>
          </a:xfrm>
        </p:grpSpPr>
        <p:sp>
          <p:nvSpPr>
            <p:cNvPr id="2286" name="Google Shape;2286;p48"/>
            <p:cNvSpPr/>
            <p:nvPr/>
          </p:nvSpPr>
          <p:spPr>
            <a:xfrm>
              <a:off x="4878935" y="2771083"/>
              <a:ext cx="55344" cy="707204"/>
            </a:xfrm>
            <a:custGeom>
              <a:avLst/>
              <a:gdLst/>
              <a:ahLst/>
              <a:cxnLst/>
              <a:rect l="l" t="t" r="r" b="b"/>
              <a:pathLst>
                <a:path w="3667" h="46858" extrusionOk="0">
                  <a:moveTo>
                    <a:pt x="1833" y="1"/>
                  </a:moveTo>
                  <a:cubicBezTo>
                    <a:pt x="807" y="1"/>
                    <a:pt x="1" y="807"/>
                    <a:pt x="1" y="1834"/>
                  </a:cubicBezTo>
                  <a:lnTo>
                    <a:pt x="1" y="45025"/>
                  </a:lnTo>
                  <a:cubicBezTo>
                    <a:pt x="1" y="46051"/>
                    <a:pt x="807" y="46857"/>
                    <a:pt x="1833" y="46857"/>
                  </a:cubicBezTo>
                  <a:cubicBezTo>
                    <a:pt x="2869" y="46857"/>
                    <a:pt x="3666" y="46051"/>
                    <a:pt x="3666" y="45025"/>
                  </a:cubicBezTo>
                  <a:lnTo>
                    <a:pt x="3666" y="1834"/>
                  </a:lnTo>
                  <a:cubicBezTo>
                    <a:pt x="3666" y="807"/>
                    <a:pt x="2869" y="1"/>
                    <a:pt x="18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48"/>
            <p:cNvSpPr/>
            <p:nvPr/>
          </p:nvSpPr>
          <p:spPr>
            <a:xfrm>
              <a:off x="4704391" y="3391234"/>
              <a:ext cx="402774" cy="778607"/>
            </a:xfrm>
            <a:custGeom>
              <a:avLst/>
              <a:gdLst/>
              <a:ahLst/>
              <a:cxnLst/>
              <a:rect l="l" t="t" r="r" b="b"/>
              <a:pathLst>
                <a:path w="26687" h="51589" extrusionOk="0">
                  <a:moveTo>
                    <a:pt x="13518" y="13557"/>
                  </a:moveTo>
                  <a:cubicBezTo>
                    <a:pt x="13628" y="13786"/>
                    <a:pt x="13628" y="14015"/>
                    <a:pt x="13628" y="14583"/>
                  </a:cubicBezTo>
                  <a:lnTo>
                    <a:pt x="13628" y="14702"/>
                  </a:lnTo>
                  <a:cubicBezTo>
                    <a:pt x="13628" y="15729"/>
                    <a:pt x="13518" y="17104"/>
                    <a:pt x="13518" y="18707"/>
                  </a:cubicBezTo>
                  <a:cubicBezTo>
                    <a:pt x="13398" y="17452"/>
                    <a:pt x="13398" y="16306"/>
                    <a:pt x="13398" y="15390"/>
                  </a:cubicBezTo>
                  <a:lnTo>
                    <a:pt x="13398" y="13786"/>
                  </a:lnTo>
                  <a:lnTo>
                    <a:pt x="13398" y="13557"/>
                  </a:lnTo>
                  <a:close/>
                  <a:moveTo>
                    <a:pt x="15231" y="14702"/>
                  </a:moveTo>
                  <a:cubicBezTo>
                    <a:pt x="15350" y="16306"/>
                    <a:pt x="15689" y="18478"/>
                    <a:pt x="16038" y="21117"/>
                  </a:cubicBezTo>
                  <a:cubicBezTo>
                    <a:pt x="15689" y="18707"/>
                    <a:pt x="15350" y="16535"/>
                    <a:pt x="15121" y="14932"/>
                  </a:cubicBezTo>
                  <a:cubicBezTo>
                    <a:pt x="15121" y="14812"/>
                    <a:pt x="15121" y="14812"/>
                    <a:pt x="15231" y="14702"/>
                  </a:cubicBezTo>
                  <a:close/>
                  <a:moveTo>
                    <a:pt x="12601" y="34176"/>
                  </a:moveTo>
                  <a:cubicBezTo>
                    <a:pt x="12711" y="34864"/>
                    <a:pt x="12711" y="35661"/>
                    <a:pt x="12711" y="36468"/>
                  </a:cubicBezTo>
                  <a:lnTo>
                    <a:pt x="12711" y="36926"/>
                  </a:lnTo>
                  <a:cubicBezTo>
                    <a:pt x="12711" y="39098"/>
                    <a:pt x="12601" y="41160"/>
                    <a:pt x="12601" y="43112"/>
                  </a:cubicBezTo>
                  <a:lnTo>
                    <a:pt x="12601" y="34176"/>
                  </a:lnTo>
                  <a:close/>
                  <a:moveTo>
                    <a:pt x="7332" y="36578"/>
                  </a:moveTo>
                  <a:cubicBezTo>
                    <a:pt x="7031" y="40332"/>
                    <a:pt x="6908" y="44087"/>
                    <a:pt x="6951" y="47478"/>
                  </a:cubicBezTo>
                  <a:lnTo>
                    <a:pt x="6951" y="47478"/>
                  </a:lnTo>
                  <a:cubicBezTo>
                    <a:pt x="6779" y="44169"/>
                    <a:pt x="7002" y="40377"/>
                    <a:pt x="7332" y="36578"/>
                  </a:cubicBezTo>
                  <a:close/>
                  <a:moveTo>
                    <a:pt x="9033" y="0"/>
                  </a:moveTo>
                  <a:cubicBezTo>
                    <a:pt x="7600" y="0"/>
                    <a:pt x="6296" y="256"/>
                    <a:pt x="6296" y="1185"/>
                  </a:cubicBezTo>
                  <a:cubicBezTo>
                    <a:pt x="6296" y="2899"/>
                    <a:pt x="8706" y="9891"/>
                    <a:pt x="9623" y="12411"/>
                  </a:cubicBezTo>
                  <a:lnTo>
                    <a:pt x="9165" y="12292"/>
                  </a:lnTo>
                  <a:lnTo>
                    <a:pt x="8587" y="14015"/>
                  </a:lnTo>
                  <a:lnTo>
                    <a:pt x="8358" y="13896"/>
                  </a:lnTo>
                  <a:cubicBezTo>
                    <a:pt x="8248" y="14125"/>
                    <a:pt x="229" y="33828"/>
                    <a:pt x="0" y="48033"/>
                  </a:cubicBezTo>
                  <a:lnTo>
                    <a:pt x="1256" y="48033"/>
                  </a:lnTo>
                  <a:cubicBezTo>
                    <a:pt x="1375" y="40472"/>
                    <a:pt x="3776" y="31198"/>
                    <a:pt x="5957" y="24325"/>
                  </a:cubicBezTo>
                  <a:lnTo>
                    <a:pt x="5957" y="24325"/>
                  </a:lnTo>
                  <a:cubicBezTo>
                    <a:pt x="5380" y="26726"/>
                    <a:pt x="4812" y="29246"/>
                    <a:pt x="4353" y="31885"/>
                  </a:cubicBezTo>
                  <a:cubicBezTo>
                    <a:pt x="3208" y="37155"/>
                    <a:pt x="2291" y="42992"/>
                    <a:pt x="2172" y="48033"/>
                  </a:cubicBezTo>
                  <a:lnTo>
                    <a:pt x="2291" y="48033"/>
                  </a:lnTo>
                  <a:lnTo>
                    <a:pt x="2291" y="49068"/>
                  </a:lnTo>
                  <a:lnTo>
                    <a:pt x="3547" y="49068"/>
                  </a:lnTo>
                  <a:cubicBezTo>
                    <a:pt x="3547" y="43799"/>
                    <a:pt x="4353" y="37723"/>
                    <a:pt x="5499" y="31995"/>
                  </a:cubicBezTo>
                  <a:lnTo>
                    <a:pt x="6525" y="27532"/>
                  </a:lnTo>
                  <a:lnTo>
                    <a:pt x="6525" y="27532"/>
                  </a:lnTo>
                  <a:cubicBezTo>
                    <a:pt x="5270" y="34286"/>
                    <a:pt x="4124" y="42305"/>
                    <a:pt x="4124" y="49068"/>
                  </a:cubicBezTo>
                  <a:lnTo>
                    <a:pt x="5270" y="49068"/>
                  </a:lnTo>
                  <a:cubicBezTo>
                    <a:pt x="5270" y="46200"/>
                    <a:pt x="5499" y="42992"/>
                    <a:pt x="5838" y="39785"/>
                  </a:cubicBezTo>
                  <a:lnTo>
                    <a:pt x="5838" y="39785"/>
                  </a:lnTo>
                  <a:cubicBezTo>
                    <a:pt x="5728" y="42653"/>
                    <a:pt x="5609" y="45513"/>
                    <a:pt x="5728" y="48033"/>
                  </a:cubicBezTo>
                  <a:lnTo>
                    <a:pt x="6959" y="48033"/>
                  </a:lnTo>
                  <a:cubicBezTo>
                    <a:pt x="6965" y="48382"/>
                    <a:pt x="6974" y="48728"/>
                    <a:pt x="6983" y="49068"/>
                  </a:cubicBezTo>
                  <a:lnTo>
                    <a:pt x="9274" y="49068"/>
                  </a:lnTo>
                  <a:cubicBezTo>
                    <a:pt x="8816" y="38529"/>
                    <a:pt x="10649" y="23518"/>
                    <a:pt x="11685" y="16187"/>
                  </a:cubicBezTo>
                  <a:lnTo>
                    <a:pt x="11685" y="16306"/>
                  </a:lnTo>
                  <a:cubicBezTo>
                    <a:pt x="10878" y="23748"/>
                    <a:pt x="9045" y="43222"/>
                    <a:pt x="10081" y="51589"/>
                  </a:cubicBezTo>
                  <a:lnTo>
                    <a:pt x="10768" y="51589"/>
                  </a:lnTo>
                  <a:lnTo>
                    <a:pt x="11914" y="51469"/>
                  </a:lnTo>
                  <a:cubicBezTo>
                    <a:pt x="11914" y="51240"/>
                    <a:pt x="11795" y="50901"/>
                    <a:pt x="11795" y="50672"/>
                  </a:cubicBezTo>
                  <a:lnTo>
                    <a:pt x="12601" y="50553"/>
                  </a:lnTo>
                  <a:lnTo>
                    <a:pt x="14205" y="50553"/>
                  </a:lnTo>
                  <a:lnTo>
                    <a:pt x="14205" y="49407"/>
                  </a:lnTo>
                  <a:lnTo>
                    <a:pt x="14315" y="49407"/>
                  </a:lnTo>
                  <a:cubicBezTo>
                    <a:pt x="14315" y="46200"/>
                    <a:pt x="14315" y="41618"/>
                    <a:pt x="14086" y="36926"/>
                  </a:cubicBezTo>
                  <a:cubicBezTo>
                    <a:pt x="14205" y="33260"/>
                    <a:pt x="14434" y="29475"/>
                    <a:pt x="14544" y="26158"/>
                  </a:cubicBezTo>
                  <a:cubicBezTo>
                    <a:pt x="15121" y="34635"/>
                    <a:pt x="15579" y="44825"/>
                    <a:pt x="15002" y="50553"/>
                  </a:cubicBezTo>
                  <a:lnTo>
                    <a:pt x="15231" y="50553"/>
                  </a:lnTo>
                  <a:lnTo>
                    <a:pt x="15231" y="51469"/>
                  </a:lnTo>
                  <a:lnTo>
                    <a:pt x="16377" y="51589"/>
                  </a:lnTo>
                  <a:lnTo>
                    <a:pt x="16606" y="51589"/>
                  </a:lnTo>
                  <a:cubicBezTo>
                    <a:pt x="16954" y="48720"/>
                    <a:pt x="16954" y="44596"/>
                    <a:pt x="16835" y="40133"/>
                  </a:cubicBezTo>
                  <a:lnTo>
                    <a:pt x="16835" y="40133"/>
                  </a:lnTo>
                  <a:cubicBezTo>
                    <a:pt x="17183" y="44596"/>
                    <a:pt x="17293" y="48610"/>
                    <a:pt x="17064" y="51469"/>
                  </a:cubicBezTo>
                  <a:lnTo>
                    <a:pt x="18210" y="51589"/>
                  </a:lnTo>
                  <a:cubicBezTo>
                    <a:pt x="18329" y="50782"/>
                    <a:pt x="18329" y="49985"/>
                    <a:pt x="18329" y="49068"/>
                  </a:cubicBezTo>
                  <a:lnTo>
                    <a:pt x="19703" y="49068"/>
                  </a:lnTo>
                  <a:lnTo>
                    <a:pt x="19703" y="48033"/>
                  </a:lnTo>
                  <a:lnTo>
                    <a:pt x="20959" y="48033"/>
                  </a:lnTo>
                  <a:cubicBezTo>
                    <a:pt x="21188" y="42882"/>
                    <a:pt x="20620" y="36468"/>
                    <a:pt x="19813" y="30621"/>
                  </a:cubicBezTo>
                  <a:lnTo>
                    <a:pt x="19813" y="30621"/>
                  </a:lnTo>
                  <a:cubicBezTo>
                    <a:pt x="20849" y="36697"/>
                    <a:pt x="21646" y="43341"/>
                    <a:pt x="21765" y="49068"/>
                  </a:cubicBezTo>
                  <a:lnTo>
                    <a:pt x="22911" y="49068"/>
                  </a:lnTo>
                  <a:cubicBezTo>
                    <a:pt x="22911" y="44138"/>
                    <a:pt x="22224" y="38639"/>
                    <a:pt x="21417" y="33370"/>
                  </a:cubicBezTo>
                  <a:lnTo>
                    <a:pt x="21417" y="33370"/>
                  </a:lnTo>
                  <a:cubicBezTo>
                    <a:pt x="22453" y="38639"/>
                    <a:pt x="23140" y="44138"/>
                    <a:pt x="23250" y="49068"/>
                  </a:cubicBezTo>
                  <a:lnTo>
                    <a:pt x="24395" y="49068"/>
                  </a:lnTo>
                  <a:lnTo>
                    <a:pt x="24395" y="48033"/>
                  </a:lnTo>
                  <a:lnTo>
                    <a:pt x="24854" y="48033"/>
                  </a:lnTo>
                  <a:cubicBezTo>
                    <a:pt x="24854" y="41618"/>
                    <a:pt x="23369" y="34176"/>
                    <a:pt x="21875" y="27762"/>
                  </a:cubicBezTo>
                  <a:lnTo>
                    <a:pt x="21875" y="27762"/>
                  </a:lnTo>
                  <a:cubicBezTo>
                    <a:pt x="23708" y="34176"/>
                    <a:pt x="25431" y="41618"/>
                    <a:pt x="25431" y="48033"/>
                  </a:cubicBezTo>
                  <a:lnTo>
                    <a:pt x="26687" y="48033"/>
                  </a:lnTo>
                  <a:cubicBezTo>
                    <a:pt x="26457" y="33828"/>
                    <a:pt x="18439" y="14125"/>
                    <a:pt x="18329" y="13896"/>
                  </a:cubicBezTo>
                  <a:lnTo>
                    <a:pt x="18100" y="14015"/>
                  </a:lnTo>
                  <a:lnTo>
                    <a:pt x="17522" y="12292"/>
                  </a:lnTo>
                  <a:cubicBezTo>
                    <a:pt x="18090" y="10156"/>
                    <a:pt x="22638" y="370"/>
                    <a:pt x="19955" y="370"/>
                  </a:cubicBezTo>
                  <a:cubicBezTo>
                    <a:pt x="19910" y="370"/>
                    <a:pt x="19863" y="373"/>
                    <a:pt x="19813" y="379"/>
                  </a:cubicBezTo>
                  <a:cubicBezTo>
                    <a:pt x="18784" y="455"/>
                    <a:pt x="17652" y="481"/>
                    <a:pt x="16599" y="481"/>
                  </a:cubicBezTo>
                  <a:cubicBezTo>
                    <a:pt x="14495" y="481"/>
                    <a:pt x="12711" y="379"/>
                    <a:pt x="12711" y="379"/>
                  </a:cubicBezTo>
                  <a:cubicBezTo>
                    <a:pt x="12711" y="379"/>
                    <a:pt x="10777" y="0"/>
                    <a:pt x="90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48"/>
            <p:cNvSpPr/>
            <p:nvPr/>
          </p:nvSpPr>
          <p:spPr>
            <a:xfrm>
              <a:off x="4816694" y="3530130"/>
              <a:ext cx="181623" cy="86465"/>
            </a:xfrm>
            <a:custGeom>
              <a:avLst/>
              <a:gdLst/>
              <a:ahLst/>
              <a:cxnLst/>
              <a:rect l="l" t="t" r="r" b="b"/>
              <a:pathLst>
                <a:path w="12034" h="5729" extrusionOk="0">
                  <a:moveTo>
                    <a:pt x="1146" y="1"/>
                  </a:moveTo>
                  <a:cubicBezTo>
                    <a:pt x="578" y="1"/>
                    <a:pt x="1" y="459"/>
                    <a:pt x="1" y="1146"/>
                  </a:cubicBezTo>
                  <a:lnTo>
                    <a:pt x="1" y="4583"/>
                  </a:lnTo>
                  <a:cubicBezTo>
                    <a:pt x="1" y="5270"/>
                    <a:pt x="578" y="5729"/>
                    <a:pt x="1146" y="5729"/>
                  </a:cubicBezTo>
                  <a:lnTo>
                    <a:pt x="10998" y="5729"/>
                  </a:lnTo>
                  <a:cubicBezTo>
                    <a:pt x="11575" y="5729"/>
                    <a:pt x="12033" y="5270"/>
                    <a:pt x="12033" y="4583"/>
                  </a:cubicBezTo>
                  <a:lnTo>
                    <a:pt x="12033" y="1146"/>
                  </a:lnTo>
                  <a:cubicBezTo>
                    <a:pt x="12033" y="459"/>
                    <a:pt x="11575" y="1"/>
                    <a:pt x="109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9" name="Google Shape;2289;p48"/>
          <p:cNvGrpSpPr/>
          <p:nvPr/>
        </p:nvGrpSpPr>
        <p:grpSpPr>
          <a:xfrm>
            <a:off x="2513737" y="2840101"/>
            <a:ext cx="1084381" cy="1260722"/>
            <a:chOff x="2189013" y="2840093"/>
            <a:chExt cx="1084381" cy="1260722"/>
          </a:xfrm>
        </p:grpSpPr>
        <p:sp>
          <p:nvSpPr>
            <p:cNvPr id="2290" name="Google Shape;2290;p48"/>
            <p:cNvSpPr/>
            <p:nvPr/>
          </p:nvSpPr>
          <p:spPr>
            <a:xfrm>
              <a:off x="2550931" y="3735651"/>
              <a:ext cx="361933" cy="365163"/>
            </a:xfrm>
            <a:custGeom>
              <a:avLst/>
              <a:gdLst/>
              <a:ahLst/>
              <a:cxnLst/>
              <a:rect l="l" t="t" r="r" b="b"/>
              <a:pathLst>
                <a:path w="23981" h="24195" extrusionOk="0">
                  <a:moveTo>
                    <a:pt x="18125" y="1"/>
                  </a:moveTo>
                  <a:cubicBezTo>
                    <a:pt x="11201" y="1"/>
                    <a:pt x="1" y="3666"/>
                    <a:pt x="1" y="3666"/>
                  </a:cubicBezTo>
                  <a:cubicBezTo>
                    <a:pt x="1" y="3666"/>
                    <a:pt x="4931" y="23718"/>
                    <a:pt x="10998" y="24176"/>
                  </a:cubicBezTo>
                  <a:cubicBezTo>
                    <a:pt x="11127" y="24188"/>
                    <a:pt x="11256" y="24194"/>
                    <a:pt x="11384" y="24194"/>
                  </a:cubicBezTo>
                  <a:cubicBezTo>
                    <a:pt x="17152" y="24194"/>
                    <a:pt x="21576" y="11852"/>
                    <a:pt x="23369" y="3666"/>
                  </a:cubicBezTo>
                  <a:cubicBezTo>
                    <a:pt x="23980" y="917"/>
                    <a:pt x="21587" y="1"/>
                    <a:pt x="181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48"/>
            <p:cNvSpPr/>
            <p:nvPr/>
          </p:nvSpPr>
          <p:spPr>
            <a:xfrm>
              <a:off x="2352178" y="2945619"/>
              <a:ext cx="757266" cy="926695"/>
            </a:xfrm>
            <a:custGeom>
              <a:avLst/>
              <a:gdLst/>
              <a:ahLst/>
              <a:cxnLst/>
              <a:rect l="l" t="t" r="r" b="b"/>
              <a:pathLst>
                <a:path w="50175" h="61401" extrusionOk="0">
                  <a:moveTo>
                    <a:pt x="25083" y="0"/>
                  </a:moveTo>
                  <a:cubicBezTo>
                    <a:pt x="11227" y="0"/>
                    <a:pt x="1" y="13747"/>
                    <a:pt x="1" y="30701"/>
                  </a:cubicBezTo>
                  <a:cubicBezTo>
                    <a:pt x="1" y="47654"/>
                    <a:pt x="11227" y="61401"/>
                    <a:pt x="25083" y="61401"/>
                  </a:cubicBezTo>
                  <a:cubicBezTo>
                    <a:pt x="38949" y="61401"/>
                    <a:pt x="50175" y="47654"/>
                    <a:pt x="50175" y="30701"/>
                  </a:cubicBezTo>
                  <a:cubicBezTo>
                    <a:pt x="50175" y="13747"/>
                    <a:pt x="38949" y="0"/>
                    <a:pt x="2508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48"/>
            <p:cNvSpPr/>
            <p:nvPr/>
          </p:nvSpPr>
          <p:spPr>
            <a:xfrm>
              <a:off x="2519948" y="3149410"/>
              <a:ext cx="421866" cy="600017"/>
            </a:xfrm>
            <a:custGeom>
              <a:avLst/>
              <a:gdLst/>
              <a:ahLst/>
              <a:cxnLst/>
              <a:rect l="l" t="t" r="r" b="b"/>
              <a:pathLst>
                <a:path w="27952" h="39756" extrusionOk="0">
                  <a:moveTo>
                    <a:pt x="13976" y="1"/>
                  </a:moveTo>
                  <a:cubicBezTo>
                    <a:pt x="6306" y="1"/>
                    <a:pt x="1" y="8826"/>
                    <a:pt x="1" y="19823"/>
                  </a:cubicBezTo>
                  <a:cubicBezTo>
                    <a:pt x="1" y="30820"/>
                    <a:pt x="6306" y="39755"/>
                    <a:pt x="13976" y="39755"/>
                  </a:cubicBezTo>
                  <a:cubicBezTo>
                    <a:pt x="21656" y="39755"/>
                    <a:pt x="27951" y="30820"/>
                    <a:pt x="27951" y="19823"/>
                  </a:cubicBezTo>
                  <a:cubicBezTo>
                    <a:pt x="27951" y="8826"/>
                    <a:pt x="21656" y="1"/>
                    <a:pt x="139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48"/>
            <p:cNvSpPr/>
            <p:nvPr/>
          </p:nvSpPr>
          <p:spPr>
            <a:xfrm>
              <a:off x="2658118" y="3082131"/>
              <a:ext cx="159075" cy="252437"/>
            </a:xfrm>
            <a:custGeom>
              <a:avLst/>
              <a:gdLst/>
              <a:ahLst/>
              <a:cxnLst/>
              <a:rect l="l" t="t" r="r" b="b"/>
              <a:pathLst>
                <a:path w="10540" h="16726" extrusionOk="0">
                  <a:moveTo>
                    <a:pt x="1953" y="1"/>
                  </a:moveTo>
                  <a:lnTo>
                    <a:pt x="1" y="7909"/>
                  </a:lnTo>
                  <a:cubicBezTo>
                    <a:pt x="1" y="7909"/>
                    <a:pt x="1834" y="13866"/>
                    <a:pt x="5270" y="16725"/>
                  </a:cubicBezTo>
                  <a:cubicBezTo>
                    <a:pt x="8936" y="14095"/>
                    <a:pt x="10540" y="7909"/>
                    <a:pt x="10540" y="7909"/>
                  </a:cubicBezTo>
                  <a:lnTo>
                    <a:pt x="8139" y="459"/>
                  </a:lnTo>
                  <a:lnTo>
                    <a:pt x="195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48"/>
            <p:cNvSpPr/>
            <p:nvPr/>
          </p:nvSpPr>
          <p:spPr>
            <a:xfrm>
              <a:off x="2774028" y="3042438"/>
              <a:ext cx="190196" cy="188400"/>
            </a:xfrm>
            <a:custGeom>
              <a:avLst/>
              <a:gdLst/>
              <a:ahLst/>
              <a:cxnLst/>
              <a:rect l="l" t="t" r="r" b="b"/>
              <a:pathLst>
                <a:path w="12602" h="12483" extrusionOk="0">
                  <a:moveTo>
                    <a:pt x="6296" y="0"/>
                  </a:moveTo>
                  <a:cubicBezTo>
                    <a:pt x="2750" y="0"/>
                    <a:pt x="0" y="2750"/>
                    <a:pt x="0" y="6186"/>
                  </a:cubicBezTo>
                  <a:cubicBezTo>
                    <a:pt x="0" y="9733"/>
                    <a:pt x="2750" y="12482"/>
                    <a:pt x="6296" y="12482"/>
                  </a:cubicBezTo>
                  <a:cubicBezTo>
                    <a:pt x="9733" y="12482"/>
                    <a:pt x="12601" y="9733"/>
                    <a:pt x="12601" y="6186"/>
                  </a:cubicBezTo>
                  <a:cubicBezTo>
                    <a:pt x="12601" y="2750"/>
                    <a:pt x="9733" y="0"/>
                    <a:pt x="62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48"/>
            <p:cNvSpPr/>
            <p:nvPr/>
          </p:nvSpPr>
          <p:spPr>
            <a:xfrm>
              <a:off x="2801693" y="3049350"/>
              <a:ext cx="134867" cy="133071"/>
            </a:xfrm>
            <a:custGeom>
              <a:avLst/>
              <a:gdLst/>
              <a:ahLst/>
              <a:cxnLst/>
              <a:rect l="l" t="t" r="r" b="b"/>
              <a:pathLst>
                <a:path w="8936" h="8817" extrusionOk="0">
                  <a:moveTo>
                    <a:pt x="4463" y="1"/>
                  </a:moveTo>
                  <a:cubicBezTo>
                    <a:pt x="1943" y="1"/>
                    <a:pt x="0" y="1943"/>
                    <a:pt x="0" y="4464"/>
                  </a:cubicBezTo>
                  <a:cubicBezTo>
                    <a:pt x="0" y="6874"/>
                    <a:pt x="1943" y="8817"/>
                    <a:pt x="4463" y="8817"/>
                  </a:cubicBezTo>
                  <a:cubicBezTo>
                    <a:pt x="6983" y="8817"/>
                    <a:pt x="8935" y="6874"/>
                    <a:pt x="8935" y="4464"/>
                  </a:cubicBezTo>
                  <a:cubicBezTo>
                    <a:pt x="8935" y="1943"/>
                    <a:pt x="6983" y="1"/>
                    <a:pt x="44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48"/>
            <p:cNvSpPr/>
            <p:nvPr/>
          </p:nvSpPr>
          <p:spPr>
            <a:xfrm>
              <a:off x="2841386" y="3132344"/>
              <a:ext cx="32932" cy="22412"/>
            </a:xfrm>
            <a:custGeom>
              <a:avLst/>
              <a:gdLst/>
              <a:ahLst/>
              <a:cxnLst/>
              <a:rect l="l" t="t" r="r" b="b"/>
              <a:pathLst>
                <a:path w="2182" h="1485" extrusionOk="0">
                  <a:moveTo>
                    <a:pt x="1146" y="0"/>
                  </a:moveTo>
                  <a:cubicBezTo>
                    <a:pt x="459" y="0"/>
                    <a:pt x="0" y="229"/>
                    <a:pt x="0" y="688"/>
                  </a:cubicBezTo>
                  <a:cubicBezTo>
                    <a:pt x="0" y="1146"/>
                    <a:pt x="459" y="1485"/>
                    <a:pt x="1146" y="1485"/>
                  </a:cubicBezTo>
                  <a:cubicBezTo>
                    <a:pt x="1723" y="1485"/>
                    <a:pt x="2182" y="1146"/>
                    <a:pt x="2182" y="688"/>
                  </a:cubicBezTo>
                  <a:cubicBezTo>
                    <a:pt x="2182" y="229"/>
                    <a:pt x="1723" y="0"/>
                    <a:pt x="11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48"/>
            <p:cNvSpPr/>
            <p:nvPr/>
          </p:nvSpPr>
          <p:spPr>
            <a:xfrm>
              <a:off x="2523266" y="3042438"/>
              <a:ext cx="191992" cy="188400"/>
            </a:xfrm>
            <a:custGeom>
              <a:avLst/>
              <a:gdLst/>
              <a:ahLst/>
              <a:cxnLst/>
              <a:rect l="l" t="t" r="r" b="b"/>
              <a:pathLst>
                <a:path w="12721" h="12483" extrusionOk="0">
                  <a:moveTo>
                    <a:pt x="6416" y="0"/>
                  </a:moveTo>
                  <a:cubicBezTo>
                    <a:pt x="2869" y="0"/>
                    <a:pt x="1" y="2750"/>
                    <a:pt x="1" y="6186"/>
                  </a:cubicBezTo>
                  <a:cubicBezTo>
                    <a:pt x="1" y="9733"/>
                    <a:pt x="2869" y="12482"/>
                    <a:pt x="6416" y="12482"/>
                  </a:cubicBezTo>
                  <a:cubicBezTo>
                    <a:pt x="9852" y="12482"/>
                    <a:pt x="12721" y="9733"/>
                    <a:pt x="12721" y="6186"/>
                  </a:cubicBezTo>
                  <a:cubicBezTo>
                    <a:pt x="12721" y="2750"/>
                    <a:pt x="9852" y="0"/>
                    <a:pt x="64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48"/>
            <p:cNvSpPr/>
            <p:nvPr/>
          </p:nvSpPr>
          <p:spPr>
            <a:xfrm>
              <a:off x="2550931" y="3049350"/>
              <a:ext cx="136663" cy="133071"/>
            </a:xfrm>
            <a:custGeom>
              <a:avLst/>
              <a:gdLst/>
              <a:ahLst/>
              <a:cxnLst/>
              <a:rect l="l" t="t" r="r" b="b"/>
              <a:pathLst>
                <a:path w="9055" h="8817" extrusionOk="0">
                  <a:moveTo>
                    <a:pt x="4583" y="1"/>
                  </a:moveTo>
                  <a:cubicBezTo>
                    <a:pt x="2062" y="1"/>
                    <a:pt x="1" y="1943"/>
                    <a:pt x="1" y="4464"/>
                  </a:cubicBezTo>
                  <a:cubicBezTo>
                    <a:pt x="1" y="6874"/>
                    <a:pt x="2062" y="8817"/>
                    <a:pt x="4583" y="8817"/>
                  </a:cubicBezTo>
                  <a:cubicBezTo>
                    <a:pt x="6993" y="8817"/>
                    <a:pt x="9055" y="6874"/>
                    <a:pt x="9055" y="4464"/>
                  </a:cubicBezTo>
                  <a:cubicBezTo>
                    <a:pt x="9055" y="1943"/>
                    <a:pt x="6993" y="1"/>
                    <a:pt x="45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48"/>
            <p:cNvSpPr/>
            <p:nvPr/>
          </p:nvSpPr>
          <p:spPr>
            <a:xfrm>
              <a:off x="2613172" y="3132344"/>
              <a:ext cx="34592" cy="22412"/>
            </a:xfrm>
            <a:custGeom>
              <a:avLst/>
              <a:gdLst/>
              <a:ahLst/>
              <a:cxnLst/>
              <a:rect l="l" t="t" r="r" b="b"/>
              <a:pathLst>
                <a:path w="2292" h="1485" extrusionOk="0">
                  <a:moveTo>
                    <a:pt x="1146" y="0"/>
                  </a:moveTo>
                  <a:cubicBezTo>
                    <a:pt x="578" y="0"/>
                    <a:pt x="0" y="229"/>
                    <a:pt x="0" y="688"/>
                  </a:cubicBezTo>
                  <a:cubicBezTo>
                    <a:pt x="0" y="1146"/>
                    <a:pt x="578" y="1485"/>
                    <a:pt x="1146" y="1485"/>
                  </a:cubicBezTo>
                  <a:cubicBezTo>
                    <a:pt x="1723" y="1485"/>
                    <a:pt x="2291" y="1146"/>
                    <a:pt x="2291" y="688"/>
                  </a:cubicBezTo>
                  <a:cubicBezTo>
                    <a:pt x="2291" y="229"/>
                    <a:pt x="1723" y="0"/>
                    <a:pt x="11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48"/>
            <p:cNvSpPr/>
            <p:nvPr/>
          </p:nvSpPr>
          <p:spPr>
            <a:xfrm>
              <a:off x="2373398" y="2840093"/>
              <a:ext cx="714856" cy="292327"/>
            </a:xfrm>
            <a:custGeom>
              <a:avLst/>
              <a:gdLst/>
              <a:ahLst/>
              <a:cxnLst/>
              <a:rect l="l" t="t" r="r" b="b"/>
              <a:pathLst>
                <a:path w="47365" h="19369" extrusionOk="0">
                  <a:moveTo>
                    <a:pt x="2489" y="0"/>
                  </a:moveTo>
                  <a:lnTo>
                    <a:pt x="2489" y="0"/>
                  </a:lnTo>
                  <a:cubicBezTo>
                    <a:pt x="0" y="10408"/>
                    <a:pt x="11473" y="19368"/>
                    <a:pt x="23234" y="19368"/>
                  </a:cubicBezTo>
                  <a:cubicBezTo>
                    <a:pt x="23381" y="19368"/>
                    <a:pt x="23529" y="19367"/>
                    <a:pt x="23677" y="19364"/>
                  </a:cubicBezTo>
                  <a:cubicBezTo>
                    <a:pt x="23825" y="19367"/>
                    <a:pt x="23973" y="19368"/>
                    <a:pt x="24120" y="19368"/>
                  </a:cubicBezTo>
                  <a:cubicBezTo>
                    <a:pt x="35881" y="19368"/>
                    <a:pt x="47364" y="10408"/>
                    <a:pt x="44984" y="0"/>
                  </a:cubicBezTo>
                  <a:lnTo>
                    <a:pt x="44984" y="0"/>
                  </a:lnTo>
                  <a:cubicBezTo>
                    <a:pt x="41896" y="5389"/>
                    <a:pt x="25858" y="6415"/>
                    <a:pt x="23677" y="6534"/>
                  </a:cubicBezTo>
                  <a:cubicBezTo>
                    <a:pt x="21615" y="6415"/>
                    <a:pt x="5468" y="5389"/>
                    <a:pt x="248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48"/>
            <p:cNvSpPr/>
            <p:nvPr/>
          </p:nvSpPr>
          <p:spPr>
            <a:xfrm>
              <a:off x="2189013" y="3182406"/>
              <a:ext cx="271710" cy="422590"/>
            </a:xfrm>
            <a:custGeom>
              <a:avLst/>
              <a:gdLst/>
              <a:ahLst/>
              <a:cxnLst/>
              <a:rect l="l" t="t" r="r" b="b"/>
              <a:pathLst>
                <a:path w="18003" h="28000" extrusionOk="0">
                  <a:moveTo>
                    <a:pt x="14019" y="1"/>
                  </a:moveTo>
                  <a:cubicBezTo>
                    <a:pt x="14019" y="1"/>
                    <a:pt x="3132" y="10659"/>
                    <a:pt x="960" y="20849"/>
                  </a:cubicBezTo>
                  <a:cubicBezTo>
                    <a:pt x="0" y="25541"/>
                    <a:pt x="1099" y="27033"/>
                    <a:pt x="2664" y="27033"/>
                  </a:cubicBezTo>
                  <a:cubicBezTo>
                    <a:pt x="4461" y="27033"/>
                    <a:pt x="6873" y="25065"/>
                    <a:pt x="7485" y="23718"/>
                  </a:cubicBezTo>
                  <a:lnTo>
                    <a:pt x="7485" y="23718"/>
                  </a:lnTo>
                  <a:cubicBezTo>
                    <a:pt x="7053" y="26468"/>
                    <a:pt x="7689" y="28000"/>
                    <a:pt x="8747" y="28000"/>
                  </a:cubicBezTo>
                  <a:cubicBezTo>
                    <a:pt x="9933" y="28000"/>
                    <a:pt x="11651" y="26070"/>
                    <a:pt x="12983" y="21766"/>
                  </a:cubicBezTo>
                  <a:cubicBezTo>
                    <a:pt x="13191" y="22527"/>
                    <a:pt x="13466" y="22878"/>
                    <a:pt x="13768" y="22878"/>
                  </a:cubicBezTo>
                  <a:cubicBezTo>
                    <a:pt x="15466" y="22878"/>
                    <a:pt x="18003" y="11773"/>
                    <a:pt x="140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48"/>
            <p:cNvSpPr/>
            <p:nvPr/>
          </p:nvSpPr>
          <p:spPr>
            <a:xfrm>
              <a:off x="3001035" y="3182406"/>
              <a:ext cx="272359" cy="422590"/>
            </a:xfrm>
            <a:custGeom>
              <a:avLst/>
              <a:gdLst/>
              <a:ahLst/>
              <a:cxnLst/>
              <a:rect l="l" t="t" r="r" b="b"/>
              <a:pathLst>
                <a:path w="18046" h="28000" extrusionOk="0">
                  <a:moveTo>
                    <a:pt x="4085" y="1"/>
                  </a:moveTo>
                  <a:lnTo>
                    <a:pt x="4085" y="1"/>
                  </a:lnTo>
                  <a:cubicBezTo>
                    <a:pt x="0" y="11773"/>
                    <a:pt x="2607" y="22878"/>
                    <a:pt x="4329" y="22878"/>
                  </a:cubicBezTo>
                  <a:cubicBezTo>
                    <a:pt x="4635" y="22878"/>
                    <a:pt x="4913" y="22527"/>
                    <a:pt x="5121" y="21766"/>
                  </a:cubicBezTo>
                  <a:cubicBezTo>
                    <a:pt x="6391" y="26070"/>
                    <a:pt x="8112" y="28000"/>
                    <a:pt x="9298" y="28000"/>
                  </a:cubicBezTo>
                  <a:cubicBezTo>
                    <a:pt x="10355" y="28000"/>
                    <a:pt x="10988" y="26468"/>
                    <a:pt x="10500" y="23718"/>
                  </a:cubicBezTo>
                  <a:lnTo>
                    <a:pt x="10500" y="23718"/>
                  </a:lnTo>
                  <a:cubicBezTo>
                    <a:pt x="11176" y="25065"/>
                    <a:pt x="13617" y="27033"/>
                    <a:pt x="15412" y="27033"/>
                  </a:cubicBezTo>
                  <a:cubicBezTo>
                    <a:pt x="16974" y="27033"/>
                    <a:pt x="18045" y="25541"/>
                    <a:pt x="17034" y="20849"/>
                  </a:cubicBezTo>
                  <a:cubicBezTo>
                    <a:pt x="14853" y="10659"/>
                    <a:pt x="4085" y="1"/>
                    <a:pt x="40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48"/>
            <p:cNvSpPr/>
            <p:nvPr/>
          </p:nvSpPr>
          <p:spPr>
            <a:xfrm>
              <a:off x="2341809" y="3801349"/>
              <a:ext cx="778018" cy="70965"/>
            </a:xfrm>
            <a:custGeom>
              <a:avLst/>
              <a:gdLst/>
              <a:ahLst/>
              <a:cxnLst/>
              <a:rect l="l" t="t" r="r" b="b"/>
              <a:pathLst>
                <a:path w="51550" h="4702" extrusionOk="0">
                  <a:moveTo>
                    <a:pt x="0" y="1"/>
                  </a:moveTo>
                  <a:lnTo>
                    <a:pt x="0" y="4702"/>
                  </a:lnTo>
                  <a:lnTo>
                    <a:pt x="51549" y="4702"/>
                  </a:lnTo>
                  <a:lnTo>
                    <a:pt x="5154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48"/>
            <p:cNvSpPr/>
            <p:nvPr/>
          </p:nvSpPr>
          <p:spPr>
            <a:xfrm>
              <a:off x="2445540" y="3766395"/>
              <a:ext cx="216049" cy="141417"/>
            </a:xfrm>
            <a:custGeom>
              <a:avLst/>
              <a:gdLst/>
              <a:ahLst/>
              <a:cxnLst/>
              <a:rect l="l" t="t" r="r" b="b"/>
              <a:pathLst>
                <a:path w="14315" h="9370" extrusionOk="0">
                  <a:moveTo>
                    <a:pt x="7359" y="1"/>
                  </a:moveTo>
                  <a:cubicBezTo>
                    <a:pt x="5767" y="1"/>
                    <a:pt x="4144" y="359"/>
                    <a:pt x="2979" y="1061"/>
                  </a:cubicBezTo>
                  <a:cubicBezTo>
                    <a:pt x="0" y="2665"/>
                    <a:pt x="798" y="5982"/>
                    <a:pt x="2062" y="7247"/>
                  </a:cubicBezTo>
                  <a:cubicBezTo>
                    <a:pt x="3649" y="8892"/>
                    <a:pt x="5591" y="9369"/>
                    <a:pt x="7198" y="9369"/>
                  </a:cubicBezTo>
                  <a:cubicBezTo>
                    <a:pt x="8609" y="9369"/>
                    <a:pt x="9763" y="9001"/>
                    <a:pt x="10191" y="8732"/>
                  </a:cubicBezTo>
                  <a:cubicBezTo>
                    <a:pt x="11456" y="8044"/>
                    <a:pt x="14315" y="5872"/>
                    <a:pt x="12601" y="2317"/>
                  </a:cubicBezTo>
                  <a:cubicBezTo>
                    <a:pt x="11922" y="758"/>
                    <a:pt x="9674" y="1"/>
                    <a:pt x="735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48"/>
            <p:cNvSpPr/>
            <p:nvPr/>
          </p:nvSpPr>
          <p:spPr>
            <a:xfrm>
              <a:off x="2777484" y="3766395"/>
              <a:ext cx="216064" cy="141417"/>
            </a:xfrm>
            <a:custGeom>
              <a:avLst/>
              <a:gdLst/>
              <a:ahLst/>
              <a:cxnLst/>
              <a:rect l="l" t="t" r="r" b="b"/>
              <a:pathLst>
                <a:path w="14316" h="9370" extrusionOk="0">
                  <a:moveTo>
                    <a:pt x="6957" y="1"/>
                  </a:moveTo>
                  <a:cubicBezTo>
                    <a:pt x="4642" y="1"/>
                    <a:pt x="2393" y="758"/>
                    <a:pt x="1714" y="2317"/>
                  </a:cubicBezTo>
                  <a:cubicBezTo>
                    <a:pt x="1" y="5872"/>
                    <a:pt x="2860" y="8044"/>
                    <a:pt x="4124" y="8732"/>
                  </a:cubicBezTo>
                  <a:cubicBezTo>
                    <a:pt x="4553" y="9001"/>
                    <a:pt x="5706" y="9369"/>
                    <a:pt x="7117" y="9369"/>
                  </a:cubicBezTo>
                  <a:cubicBezTo>
                    <a:pt x="8725" y="9369"/>
                    <a:pt x="10667" y="8892"/>
                    <a:pt x="12253" y="7247"/>
                  </a:cubicBezTo>
                  <a:cubicBezTo>
                    <a:pt x="13518" y="5982"/>
                    <a:pt x="14315" y="2665"/>
                    <a:pt x="11337" y="1061"/>
                  </a:cubicBezTo>
                  <a:cubicBezTo>
                    <a:pt x="10172" y="359"/>
                    <a:pt x="8549" y="1"/>
                    <a:pt x="69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2309"/>
        <p:cNvGrpSpPr/>
        <p:nvPr/>
      </p:nvGrpSpPr>
      <p:grpSpPr>
        <a:xfrm>
          <a:off x="0" y="0"/>
          <a:ext cx="0" cy="0"/>
          <a:chOff x="0" y="0"/>
          <a:chExt cx="0" cy="0"/>
        </a:xfrm>
      </p:grpSpPr>
      <p:sp>
        <p:nvSpPr>
          <p:cNvPr id="2310" name="Google Shape;2310;p4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Resources</a:t>
            </a:r>
            <a:endParaRPr/>
          </a:p>
        </p:txBody>
      </p:sp>
      <p:sp>
        <p:nvSpPr>
          <p:cNvPr id="2311" name="Google Shape;2311;p49"/>
          <p:cNvSpPr txBox="1">
            <a:spLocks noGrp="1"/>
          </p:cNvSpPr>
          <p:nvPr>
            <p:ph type="body" idx="1"/>
          </p:nvPr>
        </p:nvSpPr>
        <p:spPr>
          <a:xfrm>
            <a:off x="720000" y="1258412"/>
            <a:ext cx="3726300" cy="3084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400">
                <a:solidFill>
                  <a:schemeClr val="dk1"/>
                </a:solidFill>
              </a:rPr>
              <a:t>Did you like the resources used in this template? Get them for free at our other websites:</a:t>
            </a:r>
            <a:endParaRPr sz="1400">
              <a:solidFill>
                <a:schemeClr val="dk1"/>
              </a:solidFill>
            </a:endParaRPr>
          </a:p>
          <a:p>
            <a:pPr marL="0" lvl="0" indent="0" algn="l" rtl="0">
              <a:spcBef>
                <a:spcPts val="1000"/>
              </a:spcBef>
              <a:spcAft>
                <a:spcPts val="0"/>
              </a:spcAft>
              <a:buNone/>
            </a:pPr>
            <a:r>
              <a:rPr lang="en" sz="1600">
                <a:latin typeface="Aclonica"/>
                <a:ea typeface="Aclonica"/>
                <a:cs typeface="Aclonica"/>
                <a:sym typeface="Aclonica"/>
              </a:rPr>
              <a:t>Vectors:</a:t>
            </a:r>
            <a:endParaRPr sz="1600">
              <a:latin typeface="Aclonica"/>
              <a:ea typeface="Aclonica"/>
              <a:cs typeface="Aclonica"/>
              <a:sym typeface="Aclonica"/>
            </a:endParaRPr>
          </a:p>
          <a:p>
            <a:pPr marL="457200" lvl="0" indent="-317500" algn="l" rtl="0">
              <a:spcBef>
                <a:spcPts val="0"/>
              </a:spcBef>
              <a:spcAft>
                <a:spcPts val="0"/>
              </a:spcAft>
              <a:buSzPts val="1400"/>
              <a:buChar char="●"/>
            </a:pPr>
            <a:r>
              <a:rPr lang="en" sz="1400" u="sng">
                <a:solidFill>
                  <a:schemeClr val="hlink"/>
                </a:solidFill>
                <a:hlinkClick r:id="rId3"/>
              </a:rPr>
              <a:t>Halloween forest background</a:t>
            </a:r>
            <a:endParaRPr sz="1400">
              <a:latin typeface="Aclonica"/>
              <a:ea typeface="Aclonica"/>
              <a:cs typeface="Aclonica"/>
              <a:sym typeface="Aclonica"/>
            </a:endParaRPr>
          </a:p>
          <a:p>
            <a:pPr marL="457200" lvl="0" indent="-317500" algn="l" rtl="0">
              <a:spcBef>
                <a:spcPts val="0"/>
              </a:spcBef>
              <a:spcAft>
                <a:spcPts val="0"/>
              </a:spcAft>
              <a:buSzPts val="1400"/>
              <a:buFont typeface="Aclonica"/>
              <a:buChar char="●"/>
            </a:pPr>
            <a:r>
              <a:rPr lang="en" sz="1400" u="sng">
                <a:solidFill>
                  <a:schemeClr val="hlink"/>
                </a:solidFill>
                <a:hlinkClick r:id="rId4"/>
              </a:rPr>
              <a:t>Flat design forest landscape I</a:t>
            </a:r>
            <a:endParaRPr sz="1400">
              <a:latin typeface="Aclonica"/>
              <a:ea typeface="Aclonica"/>
              <a:cs typeface="Aclonica"/>
              <a:sym typeface="Aclonica"/>
            </a:endParaRPr>
          </a:p>
          <a:p>
            <a:pPr marL="457200" lvl="0" indent="-317500" algn="l" rtl="0">
              <a:spcBef>
                <a:spcPts val="0"/>
              </a:spcBef>
              <a:spcAft>
                <a:spcPts val="0"/>
              </a:spcAft>
              <a:buSzPts val="1400"/>
              <a:buFont typeface="Aclonica"/>
              <a:buChar char="●"/>
            </a:pPr>
            <a:r>
              <a:rPr lang="en" sz="1400" u="sng">
                <a:solidFill>
                  <a:schemeClr val="hlink"/>
                </a:solidFill>
                <a:hlinkClick r:id="rId5"/>
              </a:rPr>
              <a:t>Flat design forest landscape II</a:t>
            </a:r>
            <a:endParaRPr sz="1400">
              <a:latin typeface="Aclonica"/>
              <a:ea typeface="Aclonica"/>
              <a:cs typeface="Aclonica"/>
              <a:sym typeface="Aclonica"/>
            </a:endParaRPr>
          </a:p>
          <a:p>
            <a:pPr marL="457200" lvl="0" indent="-317500" algn="l" rtl="0">
              <a:spcBef>
                <a:spcPts val="0"/>
              </a:spcBef>
              <a:spcAft>
                <a:spcPts val="0"/>
              </a:spcAft>
              <a:buSzPts val="1400"/>
              <a:buFont typeface="Aclonica"/>
              <a:buChar char="●"/>
            </a:pPr>
            <a:r>
              <a:rPr lang="en" sz="1400" u="sng">
                <a:solidFill>
                  <a:schemeClr val="hlink"/>
                </a:solidFill>
                <a:hlinkClick r:id="rId6"/>
              </a:rPr>
              <a:t>Flat design forest landscape III</a:t>
            </a:r>
            <a:endParaRPr sz="1400">
              <a:latin typeface="Aclonica"/>
              <a:ea typeface="Aclonica"/>
              <a:cs typeface="Aclonica"/>
              <a:sym typeface="Aclonica"/>
            </a:endParaRPr>
          </a:p>
          <a:p>
            <a:pPr marL="457200" lvl="0" indent="-317500" algn="l" rtl="0">
              <a:spcBef>
                <a:spcPts val="0"/>
              </a:spcBef>
              <a:spcAft>
                <a:spcPts val="0"/>
              </a:spcAft>
              <a:buSzPts val="1400"/>
              <a:buFont typeface="Aclonica"/>
              <a:buChar char="●"/>
            </a:pPr>
            <a:r>
              <a:rPr lang="en" sz="1400" u="sng">
                <a:solidFill>
                  <a:schemeClr val="hlink"/>
                </a:solidFill>
                <a:hlinkClick r:id="rId7"/>
              </a:rPr>
              <a:t>Template of halloween evil pumpkins and witches</a:t>
            </a:r>
            <a:endParaRPr sz="1400">
              <a:latin typeface="Aclonica"/>
              <a:ea typeface="Aclonica"/>
              <a:cs typeface="Aclonica"/>
              <a:sym typeface="Aclonica"/>
            </a:endParaRPr>
          </a:p>
          <a:p>
            <a:pPr marL="457200" lvl="0" indent="-317500" algn="l" rtl="0">
              <a:spcBef>
                <a:spcPts val="0"/>
              </a:spcBef>
              <a:spcAft>
                <a:spcPts val="0"/>
              </a:spcAft>
              <a:buSzPts val="1400"/>
              <a:buFont typeface="Aclonica"/>
              <a:buChar char="●"/>
            </a:pPr>
            <a:r>
              <a:rPr lang="en" sz="1400" u="sng">
                <a:solidFill>
                  <a:schemeClr val="hlink"/>
                </a:solidFill>
                <a:hlinkClick r:id="rId8"/>
              </a:rPr>
              <a:t>Hand drawn halloween background</a:t>
            </a:r>
            <a:endParaRPr sz="1400">
              <a:latin typeface="Aclonica"/>
              <a:ea typeface="Aclonica"/>
              <a:cs typeface="Aclonica"/>
              <a:sym typeface="Aclonica"/>
            </a:endParaRPr>
          </a:p>
          <a:p>
            <a:pPr marL="457200" lvl="0" indent="-317500" algn="l" rtl="0">
              <a:spcBef>
                <a:spcPts val="0"/>
              </a:spcBef>
              <a:spcAft>
                <a:spcPts val="0"/>
              </a:spcAft>
              <a:buSzPts val="1400"/>
              <a:buFont typeface="Aclonica"/>
              <a:buChar char="●"/>
            </a:pPr>
            <a:r>
              <a:rPr lang="en" sz="1400" u="sng">
                <a:solidFill>
                  <a:schemeClr val="hlink"/>
                </a:solidFill>
                <a:hlinkClick r:id="rId9"/>
              </a:rPr>
              <a:t>Flat halloween elements with creepy style</a:t>
            </a:r>
            <a:endParaRPr sz="1400">
              <a:latin typeface="Aclonica"/>
              <a:ea typeface="Aclonica"/>
              <a:cs typeface="Aclonica"/>
              <a:sym typeface="Aclonica"/>
            </a:endParaRPr>
          </a:p>
          <a:p>
            <a:pPr marL="457200" lvl="0" indent="-317500" algn="l" rtl="0">
              <a:spcBef>
                <a:spcPts val="0"/>
              </a:spcBef>
              <a:spcAft>
                <a:spcPts val="0"/>
              </a:spcAft>
              <a:buSzPts val="1400"/>
              <a:buFont typeface="Darker Grotesque Medium"/>
              <a:buChar char="●"/>
            </a:pPr>
            <a:r>
              <a:rPr lang="en" sz="1400" u="sng">
                <a:solidFill>
                  <a:schemeClr val="hlink"/>
                </a:solidFill>
                <a:hlinkClick r:id="rId10"/>
              </a:rPr>
              <a:t>Set of halloween borders</a:t>
            </a:r>
            <a:endParaRPr sz="1400"/>
          </a:p>
          <a:p>
            <a:pPr marL="457200" lvl="0" indent="-317500" algn="l" rtl="0">
              <a:spcBef>
                <a:spcPts val="0"/>
              </a:spcBef>
              <a:spcAft>
                <a:spcPts val="0"/>
              </a:spcAft>
              <a:buSzPts val="1400"/>
              <a:buChar char="●"/>
            </a:pPr>
            <a:r>
              <a:rPr lang="en" sz="1400" u="sng">
                <a:solidFill>
                  <a:schemeClr val="hlink"/>
                </a:solidFill>
                <a:hlinkClick r:id="rId11"/>
              </a:rPr>
              <a:t>Vector flat design usa states outline map</a:t>
            </a:r>
            <a:endParaRPr sz="1400"/>
          </a:p>
        </p:txBody>
      </p:sp>
      <p:sp>
        <p:nvSpPr>
          <p:cNvPr id="2312" name="Google Shape;2312;p49"/>
          <p:cNvSpPr txBox="1">
            <a:spLocks noGrp="1"/>
          </p:cNvSpPr>
          <p:nvPr>
            <p:ph type="body" idx="2"/>
          </p:nvPr>
        </p:nvSpPr>
        <p:spPr>
          <a:xfrm>
            <a:off x="4697700" y="1256100"/>
            <a:ext cx="3726300" cy="3084600"/>
          </a:xfrm>
          <a:prstGeom prst="rect">
            <a:avLst/>
          </a:prstGeom>
        </p:spPr>
        <p:txBody>
          <a:bodyPr spcFirstLastPara="1" wrap="square" lIns="91425" tIns="91425" rIns="91425" bIns="91425" anchor="t" anchorCtr="0">
            <a:noAutofit/>
          </a:bodyPr>
          <a:lstStyle/>
          <a:p>
            <a:pPr marL="0" lvl="0" indent="0" algn="l" rtl="0">
              <a:spcBef>
                <a:spcPts val="1000"/>
              </a:spcBef>
              <a:spcAft>
                <a:spcPts val="0"/>
              </a:spcAft>
              <a:buNone/>
            </a:pPr>
            <a:r>
              <a:rPr lang="en" sz="1600">
                <a:latin typeface="Aclonica"/>
                <a:ea typeface="Aclonica"/>
                <a:cs typeface="Aclonica"/>
                <a:sym typeface="Aclonica"/>
              </a:rPr>
              <a:t>Icons:</a:t>
            </a:r>
            <a:endParaRPr sz="1600">
              <a:latin typeface="Aclonica"/>
              <a:ea typeface="Aclonica"/>
              <a:cs typeface="Aclonica"/>
              <a:sym typeface="Aclonica"/>
            </a:endParaRPr>
          </a:p>
          <a:p>
            <a:pPr marL="457200" lvl="0" indent="-317500" algn="l" rtl="0">
              <a:spcBef>
                <a:spcPts val="0"/>
              </a:spcBef>
              <a:spcAft>
                <a:spcPts val="0"/>
              </a:spcAft>
              <a:buSzPts val="1400"/>
              <a:buChar char="●"/>
            </a:pPr>
            <a:r>
              <a:rPr lang="en" sz="1400" u="sng">
                <a:hlinkClick r:id="rId12"/>
              </a:rPr>
              <a:t>Icon Pack: Halloween | Flat</a:t>
            </a:r>
            <a:endParaRPr sz="1400">
              <a:latin typeface="Aclonica"/>
              <a:ea typeface="Aclonica"/>
              <a:cs typeface="Aclonica"/>
              <a:sym typeface="Aclonica"/>
            </a:endParaRPr>
          </a:p>
          <a:p>
            <a:pPr marL="0" lvl="0" indent="0" algn="l" rtl="0">
              <a:spcBef>
                <a:spcPts val="1000"/>
              </a:spcBef>
              <a:spcAft>
                <a:spcPts val="0"/>
              </a:spcAft>
              <a:buNone/>
            </a:pPr>
            <a:r>
              <a:rPr lang="en" sz="1600">
                <a:latin typeface="Aclonica"/>
                <a:ea typeface="Aclonica"/>
                <a:cs typeface="Aclonica"/>
                <a:sym typeface="Aclonica"/>
              </a:rPr>
              <a:t>Photos:</a:t>
            </a:r>
            <a:endParaRPr sz="1600">
              <a:latin typeface="Aclonica"/>
              <a:ea typeface="Aclonica"/>
              <a:cs typeface="Aclonica"/>
              <a:sym typeface="Aclonica"/>
            </a:endParaRPr>
          </a:p>
          <a:p>
            <a:pPr marL="457200" lvl="0" indent="-317500" algn="l" rtl="0">
              <a:spcBef>
                <a:spcPts val="0"/>
              </a:spcBef>
              <a:spcAft>
                <a:spcPts val="0"/>
              </a:spcAft>
              <a:buSzPts val="1400"/>
              <a:buFont typeface="Darker Grotesque Medium"/>
              <a:buChar char="●"/>
            </a:pPr>
            <a:r>
              <a:rPr lang="en" sz="1400" u="sng">
                <a:hlinkClick r:id="rId13"/>
              </a:rPr>
              <a:t>Halloween paper bats on window</a:t>
            </a:r>
            <a:endParaRPr sz="1400"/>
          </a:p>
          <a:p>
            <a:pPr marL="457200" lvl="0" indent="-317500" algn="l" rtl="0">
              <a:spcBef>
                <a:spcPts val="0"/>
              </a:spcBef>
              <a:spcAft>
                <a:spcPts val="0"/>
              </a:spcAft>
              <a:buSzPts val="1400"/>
              <a:buChar char="●"/>
            </a:pPr>
            <a:r>
              <a:rPr lang="en" sz="1400" u="sng">
                <a:hlinkClick r:id="rId14"/>
              </a:rPr>
              <a:t>Nature before night time</a:t>
            </a:r>
            <a:endParaRPr sz="1400"/>
          </a:p>
        </p:txBody>
      </p:sp>
      <p:grpSp>
        <p:nvGrpSpPr>
          <p:cNvPr id="2313" name="Google Shape;2313;p49"/>
          <p:cNvGrpSpPr/>
          <p:nvPr/>
        </p:nvGrpSpPr>
        <p:grpSpPr>
          <a:xfrm>
            <a:off x="6064806" y="2741763"/>
            <a:ext cx="3079203" cy="2401748"/>
            <a:chOff x="5568498" y="2260763"/>
            <a:chExt cx="2467508" cy="1924632"/>
          </a:xfrm>
        </p:grpSpPr>
        <p:grpSp>
          <p:nvGrpSpPr>
            <p:cNvPr id="2314" name="Google Shape;2314;p49"/>
            <p:cNvGrpSpPr/>
            <p:nvPr/>
          </p:nvGrpSpPr>
          <p:grpSpPr>
            <a:xfrm rot="-837095" flipH="1">
              <a:off x="5709914" y="2502881"/>
              <a:ext cx="2184675" cy="1440395"/>
              <a:chOff x="201499" y="3290704"/>
              <a:chExt cx="2376935" cy="1567156"/>
            </a:xfrm>
          </p:grpSpPr>
          <p:sp>
            <p:nvSpPr>
              <p:cNvPr id="2315" name="Google Shape;2315;p49"/>
              <p:cNvSpPr/>
              <p:nvPr/>
            </p:nvSpPr>
            <p:spPr>
              <a:xfrm rot="917509">
                <a:off x="298377" y="3560402"/>
                <a:ext cx="2183180" cy="1027760"/>
              </a:xfrm>
              <a:custGeom>
                <a:avLst/>
                <a:gdLst/>
                <a:ahLst/>
                <a:cxnLst/>
                <a:rect l="l" t="t" r="r" b="b"/>
                <a:pathLst>
                  <a:path w="20839" h="9810" extrusionOk="0">
                    <a:moveTo>
                      <a:pt x="12937" y="4905"/>
                    </a:moveTo>
                    <a:lnTo>
                      <a:pt x="12937" y="4905"/>
                    </a:lnTo>
                    <a:cubicBezTo>
                      <a:pt x="12937" y="4924"/>
                      <a:pt x="12944" y="4944"/>
                      <a:pt x="12957" y="4967"/>
                    </a:cubicBezTo>
                    <a:lnTo>
                      <a:pt x="12957" y="4967"/>
                    </a:lnTo>
                    <a:cubicBezTo>
                      <a:pt x="12951" y="4946"/>
                      <a:pt x="12944" y="4925"/>
                      <a:pt x="12937" y="4905"/>
                    </a:cubicBezTo>
                    <a:close/>
                    <a:moveTo>
                      <a:pt x="20839" y="1"/>
                    </a:moveTo>
                    <a:lnTo>
                      <a:pt x="19346" y="3815"/>
                    </a:lnTo>
                    <a:cubicBezTo>
                      <a:pt x="19346" y="3815"/>
                      <a:pt x="18256" y="4633"/>
                      <a:pt x="17842" y="5047"/>
                    </a:cubicBezTo>
                    <a:cubicBezTo>
                      <a:pt x="17569" y="5319"/>
                      <a:pt x="16348" y="5723"/>
                      <a:pt x="15662" y="5995"/>
                    </a:cubicBezTo>
                    <a:cubicBezTo>
                      <a:pt x="15531" y="5995"/>
                      <a:pt x="15531" y="5864"/>
                      <a:pt x="15531" y="5864"/>
                    </a:cubicBezTo>
                    <a:lnTo>
                      <a:pt x="15531" y="5592"/>
                    </a:lnTo>
                    <a:cubicBezTo>
                      <a:pt x="15531" y="5178"/>
                      <a:pt x="15531" y="4502"/>
                      <a:pt x="15117" y="4088"/>
                    </a:cubicBezTo>
                    <a:lnTo>
                      <a:pt x="15117" y="4088"/>
                    </a:lnTo>
                    <a:cubicBezTo>
                      <a:pt x="15259" y="4230"/>
                      <a:pt x="14986" y="4905"/>
                      <a:pt x="14986" y="5047"/>
                    </a:cubicBezTo>
                    <a:cubicBezTo>
                      <a:pt x="14986" y="5178"/>
                      <a:pt x="14844" y="5178"/>
                      <a:pt x="14844" y="5319"/>
                    </a:cubicBezTo>
                    <a:cubicBezTo>
                      <a:pt x="14765" y="5291"/>
                      <a:pt x="14691" y="5280"/>
                      <a:pt x="14620" y="5280"/>
                    </a:cubicBezTo>
                    <a:cubicBezTo>
                      <a:pt x="14329" y="5280"/>
                      <a:pt x="14087" y="5478"/>
                      <a:pt x="13755" y="5592"/>
                    </a:cubicBezTo>
                    <a:lnTo>
                      <a:pt x="13755" y="5723"/>
                    </a:lnTo>
                    <a:cubicBezTo>
                      <a:pt x="13624" y="5592"/>
                      <a:pt x="13482" y="5450"/>
                      <a:pt x="13482" y="5319"/>
                    </a:cubicBezTo>
                    <a:cubicBezTo>
                      <a:pt x="13368" y="5319"/>
                      <a:pt x="13041" y="5114"/>
                      <a:pt x="12957" y="4967"/>
                    </a:cubicBezTo>
                    <a:lnTo>
                      <a:pt x="12957" y="4967"/>
                    </a:lnTo>
                    <a:cubicBezTo>
                      <a:pt x="13079" y="5372"/>
                      <a:pt x="13079" y="5884"/>
                      <a:pt x="13079" y="6268"/>
                    </a:cubicBezTo>
                    <a:lnTo>
                      <a:pt x="13210" y="6268"/>
                    </a:lnTo>
                    <a:cubicBezTo>
                      <a:pt x="12937" y="6540"/>
                      <a:pt x="12806" y="6682"/>
                      <a:pt x="12665" y="6954"/>
                    </a:cubicBezTo>
                    <a:cubicBezTo>
                      <a:pt x="12537" y="6985"/>
                      <a:pt x="12388" y="7001"/>
                      <a:pt x="12221" y="7001"/>
                    </a:cubicBezTo>
                    <a:cubicBezTo>
                      <a:pt x="11675" y="7001"/>
                      <a:pt x="10947" y="6827"/>
                      <a:pt x="10212" y="6409"/>
                    </a:cubicBezTo>
                    <a:cubicBezTo>
                      <a:pt x="8578" y="5319"/>
                      <a:pt x="8305" y="4774"/>
                      <a:pt x="8305" y="4774"/>
                    </a:cubicBezTo>
                    <a:cubicBezTo>
                      <a:pt x="8305" y="4774"/>
                      <a:pt x="7760" y="4774"/>
                      <a:pt x="6943" y="4360"/>
                    </a:cubicBezTo>
                    <a:cubicBezTo>
                      <a:pt x="6125" y="3815"/>
                      <a:pt x="3673" y="2453"/>
                      <a:pt x="3673" y="2453"/>
                    </a:cubicBezTo>
                    <a:cubicBezTo>
                      <a:pt x="3673" y="2453"/>
                      <a:pt x="2672" y="2167"/>
                      <a:pt x="1809" y="2167"/>
                    </a:cubicBezTo>
                    <a:cubicBezTo>
                      <a:pt x="1481" y="2167"/>
                      <a:pt x="1174" y="2208"/>
                      <a:pt x="949" y="2322"/>
                    </a:cubicBezTo>
                    <a:cubicBezTo>
                      <a:pt x="0" y="2725"/>
                      <a:pt x="0" y="2998"/>
                      <a:pt x="0" y="2998"/>
                    </a:cubicBezTo>
                    <a:cubicBezTo>
                      <a:pt x="0" y="2998"/>
                      <a:pt x="273" y="2862"/>
                      <a:pt x="630" y="2862"/>
                    </a:cubicBezTo>
                    <a:cubicBezTo>
                      <a:pt x="987" y="2862"/>
                      <a:pt x="1428" y="2998"/>
                      <a:pt x="1766" y="3543"/>
                    </a:cubicBezTo>
                    <a:cubicBezTo>
                      <a:pt x="2453" y="4774"/>
                      <a:pt x="2725" y="6137"/>
                      <a:pt x="2725" y="6137"/>
                    </a:cubicBezTo>
                    <a:cubicBezTo>
                      <a:pt x="2725" y="6137"/>
                      <a:pt x="3542" y="6137"/>
                      <a:pt x="4632" y="7085"/>
                    </a:cubicBezTo>
                    <a:cubicBezTo>
                      <a:pt x="5581" y="8175"/>
                      <a:pt x="5722" y="8720"/>
                      <a:pt x="5722" y="8720"/>
                    </a:cubicBezTo>
                    <a:cubicBezTo>
                      <a:pt x="5722" y="8720"/>
                      <a:pt x="5891" y="8699"/>
                      <a:pt x="6179" y="8699"/>
                    </a:cubicBezTo>
                    <a:cubicBezTo>
                      <a:pt x="6622" y="8699"/>
                      <a:pt x="7348" y="8748"/>
                      <a:pt x="8174" y="8992"/>
                    </a:cubicBezTo>
                    <a:cubicBezTo>
                      <a:pt x="9537" y="9406"/>
                      <a:pt x="9668" y="9810"/>
                      <a:pt x="9668" y="9810"/>
                    </a:cubicBezTo>
                    <a:cubicBezTo>
                      <a:pt x="9668" y="9810"/>
                      <a:pt x="10485" y="9406"/>
                      <a:pt x="11575" y="8992"/>
                    </a:cubicBezTo>
                    <a:cubicBezTo>
                      <a:pt x="11847" y="8861"/>
                      <a:pt x="12261" y="8720"/>
                      <a:pt x="12534" y="8589"/>
                    </a:cubicBezTo>
                    <a:cubicBezTo>
                      <a:pt x="12665" y="8720"/>
                      <a:pt x="12806" y="8720"/>
                      <a:pt x="12806" y="8720"/>
                    </a:cubicBezTo>
                    <a:cubicBezTo>
                      <a:pt x="13008" y="8791"/>
                      <a:pt x="13177" y="8826"/>
                      <a:pt x="13347" y="8826"/>
                    </a:cubicBezTo>
                    <a:cubicBezTo>
                      <a:pt x="13518" y="8826"/>
                      <a:pt x="13689" y="8791"/>
                      <a:pt x="13896" y="8720"/>
                    </a:cubicBezTo>
                    <a:cubicBezTo>
                      <a:pt x="14441" y="8589"/>
                      <a:pt x="14986" y="8175"/>
                      <a:pt x="15259" y="7499"/>
                    </a:cubicBezTo>
                    <a:cubicBezTo>
                      <a:pt x="16348" y="6954"/>
                      <a:pt x="17711" y="5864"/>
                      <a:pt x="17711" y="5864"/>
                    </a:cubicBezTo>
                    <a:cubicBezTo>
                      <a:pt x="17711" y="5864"/>
                      <a:pt x="19204" y="4774"/>
                      <a:pt x="19749" y="3957"/>
                    </a:cubicBezTo>
                    <a:cubicBezTo>
                      <a:pt x="20435" y="2998"/>
                      <a:pt x="20839" y="1"/>
                      <a:pt x="208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16" name="Google Shape;2316;p49"/>
              <p:cNvGrpSpPr/>
              <p:nvPr/>
            </p:nvGrpSpPr>
            <p:grpSpPr>
              <a:xfrm rot="769064">
                <a:off x="1679606" y="4257440"/>
                <a:ext cx="171378" cy="93552"/>
                <a:chOff x="3467344" y="1694749"/>
                <a:chExt cx="114969" cy="62784"/>
              </a:xfrm>
            </p:grpSpPr>
            <p:sp>
              <p:nvSpPr>
                <p:cNvPr id="2317" name="Google Shape;2317;p49"/>
                <p:cNvSpPr/>
                <p:nvPr/>
              </p:nvSpPr>
              <p:spPr>
                <a:xfrm>
                  <a:off x="3545727" y="1694749"/>
                  <a:ext cx="36586" cy="56634"/>
                </a:xfrm>
                <a:custGeom>
                  <a:avLst/>
                  <a:gdLst/>
                  <a:ahLst/>
                  <a:cxnLst/>
                  <a:rect l="l" t="t" r="r" b="b"/>
                  <a:pathLst>
                    <a:path w="1053" h="1630" extrusionOk="0">
                      <a:moveTo>
                        <a:pt x="828" y="1"/>
                      </a:moveTo>
                      <a:cubicBezTo>
                        <a:pt x="627" y="552"/>
                        <a:pt x="76" y="853"/>
                        <a:pt x="76" y="853"/>
                      </a:cubicBezTo>
                      <a:cubicBezTo>
                        <a:pt x="51" y="1103"/>
                        <a:pt x="25" y="1379"/>
                        <a:pt x="0" y="1630"/>
                      </a:cubicBezTo>
                      <a:cubicBezTo>
                        <a:pt x="1053" y="1304"/>
                        <a:pt x="828" y="1"/>
                        <a:pt x="8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49"/>
                <p:cNvSpPr/>
                <p:nvPr/>
              </p:nvSpPr>
              <p:spPr>
                <a:xfrm>
                  <a:off x="3467344" y="1713928"/>
                  <a:ext cx="46211" cy="43605"/>
                </a:xfrm>
                <a:custGeom>
                  <a:avLst/>
                  <a:gdLst/>
                  <a:ahLst/>
                  <a:cxnLst/>
                  <a:rect l="l" t="t" r="r" b="b"/>
                  <a:pathLst>
                    <a:path w="1330" h="1255" extrusionOk="0">
                      <a:moveTo>
                        <a:pt x="1" y="0"/>
                      </a:moveTo>
                      <a:lnTo>
                        <a:pt x="1" y="0"/>
                      </a:lnTo>
                      <a:cubicBezTo>
                        <a:pt x="1" y="0"/>
                        <a:pt x="218" y="1255"/>
                        <a:pt x="1268" y="1255"/>
                      </a:cubicBezTo>
                      <a:cubicBezTo>
                        <a:pt x="1288" y="1255"/>
                        <a:pt x="1308" y="1254"/>
                        <a:pt x="1329" y="1253"/>
                      </a:cubicBezTo>
                      <a:cubicBezTo>
                        <a:pt x="1204" y="1003"/>
                        <a:pt x="1104" y="777"/>
                        <a:pt x="978" y="526"/>
                      </a:cubicBezTo>
                      <a:cubicBezTo>
                        <a:pt x="978" y="526"/>
                        <a:pt x="377" y="45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319" name="Google Shape;2319;p49"/>
            <p:cNvSpPr/>
            <p:nvPr/>
          </p:nvSpPr>
          <p:spPr>
            <a:xfrm rot="753">
              <a:off x="6004531" y="2995468"/>
              <a:ext cx="424687" cy="168319"/>
            </a:xfrm>
            <a:custGeom>
              <a:avLst/>
              <a:gdLst/>
              <a:ahLst/>
              <a:cxnLst/>
              <a:rect l="l" t="t" r="r" b="b"/>
              <a:pathLst>
                <a:path w="37188" h="14739" extrusionOk="0">
                  <a:moveTo>
                    <a:pt x="6922" y="1"/>
                  </a:moveTo>
                  <a:cubicBezTo>
                    <a:pt x="4515" y="1"/>
                    <a:pt x="1" y="4385"/>
                    <a:pt x="1" y="4385"/>
                  </a:cubicBezTo>
                  <a:cubicBezTo>
                    <a:pt x="1" y="4385"/>
                    <a:pt x="29" y="4382"/>
                    <a:pt x="81" y="4382"/>
                  </a:cubicBezTo>
                  <a:cubicBezTo>
                    <a:pt x="402" y="4382"/>
                    <a:pt x="1626" y="4479"/>
                    <a:pt x="2453" y="5889"/>
                  </a:cubicBezTo>
                  <a:cubicBezTo>
                    <a:pt x="3401" y="7382"/>
                    <a:pt x="2856" y="8613"/>
                    <a:pt x="2856" y="8613"/>
                  </a:cubicBezTo>
                  <a:cubicBezTo>
                    <a:pt x="2856" y="8613"/>
                    <a:pt x="4330" y="7631"/>
                    <a:pt x="5881" y="7631"/>
                  </a:cubicBezTo>
                  <a:cubicBezTo>
                    <a:pt x="6331" y="7631"/>
                    <a:pt x="6787" y="7713"/>
                    <a:pt x="7216" y="7927"/>
                  </a:cubicBezTo>
                  <a:cubicBezTo>
                    <a:pt x="9265" y="8886"/>
                    <a:pt x="9265" y="11065"/>
                    <a:pt x="9265" y="11065"/>
                  </a:cubicBezTo>
                  <a:cubicBezTo>
                    <a:pt x="9265" y="11065"/>
                    <a:pt x="10148" y="10067"/>
                    <a:pt x="11613" y="10067"/>
                  </a:cubicBezTo>
                  <a:cubicBezTo>
                    <a:pt x="11775" y="10067"/>
                    <a:pt x="11944" y="10079"/>
                    <a:pt x="12120" y="10106"/>
                  </a:cubicBezTo>
                  <a:cubicBezTo>
                    <a:pt x="13897" y="10379"/>
                    <a:pt x="14572" y="12831"/>
                    <a:pt x="14572" y="12831"/>
                  </a:cubicBezTo>
                  <a:cubicBezTo>
                    <a:pt x="14572" y="12831"/>
                    <a:pt x="15115" y="11970"/>
                    <a:pt x="15618" y="11970"/>
                  </a:cubicBezTo>
                  <a:cubicBezTo>
                    <a:pt x="15681" y="11970"/>
                    <a:pt x="15743" y="11983"/>
                    <a:pt x="15804" y="12014"/>
                  </a:cubicBezTo>
                  <a:cubicBezTo>
                    <a:pt x="16207" y="12155"/>
                    <a:pt x="17166" y="14193"/>
                    <a:pt x="18659" y="14738"/>
                  </a:cubicBezTo>
                  <a:cubicBezTo>
                    <a:pt x="20022" y="14193"/>
                    <a:pt x="20981" y="12155"/>
                    <a:pt x="21384" y="12014"/>
                  </a:cubicBezTo>
                  <a:cubicBezTo>
                    <a:pt x="21445" y="11983"/>
                    <a:pt x="21507" y="11970"/>
                    <a:pt x="21570" y="11970"/>
                  </a:cubicBezTo>
                  <a:cubicBezTo>
                    <a:pt x="22073" y="11970"/>
                    <a:pt x="22616" y="12831"/>
                    <a:pt x="22616" y="12831"/>
                  </a:cubicBezTo>
                  <a:cubicBezTo>
                    <a:pt x="22616" y="12831"/>
                    <a:pt x="23291" y="10379"/>
                    <a:pt x="25068" y="10106"/>
                  </a:cubicBezTo>
                  <a:cubicBezTo>
                    <a:pt x="25244" y="10079"/>
                    <a:pt x="25413" y="10067"/>
                    <a:pt x="25575" y="10067"/>
                  </a:cubicBezTo>
                  <a:cubicBezTo>
                    <a:pt x="27040" y="10067"/>
                    <a:pt x="27923" y="11065"/>
                    <a:pt x="27923" y="11065"/>
                  </a:cubicBezTo>
                  <a:cubicBezTo>
                    <a:pt x="27923" y="11065"/>
                    <a:pt x="27923" y="8886"/>
                    <a:pt x="29972" y="7927"/>
                  </a:cubicBezTo>
                  <a:cubicBezTo>
                    <a:pt x="30401" y="7713"/>
                    <a:pt x="30857" y="7631"/>
                    <a:pt x="31307" y="7631"/>
                  </a:cubicBezTo>
                  <a:cubicBezTo>
                    <a:pt x="32858" y="7631"/>
                    <a:pt x="34332" y="8613"/>
                    <a:pt x="34332" y="8613"/>
                  </a:cubicBezTo>
                  <a:cubicBezTo>
                    <a:pt x="34332" y="8613"/>
                    <a:pt x="33787" y="7382"/>
                    <a:pt x="34735" y="5889"/>
                  </a:cubicBezTo>
                  <a:cubicBezTo>
                    <a:pt x="35562" y="4479"/>
                    <a:pt x="36785" y="4382"/>
                    <a:pt x="37107" y="4382"/>
                  </a:cubicBezTo>
                  <a:cubicBezTo>
                    <a:pt x="37159" y="4382"/>
                    <a:pt x="37187" y="4385"/>
                    <a:pt x="37187" y="4385"/>
                  </a:cubicBezTo>
                  <a:cubicBezTo>
                    <a:pt x="37187" y="4385"/>
                    <a:pt x="32673" y="1"/>
                    <a:pt x="30266" y="1"/>
                  </a:cubicBezTo>
                  <a:cubicBezTo>
                    <a:pt x="30164" y="1"/>
                    <a:pt x="30066" y="9"/>
                    <a:pt x="29972" y="25"/>
                  </a:cubicBezTo>
                  <a:cubicBezTo>
                    <a:pt x="27520" y="439"/>
                    <a:pt x="25068" y="3709"/>
                    <a:pt x="23291" y="5202"/>
                  </a:cubicBezTo>
                  <a:cubicBezTo>
                    <a:pt x="21995" y="6306"/>
                    <a:pt x="21063" y="6453"/>
                    <a:pt x="20659" y="6453"/>
                  </a:cubicBezTo>
                  <a:cubicBezTo>
                    <a:pt x="20513" y="6453"/>
                    <a:pt x="20436" y="6433"/>
                    <a:pt x="20436" y="6433"/>
                  </a:cubicBezTo>
                  <a:cubicBezTo>
                    <a:pt x="20436" y="6433"/>
                    <a:pt x="21929" y="3840"/>
                    <a:pt x="21253" y="3022"/>
                  </a:cubicBezTo>
                  <a:lnTo>
                    <a:pt x="21253" y="3022"/>
                  </a:lnTo>
                  <a:cubicBezTo>
                    <a:pt x="20436" y="3436"/>
                    <a:pt x="19749" y="4657"/>
                    <a:pt x="19749" y="4657"/>
                  </a:cubicBezTo>
                  <a:cubicBezTo>
                    <a:pt x="19379" y="4508"/>
                    <a:pt x="18967" y="4401"/>
                    <a:pt x="18536" y="4401"/>
                  </a:cubicBezTo>
                  <a:cubicBezTo>
                    <a:pt x="18179" y="4401"/>
                    <a:pt x="17809" y="4474"/>
                    <a:pt x="17439" y="4657"/>
                  </a:cubicBezTo>
                  <a:cubicBezTo>
                    <a:pt x="17439" y="4657"/>
                    <a:pt x="16752" y="3436"/>
                    <a:pt x="15935" y="3022"/>
                  </a:cubicBezTo>
                  <a:lnTo>
                    <a:pt x="15935" y="3022"/>
                  </a:lnTo>
                  <a:cubicBezTo>
                    <a:pt x="15259" y="3840"/>
                    <a:pt x="16752" y="6433"/>
                    <a:pt x="16752" y="6433"/>
                  </a:cubicBezTo>
                  <a:cubicBezTo>
                    <a:pt x="16752" y="6433"/>
                    <a:pt x="16675" y="6453"/>
                    <a:pt x="16529" y="6453"/>
                  </a:cubicBezTo>
                  <a:cubicBezTo>
                    <a:pt x="16125" y="6453"/>
                    <a:pt x="15193" y="6306"/>
                    <a:pt x="13897" y="5202"/>
                  </a:cubicBezTo>
                  <a:cubicBezTo>
                    <a:pt x="12120" y="3709"/>
                    <a:pt x="9668" y="439"/>
                    <a:pt x="7216" y="25"/>
                  </a:cubicBezTo>
                  <a:cubicBezTo>
                    <a:pt x="7122" y="9"/>
                    <a:pt x="7024" y="1"/>
                    <a:pt x="69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49"/>
            <p:cNvSpPr/>
            <p:nvPr/>
          </p:nvSpPr>
          <p:spPr>
            <a:xfrm rot="1689175">
              <a:off x="6255590" y="2753289"/>
              <a:ext cx="424627" cy="168311"/>
            </a:xfrm>
            <a:custGeom>
              <a:avLst/>
              <a:gdLst/>
              <a:ahLst/>
              <a:cxnLst/>
              <a:rect l="l" t="t" r="r" b="b"/>
              <a:pathLst>
                <a:path w="37188" h="14739" extrusionOk="0">
                  <a:moveTo>
                    <a:pt x="6922" y="1"/>
                  </a:moveTo>
                  <a:cubicBezTo>
                    <a:pt x="4515" y="1"/>
                    <a:pt x="1" y="4385"/>
                    <a:pt x="1" y="4385"/>
                  </a:cubicBezTo>
                  <a:cubicBezTo>
                    <a:pt x="1" y="4385"/>
                    <a:pt x="29" y="4382"/>
                    <a:pt x="81" y="4382"/>
                  </a:cubicBezTo>
                  <a:cubicBezTo>
                    <a:pt x="402" y="4382"/>
                    <a:pt x="1626" y="4479"/>
                    <a:pt x="2453" y="5889"/>
                  </a:cubicBezTo>
                  <a:cubicBezTo>
                    <a:pt x="3401" y="7382"/>
                    <a:pt x="2856" y="8613"/>
                    <a:pt x="2856" y="8613"/>
                  </a:cubicBezTo>
                  <a:cubicBezTo>
                    <a:pt x="2856" y="8613"/>
                    <a:pt x="4330" y="7631"/>
                    <a:pt x="5881" y="7631"/>
                  </a:cubicBezTo>
                  <a:cubicBezTo>
                    <a:pt x="6331" y="7631"/>
                    <a:pt x="6787" y="7713"/>
                    <a:pt x="7216" y="7927"/>
                  </a:cubicBezTo>
                  <a:cubicBezTo>
                    <a:pt x="9265" y="8886"/>
                    <a:pt x="9265" y="11065"/>
                    <a:pt x="9265" y="11065"/>
                  </a:cubicBezTo>
                  <a:cubicBezTo>
                    <a:pt x="9265" y="11065"/>
                    <a:pt x="10148" y="10067"/>
                    <a:pt x="11613" y="10067"/>
                  </a:cubicBezTo>
                  <a:cubicBezTo>
                    <a:pt x="11775" y="10067"/>
                    <a:pt x="11944" y="10079"/>
                    <a:pt x="12120" y="10106"/>
                  </a:cubicBezTo>
                  <a:cubicBezTo>
                    <a:pt x="13897" y="10379"/>
                    <a:pt x="14572" y="12831"/>
                    <a:pt x="14572" y="12831"/>
                  </a:cubicBezTo>
                  <a:cubicBezTo>
                    <a:pt x="14572" y="12831"/>
                    <a:pt x="15115" y="11970"/>
                    <a:pt x="15618" y="11970"/>
                  </a:cubicBezTo>
                  <a:cubicBezTo>
                    <a:pt x="15681" y="11970"/>
                    <a:pt x="15743" y="11983"/>
                    <a:pt x="15804" y="12014"/>
                  </a:cubicBezTo>
                  <a:cubicBezTo>
                    <a:pt x="16207" y="12155"/>
                    <a:pt x="17166" y="14193"/>
                    <a:pt x="18659" y="14738"/>
                  </a:cubicBezTo>
                  <a:cubicBezTo>
                    <a:pt x="20022" y="14193"/>
                    <a:pt x="20981" y="12155"/>
                    <a:pt x="21384" y="12014"/>
                  </a:cubicBezTo>
                  <a:cubicBezTo>
                    <a:pt x="21445" y="11983"/>
                    <a:pt x="21507" y="11970"/>
                    <a:pt x="21570" y="11970"/>
                  </a:cubicBezTo>
                  <a:cubicBezTo>
                    <a:pt x="22073" y="11970"/>
                    <a:pt x="22616" y="12831"/>
                    <a:pt x="22616" y="12831"/>
                  </a:cubicBezTo>
                  <a:cubicBezTo>
                    <a:pt x="22616" y="12831"/>
                    <a:pt x="23291" y="10379"/>
                    <a:pt x="25068" y="10106"/>
                  </a:cubicBezTo>
                  <a:cubicBezTo>
                    <a:pt x="25244" y="10079"/>
                    <a:pt x="25413" y="10067"/>
                    <a:pt x="25575" y="10067"/>
                  </a:cubicBezTo>
                  <a:cubicBezTo>
                    <a:pt x="27040" y="10067"/>
                    <a:pt x="27923" y="11065"/>
                    <a:pt x="27923" y="11065"/>
                  </a:cubicBezTo>
                  <a:cubicBezTo>
                    <a:pt x="27923" y="11065"/>
                    <a:pt x="27923" y="8886"/>
                    <a:pt x="29972" y="7927"/>
                  </a:cubicBezTo>
                  <a:cubicBezTo>
                    <a:pt x="30401" y="7713"/>
                    <a:pt x="30857" y="7631"/>
                    <a:pt x="31307" y="7631"/>
                  </a:cubicBezTo>
                  <a:cubicBezTo>
                    <a:pt x="32858" y="7631"/>
                    <a:pt x="34332" y="8613"/>
                    <a:pt x="34332" y="8613"/>
                  </a:cubicBezTo>
                  <a:cubicBezTo>
                    <a:pt x="34332" y="8613"/>
                    <a:pt x="33787" y="7382"/>
                    <a:pt x="34735" y="5889"/>
                  </a:cubicBezTo>
                  <a:cubicBezTo>
                    <a:pt x="35562" y="4479"/>
                    <a:pt x="36785" y="4382"/>
                    <a:pt x="37107" y="4382"/>
                  </a:cubicBezTo>
                  <a:cubicBezTo>
                    <a:pt x="37159" y="4382"/>
                    <a:pt x="37187" y="4385"/>
                    <a:pt x="37187" y="4385"/>
                  </a:cubicBezTo>
                  <a:cubicBezTo>
                    <a:pt x="37187" y="4385"/>
                    <a:pt x="32673" y="1"/>
                    <a:pt x="30266" y="1"/>
                  </a:cubicBezTo>
                  <a:cubicBezTo>
                    <a:pt x="30164" y="1"/>
                    <a:pt x="30066" y="9"/>
                    <a:pt x="29972" y="25"/>
                  </a:cubicBezTo>
                  <a:cubicBezTo>
                    <a:pt x="27520" y="439"/>
                    <a:pt x="25068" y="3709"/>
                    <a:pt x="23291" y="5202"/>
                  </a:cubicBezTo>
                  <a:cubicBezTo>
                    <a:pt x="21995" y="6306"/>
                    <a:pt x="21063" y="6453"/>
                    <a:pt x="20659" y="6453"/>
                  </a:cubicBezTo>
                  <a:cubicBezTo>
                    <a:pt x="20513" y="6453"/>
                    <a:pt x="20436" y="6433"/>
                    <a:pt x="20436" y="6433"/>
                  </a:cubicBezTo>
                  <a:cubicBezTo>
                    <a:pt x="20436" y="6433"/>
                    <a:pt x="21929" y="3840"/>
                    <a:pt x="21253" y="3022"/>
                  </a:cubicBezTo>
                  <a:lnTo>
                    <a:pt x="21253" y="3022"/>
                  </a:lnTo>
                  <a:cubicBezTo>
                    <a:pt x="20436" y="3436"/>
                    <a:pt x="19749" y="4657"/>
                    <a:pt x="19749" y="4657"/>
                  </a:cubicBezTo>
                  <a:cubicBezTo>
                    <a:pt x="19379" y="4508"/>
                    <a:pt x="18967" y="4401"/>
                    <a:pt x="18536" y="4401"/>
                  </a:cubicBezTo>
                  <a:cubicBezTo>
                    <a:pt x="18179" y="4401"/>
                    <a:pt x="17809" y="4474"/>
                    <a:pt x="17439" y="4657"/>
                  </a:cubicBezTo>
                  <a:cubicBezTo>
                    <a:pt x="17439" y="4657"/>
                    <a:pt x="16752" y="3436"/>
                    <a:pt x="15935" y="3022"/>
                  </a:cubicBezTo>
                  <a:lnTo>
                    <a:pt x="15935" y="3022"/>
                  </a:lnTo>
                  <a:cubicBezTo>
                    <a:pt x="15259" y="3840"/>
                    <a:pt x="16752" y="6433"/>
                    <a:pt x="16752" y="6433"/>
                  </a:cubicBezTo>
                  <a:cubicBezTo>
                    <a:pt x="16752" y="6433"/>
                    <a:pt x="16675" y="6453"/>
                    <a:pt x="16529" y="6453"/>
                  </a:cubicBezTo>
                  <a:cubicBezTo>
                    <a:pt x="16125" y="6453"/>
                    <a:pt x="15193" y="6306"/>
                    <a:pt x="13897" y="5202"/>
                  </a:cubicBezTo>
                  <a:cubicBezTo>
                    <a:pt x="12120" y="3709"/>
                    <a:pt x="9668" y="439"/>
                    <a:pt x="7216" y="25"/>
                  </a:cubicBezTo>
                  <a:cubicBezTo>
                    <a:pt x="7122" y="9"/>
                    <a:pt x="7024" y="1"/>
                    <a:pt x="69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49"/>
            <p:cNvSpPr/>
            <p:nvPr/>
          </p:nvSpPr>
          <p:spPr>
            <a:xfrm rot="-1403998">
              <a:off x="5918979" y="2654144"/>
              <a:ext cx="340373" cy="134932"/>
            </a:xfrm>
            <a:custGeom>
              <a:avLst/>
              <a:gdLst/>
              <a:ahLst/>
              <a:cxnLst/>
              <a:rect l="l" t="t" r="r" b="b"/>
              <a:pathLst>
                <a:path w="37188" h="14739" extrusionOk="0">
                  <a:moveTo>
                    <a:pt x="6922" y="1"/>
                  </a:moveTo>
                  <a:cubicBezTo>
                    <a:pt x="4515" y="1"/>
                    <a:pt x="1" y="4385"/>
                    <a:pt x="1" y="4385"/>
                  </a:cubicBezTo>
                  <a:cubicBezTo>
                    <a:pt x="1" y="4385"/>
                    <a:pt x="29" y="4382"/>
                    <a:pt x="81" y="4382"/>
                  </a:cubicBezTo>
                  <a:cubicBezTo>
                    <a:pt x="402" y="4382"/>
                    <a:pt x="1626" y="4479"/>
                    <a:pt x="2453" y="5889"/>
                  </a:cubicBezTo>
                  <a:cubicBezTo>
                    <a:pt x="3401" y="7382"/>
                    <a:pt x="2856" y="8613"/>
                    <a:pt x="2856" y="8613"/>
                  </a:cubicBezTo>
                  <a:cubicBezTo>
                    <a:pt x="2856" y="8613"/>
                    <a:pt x="4330" y="7631"/>
                    <a:pt x="5881" y="7631"/>
                  </a:cubicBezTo>
                  <a:cubicBezTo>
                    <a:pt x="6331" y="7631"/>
                    <a:pt x="6787" y="7713"/>
                    <a:pt x="7216" y="7927"/>
                  </a:cubicBezTo>
                  <a:cubicBezTo>
                    <a:pt x="9265" y="8886"/>
                    <a:pt x="9265" y="11065"/>
                    <a:pt x="9265" y="11065"/>
                  </a:cubicBezTo>
                  <a:cubicBezTo>
                    <a:pt x="9265" y="11065"/>
                    <a:pt x="10148" y="10067"/>
                    <a:pt x="11613" y="10067"/>
                  </a:cubicBezTo>
                  <a:cubicBezTo>
                    <a:pt x="11775" y="10067"/>
                    <a:pt x="11944" y="10079"/>
                    <a:pt x="12120" y="10106"/>
                  </a:cubicBezTo>
                  <a:cubicBezTo>
                    <a:pt x="13897" y="10379"/>
                    <a:pt x="14572" y="12831"/>
                    <a:pt x="14572" y="12831"/>
                  </a:cubicBezTo>
                  <a:cubicBezTo>
                    <a:pt x="14572" y="12831"/>
                    <a:pt x="15115" y="11970"/>
                    <a:pt x="15618" y="11970"/>
                  </a:cubicBezTo>
                  <a:cubicBezTo>
                    <a:pt x="15681" y="11970"/>
                    <a:pt x="15743" y="11983"/>
                    <a:pt x="15804" y="12014"/>
                  </a:cubicBezTo>
                  <a:cubicBezTo>
                    <a:pt x="16207" y="12155"/>
                    <a:pt x="17166" y="14193"/>
                    <a:pt x="18659" y="14738"/>
                  </a:cubicBezTo>
                  <a:cubicBezTo>
                    <a:pt x="20022" y="14193"/>
                    <a:pt x="20981" y="12155"/>
                    <a:pt x="21384" y="12014"/>
                  </a:cubicBezTo>
                  <a:cubicBezTo>
                    <a:pt x="21445" y="11983"/>
                    <a:pt x="21507" y="11970"/>
                    <a:pt x="21570" y="11970"/>
                  </a:cubicBezTo>
                  <a:cubicBezTo>
                    <a:pt x="22073" y="11970"/>
                    <a:pt x="22616" y="12831"/>
                    <a:pt x="22616" y="12831"/>
                  </a:cubicBezTo>
                  <a:cubicBezTo>
                    <a:pt x="22616" y="12831"/>
                    <a:pt x="23291" y="10379"/>
                    <a:pt x="25068" y="10106"/>
                  </a:cubicBezTo>
                  <a:cubicBezTo>
                    <a:pt x="25244" y="10079"/>
                    <a:pt x="25413" y="10067"/>
                    <a:pt x="25575" y="10067"/>
                  </a:cubicBezTo>
                  <a:cubicBezTo>
                    <a:pt x="27040" y="10067"/>
                    <a:pt x="27923" y="11065"/>
                    <a:pt x="27923" y="11065"/>
                  </a:cubicBezTo>
                  <a:cubicBezTo>
                    <a:pt x="27923" y="11065"/>
                    <a:pt x="27923" y="8886"/>
                    <a:pt x="29972" y="7927"/>
                  </a:cubicBezTo>
                  <a:cubicBezTo>
                    <a:pt x="30401" y="7713"/>
                    <a:pt x="30857" y="7631"/>
                    <a:pt x="31307" y="7631"/>
                  </a:cubicBezTo>
                  <a:cubicBezTo>
                    <a:pt x="32858" y="7631"/>
                    <a:pt x="34332" y="8613"/>
                    <a:pt x="34332" y="8613"/>
                  </a:cubicBezTo>
                  <a:cubicBezTo>
                    <a:pt x="34332" y="8613"/>
                    <a:pt x="33787" y="7382"/>
                    <a:pt x="34735" y="5889"/>
                  </a:cubicBezTo>
                  <a:cubicBezTo>
                    <a:pt x="35562" y="4479"/>
                    <a:pt x="36785" y="4382"/>
                    <a:pt x="37107" y="4382"/>
                  </a:cubicBezTo>
                  <a:cubicBezTo>
                    <a:pt x="37159" y="4382"/>
                    <a:pt x="37187" y="4385"/>
                    <a:pt x="37187" y="4385"/>
                  </a:cubicBezTo>
                  <a:cubicBezTo>
                    <a:pt x="37187" y="4385"/>
                    <a:pt x="32673" y="1"/>
                    <a:pt x="30266" y="1"/>
                  </a:cubicBezTo>
                  <a:cubicBezTo>
                    <a:pt x="30164" y="1"/>
                    <a:pt x="30066" y="9"/>
                    <a:pt x="29972" y="25"/>
                  </a:cubicBezTo>
                  <a:cubicBezTo>
                    <a:pt x="27520" y="439"/>
                    <a:pt x="25068" y="3709"/>
                    <a:pt x="23291" y="5202"/>
                  </a:cubicBezTo>
                  <a:cubicBezTo>
                    <a:pt x="21995" y="6306"/>
                    <a:pt x="21063" y="6453"/>
                    <a:pt x="20659" y="6453"/>
                  </a:cubicBezTo>
                  <a:cubicBezTo>
                    <a:pt x="20513" y="6453"/>
                    <a:pt x="20436" y="6433"/>
                    <a:pt x="20436" y="6433"/>
                  </a:cubicBezTo>
                  <a:cubicBezTo>
                    <a:pt x="20436" y="6433"/>
                    <a:pt x="21929" y="3840"/>
                    <a:pt x="21253" y="3022"/>
                  </a:cubicBezTo>
                  <a:lnTo>
                    <a:pt x="21253" y="3022"/>
                  </a:lnTo>
                  <a:cubicBezTo>
                    <a:pt x="20436" y="3436"/>
                    <a:pt x="19749" y="4657"/>
                    <a:pt x="19749" y="4657"/>
                  </a:cubicBezTo>
                  <a:cubicBezTo>
                    <a:pt x="19379" y="4508"/>
                    <a:pt x="18967" y="4401"/>
                    <a:pt x="18536" y="4401"/>
                  </a:cubicBezTo>
                  <a:cubicBezTo>
                    <a:pt x="18179" y="4401"/>
                    <a:pt x="17809" y="4474"/>
                    <a:pt x="17439" y="4657"/>
                  </a:cubicBezTo>
                  <a:cubicBezTo>
                    <a:pt x="17439" y="4657"/>
                    <a:pt x="16752" y="3436"/>
                    <a:pt x="15935" y="3022"/>
                  </a:cubicBezTo>
                  <a:lnTo>
                    <a:pt x="15935" y="3022"/>
                  </a:lnTo>
                  <a:cubicBezTo>
                    <a:pt x="15259" y="3840"/>
                    <a:pt x="16752" y="6433"/>
                    <a:pt x="16752" y="6433"/>
                  </a:cubicBezTo>
                  <a:cubicBezTo>
                    <a:pt x="16752" y="6433"/>
                    <a:pt x="16675" y="6453"/>
                    <a:pt x="16529" y="6453"/>
                  </a:cubicBezTo>
                  <a:cubicBezTo>
                    <a:pt x="16125" y="6453"/>
                    <a:pt x="15193" y="6306"/>
                    <a:pt x="13897" y="5202"/>
                  </a:cubicBezTo>
                  <a:cubicBezTo>
                    <a:pt x="12120" y="3709"/>
                    <a:pt x="9668" y="439"/>
                    <a:pt x="7216" y="25"/>
                  </a:cubicBezTo>
                  <a:cubicBezTo>
                    <a:pt x="7122" y="9"/>
                    <a:pt x="7024" y="1"/>
                    <a:pt x="69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325"/>
        <p:cNvGrpSpPr/>
        <p:nvPr/>
      </p:nvGrpSpPr>
      <p:grpSpPr>
        <a:xfrm>
          <a:off x="0" y="0"/>
          <a:ext cx="0" cy="0"/>
          <a:chOff x="0" y="0"/>
          <a:chExt cx="0" cy="0"/>
        </a:xfrm>
      </p:grpSpPr>
      <p:sp>
        <p:nvSpPr>
          <p:cNvPr id="2326" name="Google Shape;2326;p50"/>
          <p:cNvSpPr txBox="1">
            <a:spLocks noGrp="1"/>
          </p:cNvSpPr>
          <p:nvPr>
            <p:ph type="title"/>
          </p:nvPr>
        </p:nvSpPr>
        <p:spPr>
          <a:xfrm>
            <a:off x="716700"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2327" name="Google Shape;2327;p50"/>
          <p:cNvSpPr txBox="1"/>
          <p:nvPr/>
        </p:nvSpPr>
        <p:spPr>
          <a:xfrm>
            <a:off x="716700"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100">
                <a:solidFill>
                  <a:schemeClr val="lt1"/>
                </a:solidFill>
              </a:rPr>
              <a:t>If you have a free account, in order to use this template, you must credit </a:t>
            </a:r>
            <a:r>
              <a:rPr lang="en" sz="1100" b="1" u="sng">
                <a:solidFill>
                  <a:schemeClr val="hlink"/>
                </a:solidFill>
                <a:hlinkClick r:id="rId3"/>
              </a:rPr>
              <a:t>Slidesgo</a:t>
            </a:r>
            <a:r>
              <a:rPr lang="en" sz="1100" b="1">
                <a:solidFill>
                  <a:schemeClr val="hlink"/>
                </a:solidFill>
              </a:rPr>
              <a:t> </a:t>
            </a:r>
            <a:r>
              <a:rPr lang="en" sz="1100">
                <a:solidFill>
                  <a:schemeClr val="lt1"/>
                </a:solidFill>
              </a:rPr>
              <a:t>by keeping the </a:t>
            </a:r>
            <a:r>
              <a:rPr lang="en" sz="1100" b="1" u="sng">
                <a:solidFill>
                  <a:schemeClr val="hlink"/>
                </a:solidFill>
                <a:hlinkClick r:id="rId4" action="ppaction://hlinksldjump"/>
              </a:rPr>
              <a:t>Thanks</a:t>
            </a:r>
            <a:r>
              <a:rPr lang="en" sz="1100" b="1">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marL="0" lvl="0" indent="0" algn="l" rtl="0">
              <a:spcBef>
                <a:spcPts val="1000"/>
              </a:spcBef>
              <a:spcAft>
                <a:spcPts val="0"/>
              </a:spcAft>
              <a:buClr>
                <a:schemeClr val="dk1"/>
              </a:buClr>
              <a:buSzPts val="1100"/>
              <a:buFont typeface="Arial"/>
              <a:buNone/>
            </a:pPr>
            <a:r>
              <a:rPr lang="en" sz="1100" b="1">
                <a:solidFill>
                  <a:schemeClr val="hlink"/>
                </a:solidFill>
              </a:rPr>
              <a:t>As a Free user, you are allowed to:</a:t>
            </a:r>
            <a:endParaRPr sz="1100" b="1">
              <a:solidFill>
                <a:schemeClr val="hlink"/>
              </a:solidFill>
            </a:endParaRPr>
          </a:p>
          <a:p>
            <a:pPr marL="457200" lvl="0" indent="-298450" algn="l" rtl="0">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marL="0" lvl="0" indent="0" algn="l" rtl="0">
              <a:spcBef>
                <a:spcPts val="1400"/>
              </a:spcBef>
              <a:spcAft>
                <a:spcPts val="0"/>
              </a:spcAft>
              <a:buClr>
                <a:schemeClr val="dk1"/>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marL="0" lvl="0" indent="0" algn="l" rtl="0">
              <a:spcBef>
                <a:spcPts val="0"/>
              </a:spcBef>
              <a:spcAft>
                <a:spcPts val="0"/>
              </a:spcAft>
              <a:buNone/>
            </a:pPr>
            <a:endParaRPr sz="1100">
              <a:solidFill>
                <a:schemeClr val="lt1"/>
              </a:solidFill>
            </a:endParaRPr>
          </a:p>
          <a:p>
            <a:pPr marL="0" lvl="0" indent="0" algn="l" rtl="0">
              <a:spcBef>
                <a:spcPts val="0"/>
              </a:spcBef>
              <a:spcAft>
                <a:spcPts val="0"/>
              </a:spcAft>
              <a:buNone/>
            </a:pPr>
            <a:endParaRPr sz="1100">
              <a:solidFill>
                <a:schemeClr val="lt1"/>
              </a:solidFill>
            </a:endParaRPr>
          </a:p>
          <a:p>
            <a:pPr marL="0" lvl="0" indent="0" algn="l" rtl="0">
              <a:spcBef>
                <a:spcPts val="0"/>
              </a:spcBef>
              <a:spcAft>
                <a:spcPts val="0"/>
              </a:spcAft>
              <a:buClr>
                <a:schemeClr val="dk1"/>
              </a:buClr>
              <a:buSzPts val="1100"/>
              <a:buFont typeface="Arial"/>
              <a:buNone/>
            </a:pPr>
            <a:endParaRPr sz="1100">
              <a:solidFill>
                <a:schemeClr val="lt1"/>
              </a:solidFill>
            </a:endParaRPr>
          </a:p>
          <a:p>
            <a:pPr marL="0" lvl="0" indent="0" algn="l" rtl="0">
              <a:spcBef>
                <a:spcPts val="0"/>
              </a:spcBef>
              <a:spcAft>
                <a:spcPts val="0"/>
              </a:spcAft>
              <a:buClr>
                <a:schemeClr val="dk1"/>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100">
              <a:solidFill>
                <a:srgbClr val="FFFFFF"/>
              </a:solidFill>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331"/>
        <p:cNvGrpSpPr/>
        <p:nvPr/>
      </p:nvGrpSpPr>
      <p:grpSpPr>
        <a:xfrm>
          <a:off x="0" y="0"/>
          <a:ext cx="0" cy="0"/>
          <a:chOff x="0" y="0"/>
          <a:chExt cx="0" cy="0"/>
        </a:xfrm>
      </p:grpSpPr>
      <p:sp>
        <p:nvSpPr>
          <p:cNvPr id="2332" name="Google Shape;2332;p51"/>
          <p:cNvSpPr txBox="1"/>
          <p:nvPr/>
        </p:nvSpPr>
        <p:spPr>
          <a:xfrm>
            <a:off x="716775"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lang="en" sz="1100" b="1" u="sng">
                <a:solidFill>
                  <a:schemeClr val="hlink"/>
                </a:solidFill>
                <a:hlinkClick r:id="rId3"/>
              </a:rPr>
              <a:t>Slidesgo</a:t>
            </a:r>
            <a:r>
              <a:rPr lang="en" sz="1100" b="1">
                <a:solidFill>
                  <a:schemeClr val="hlink"/>
                </a:solidFill>
              </a:rPr>
              <a:t> </a:t>
            </a:r>
            <a:r>
              <a:rPr lang="en" sz="1100">
                <a:solidFill>
                  <a:schemeClr val="lt1"/>
                </a:solidFill>
              </a:rPr>
              <a:t>or keeping the </a:t>
            </a:r>
            <a:r>
              <a:rPr lang="en" sz="1100" b="1" u="sng">
                <a:solidFill>
                  <a:schemeClr val="hlink"/>
                </a:solidFill>
                <a:hlinkClick r:id="rId4" action="ppaction://hlinksldjump"/>
              </a:rPr>
              <a:t>Thanks</a:t>
            </a:r>
            <a:r>
              <a:rPr lang="en" sz="1100">
                <a:solidFill>
                  <a:schemeClr val="lt1"/>
                </a:solidFill>
              </a:rPr>
              <a:t> slide.</a:t>
            </a:r>
            <a:endParaRPr sz="1100">
              <a:solidFill>
                <a:schemeClr val="lt1"/>
              </a:solidFill>
            </a:endParaRPr>
          </a:p>
          <a:p>
            <a:pPr marL="0" lvl="0" indent="0" algn="l" rtl="0">
              <a:spcBef>
                <a:spcPts val="1000"/>
              </a:spcBef>
              <a:spcAft>
                <a:spcPts val="0"/>
              </a:spcAft>
              <a:buClr>
                <a:schemeClr val="dk1"/>
              </a:buClr>
              <a:buSzPts val="1100"/>
              <a:buFont typeface="Arial"/>
              <a:buNone/>
            </a:pPr>
            <a:r>
              <a:rPr lang="en" sz="1100" b="1">
                <a:solidFill>
                  <a:schemeClr val="hlink"/>
                </a:solidFill>
              </a:rPr>
              <a:t>You are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marL="0" lvl="0" indent="0" algn="l" rtl="0">
              <a:spcBef>
                <a:spcPts val="1000"/>
              </a:spcBef>
              <a:spcAft>
                <a:spcPts val="0"/>
              </a:spcAft>
              <a:buClr>
                <a:schemeClr val="dk1"/>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spcBef>
                <a:spcPts val="0"/>
              </a:spcBef>
              <a:spcAft>
                <a:spcPts val="0"/>
              </a:spcAft>
              <a:buClr>
                <a:schemeClr val="dk1"/>
              </a:buClr>
              <a:buSzPts val="1100"/>
              <a:buFont typeface="Arial"/>
              <a:buNone/>
            </a:pP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chemeClr val="lt1"/>
              </a:solidFill>
            </a:endParaRPr>
          </a:p>
        </p:txBody>
      </p:sp>
      <p:sp>
        <p:nvSpPr>
          <p:cNvPr id="2333" name="Google Shape;2333;p51"/>
          <p:cNvSpPr txBox="1">
            <a:spLocks noGrp="1"/>
          </p:cNvSpPr>
          <p:nvPr>
            <p:ph type="title"/>
          </p:nvPr>
        </p:nvSpPr>
        <p:spPr>
          <a:xfrm>
            <a:off x="716700"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337"/>
        <p:cNvGrpSpPr/>
        <p:nvPr/>
      </p:nvGrpSpPr>
      <p:grpSpPr>
        <a:xfrm>
          <a:off x="0" y="0"/>
          <a:ext cx="0" cy="0"/>
          <a:chOff x="0" y="0"/>
          <a:chExt cx="0" cy="0"/>
        </a:xfrm>
      </p:grpSpPr>
      <p:sp>
        <p:nvSpPr>
          <p:cNvPr id="2338" name="Google Shape;2338;p52"/>
          <p:cNvSpPr txBox="1"/>
          <p:nvPr/>
        </p:nvSpPr>
        <p:spPr>
          <a:xfrm>
            <a:off x="716700" y="1188000"/>
            <a:ext cx="7710600" cy="1373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marL="0" lvl="0" indent="0" algn="ctr" rtl="0">
              <a:spcBef>
                <a:spcPts val="1000"/>
              </a:spcBef>
              <a:spcAft>
                <a:spcPts val="0"/>
              </a:spcAft>
              <a:buClr>
                <a:schemeClr val="dk1"/>
              </a:buClr>
              <a:buSzPts val="1100"/>
              <a:buFont typeface="Arial"/>
              <a:buNone/>
            </a:pPr>
            <a:r>
              <a:rPr lang="en" sz="1100" b="1">
                <a:solidFill>
                  <a:schemeClr val="lt1"/>
                </a:solidFill>
              </a:rPr>
              <a:t>Aclonica</a:t>
            </a:r>
            <a:endParaRPr sz="1100" b="1">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3">
                  <a:extLst>
                    <a:ext uri="{A12FA001-AC4F-418D-AE19-62706E023703}">
                      <ahyp:hlinkClr xmlns:ahyp="http://schemas.microsoft.com/office/drawing/2018/hyperlinkcolor" val="tx"/>
                    </a:ext>
                  </a:extLst>
                </a:hlinkClick>
              </a:rPr>
              <a:t>https://fonts.google.com/specimen/Aclonica</a:t>
            </a:r>
            <a:r>
              <a:rPr lang="en" sz="1100">
                <a:solidFill>
                  <a:schemeClr val="lt1"/>
                </a:solidFill>
              </a:rPr>
              <a:t>)</a:t>
            </a:r>
            <a:endParaRPr sz="1100">
              <a:solidFill>
                <a:schemeClr val="lt1"/>
              </a:solidFill>
            </a:endParaRPr>
          </a:p>
          <a:p>
            <a:pPr marL="0" lvl="0" indent="0" algn="ctr" rtl="0">
              <a:spcBef>
                <a:spcPts val="0"/>
              </a:spcBef>
              <a:spcAft>
                <a:spcPts val="0"/>
              </a:spcAft>
              <a:buClr>
                <a:schemeClr val="dk1"/>
              </a:buClr>
              <a:buSzPts val="1100"/>
              <a:buFont typeface="Arial"/>
              <a:buNone/>
            </a:pP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b="1">
                <a:solidFill>
                  <a:schemeClr val="lt1"/>
                </a:solidFill>
              </a:rPr>
              <a:t>Darker Grotesque</a:t>
            </a:r>
            <a:endParaRPr sz="1100" b="1">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4">
                  <a:extLst>
                    <a:ext uri="{A12FA001-AC4F-418D-AE19-62706E023703}">
                      <ahyp:hlinkClr xmlns:ahyp="http://schemas.microsoft.com/office/drawing/2018/hyperlinkcolor" val="tx"/>
                    </a:ext>
                  </a:extLst>
                </a:hlinkClick>
              </a:rPr>
              <a:t>https://fonts.google.com/specimen/Darker+Grotesque</a:t>
            </a:r>
            <a:r>
              <a:rPr lang="en" sz="1100">
                <a:solidFill>
                  <a:schemeClr val="lt1"/>
                </a:solidFill>
              </a:rPr>
              <a:t>)</a:t>
            </a:r>
            <a:endParaRPr sz="1100">
              <a:solidFill>
                <a:schemeClr val="lt1"/>
              </a:solidFill>
            </a:endParaRPr>
          </a:p>
        </p:txBody>
      </p:sp>
      <p:sp>
        <p:nvSpPr>
          <p:cNvPr id="2339" name="Google Shape;2339;p52"/>
          <p:cNvSpPr/>
          <p:nvPr/>
        </p:nvSpPr>
        <p:spPr>
          <a:xfrm>
            <a:off x="2052650" y="2947175"/>
            <a:ext cx="791400" cy="754200"/>
          </a:xfrm>
          <a:prstGeom prst="roundRect">
            <a:avLst>
              <a:gd name="adj" fmla="val 16667"/>
            </a:avLst>
          </a:prstGeom>
          <a:solidFill>
            <a:srgbClr val="16305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52"/>
          <p:cNvSpPr/>
          <p:nvPr/>
        </p:nvSpPr>
        <p:spPr>
          <a:xfrm>
            <a:off x="3114470" y="2947175"/>
            <a:ext cx="791400" cy="754200"/>
          </a:xfrm>
          <a:prstGeom prst="roundRect">
            <a:avLst>
              <a:gd name="adj" fmla="val 16667"/>
            </a:avLst>
          </a:prstGeom>
          <a:solidFill>
            <a:srgbClr val="E5D2F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52"/>
          <p:cNvSpPr/>
          <p:nvPr/>
        </p:nvSpPr>
        <p:spPr>
          <a:xfrm>
            <a:off x="4176289" y="2947175"/>
            <a:ext cx="791400" cy="754200"/>
          </a:xfrm>
          <a:prstGeom prst="roundRect">
            <a:avLst>
              <a:gd name="adj" fmla="val 16667"/>
            </a:avLst>
          </a:prstGeom>
          <a:solidFill>
            <a:srgbClr val="EFE3FA"/>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52"/>
          <p:cNvSpPr txBox="1"/>
          <p:nvPr/>
        </p:nvSpPr>
        <p:spPr>
          <a:xfrm>
            <a:off x="205265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#16305b</a:t>
            </a:r>
            <a:endParaRPr sz="1000">
              <a:solidFill>
                <a:srgbClr val="FFFFFF"/>
              </a:solidFill>
            </a:endParaRPr>
          </a:p>
        </p:txBody>
      </p:sp>
      <p:sp>
        <p:nvSpPr>
          <p:cNvPr id="2343" name="Google Shape;2343;p52"/>
          <p:cNvSpPr txBox="1"/>
          <p:nvPr/>
        </p:nvSpPr>
        <p:spPr>
          <a:xfrm>
            <a:off x="311447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#e5d2f3</a:t>
            </a:r>
            <a:endParaRPr sz="1000">
              <a:solidFill>
                <a:schemeClr val="dk1"/>
              </a:solidFill>
            </a:endParaRPr>
          </a:p>
        </p:txBody>
      </p:sp>
      <p:sp>
        <p:nvSpPr>
          <p:cNvPr id="2344" name="Google Shape;2344;p52"/>
          <p:cNvSpPr txBox="1"/>
          <p:nvPr/>
        </p:nvSpPr>
        <p:spPr>
          <a:xfrm>
            <a:off x="417630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#efe3fa</a:t>
            </a:r>
            <a:endParaRPr sz="1000">
              <a:solidFill>
                <a:schemeClr val="dk1"/>
              </a:solidFill>
            </a:endParaRPr>
          </a:p>
        </p:txBody>
      </p:sp>
      <p:sp>
        <p:nvSpPr>
          <p:cNvPr id="2345" name="Google Shape;2345;p52"/>
          <p:cNvSpPr/>
          <p:nvPr/>
        </p:nvSpPr>
        <p:spPr>
          <a:xfrm>
            <a:off x="5238125" y="2947175"/>
            <a:ext cx="791400" cy="754200"/>
          </a:xfrm>
          <a:prstGeom prst="roundRect">
            <a:avLst>
              <a:gd name="adj" fmla="val 16667"/>
            </a:avLst>
          </a:prstGeom>
          <a:solidFill>
            <a:srgbClr val="F9F4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52"/>
          <p:cNvSpPr txBox="1"/>
          <p:nvPr/>
        </p:nvSpPr>
        <p:spPr>
          <a:xfrm>
            <a:off x="523812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#f9f4ff</a:t>
            </a:r>
            <a:endParaRPr sz="1000">
              <a:solidFill>
                <a:schemeClr val="dk1"/>
              </a:solidFill>
            </a:endParaRPr>
          </a:p>
        </p:txBody>
      </p:sp>
      <p:sp>
        <p:nvSpPr>
          <p:cNvPr id="2347" name="Google Shape;2347;p52"/>
          <p:cNvSpPr/>
          <p:nvPr/>
        </p:nvSpPr>
        <p:spPr>
          <a:xfrm>
            <a:off x="2052650" y="3878275"/>
            <a:ext cx="791400" cy="754200"/>
          </a:xfrm>
          <a:prstGeom prst="roundRect">
            <a:avLst>
              <a:gd name="adj" fmla="val 16667"/>
            </a:avLst>
          </a:prstGeom>
          <a:solidFill>
            <a:srgbClr val="EC923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52"/>
          <p:cNvSpPr/>
          <p:nvPr/>
        </p:nvSpPr>
        <p:spPr>
          <a:xfrm>
            <a:off x="3114470" y="3878275"/>
            <a:ext cx="791400" cy="754200"/>
          </a:xfrm>
          <a:prstGeom prst="roundRect">
            <a:avLst>
              <a:gd name="adj" fmla="val 16667"/>
            </a:avLst>
          </a:prstGeom>
          <a:solidFill>
            <a:srgbClr val="A07FB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52"/>
          <p:cNvSpPr/>
          <p:nvPr/>
        </p:nvSpPr>
        <p:spPr>
          <a:xfrm>
            <a:off x="4176289" y="3878275"/>
            <a:ext cx="791400" cy="754200"/>
          </a:xfrm>
          <a:prstGeom prst="roundRect">
            <a:avLst>
              <a:gd name="adj" fmla="val 16667"/>
            </a:avLst>
          </a:prstGeom>
          <a:solidFill>
            <a:srgbClr val="4B439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52"/>
          <p:cNvSpPr txBox="1"/>
          <p:nvPr/>
        </p:nvSpPr>
        <p:spPr>
          <a:xfrm>
            <a:off x="2052650"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#ec9239</a:t>
            </a:r>
            <a:endParaRPr sz="1000">
              <a:solidFill>
                <a:srgbClr val="FFFFFF"/>
              </a:solidFill>
            </a:endParaRPr>
          </a:p>
        </p:txBody>
      </p:sp>
      <p:sp>
        <p:nvSpPr>
          <p:cNvPr id="2351" name="Google Shape;2351;p52"/>
          <p:cNvSpPr txBox="1"/>
          <p:nvPr/>
        </p:nvSpPr>
        <p:spPr>
          <a:xfrm>
            <a:off x="3114475"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#a07fbe</a:t>
            </a:r>
            <a:endParaRPr sz="1000">
              <a:solidFill>
                <a:srgbClr val="FFFFFF"/>
              </a:solidFill>
            </a:endParaRPr>
          </a:p>
        </p:txBody>
      </p:sp>
      <p:sp>
        <p:nvSpPr>
          <p:cNvPr id="2352" name="Google Shape;2352;p52"/>
          <p:cNvSpPr txBox="1"/>
          <p:nvPr/>
        </p:nvSpPr>
        <p:spPr>
          <a:xfrm>
            <a:off x="4176300"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#4b4390</a:t>
            </a:r>
            <a:endParaRPr sz="1000">
              <a:solidFill>
                <a:srgbClr val="FFFFFF"/>
              </a:solidFill>
            </a:endParaRPr>
          </a:p>
        </p:txBody>
      </p:sp>
      <p:sp>
        <p:nvSpPr>
          <p:cNvPr id="2353" name="Google Shape;2353;p52"/>
          <p:cNvSpPr/>
          <p:nvPr/>
        </p:nvSpPr>
        <p:spPr>
          <a:xfrm>
            <a:off x="5238125" y="3878275"/>
            <a:ext cx="791400" cy="754200"/>
          </a:xfrm>
          <a:prstGeom prst="roundRect">
            <a:avLst>
              <a:gd name="adj" fmla="val 16667"/>
            </a:avLst>
          </a:prstGeom>
          <a:solidFill>
            <a:srgbClr val="211F5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52"/>
          <p:cNvSpPr txBox="1"/>
          <p:nvPr/>
        </p:nvSpPr>
        <p:spPr>
          <a:xfrm>
            <a:off x="5238125"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#211f57</a:t>
            </a:r>
            <a:endParaRPr sz="1000">
              <a:solidFill>
                <a:srgbClr val="FFFFFF"/>
              </a:solidFill>
            </a:endParaRPr>
          </a:p>
        </p:txBody>
      </p:sp>
      <p:sp>
        <p:nvSpPr>
          <p:cNvPr id="2355" name="Google Shape;2355;p52"/>
          <p:cNvSpPr/>
          <p:nvPr/>
        </p:nvSpPr>
        <p:spPr>
          <a:xfrm>
            <a:off x="6299950" y="2947175"/>
            <a:ext cx="791400" cy="754200"/>
          </a:xfrm>
          <a:prstGeom prst="roundRect">
            <a:avLst>
              <a:gd name="adj" fmla="val 16667"/>
            </a:avLst>
          </a:prstGeom>
          <a:solidFill>
            <a:srgbClr val="FEFC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52"/>
          <p:cNvSpPr txBox="1"/>
          <p:nvPr/>
        </p:nvSpPr>
        <p:spPr>
          <a:xfrm>
            <a:off x="629995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#fefcff</a:t>
            </a:r>
            <a:endParaRPr sz="1000">
              <a:solidFill>
                <a:schemeClr val="dk1"/>
              </a:solidFill>
            </a:endParaRPr>
          </a:p>
        </p:txBody>
      </p:sp>
      <p:sp>
        <p:nvSpPr>
          <p:cNvPr id="2357" name="Google Shape;2357;p52"/>
          <p:cNvSpPr/>
          <p:nvPr/>
        </p:nvSpPr>
        <p:spPr>
          <a:xfrm>
            <a:off x="6299950" y="3878275"/>
            <a:ext cx="791400" cy="754200"/>
          </a:xfrm>
          <a:prstGeom prst="roundRect">
            <a:avLst>
              <a:gd name="adj" fmla="val 16667"/>
            </a:avLst>
          </a:prstGeom>
          <a:solidFill>
            <a:schemeClr val="lt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52"/>
          <p:cNvSpPr txBox="1"/>
          <p:nvPr/>
        </p:nvSpPr>
        <p:spPr>
          <a:xfrm>
            <a:off x="6299950"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2359" name="Google Shape;2359;p52"/>
          <p:cNvSpPr txBox="1">
            <a:spLocks noGrp="1"/>
          </p:cNvSpPr>
          <p:nvPr>
            <p:ph type="title"/>
          </p:nvPr>
        </p:nvSpPr>
        <p:spPr>
          <a:xfrm>
            <a:off x="716700"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Fonts &amp; colors used</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363"/>
        <p:cNvGrpSpPr/>
        <p:nvPr/>
      </p:nvGrpSpPr>
      <p:grpSpPr>
        <a:xfrm>
          <a:off x="0" y="0"/>
          <a:ext cx="0" cy="0"/>
          <a:chOff x="0" y="0"/>
          <a:chExt cx="0" cy="0"/>
        </a:xfrm>
      </p:grpSpPr>
      <p:sp>
        <p:nvSpPr>
          <p:cNvPr id="2364" name="Google Shape;2364;p53"/>
          <p:cNvSpPr txBox="1"/>
          <p:nvPr/>
        </p:nvSpPr>
        <p:spPr>
          <a:xfrm>
            <a:off x="1472200" y="1188000"/>
            <a:ext cx="61995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hlink"/>
                </a:solidFill>
              </a:rPr>
              <a:t>h</a:t>
            </a:r>
            <a:r>
              <a:rPr lang="en" sz="1100" b="1">
                <a:solidFill>
                  <a:schemeClr val="hlink"/>
                </a:solidFill>
                <a:uFill>
                  <a:noFill/>
                </a:uFill>
                <a:hlinkClick r:id="rId3"/>
              </a:rPr>
              <a:t>ow it works</a:t>
            </a:r>
            <a:r>
              <a:rPr lang="en"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rgbClr val="869FB2"/>
              </a:solidFill>
            </a:endParaRPr>
          </a:p>
        </p:txBody>
      </p:sp>
      <p:sp>
        <p:nvSpPr>
          <p:cNvPr id="2365" name="Google Shape;2365;p53"/>
          <p:cNvSpPr txBox="1">
            <a:spLocks noGrp="1"/>
          </p:cNvSpPr>
          <p:nvPr>
            <p:ph type="title"/>
          </p:nvPr>
        </p:nvSpPr>
        <p:spPr>
          <a:xfrm>
            <a:off x="716700"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pic>
        <p:nvPicPr>
          <p:cNvPr id="2366" name="Google Shape;2366;p53"/>
          <p:cNvPicPr preferRelativeResize="0"/>
          <p:nvPr/>
        </p:nvPicPr>
        <p:blipFill rotWithShape="1">
          <a:blip r:embed="rId4">
            <a:alphaModFix/>
          </a:blip>
          <a:srcRect t="16547" b="16541"/>
          <a:stretch/>
        </p:blipFill>
        <p:spPr>
          <a:xfrm>
            <a:off x="723400" y="2607125"/>
            <a:ext cx="1522615" cy="1018800"/>
          </a:xfrm>
          <a:prstGeom prst="rect">
            <a:avLst/>
          </a:prstGeom>
          <a:noFill/>
          <a:ln>
            <a:noFill/>
          </a:ln>
        </p:spPr>
      </p:pic>
      <p:sp>
        <p:nvSpPr>
          <p:cNvPr id="2367" name="Google Shape;2367;p53">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5">
                  <a:extLst>
                    <a:ext uri="{A12FA001-AC4F-418D-AE19-62706E023703}">
                      <ahyp:hlinkClr xmlns:ahyp="http://schemas.microsoft.com/office/drawing/2018/hyperlinkcolor" val="tx"/>
                    </a:ext>
                  </a:extLst>
                </a:hlinkClick>
              </a:rPr>
              <a:t>Pana</a:t>
            </a:r>
            <a:endParaRPr b="1">
              <a:solidFill>
                <a:srgbClr val="869FB2"/>
              </a:solidFill>
            </a:endParaRPr>
          </a:p>
        </p:txBody>
      </p:sp>
      <p:sp>
        <p:nvSpPr>
          <p:cNvPr id="2368" name="Google Shape;2368;p53">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6">
                  <a:extLst>
                    <a:ext uri="{A12FA001-AC4F-418D-AE19-62706E023703}">
                      <ahyp:hlinkClr xmlns:ahyp="http://schemas.microsoft.com/office/drawing/2018/hyperlinkcolor" val="tx"/>
                    </a:ext>
                  </a:extLst>
                </a:hlinkClick>
              </a:rPr>
              <a:t>Amico</a:t>
            </a:r>
            <a:endParaRPr b="1">
              <a:solidFill>
                <a:srgbClr val="869FB2"/>
              </a:solidFill>
            </a:endParaRPr>
          </a:p>
        </p:txBody>
      </p:sp>
      <p:sp>
        <p:nvSpPr>
          <p:cNvPr id="2369" name="Google Shape;2369;p53">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7">
                  <a:extLst>
                    <a:ext uri="{A12FA001-AC4F-418D-AE19-62706E023703}">
                      <ahyp:hlinkClr xmlns:ahyp="http://schemas.microsoft.com/office/drawing/2018/hyperlinkcolor" val="tx"/>
                    </a:ext>
                  </a:extLst>
                </a:hlinkClick>
              </a:rPr>
              <a:t>Bro</a:t>
            </a:r>
            <a:endParaRPr b="1">
              <a:solidFill>
                <a:srgbClr val="869FB2"/>
              </a:solidFill>
            </a:endParaRPr>
          </a:p>
        </p:txBody>
      </p:sp>
      <p:sp>
        <p:nvSpPr>
          <p:cNvPr id="2370" name="Google Shape;2370;p53">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8">
                  <a:extLst>
                    <a:ext uri="{A12FA001-AC4F-418D-AE19-62706E023703}">
                      <ahyp:hlinkClr xmlns:ahyp="http://schemas.microsoft.com/office/drawing/2018/hyperlinkcolor" val="tx"/>
                    </a:ext>
                  </a:extLst>
                </a:hlinkClick>
              </a:rPr>
              <a:t>Rafiki</a:t>
            </a:r>
            <a:endParaRPr b="1">
              <a:solidFill>
                <a:srgbClr val="869FB2"/>
              </a:solidFill>
            </a:endParaRPr>
          </a:p>
        </p:txBody>
      </p:sp>
      <p:pic>
        <p:nvPicPr>
          <p:cNvPr id="2371" name="Google Shape;2371;p53"/>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2372" name="Google Shape;2372;p53"/>
          <p:cNvPicPr preferRelativeResize="0"/>
          <p:nvPr/>
        </p:nvPicPr>
        <p:blipFill rotWithShape="1">
          <a:blip r:embed="rId10">
            <a:alphaModFix/>
          </a:blip>
          <a:srcRect t="6378" b="6378"/>
          <a:stretch/>
        </p:blipFill>
        <p:spPr>
          <a:xfrm>
            <a:off x="3816030" y="2517800"/>
            <a:ext cx="1372495" cy="1197450"/>
          </a:xfrm>
          <a:prstGeom prst="rect">
            <a:avLst/>
          </a:prstGeom>
          <a:noFill/>
          <a:ln>
            <a:noFill/>
          </a:ln>
        </p:spPr>
      </p:pic>
      <p:pic>
        <p:nvPicPr>
          <p:cNvPr id="2373" name="Google Shape;2373;p53"/>
          <p:cNvPicPr preferRelativeResize="0"/>
          <p:nvPr/>
        </p:nvPicPr>
        <p:blipFill rotWithShape="1">
          <a:blip r:embed="rId11">
            <a:alphaModFix/>
          </a:blip>
          <a:srcRect t="9257" b="9257"/>
          <a:stretch/>
        </p:blipFill>
        <p:spPr>
          <a:xfrm>
            <a:off x="5306751" y="2557330"/>
            <a:ext cx="1372475" cy="1118390"/>
          </a:xfrm>
          <a:prstGeom prst="rect">
            <a:avLst/>
          </a:prstGeom>
          <a:noFill/>
          <a:ln>
            <a:noFill/>
          </a:ln>
        </p:spPr>
      </p:pic>
      <p:pic>
        <p:nvPicPr>
          <p:cNvPr id="2374" name="Google Shape;2374;p53"/>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2375" name="Google Shape;2375;p53">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13">
                  <a:extLst>
                    <a:ext uri="{A12FA001-AC4F-418D-AE19-62706E023703}">
                      <ahyp:hlinkClr xmlns:ahyp="http://schemas.microsoft.com/office/drawing/2018/hyperlinkcolor" val="tx"/>
                    </a:ext>
                  </a:extLst>
                </a:hlinkClick>
              </a:rPr>
              <a:t>Cuate</a:t>
            </a:r>
            <a:endParaRPr b="1">
              <a:solidFill>
                <a:srgbClr val="869FB2"/>
              </a:solidFil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379"/>
        <p:cNvGrpSpPr/>
        <p:nvPr/>
      </p:nvGrpSpPr>
      <p:grpSpPr>
        <a:xfrm>
          <a:off x="0" y="0"/>
          <a:ext cx="0" cy="0"/>
          <a:chOff x="0" y="0"/>
          <a:chExt cx="0" cy="0"/>
        </a:xfrm>
      </p:grpSpPr>
      <p:sp>
        <p:nvSpPr>
          <p:cNvPr id="2380" name="Google Shape;2380;p54"/>
          <p:cNvSpPr txBox="1"/>
          <p:nvPr/>
        </p:nvSpPr>
        <p:spPr>
          <a:xfrm>
            <a:off x="716700" y="1188004"/>
            <a:ext cx="7710600" cy="8952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You can easily </a:t>
            </a:r>
            <a:r>
              <a:rPr lang="en" sz="1100" b="1">
                <a:solidFill>
                  <a:schemeClr val="hlink"/>
                </a:solidFill>
              </a:rPr>
              <a:t>resize </a:t>
            </a:r>
            <a:r>
              <a:rPr lang="en" sz="1100">
                <a:solidFill>
                  <a:schemeClr val="lt1"/>
                </a:solidFill>
              </a:rPr>
              <a:t>these resources without losing quality. To </a:t>
            </a:r>
            <a:r>
              <a:rPr lang="en" sz="1100" b="1">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hlink"/>
                </a:solidFill>
                <a:uFill>
                  <a:noFill/>
                </a:uFill>
                <a:hlinkClick r:id="rId3"/>
              </a:rPr>
              <a:t>infographics</a:t>
            </a:r>
            <a:r>
              <a:rPr lang="en" sz="1100" b="1">
                <a:solidFill>
                  <a:schemeClr val="hlink"/>
                </a:solidFill>
              </a:rPr>
              <a:t> </a:t>
            </a:r>
            <a:r>
              <a:rPr lang="en" sz="1100">
                <a:solidFill>
                  <a:schemeClr val="lt1"/>
                </a:solidFill>
              </a:rPr>
              <a:t>on Slidesgo.</a:t>
            </a:r>
            <a:endParaRPr sz="1100">
              <a:solidFill>
                <a:srgbClr val="FFFFFF"/>
              </a:solidFill>
            </a:endParaRPr>
          </a:p>
        </p:txBody>
      </p:sp>
      <p:sp>
        <p:nvSpPr>
          <p:cNvPr id="2381" name="Google Shape;2381;p54"/>
          <p:cNvSpPr txBox="1">
            <a:spLocks noGrp="1"/>
          </p:cNvSpPr>
          <p:nvPr>
            <p:ph type="title"/>
          </p:nvPr>
        </p:nvSpPr>
        <p:spPr>
          <a:xfrm>
            <a:off x="716700"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grpSp>
        <p:nvGrpSpPr>
          <p:cNvPr id="2382" name="Google Shape;2382;p54"/>
          <p:cNvGrpSpPr/>
          <p:nvPr/>
        </p:nvGrpSpPr>
        <p:grpSpPr>
          <a:xfrm>
            <a:off x="5048544" y="3019584"/>
            <a:ext cx="442841" cy="514271"/>
            <a:chOff x="4727025" y="1332775"/>
            <a:chExt cx="59900" cy="69625"/>
          </a:xfrm>
        </p:grpSpPr>
        <p:sp>
          <p:nvSpPr>
            <p:cNvPr id="2383" name="Google Shape;2383;p54"/>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54"/>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5" name="Google Shape;2385;p54"/>
          <p:cNvGrpSpPr/>
          <p:nvPr/>
        </p:nvGrpSpPr>
        <p:grpSpPr>
          <a:xfrm>
            <a:off x="5723860" y="2267072"/>
            <a:ext cx="500909" cy="500899"/>
            <a:chOff x="4820425" y="1329900"/>
            <a:chExt cx="70175" cy="70350"/>
          </a:xfrm>
        </p:grpSpPr>
        <p:sp>
          <p:nvSpPr>
            <p:cNvPr id="2386" name="Google Shape;2386;p54"/>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54"/>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54"/>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54"/>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0" name="Google Shape;2390;p54"/>
          <p:cNvGrpSpPr/>
          <p:nvPr/>
        </p:nvGrpSpPr>
        <p:grpSpPr>
          <a:xfrm>
            <a:off x="6376484" y="2278862"/>
            <a:ext cx="538135" cy="493119"/>
            <a:chOff x="4903200" y="1331525"/>
            <a:chExt cx="73575" cy="67425"/>
          </a:xfrm>
        </p:grpSpPr>
        <p:sp>
          <p:nvSpPr>
            <p:cNvPr id="2391" name="Google Shape;2391;p54"/>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2392" name="Google Shape;2392;p54"/>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3" name="Google Shape;2393;p54"/>
          <p:cNvGrpSpPr/>
          <p:nvPr/>
        </p:nvGrpSpPr>
        <p:grpSpPr>
          <a:xfrm>
            <a:off x="5636435" y="3020840"/>
            <a:ext cx="544563" cy="511895"/>
            <a:chOff x="4815575" y="1416800"/>
            <a:chExt cx="73750" cy="71400"/>
          </a:xfrm>
        </p:grpSpPr>
        <p:sp>
          <p:nvSpPr>
            <p:cNvPr id="2394" name="Google Shape;2394;p54"/>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54"/>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54"/>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7" name="Google Shape;2397;p54"/>
          <p:cNvGrpSpPr/>
          <p:nvPr/>
        </p:nvGrpSpPr>
        <p:grpSpPr>
          <a:xfrm>
            <a:off x="6333060" y="3020546"/>
            <a:ext cx="602914" cy="512477"/>
            <a:chOff x="4902475" y="1418875"/>
            <a:chExt cx="74500" cy="63775"/>
          </a:xfrm>
        </p:grpSpPr>
        <p:sp>
          <p:nvSpPr>
            <p:cNvPr id="2398" name="Google Shape;2398;p54"/>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54"/>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0" name="Google Shape;2400;p54"/>
          <p:cNvGrpSpPr/>
          <p:nvPr/>
        </p:nvGrpSpPr>
        <p:grpSpPr>
          <a:xfrm>
            <a:off x="5748932" y="3759785"/>
            <a:ext cx="515391" cy="525699"/>
            <a:chOff x="4818100" y="1507675"/>
            <a:chExt cx="71225" cy="71625"/>
          </a:xfrm>
        </p:grpSpPr>
        <p:sp>
          <p:nvSpPr>
            <p:cNvPr id="2401" name="Google Shape;2401;p54"/>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54"/>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54"/>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54"/>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5" name="Google Shape;2405;p54"/>
          <p:cNvGrpSpPr/>
          <p:nvPr/>
        </p:nvGrpSpPr>
        <p:grpSpPr>
          <a:xfrm>
            <a:off x="5087034" y="3781317"/>
            <a:ext cx="522956" cy="489869"/>
            <a:chOff x="4721450" y="1509475"/>
            <a:chExt cx="79350" cy="74325"/>
          </a:xfrm>
        </p:grpSpPr>
        <p:sp>
          <p:nvSpPr>
            <p:cNvPr id="2406" name="Google Shape;2406;p54"/>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54"/>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4"/>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54"/>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0" name="Google Shape;2410;p54"/>
          <p:cNvGrpSpPr/>
          <p:nvPr/>
        </p:nvGrpSpPr>
        <p:grpSpPr>
          <a:xfrm>
            <a:off x="6410277" y="3761069"/>
            <a:ext cx="525704" cy="535436"/>
            <a:chOff x="4906800" y="1507500"/>
            <a:chExt cx="70350" cy="71075"/>
          </a:xfrm>
        </p:grpSpPr>
        <p:sp>
          <p:nvSpPr>
            <p:cNvPr id="2411" name="Google Shape;2411;p54"/>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54"/>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54"/>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54"/>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54"/>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6" name="Google Shape;2416;p54"/>
          <p:cNvGrpSpPr/>
          <p:nvPr/>
        </p:nvGrpSpPr>
        <p:grpSpPr>
          <a:xfrm>
            <a:off x="4443099" y="2267050"/>
            <a:ext cx="508054" cy="508095"/>
            <a:chOff x="3736598" y="2170606"/>
            <a:chExt cx="404889" cy="404889"/>
          </a:xfrm>
        </p:grpSpPr>
        <p:sp>
          <p:nvSpPr>
            <p:cNvPr id="2417" name="Google Shape;2417;p54"/>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54"/>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54"/>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54"/>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1" name="Google Shape;2421;p54"/>
          <p:cNvGrpSpPr/>
          <p:nvPr/>
        </p:nvGrpSpPr>
        <p:grpSpPr>
          <a:xfrm>
            <a:off x="3731139" y="2267145"/>
            <a:ext cx="575790" cy="507904"/>
            <a:chOff x="3161917" y="2170682"/>
            <a:chExt cx="458870" cy="404737"/>
          </a:xfrm>
        </p:grpSpPr>
        <p:sp>
          <p:nvSpPr>
            <p:cNvPr id="2422" name="Google Shape;2422;p54"/>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2423" name="Google Shape;2423;p54"/>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54"/>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5" name="Google Shape;2425;p54"/>
          <p:cNvGrpSpPr/>
          <p:nvPr/>
        </p:nvGrpSpPr>
        <p:grpSpPr>
          <a:xfrm>
            <a:off x="3758669" y="3027517"/>
            <a:ext cx="520730" cy="498567"/>
            <a:chOff x="3179914" y="2889488"/>
            <a:chExt cx="422876" cy="404911"/>
          </a:xfrm>
        </p:grpSpPr>
        <p:sp>
          <p:nvSpPr>
            <p:cNvPr id="2426" name="Google Shape;2426;p54"/>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54"/>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54"/>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4"/>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54"/>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54"/>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2" name="Google Shape;2432;p54"/>
          <p:cNvGrpSpPr/>
          <p:nvPr/>
        </p:nvGrpSpPr>
        <p:grpSpPr>
          <a:xfrm>
            <a:off x="4387349" y="3027477"/>
            <a:ext cx="516145" cy="498648"/>
            <a:chOff x="3729467" y="2889422"/>
            <a:chExt cx="419153" cy="404977"/>
          </a:xfrm>
        </p:grpSpPr>
        <p:sp>
          <p:nvSpPr>
            <p:cNvPr id="2433" name="Google Shape;2433;p54"/>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54"/>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54"/>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54"/>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54"/>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54"/>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54"/>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40" name="Google Shape;2440;p54"/>
          <p:cNvSpPr/>
          <p:nvPr/>
        </p:nvSpPr>
        <p:spPr>
          <a:xfrm>
            <a:off x="7405574" y="22744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54"/>
          <p:cNvSpPr/>
          <p:nvPr/>
        </p:nvSpPr>
        <p:spPr>
          <a:xfrm>
            <a:off x="7105028" y="22568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54"/>
          <p:cNvSpPr/>
          <p:nvPr/>
        </p:nvSpPr>
        <p:spPr>
          <a:xfrm>
            <a:off x="7727317" y="22633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4"/>
          <p:cNvSpPr/>
          <p:nvPr/>
        </p:nvSpPr>
        <p:spPr>
          <a:xfrm>
            <a:off x="8022022" y="22568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44" name="Google Shape;2444;p54"/>
          <p:cNvGrpSpPr/>
          <p:nvPr/>
        </p:nvGrpSpPr>
        <p:grpSpPr>
          <a:xfrm>
            <a:off x="7107677" y="2474362"/>
            <a:ext cx="166473" cy="141497"/>
            <a:chOff x="4660325" y="1866850"/>
            <a:chExt cx="68350" cy="58100"/>
          </a:xfrm>
        </p:grpSpPr>
        <p:sp>
          <p:nvSpPr>
            <p:cNvPr id="2445" name="Google Shape;2445;p54"/>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54"/>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7" name="Google Shape;2447;p54"/>
          <p:cNvGrpSpPr/>
          <p:nvPr/>
        </p:nvGrpSpPr>
        <p:grpSpPr>
          <a:xfrm>
            <a:off x="7417022" y="2500086"/>
            <a:ext cx="162515" cy="90049"/>
            <a:chOff x="4791775" y="1877500"/>
            <a:chExt cx="66725" cy="36975"/>
          </a:xfrm>
        </p:grpSpPr>
        <p:sp>
          <p:nvSpPr>
            <p:cNvPr id="2448" name="Google Shape;2448;p54"/>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4"/>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0" name="Google Shape;2450;p54"/>
          <p:cNvGrpSpPr/>
          <p:nvPr/>
        </p:nvGrpSpPr>
        <p:grpSpPr>
          <a:xfrm>
            <a:off x="7738734" y="2500086"/>
            <a:ext cx="144979" cy="90049"/>
            <a:chOff x="4923925" y="1877500"/>
            <a:chExt cx="59525" cy="36975"/>
          </a:xfrm>
        </p:grpSpPr>
        <p:sp>
          <p:nvSpPr>
            <p:cNvPr id="2451" name="Google Shape;2451;p54"/>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4"/>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3" name="Google Shape;2453;p54"/>
          <p:cNvGrpSpPr/>
          <p:nvPr/>
        </p:nvGrpSpPr>
        <p:grpSpPr>
          <a:xfrm>
            <a:off x="8033226" y="2482277"/>
            <a:ext cx="141447" cy="125667"/>
            <a:chOff x="5058450" y="1870100"/>
            <a:chExt cx="58075" cy="51600"/>
          </a:xfrm>
        </p:grpSpPr>
        <p:sp>
          <p:nvSpPr>
            <p:cNvPr id="2454" name="Google Shape;2454;p54"/>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4"/>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6" name="Google Shape;2456;p54"/>
          <p:cNvGrpSpPr/>
          <p:nvPr/>
        </p:nvGrpSpPr>
        <p:grpSpPr>
          <a:xfrm>
            <a:off x="7447741" y="2904685"/>
            <a:ext cx="101077" cy="107645"/>
            <a:chOff x="4811425" y="2065025"/>
            <a:chExt cx="41500" cy="44200"/>
          </a:xfrm>
        </p:grpSpPr>
        <p:sp>
          <p:nvSpPr>
            <p:cNvPr id="2457" name="Google Shape;2457;p54"/>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54"/>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9" name="Google Shape;2459;p54"/>
          <p:cNvGrpSpPr/>
          <p:nvPr/>
        </p:nvGrpSpPr>
        <p:grpSpPr>
          <a:xfrm>
            <a:off x="7740178" y="2904898"/>
            <a:ext cx="120867" cy="107218"/>
            <a:chOff x="4929875" y="2065025"/>
            <a:chExt cx="49625" cy="44025"/>
          </a:xfrm>
        </p:grpSpPr>
        <p:sp>
          <p:nvSpPr>
            <p:cNvPr id="2460" name="Google Shape;2460;p54"/>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4"/>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2" name="Google Shape;2462;p54"/>
          <p:cNvGrpSpPr/>
          <p:nvPr/>
        </p:nvGrpSpPr>
        <p:grpSpPr>
          <a:xfrm>
            <a:off x="8068847" y="2907912"/>
            <a:ext cx="70206" cy="101191"/>
            <a:chOff x="5083925" y="2066350"/>
            <a:chExt cx="28825" cy="41550"/>
          </a:xfrm>
        </p:grpSpPr>
        <p:sp>
          <p:nvSpPr>
            <p:cNvPr id="2463" name="Google Shape;2463;p54"/>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54"/>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5" name="Google Shape;2465;p54"/>
          <p:cNvGrpSpPr/>
          <p:nvPr/>
        </p:nvGrpSpPr>
        <p:grpSpPr>
          <a:xfrm>
            <a:off x="7100401" y="2923559"/>
            <a:ext cx="181026" cy="69896"/>
            <a:chOff x="4659775" y="2072775"/>
            <a:chExt cx="74325" cy="28700"/>
          </a:xfrm>
        </p:grpSpPr>
        <p:sp>
          <p:nvSpPr>
            <p:cNvPr id="2466" name="Google Shape;2466;p54"/>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4"/>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54"/>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9" name="Google Shape;2469;p54"/>
          <p:cNvGrpSpPr/>
          <p:nvPr/>
        </p:nvGrpSpPr>
        <p:grpSpPr>
          <a:xfrm>
            <a:off x="8020257" y="2714124"/>
            <a:ext cx="167387" cy="89197"/>
            <a:chOff x="4662475" y="1976500"/>
            <a:chExt cx="68725" cy="36625"/>
          </a:xfrm>
        </p:grpSpPr>
        <p:sp>
          <p:nvSpPr>
            <p:cNvPr id="2470" name="Google Shape;2470;p54"/>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54"/>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54"/>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3" name="Google Shape;2473;p54"/>
          <p:cNvGrpSpPr/>
          <p:nvPr/>
        </p:nvGrpSpPr>
        <p:grpSpPr>
          <a:xfrm>
            <a:off x="7717162" y="2717564"/>
            <a:ext cx="166899" cy="82317"/>
            <a:chOff x="4920150" y="1977875"/>
            <a:chExt cx="68525" cy="33800"/>
          </a:xfrm>
        </p:grpSpPr>
        <p:sp>
          <p:nvSpPr>
            <p:cNvPr id="2474" name="Google Shape;2474;p54"/>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4"/>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54"/>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7" name="Google Shape;2477;p54"/>
          <p:cNvGrpSpPr/>
          <p:nvPr/>
        </p:nvGrpSpPr>
        <p:grpSpPr>
          <a:xfrm>
            <a:off x="7128319" y="3121482"/>
            <a:ext cx="125190" cy="127858"/>
            <a:chOff x="4676550" y="2160575"/>
            <a:chExt cx="51400" cy="52500"/>
          </a:xfrm>
        </p:grpSpPr>
        <p:sp>
          <p:nvSpPr>
            <p:cNvPr id="2478" name="Google Shape;2478;p54"/>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54"/>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54"/>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1" name="Google Shape;2481;p54"/>
          <p:cNvGrpSpPr/>
          <p:nvPr/>
        </p:nvGrpSpPr>
        <p:grpSpPr>
          <a:xfrm>
            <a:off x="7425577" y="3128514"/>
            <a:ext cx="145405" cy="113794"/>
            <a:chOff x="4768325" y="2163475"/>
            <a:chExt cx="59700" cy="46725"/>
          </a:xfrm>
        </p:grpSpPr>
        <p:sp>
          <p:nvSpPr>
            <p:cNvPr id="2482" name="Google Shape;2482;p54"/>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54"/>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84" name="Google Shape;2484;p54"/>
          <p:cNvSpPr/>
          <p:nvPr/>
        </p:nvSpPr>
        <p:spPr>
          <a:xfrm>
            <a:off x="7757532" y="31200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54"/>
          <p:cNvSpPr/>
          <p:nvPr/>
        </p:nvSpPr>
        <p:spPr>
          <a:xfrm>
            <a:off x="8029908" y="41271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54"/>
          <p:cNvSpPr/>
          <p:nvPr/>
        </p:nvSpPr>
        <p:spPr>
          <a:xfrm>
            <a:off x="7131363" y="33553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54"/>
          <p:cNvSpPr/>
          <p:nvPr/>
        </p:nvSpPr>
        <p:spPr>
          <a:xfrm>
            <a:off x="7099335" y="41429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54"/>
          <p:cNvSpPr/>
          <p:nvPr/>
        </p:nvSpPr>
        <p:spPr>
          <a:xfrm>
            <a:off x="7116658" y="36245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54"/>
          <p:cNvSpPr/>
          <p:nvPr/>
        </p:nvSpPr>
        <p:spPr>
          <a:xfrm>
            <a:off x="7750408" y="36064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90" name="Google Shape;2490;p54"/>
          <p:cNvGrpSpPr/>
          <p:nvPr/>
        </p:nvGrpSpPr>
        <p:grpSpPr>
          <a:xfrm>
            <a:off x="7441895" y="3383608"/>
            <a:ext cx="112768" cy="106853"/>
            <a:chOff x="4768575" y="2253950"/>
            <a:chExt cx="46300" cy="43875"/>
          </a:xfrm>
        </p:grpSpPr>
        <p:sp>
          <p:nvSpPr>
            <p:cNvPr id="2491" name="Google Shape;2491;p54"/>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54"/>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3" name="Google Shape;2493;p54"/>
          <p:cNvGrpSpPr/>
          <p:nvPr/>
        </p:nvGrpSpPr>
        <p:grpSpPr>
          <a:xfrm>
            <a:off x="7741518" y="3872634"/>
            <a:ext cx="118187" cy="146246"/>
            <a:chOff x="4960900" y="2433225"/>
            <a:chExt cx="48525" cy="60050"/>
          </a:xfrm>
        </p:grpSpPr>
        <p:sp>
          <p:nvSpPr>
            <p:cNvPr id="2494" name="Google Shape;2494;p54"/>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54"/>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6" name="Google Shape;2496;p54"/>
          <p:cNvGrpSpPr/>
          <p:nvPr/>
        </p:nvGrpSpPr>
        <p:grpSpPr>
          <a:xfrm>
            <a:off x="7430083" y="4136695"/>
            <a:ext cx="136394" cy="143810"/>
            <a:chOff x="4854075" y="2527625"/>
            <a:chExt cx="56000" cy="59050"/>
          </a:xfrm>
        </p:grpSpPr>
        <p:sp>
          <p:nvSpPr>
            <p:cNvPr id="2497" name="Google Shape;2497;p54"/>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4"/>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9" name="Google Shape;2499;p54"/>
          <p:cNvSpPr/>
          <p:nvPr/>
        </p:nvSpPr>
        <p:spPr>
          <a:xfrm>
            <a:off x="7445335" y="38794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4"/>
          <p:cNvSpPr/>
          <p:nvPr/>
        </p:nvSpPr>
        <p:spPr>
          <a:xfrm>
            <a:off x="8024001" y="31190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4"/>
          <p:cNvSpPr/>
          <p:nvPr/>
        </p:nvSpPr>
        <p:spPr>
          <a:xfrm>
            <a:off x="7123265" y="38794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02" name="Google Shape;2502;p54"/>
          <p:cNvGrpSpPr/>
          <p:nvPr/>
        </p:nvGrpSpPr>
        <p:grpSpPr>
          <a:xfrm>
            <a:off x="8054294" y="3600439"/>
            <a:ext cx="99312" cy="160797"/>
            <a:chOff x="5059700" y="2334775"/>
            <a:chExt cx="40775" cy="66025"/>
          </a:xfrm>
        </p:grpSpPr>
        <p:sp>
          <p:nvSpPr>
            <p:cNvPr id="2503" name="Google Shape;2503;p54"/>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54"/>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54"/>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4"/>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54"/>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54"/>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54"/>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54"/>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4"/>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2" name="Google Shape;2512;p54"/>
          <p:cNvGrpSpPr/>
          <p:nvPr/>
        </p:nvGrpSpPr>
        <p:grpSpPr>
          <a:xfrm>
            <a:off x="8011458" y="3865571"/>
            <a:ext cx="184984" cy="160371"/>
            <a:chOff x="5037700" y="2430325"/>
            <a:chExt cx="75950" cy="65850"/>
          </a:xfrm>
        </p:grpSpPr>
        <p:sp>
          <p:nvSpPr>
            <p:cNvPr id="2513" name="Google Shape;2513;p54"/>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54"/>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5" name="Google Shape;2515;p54"/>
          <p:cNvGrpSpPr/>
          <p:nvPr/>
        </p:nvGrpSpPr>
        <p:grpSpPr>
          <a:xfrm>
            <a:off x="7430964" y="3632023"/>
            <a:ext cx="173014" cy="97629"/>
            <a:chOff x="4756975" y="2341800"/>
            <a:chExt cx="91975" cy="51925"/>
          </a:xfrm>
        </p:grpSpPr>
        <p:sp>
          <p:nvSpPr>
            <p:cNvPr id="2516" name="Google Shape;2516;p54"/>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54"/>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54"/>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54"/>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4"/>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54"/>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54"/>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54"/>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54"/>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54"/>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54"/>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54"/>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54"/>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54"/>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54"/>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54"/>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54"/>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4"/>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54"/>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54"/>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6" name="Google Shape;2536;p54"/>
          <p:cNvGrpSpPr/>
          <p:nvPr/>
        </p:nvGrpSpPr>
        <p:grpSpPr>
          <a:xfrm>
            <a:off x="7697901" y="4120720"/>
            <a:ext cx="212497" cy="175761"/>
            <a:chOff x="4943575" y="2516350"/>
            <a:chExt cx="98675" cy="81700"/>
          </a:xfrm>
        </p:grpSpPr>
        <p:sp>
          <p:nvSpPr>
            <p:cNvPr id="2537" name="Google Shape;2537;p54"/>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54"/>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54"/>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54"/>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4"/>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4"/>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54"/>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54"/>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4"/>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4"/>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4"/>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54"/>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4"/>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4"/>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54"/>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54"/>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54"/>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54"/>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4"/>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54"/>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54"/>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54"/>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54"/>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54"/>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54"/>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54"/>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54"/>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4"/>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54"/>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54"/>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54"/>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54"/>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4"/>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54"/>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54"/>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54"/>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54"/>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54"/>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54"/>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54"/>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54"/>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54"/>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54"/>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54"/>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54"/>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54"/>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54"/>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4"/>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4"/>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4"/>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54"/>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4"/>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54"/>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4"/>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54"/>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54"/>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54"/>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54"/>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54"/>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4"/>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4"/>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4"/>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4"/>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4"/>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54"/>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4"/>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4"/>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54"/>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54"/>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54"/>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54"/>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54"/>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4"/>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4"/>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54"/>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54"/>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4"/>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4"/>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5" name="Google Shape;2615;p54"/>
          <p:cNvGrpSpPr/>
          <p:nvPr/>
        </p:nvGrpSpPr>
        <p:grpSpPr>
          <a:xfrm>
            <a:off x="1955962" y="3346963"/>
            <a:ext cx="965351" cy="134611"/>
            <a:chOff x="4411970" y="2962952"/>
            <a:chExt cx="706544" cy="104212"/>
          </a:xfrm>
        </p:grpSpPr>
        <p:sp>
          <p:nvSpPr>
            <p:cNvPr id="2616" name="Google Shape;2616;p54"/>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4"/>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4"/>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54"/>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0" name="Google Shape;2620;p54"/>
          <p:cNvGrpSpPr/>
          <p:nvPr/>
        </p:nvGrpSpPr>
        <p:grpSpPr>
          <a:xfrm>
            <a:off x="1955962" y="2935877"/>
            <a:ext cx="960158" cy="289172"/>
            <a:chOff x="4411970" y="2726085"/>
            <a:chExt cx="643107" cy="193659"/>
          </a:xfrm>
        </p:grpSpPr>
        <p:sp>
          <p:nvSpPr>
            <p:cNvPr id="2621" name="Google Shape;2621;p54"/>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4"/>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4"/>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4" name="Google Shape;2624;p54"/>
          <p:cNvGrpSpPr/>
          <p:nvPr/>
        </p:nvGrpSpPr>
        <p:grpSpPr>
          <a:xfrm>
            <a:off x="958854" y="3201987"/>
            <a:ext cx="833173" cy="259209"/>
            <a:chOff x="4411970" y="4340222"/>
            <a:chExt cx="779467" cy="242683"/>
          </a:xfrm>
        </p:grpSpPr>
        <p:sp>
          <p:nvSpPr>
            <p:cNvPr id="2625" name="Google Shape;2625;p54"/>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4"/>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4"/>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8" name="Google Shape;2628;p54"/>
          <p:cNvGrpSpPr/>
          <p:nvPr/>
        </p:nvGrpSpPr>
        <p:grpSpPr>
          <a:xfrm>
            <a:off x="1955962" y="2597733"/>
            <a:ext cx="965160" cy="216230"/>
            <a:chOff x="4411970" y="2468674"/>
            <a:chExt cx="747317" cy="167425"/>
          </a:xfrm>
        </p:grpSpPr>
        <p:sp>
          <p:nvSpPr>
            <p:cNvPr id="2629" name="Google Shape;2629;p54"/>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4"/>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1" name="Google Shape;2631;p54"/>
          <p:cNvGrpSpPr/>
          <p:nvPr/>
        </p:nvGrpSpPr>
        <p:grpSpPr>
          <a:xfrm>
            <a:off x="954709" y="2502450"/>
            <a:ext cx="810451" cy="319148"/>
            <a:chOff x="4411970" y="3686602"/>
            <a:chExt cx="797845" cy="314215"/>
          </a:xfrm>
        </p:grpSpPr>
        <p:sp>
          <p:nvSpPr>
            <p:cNvPr id="2632" name="Google Shape;2632;p54"/>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4"/>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4"/>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4"/>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4"/>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37" name="Google Shape;2637;p54"/>
          <p:cNvSpPr/>
          <p:nvPr/>
        </p:nvSpPr>
        <p:spPr>
          <a:xfrm>
            <a:off x="947558" y="29110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38" name="Google Shape;2638;p54"/>
          <p:cNvGrpSpPr/>
          <p:nvPr/>
        </p:nvGrpSpPr>
        <p:grpSpPr>
          <a:xfrm>
            <a:off x="954806" y="2256974"/>
            <a:ext cx="1970333" cy="208784"/>
            <a:chOff x="6336019" y="3733725"/>
            <a:chExt cx="2566206" cy="351310"/>
          </a:xfrm>
        </p:grpSpPr>
        <p:sp>
          <p:nvSpPr>
            <p:cNvPr id="2639" name="Google Shape;2639;p54"/>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4"/>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4"/>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4"/>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3" name="Google Shape;2643;p54"/>
          <p:cNvGrpSpPr/>
          <p:nvPr/>
        </p:nvGrpSpPr>
        <p:grpSpPr>
          <a:xfrm>
            <a:off x="1955962" y="3864529"/>
            <a:ext cx="946551" cy="153200"/>
            <a:chOff x="4404545" y="3301592"/>
            <a:chExt cx="782403" cy="129272"/>
          </a:xfrm>
        </p:grpSpPr>
        <p:sp>
          <p:nvSpPr>
            <p:cNvPr id="2644" name="Google Shape;2644;p54"/>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4"/>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6" name="Google Shape;2646;p54"/>
          <p:cNvGrpSpPr/>
          <p:nvPr/>
        </p:nvGrpSpPr>
        <p:grpSpPr>
          <a:xfrm>
            <a:off x="1955962" y="3603488"/>
            <a:ext cx="962257" cy="139127"/>
            <a:chOff x="4411970" y="3131459"/>
            <a:chExt cx="710520" cy="117397"/>
          </a:xfrm>
        </p:grpSpPr>
        <p:sp>
          <p:nvSpPr>
            <p:cNvPr id="2647" name="Google Shape;2647;p54"/>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54"/>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49" name="Google Shape;2649;p54" descr="Timeline background shape"/>
          <p:cNvSpPr/>
          <p:nvPr/>
        </p:nvSpPr>
        <p:spPr>
          <a:xfrm>
            <a:off x="1955962" y="41396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50" name="Google Shape;2650;p54"/>
          <p:cNvGrpSpPr/>
          <p:nvPr/>
        </p:nvGrpSpPr>
        <p:grpSpPr>
          <a:xfrm>
            <a:off x="956107" y="3538282"/>
            <a:ext cx="823838" cy="458988"/>
            <a:chOff x="4411970" y="1801825"/>
            <a:chExt cx="734586" cy="409262"/>
          </a:xfrm>
        </p:grpSpPr>
        <p:sp>
          <p:nvSpPr>
            <p:cNvPr id="2651" name="Google Shape;2651;p54"/>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4"/>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3" name="Google Shape;2653;p54"/>
          <p:cNvGrpSpPr/>
          <p:nvPr/>
        </p:nvGrpSpPr>
        <p:grpSpPr>
          <a:xfrm>
            <a:off x="956107" y="4086708"/>
            <a:ext cx="856348" cy="212039"/>
            <a:chOff x="4411970" y="2233974"/>
            <a:chExt cx="763574" cy="189068"/>
          </a:xfrm>
        </p:grpSpPr>
        <p:sp>
          <p:nvSpPr>
            <p:cNvPr id="2654" name="Google Shape;2654;p54"/>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4"/>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6" name="Google Shape;2656;p54"/>
          <p:cNvGrpSpPr/>
          <p:nvPr/>
        </p:nvGrpSpPr>
        <p:grpSpPr>
          <a:xfrm>
            <a:off x="3066303" y="2262044"/>
            <a:ext cx="511602" cy="511602"/>
            <a:chOff x="5681300" y="2527788"/>
            <a:chExt cx="805800" cy="805800"/>
          </a:xfrm>
        </p:grpSpPr>
        <p:sp>
          <p:nvSpPr>
            <p:cNvPr id="2657" name="Google Shape;2657;p54"/>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4"/>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9" name="Google Shape;2659;p54"/>
          <p:cNvGrpSpPr/>
          <p:nvPr/>
        </p:nvGrpSpPr>
        <p:grpSpPr>
          <a:xfrm>
            <a:off x="3063497" y="3028627"/>
            <a:ext cx="513021" cy="512935"/>
            <a:chOff x="4049800" y="640400"/>
            <a:chExt cx="858900" cy="858900"/>
          </a:xfrm>
        </p:grpSpPr>
        <p:sp>
          <p:nvSpPr>
            <p:cNvPr id="2660" name="Google Shape;2660;p54"/>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4"/>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2" name="Google Shape;2662;p54"/>
          <p:cNvGrpSpPr/>
          <p:nvPr/>
        </p:nvGrpSpPr>
        <p:grpSpPr>
          <a:xfrm>
            <a:off x="2980696" y="3680519"/>
            <a:ext cx="686489" cy="686585"/>
            <a:chOff x="5080188" y="927900"/>
            <a:chExt cx="961200" cy="961200"/>
          </a:xfrm>
        </p:grpSpPr>
        <p:sp>
          <p:nvSpPr>
            <p:cNvPr id="2663" name="Google Shape;2663;p54"/>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4"/>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4"/>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4"/>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4"/>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4"/>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4"/>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4"/>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1" name="Google Shape;2671;p54"/>
          <p:cNvGrpSpPr/>
          <p:nvPr/>
        </p:nvGrpSpPr>
        <p:grpSpPr>
          <a:xfrm>
            <a:off x="3763848" y="3773248"/>
            <a:ext cx="510373" cy="510937"/>
            <a:chOff x="7508249" y="1522825"/>
            <a:chExt cx="1326332" cy="1322987"/>
          </a:xfrm>
        </p:grpSpPr>
        <p:sp>
          <p:nvSpPr>
            <p:cNvPr id="2672" name="Google Shape;2672;p54"/>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4"/>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4"/>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4"/>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4"/>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4"/>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4"/>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4"/>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4"/>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54"/>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2" name="Google Shape;2682;p54"/>
          <p:cNvGrpSpPr/>
          <p:nvPr/>
        </p:nvGrpSpPr>
        <p:grpSpPr>
          <a:xfrm>
            <a:off x="4455441" y="3774653"/>
            <a:ext cx="492652" cy="503348"/>
            <a:chOff x="6039282" y="1042577"/>
            <a:chExt cx="734315" cy="731929"/>
          </a:xfrm>
        </p:grpSpPr>
        <p:sp>
          <p:nvSpPr>
            <p:cNvPr id="2683" name="Google Shape;2683;p54"/>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4"/>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4"/>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4"/>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4"/>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4"/>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4"/>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54"/>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4"/>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4"/>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54"/>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4"/>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54"/>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54"/>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54"/>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54"/>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4"/>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4"/>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4"/>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4"/>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4"/>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4" name="Google Shape;2704;p54"/>
          <p:cNvGrpSpPr/>
          <p:nvPr/>
        </p:nvGrpSpPr>
        <p:grpSpPr>
          <a:xfrm>
            <a:off x="5095855" y="2270694"/>
            <a:ext cx="483304" cy="504902"/>
            <a:chOff x="1825800" y="1651625"/>
            <a:chExt cx="568125" cy="591775"/>
          </a:xfrm>
        </p:grpSpPr>
        <p:sp>
          <p:nvSpPr>
            <p:cNvPr id="2705" name="Google Shape;2705;p54"/>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54"/>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4"/>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4"/>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4"/>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4"/>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11" name="Google Shape;2711;p54"/>
          <p:cNvSpPr/>
          <p:nvPr/>
        </p:nvSpPr>
        <p:spPr>
          <a:xfrm>
            <a:off x="7713443" y="33498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4"/>
          <p:cNvSpPr/>
          <p:nvPr/>
        </p:nvSpPr>
        <p:spPr>
          <a:xfrm>
            <a:off x="8029700" y="33786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4"/>
          <p:cNvSpPr/>
          <p:nvPr/>
        </p:nvSpPr>
        <p:spPr>
          <a:xfrm>
            <a:off x="7131814"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4"/>
          <p:cNvSpPr/>
          <p:nvPr/>
        </p:nvSpPr>
        <p:spPr>
          <a:xfrm flipH="1">
            <a:off x="7439179"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2718"/>
        <p:cNvGrpSpPr/>
        <p:nvPr/>
      </p:nvGrpSpPr>
      <p:grpSpPr>
        <a:xfrm>
          <a:off x="0" y="0"/>
          <a:ext cx="0" cy="0"/>
          <a:chOff x="0" y="0"/>
          <a:chExt cx="0" cy="0"/>
        </a:xfrm>
      </p:grpSpPr>
      <p:grpSp>
        <p:nvGrpSpPr>
          <p:cNvPr id="2719" name="Google Shape;2719;p55"/>
          <p:cNvGrpSpPr/>
          <p:nvPr/>
        </p:nvGrpSpPr>
        <p:grpSpPr>
          <a:xfrm>
            <a:off x="722059" y="974193"/>
            <a:ext cx="2492868" cy="1379876"/>
            <a:chOff x="2654821" y="2311071"/>
            <a:chExt cx="2279715" cy="1262120"/>
          </a:xfrm>
        </p:grpSpPr>
        <p:grpSp>
          <p:nvGrpSpPr>
            <p:cNvPr id="2720" name="Google Shape;2720;p55"/>
            <p:cNvGrpSpPr/>
            <p:nvPr/>
          </p:nvGrpSpPr>
          <p:grpSpPr>
            <a:xfrm>
              <a:off x="4034269" y="2840745"/>
              <a:ext cx="40212" cy="36437"/>
              <a:chOff x="4293400" y="2574725"/>
              <a:chExt cx="84425" cy="80100"/>
            </a:xfrm>
          </p:grpSpPr>
          <p:sp>
            <p:nvSpPr>
              <p:cNvPr id="2721" name="Google Shape;2721;p55"/>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txBody>
              <a:bodyPr/>
              <a:lstStyle/>
              <a:p>
                <a:endParaRPr lang="en-US"/>
              </a:p>
            </p:txBody>
          </p:sp>
          <p:sp>
            <p:nvSpPr>
              <p:cNvPr id="2722" name="Google Shape;2722;p55"/>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3" name="Google Shape;2723;p55"/>
            <p:cNvGrpSpPr/>
            <p:nvPr/>
          </p:nvGrpSpPr>
          <p:grpSpPr>
            <a:xfrm>
              <a:off x="3894606" y="2334874"/>
              <a:ext cx="913198" cy="518984"/>
              <a:chOff x="4000175" y="1462675"/>
              <a:chExt cx="1917275" cy="1140875"/>
            </a:xfrm>
          </p:grpSpPr>
          <p:sp>
            <p:nvSpPr>
              <p:cNvPr id="2724" name="Google Shape;2724;p55"/>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txBody>
              <a:bodyPr/>
              <a:lstStyle/>
              <a:p>
                <a:endParaRPr lang="en-US"/>
              </a:p>
            </p:txBody>
          </p:sp>
          <p:grpSp>
            <p:nvGrpSpPr>
              <p:cNvPr id="2725" name="Google Shape;2725;p55"/>
              <p:cNvGrpSpPr/>
              <p:nvPr/>
            </p:nvGrpSpPr>
            <p:grpSpPr>
              <a:xfrm>
                <a:off x="4000175" y="1462675"/>
                <a:ext cx="1917275" cy="1140875"/>
                <a:chOff x="4000175" y="1462675"/>
                <a:chExt cx="1917275" cy="1140875"/>
              </a:xfrm>
            </p:grpSpPr>
            <p:sp>
              <p:nvSpPr>
                <p:cNvPr id="2726" name="Google Shape;2726;p55"/>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txBody>
                <a:bodyPr/>
                <a:lstStyle/>
                <a:p>
                  <a:endParaRPr lang="en-US"/>
                </a:p>
              </p:txBody>
            </p:sp>
            <p:sp>
              <p:nvSpPr>
                <p:cNvPr id="2727" name="Google Shape;2727;p55"/>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5"/>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5"/>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55"/>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731" name="Google Shape;2731;p55"/>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732" name="Google Shape;2732;p55"/>
            <p:cNvGrpSpPr/>
            <p:nvPr/>
          </p:nvGrpSpPr>
          <p:grpSpPr>
            <a:xfrm>
              <a:off x="3875768" y="2846704"/>
              <a:ext cx="44796" cy="47366"/>
              <a:chOff x="3960625" y="2587825"/>
              <a:chExt cx="94050" cy="104125"/>
            </a:xfrm>
          </p:grpSpPr>
          <p:sp>
            <p:nvSpPr>
              <p:cNvPr id="2733" name="Google Shape;2733;p55"/>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txBody>
              <a:bodyPr/>
              <a:lstStyle/>
              <a:p>
                <a:endParaRPr lang="en-US"/>
              </a:p>
            </p:txBody>
          </p:sp>
          <p:sp>
            <p:nvSpPr>
              <p:cNvPr id="2734" name="Google Shape;2734;p55"/>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5" name="Google Shape;2735;p55"/>
            <p:cNvGrpSpPr/>
            <p:nvPr/>
          </p:nvGrpSpPr>
          <p:grpSpPr>
            <a:xfrm>
              <a:off x="3782759" y="2807162"/>
              <a:ext cx="82686" cy="85487"/>
              <a:chOff x="3765350" y="2500900"/>
              <a:chExt cx="173600" cy="187925"/>
            </a:xfrm>
          </p:grpSpPr>
          <p:sp>
            <p:nvSpPr>
              <p:cNvPr id="2736" name="Google Shape;2736;p55"/>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txBody>
              <a:bodyPr/>
              <a:lstStyle/>
              <a:p>
                <a:endParaRPr lang="en-US"/>
              </a:p>
            </p:txBody>
          </p:sp>
          <p:sp>
            <p:nvSpPr>
              <p:cNvPr id="2737" name="Google Shape;2737;p55"/>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5"/>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5"/>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5"/>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5"/>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2" name="Google Shape;2742;p55"/>
            <p:cNvGrpSpPr/>
            <p:nvPr/>
          </p:nvGrpSpPr>
          <p:grpSpPr>
            <a:xfrm>
              <a:off x="3775674" y="2798496"/>
              <a:ext cx="40545" cy="23564"/>
              <a:chOff x="3750475" y="2481850"/>
              <a:chExt cx="85125" cy="51800"/>
            </a:xfrm>
          </p:grpSpPr>
          <p:sp>
            <p:nvSpPr>
              <p:cNvPr id="2743" name="Google Shape;2743;p55"/>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5"/>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txBody>
              <a:bodyPr/>
              <a:lstStyle/>
              <a:p>
                <a:endParaRPr lang="en-US"/>
              </a:p>
            </p:txBody>
          </p:sp>
        </p:grpSp>
        <p:grpSp>
          <p:nvGrpSpPr>
            <p:cNvPr id="2745" name="Google Shape;2745;p55"/>
            <p:cNvGrpSpPr/>
            <p:nvPr/>
          </p:nvGrpSpPr>
          <p:grpSpPr>
            <a:xfrm>
              <a:off x="3716946" y="2776024"/>
              <a:ext cx="81971" cy="76912"/>
              <a:chOff x="3627175" y="2432450"/>
              <a:chExt cx="172100" cy="169075"/>
            </a:xfrm>
          </p:grpSpPr>
          <p:sp>
            <p:nvSpPr>
              <p:cNvPr id="2746" name="Google Shape;2746;p55"/>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5"/>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txBody>
              <a:bodyPr/>
              <a:lstStyle/>
              <a:p>
                <a:endParaRPr lang="en-US"/>
              </a:p>
            </p:txBody>
          </p:sp>
          <p:sp>
            <p:nvSpPr>
              <p:cNvPr id="2748" name="Google Shape;2748;p55"/>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txBody>
              <a:bodyPr/>
              <a:lstStyle/>
              <a:p>
                <a:endParaRPr lang="en-US"/>
              </a:p>
            </p:txBody>
          </p:sp>
        </p:grpSp>
        <p:grpSp>
          <p:nvGrpSpPr>
            <p:cNvPr id="2749" name="Google Shape;2749;p55"/>
            <p:cNvGrpSpPr/>
            <p:nvPr/>
          </p:nvGrpSpPr>
          <p:grpSpPr>
            <a:xfrm>
              <a:off x="3685682" y="2845624"/>
              <a:ext cx="29311" cy="45055"/>
              <a:chOff x="3561536" y="2585450"/>
              <a:chExt cx="61539" cy="99045"/>
            </a:xfrm>
          </p:grpSpPr>
          <p:sp>
            <p:nvSpPr>
              <p:cNvPr id="2750" name="Google Shape;2750;p55"/>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5"/>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txBody>
              <a:bodyPr/>
              <a:lstStyle/>
              <a:p>
                <a:endParaRPr lang="en-US"/>
              </a:p>
            </p:txBody>
          </p:sp>
        </p:grpSp>
        <p:grpSp>
          <p:nvGrpSpPr>
            <p:cNvPr id="2752" name="Google Shape;2752;p55"/>
            <p:cNvGrpSpPr/>
            <p:nvPr/>
          </p:nvGrpSpPr>
          <p:grpSpPr>
            <a:xfrm>
              <a:off x="3849905" y="2572252"/>
              <a:ext cx="74339" cy="119559"/>
              <a:chOff x="3906325" y="1984500"/>
              <a:chExt cx="156075" cy="262825"/>
            </a:xfrm>
          </p:grpSpPr>
          <p:sp>
            <p:nvSpPr>
              <p:cNvPr id="2753" name="Google Shape;2753;p55"/>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txBody>
              <a:bodyPr/>
              <a:lstStyle/>
              <a:p>
                <a:endParaRPr lang="en-US"/>
              </a:p>
            </p:txBody>
          </p:sp>
          <p:sp>
            <p:nvSpPr>
              <p:cNvPr id="2754" name="Google Shape;2754;p55"/>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5" name="Google Shape;2755;p55"/>
            <p:cNvGrpSpPr/>
            <p:nvPr/>
          </p:nvGrpSpPr>
          <p:grpSpPr>
            <a:xfrm>
              <a:off x="2654821" y="2414345"/>
              <a:ext cx="667570" cy="558731"/>
              <a:chOff x="1397225" y="1637375"/>
              <a:chExt cx="1401575" cy="1228250"/>
            </a:xfrm>
          </p:grpSpPr>
          <p:sp>
            <p:nvSpPr>
              <p:cNvPr id="2756" name="Google Shape;2756;p55"/>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txBody>
              <a:bodyPr/>
              <a:lstStyle/>
              <a:p>
                <a:endParaRPr lang="en-US"/>
              </a:p>
            </p:txBody>
          </p:sp>
          <p:grpSp>
            <p:nvGrpSpPr>
              <p:cNvPr id="2757" name="Google Shape;2757;p55"/>
              <p:cNvGrpSpPr/>
              <p:nvPr/>
            </p:nvGrpSpPr>
            <p:grpSpPr>
              <a:xfrm>
                <a:off x="1397225" y="1637375"/>
                <a:ext cx="1398775" cy="1228250"/>
                <a:chOff x="1397225" y="1637375"/>
                <a:chExt cx="1398775" cy="1228250"/>
              </a:xfrm>
            </p:grpSpPr>
            <p:sp>
              <p:nvSpPr>
                <p:cNvPr id="2758" name="Google Shape;2758;p55"/>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5"/>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760" name="Google Shape;2760;p55"/>
            <p:cNvGrpSpPr/>
            <p:nvPr/>
          </p:nvGrpSpPr>
          <p:grpSpPr>
            <a:xfrm>
              <a:off x="3230417" y="3103734"/>
              <a:ext cx="282982" cy="280332"/>
              <a:chOff x="2605700" y="3152850"/>
              <a:chExt cx="594125" cy="616250"/>
            </a:xfrm>
          </p:grpSpPr>
          <p:sp>
            <p:nvSpPr>
              <p:cNvPr id="2761" name="Google Shape;2761;p55"/>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txBody>
              <a:bodyPr/>
              <a:lstStyle/>
              <a:p>
                <a:endParaRPr lang="en-US"/>
              </a:p>
            </p:txBody>
          </p:sp>
          <p:sp>
            <p:nvSpPr>
              <p:cNvPr id="2762" name="Google Shape;2762;p55"/>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2763" name="Google Shape;2763;p55"/>
            <p:cNvGrpSpPr/>
            <p:nvPr/>
          </p:nvGrpSpPr>
          <p:grpSpPr>
            <a:xfrm>
              <a:off x="3265985" y="3226989"/>
              <a:ext cx="87151" cy="346202"/>
              <a:chOff x="2680375" y="3423800"/>
              <a:chExt cx="182975" cy="761050"/>
            </a:xfrm>
          </p:grpSpPr>
          <p:sp>
            <p:nvSpPr>
              <p:cNvPr id="2764" name="Google Shape;2764;p55"/>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txBody>
              <a:bodyPr/>
              <a:lstStyle/>
              <a:p>
                <a:endParaRPr lang="en-US"/>
              </a:p>
            </p:txBody>
          </p:sp>
          <p:sp>
            <p:nvSpPr>
              <p:cNvPr id="2765" name="Google Shape;2765;p55"/>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6" name="Google Shape;2766;p55"/>
            <p:cNvGrpSpPr/>
            <p:nvPr/>
          </p:nvGrpSpPr>
          <p:grpSpPr>
            <a:xfrm>
              <a:off x="3855466" y="3289811"/>
              <a:ext cx="112514" cy="94210"/>
              <a:chOff x="3918000" y="3561900"/>
              <a:chExt cx="236225" cy="207100"/>
            </a:xfrm>
          </p:grpSpPr>
          <p:sp>
            <p:nvSpPr>
              <p:cNvPr id="2767" name="Google Shape;2767;p55"/>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txBody>
              <a:bodyPr/>
              <a:lstStyle/>
              <a:p>
                <a:endParaRPr lang="en-US"/>
              </a:p>
            </p:txBody>
          </p:sp>
          <p:sp>
            <p:nvSpPr>
              <p:cNvPr id="2768" name="Google Shape;2768;p55"/>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69" name="Google Shape;2769;p55"/>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5"/>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5"/>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2772" name="Google Shape;2772;p55"/>
            <p:cNvGrpSpPr/>
            <p:nvPr/>
          </p:nvGrpSpPr>
          <p:grpSpPr>
            <a:xfrm>
              <a:off x="2905224" y="2311071"/>
              <a:ext cx="596721" cy="528992"/>
              <a:chOff x="1922950" y="1410350"/>
              <a:chExt cx="1252825" cy="1162875"/>
            </a:xfrm>
          </p:grpSpPr>
          <p:sp>
            <p:nvSpPr>
              <p:cNvPr id="2773" name="Google Shape;2773;p55"/>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5"/>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5"/>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5"/>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5"/>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5"/>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5"/>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5"/>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5"/>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5"/>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5"/>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5"/>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5"/>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5"/>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5"/>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5"/>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2789" name="Google Shape;2789;p55"/>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5"/>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5"/>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5"/>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5"/>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5"/>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5"/>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5"/>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5"/>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5"/>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5"/>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5"/>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5"/>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5"/>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5"/>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5"/>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5"/>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5"/>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5"/>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5"/>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809" name="Google Shape;2809;p55"/>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810" name="Google Shape;2810;p55"/>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11" name="Google Shape;2811;p55"/>
            <p:cNvGrpSpPr/>
            <p:nvPr/>
          </p:nvGrpSpPr>
          <p:grpSpPr>
            <a:xfrm>
              <a:off x="3280929" y="3294542"/>
              <a:ext cx="109894" cy="272224"/>
              <a:chOff x="2711750" y="3572300"/>
              <a:chExt cx="230725" cy="598425"/>
            </a:xfrm>
          </p:grpSpPr>
          <p:sp>
            <p:nvSpPr>
              <p:cNvPr id="2812" name="Google Shape;2812;p55"/>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5"/>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14" name="Google Shape;2814;p55"/>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15" name="Google Shape;2815;p55"/>
            <p:cNvGrpSpPr/>
            <p:nvPr/>
          </p:nvGrpSpPr>
          <p:grpSpPr>
            <a:xfrm>
              <a:off x="3790439" y="2408636"/>
              <a:ext cx="73017" cy="75684"/>
              <a:chOff x="3781475" y="1624825"/>
              <a:chExt cx="153300" cy="166375"/>
            </a:xfrm>
          </p:grpSpPr>
          <p:sp>
            <p:nvSpPr>
              <p:cNvPr id="2816" name="Google Shape;2816;p55"/>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5"/>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5"/>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5"/>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20" name="Google Shape;2820;p55"/>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5"/>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5"/>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5"/>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5"/>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5"/>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5"/>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27" name="Google Shape;2827;p55"/>
            <p:cNvGrpSpPr/>
            <p:nvPr/>
          </p:nvGrpSpPr>
          <p:grpSpPr>
            <a:xfrm>
              <a:off x="4403342" y="3107749"/>
              <a:ext cx="316680" cy="101374"/>
              <a:chOff x="5068275" y="3161675"/>
              <a:chExt cx="664875" cy="222850"/>
            </a:xfrm>
          </p:grpSpPr>
          <p:sp>
            <p:nvSpPr>
              <p:cNvPr id="2828" name="Google Shape;2828;p55"/>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5"/>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5"/>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5"/>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32" name="Google Shape;2832;p55"/>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5"/>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5"/>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5"/>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5"/>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5"/>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5"/>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5"/>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5"/>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5"/>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5"/>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5"/>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5"/>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5"/>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5"/>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5"/>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5"/>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5"/>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5"/>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5"/>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5"/>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5"/>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5"/>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5"/>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5"/>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5"/>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5"/>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5"/>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5"/>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61" name="Google Shape;2861;p55"/>
            <p:cNvGrpSpPr/>
            <p:nvPr/>
          </p:nvGrpSpPr>
          <p:grpSpPr>
            <a:xfrm>
              <a:off x="3697513" y="2707266"/>
              <a:ext cx="59549" cy="79733"/>
              <a:chOff x="3586375" y="2281300"/>
              <a:chExt cx="125025" cy="175275"/>
            </a:xfrm>
          </p:grpSpPr>
          <p:sp>
            <p:nvSpPr>
              <p:cNvPr id="2862" name="Google Shape;2862;p55"/>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5"/>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64" name="Google Shape;2864;p55"/>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65" name="Google Shape;2865;p55"/>
            <p:cNvGrpSpPr/>
            <p:nvPr/>
          </p:nvGrpSpPr>
          <p:grpSpPr>
            <a:xfrm>
              <a:off x="4513224" y="3221724"/>
              <a:ext cx="274563" cy="280321"/>
              <a:chOff x="5298975" y="3412225"/>
              <a:chExt cx="576450" cy="616225"/>
            </a:xfrm>
          </p:grpSpPr>
          <p:sp>
            <p:nvSpPr>
              <p:cNvPr id="2866" name="Google Shape;2866;p55"/>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867" name="Google Shape;2867;p55"/>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8" name="Google Shape;2868;p55"/>
            <p:cNvGrpSpPr/>
            <p:nvPr/>
          </p:nvGrpSpPr>
          <p:grpSpPr>
            <a:xfrm>
              <a:off x="4824403" y="3421846"/>
              <a:ext cx="110132" cy="130647"/>
              <a:chOff x="5952300" y="3852150"/>
              <a:chExt cx="231225" cy="287200"/>
            </a:xfrm>
          </p:grpSpPr>
          <p:sp>
            <p:nvSpPr>
              <p:cNvPr id="2869" name="Google Shape;2869;p55"/>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5"/>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71" name="Google Shape;2871;p55"/>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5"/>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5"/>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5"/>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5"/>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5"/>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5"/>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5"/>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79" name="Google Shape;2879;p55"/>
            <p:cNvGrpSpPr/>
            <p:nvPr/>
          </p:nvGrpSpPr>
          <p:grpSpPr>
            <a:xfrm>
              <a:off x="4295710" y="3079670"/>
              <a:ext cx="14968" cy="27135"/>
              <a:chOff x="4842300" y="3099950"/>
              <a:chExt cx="31425" cy="59650"/>
            </a:xfrm>
          </p:grpSpPr>
          <p:sp>
            <p:nvSpPr>
              <p:cNvPr id="2880" name="Google Shape;2880;p55"/>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5"/>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5"/>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5"/>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84" name="Google Shape;2884;p55"/>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5"/>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5"/>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5"/>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5"/>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5"/>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5"/>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5"/>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92" name="Google Shape;2892;p55"/>
            <p:cNvGrpSpPr/>
            <p:nvPr/>
          </p:nvGrpSpPr>
          <p:grpSpPr>
            <a:xfrm>
              <a:off x="3831056" y="2816010"/>
              <a:ext cx="37378" cy="27612"/>
              <a:chOff x="3866750" y="2520350"/>
              <a:chExt cx="78475" cy="60700"/>
            </a:xfrm>
          </p:grpSpPr>
          <p:sp>
            <p:nvSpPr>
              <p:cNvPr id="2893" name="Google Shape;2893;p55"/>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5"/>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5"/>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5"/>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97" name="Google Shape;2897;p55"/>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5"/>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5"/>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5"/>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5"/>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5"/>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5"/>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5"/>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5"/>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5"/>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5"/>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5"/>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5"/>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5"/>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5"/>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5"/>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5"/>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914" name="Google Shape;2914;p55"/>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5"/>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5"/>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5"/>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5"/>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5"/>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5"/>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5"/>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5"/>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5"/>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5"/>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5"/>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926" name="Google Shape;2926;p55"/>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5"/>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5"/>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5"/>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5"/>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5"/>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5"/>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5"/>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5"/>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5"/>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5"/>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5"/>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5"/>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39" name="Google Shape;2939;p55"/>
            <p:cNvGrpSpPr/>
            <p:nvPr/>
          </p:nvGrpSpPr>
          <p:grpSpPr>
            <a:xfrm>
              <a:off x="3632736" y="3051591"/>
              <a:ext cx="63288" cy="45217"/>
              <a:chOff x="3450375" y="3038225"/>
              <a:chExt cx="132875" cy="99400"/>
            </a:xfrm>
          </p:grpSpPr>
          <p:sp>
            <p:nvSpPr>
              <p:cNvPr id="2940" name="Google Shape;2940;p55"/>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5"/>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42" name="Google Shape;2942;p55"/>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5"/>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5"/>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5"/>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5"/>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5"/>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5"/>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5"/>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5"/>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951" name="Google Shape;2951;p55"/>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5"/>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5"/>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5"/>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5"/>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5"/>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5"/>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5"/>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5"/>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5"/>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961" name="Google Shape;2961;p55"/>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5"/>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5"/>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5"/>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5"/>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5"/>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967" name="Google Shape;2967;p55"/>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5"/>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5"/>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5"/>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5"/>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5"/>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5"/>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5"/>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5"/>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5"/>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7" name="Google Shape;2977;p55"/>
          <p:cNvGrpSpPr/>
          <p:nvPr/>
        </p:nvGrpSpPr>
        <p:grpSpPr>
          <a:xfrm>
            <a:off x="719116" y="2869970"/>
            <a:ext cx="2622876" cy="1333540"/>
            <a:chOff x="238125" y="1038125"/>
            <a:chExt cx="7146800" cy="3633625"/>
          </a:xfrm>
        </p:grpSpPr>
        <p:sp>
          <p:nvSpPr>
            <p:cNvPr id="2978" name="Google Shape;2978;p55"/>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5"/>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5"/>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5"/>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5"/>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5"/>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5"/>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5"/>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5"/>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5"/>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5"/>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5"/>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5"/>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5"/>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5"/>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5"/>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5"/>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5"/>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5"/>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5"/>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5"/>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5"/>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5"/>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5"/>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5"/>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5"/>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5"/>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5"/>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5"/>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5"/>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5"/>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5"/>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5"/>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5"/>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5"/>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5"/>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5"/>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5"/>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5"/>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5"/>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5"/>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5"/>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5"/>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5"/>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5"/>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5"/>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5"/>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5"/>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5"/>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5"/>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5"/>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5"/>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5"/>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5"/>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5"/>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5"/>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5"/>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5"/>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5"/>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5"/>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5"/>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5"/>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5"/>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5"/>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5"/>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5"/>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5"/>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5"/>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5"/>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5"/>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5"/>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5"/>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5"/>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5"/>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5"/>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5"/>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5"/>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5"/>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5"/>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5"/>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5"/>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5"/>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5"/>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5"/>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5"/>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5"/>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5"/>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5"/>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5"/>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5"/>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5"/>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5"/>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5"/>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5"/>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5"/>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5"/>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5"/>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5"/>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5"/>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5"/>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5"/>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5"/>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5"/>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5"/>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5"/>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5"/>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5"/>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5"/>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5"/>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5"/>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5"/>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5"/>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5"/>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5"/>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5"/>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5"/>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5"/>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5"/>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5"/>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5"/>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5"/>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5"/>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5"/>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5"/>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5"/>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5"/>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5"/>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5"/>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5"/>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5"/>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5"/>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5"/>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5"/>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5"/>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5"/>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5"/>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5"/>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5"/>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5"/>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5"/>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5"/>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5"/>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5"/>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5"/>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5"/>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5"/>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5"/>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5"/>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5"/>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5"/>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5"/>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5"/>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5"/>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5"/>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5"/>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5"/>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5"/>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5"/>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5"/>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5"/>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5"/>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5"/>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5"/>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5"/>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5"/>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5"/>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5"/>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5"/>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5"/>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5"/>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5"/>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5"/>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5"/>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5"/>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5"/>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5"/>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55"/>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55"/>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5"/>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55"/>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5"/>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5"/>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5"/>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5"/>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5"/>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55"/>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5"/>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5"/>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5"/>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5"/>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5"/>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5"/>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5"/>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5"/>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5"/>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5"/>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5"/>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5"/>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5"/>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5"/>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5"/>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5"/>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55"/>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5"/>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5"/>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5"/>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55"/>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5"/>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55"/>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55"/>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55"/>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55"/>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55"/>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5"/>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55"/>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55"/>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55"/>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55"/>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55"/>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55"/>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55"/>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55"/>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55"/>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55"/>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55"/>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55"/>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5"/>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5"/>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5"/>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5"/>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55"/>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5"/>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5"/>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55"/>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55"/>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5"/>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55"/>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55"/>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5"/>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5"/>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5"/>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5"/>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5"/>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5"/>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5"/>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5"/>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5"/>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5"/>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5"/>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5"/>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5"/>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5"/>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5"/>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5"/>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5"/>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5"/>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5"/>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5"/>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5"/>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5"/>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55"/>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55"/>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5"/>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5"/>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5"/>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55"/>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5"/>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5"/>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5"/>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5"/>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5"/>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5"/>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55"/>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5"/>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5"/>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5"/>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5"/>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5"/>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5"/>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5"/>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5"/>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5"/>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5"/>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5"/>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5"/>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55"/>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5"/>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5"/>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5"/>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55"/>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5"/>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5"/>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5"/>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55"/>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5"/>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5"/>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55"/>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55"/>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5"/>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5"/>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5"/>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5"/>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55"/>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5"/>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5"/>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55"/>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5"/>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5"/>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55"/>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55"/>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5"/>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5"/>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55"/>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5"/>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5"/>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55"/>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5"/>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5"/>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55"/>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5"/>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5"/>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5"/>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5"/>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5"/>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5"/>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5"/>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5"/>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55"/>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5"/>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5"/>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5"/>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5"/>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5"/>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5"/>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5"/>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5"/>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5"/>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5"/>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5"/>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5"/>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5"/>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5"/>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5"/>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5"/>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5"/>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5"/>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5"/>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5"/>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55"/>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55"/>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55"/>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5"/>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5"/>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55"/>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55"/>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55"/>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5"/>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5"/>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5"/>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5"/>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5"/>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5"/>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5"/>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5"/>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5"/>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5"/>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55"/>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55"/>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5"/>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55"/>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55"/>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5"/>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5"/>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5"/>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5"/>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5"/>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5"/>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55"/>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55"/>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5"/>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55"/>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55"/>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5"/>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55"/>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55"/>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5"/>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5"/>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5"/>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5"/>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5"/>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5"/>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5"/>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55"/>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55"/>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5"/>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55"/>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55"/>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55"/>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55"/>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55"/>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5"/>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5"/>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55"/>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55"/>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5"/>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5"/>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5"/>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55"/>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5"/>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5"/>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5"/>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55"/>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5"/>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5"/>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5"/>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55"/>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5"/>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5"/>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5"/>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5"/>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5"/>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5"/>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5"/>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5"/>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5"/>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5"/>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5"/>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5"/>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5"/>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5"/>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55"/>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5"/>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5"/>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5"/>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5"/>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5"/>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5"/>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5"/>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5"/>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5"/>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5"/>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5"/>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5"/>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5"/>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5"/>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5"/>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5"/>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5"/>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5"/>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5"/>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5"/>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5"/>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5"/>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5"/>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5"/>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5"/>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5"/>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5"/>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5"/>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5"/>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5"/>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5"/>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5"/>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5"/>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5"/>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5"/>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5"/>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5"/>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5"/>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5"/>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5"/>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5"/>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5"/>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5"/>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5"/>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5"/>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55"/>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55"/>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55"/>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55"/>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5"/>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5"/>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5"/>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5"/>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5"/>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5"/>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5"/>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5"/>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5"/>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5"/>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5"/>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5"/>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5"/>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5"/>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5"/>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5"/>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5"/>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5"/>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5"/>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55"/>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55"/>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55"/>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55"/>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55"/>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55"/>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5"/>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5"/>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55"/>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55"/>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5"/>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5"/>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5"/>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5"/>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5"/>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5"/>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5"/>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5"/>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5"/>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5"/>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5"/>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55"/>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55"/>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5"/>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5"/>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5"/>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5"/>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5"/>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5"/>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5"/>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5"/>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55"/>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55"/>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5"/>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5"/>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5"/>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5"/>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55"/>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5"/>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5"/>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5"/>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5"/>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55"/>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5"/>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5"/>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5"/>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5"/>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5"/>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5"/>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5"/>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5"/>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5"/>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5"/>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5"/>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55"/>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55"/>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55"/>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55"/>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55"/>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5"/>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55"/>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55"/>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5"/>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55"/>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55"/>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55"/>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55"/>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55"/>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5"/>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5"/>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55"/>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5"/>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55"/>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55"/>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5"/>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55"/>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55"/>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5"/>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55"/>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55"/>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55"/>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55"/>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55"/>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55"/>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55"/>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55"/>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5"/>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55"/>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55"/>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5"/>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55"/>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55"/>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55"/>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55"/>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55"/>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55"/>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55"/>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55"/>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55"/>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55"/>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55"/>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55"/>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55"/>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55"/>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55"/>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55"/>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55"/>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55"/>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5"/>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55"/>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5"/>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55"/>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55"/>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55"/>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5"/>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5"/>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5"/>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55"/>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55"/>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5"/>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5"/>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55"/>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55"/>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55"/>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55"/>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5"/>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5"/>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55"/>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55"/>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55"/>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55"/>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55"/>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55"/>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55"/>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55"/>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55"/>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55"/>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55"/>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55"/>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5"/>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5"/>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55"/>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55"/>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55"/>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5"/>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5"/>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5"/>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55"/>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55"/>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55"/>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5"/>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5"/>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5"/>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5"/>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5"/>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5"/>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5"/>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5"/>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5"/>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5"/>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55"/>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5"/>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5"/>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5"/>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5"/>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5"/>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5"/>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5"/>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5"/>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5"/>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5"/>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5"/>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5"/>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5"/>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5"/>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5"/>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5"/>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55"/>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5"/>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5"/>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5"/>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5"/>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5"/>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5"/>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5"/>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5"/>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5"/>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5"/>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5"/>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5"/>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5"/>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5"/>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5"/>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5"/>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5"/>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5"/>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5"/>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5"/>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55"/>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5"/>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55"/>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55"/>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5"/>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5"/>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55"/>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55"/>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5"/>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5"/>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55"/>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55"/>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5"/>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55"/>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5"/>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5"/>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5"/>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5"/>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55"/>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55"/>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5"/>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5"/>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55"/>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5"/>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5"/>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5"/>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55"/>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55"/>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5"/>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55"/>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55"/>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5"/>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5"/>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5"/>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55"/>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55"/>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5"/>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5"/>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5"/>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55"/>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5"/>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5"/>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5"/>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5"/>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5"/>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5"/>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5"/>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5"/>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5"/>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5"/>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5"/>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5"/>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5"/>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5"/>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55"/>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5"/>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55"/>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5"/>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55"/>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5"/>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5"/>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55"/>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55"/>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5"/>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55"/>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5"/>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55"/>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55"/>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55"/>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5"/>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55"/>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55"/>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55"/>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55"/>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5"/>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55"/>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55"/>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55"/>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5"/>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55"/>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55"/>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55"/>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55"/>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55"/>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55"/>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55"/>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5"/>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5"/>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5"/>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55"/>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55"/>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5"/>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5"/>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55"/>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55"/>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55"/>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5"/>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5"/>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5"/>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5"/>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5"/>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5"/>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5"/>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55"/>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55"/>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55"/>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5"/>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5"/>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5"/>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55"/>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55"/>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55"/>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55"/>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55"/>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55"/>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55"/>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55"/>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55"/>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55"/>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55"/>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55"/>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55"/>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55"/>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55"/>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55"/>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55"/>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55"/>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55"/>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55"/>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55"/>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55"/>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55"/>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55"/>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55"/>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55"/>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55"/>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55"/>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55"/>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55"/>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55"/>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5"/>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5"/>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55"/>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55"/>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55"/>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5"/>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55"/>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55"/>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5"/>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55"/>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55"/>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55"/>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55"/>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55"/>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55"/>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55"/>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55"/>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55"/>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55"/>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55"/>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55"/>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55"/>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55"/>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5"/>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55"/>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5"/>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5"/>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55"/>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55"/>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55"/>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55"/>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55"/>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5"/>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5"/>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5"/>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5"/>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5"/>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55"/>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55"/>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55"/>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55"/>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55"/>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55"/>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55"/>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55"/>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55"/>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55"/>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55"/>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55"/>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55"/>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55"/>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55"/>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55"/>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55"/>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55"/>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55"/>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55"/>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55"/>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55"/>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55"/>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55"/>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55"/>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55"/>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55"/>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5"/>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5"/>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5"/>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55"/>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5"/>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5"/>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5"/>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5"/>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5"/>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5"/>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5"/>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5"/>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5"/>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5"/>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5"/>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5"/>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5"/>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5"/>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5"/>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5"/>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5"/>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5"/>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5"/>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5"/>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5"/>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5"/>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55"/>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55"/>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5"/>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5"/>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5"/>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5"/>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5"/>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5"/>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5"/>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5"/>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5"/>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5"/>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5"/>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5"/>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55"/>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55"/>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55"/>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5"/>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5"/>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55"/>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55"/>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55"/>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5"/>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5"/>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55"/>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55"/>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5"/>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5"/>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5"/>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5"/>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5"/>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5"/>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55"/>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5"/>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5"/>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5"/>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55"/>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55"/>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5"/>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5"/>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5"/>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5"/>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5"/>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5"/>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5"/>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5"/>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5"/>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5"/>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5"/>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5"/>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5"/>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5"/>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55"/>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55"/>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5"/>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5"/>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5"/>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5"/>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5"/>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5"/>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5"/>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5"/>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5"/>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5"/>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5"/>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55"/>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55"/>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55"/>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55"/>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55"/>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55"/>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55"/>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55"/>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55"/>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55"/>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55"/>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55"/>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5"/>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5"/>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55"/>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55"/>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55"/>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55"/>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5"/>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55"/>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55"/>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55"/>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55"/>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55"/>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55"/>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5"/>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55"/>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5"/>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5"/>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5"/>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5"/>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55"/>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55"/>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55"/>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5"/>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5"/>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55"/>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55"/>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5"/>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5"/>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5"/>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5"/>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5"/>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5"/>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5"/>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5"/>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5"/>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5"/>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5"/>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5"/>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5"/>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5"/>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5"/>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5"/>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5"/>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5"/>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5"/>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5"/>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5"/>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5"/>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5"/>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5"/>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5"/>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5"/>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5"/>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5"/>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5"/>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5"/>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5"/>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55"/>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55"/>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55"/>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5"/>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5"/>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5"/>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5"/>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5"/>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5"/>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5"/>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5"/>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5"/>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5"/>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5"/>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5"/>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5"/>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5"/>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5"/>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5"/>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5"/>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5"/>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55"/>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55"/>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55"/>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5"/>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55"/>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5"/>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5"/>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5"/>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5"/>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5"/>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5"/>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5"/>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5"/>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5"/>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5"/>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5"/>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5"/>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5"/>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5"/>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5"/>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5"/>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5"/>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5"/>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5"/>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5"/>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5"/>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5"/>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55"/>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5"/>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5"/>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5"/>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5"/>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5"/>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5"/>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55"/>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5"/>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5"/>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5"/>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5"/>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5"/>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5"/>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5"/>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5"/>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5"/>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5"/>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5"/>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5"/>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55"/>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5"/>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55"/>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55"/>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5"/>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5"/>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55"/>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55"/>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5"/>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5"/>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5"/>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5"/>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5"/>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5"/>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5"/>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5"/>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5"/>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5"/>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5"/>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55"/>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5"/>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5"/>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5"/>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5"/>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5"/>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5"/>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5"/>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5"/>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5"/>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5"/>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5"/>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5"/>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5"/>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5"/>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5"/>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5"/>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5"/>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5"/>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5"/>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5"/>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5"/>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5"/>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5"/>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5"/>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5"/>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5"/>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5"/>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5"/>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5"/>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5"/>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5"/>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5"/>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5"/>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5"/>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5"/>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5"/>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5"/>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5"/>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5"/>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55"/>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5"/>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5"/>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5"/>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5"/>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5"/>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5"/>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5"/>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5"/>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5"/>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5"/>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5"/>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5"/>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5"/>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5"/>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5"/>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5"/>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5"/>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5"/>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5"/>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5"/>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5"/>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5"/>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5"/>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5"/>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5"/>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5"/>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5"/>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5"/>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5"/>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5"/>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55"/>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5"/>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5"/>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5"/>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5"/>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5"/>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5"/>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5"/>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5"/>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5"/>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5"/>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5"/>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5"/>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5"/>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5"/>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5"/>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5"/>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5"/>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5"/>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5"/>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5"/>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5"/>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5"/>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5"/>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5"/>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5"/>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5"/>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5"/>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5"/>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5"/>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5"/>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5"/>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5"/>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5"/>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5"/>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5"/>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5"/>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5"/>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5"/>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5"/>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5"/>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5"/>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5"/>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5"/>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5"/>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5"/>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5"/>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5"/>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5"/>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5"/>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5"/>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5"/>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5"/>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5"/>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5"/>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5"/>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5"/>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5"/>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5"/>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5"/>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5"/>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5"/>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5"/>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5"/>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5"/>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5"/>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5"/>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5"/>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5"/>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5"/>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5"/>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5"/>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5"/>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5"/>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5"/>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5"/>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5"/>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5"/>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5"/>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5"/>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5"/>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5"/>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5"/>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5"/>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5"/>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5"/>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5"/>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5"/>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5"/>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5"/>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5"/>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5"/>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5"/>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5"/>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5"/>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5"/>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5"/>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55"/>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55"/>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5"/>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5"/>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5"/>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5"/>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5"/>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5"/>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5"/>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5"/>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5"/>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5"/>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5"/>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5"/>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5"/>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5"/>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5"/>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5"/>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5"/>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5"/>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5"/>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5"/>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5"/>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5"/>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5"/>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5"/>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5"/>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5"/>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5"/>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5"/>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5"/>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5"/>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5"/>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5"/>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5"/>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5"/>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5"/>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5"/>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5"/>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5"/>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5"/>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5"/>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5"/>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5"/>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5"/>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5"/>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5"/>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5"/>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5"/>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5"/>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5"/>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5"/>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5"/>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5"/>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5"/>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5"/>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5"/>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5"/>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5"/>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5"/>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5"/>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5"/>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5"/>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5"/>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5"/>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5"/>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5"/>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5"/>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5"/>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5"/>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5"/>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5"/>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5"/>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5"/>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5"/>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5"/>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5"/>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5"/>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5"/>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5"/>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5"/>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5"/>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5"/>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5"/>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5"/>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5"/>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5"/>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5"/>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5"/>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5"/>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5"/>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5"/>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5"/>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5"/>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5"/>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5"/>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5"/>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5"/>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5"/>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5"/>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5"/>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5"/>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5"/>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5"/>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5"/>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5"/>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5"/>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5"/>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5"/>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5"/>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5"/>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5"/>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5"/>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5"/>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5"/>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5"/>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5"/>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5"/>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5"/>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5"/>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5"/>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5"/>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5"/>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5"/>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5"/>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5"/>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5"/>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5"/>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5"/>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5"/>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5"/>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5"/>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5"/>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5"/>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55"/>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5"/>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5"/>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5"/>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5"/>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5"/>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5"/>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5"/>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5"/>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5"/>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5"/>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5"/>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5"/>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5"/>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5"/>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5"/>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5"/>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5"/>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5"/>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5"/>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5"/>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5"/>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5"/>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5"/>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5"/>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5"/>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5"/>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5"/>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5"/>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5"/>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5"/>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5"/>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5"/>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5"/>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5"/>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5"/>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5"/>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5"/>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5"/>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5"/>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5"/>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5"/>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5"/>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5"/>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55"/>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55"/>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5"/>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55"/>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5"/>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5"/>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5"/>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5"/>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5"/>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55"/>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5"/>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5"/>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5"/>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5"/>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5"/>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5"/>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5"/>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5"/>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5"/>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5"/>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5"/>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5"/>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5"/>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5"/>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5"/>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5"/>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5"/>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5"/>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5"/>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5"/>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5"/>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5"/>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5"/>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5"/>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5"/>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5"/>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5"/>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5"/>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55"/>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5"/>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5"/>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5"/>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5"/>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5"/>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5"/>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5"/>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55"/>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5"/>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5"/>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5"/>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5"/>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5"/>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55"/>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55"/>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55"/>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55"/>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5"/>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55"/>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55"/>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55"/>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55"/>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55"/>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55"/>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5"/>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5"/>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5"/>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5"/>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5"/>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5"/>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55"/>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55"/>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55"/>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55"/>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55"/>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55"/>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55"/>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55"/>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55"/>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0" name="Google Shape;4550;p55"/>
          <p:cNvGrpSpPr/>
          <p:nvPr/>
        </p:nvGrpSpPr>
        <p:grpSpPr>
          <a:xfrm>
            <a:off x="5834044" y="1012080"/>
            <a:ext cx="2590840" cy="1380235"/>
            <a:chOff x="233350" y="949250"/>
            <a:chExt cx="7137300" cy="3802300"/>
          </a:xfrm>
        </p:grpSpPr>
        <p:sp>
          <p:nvSpPr>
            <p:cNvPr id="4551" name="Google Shape;4551;p55"/>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55"/>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55"/>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55"/>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55"/>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55"/>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55"/>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55"/>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55"/>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55"/>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55"/>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55"/>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55"/>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55"/>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55"/>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55"/>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55"/>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55"/>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55"/>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55"/>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55"/>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55"/>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5"/>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55"/>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55"/>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55"/>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55"/>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55"/>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55"/>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55"/>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55"/>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55"/>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55"/>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55"/>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5"/>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55"/>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55"/>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5"/>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55"/>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55"/>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55"/>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55"/>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55"/>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55"/>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55"/>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55"/>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55"/>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55"/>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55"/>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55"/>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55"/>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2" name="Google Shape;4602;p55"/>
          <p:cNvGrpSpPr/>
          <p:nvPr/>
        </p:nvGrpSpPr>
        <p:grpSpPr>
          <a:xfrm>
            <a:off x="7648473" y="3056853"/>
            <a:ext cx="104231" cy="320340"/>
            <a:chOff x="7564426" y="3224343"/>
            <a:chExt cx="119985" cy="368801"/>
          </a:xfrm>
        </p:grpSpPr>
        <p:sp>
          <p:nvSpPr>
            <p:cNvPr id="4603" name="Google Shape;4603;p55"/>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55"/>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5" name="Google Shape;4605;p55"/>
          <p:cNvGrpSpPr/>
          <p:nvPr/>
        </p:nvGrpSpPr>
        <p:grpSpPr>
          <a:xfrm>
            <a:off x="7347962" y="3050954"/>
            <a:ext cx="189489" cy="332132"/>
            <a:chOff x="8370831" y="3202002"/>
            <a:chExt cx="218129" cy="382376"/>
          </a:xfrm>
        </p:grpSpPr>
        <p:sp>
          <p:nvSpPr>
            <p:cNvPr id="4606" name="Google Shape;4606;p55"/>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55"/>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8" name="Google Shape;4608;p55"/>
          <p:cNvGrpSpPr/>
          <p:nvPr/>
        </p:nvGrpSpPr>
        <p:grpSpPr>
          <a:xfrm>
            <a:off x="8071351" y="3462086"/>
            <a:ext cx="309429" cy="267000"/>
            <a:chOff x="6742064" y="3750480"/>
            <a:chExt cx="399315" cy="344560"/>
          </a:xfrm>
        </p:grpSpPr>
        <p:sp>
          <p:nvSpPr>
            <p:cNvPr id="4609" name="Google Shape;4609;p55"/>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55"/>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1" name="Google Shape;4611;p55"/>
          <p:cNvGrpSpPr/>
          <p:nvPr/>
        </p:nvGrpSpPr>
        <p:grpSpPr>
          <a:xfrm>
            <a:off x="7610370" y="3813134"/>
            <a:ext cx="180437" cy="281608"/>
            <a:chOff x="7248525" y="3739696"/>
            <a:chExt cx="230531" cy="359790"/>
          </a:xfrm>
        </p:grpSpPr>
        <p:sp>
          <p:nvSpPr>
            <p:cNvPr id="4612" name="Google Shape;4612;p55"/>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55"/>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4" name="Google Shape;4614;p55"/>
          <p:cNvGrpSpPr/>
          <p:nvPr/>
        </p:nvGrpSpPr>
        <p:grpSpPr>
          <a:xfrm>
            <a:off x="7856289" y="3456358"/>
            <a:ext cx="162896" cy="278710"/>
            <a:chOff x="7601242" y="3729267"/>
            <a:chExt cx="222566" cy="380803"/>
          </a:xfrm>
        </p:grpSpPr>
        <p:sp>
          <p:nvSpPr>
            <p:cNvPr id="4615" name="Google Shape;4615;p55"/>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55"/>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17" name="Google Shape;4617;p55"/>
          <p:cNvSpPr/>
          <p:nvPr/>
        </p:nvSpPr>
        <p:spPr>
          <a:xfrm>
            <a:off x="7822315" y="3068715"/>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18" name="Google Shape;4618;p55"/>
          <p:cNvGrpSpPr/>
          <p:nvPr/>
        </p:nvGrpSpPr>
        <p:grpSpPr>
          <a:xfrm>
            <a:off x="7345935" y="3457498"/>
            <a:ext cx="193543" cy="275990"/>
            <a:chOff x="8304647" y="3738687"/>
            <a:chExt cx="225076" cy="320956"/>
          </a:xfrm>
        </p:grpSpPr>
        <p:sp>
          <p:nvSpPr>
            <p:cNvPr id="4619" name="Google Shape;4619;p55"/>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55"/>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5"/>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2" name="Google Shape;4622;p55"/>
          <p:cNvGrpSpPr/>
          <p:nvPr/>
        </p:nvGrpSpPr>
        <p:grpSpPr>
          <a:xfrm>
            <a:off x="7618427" y="3457498"/>
            <a:ext cx="178492" cy="275990"/>
            <a:chOff x="8615101" y="3738687"/>
            <a:chExt cx="207573" cy="320956"/>
          </a:xfrm>
        </p:grpSpPr>
        <p:sp>
          <p:nvSpPr>
            <p:cNvPr id="4623" name="Google Shape;4623;p55"/>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5"/>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5"/>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26" name="Google Shape;4626;p55"/>
          <p:cNvSpPr/>
          <p:nvPr/>
        </p:nvSpPr>
        <p:spPr>
          <a:xfrm>
            <a:off x="8114867" y="3047381"/>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27" name="Google Shape;4627;p55"/>
          <p:cNvGrpSpPr/>
          <p:nvPr/>
        </p:nvGrpSpPr>
        <p:grpSpPr>
          <a:xfrm>
            <a:off x="6013132" y="3578986"/>
            <a:ext cx="557671" cy="511283"/>
            <a:chOff x="6015419" y="3716859"/>
            <a:chExt cx="557671" cy="511283"/>
          </a:xfrm>
        </p:grpSpPr>
        <p:sp>
          <p:nvSpPr>
            <p:cNvPr id="4628" name="Google Shape;4628;p55"/>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29" name="Google Shape;4629;p55"/>
            <p:cNvGrpSpPr/>
            <p:nvPr/>
          </p:nvGrpSpPr>
          <p:grpSpPr>
            <a:xfrm>
              <a:off x="6036094" y="3716980"/>
              <a:ext cx="529860" cy="510468"/>
              <a:chOff x="6036094" y="3716980"/>
              <a:chExt cx="529860" cy="510468"/>
            </a:xfrm>
          </p:grpSpPr>
          <p:sp>
            <p:nvSpPr>
              <p:cNvPr id="4630" name="Google Shape;4630;p55"/>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5"/>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55"/>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55"/>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55"/>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5"/>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5"/>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5"/>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55"/>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55"/>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40" name="Google Shape;4640;p55"/>
          <p:cNvGrpSpPr/>
          <p:nvPr/>
        </p:nvGrpSpPr>
        <p:grpSpPr>
          <a:xfrm>
            <a:off x="6642017" y="2935755"/>
            <a:ext cx="576302" cy="511871"/>
            <a:chOff x="6644304" y="3073628"/>
            <a:chExt cx="576302" cy="511871"/>
          </a:xfrm>
        </p:grpSpPr>
        <p:sp>
          <p:nvSpPr>
            <p:cNvPr id="4641" name="Google Shape;4641;p55"/>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42" name="Google Shape;4642;p55"/>
            <p:cNvGrpSpPr/>
            <p:nvPr/>
          </p:nvGrpSpPr>
          <p:grpSpPr>
            <a:xfrm>
              <a:off x="6712169" y="3085440"/>
              <a:ext cx="481622" cy="494913"/>
              <a:chOff x="6712169" y="3085440"/>
              <a:chExt cx="481622" cy="494913"/>
            </a:xfrm>
          </p:grpSpPr>
          <p:sp>
            <p:nvSpPr>
              <p:cNvPr id="4643" name="Google Shape;4643;p55"/>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5"/>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55"/>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55"/>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55"/>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48" name="Google Shape;4648;p55"/>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5"/>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55"/>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51" name="Google Shape;4651;p55"/>
          <p:cNvSpPr/>
          <p:nvPr/>
        </p:nvSpPr>
        <p:spPr>
          <a:xfrm>
            <a:off x="6986052" y="2952384"/>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52" name="Google Shape;4652;p55"/>
          <p:cNvGrpSpPr/>
          <p:nvPr/>
        </p:nvGrpSpPr>
        <p:grpSpPr>
          <a:xfrm>
            <a:off x="6649868" y="3578750"/>
            <a:ext cx="560631" cy="511352"/>
            <a:chOff x="6652154" y="3716623"/>
            <a:chExt cx="560631" cy="511352"/>
          </a:xfrm>
        </p:grpSpPr>
        <p:sp>
          <p:nvSpPr>
            <p:cNvPr id="4653" name="Google Shape;4653;p55"/>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54" name="Google Shape;4654;p55"/>
            <p:cNvGrpSpPr/>
            <p:nvPr/>
          </p:nvGrpSpPr>
          <p:grpSpPr>
            <a:xfrm>
              <a:off x="6669657" y="3716715"/>
              <a:ext cx="466779" cy="464290"/>
              <a:chOff x="6669657" y="3716715"/>
              <a:chExt cx="466779" cy="464290"/>
            </a:xfrm>
          </p:grpSpPr>
          <p:sp>
            <p:nvSpPr>
              <p:cNvPr id="4655" name="Google Shape;4655;p55"/>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5"/>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55"/>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55"/>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55"/>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55"/>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5"/>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55"/>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55"/>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55"/>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5"/>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55"/>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55"/>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68" name="Google Shape;4668;p55"/>
          <p:cNvGrpSpPr/>
          <p:nvPr/>
        </p:nvGrpSpPr>
        <p:grpSpPr>
          <a:xfrm>
            <a:off x="7843959" y="3860159"/>
            <a:ext cx="187557" cy="187557"/>
            <a:chOff x="8565775" y="671075"/>
            <a:chExt cx="441000" cy="441000"/>
          </a:xfrm>
        </p:grpSpPr>
        <p:sp>
          <p:nvSpPr>
            <p:cNvPr id="4669" name="Google Shape;4669;p55"/>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55"/>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71" name="Google Shape;4671;p55"/>
          <p:cNvSpPr/>
          <p:nvPr/>
        </p:nvSpPr>
        <p:spPr>
          <a:xfrm>
            <a:off x="8145173" y="3856079"/>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5"/>
          <p:cNvSpPr/>
          <p:nvPr/>
        </p:nvSpPr>
        <p:spPr>
          <a:xfrm flipH="1">
            <a:off x="7353412" y="3822535"/>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73" name="Google Shape;4673;p55"/>
          <p:cNvGrpSpPr/>
          <p:nvPr/>
        </p:nvGrpSpPr>
        <p:grpSpPr>
          <a:xfrm>
            <a:off x="5997814" y="2938377"/>
            <a:ext cx="587871" cy="512373"/>
            <a:chOff x="6000100" y="3076250"/>
            <a:chExt cx="587871" cy="512373"/>
          </a:xfrm>
        </p:grpSpPr>
        <p:sp>
          <p:nvSpPr>
            <p:cNvPr id="4674" name="Google Shape;4674;p55"/>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75" name="Google Shape;4675;p55"/>
            <p:cNvGrpSpPr/>
            <p:nvPr/>
          </p:nvGrpSpPr>
          <p:grpSpPr>
            <a:xfrm>
              <a:off x="6031360" y="3076713"/>
              <a:ext cx="539107" cy="480965"/>
              <a:chOff x="6031360" y="3076713"/>
              <a:chExt cx="539107" cy="480965"/>
            </a:xfrm>
          </p:grpSpPr>
          <p:sp>
            <p:nvSpPr>
              <p:cNvPr id="4676" name="Google Shape;4676;p55"/>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5"/>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55"/>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55"/>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5"/>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55"/>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55"/>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83" name="Google Shape;4683;p55"/>
          <p:cNvGrpSpPr/>
          <p:nvPr/>
        </p:nvGrpSpPr>
        <p:grpSpPr>
          <a:xfrm>
            <a:off x="3416805" y="919691"/>
            <a:ext cx="2310381" cy="1488888"/>
            <a:chOff x="229225" y="549050"/>
            <a:chExt cx="7161750" cy="4615275"/>
          </a:xfrm>
        </p:grpSpPr>
        <p:sp>
          <p:nvSpPr>
            <p:cNvPr id="4684" name="Google Shape;4684;p55"/>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55"/>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55"/>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5"/>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5"/>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5"/>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5"/>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55"/>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55"/>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55"/>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5"/>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5"/>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55"/>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55"/>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5"/>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5"/>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5"/>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5"/>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5"/>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5"/>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5"/>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55"/>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55"/>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5"/>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5"/>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55"/>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55"/>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5"/>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5"/>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55"/>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55"/>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55"/>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55"/>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5"/>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55"/>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55"/>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55"/>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5"/>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5"/>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5"/>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5"/>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5"/>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5"/>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5"/>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5"/>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5"/>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5"/>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5"/>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55"/>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55"/>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5"/>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5"/>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5"/>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5"/>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5"/>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5"/>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5"/>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5"/>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5"/>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5"/>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5"/>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5"/>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5"/>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5"/>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55"/>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55"/>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5"/>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5"/>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5"/>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55"/>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55"/>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55"/>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55"/>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55"/>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55"/>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55"/>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5"/>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55"/>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55"/>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55"/>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5"/>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5"/>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5"/>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55"/>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55"/>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55"/>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55"/>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55"/>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5"/>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55"/>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55"/>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55"/>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55"/>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55"/>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55"/>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55"/>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55"/>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55"/>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55"/>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5"/>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55"/>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55"/>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55"/>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55"/>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55"/>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5"/>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5"/>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55"/>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55"/>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55"/>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55"/>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5"/>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5"/>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55"/>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55"/>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5"/>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5"/>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1" name="Google Shape;4801;p55"/>
          <p:cNvGrpSpPr/>
          <p:nvPr/>
        </p:nvGrpSpPr>
        <p:grpSpPr>
          <a:xfrm>
            <a:off x="3514723" y="2849588"/>
            <a:ext cx="2310282" cy="1374222"/>
            <a:chOff x="238125" y="732525"/>
            <a:chExt cx="7130500" cy="4241425"/>
          </a:xfrm>
        </p:grpSpPr>
        <p:sp>
          <p:nvSpPr>
            <p:cNvPr id="4802" name="Google Shape;4802;p55"/>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5"/>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5"/>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5"/>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5"/>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5"/>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55"/>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5"/>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55"/>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5"/>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5"/>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5"/>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55"/>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5"/>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5"/>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5"/>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5"/>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5"/>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5"/>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55"/>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5"/>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55"/>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55"/>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55"/>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55"/>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55"/>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5"/>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55"/>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55"/>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55"/>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5"/>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5"/>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55"/>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5"/>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55"/>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55"/>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55"/>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5"/>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5"/>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55"/>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55"/>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55"/>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55"/>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5"/>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5"/>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5"/>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55"/>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5"/>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55"/>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55"/>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55"/>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5"/>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5"/>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5"/>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55"/>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5"/>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5"/>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55"/>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55"/>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55"/>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55"/>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55"/>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55"/>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55"/>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55"/>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55"/>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55"/>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55"/>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55"/>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55"/>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55"/>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55"/>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55"/>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55"/>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55"/>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55"/>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55"/>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5"/>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5"/>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55"/>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55"/>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55"/>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5"/>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5"/>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55"/>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55"/>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55"/>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55"/>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55"/>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55"/>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55"/>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55"/>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55"/>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55"/>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55"/>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55"/>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55"/>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55"/>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55"/>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55"/>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55"/>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5"/>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55"/>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55"/>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55"/>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55"/>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55"/>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55"/>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55"/>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55"/>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55"/>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5"/>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5"/>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5"/>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4919"/>
        <p:cNvGrpSpPr/>
        <p:nvPr/>
      </p:nvGrpSpPr>
      <p:grpSpPr>
        <a:xfrm>
          <a:off x="0" y="0"/>
          <a:ext cx="0" cy="0"/>
          <a:chOff x="0" y="0"/>
          <a:chExt cx="0" cy="0"/>
        </a:xfrm>
      </p:grpSpPr>
      <p:grpSp>
        <p:nvGrpSpPr>
          <p:cNvPr id="4920" name="Google Shape;4920;p56"/>
          <p:cNvGrpSpPr/>
          <p:nvPr/>
        </p:nvGrpSpPr>
        <p:grpSpPr>
          <a:xfrm>
            <a:off x="725414" y="969763"/>
            <a:ext cx="2507799" cy="206239"/>
            <a:chOff x="106648" y="895722"/>
            <a:chExt cx="4481413" cy="374300"/>
          </a:xfrm>
        </p:grpSpPr>
        <p:grpSp>
          <p:nvGrpSpPr>
            <p:cNvPr id="4921" name="Google Shape;4921;p56"/>
            <p:cNvGrpSpPr/>
            <p:nvPr/>
          </p:nvGrpSpPr>
          <p:grpSpPr>
            <a:xfrm>
              <a:off x="2233276" y="895722"/>
              <a:ext cx="1082667" cy="223591"/>
              <a:chOff x="4808316" y="2800065"/>
              <a:chExt cx="1999386" cy="412910"/>
            </a:xfrm>
          </p:grpSpPr>
          <p:sp>
            <p:nvSpPr>
              <p:cNvPr id="4922" name="Google Shape;4922;p56"/>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23" name="Google Shape;4923;p56"/>
              <p:cNvGrpSpPr/>
              <p:nvPr/>
            </p:nvGrpSpPr>
            <p:grpSpPr>
              <a:xfrm>
                <a:off x="4808316" y="2800065"/>
                <a:ext cx="92400" cy="411825"/>
                <a:chOff x="845575" y="2563700"/>
                <a:chExt cx="92400" cy="411825"/>
              </a:xfrm>
            </p:grpSpPr>
            <p:cxnSp>
              <p:nvCxnSpPr>
                <p:cNvPr id="4924" name="Google Shape;4924;p5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925" name="Google Shape;4925;p56"/>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26" name="Google Shape;4926;p56"/>
            <p:cNvGrpSpPr/>
            <p:nvPr/>
          </p:nvGrpSpPr>
          <p:grpSpPr>
            <a:xfrm>
              <a:off x="106648" y="895722"/>
              <a:ext cx="1088401" cy="223591"/>
              <a:chOff x="881025" y="2800065"/>
              <a:chExt cx="2009975" cy="412910"/>
            </a:xfrm>
          </p:grpSpPr>
          <p:sp>
            <p:nvSpPr>
              <p:cNvPr id="4927" name="Google Shape;4927;p56"/>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28" name="Google Shape;4928;p56"/>
              <p:cNvGrpSpPr/>
              <p:nvPr/>
            </p:nvGrpSpPr>
            <p:grpSpPr>
              <a:xfrm>
                <a:off x="881025" y="2800065"/>
                <a:ext cx="92400" cy="411825"/>
                <a:chOff x="845575" y="2563700"/>
                <a:chExt cx="92400" cy="411825"/>
              </a:xfrm>
            </p:grpSpPr>
            <p:cxnSp>
              <p:nvCxnSpPr>
                <p:cNvPr id="4929" name="Google Shape;4929;p5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930" name="Google Shape;4930;p56"/>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31" name="Google Shape;4931;p56"/>
            <p:cNvGrpSpPr/>
            <p:nvPr/>
          </p:nvGrpSpPr>
          <p:grpSpPr>
            <a:xfrm>
              <a:off x="1172346" y="1047018"/>
              <a:ext cx="1083151" cy="223003"/>
              <a:chOff x="2849073" y="3079467"/>
              <a:chExt cx="2000279" cy="411825"/>
            </a:xfrm>
          </p:grpSpPr>
          <p:sp>
            <p:nvSpPr>
              <p:cNvPr id="4932" name="Google Shape;4932;p56"/>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33" name="Google Shape;4933;p56"/>
              <p:cNvGrpSpPr/>
              <p:nvPr/>
            </p:nvGrpSpPr>
            <p:grpSpPr>
              <a:xfrm rot="10800000">
                <a:off x="2849073" y="3079467"/>
                <a:ext cx="92400" cy="411825"/>
                <a:chOff x="2070100" y="2563700"/>
                <a:chExt cx="92400" cy="411825"/>
              </a:xfrm>
            </p:grpSpPr>
            <p:cxnSp>
              <p:nvCxnSpPr>
                <p:cNvPr id="4934" name="Google Shape;4934;p5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935" name="Google Shape;4935;p56"/>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36" name="Google Shape;4936;p56"/>
            <p:cNvGrpSpPr/>
            <p:nvPr/>
          </p:nvGrpSpPr>
          <p:grpSpPr>
            <a:xfrm>
              <a:off x="3290132" y="1047018"/>
              <a:ext cx="1297929" cy="223003"/>
              <a:chOff x="6760035" y="3079467"/>
              <a:chExt cx="2396914" cy="411825"/>
            </a:xfrm>
          </p:grpSpPr>
          <p:sp>
            <p:nvSpPr>
              <p:cNvPr id="4937" name="Google Shape;4937;p56"/>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38" name="Google Shape;4938;p56"/>
              <p:cNvGrpSpPr/>
              <p:nvPr/>
            </p:nvGrpSpPr>
            <p:grpSpPr>
              <a:xfrm rot="10800000">
                <a:off x="6760035" y="3079467"/>
                <a:ext cx="92400" cy="411825"/>
                <a:chOff x="2070100" y="2563700"/>
                <a:chExt cx="92400" cy="411825"/>
              </a:xfrm>
            </p:grpSpPr>
            <p:cxnSp>
              <p:nvCxnSpPr>
                <p:cNvPr id="4939" name="Google Shape;4939;p5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940" name="Google Shape;4940;p56"/>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941" name="Google Shape;4941;p56"/>
          <p:cNvGrpSpPr/>
          <p:nvPr/>
        </p:nvGrpSpPr>
        <p:grpSpPr>
          <a:xfrm>
            <a:off x="2143176" y="3369134"/>
            <a:ext cx="1086701" cy="799429"/>
            <a:chOff x="2183288" y="3555572"/>
            <a:chExt cx="1136241" cy="835873"/>
          </a:xfrm>
        </p:grpSpPr>
        <p:sp>
          <p:nvSpPr>
            <p:cNvPr id="4942" name="Google Shape;4942;p56"/>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43" name="Google Shape;4943;p56"/>
            <p:cNvGrpSpPr/>
            <p:nvPr/>
          </p:nvGrpSpPr>
          <p:grpSpPr>
            <a:xfrm>
              <a:off x="2205895" y="3637269"/>
              <a:ext cx="1089848" cy="724993"/>
              <a:chOff x="2205895" y="3637269"/>
              <a:chExt cx="1089848" cy="724993"/>
            </a:xfrm>
          </p:grpSpPr>
          <p:sp>
            <p:nvSpPr>
              <p:cNvPr id="4944" name="Google Shape;4944;p56"/>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56"/>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56"/>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56"/>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56"/>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56"/>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50" name="Google Shape;4950;p56"/>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951" name="Google Shape;4951;p56"/>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4952" name="Google Shape;4952;p56"/>
            <p:cNvGrpSpPr/>
            <p:nvPr/>
          </p:nvGrpSpPr>
          <p:grpSpPr>
            <a:xfrm>
              <a:off x="3173850" y="3779426"/>
              <a:ext cx="145679" cy="70048"/>
              <a:chOff x="3173850" y="3779426"/>
              <a:chExt cx="145679" cy="70048"/>
            </a:xfrm>
          </p:grpSpPr>
          <p:cxnSp>
            <p:nvCxnSpPr>
              <p:cNvPr id="4953" name="Google Shape;4953;p56"/>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4954" name="Google Shape;4954;p56"/>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5" name="Google Shape;4955;p56"/>
            <p:cNvGrpSpPr/>
            <p:nvPr/>
          </p:nvGrpSpPr>
          <p:grpSpPr>
            <a:xfrm>
              <a:off x="2183288" y="4139483"/>
              <a:ext cx="145133" cy="70048"/>
              <a:chOff x="2183288" y="4139483"/>
              <a:chExt cx="145133" cy="70048"/>
            </a:xfrm>
          </p:grpSpPr>
          <p:cxnSp>
            <p:nvCxnSpPr>
              <p:cNvPr id="4956" name="Google Shape;4956;p56"/>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4957" name="Google Shape;4957;p56"/>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58" name="Google Shape;4958;p56"/>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959" name="Google Shape;4959;p56"/>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4960" name="Google Shape;4960;p56"/>
            <p:cNvGrpSpPr/>
            <p:nvPr/>
          </p:nvGrpSpPr>
          <p:grpSpPr>
            <a:xfrm>
              <a:off x="2943836" y="4268886"/>
              <a:ext cx="60717" cy="122559"/>
              <a:chOff x="2943836" y="4268886"/>
              <a:chExt cx="60717" cy="122559"/>
            </a:xfrm>
          </p:grpSpPr>
          <p:sp>
            <p:nvSpPr>
              <p:cNvPr id="4961" name="Google Shape;4961;p56"/>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962" name="Google Shape;4962;p56"/>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4963" name="Google Shape;4963;p56"/>
          <p:cNvGrpSpPr/>
          <p:nvPr/>
        </p:nvGrpSpPr>
        <p:grpSpPr>
          <a:xfrm>
            <a:off x="3406121" y="1290134"/>
            <a:ext cx="1675870" cy="758251"/>
            <a:chOff x="3530532" y="1496185"/>
            <a:chExt cx="1562000" cy="706730"/>
          </a:xfrm>
        </p:grpSpPr>
        <p:cxnSp>
          <p:nvCxnSpPr>
            <p:cNvPr id="4964" name="Google Shape;4964;p56"/>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4965" name="Google Shape;4965;p56"/>
            <p:cNvGrpSpPr/>
            <p:nvPr/>
          </p:nvGrpSpPr>
          <p:grpSpPr>
            <a:xfrm>
              <a:off x="3530532" y="1496185"/>
              <a:ext cx="323430" cy="463587"/>
              <a:chOff x="3530532" y="1496185"/>
              <a:chExt cx="323430" cy="463587"/>
            </a:xfrm>
          </p:grpSpPr>
          <p:grpSp>
            <p:nvGrpSpPr>
              <p:cNvPr id="4966" name="Google Shape;4966;p56"/>
              <p:cNvGrpSpPr/>
              <p:nvPr/>
            </p:nvGrpSpPr>
            <p:grpSpPr>
              <a:xfrm>
                <a:off x="3567462" y="1496185"/>
                <a:ext cx="286500" cy="361376"/>
                <a:chOff x="3567462" y="1496185"/>
                <a:chExt cx="286500" cy="361376"/>
              </a:xfrm>
            </p:grpSpPr>
            <p:cxnSp>
              <p:nvCxnSpPr>
                <p:cNvPr id="4967" name="Google Shape;4967;p56"/>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4968" name="Google Shape;4968;p56"/>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69" name="Google Shape;4969;p56"/>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0" name="Google Shape;4970;p56"/>
            <p:cNvGrpSpPr/>
            <p:nvPr/>
          </p:nvGrpSpPr>
          <p:grpSpPr>
            <a:xfrm>
              <a:off x="3891569" y="1779209"/>
              <a:ext cx="323945" cy="423706"/>
              <a:chOff x="3891569" y="1779209"/>
              <a:chExt cx="323945" cy="423706"/>
            </a:xfrm>
          </p:grpSpPr>
          <p:grpSp>
            <p:nvGrpSpPr>
              <p:cNvPr id="4971" name="Google Shape;4971;p56"/>
              <p:cNvGrpSpPr/>
              <p:nvPr/>
            </p:nvGrpSpPr>
            <p:grpSpPr>
              <a:xfrm>
                <a:off x="3929014" y="1881638"/>
                <a:ext cx="286500" cy="321278"/>
                <a:chOff x="3929014" y="1881638"/>
                <a:chExt cx="286500" cy="321278"/>
              </a:xfrm>
            </p:grpSpPr>
            <p:cxnSp>
              <p:nvCxnSpPr>
                <p:cNvPr id="4972" name="Google Shape;4972;p56"/>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4973" name="Google Shape;4973;p56"/>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74" name="Google Shape;4974;p56"/>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5" name="Google Shape;4975;p56"/>
            <p:cNvGrpSpPr/>
            <p:nvPr/>
          </p:nvGrpSpPr>
          <p:grpSpPr>
            <a:xfrm>
              <a:off x="4252606" y="1496185"/>
              <a:ext cx="324721" cy="463587"/>
              <a:chOff x="4252606" y="1496185"/>
              <a:chExt cx="324721" cy="463587"/>
            </a:xfrm>
          </p:grpSpPr>
          <p:grpSp>
            <p:nvGrpSpPr>
              <p:cNvPr id="4976" name="Google Shape;4976;p56"/>
              <p:cNvGrpSpPr/>
              <p:nvPr/>
            </p:nvGrpSpPr>
            <p:grpSpPr>
              <a:xfrm>
                <a:off x="4290828" y="1496185"/>
                <a:ext cx="286500" cy="361376"/>
                <a:chOff x="4290828" y="1496185"/>
                <a:chExt cx="286500" cy="361376"/>
              </a:xfrm>
            </p:grpSpPr>
            <p:cxnSp>
              <p:nvCxnSpPr>
                <p:cNvPr id="4977" name="Google Shape;4977;p56"/>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4978" name="Google Shape;4978;p56"/>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79" name="Google Shape;4979;p56"/>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0" name="Google Shape;4980;p56"/>
            <p:cNvGrpSpPr/>
            <p:nvPr/>
          </p:nvGrpSpPr>
          <p:grpSpPr>
            <a:xfrm>
              <a:off x="4613643" y="1763716"/>
              <a:ext cx="325308" cy="439200"/>
              <a:chOff x="4613643" y="1763716"/>
              <a:chExt cx="325308" cy="439200"/>
            </a:xfrm>
          </p:grpSpPr>
          <p:grpSp>
            <p:nvGrpSpPr>
              <p:cNvPr id="4981" name="Google Shape;4981;p56"/>
              <p:cNvGrpSpPr/>
              <p:nvPr/>
            </p:nvGrpSpPr>
            <p:grpSpPr>
              <a:xfrm>
                <a:off x="4652451" y="1879538"/>
                <a:ext cx="286500" cy="323378"/>
                <a:chOff x="4652451" y="1879538"/>
                <a:chExt cx="286500" cy="323378"/>
              </a:xfrm>
            </p:grpSpPr>
            <p:cxnSp>
              <p:nvCxnSpPr>
                <p:cNvPr id="4982" name="Google Shape;4982;p56"/>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4983" name="Google Shape;4983;p56"/>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84" name="Google Shape;4984;p56"/>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85" name="Google Shape;4985;p56"/>
          <p:cNvGrpSpPr/>
          <p:nvPr/>
        </p:nvGrpSpPr>
        <p:grpSpPr>
          <a:xfrm>
            <a:off x="3417981" y="2143759"/>
            <a:ext cx="1652173" cy="391517"/>
            <a:chOff x="3512551" y="2358270"/>
            <a:chExt cx="1597383" cy="378533"/>
          </a:xfrm>
        </p:grpSpPr>
        <p:cxnSp>
          <p:nvCxnSpPr>
            <p:cNvPr id="4986" name="Google Shape;4986;p56"/>
            <p:cNvCxnSpPr>
              <a:stCxn id="4987" idx="6"/>
              <a:endCxn id="4988"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4989" name="Google Shape;4989;p56"/>
            <p:cNvGrpSpPr/>
            <p:nvPr/>
          </p:nvGrpSpPr>
          <p:grpSpPr>
            <a:xfrm>
              <a:off x="3512551" y="2358270"/>
              <a:ext cx="225647" cy="307714"/>
              <a:chOff x="2182679" y="2004714"/>
              <a:chExt cx="792300" cy="1080458"/>
            </a:xfrm>
          </p:grpSpPr>
          <p:cxnSp>
            <p:nvCxnSpPr>
              <p:cNvPr id="4990" name="Google Shape;4990;p56"/>
              <p:cNvCxnSpPr>
                <a:stCxn id="4991"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4987" name="Google Shape;4987;p56"/>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6"/>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2" name="Google Shape;4992;p56"/>
            <p:cNvGrpSpPr/>
            <p:nvPr/>
          </p:nvGrpSpPr>
          <p:grpSpPr>
            <a:xfrm>
              <a:off x="3969644" y="2440153"/>
              <a:ext cx="225853" cy="296651"/>
              <a:chOff x="3775710" y="1729289"/>
              <a:chExt cx="136500" cy="179289"/>
            </a:xfrm>
          </p:grpSpPr>
          <p:cxnSp>
            <p:nvCxnSpPr>
              <p:cNvPr id="4993" name="Google Shape;4993;p56"/>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4994" name="Google Shape;4994;p56"/>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6"/>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6" name="Google Shape;4996;p56"/>
            <p:cNvGrpSpPr/>
            <p:nvPr/>
          </p:nvGrpSpPr>
          <p:grpSpPr>
            <a:xfrm>
              <a:off x="4427051" y="2358270"/>
              <a:ext cx="225647" cy="307714"/>
              <a:chOff x="5393704" y="2004714"/>
              <a:chExt cx="792300" cy="1080458"/>
            </a:xfrm>
          </p:grpSpPr>
          <p:cxnSp>
            <p:nvCxnSpPr>
              <p:cNvPr id="4997" name="Google Shape;4997;p56"/>
              <p:cNvCxnSpPr>
                <a:stCxn id="4998"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4999" name="Google Shape;4999;p56"/>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6"/>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0" name="Google Shape;5000;p56"/>
            <p:cNvGrpSpPr/>
            <p:nvPr/>
          </p:nvGrpSpPr>
          <p:grpSpPr>
            <a:xfrm>
              <a:off x="4884287" y="2440252"/>
              <a:ext cx="225647" cy="296532"/>
              <a:chOff x="6999166" y="2292572"/>
              <a:chExt cx="792300" cy="1041192"/>
            </a:xfrm>
          </p:grpSpPr>
          <p:cxnSp>
            <p:nvCxnSpPr>
              <p:cNvPr id="5001" name="Google Shape;5001;p56"/>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4988" name="Google Shape;4988;p56"/>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6"/>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03" name="Google Shape;5003;p56"/>
          <p:cNvGrpSpPr/>
          <p:nvPr/>
        </p:nvGrpSpPr>
        <p:grpSpPr>
          <a:xfrm>
            <a:off x="6838789" y="979959"/>
            <a:ext cx="1581844" cy="732818"/>
            <a:chOff x="634175" y="2986275"/>
            <a:chExt cx="3147949" cy="1458344"/>
          </a:xfrm>
        </p:grpSpPr>
        <p:cxnSp>
          <p:nvCxnSpPr>
            <p:cNvPr id="5004" name="Google Shape;5004;p56"/>
            <p:cNvCxnSpPr>
              <a:stCxn id="5005" idx="4"/>
              <a:endCxn id="5006"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5007" name="Google Shape;5007;p56"/>
            <p:cNvCxnSpPr>
              <a:stCxn id="5006" idx="0"/>
              <a:endCxn id="5008"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5009" name="Google Shape;5009;p56"/>
            <p:cNvCxnSpPr>
              <a:stCxn id="5008" idx="4"/>
              <a:endCxn id="5010"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5011" name="Google Shape;5011;p56"/>
            <p:cNvCxnSpPr>
              <a:stCxn id="5010" idx="0"/>
              <a:endCxn id="5012"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5012" name="Google Shape;5012;p56"/>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5008" name="Google Shape;5008;p56"/>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5005" name="Google Shape;5005;p56"/>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5010" name="Google Shape;5010;p56"/>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5006" name="Google Shape;5006;p56"/>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5013" name="Google Shape;5013;p56"/>
          <p:cNvGrpSpPr/>
          <p:nvPr/>
        </p:nvGrpSpPr>
        <p:grpSpPr>
          <a:xfrm>
            <a:off x="3406504" y="2674269"/>
            <a:ext cx="1675128" cy="313674"/>
            <a:chOff x="998425" y="1182125"/>
            <a:chExt cx="1065400" cy="199500"/>
          </a:xfrm>
        </p:grpSpPr>
        <p:sp>
          <p:nvSpPr>
            <p:cNvPr id="5014" name="Google Shape;5014;p56"/>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56"/>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6"/>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56"/>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6"/>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9" name="Google Shape;5019;p56"/>
          <p:cNvGrpSpPr/>
          <p:nvPr/>
        </p:nvGrpSpPr>
        <p:grpSpPr>
          <a:xfrm>
            <a:off x="3406503" y="3630235"/>
            <a:ext cx="1675129" cy="525345"/>
            <a:chOff x="5194708" y="3484366"/>
            <a:chExt cx="3148148" cy="987304"/>
          </a:xfrm>
        </p:grpSpPr>
        <p:grpSp>
          <p:nvGrpSpPr>
            <p:cNvPr id="5020" name="Google Shape;5020;p56"/>
            <p:cNvGrpSpPr/>
            <p:nvPr/>
          </p:nvGrpSpPr>
          <p:grpSpPr>
            <a:xfrm>
              <a:off x="7531521" y="3484366"/>
              <a:ext cx="811335" cy="987304"/>
              <a:chOff x="3379425" y="1617275"/>
              <a:chExt cx="1090650" cy="1327200"/>
            </a:xfrm>
          </p:grpSpPr>
          <p:sp>
            <p:nvSpPr>
              <p:cNvPr id="5021" name="Google Shape;5021;p56"/>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56"/>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6"/>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4" name="Google Shape;5024;p56"/>
            <p:cNvGrpSpPr/>
            <p:nvPr/>
          </p:nvGrpSpPr>
          <p:grpSpPr>
            <a:xfrm>
              <a:off x="6752546" y="3484366"/>
              <a:ext cx="811428" cy="987304"/>
              <a:chOff x="2332275" y="1617275"/>
              <a:chExt cx="1090775" cy="1327200"/>
            </a:xfrm>
          </p:grpSpPr>
          <p:sp>
            <p:nvSpPr>
              <p:cNvPr id="5025" name="Google Shape;5025;p56"/>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56"/>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6"/>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8" name="Google Shape;5028;p56"/>
            <p:cNvGrpSpPr/>
            <p:nvPr/>
          </p:nvGrpSpPr>
          <p:grpSpPr>
            <a:xfrm>
              <a:off x="5973664" y="3484366"/>
              <a:ext cx="811335" cy="987304"/>
              <a:chOff x="1285250" y="1617275"/>
              <a:chExt cx="1090650" cy="1327200"/>
            </a:xfrm>
          </p:grpSpPr>
          <p:sp>
            <p:nvSpPr>
              <p:cNvPr id="5029" name="Google Shape;5029;p56"/>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6"/>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6"/>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2" name="Google Shape;5032;p56"/>
            <p:cNvGrpSpPr/>
            <p:nvPr/>
          </p:nvGrpSpPr>
          <p:grpSpPr>
            <a:xfrm>
              <a:off x="5194708" y="3484366"/>
              <a:ext cx="811409" cy="987304"/>
              <a:chOff x="238125" y="1617275"/>
              <a:chExt cx="1090750" cy="1327200"/>
            </a:xfrm>
          </p:grpSpPr>
          <p:sp>
            <p:nvSpPr>
              <p:cNvPr id="5033" name="Google Shape;5033;p56"/>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6"/>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6"/>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36" name="Google Shape;5036;p56"/>
          <p:cNvGrpSpPr/>
          <p:nvPr/>
        </p:nvGrpSpPr>
        <p:grpSpPr>
          <a:xfrm>
            <a:off x="6840188" y="2276124"/>
            <a:ext cx="1579046" cy="522230"/>
            <a:chOff x="6853641" y="2534077"/>
            <a:chExt cx="1515545" cy="501229"/>
          </a:xfrm>
        </p:grpSpPr>
        <p:grpSp>
          <p:nvGrpSpPr>
            <p:cNvPr id="5037" name="Google Shape;5037;p56"/>
            <p:cNvGrpSpPr/>
            <p:nvPr/>
          </p:nvGrpSpPr>
          <p:grpSpPr>
            <a:xfrm>
              <a:off x="6853641" y="2618923"/>
              <a:ext cx="1515545" cy="324556"/>
              <a:chOff x="6853641" y="2618923"/>
              <a:chExt cx="1515545" cy="324556"/>
            </a:xfrm>
          </p:grpSpPr>
          <p:sp>
            <p:nvSpPr>
              <p:cNvPr id="5038" name="Google Shape;5038;p56"/>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56"/>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6"/>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6"/>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6"/>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43" name="Google Shape;5043;p56"/>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6"/>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56"/>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56"/>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56"/>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8" name="Google Shape;5048;p56"/>
          <p:cNvGrpSpPr/>
          <p:nvPr/>
        </p:nvGrpSpPr>
        <p:grpSpPr>
          <a:xfrm>
            <a:off x="3435080" y="3151165"/>
            <a:ext cx="1617976" cy="346616"/>
            <a:chOff x="1808063" y="4294338"/>
            <a:chExt cx="3370782" cy="721817"/>
          </a:xfrm>
        </p:grpSpPr>
        <p:sp>
          <p:nvSpPr>
            <p:cNvPr id="5049" name="Google Shape;5049;p56"/>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6"/>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6"/>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6"/>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6"/>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6"/>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6"/>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6"/>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6"/>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6"/>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9" name="Google Shape;5059;p56"/>
          <p:cNvGrpSpPr/>
          <p:nvPr/>
        </p:nvGrpSpPr>
        <p:grpSpPr>
          <a:xfrm>
            <a:off x="5261076" y="3817915"/>
            <a:ext cx="1417067" cy="350605"/>
            <a:chOff x="4234950" y="2101012"/>
            <a:chExt cx="4219974" cy="1044090"/>
          </a:xfrm>
        </p:grpSpPr>
        <p:sp>
          <p:nvSpPr>
            <p:cNvPr id="5060" name="Google Shape;5060;p56"/>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56"/>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56"/>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6"/>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6"/>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6"/>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6"/>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6"/>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6"/>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56"/>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6"/>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6"/>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6"/>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6"/>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56"/>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6"/>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6" name="Google Shape;5076;p56"/>
          <p:cNvGrpSpPr/>
          <p:nvPr/>
        </p:nvGrpSpPr>
        <p:grpSpPr>
          <a:xfrm>
            <a:off x="6836548" y="1808672"/>
            <a:ext cx="1586327" cy="371557"/>
            <a:chOff x="1247650" y="2075423"/>
            <a:chExt cx="6648477" cy="1557238"/>
          </a:xfrm>
        </p:grpSpPr>
        <p:sp>
          <p:nvSpPr>
            <p:cNvPr id="5077" name="Google Shape;5077;p56"/>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6"/>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6"/>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6"/>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6"/>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6"/>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3" name="Google Shape;5083;p56"/>
          <p:cNvGrpSpPr/>
          <p:nvPr/>
        </p:nvGrpSpPr>
        <p:grpSpPr>
          <a:xfrm>
            <a:off x="5267818" y="961862"/>
            <a:ext cx="1415601" cy="1648533"/>
            <a:chOff x="1839112" y="2209163"/>
            <a:chExt cx="1918159" cy="2233784"/>
          </a:xfrm>
        </p:grpSpPr>
        <p:sp>
          <p:nvSpPr>
            <p:cNvPr id="5084" name="Google Shape;5084;p56"/>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6"/>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6"/>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087" name="Google Shape;5087;p56"/>
            <p:cNvCxnSpPr>
              <a:stCxn id="5084" idx="6"/>
              <a:endCxn id="5085"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5088" name="Google Shape;5088;p56"/>
            <p:cNvCxnSpPr>
              <a:stCxn id="5085" idx="4"/>
              <a:endCxn id="5089"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5090" name="Google Shape;5090;p56"/>
            <p:cNvCxnSpPr>
              <a:stCxn id="5089" idx="6"/>
              <a:endCxn id="5086"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5091" name="Google Shape;5091;p56"/>
            <p:cNvCxnSpPr>
              <a:stCxn id="5086" idx="4"/>
              <a:endCxn id="5092"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5089" name="Google Shape;5089;p56"/>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6"/>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6"/>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094" name="Google Shape;5094;p56"/>
            <p:cNvCxnSpPr>
              <a:endCxn id="5093"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5095" name="Google Shape;5095;p56"/>
          <p:cNvGrpSpPr/>
          <p:nvPr/>
        </p:nvGrpSpPr>
        <p:grpSpPr>
          <a:xfrm>
            <a:off x="3425084" y="979946"/>
            <a:ext cx="1637968" cy="154942"/>
            <a:chOff x="238125" y="2506075"/>
            <a:chExt cx="7115411" cy="673075"/>
          </a:xfrm>
        </p:grpSpPr>
        <p:sp>
          <p:nvSpPr>
            <p:cNvPr id="5096" name="Google Shape;5096;p56"/>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6"/>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6"/>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6"/>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56"/>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1" name="Google Shape;5101;p56"/>
          <p:cNvGrpSpPr/>
          <p:nvPr/>
        </p:nvGrpSpPr>
        <p:grpSpPr>
          <a:xfrm>
            <a:off x="1965820" y="1294664"/>
            <a:ext cx="1262932" cy="785408"/>
            <a:chOff x="548861" y="389676"/>
            <a:chExt cx="3843371" cy="2390163"/>
          </a:xfrm>
        </p:grpSpPr>
        <p:cxnSp>
          <p:nvCxnSpPr>
            <p:cNvPr id="5102" name="Google Shape;5102;p56"/>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5103" name="Google Shape;5103;p56"/>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5104" name="Google Shape;5104;p56"/>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5105" name="Google Shape;5105;p56"/>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5106" name="Google Shape;5106;p56"/>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5107" name="Google Shape;5107;p56"/>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108" name="Google Shape;5108;p56"/>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5109" name="Google Shape;5109;p56"/>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6"/>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6"/>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56"/>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56"/>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6"/>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5" name="Google Shape;5115;p56"/>
          <p:cNvGrpSpPr/>
          <p:nvPr/>
        </p:nvGrpSpPr>
        <p:grpSpPr>
          <a:xfrm>
            <a:off x="753952" y="2401541"/>
            <a:ext cx="1412054" cy="633562"/>
            <a:chOff x="1187400" y="2529299"/>
            <a:chExt cx="6769193" cy="2241903"/>
          </a:xfrm>
        </p:grpSpPr>
        <p:sp>
          <p:nvSpPr>
            <p:cNvPr id="5116" name="Google Shape;5116;p56"/>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5117" name="Google Shape;5117;p56"/>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5118" name="Google Shape;5118;p56"/>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5119" name="Google Shape;5119;p56"/>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5120" name="Google Shape;5120;p56"/>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5121" name="Google Shape;5121;p56"/>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5122" name="Google Shape;5122;p56"/>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5123" name="Google Shape;5123;p56"/>
            <p:cNvCxnSpPr>
              <a:stCxn id="5116" idx="2"/>
              <a:endCxn id="5117"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5124" name="Google Shape;5124;p56"/>
            <p:cNvCxnSpPr>
              <a:stCxn id="5118" idx="0"/>
              <a:endCxn id="5116"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5125" name="Google Shape;5125;p56"/>
            <p:cNvCxnSpPr>
              <a:stCxn id="5118" idx="2"/>
              <a:endCxn id="5120"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5126" name="Google Shape;5126;p56"/>
            <p:cNvCxnSpPr>
              <a:stCxn id="5119" idx="0"/>
              <a:endCxn id="5118"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5127" name="Google Shape;5127;p56"/>
            <p:cNvCxnSpPr>
              <a:stCxn id="5117" idx="2"/>
              <a:endCxn id="5122"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5128" name="Google Shape;5128;p56"/>
            <p:cNvCxnSpPr>
              <a:stCxn id="5121" idx="0"/>
              <a:endCxn id="5117"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5129" name="Google Shape;5129;p56"/>
          <p:cNvGrpSpPr/>
          <p:nvPr/>
        </p:nvGrpSpPr>
        <p:grpSpPr>
          <a:xfrm>
            <a:off x="6840198" y="2894250"/>
            <a:ext cx="1579035" cy="540873"/>
            <a:chOff x="6895650" y="3126697"/>
            <a:chExt cx="1436662" cy="492105"/>
          </a:xfrm>
        </p:grpSpPr>
        <p:sp>
          <p:nvSpPr>
            <p:cNvPr id="5130" name="Google Shape;5130;p56"/>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6"/>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6"/>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6"/>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6"/>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35" name="Google Shape;5135;p56"/>
            <p:cNvGrpSpPr/>
            <p:nvPr/>
          </p:nvGrpSpPr>
          <p:grpSpPr>
            <a:xfrm>
              <a:off x="6995957" y="3335810"/>
              <a:ext cx="1230393" cy="71754"/>
              <a:chOff x="6995957" y="3287964"/>
              <a:chExt cx="1230393" cy="71754"/>
            </a:xfrm>
          </p:grpSpPr>
          <p:sp>
            <p:nvSpPr>
              <p:cNvPr id="5136" name="Google Shape;5136;p56"/>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6"/>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6"/>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6"/>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56"/>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41" name="Google Shape;5141;p56"/>
          <p:cNvGrpSpPr/>
          <p:nvPr/>
        </p:nvGrpSpPr>
        <p:grpSpPr>
          <a:xfrm>
            <a:off x="6838780" y="3531013"/>
            <a:ext cx="1581862" cy="650625"/>
            <a:chOff x="6777990" y="3710194"/>
            <a:chExt cx="1646915" cy="677382"/>
          </a:xfrm>
        </p:grpSpPr>
        <p:grpSp>
          <p:nvGrpSpPr>
            <p:cNvPr id="5142" name="Google Shape;5142;p56"/>
            <p:cNvGrpSpPr/>
            <p:nvPr/>
          </p:nvGrpSpPr>
          <p:grpSpPr>
            <a:xfrm>
              <a:off x="6777990" y="3874492"/>
              <a:ext cx="411129" cy="513083"/>
              <a:chOff x="6777990" y="3874492"/>
              <a:chExt cx="411129" cy="513083"/>
            </a:xfrm>
          </p:grpSpPr>
          <p:cxnSp>
            <p:nvCxnSpPr>
              <p:cNvPr id="5143" name="Google Shape;5143;p56"/>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5144" name="Google Shape;5144;p56"/>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5" name="Google Shape;5145;p56"/>
            <p:cNvGrpSpPr/>
            <p:nvPr/>
          </p:nvGrpSpPr>
          <p:grpSpPr>
            <a:xfrm>
              <a:off x="7188425" y="3710194"/>
              <a:ext cx="411123" cy="520535"/>
              <a:chOff x="7188425" y="3710194"/>
              <a:chExt cx="411123" cy="520535"/>
            </a:xfrm>
          </p:grpSpPr>
          <p:cxnSp>
            <p:nvCxnSpPr>
              <p:cNvPr id="5146" name="Google Shape;5146;p56"/>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5147" name="Google Shape;5147;p56"/>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8" name="Google Shape;5148;p56"/>
            <p:cNvGrpSpPr/>
            <p:nvPr/>
          </p:nvGrpSpPr>
          <p:grpSpPr>
            <a:xfrm>
              <a:off x="7603341" y="3874492"/>
              <a:ext cx="411474" cy="513083"/>
              <a:chOff x="7603341" y="3874492"/>
              <a:chExt cx="411474" cy="513083"/>
            </a:xfrm>
          </p:grpSpPr>
          <p:cxnSp>
            <p:nvCxnSpPr>
              <p:cNvPr id="5149" name="Google Shape;5149;p56"/>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5150" name="Google Shape;5150;p56"/>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1" name="Google Shape;5151;p56"/>
            <p:cNvGrpSpPr/>
            <p:nvPr/>
          </p:nvGrpSpPr>
          <p:grpSpPr>
            <a:xfrm>
              <a:off x="8013776" y="3722847"/>
              <a:ext cx="411129" cy="507881"/>
              <a:chOff x="8013776" y="3722847"/>
              <a:chExt cx="411129" cy="507881"/>
            </a:xfrm>
          </p:grpSpPr>
          <p:cxnSp>
            <p:nvCxnSpPr>
              <p:cNvPr id="5152" name="Google Shape;5152;p56"/>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5153" name="Google Shape;5153;p56"/>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54" name="Google Shape;5154;p56"/>
          <p:cNvGrpSpPr/>
          <p:nvPr/>
        </p:nvGrpSpPr>
        <p:grpSpPr>
          <a:xfrm>
            <a:off x="5258295" y="2703853"/>
            <a:ext cx="1421889" cy="1020603"/>
            <a:chOff x="5190863" y="2824811"/>
            <a:chExt cx="1544860" cy="1108869"/>
          </a:xfrm>
        </p:grpSpPr>
        <p:grpSp>
          <p:nvGrpSpPr>
            <p:cNvPr id="5155" name="Google Shape;5155;p56"/>
            <p:cNvGrpSpPr/>
            <p:nvPr/>
          </p:nvGrpSpPr>
          <p:grpSpPr>
            <a:xfrm>
              <a:off x="5938695" y="3176919"/>
              <a:ext cx="685761" cy="404739"/>
              <a:chOff x="5938695" y="3176919"/>
              <a:chExt cx="685761" cy="404739"/>
            </a:xfrm>
          </p:grpSpPr>
          <p:grpSp>
            <p:nvGrpSpPr>
              <p:cNvPr id="5156" name="Google Shape;5156;p56"/>
              <p:cNvGrpSpPr/>
              <p:nvPr/>
            </p:nvGrpSpPr>
            <p:grpSpPr>
              <a:xfrm>
                <a:off x="5938695" y="3176919"/>
                <a:ext cx="685761" cy="404739"/>
                <a:chOff x="5938695" y="3176919"/>
                <a:chExt cx="685761" cy="404739"/>
              </a:xfrm>
            </p:grpSpPr>
            <p:sp>
              <p:nvSpPr>
                <p:cNvPr id="5157" name="Google Shape;5157;p56"/>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6"/>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59" name="Google Shape;5159;p56"/>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0" name="Google Shape;5160;p56"/>
            <p:cNvGrpSpPr/>
            <p:nvPr/>
          </p:nvGrpSpPr>
          <p:grpSpPr>
            <a:xfrm>
              <a:off x="5305233" y="3176835"/>
              <a:ext cx="685971" cy="404655"/>
              <a:chOff x="5305233" y="3176835"/>
              <a:chExt cx="685971" cy="404655"/>
            </a:xfrm>
          </p:grpSpPr>
          <p:grpSp>
            <p:nvGrpSpPr>
              <p:cNvPr id="5161" name="Google Shape;5161;p56"/>
              <p:cNvGrpSpPr/>
              <p:nvPr/>
            </p:nvGrpSpPr>
            <p:grpSpPr>
              <a:xfrm>
                <a:off x="5305233" y="3176835"/>
                <a:ext cx="685971" cy="404655"/>
                <a:chOff x="5305233" y="3176835"/>
                <a:chExt cx="685971" cy="404655"/>
              </a:xfrm>
            </p:grpSpPr>
            <p:sp>
              <p:nvSpPr>
                <p:cNvPr id="5162" name="Google Shape;5162;p56"/>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6"/>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64" name="Google Shape;5164;p56"/>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65" name="Google Shape;5165;p56"/>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66" name="Google Shape;5166;p56"/>
            <p:cNvGrpSpPr/>
            <p:nvPr/>
          </p:nvGrpSpPr>
          <p:grpSpPr>
            <a:xfrm>
              <a:off x="5657361" y="2824811"/>
              <a:ext cx="1078361" cy="404655"/>
              <a:chOff x="5657361" y="2824811"/>
              <a:chExt cx="1078361" cy="404655"/>
            </a:xfrm>
          </p:grpSpPr>
          <p:grpSp>
            <p:nvGrpSpPr>
              <p:cNvPr id="5167" name="Google Shape;5167;p56"/>
              <p:cNvGrpSpPr/>
              <p:nvPr/>
            </p:nvGrpSpPr>
            <p:grpSpPr>
              <a:xfrm>
                <a:off x="5657361" y="2824811"/>
                <a:ext cx="1078361" cy="404655"/>
                <a:chOff x="5657361" y="2824811"/>
                <a:chExt cx="1078361" cy="404655"/>
              </a:xfrm>
            </p:grpSpPr>
            <p:grpSp>
              <p:nvGrpSpPr>
                <p:cNvPr id="5168" name="Google Shape;5168;p56"/>
                <p:cNvGrpSpPr/>
                <p:nvPr/>
              </p:nvGrpSpPr>
              <p:grpSpPr>
                <a:xfrm>
                  <a:off x="5938485" y="2824811"/>
                  <a:ext cx="797237" cy="404655"/>
                  <a:chOff x="5938485" y="2824811"/>
                  <a:chExt cx="797237" cy="404655"/>
                </a:xfrm>
              </p:grpSpPr>
              <p:sp>
                <p:nvSpPr>
                  <p:cNvPr id="5169" name="Google Shape;5169;p56"/>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6"/>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71" name="Google Shape;5171;p56"/>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72" name="Google Shape;5172;p56"/>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3" name="Google Shape;5173;p56"/>
            <p:cNvGrpSpPr/>
            <p:nvPr/>
          </p:nvGrpSpPr>
          <p:grpSpPr>
            <a:xfrm>
              <a:off x="5190863" y="3528942"/>
              <a:ext cx="1078026" cy="404739"/>
              <a:chOff x="5190863" y="3528942"/>
              <a:chExt cx="1078026" cy="404739"/>
            </a:xfrm>
          </p:grpSpPr>
          <p:sp>
            <p:nvSpPr>
              <p:cNvPr id="5174" name="Google Shape;5174;p56"/>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75" name="Google Shape;5175;p56"/>
              <p:cNvGrpSpPr/>
              <p:nvPr/>
            </p:nvGrpSpPr>
            <p:grpSpPr>
              <a:xfrm>
                <a:off x="5190863" y="3528942"/>
                <a:ext cx="1078026" cy="404739"/>
                <a:chOff x="5190863" y="3528942"/>
                <a:chExt cx="1078026" cy="404739"/>
              </a:xfrm>
            </p:grpSpPr>
            <p:sp>
              <p:nvSpPr>
                <p:cNvPr id="5176" name="Google Shape;5176;p56"/>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6"/>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178" name="Google Shape;5178;p56"/>
          <p:cNvGrpSpPr/>
          <p:nvPr/>
        </p:nvGrpSpPr>
        <p:grpSpPr>
          <a:xfrm>
            <a:off x="724302" y="1268321"/>
            <a:ext cx="1086719" cy="879487"/>
            <a:chOff x="803162" y="1474292"/>
            <a:chExt cx="1086719" cy="879487"/>
          </a:xfrm>
        </p:grpSpPr>
        <p:grpSp>
          <p:nvGrpSpPr>
            <p:cNvPr id="5179" name="Google Shape;5179;p56"/>
            <p:cNvGrpSpPr/>
            <p:nvPr/>
          </p:nvGrpSpPr>
          <p:grpSpPr>
            <a:xfrm>
              <a:off x="803162" y="1625948"/>
              <a:ext cx="445856" cy="576579"/>
              <a:chOff x="803162" y="1625948"/>
              <a:chExt cx="445856" cy="576579"/>
            </a:xfrm>
          </p:grpSpPr>
          <p:sp>
            <p:nvSpPr>
              <p:cNvPr id="5180" name="Google Shape;5180;p56"/>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81" name="Google Shape;5181;p56"/>
              <p:cNvGrpSpPr/>
              <p:nvPr/>
            </p:nvGrpSpPr>
            <p:grpSpPr>
              <a:xfrm>
                <a:off x="1056023" y="1625948"/>
                <a:ext cx="192995" cy="576579"/>
                <a:chOff x="1056023" y="1625948"/>
                <a:chExt cx="192995" cy="576579"/>
              </a:xfrm>
            </p:grpSpPr>
            <p:sp>
              <p:nvSpPr>
                <p:cNvPr id="5182" name="Google Shape;5182;p56"/>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6"/>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6"/>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6"/>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6"/>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87" name="Google Shape;5187;p56"/>
            <p:cNvGrpSpPr/>
            <p:nvPr/>
          </p:nvGrpSpPr>
          <p:grpSpPr>
            <a:xfrm>
              <a:off x="1371406" y="1474292"/>
              <a:ext cx="518475" cy="879487"/>
              <a:chOff x="1398231" y="1474292"/>
              <a:chExt cx="518475" cy="879487"/>
            </a:xfrm>
          </p:grpSpPr>
          <p:grpSp>
            <p:nvGrpSpPr>
              <p:cNvPr id="5188" name="Google Shape;5188;p56"/>
              <p:cNvGrpSpPr/>
              <p:nvPr/>
            </p:nvGrpSpPr>
            <p:grpSpPr>
              <a:xfrm>
                <a:off x="1398231" y="1474292"/>
                <a:ext cx="518475" cy="341643"/>
                <a:chOff x="1398231" y="1474292"/>
                <a:chExt cx="518475" cy="341643"/>
              </a:xfrm>
            </p:grpSpPr>
            <p:sp>
              <p:nvSpPr>
                <p:cNvPr id="5189" name="Google Shape;5189;p56"/>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90" name="Google Shape;5190;p56"/>
                <p:cNvGrpSpPr/>
                <p:nvPr/>
              </p:nvGrpSpPr>
              <p:grpSpPr>
                <a:xfrm>
                  <a:off x="1616453" y="1474292"/>
                  <a:ext cx="300253" cy="341643"/>
                  <a:chOff x="1616453" y="1475379"/>
                  <a:chExt cx="300253" cy="341643"/>
                </a:xfrm>
              </p:grpSpPr>
              <p:sp>
                <p:nvSpPr>
                  <p:cNvPr id="5191" name="Google Shape;5191;p56"/>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56"/>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56"/>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56"/>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56"/>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56"/>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56"/>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98" name="Google Shape;5198;p56"/>
                  <p:cNvGrpSpPr/>
                  <p:nvPr/>
                </p:nvGrpSpPr>
                <p:grpSpPr>
                  <a:xfrm>
                    <a:off x="1839639" y="1475379"/>
                    <a:ext cx="77067" cy="341643"/>
                    <a:chOff x="1839639" y="1475379"/>
                    <a:chExt cx="77067" cy="341643"/>
                  </a:xfrm>
                </p:grpSpPr>
                <p:sp>
                  <p:nvSpPr>
                    <p:cNvPr id="5199" name="Google Shape;5199;p56"/>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6"/>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201" name="Google Shape;5201;p56"/>
              <p:cNvGrpSpPr/>
              <p:nvPr/>
            </p:nvGrpSpPr>
            <p:grpSpPr>
              <a:xfrm>
                <a:off x="1398451" y="2012951"/>
                <a:ext cx="518255" cy="340828"/>
                <a:chOff x="1398451" y="2012951"/>
                <a:chExt cx="518255" cy="340828"/>
              </a:xfrm>
            </p:grpSpPr>
            <p:sp>
              <p:nvSpPr>
                <p:cNvPr id="5202" name="Google Shape;5202;p56"/>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03" name="Google Shape;5203;p56"/>
                <p:cNvGrpSpPr/>
                <p:nvPr/>
              </p:nvGrpSpPr>
              <p:grpSpPr>
                <a:xfrm>
                  <a:off x="1616453" y="2012951"/>
                  <a:ext cx="300253" cy="340828"/>
                  <a:chOff x="1616453" y="2013538"/>
                  <a:chExt cx="300253" cy="340828"/>
                </a:xfrm>
              </p:grpSpPr>
              <p:sp>
                <p:nvSpPr>
                  <p:cNvPr id="5204" name="Google Shape;5204;p56"/>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56"/>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56"/>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56"/>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56"/>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56"/>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6"/>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11" name="Google Shape;5211;p56"/>
                  <p:cNvGrpSpPr/>
                  <p:nvPr/>
                </p:nvGrpSpPr>
                <p:grpSpPr>
                  <a:xfrm>
                    <a:off x="1839639" y="2013538"/>
                    <a:ext cx="77067" cy="340828"/>
                    <a:chOff x="1839639" y="2013538"/>
                    <a:chExt cx="77067" cy="340828"/>
                  </a:xfrm>
                </p:grpSpPr>
                <p:sp>
                  <p:nvSpPr>
                    <p:cNvPr id="5212" name="Google Shape;5212;p56"/>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6"/>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5214" name="Google Shape;5214;p56"/>
          <p:cNvGrpSpPr/>
          <p:nvPr/>
        </p:nvGrpSpPr>
        <p:grpSpPr>
          <a:xfrm>
            <a:off x="721126" y="3399508"/>
            <a:ext cx="1368681" cy="682918"/>
            <a:chOff x="724986" y="3605478"/>
            <a:chExt cx="1368681" cy="682918"/>
          </a:xfrm>
        </p:grpSpPr>
        <p:grpSp>
          <p:nvGrpSpPr>
            <p:cNvPr id="5215" name="Google Shape;5215;p56"/>
            <p:cNvGrpSpPr/>
            <p:nvPr/>
          </p:nvGrpSpPr>
          <p:grpSpPr>
            <a:xfrm>
              <a:off x="1289102" y="3823629"/>
              <a:ext cx="240442" cy="250435"/>
              <a:chOff x="-165066" y="3843615"/>
              <a:chExt cx="221259" cy="230455"/>
            </a:xfrm>
          </p:grpSpPr>
          <p:sp>
            <p:nvSpPr>
              <p:cNvPr id="5216" name="Google Shape;5216;p56"/>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56"/>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56"/>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56"/>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56"/>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56"/>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6"/>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56"/>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56"/>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56"/>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56"/>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6"/>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56"/>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56"/>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6"/>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56"/>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56"/>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6"/>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56"/>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56"/>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6" name="Google Shape;5236;p56"/>
            <p:cNvGrpSpPr/>
            <p:nvPr/>
          </p:nvGrpSpPr>
          <p:grpSpPr>
            <a:xfrm>
              <a:off x="724986" y="3605478"/>
              <a:ext cx="1368681" cy="682918"/>
              <a:chOff x="724986" y="3605478"/>
              <a:chExt cx="1368681" cy="682918"/>
            </a:xfrm>
          </p:grpSpPr>
          <p:grpSp>
            <p:nvGrpSpPr>
              <p:cNvPr id="5237" name="Google Shape;5237;p56"/>
              <p:cNvGrpSpPr/>
              <p:nvPr/>
            </p:nvGrpSpPr>
            <p:grpSpPr>
              <a:xfrm>
                <a:off x="1498221" y="4047614"/>
                <a:ext cx="529172" cy="240783"/>
                <a:chOff x="1498221" y="4047614"/>
                <a:chExt cx="529172" cy="240783"/>
              </a:xfrm>
            </p:grpSpPr>
            <p:grpSp>
              <p:nvGrpSpPr>
                <p:cNvPr id="5238" name="Google Shape;5238;p56"/>
                <p:cNvGrpSpPr/>
                <p:nvPr/>
              </p:nvGrpSpPr>
              <p:grpSpPr>
                <a:xfrm>
                  <a:off x="1826655" y="4224370"/>
                  <a:ext cx="200738" cy="25631"/>
                  <a:chOff x="1826655" y="4224370"/>
                  <a:chExt cx="200738" cy="25631"/>
                </a:xfrm>
              </p:grpSpPr>
              <p:sp>
                <p:nvSpPr>
                  <p:cNvPr id="5239" name="Google Shape;5239;p56"/>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56"/>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1" name="Google Shape;5241;p56"/>
                <p:cNvGrpSpPr/>
                <p:nvPr/>
              </p:nvGrpSpPr>
              <p:grpSpPr>
                <a:xfrm>
                  <a:off x="1498221" y="4047614"/>
                  <a:ext cx="328444" cy="240783"/>
                  <a:chOff x="1498221" y="4047614"/>
                  <a:chExt cx="328444" cy="240783"/>
                </a:xfrm>
              </p:grpSpPr>
              <p:sp>
                <p:nvSpPr>
                  <p:cNvPr id="5242" name="Google Shape;5242;p56"/>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43" name="Google Shape;5243;p56"/>
                  <p:cNvGrpSpPr/>
                  <p:nvPr/>
                </p:nvGrpSpPr>
                <p:grpSpPr>
                  <a:xfrm>
                    <a:off x="1498221" y="4047614"/>
                    <a:ext cx="150566" cy="190416"/>
                    <a:chOff x="1498221" y="4047614"/>
                    <a:chExt cx="150566" cy="190416"/>
                  </a:xfrm>
                </p:grpSpPr>
                <p:sp>
                  <p:nvSpPr>
                    <p:cNvPr id="5244" name="Google Shape;5244;p56"/>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56"/>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246" name="Google Shape;5246;p56"/>
              <p:cNvGrpSpPr/>
              <p:nvPr/>
            </p:nvGrpSpPr>
            <p:grpSpPr>
              <a:xfrm>
                <a:off x="1560718" y="3800594"/>
                <a:ext cx="532948" cy="302090"/>
                <a:chOff x="1560718" y="3800594"/>
                <a:chExt cx="532948" cy="302090"/>
              </a:xfrm>
            </p:grpSpPr>
            <p:grpSp>
              <p:nvGrpSpPr>
                <p:cNvPr id="5247" name="Google Shape;5247;p56"/>
                <p:cNvGrpSpPr/>
                <p:nvPr/>
              </p:nvGrpSpPr>
              <p:grpSpPr>
                <a:xfrm>
                  <a:off x="1912179" y="3827344"/>
                  <a:ext cx="181487" cy="25631"/>
                  <a:chOff x="1912179" y="3827344"/>
                  <a:chExt cx="181487" cy="25631"/>
                </a:xfrm>
              </p:grpSpPr>
              <p:sp>
                <p:nvSpPr>
                  <p:cNvPr id="5248" name="Google Shape;5248;p56"/>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56"/>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0" name="Google Shape;5250;p56"/>
                <p:cNvGrpSpPr/>
                <p:nvPr/>
              </p:nvGrpSpPr>
              <p:grpSpPr>
                <a:xfrm>
                  <a:off x="1912179" y="4044505"/>
                  <a:ext cx="181487" cy="25622"/>
                  <a:chOff x="1912179" y="4044506"/>
                  <a:chExt cx="181487" cy="25622"/>
                </a:xfrm>
              </p:grpSpPr>
              <p:sp>
                <p:nvSpPr>
                  <p:cNvPr id="5251" name="Google Shape;5251;p56"/>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56"/>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3" name="Google Shape;5253;p56"/>
                <p:cNvGrpSpPr/>
                <p:nvPr/>
              </p:nvGrpSpPr>
              <p:grpSpPr>
                <a:xfrm>
                  <a:off x="1560718" y="3800594"/>
                  <a:ext cx="351472" cy="302090"/>
                  <a:chOff x="1560718" y="3800594"/>
                  <a:chExt cx="351472" cy="302090"/>
                </a:xfrm>
              </p:grpSpPr>
              <p:grpSp>
                <p:nvGrpSpPr>
                  <p:cNvPr id="5254" name="Google Shape;5254;p56"/>
                  <p:cNvGrpSpPr/>
                  <p:nvPr/>
                </p:nvGrpSpPr>
                <p:grpSpPr>
                  <a:xfrm>
                    <a:off x="1560718" y="3842857"/>
                    <a:ext cx="173586" cy="217131"/>
                    <a:chOff x="1560718" y="3842857"/>
                    <a:chExt cx="173586" cy="217131"/>
                  </a:xfrm>
                </p:grpSpPr>
                <p:sp>
                  <p:nvSpPr>
                    <p:cNvPr id="5255" name="Google Shape;5255;p56"/>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6"/>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56"/>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58" name="Google Shape;5258;p56"/>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56"/>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260" name="Google Shape;5260;p56"/>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61" name="Google Shape;5261;p56"/>
              <p:cNvGrpSpPr/>
              <p:nvPr/>
            </p:nvGrpSpPr>
            <p:grpSpPr>
              <a:xfrm>
                <a:off x="785350" y="3605478"/>
                <a:ext cx="535311" cy="249245"/>
                <a:chOff x="785350" y="3605478"/>
                <a:chExt cx="535311" cy="249245"/>
              </a:xfrm>
            </p:grpSpPr>
            <p:grpSp>
              <p:nvGrpSpPr>
                <p:cNvPr id="5262" name="Google Shape;5262;p56"/>
                <p:cNvGrpSpPr/>
                <p:nvPr/>
              </p:nvGrpSpPr>
              <p:grpSpPr>
                <a:xfrm>
                  <a:off x="785350" y="3605478"/>
                  <a:ext cx="376191" cy="102736"/>
                  <a:chOff x="785350" y="3605478"/>
                  <a:chExt cx="376191" cy="102736"/>
                </a:xfrm>
              </p:grpSpPr>
              <p:sp>
                <p:nvSpPr>
                  <p:cNvPr id="5263" name="Google Shape;5263;p56"/>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56"/>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56"/>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6" name="Google Shape;5266;p56"/>
                <p:cNvGrpSpPr/>
                <p:nvPr/>
              </p:nvGrpSpPr>
              <p:grpSpPr>
                <a:xfrm>
                  <a:off x="1161530" y="3655851"/>
                  <a:ext cx="159131" cy="198872"/>
                  <a:chOff x="1161530" y="3655851"/>
                  <a:chExt cx="159131" cy="198872"/>
                </a:xfrm>
              </p:grpSpPr>
              <p:sp>
                <p:nvSpPr>
                  <p:cNvPr id="5267" name="Google Shape;5267;p56"/>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6"/>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69" name="Google Shape;5269;p56"/>
              <p:cNvGrpSpPr/>
              <p:nvPr/>
            </p:nvGrpSpPr>
            <p:grpSpPr>
              <a:xfrm>
                <a:off x="785350" y="4047614"/>
                <a:ext cx="535311" cy="240783"/>
                <a:chOff x="785350" y="4047614"/>
                <a:chExt cx="535311" cy="240783"/>
              </a:xfrm>
            </p:grpSpPr>
            <p:grpSp>
              <p:nvGrpSpPr>
                <p:cNvPr id="5270" name="Google Shape;5270;p56"/>
                <p:cNvGrpSpPr/>
                <p:nvPr/>
              </p:nvGrpSpPr>
              <p:grpSpPr>
                <a:xfrm>
                  <a:off x="1161636" y="4047614"/>
                  <a:ext cx="159025" cy="190415"/>
                  <a:chOff x="1161636" y="4047614"/>
                  <a:chExt cx="159025" cy="190415"/>
                </a:xfrm>
              </p:grpSpPr>
              <p:sp>
                <p:nvSpPr>
                  <p:cNvPr id="5271" name="Google Shape;5271;p56"/>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56"/>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3" name="Google Shape;5273;p56"/>
                <p:cNvGrpSpPr/>
                <p:nvPr/>
              </p:nvGrpSpPr>
              <p:grpSpPr>
                <a:xfrm>
                  <a:off x="785350" y="4185661"/>
                  <a:ext cx="376191" cy="102736"/>
                  <a:chOff x="785350" y="4185661"/>
                  <a:chExt cx="376191" cy="102736"/>
                </a:xfrm>
              </p:grpSpPr>
              <p:sp>
                <p:nvSpPr>
                  <p:cNvPr id="5274" name="Google Shape;5274;p56"/>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56"/>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56"/>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77" name="Google Shape;5277;p56"/>
              <p:cNvGrpSpPr/>
              <p:nvPr/>
            </p:nvGrpSpPr>
            <p:grpSpPr>
              <a:xfrm>
                <a:off x="1501054" y="3605478"/>
                <a:ext cx="526340" cy="249240"/>
                <a:chOff x="1501054" y="3605478"/>
                <a:chExt cx="526340" cy="249240"/>
              </a:xfrm>
            </p:grpSpPr>
            <p:grpSp>
              <p:nvGrpSpPr>
                <p:cNvPr id="5278" name="Google Shape;5278;p56"/>
                <p:cNvGrpSpPr/>
                <p:nvPr/>
              </p:nvGrpSpPr>
              <p:grpSpPr>
                <a:xfrm>
                  <a:off x="1834208" y="3643867"/>
                  <a:ext cx="193185" cy="25622"/>
                  <a:chOff x="1834208" y="3643867"/>
                  <a:chExt cx="193185" cy="25622"/>
                </a:xfrm>
              </p:grpSpPr>
              <p:sp>
                <p:nvSpPr>
                  <p:cNvPr id="5279" name="Google Shape;5279;p56"/>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56"/>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1" name="Google Shape;5281;p56"/>
                <p:cNvGrpSpPr/>
                <p:nvPr/>
              </p:nvGrpSpPr>
              <p:grpSpPr>
                <a:xfrm>
                  <a:off x="1501054" y="3605478"/>
                  <a:ext cx="333165" cy="249240"/>
                  <a:chOff x="1501054" y="3605478"/>
                  <a:chExt cx="333165" cy="249240"/>
                </a:xfrm>
              </p:grpSpPr>
              <p:sp>
                <p:nvSpPr>
                  <p:cNvPr id="5282" name="Google Shape;5282;p56"/>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83" name="Google Shape;5283;p56"/>
                  <p:cNvGrpSpPr/>
                  <p:nvPr/>
                </p:nvGrpSpPr>
                <p:grpSpPr>
                  <a:xfrm>
                    <a:off x="1501054" y="3655851"/>
                    <a:ext cx="155286" cy="198867"/>
                    <a:chOff x="1501054" y="3655851"/>
                    <a:chExt cx="155286" cy="198867"/>
                  </a:xfrm>
                </p:grpSpPr>
                <p:sp>
                  <p:nvSpPr>
                    <p:cNvPr id="5284" name="Google Shape;5284;p56"/>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56"/>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286" name="Google Shape;5286;p56"/>
              <p:cNvGrpSpPr/>
              <p:nvPr/>
            </p:nvGrpSpPr>
            <p:grpSpPr>
              <a:xfrm>
                <a:off x="724986" y="3800594"/>
                <a:ext cx="532950" cy="302090"/>
                <a:chOff x="724986" y="3800594"/>
                <a:chExt cx="532950" cy="302090"/>
              </a:xfrm>
            </p:grpSpPr>
            <p:grpSp>
              <p:nvGrpSpPr>
                <p:cNvPr id="5287" name="Google Shape;5287;p56"/>
                <p:cNvGrpSpPr/>
                <p:nvPr/>
              </p:nvGrpSpPr>
              <p:grpSpPr>
                <a:xfrm>
                  <a:off x="724986" y="4044367"/>
                  <a:ext cx="181314" cy="25626"/>
                  <a:chOff x="724986" y="4044367"/>
                  <a:chExt cx="181314" cy="25626"/>
                </a:xfrm>
              </p:grpSpPr>
              <p:sp>
                <p:nvSpPr>
                  <p:cNvPr id="5288" name="Google Shape;5288;p56"/>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56"/>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0" name="Google Shape;5290;p56"/>
                <p:cNvGrpSpPr/>
                <p:nvPr/>
              </p:nvGrpSpPr>
              <p:grpSpPr>
                <a:xfrm>
                  <a:off x="906290" y="3800594"/>
                  <a:ext cx="351646" cy="302090"/>
                  <a:chOff x="906290" y="3800594"/>
                  <a:chExt cx="351646" cy="302090"/>
                </a:xfrm>
              </p:grpSpPr>
              <p:grpSp>
                <p:nvGrpSpPr>
                  <p:cNvPr id="5291" name="Google Shape;5291;p56"/>
                  <p:cNvGrpSpPr/>
                  <p:nvPr/>
                </p:nvGrpSpPr>
                <p:grpSpPr>
                  <a:xfrm>
                    <a:off x="1084172" y="3842857"/>
                    <a:ext cx="173764" cy="217131"/>
                    <a:chOff x="1084172" y="3842857"/>
                    <a:chExt cx="173764" cy="217131"/>
                  </a:xfrm>
                </p:grpSpPr>
                <p:grpSp>
                  <p:nvGrpSpPr>
                    <p:cNvPr id="5292" name="Google Shape;5292;p56"/>
                    <p:cNvGrpSpPr/>
                    <p:nvPr/>
                  </p:nvGrpSpPr>
                  <p:grpSpPr>
                    <a:xfrm>
                      <a:off x="1156862" y="3936509"/>
                      <a:ext cx="101073" cy="25622"/>
                      <a:chOff x="1156862" y="3936509"/>
                      <a:chExt cx="101073" cy="25622"/>
                    </a:xfrm>
                  </p:grpSpPr>
                  <p:sp>
                    <p:nvSpPr>
                      <p:cNvPr id="5293" name="Google Shape;5293;p56"/>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56"/>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95" name="Google Shape;5295;p56"/>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96" name="Google Shape;5296;p56"/>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56"/>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8" name="Google Shape;5298;p56"/>
                <p:cNvGrpSpPr/>
                <p:nvPr/>
              </p:nvGrpSpPr>
              <p:grpSpPr>
                <a:xfrm>
                  <a:off x="724986" y="3830189"/>
                  <a:ext cx="189533" cy="25626"/>
                  <a:chOff x="724986" y="3830189"/>
                  <a:chExt cx="189533" cy="25626"/>
                </a:xfrm>
              </p:grpSpPr>
              <p:sp>
                <p:nvSpPr>
                  <p:cNvPr id="5299" name="Google Shape;5299;p56"/>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56"/>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5301" name="Google Shape;5301;p56"/>
          <p:cNvGrpSpPr/>
          <p:nvPr/>
        </p:nvGrpSpPr>
        <p:grpSpPr>
          <a:xfrm>
            <a:off x="2249438" y="2249669"/>
            <a:ext cx="948701" cy="935378"/>
            <a:chOff x="2253298" y="2428317"/>
            <a:chExt cx="948701" cy="935378"/>
          </a:xfrm>
        </p:grpSpPr>
        <p:sp>
          <p:nvSpPr>
            <p:cNvPr id="5302" name="Google Shape;5302;p56"/>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56"/>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56"/>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56"/>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56"/>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56"/>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56"/>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56"/>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56"/>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56"/>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56"/>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56"/>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56"/>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56"/>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56"/>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6"/>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56"/>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56"/>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56"/>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56"/>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56"/>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56"/>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56"/>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56"/>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56"/>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56"/>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56"/>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56"/>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56"/>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56"/>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56"/>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56"/>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56"/>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5338"/>
        <p:cNvGrpSpPr/>
        <p:nvPr/>
      </p:nvGrpSpPr>
      <p:grpSpPr>
        <a:xfrm>
          <a:off x="0" y="0"/>
          <a:ext cx="0" cy="0"/>
          <a:chOff x="0" y="0"/>
          <a:chExt cx="0" cy="0"/>
        </a:xfrm>
      </p:grpSpPr>
      <p:graphicFrame>
        <p:nvGraphicFramePr>
          <p:cNvPr id="5339" name="Google Shape;5339;p57"/>
          <p:cNvGraphicFramePr/>
          <p:nvPr/>
        </p:nvGraphicFramePr>
        <p:xfrm>
          <a:off x="3342575" y="2130461"/>
          <a:ext cx="2363400" cy="868575"/>
        </p:xfrm>
        <a:graphic>
          <a:graphicData uri="http://schemas.openxmlformats.org/drawingml/2006/table">
            <a:tbl>
              <a:tblPr>
                <a:noFill/>
                <a:tableStyleId>{C45671E9-3E22-431C-94F4-C79F7631B32A}</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5340" name="Google Shape;5340;p57"/>
          <p:cNvGrpSpPr/>
          <p:nvPr/>
        </p:nvGrpSpPr>
        <p:grpSpPr>
          <a:xfrm>
            <a:off x="3339745" y="952988"/>
            <a:ext cx="2363393" cy="1017867"/>
            <a:chOff x="3292400" y="1219146"/>
            <a:chExt cx="2615240" cy="1110239"/>
          </a:xfrm>
        </p:grpSpPr>
        <p:sp>
          <p:nvSpPr>
            <p:cNvPr id="5341" name="Google Shape;5341;p57"/>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400">
                <a:solidFill>
                  <a:srgbClr val="FFFFFF"/>
                </a:solidFill>
              </a:endParaRPr>
            </a:p>
          </p:txBody>
        </p:sp>
        <p:sp>
          <p:nvSpPr>
            <p:cNvPr id="5342" name="Google Shape;5342;p57"/>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343" name="Google Shape;5343;p57"/>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5344" name="Google Shape;5344;p57"/>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5345" name="Google Shape;5345;p57"/>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5346" name="Google Shape;5346;p57"/>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5347" name="Google Shape;5347;p57"/>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5348" name="Google Shape;5348;p57"/>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5349" name="Google Shape;5349;p57"/>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5350" name="Google Shape;5350;p57"/>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5351" name="Google Shape;5351;p57"/>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5352" name="Google Shape;5352;p57"/>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5353" name="Google Shape;5353;p57"/>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5354" name="Google Shape;5354;p57"/>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5355" name="Google Shape;5355;p57"/>
            <p:cNvGrpSpPr/>
            <p:nvPr/>
          </p:nvGrpSpPr>
          <p:grpSpPr>
            <a:xfrm>
              <a:off x="3748438" y="1378608"/>
              <a:ext cx="2159202" cy="903971"/>
              <a:chOff x="1683525" y="2179850"/>
              <a:chExt cx="4519050" cy="2134525"/>
            </a:xfrm>
          </p:grpSpPr>
          <p:sp>
            <p:nvSpPr>
              <p:cNvPr id="5356" name="Google Shape;5356;p57"/>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357" name="Google Shape;5357;p57"/>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358" name="Google Shape;5358;p57"/>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359" name="Google Shape;5359;p57"/>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360" name="Google Shape;5360;p57"/>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361" name="Google Shape;5361;p57"/>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362" name="Google Shape;5362;p57"/>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363" name="Google Shape;5363;p57"/>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364" name="Google Shape;5364;p57"/>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365" name="Google Shape;5365;p57"/>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366" name="Google Shape;5366;p57"/>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367" name="Google Shape;5367;p57"/>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graphicFrame>
        <p:nvGraphicFramePr>
          <p:cNvPr id="5368" name="Google Shape;5368;p57"/>
          <p:cNvGraphicFramePr/>
          <p:nvPr/>
        </p:nvGraphicFramePr>
        <p:xfrm>
          <a:off x="5935838" y="2130461"/>
          <a:ext cx="2491300" cy="868600"/>
        </p:xfrm>
        <a:graphic>
          <a:graphicData uri="http://schemas.openxmlformats.org/drawingml/2006/table">
            <a:tbl>
              <a:tblPr>
                <a:noFill/>
                <a:tableStyleId>{C45671E9-3E22-431C-94F4-C79F7631B32A}</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5369" name="Google Shape;5369;p57"/>
          <p:cNvGrpSpPr/>
          <p:nvPr/>
        </p:nvGrpSpPr>
        <p:grpSpPr>
          <a:xfrm>
            <a:off x="5910045" y="3189058"/>
            <a:ext cx="2522867" cy="1001454"/>
            <a:chOff x="1904318" y="789980"/>
            <a:chExt cx="1489472" cy="606868"/>
          </a:xfrm>
        </p:grpSpPr>
        <p:cxnSp>
          <p:nvCxnSpPr>
            <p:cNvPr id="5370" name="Google Shape;5370;p57"/>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5371" name="Google Shape;5371;p57"/>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5372" name="Google Shape;5372;p57"/>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5373" name="Google Shape;5373;p57"/>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5374" name="Google Shape;5374;p57"/>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5375" name="Google Shape;5375;p57"/>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5376" name="Google Shape;5376;p57"/>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5377" name="Google Shape;5377;p57"/>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57"/>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57"/>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57"/>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57"/>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57"/>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57"/>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5384" name="Google Shape;5384;p57"/>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5385" name="Google Shape;5385;p57"/>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5386" name="Google Shape;5386;p57"/>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7" name="Google Shape;5387;p57"/>
          <p:cNvGrpSpPr/>
          <p:nvPr/>
        </p:nvGrpSpPr>
        <p:grpSpPr>
          <a:xfrm>
            <a:off x="712562" y="998017"/>
            <a:ext cx="2394370" cy="976502"/>
            <a:chOff x="749309" y="1112739"/>
            <a:chExt cx="2371603" cy="976502"/>
          </a:xfrm>
        </p:grpSpPr>
        <p:sp>
          <p:nvSpPr>
            <p:cNvPr id="5388" name="Google Shape;5388;p57"/>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57"/>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57"/>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57"/>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57"/>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57"/>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57"/>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57"/>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57"/>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57"/>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57"/>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57"/>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57"/>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57"/>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57"/>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57"/>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57"/>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57"/>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57"/>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57"/>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57"/>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57"/>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57"/>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57"/>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57"/>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57"/>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57"/>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57"/>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57"/>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57"/>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57"/>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57"/>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5420" name="Google Shape;5420;p57"/>
          <p:cNvGraphicFramePr/>
          <p:nvPr/>
        </p:nvGraphicFramePr>
        <p:xfrm>
          <a:off x="5935863" y="996311"/>
          <a:ext cx="2491300" cy="976425"/>
        </p:xfrm>
        <a:graphic>
          <a:graphicData uri="http://schemas.openxmlformats.org/drawingml/2006/table">
            <a:tbl>
              <a:tblPr>
                <a:noFill/>
                <a:tableStyleId>{C45671E9-3E22-431C-94F4-C79F7631B32A}</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pSp>
        <p:nvGrpSpPr>
          <p:cNvPr id="5421" name="Google Shape;5421;p57"/>
          <p:cNvGrpSpPr/>
          <p:nvPr/>
        </p:nvGrpSpPr>
        <p:grpSpPr>
          <a:xfrm>
            <a:off x="4086505" y="2517104"/>
            <a:ext cx="1517436" cy="74460"/>
            <a:chOff x="3980086" y="2804397"/>
            <a:chExt cx="1227600" cy="66900"/>
          </a:xfrm>
        </p:grpSpPr>
        <p:sp>
          <p:nvSpPr>
            <p:cNvPr id="5422" name="Google Shape;5422;p57"/>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57"/>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24" name="Google Shape;5424;p57"/>
          <p:cNvGrpSpPr/>
          <p:nvPr/>
        </p:nvGrpSpPr>
        <p:grpSpPr>
          <a:xfrm>
            <a:off x="4711569" y="2809692"/>
            <a:ext cx="892956" cy="74460"/>
            <a:chOff x="3980086" y="2804397"/>
            <a:chExt cx="1227600" cy="66900"/>
          </a:xfrm>
        </p:grpSpPr>
        <p:sp>
          <p:nvSpPr>
            <p:cNvPr id="5425" name="Google Shape;5425;p57"/>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57"/>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27" name="Google Shape;5427;p57"/>
          <p:cNvGrpSpPr/>
          <p:nvPr/>
        </p:nvGrpSpPr>
        <p:grpSpPr>
          <a:xfrm>
            <a:off x="3344661" y="3168575"/>
            <a:ext cx="2363244" cy="1005943"/>
            <a:chOff x="3358415" y="3361302"/>
            <a:chExt cx="2363244" cy="1024695"/>
          </a:xfrm>
        </p:grpSpPr>
        <p:grpSp>
          <p:nvGrpSpPr>
            <p:cNvPr id="5428" name="Google Shape;5428;p57"/>
            <p:cNvGrpSpPr/>
            <p:nvPr/>
          </p:nvGrpSpPr>
          <p:grpSpPr>
            <a:xfrm>
              <a:off x="3358415" y="3361302"/>
              <a:ext cx="441300" cy="1024695"/>
              <a:chOff x="3358415" y="3361302"/>
              <a:chExt cx="441300" cy="1024695"/>
            </a:xfrm>
          </p:grpSpPr>
          <p:sp>
            <p:nvSpPr>
              <p:cNvPr id="5429" name="Google Shape;5429;p57"/>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57"/>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57"/>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57"/>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57"/>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57"/>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5" name="Google Shape;5435;p57"/>
            <p:cNvGrpSpPr/>
            <p:nvPr/>
          </p:nvGrpSpPr>
          <p:grpSpPr>
            <a:xfrm>
              <a:off x="3838901" y="3361302"/>
              <a:ext cx="441300" cy="1024695"/>
              <a:chOff x="3838901" y="3361302"/>
              <a:chExt cx="441300" cy="1024695"/>
            </a:xfrm>
          </p:grpSpPr>
          <p:sp>
            <p:nvSpPr>
              <p:cNvPr id="5436" name="Google Shape;5436;p57"/>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57"/>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57"/>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57"/>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57"/>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57"/>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2" name="Google Shape;5442;p57"/>
            <p:cNvGrpSpPr/>
            <p:nvPr/>
          </p:nvGrpSpPr>
          <p:grpSpPr>
            <a:xfrm>
              <a:off x="4319387" y="3361302"/>
              <a:ext cx="441300" cy="1024695"/>
              <a:chOff x="4319387" y="3361302"/>
              <a:chExt cx="441300" cy="1024695"/>
            </a:xfrm>
          </p:grpSpPr>
          <p:sp>
            <p:nvSpPr>
              <p:cNvPr id="5443" name="Google Shape;5443;p57"/>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57"/>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57"/>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57"/>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57"/>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57"/>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9" name="Google Shape;5449;p57"/>
            <p:cNvGrpSpPr/>
            <p:nvPr/>
          </p:nvGrpSpPr>
          <p:grpSpPr>
            <a:xfrm>
              <a:off x="4799873" y="3361302"/>
              <a:ext cx="441300" cy="1024695"/>
              <a:chOff x="4799873" y="3361302"/>
              <a:chExt cx="441300" cy="1024695"/>
            </a:xfrm>
          </p:grpSpPr>
          <p:sp>
            <p:nvSpPr>
              <p:cNvPr id="5450" name="Google Shape;5450;p57"/>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57"/>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57"/>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57"/>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57"/>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57"/>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6" name="Google Shape;5456;p57"/>
            <p:cNvGrpSpPr/>
            <p:nvPr/>
          </p:nvGrpSpPr>
          <p:grpSpPr>
            <a:xfrm>
              <a:off x="5280360" y="3361302"/>
              <a:ext cx="441300" cy="1024695"/>
              <a:chOff x="5280360" y="3361302"/>
              <a:chExt cx="441300" cy="1024695"/>
            </a:xfrm>
          </p:grpSpPr>
          <p:sp>
            <p:nvSpPr>
              <p:cNvPr id="5457" name="Google Shape;5457;p57"/>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57"/>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57"/>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57"/>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57"/>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57"/>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5463" name="Google Shape;5463;p57"/>
          <p:cNvGraphicFramePr/>
          <p:nvPr/>
        </p:nvGraphicFramePr>
        <p:xfrm>
          <a:off x="711088" y="2130461"/>
          <a:ext cx="2403600" cy="881400"/>
        </p:xfrm>
        <a:graphic>
          <a:graphicData uri="http://schemas.openxmlformats.org/drawingml/2006/table">
            <a:tbl>
              <a:tblPr>
                <a:noFill/>
                <a:tableStyleId>{C45671E9-3E22-431C-94F4-C79F7631B32A}</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5464" name="Google Shape;5464;p57"/>
          <p:cNvGrpSpPr/>
          <p:nvPr/>
        </p:nvGrpSpPr>
        <p:grpSpPr>
          <a:xfrm>
            <a:off x="712613" y="3180186"/>
            <a:ext cx="2403614" cy="1005900"/>
            <a:chOff x="726450" y="3372825"/>
            <a:chExt cx="2403614" cy="1005900"/>
          </a:xfrm>
        </p:grpSpPr>
        <p:grpSp>
          <p:nvGrpSpPr>
            <p:cNvPr id="5465" name="Google Shape;5465;p57"/>
            <p:cNvGrpSpPr/>
            <p:nvPr/>
          </p:nvGrpSpPr>
          <p:grpSpPr>
            <a:xfrm>
              <a:off x="726450" y="3696000"/>
              <a:ext cx="2403614" cy="500898"/>
              <a:chOff x="726450" y="3696000"/>
              <a:chExt cx="2403614" cy="500898"/>
            </a:xfrm>
          </p:grpSpPr>
          <p:sp>
            <p:nvSpPr>
              <p:cNvPr id="5466" name="Google Shape;5466;p57"/>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467" name="Google Shape;5467;p57"/>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5468" name="Google Shape;5468;p57"/>
            <p:cNvGrpSpPr/>
            <p:nvPr/>
          </p:nvGrpSpPr>
          <p:grpSpPr>
            <a:xfrm>
              <a:off x="1348050" y="3372825"/>
              <a:ext cx="1720425" cy="1005900"/>
              <a:chOff x="1348050" y="3372825"/>
              <a:chExt cx="1720425" cy="1005900"/>
            </a:xfrm>
          </p:grpSpPr>
          <p:sp>
            <p:nvSpPr>
              <p:cNvPr id="5469" name="Google Shape;5469;p57"/>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470" name="Google Shape;5470;p57"/>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471" name="Google Shape;5471;p57"/>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472" name="Google Shape;5472;p57"/>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473" name="Google Shape;5473;p57"/>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5474" name="Google Shape;5474;p57"/>
            <p:cNvGrpSpPr/>
            <p:nvPr/>
          </p:nvGrpSpPr>
          <p:grpSpPr>
            <a:xfrm>
              <a:off x="1455707" y="3731058"/>
              <a:ext cx="1491150" cy="417657"/>
              <a:chOff x="1455707" y="3731058"/>
              <a:chExt cx="1491150" cy="417657"/>
            </a:xfrm>
          </p:grpSpPr>
          <p:grpSp>
            <p:nvGrpSpPr>
              <p:cNvPr id="5475" name="Google Shape;5475;p57"/>
              <p:cNvGrpSpPr/>
              <p:nvPr/>
            </p:nvGrpSpPr>
            <p:grpSpPr>
              <a:xfrm>
                <a:off x="1472938" y="3745828"/>
                <a:ext cx="72126" cy="53788"/>
                <a:chOff x="1472938" y="3745828"/>
                <a:chExt cx="72126" cy="53788"/>
              </a:xfrm>
            </p:grpSpPr>
            <p:sp>
              <p:nvSpPr>
                <p:cNvPr id="5476" name="Google Shape;5476;p57"/>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57"/>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8" name="Google Shape;5478;p57"/>
              <p:cNvGrpSpPr/>
              <p:nvPr/>
            </p:nvGrpSpPr>
            <p:grpSpPr>
              <a:xfrm>
                <a:off x="1819181" y="4089633"/>
                <a:ext cx="72126" cy="53788"/>
                <a:chOff x="1819181" y="4089633"/>
                <a:chExt cx="72126" cy="53788"/>
              </a:xfrm>
            </p:grpSpPr>
            <p:sp>
              <p:nvSpPr>
                <p:cNvPr id="5479" name="Google Shape;5479;p57"/>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57"/>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1" name="Google Shape;5481;p57"/>
              <p:cNvGrpSpPr/>
              <p:nvPr/>
            </p:nvGrpSpPr>
            <p:grpSpPr>
              <a:xfrm>
                <a:off x="1455707" y="4084171"/>
                <a:ext cx="64321" cy="64544"/>
                <a:chOff x="1455707" y="4084171"/>
                <a:chExt cx="64321" cy="64544"/>
              </a:xfrm>
            </p:grpSpPr>
            <p:sp>
              <p:nvSpPr>
                <p:cNvPr id="5482" name="Google Shape;5482;p57"/>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57"/>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4" name="Google Shape;5484;p57"/>
              <p:cNvGrpSpPr/>
              <p:nvPr/>
            </p:nvGrpSpPr>
            <p:grpSpPr>
              <a:xfrm>
                <a:off x="1818610" y="3731058"/>
                <a:ext cx="64321" cy="64544"/>
                <a:chOff x="1818610" y="3731058"/>
                <a:chExt cx="64321" cy="64544"/>
              </a:xfrm>
            </p:grpSpPr>
            <p:sp>
              <p:nvSpPr>
                <p:cNvPr id="5485" name="Google Shape;5485;p57"/>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57"/>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7" name="Google Shape;5487;p57"/>
              <p:cNvGrpSpPr/>
              <p:nvPr/>
            </p:nvGrpSpPr>
            <p:grpSpPr>
              <a:xfrm>
                <a:off x="2172491" y="4089633"/>
                <a:ext cx="72126" cy="53788"/>
                <a:chOff x="2172491" y="4089633"/>
                <a:chExt cx="72126" cy="53788"/>
              </a:xfrm>
            </p:grpSpPr>
            <p:sp>
              <p:nvSpPr>
                <p:cNvPr id="5488" name="Google Shape;5488;p57"/>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57"/>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0" name="Google Shape;5490;p57"/>
              <p:cNvGrpSpPr/>
              <p:nvPr/>
            </p:nvGrpSpPr>
            <p:grpSpPr>
              <a:xfrm>
                <a:off x="2171920" y="3731058"/>
                <a:ext cx="64321" cy="64544"/>
                <a:chOff x="2171920" y="3731058"/>
                <a:chExt cx="64321" cy="64544"/>
              </a:xfrm>
            </p:grpSpPr>
            <p:sp>
              <p:nvSpPr>
                <p:cNvPr id="5491" name="Google Shape;5491;p57"/>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57"/>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3" name="Google Shape;5493;p57"/>
              <p:cNvGrpSpPr/>
              <p:nvPr/>
            </p:nvGrpSpPr>
            <p:grpSpPr>
              <a:xfrm>
                <a:off x="2874730" y="3745828"/>
                <a:ext cx="72126" cy="53788"/>
                <a:chOff x="2874730" y="3745828"/>
                <a:chExt cx="72126" cy="53788"/>
              </a:xfrm>
            </p:grpSpPr>
            <p:sp>
              <p:nvSpPr>
                <p:cNvPr id="5494" name="Google Shape;5494;p57"/>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57"/>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6" name="Google Shape;5496;p57"/>
              <p:cNvGrpSpPr/>
              <p:nvPr/>
            </p:nvGrpSpPr>
            <p:grpSpPr>
              <a:xfrm>
                <a:off x="2878589" y="4081481"/>
                <a:ext cx="64321" cy="64544"/>
                <a:chOff x="2878589" y="4081481"/>
                <a:chExt cx="64321" cy="64544"/>
              </a:xfrm>
            </p:grpSpPr>
            <p:sp>
              <p:nvSpPr>
                <p:cNvPr id="5497" name="Google Shape;5497;p57"/>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57"/>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9" name="Google Shape;5499;p57"/>
              <p:cNvGrpSpPr/>
              <p:nvPr/>
            </p:nvGrpSpPr>
            <p:grpSpPr>
              <a:xfrm>
                <a:off x="2525796" y="4089633"/>
                <a:ext cx="72126" cy="53788"/>
                <a:chOff x="2525796" y="4089633"/>
                <a:chExt cx="72126" cy="53788"/>
              </a:xfrm>
            </p:grpSpPr>
            <p:sp>
              <p:nvSpPr>
                <p:cNvPr id="5500" name="Google Shape;5500;p57"/>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57"/>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2" name="Google Shape;5502;p57"/>
              <p:cNvGrpSpPr/>
              <p:nvPr/>
            </p:nvGrpSpPr>
            <p:grpSpPr>
              <a:xfrm>
                <a:off x="2525225" y="3731058"/>
                <a:ext cx="64321" cy="64544"/>
                <a:chOff x="2525225" y="3731058"/>
                <a:chExt cx="64321" cy="64544"/>
              </a:xfrm>
            </p:grpSpPr>
            <p:sp>
              <p:nvSpPr>
                <p:cNvPr id="5503" name="Google Shape;5503;p57"/>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57"/>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5508"/>
        <p:cNvGrpSpPr/>
        <p:nvPr/>
      </p:nvGrpSpPr>
      <p:grpSpPr>
        <a:xfrm>
          <a:off x="0" y="0"/>
          <a:ext cx="0" cy="0"/>
          <a:chOff x="0" y="0"/>
          <a:chExt cx="0" cy="0"/>
        </a:xfrm>
      </p:grpSpPr>
      <p:grpSp>
        <p:nvGrpSpPr>
          <p:cNvPr id="5509" name="Google Shape;5509;p58"/>
          <p:cNvGrpSpPr/>
          <p:nvPr/>
        </p:nvGrpSpPr>
        <p:grpSpPr>
          <a:xfrm>
            <a:off x="716996" y="971307"/>
            <a:ext cx="845921" cy="690752"/>
            <a:chOff x="732428" y="1198513"/>
            <a:chExt cx="845921" cy="690752"/>
          </a:xfrm>
        </p:grpSpPr>
        <p:grpSp>
          <p:nvGrpSpPr>
            <p:cNvPr id="5510" name="Google Shape;5510;p58"/>
            <p:cNvGrpSpPr/>
            <p:nvPr/>
          </p:nvGrpSpPr>
          <p:grpSpPr>
            <a:xfrm>
              <a:off x="823030" y="1198513"/>
              <a:ext cx="755319" cy="690752"/>
              <a:chOff x="823030" y="1198513"/>
              <a:chExt cx="755319" cy="690752"/>
            </a:xfrm>
          </p:grpSpPr>
          <p:sp>
            <p:nvSpPr>
              <p:cNvPr id="5511" name="Google Shape;5511;p58"/>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58"/>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3" name="Google Shape;5513;p58"/>
            <p:cNvGrpSpPr/>
            <p:nvPr/>
          </p:nvGrpSpPr>
          <p:grpSpPr>
            <a:xfrm>
              <a:off x="732428" y="1239937"/>
              <a:ext cx="739912" cy="607886"/>
              <a:chOff x="732428" y="1239937"/>
              <a:chExt cx="739912" cy="607886"/>
            </a:xfrm>
          </p:grpSpPr>
          <p:sp>
            <p:nvSpPr>
              <p:cNvPr id="5514" name="Google Shape;5514;p58"/>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58"/>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6" name="Google Shape;5516;p58"/>
            <p:cNvGrpSpPr/>
            <p:nvPr/>
          </p:nvGrpSpPr>
          <p:grpSpPr>
            <a:xfrm>
              <a:off x="732428" y="1277018"/>
              <a:ext cx="702832" cy="533758"/>
              <a:chOff x="732428" y="1277018"/>
              <a:chExt cx="702832" cy="533758"/>
            </a:xfrm>
          </p:grpSpPr>
          <p:sp>
            <p:nvSpPr>
              <p:cNvPr id="5517" name="Google Shape;5517;p58"/>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58"/>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9" name="Google Shape;5519;p58"/>
            <p:cNvGrpSpPr/>
            <p:nvPr/>
          </p:nvGrpSpPr>
          <p:grpSpPr>
            <a:xfrm>
              <a:off x="931170" y="1306653"/>
              <a:ext cx="647179" cy="474455"/>
              <a:chOff x="931170" y="1306653"/>
              <a:chExt cx="647179" cy="474455"/>
            </a:xfrm>
          </p:grpSpPr>
          <p:sp>
            <p:nvSpPr>
              <p:cNvPr id="5520" name="Google Shape;5520;p58"/>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58"/>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22" name="Google Shape;5522;p58"/>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3" name="Google Shape;5523;p58"/>
          <p:cNvGrpSpPr/>
          <p:nvPr/>
        </p:nvGrpSpPr>
        <p:grpSpPr>
          <a:xfrm>
            <a:off x="3948605" y="971313"/>
            <a:ext cx="634656" cy="699982"/>
            <a:chOff x="5985650" y="2860025"/>
            <a:chExt cx="1396075" cy="1539775"/>
          </a:xfrm>
        </p:grpSpPr>
        <p:sp>
          <p:nvSpPr>
            <p:cNvPr id="5524" name="Google Shape;5524;p58"/>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58"/>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58"/>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58"/>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58"/>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58"/>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58"/>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58"/>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58"/>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58"/>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58"/>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58"/>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58"/>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58"/>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58"/>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58"/>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58"/>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58"/>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58"/>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58"/>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58"/>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58"/>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58"/>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58"/>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58"/>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58"/>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58"/>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58"/>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58"/>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58"/>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58"/>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58"/>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6" name="Google Shape;5556;p58"/>
          <p:cNvGrpSpPr/>
          <p:nvPr/>
        </p:nvGrpSpPr>
        <p:grpSpPr>
          <a:xfrm>
            <a:off x="4704254" y="971307"/>
            <a:ext cx="725845" cy="699975"/>
            <a:chOff x="4249973" y="1201875"/>
            <a:chExt cx="1958568" cy="1888762"/>
          </a:xfrm>
        </p:grpSpPr>
        <p:sp>
          <p:nvSpPr>
            <p:cNvPr id="5557" name="Google Shape;5557;p58"/>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58" name="Google Shape;5558;p58"/>
            <p:cNvGrpSpPr/>
            <p:nvPr/>
          </p:nvGrpSpPr>
          <p:grpSpPr>
            <a:xfrm>
              <a:off x="5853086" y="1789142"/>
              <a:ext cx="355454" cy="1048099"/>
              <a:chOff x="5576108" y="2016725"/>
              <a:chExt cx="565200" cy="1666560"/>
            </a:xfrm>
          </p:grpSpPr>
          <p:sp>
            <p:nvSpPr>
              <p:cNvPr id="5559" name="Google Shape;5559;p58"/>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560" name="Google Shape;5560;p58"/>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1" name="Google Shape;5561;p58"/>
            <p:cNvGrpSpPr/>
            <p:nvPr/>
          </p:nvGrpSpPr>
          <p:grpSpPr>
            <a:xfrm>
              <a:off x="4869455" y="2691676"/>
              <a:ext cx="1013897" cy="398961"/>
              <a:chOff x="4012057" y="3451825"/>
              <a:chExt cx="1612175" cy="634379"/>
            </a:xfrm>
          </p:grpSpPr>
          <p:sp>
            <p:nvSpPr>
              <p:cNvPr id="5562" name="Google Shape;5562;p58"/>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563" name="Google Shape;5563;p58"/>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4" name="Google Shape;5564;p58"/>
            <p:cNvGrpSpPr/>
            <p:nvPr/>
          </p:nvGrpSpPr>
          <p:grpSpPr>
            <a:xfrm>
              <a:off x="4276937" y="2155961"/>
              <a:ext cx="651965" cy="891358"/>
              <a:chOff x="3069908" y="2599997"/>
              <a:chExt cx="1036675" cy="1417328"/>
            </a:xfrm>
          </p:grpSpPr>
          <p:sp>
            <p:nvSpPr>
              <p:cNvPr id="5565" name="Google Shape;5565;p58"/>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566" name="Google Shape;5566;p58"/>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7" name="Google Shape;5567;p58"/>
            <p:cNvGrpSpPr/>
            <p:nvPr/>
          </p:nvGrpSpPr>
          <p:grpSpPr>
            <a:xfrm>
              <a:off x="5054918" y="1201875"/>
              <a:ext cx="999548" cy="602711"/>
              <a:chOff x="4306958" y="1082925"/>
              <a:chExt cx="1589359" cy="958358"/>
            </a:xfrm>
          </p:grpSpPr>
          <p:sp>
            <p:nvSpPr>
              <p:cNvPr id="5568" name="Google Shape;5568;p58"/>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569" name="Google Shape;5569;p58"/>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0" name="Google Shape;5570;p58"/>
            <p:cNvGrpSpPr/>
            <p:nvPr/>
          </p:nvGrpSpPr>
          <p:grpSpPr>
            <a:xfrm>
              <a:off x="4249973" y="1303451"/>
              <a:ext cx="799317" cy="841334"/>
              <a:chOff x="3027033" y="1244439"/>
              <a:chExt cx="1270977" cy="1337786"/>
            </a:xfrm>
          </p:grpSpPr>
          <p:sp>
            <p:nvSpPr>
              <p:cNvPr id="5571" name="Google Shape;5571;p58"/>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572" name="Google Shape;5572;p58"/>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73" name="Google Shape;5573;p58"/>
          <p:cNvGrpSpPr/>
          <p:nvPr/>
        </p:nvGrpSpPr>
        <p:grpSpPr>
          <a:xfrm>
            <a:off x="4057119" y="1858087"/>
            <a:ext cx="750769" cy="683784"/>
            <a:chOff x="4204684" y="2104422"/>
            <a:chExt cx="699822" cy="637382"/>
          </a:xfrm>
        </p:grpSpPr>
        <p:grpSp>
          <p:nvGrpSpPr>
            <p:cNvPr id="5574" name="Google Shape;5574;p58"/>
            <p:cNvGrpSpPr/>
            <p:nvPr/>
          </p:nvGrpSpPr>
          <p:grpSpPr>
            <a:xfrm>
              <a:off x="4204684" y="2430067"/>
              <a:ext cx="342957" cy="311738"/>
              <a:chOff x="4204684" y="2430067"/>
              <a:chExt cx="342957" cy="311738"/>
            </a:xfrm>
          </p:grpSpPr>
          <p:sp>
            <p:nvSpPr>
              <p:cNvPr id="5575" name="Google Shape;5575;p58"/>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58"/>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7" name="Google Shape;5577;p58"/>
            <p:cNvGrpSpPr/>
            <p:nvPr/>
          </p:nvGrpSpPr>
          <p:grpSpPr>
            <a:xfrm>
              <a:off x="4561586" y="2430067"/>
              <a:ext cx="342920" cy="311738"/>
              <a:chOff x="4561586" y="2430067"/>
              <a:chExt cx="342920" cy="311738"/>
            </a:xfrm>
          </p:grpSpPr>
          <p:sp>
            <p:nvSpPr>
              <p:cNvPr id="5578" name="Google Shape;5578;p58"/>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58"/>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0" name="Google Shape;5580;p58"/>
            <p:cNvGrpSpPr/>
            <p:nvPr/>
          </p:nvGrpSpPr>
          <p:grpSpPr>
            <a:xfrm>
              <a:off x="4561586" y="2104422"/>
              <a:ext cx="342920" cy="311738"/>
              <a:chOff x="4561586" y="2104422"/>
              <a:chExt cx="342920" cy="311738"/>
            </a:xfrm>
          </p:grpSpPr>
          <p:sp>
            <p:nvSpPr>
              <p:cNvPr id="5581" name="Google Shape;5581;p58"/>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58"/>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3" name="Google Shape;5583;p58"/>
            <p:cNvGrpSpPr/>
            <p:nvPr/>
          </p:nvGrpSpPr>
          <p:grpSpPr>
            <a:xfrm>
              <a:off x="4204684" y="2104422"/>
              <a:ext cx="342957" cy="311664"/>
              <a:chOff x="4204684" y="2104422"/>
              <a:chExt cx="342957" cy="311664"/>
            </a:xfrm>
          </p:grpSpPr>
          <p:sp>
            <p:nvSpPr>
              <p:cNvPr id="5584" name="Google Shape;5584;p58"/>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58"/>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86" name="Google Shape;5586;p58"/>
          <p:cNvGrpSpPr/>
          <p:nvPr/>
        </p:nvGrpSpPr>
        <p:grpSpPr>
          <a:xfrm>
            <a:off x="5521552" y="971301"/>
            <a:ext cx="660591" cy="688867"/>
            <a:chOff x="5830645" y="1267368"/>
            <a:chExt cx="530340" cy="553040"/>
          </a:xfrm>
        </p:grpSpPr>
        <p:sp>
          <p:nvSpPr>
            <p:cNvPr id="5587" name="Google Shape;5587;p58"/>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88" name="Google Shape;5588;p58"/>
            <p:cNvGrpSpPr/>
            <p:nvPr/>
          </p:nvGrpSpPr>
          <p:grpSpPr>
            <a:xfrm>
              <a:off x="5830645" y="1267368"/>
              <a:ext cx="259743" cy="269909"/>
              <a:chOff x="5830645" y="1267368"/>
              <a:chExt cx="259743" cy="269909"/>
            </a:xfrm>
          </p:grpSpPr>
          <p:sp>
            <p:nvSpPr>
              <p:cNvPr id="5589" name="Google Shape;5589;p58"/>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58"/>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1" name="Google Shape;5591;p58"/>
            <p:cNvGrpSpPr/>
            <p:nvPr/>
          </p:nvGrpSpPr>
          <p:grpSpPr>
            <a:xfrm>
              <a:off x="6101293" y="1267368"/>
              <a:ext cx="259692" cy="269909"/>
              <a:chOff x="6101293" y="1267368"/>
              <a:chExt cx="259692" cy="269909"/>
            </a:xfrm>
          </p:grpSpPr>
          <p:sp>
            <p:nvSpPr>
              <p:cNvPr id="5592" name="Google Shape;5592;p58"/>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58"/>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4" name="Google Shape;5594;p58"/>
            <p:cNvGrpSpPr/>
            <p:nvPr/>
          </p:nvGrpSpPr>
          <p:grpSpPr>
            <a:xfrm>
              <a:off x="5830645" y="1550500"/>
              <a:ext cx="259692" cy="269909"/>
              <a:chOff x="5830645" y="1550500"/>
              <a:chExt cx="259692" cy="269909"/>
            </a:xfrm>
          </p:grpSpPr>
          <p:sp>
            <p:nvSpPr>
              <p:cNvPr id="5595" name="Google Shape;5595;p58"/>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58"/>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7" name="Google Shape;5597;p58"/>
            <p:cNvGrpSpPr/>
            <p:nvPr/>
          </p:nvGrpSpPr>
          <p:grpSpPr>
            <a:xfrm>
              <a:off x="6101293" y="1550500"/>
              <a:ext cx="259692" cy="269909"/>
              <a:chOff x="6101293" y="1550500"/>
              <a:chExt cx="259692" cy="269909"/>
            </a:xfrm>
          </p:grpSpPr>
          <p:sp>
            <p:nvSpPr>
              <p:cNvPr id="5598" name="Google Shape;5598;p58"/>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58"/>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00" name="Google Shape;5600;p58"/>
          <p:cNvGrpSpPr/>
          <p:nvPr/>
        </p:nvGrpSpPr>
        <p:grpSpPr>
          <a:xfrm>
            <a:off x="723705" y="1861761"/>
            <a:ext cx="697154" cy="679574"/>
            <a:chOff x="2679875" y="2361475"/>
            <a:chExt cx="780425" cy="760575"/>
          </a:xfrm>
        </p:grpSpPr>
        <p:sp>
          <p:nvSpPr>
            <p:cNvPr id="5601" name="Google Shape;5601;p58"/>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58"/>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58"/>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58"/>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58"/>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58"/>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7" name="Google Shape;5607;p58"/>
          <p:cNvGrpSpPr/>
          <p:nvPr/>
        </p:nvGrpSpPr>
        <p:grpSpPr>
          <a:xfrm>
            <a:off x="3122864" y="971353"/>
            <a:ext cx="735829" cy="684547"/>
            <a:chOff x="3351965" y="1148808"/>
            <a:chExt cx="750770" cy="698375"/>
          </a:xfrm>
        </p:grpSpPr>
        <p:grpSp>
          <p:nvGrpSpPr>
            <p:cNvPr id="5608" name="Google Shape;5608;p58"/>
            <p:cNvGrpSpPr/>
            <p:nvPr/>
          </p:nvGrpSpPr>
          <p:grpSpPr>
            <a:xfrm>
              <a:off x="3586796" y="1148808"/>
              <a:ext cx="294857" cy="286830"/>
              <a:chOff x="3750225" y="1774000"/>
              <a:chExt cx="149575" cy="145525"/>
            </a:xfrm>
          </p:grpSpPr>
          <p:sp>
            <p:nvSpPr>
              <p:cNvPr id="5609" name="Google Shape;5609;p58"/>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58"/>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1" name="Google Shape;5611;p58"/>
            <p:cNvGrpSpPr/>
            <p:nvPr/>
          </p:nvGrpSpPr>
          <p:grpSpPr>
            <a:xfrm>
              <a:off x="3779245" y="1375768"/>
              <a:ext cx="323490" cy="286978"/>
              <a:chOff x="3847850" y="1889150"/>
              <a:chExt cx="164100" cy="145600"/>
            </a:xfrm>
          </p:grpSpPr>
          <p:sp>
            <p:nvSpPr>
              <p:cNvPr id="5612" name="Google Shape;5612;p58"/>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58"/>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4" name="Google Shape;5614;p58"/>
            <p:cNvGrpSpPr/>
            <p:nvPr/>
          </p:nvGrpSpPr>
          <p:grpSpPr>
            <a:xfrm>
              <a:off x="3351965" y="1330435"/>
              <a:ext cx="295449" cy="285401"/>
              <a:chOff x="3631100" y="1866150"/>
              <a:chExt cx="149875" cy="144800"/>
            </a:xfrm>
          </p:grpSpPr>
          <p:sp>
            <p:nvSpPr>
              <p:cNvPr id="5615" name="Google Shape;5615;p58"/>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58"/>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7" name="Google Shape;5617;p58"/>
            <p:cNvGrpSpPr/>
            <p:nvPr/>
          </p:nvGrpSpPr>
          <p:grpSpPr>
            <a:xfrm>
              <a:off x="3548208" y="1560352"/>
              <a:ext cx="294808" cy="286830"/>
              <a:chOff x="3730650" y="1982800"/>
              <a:chExt cx="149550" cy="145525"/>
            </a:xfrm>
          </p:grpSpPr>
          <p:sp>
            <p:nvSpPr>
              <p:cNvPr id="5618" name="Google Shape;5618;p58"/>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58"/>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20" name="Google Shape;5620;p58"/>
          <p:cNvGrpSpPr/>
          <p:nvPr/>
        </p:nvGrpSpPr>
        <p:grpSpPr>
          <a:xfrm>
            <a:off x="7624517" y="971307"/>
            <a:ext cx="804565" cy="677795"/>
            <a:chOff x="7636443" y="1204988"/>
            <a:chExt cx="804565" cy="677795"/>
          </a:xfrm>
        </p:grpSpPr>
        <p:grpSp>
          <p:nvGrpSpPr>
            <p:cNvPr id="5621" name="Google Shape;5621;p58"/>
            <p:cNvGrpSpPr/>
            <p:nvPr/>
          </p:nvGrpSpPr>
          <p:grpSpPr>
            <a:xfrm>
              <a:off x="7636443" y="1509705"/>
              <a:ext cx="804565" cy="373078"/>
              <a:chOff x="7636443" y="1509705"/>
              <a:chExt cx="804565" cy="373078"/>
            </a:xfrm>
          </p:grpSpPr>
          <p:sp>
            <p:nvSpPr>
              <p:cNvPr id="5622" name="Google Shape;5622;p58"/>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58"/>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4" name="Google Shape;5624;p58"/>
            <p:cNvGrpSpPr/>
            <p:nvPr/>
          </p:nvGrpSpPr>
          <p:grpSpPr>
            <a:xfrm>
              <a:off x="7636443" y="1408133"/>
              <a:ext cx="804565" cy="373078"/>
              <a:chOff x="7636443" y="1408133"/>
              <a:chExt cx="804565" cy="373078"/>
            </a:xfrm>
          </p:grpSpPr>
          <p:sp>
            <p:nvSpPr>
              <p:cNvPr id="5625" name="Google Shape;5625;p58"/>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58"/>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7" name="Google Shape;5627;p58"/>
            <p:cNvGrpSpPr/>
            <p:nvPr/>
          </p:nvGrpSpPr>
          <p:grpSpPr>
            <a:xfrm>
              <a:off x="7636443" y="1306560"/>
              <a:ext cx="804565" cy="373078"/>
              <a:chOff x="7636443" y="1306560"/>
              <a:chExt cx="804565" cy="373078"/>
            </a:xfrm>
          </p:grpSpPr>
          <p:sp>
            <p:nvSpPr>
              <p:cNvPr id="5628" name="Google Shape;5628;p58"/>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58"/>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0" name="Google Shape;5630;p58"/>
            <p:cNvGrpSpPr/>
            <p:nvPr/>
          </p:nvGrpSpPr>
          <p:grpSpPr>
            <a:xfrm>
              <a:off x="7636443" y="1204988"/>
              <a:ext cx="804565" cy="373078"/>
              <a:chOff x="7636443" y="1204988"/>
              <a:chExt cx="804565" cy="373078"/>
            </a:xfrm>
          </p:grpSpPr>
          <p:sp>
            <p:nvSpPr>
              <p:cNvPr id="5631" name="Google Shape;5631;p58"/>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58"/>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33" name="Google Shape;5633;p58"/>
          <p:cNvGrpSpPr/>
          <p:nvPr/>
        </p:nvGrpSpPr>
        <p:grpSpPr>
          <a:xfrm>
            <a:off x="4963363" y="1878721"/>
            <a:ext cx="661339" cy="661188"/>
            <a:chOff x="3990000" y="975400"/>
            <a:chExt cx="3934200" cy="3933300"/>
          </a:xfrm>
        </p:grpSpPr>
        <p:sp>
          <p:nvSpPr>
            <p:cNvPr id="5634" name="Google Shape;5634;p58"/>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58"/>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58"/>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58"/>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8" name="Google Shape;5638;p58"/>
          <p:cNvGrpSpPr/>
          <p:nvPr/>
        </p:nvGrpSpPr>
        <p:grpSpPr>
          <a:xfrm>
            <a:off x="6607011" y="1857359"/>
            <a:ext cx="868881" cy="684241"/>
            <a:chOff x="6598259" y="2078634"/>
            <a:chExt cx="868881" cy="684241"/>
          </a:xfrm>
        </p:grpSpPr>
        <p:sp>
          <p:nvSpPr>
            <p:cNvPr id="5639" name="Google Shape;5639;p58"/>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58"/>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58"/>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58"/>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58"/>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58"/>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45" name="Google Shape;5645;p58"/>
            <p:cNvGrpSpPr/>
            <p:nvPr/>
          </p:nvGrpSpPr>
          <p:grpSpPr>
            <a:xfrm>
              <a:off x="6808175" y="2078634"/>
              <a:ext cx="452229" cy="684241"/>
              <a:chOff x="6808175" y="2078634"/>
              <a:chExt cx="452229" cy="684241"/>
            </a:xfrm>
          </p:grpSpPr>
          <p:sp>
            <p:nvSpPr>
              <p:cNvPr id="5646" name="Google Shape;5646;p58"/>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58"/>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58"/>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58"/>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58"/>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58"/>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52" name="Google Shape;5652;p58"/>
              <p:cNvGrpSpPr/>
              <p:nvPr/>
            </p:nvGrpSpPr>
            <p:grpSpPr>
              <a:xfrm>
                <a:off x="6821586" y="2078634"/>
                <a:ext cx="426871" cy="684241"/>
                <a:chOff x="6821586" y="2078634"/>
                <a:chExt cx="426871" cy="684241"/>
              </a:xfrm>
            </p:grpSpPr>
            <p:grpSp>
              <p:nvGrpSpPr>
                <p:cNvPr id="5653" name="Google Shape;5653;p58"/>
                <p:cNvGrpSpPr/>
                <p:nvPr/>
              </p:nvGrpSpPr>
              <p:grpSpPr>
                <a:xfrm>
                  <a:off x="6821586" y="2078634"/>
                  <a:ext cx="426871" cy="684241"/>
                  <a:chOff x="6821586" y="2078634"/>
                  <a:chExt cx="426871" cy="684241"/>
                </a:xfrm>
              </p:grpSpPr>
              <p:sp>
                <p:nvSpPr>
                  <p:cNvPr id="5654" name="Google Shape;5654;p58"/>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58"/>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58"/>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58"/>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58"/>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58"/>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58"/>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58"/>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58"/>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58"/>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58"/>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58"/>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58"/>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58"/>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58"/>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58"/>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58"/>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58"/>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58"/>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73" name="Google Shape;5673;p58"/>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58"/>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58"/>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58"/>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58"/>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58"/>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679" name="Google Shape;5679;p58"/>
          <p:cNvGrpSpPr/>
          <p:nvPr/>
        </p:nvGrpSpPr>
        <p:grpSpPr>
          <a:xfrm>
            <a:off x="5780178" y="1862968"/>
            <a:ext cx="671358" cy="671358"/>
            <a:chOff x="6535625" y="760425"/>
            <a:chExt cx="1665900" cy="1665900"/>
          </a:xfrm>
        </p:grpSpPr>
        <p:sp>
          <p:nvSpPr>
            <p:cNvPr id="5680" name="Google Shape;5680;p58"/>
            <p:cNvSpPr/>
            <p:nvPr/>
          </p:nvSpPr>
          <p:spPr>
            <a:xfrm>
              <a:off x="6535625" y="760425"/>
              <a:ext cx="1665900" cy="16659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58"/>
            <p:cNvSpPr/>
            <p:nvPr/>
          </p:nvSpPr>
          <p:spPr>
            <a:xfrm>
              <a:off x="6713675" y="1116525"/>
              <a:ext cx="1309800" cy="13098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58"/>
            <p:cNvSpPr/>
            <p:nvPr/>
          </p:nvSpPr>
          <p:spPr>
            <a:xfrm>
              <a:off x="6831275" y="1351725"/>
              <a:ext cx="1074600" cy="1074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58"/>
            <p:cNvSpPr/>
            <p:nvPr/>
          </p:nvSpPr>
          <p:spPr>
            <a:xfrm>
              <a:off x="6942425" y="1574025"/>
              <a:ext cx="852300" cy="8523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4" name="Google Shape;5684;p58"/>
          <p:cNvGrpSpPr/>
          <p:nvPr/>
        </p:nvGrpSpPr>
        <p:grpSpPr>
          <a:xfrm>
            <a:off x="716994" y="3531369"/>
            <a:ext cx="1340789" cy="640830"/>
            <a:chOff x="238125" y="1151100"/>
            <a:chExt cx="7139450" cy="3412300"/>
          </a:xfrm>
        </p:grpSpPr>
        <p:sp>
          <p:nvSpPr>
            <p:cNvPr id="5685" name="Google Shape;5685;p58"/>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58"/>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58"/>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58"/>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58"/>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58"/>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58"/>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58"/>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58"/>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58"/>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58"/>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58"/>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7" name="Google Shape;5697;p58"/>
          <p:cNvGrpSpPr/>
          <p:nvPr/>
        </p:nvGrpSpPr>
        <p:grpSpPr>
          <a:xfrm>
            <a:off x="5584217" y="2734650"/>
            <a:ext cx="985357" cy="585764"/>
            <a:chOff x="5145061" y="2881789"/>
            <a:chExt cx="1107641" cy="658458"/>
          </a:xfrm>
        </p:grpSpPr>
        <p:grpSp>
          <p:nvGrpSpPr>
            <p:cNvPr id="5698" name="Google Shape;5698;p58"/>
            <p:cNvGrpSpPr/>
            <p:nvPr/>
          </p:nvGrpSpPr>
          <p:grpSpPr>
            <a:xfrm>
              <a:off x="5722989" y="3244587"/>
              <a:ext cx="529713" cy="295659"/>
              <a:chOff x="5722989" y="3244587"/>
              <a:chExt cx="529713" cy="295659"/>
            </a:xfrm>
          </p:grpSpPr>
          <p:sp>
            <p:nvSpPr>
              <p:cNvPr id="5699" name="Google Shape;5699;p58"/>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700" name="Google Shape;5700;p58"/>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701" name="Google Shape;5701;p58"/>
            <p:cNvGrpSpPr/>
            <p:nvPr/>
          </p:nvGrpSpPr>
          <p:grpSpPr>
            <a:xfrm>
              <a:off x="5145061" y="3244587"/>
              <a:ext cx="536807" cy="295659"/>
              <a:chOff x="5145061" y="3244587"/>
              <a:chExt cx="536807" cy="295659"/>
            </a:xfrm>
          </p:grpSpPr>
          <p:sp>
            <p:nvSpPr>
              <p:cNvPr id="5702" name="Google Shape;5702;p58"/>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703" name="Google Shape;5703;p58"/>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704" name="Google Shape;5704;p58"/>
            <p:cNvGrpSpPr/>
            <p:nvPr/>
          </p:nvGrpSpPr>
          <p:grpSpPr>
            <a:xfrm>
              <a:off x="5341327" y="2898245"/>
              <a:ext cx="532309" cy="614891"/>
              <a:chOff x="5341327" y="2898245"/>
              <a:chExt cx="532309" cy="614891"/>
            </a:xfrm>
          </p:grpSpPr>
          <p:sp>
            <p:nvSpPr>
              <p:cNvPr id="5705" name="Google Shape;5705;p58"/>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706" name="Google Shape;5706;p58"/>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707" name="Google Shape;5707;p58"/>
            <p:cNvGrpSpPr/>
            <p:nvPr/>
          </p:nvGrpSpPr>
          <p:grpSpPr>
            <a:xfrm>
              <a:off x="5532290" y="2881789"/>
              <a:ext cx="620516" cy="305456"/>
              <a:chOff x="5532290" y="2881789"/>
              <a:chExt cx="620516" cy="305456"/>
            </a:xfrm>
          </p:grpSpPr>
          <p:sp>
            <p:nvSpPr>
              <p:cNvPr id="5708" name="Google Shape;5708;p58"/>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709" name="Google Shape;5709;p58"/>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5710" name="Google Shape;5710;p58"/>
          <p:cNvGrpSpPr/>
          <p:nvPr/>
        </p:nvGrpSpPr>
        <p:grpSpPr>
          <a:xfrm>
            <a:off x="8163140" y="3526708"/>
            <a:ext cx="269068" cy="645491"/>
            <a:chOff x="7026852" y="3311869"/>
            <a:chExt cx="434331" cy="1041954"/>
          </a:xfrm>
        </p:grpSpPr>
        <p:sp>
          <p:nvSpPr>
            <p:cNvPr id="5711" name="Google Shape;5711;p58"/>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58"/>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58"/>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4" name="Google Shape;5714;p58"/>
          <p:cNvGrpSpPr/>
          <p:nvPr/>
        </p:nvGrpSpPr>
        <p:grpSpPr>
          <a:xfrm>
            <a:off x="6179721" y="3565945"/>
            <a:ext cx="293882" cy="293836"/>
            <a:chOff x="4873519" y="3311869"/>
            <a:chExt cx="499374" cy="499296"/>
          </a:xfrm>
        </p:grpSpPr>
        <p:sp>
          <p:nvSpPr>
            <p:cNvPr id="5715" name="Google Shape;5715;p58"/>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58"/>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7" name="Google Shape;5717;p58"/>
          <p:cNvGrpSpPr/>
          <p:nvPr/>
        </p:nvGrpSpPr>
        <p:grpSpPr>
          <a:xfrm>
            <a:off x="6179721" y="3878317"/>
            <a:ext cx="293882" cy="293882"/>
            <a:chOff x="4873519" y="3875839"/>
            <a:chExt cx="499374" cy="499374"/>
          </a:xfrm>
        </p:grpSpPr>
        <p:sp>
          <p:nvSpPr>
            <p:cNvPr id="5718" name="Google Shape;5718;p58"/>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58"/>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0" name="Google Shape;5720;p58"/>
          <p:cNvGrpSpPr/>
          <p:nvPr/>
        </p:nvGrpSpPr>
        <p:grpSpPr>
          <a:xfrm>
            <a:off x="2410248" y="1850269"/>
            <a:ext cx="698104" cy="698208"/>
            <a:chOff x="2565073" y="2075876"/>
            <a:chExt cx="672482" cy="672518"/>
          </a:xfrm>
        </p:grpSpPr>
        <p:sp>
          <p:nvSpPr>
            <p:cNvPr id="5721" name="Google Shape;5721;p58"/>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58"/>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58"/>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58"/>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58"/>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58"/>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7" name="Google Shape;5727;p58"/>
          <p:cNvGrpSpPr/>
          <p:nvPr/>
        </p:nvGrpSpPr>
        <p:grpSpPr>
          <a:xfrm>
            <a:off x="5633660" y="3534870"/>
            <a:ext cx="438354" cy="637329"/>
            <a:chOff x="1697726" y="3244179"/>
            <a:chExt cx="788124" cy="1146069"/>
          </a:xfrm>
        </p:grpSpPr>
        <p:sp>
          <p:nvSpPr>
            <p:cNvPr id="5728" name="Google Shape;5728;p58"/>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58"/>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30" name="Google Shape;5730;p58"/>
          <p:cNvSpPr/>
          <p:nvPr/>
        </p:nvSpPr>
        <p:spPr>
          <a:xfrm>
            <a:off x="8130919"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31" name="Google Shape;5731;p58"/>
          <p:cNvGrpSpPr/>
          <p:nvPr/>
        </p:nvGrpSpPr>
        <p:grpSpPr>
          <a:xfrm>
            <a:off x="7634874" y="1863232"/>
            <a:ext cx="799565" cy="670282"/>
            <a:chOff x="7617850" y="2063282"/>
            <a:chExt cx="799565" cy="670282"/>
          </a:xfrm>
        </p:grpSpPr>
        <p:cxnSp>
          <p:nvCxnSpPr>
            <p:cNvPr id="5732" name="Google Shape;5732;p58"/>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733" name="Google Shape;5733;p58"/>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734" name="Google Shape;5734;p58"/>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735" name="Google Shape;5735;p58"/>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736" name="Google Shape;5736;p58"/>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5737" name="Google Shape;5737;p58"/>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5738" name="Google Shape;5738;p58"/>
            <p:cNvGrpSpPr/>
            <p:nvPr/>
          </p:nvGrpSpPr>
          <p:grpSpPr>
            <a:xfrm>
              <a:off x="7734309" y="2063282"/>
              <a:ext cx="570957" cy="620095"/>
              <a:chOff x="7734309" y="2063282"/>
              <a:chExt cx="570957" cy="620095"/>
            </a:xfrm>
          </p:grpSpPr>
          <p:grpSp>
            <p:nvGrpSpPr>
              <p:cNvPr id="5739" name="Google Shape;5739;p58"/>
              <p:cNvGrpSpPr/>
              <p:nvPr/>
            </p:nvGrpSpPr>
            <p:grpSpPr>
              <a:xfrm>
                <a:off x="8031573" y="2063282"/>
                <a:ext cx="273693" cy="620095"/>
                <a:chOff x="8031573" y="2063282"/>
                <a:chExt cx="273693" cy="620095"/>
              </a:xfrm>
            </p:grpSpPr>
            <p:sp>
              <p:nvSpPr>
                <p:cNvPr id="5740" name="Google Shape;5740;p58"/>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58"/>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58"/>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58"/>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4" name="Google Shape;5744;p58"/>
              <p:cNvGrpSpPr/>
              <p:nvPr/>
            </p:nvGrpSpPr>
            <p:grpSpPr>
              <a:xfrm flipH="1">
                <a:off x="7734309" y="2063282"/>
                <a:ext cx="273693" cy="620095"/>
                <a:chOff x="8031573" y="2063282"/>
                <a:chExt cx="273693" cy="620095"/>
              </a:xfrm>
            </p:grpSpPr>
            <p:sp>
              <p:nvSpPr>
                <p:cNvPr id="5745" name="Google Shape;5745;p58"/>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58"/>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58"/>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58"/>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5749" name="Google Shape;5749;p58"/>
          <p:cNvSpPr/>
          <p:nvPr/>
        </p:nvSpPr>
        <p:spPr>
          <a:xfrm>
            <a:off x="7095128"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58"/>
          <p:cNvSpPr/>
          <p:nvPr/>
        </p:nvSpPr>
        <p:spPr>
          <a:xfrm rot="10800000">
            <a:off x="6581310"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51" name="Google Shape;5751;p58"/>
          <p:cNvGrpSpPr/>
          <p:nvPr/>
        </p:nvGrpSpPr>
        <p:grpSpPr>
          <a:xfrm>
            <a:off x="7821480" y="2716716"/>
            <a:ext cx="602567" cy="601884"/>
            <a:chOff x="1186975" y="238125"/>
            <a:chExt cx="5244275" cy="5238325"/>
          </a:xfrm>
        </p:grpSpPr>
        <p:sp>
          <p:nvSpPr>
            <p:cNvPr id="5752" name="Google Shape;5752;p58"/>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58"/>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58"/>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58"/>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6" name="Google Shape;5756;p58"/>
          <p:cNvGrpSpPr/>
          <p:nvPr/>
        </p:nvGrpSpPr>
        <p:grpSpPr>
          <a:xfrm>
            <a:off x="3264218" y="1856199"/>
            <a:ext cx="651848" cy="687338"/>
            <a:chOff x="3400515" y="2056248"/>
            <a:chExt cx="698134" cy="735987"/>
          </a:xfrm>
        </p:grpSpPr>
        <p:grpSp>
          <p:nvGrpSpPr>
            <p:cNvPr id="5757" name="Google Shape;5757;p58"/>
            <p:cNvGrpSpPr/>
            <p:nvPr/>
          </p:nvGrpSpPr>
          <p:grpSpPr>
            <a:xfrm>
              <a:off x="3400515" y="2283913"/>
              <a:ext cx="312919" cy="219900"/>
              <a:chOff x="3400515" y="2283913"/>
              <a:chExt cx="312919" cy="219900"/>
            </a:xfrm>
          </p:grpSpPr>
          <p:sp>
            <p:nvSpPr>
              <p:cNvPr id="5758" name="Google Shape;5758;p58"/>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759" name="Google Shape;5759;p58"/>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5760" name="Google Shape;5760;p58"/>
            <p:cNvGrpSpPr/>
            <p:nvPr/>
          </p:nvGrpSpPr>
          <p:grpSpPr>
            <a:xfrm>
              <a:off x="3547823" y="2461089"/>
              <a:ext cx="219900" cy="331146"/>
              <a:chOff x="3547823" y="2461089"/>
              <a:chExt cx="219900" cy="331146"/>
            </a:xfrm>
          </p:grpSpPr>
          <p:sp>
            <p:nvSpPr>
              <p:cNvPr id="5761" name="Google Shape;5761;p58"/>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762" name="Google Shape;5762;p58"/>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5763" name="Google Shape;5763;p58"/>
            <p:cNvGrpSpPr/>
            <p:nvPr/>
          </p:nvGrpSpPr>
          <p:grpSpPr>
            <a:xfrm>
              <a:off x="3734138" y="2461089"/>
              <a:ext cx="219900" cy="331146"/>
              <a:chOff x="3734138" y="2461089"/>
              <a:chExt cx="219900" cy="331146"/>
            </a:xfrm>
          </p:grpSpPr>
          <p:sp>
            <p:nvSpPr>
              <p:cNvPr id="5764" name="Google Shape;5764;p58"/>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765" name="Google Shape;5765;p58"/>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5766" name="Google Shape;5766;p58"/>
            <p:cNvGrpSpPr/>
            <p:nvPr/>
          </p:nvGrpSpPr>
          <p:grpSpPr>
            <a:xfrm>
              <a:off x="3787560" y="2281742"/>
              <a:ext cx="311089" cy="219900"/>
              <a:chOff x="3787560" y="2281742"/>
              <a:chExt cx="311089" cy="219900"/>
            </a:xfrm>
          </p:grpSpPr>
          <p:sp>
            <p:nvSpPr>
              <p:cNvPr id="5767" name="Google Shape;5767;p58"/>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768" name="Google Shape;5768;p58"/>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5769" name="Google Shape;5769;p58"/>
            <p:cNvGrpSpPr/>
            <p:nvPr/>
          </p:nvGrpSpPr>
          <p:grpSpPr>
            <a:xfrm>
              <a:off x="3637290" y="2056248"/>
              <a:ext cx="219900" cy="330736"/>
              <a:chOff x="3637290" y="2056248"/>
              <a:chExt cx="219900" cy="330736"/>
            </a:xfrm>
          </p:grpSpPr>
          <p:sp>
            <p:nvSpPr>
              <p:cNvPr id="5770" name="Google Shape;5770;p58"/>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5771" name="Google Shape;5771;p58"/>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5772" name="Google Shape;5772;p58"/>
          <p:cNvGrpSpPr/>
          <p:nvPr/>
        </p:nvGrpSpPr>
        <p:grpSpPr>
          <a:xfrm>
            <a:off x="2555923" y="2726206"/>
            <a:ext cx="1268144" cy="592394"/>
            <a:chOff x="238125" y="1188750"/>
            <a:chExt cx="7140450" cy="3335550"/>
          </a:xfrm>
        </p:grpSpPr>
        <p:sp>
          <p:nvSpPr>
            <p:cNvPr id="5773" name="Google Shape;5773;p58"/>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58"/>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58"/>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8"/>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58"/>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8" name="Google Shape;5778;p58"/>
          <p:cNvGrpSpPr/>
          <p:nvPr/>
        </p:nvGrpSpPr>
        <p:grpSpPr>
          <a:xfrm>
            <a:off x="6663824" y="2728360"/>
            <a:ext cx="1053944" cy="590147"/>
            <a:chOff x="238125" y="1335475"/>
            <a:chExt cx="5418735" cy="3034175"/>
          </a:xfrm>
        </p:grpSpPr>
        <p:sp>
          <p:nvSpPr>
            <p:cNvPr id="5779" name="Google Shape;5779;p58"/>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58"/>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8"/>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2" name="Google Shape;5782;p58"/>
          <p:cNvGrpSpPr/>
          <p:nvPr/>
        </p:nvGrpSpPr>
        <p:grpSpPr>
          <a:xfrm>
            <a:off x="4094633" y="3533260"/>
            <a:ext cx="1268207" cy="638939"/>
            <a:chOff x="3967651" y="3645904"/>
            <a:chExt cx="1479304" cy="745292"/>
          </a:xfrm>
        </p:grpSpPr>
        <p:grpSp>
          <p:nvGrpSpPr>
            <p:cNvPr id="5783" name="Google Shape;5783;p58"/>
            <p:cNvGrpSpPr/>
            <p:nvPr/>
          </p:nvGrpSpPr>
          <p:grpSpPr>
            <a:xfrm>
              <a:off x="3967651" y="4009026"/>
              <a:ext cx="1479304" cy="382170"/>
              <a:chOff x="3967651" y="4009026"/>
              <a:chExt cx="1479304" cy="382170"/>
            </a:xfrm>
          </p:grpSpPr>
          <p:grpSp>
            <p:nvGrpSpPr>
              <p:cNvPr id="5784" name="Google Shape;5784;p58"/>
              <p:cNvGrpSpPr/>
              <p:nvPr/>
            </p:nvGrpSpPr>
            <p:grpSpPr>
              <a:xfrm>
                <a:off x="4892216" y="4195630"/>
                <a:ext cx="554739" cy="195566"/>
                <a:chOff x="3604375" y="4892160"/>
                <a:chExt cx="1651500" cy="582215"/>
              </a:xfrm>
            </p:grpSpPr>
            <p:sp>
              <p:nvSpPr>
                <p:cNvPr id="5785" name="Google Shape;5785;p58"/>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58"/>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7" name="Google Shape;5787;p58"/>
              <p:cNvGrpSpPr/>
              <p:nvPr/>
            </p:nvGrpSpPr>
            <p:grpSpPr>
              <a:xfrm>
                <a:off x="3967651" y="4146303"/>
                <a:ext cx="579402" cy="244893"/>
                <a:chOff x="851875" y="4745310"/>
                <a:chExt cx="1724925" cy="729065"/>
              </a:xfrm>
            </p:grpSpPr>
            <p:sp>
              <p:nvSpPr>
                <p:cNvPr id="5788" name="Google Shape;5788;p58"/>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58"/>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0" name="Google Shape;5790;p58"/>
              <p:cNvGrpSpPr/>
              <p:nvPr/>
            </p:nvGrpSpPr>
            <p:grpSpPr>
              <a:xfrm>
                <a:off x="4460753" y="4009026"/>
                <a:ext cx="493110" cy="382170"/>
                <a:chOff x="2319875" y="4336625"/>
                <a:chExt cx="1468025" cy="1137750"/>
              </a:xfrm>
            </p:grpSpPr>
            <p:sp>
              <p:nvSpPr>
                <p:cNvPr id="5791" name="Google Shape;5791;p58"/>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58"/>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93" name="Google Shape;5793;p58"/>
            <p:cNvGrpSpPr/>
            <p:nvPr/>
          </p:nvGrpSpPr>
          <p:grpSpPr>
            <a:xfrm>
              <a:off x="4479443" y="3645904"/>
              <a:ext cx="455965" cy="388789"/>
              <a:chOff x="2957425" y="238100"/>
              <a:chExt cx="1910200" cy="1628775"/>
            </a:xfrm>
          </p:grpSpPr>
          <p:sp>
            <p:nvSpPr>
              <p:cNvPr id="5794" name="Google Shape;5794;p58"/>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58"/>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58"/>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8"/>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58"/>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58"/>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58"/>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58"/>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8"/>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58"/>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04" name="Google Shape;5804;p58"/>
          <p:cNvGrpSpPr/>
          <p:nvPr/>
        </p:nvGrpSpPr>
        <p:grpSpPr>
          <a:xfrm>
            <a:off x="2480746" y="3534460"/>
            <a:ext cx="1243128" cy="637739"/>
            <a:chOff x="2496310" y="3693351"/>
            <a:chExt cx="1342906" cy="688926"/>
          </a:xfrm>
        </p:grpSpPr>
        <p:grpSp>
          <p:nvGrpSpPr>
            <p:cNvPr id="5805" name="Google Shape;5805;p58"/>
            <p:cNvGrpSpPr/>
            <p:nvPr/>
          </p:nvGrpSpPr>
          <p:grpSpPr>
            <a:xfrm>
              <a:off x="2496310" y="3693351"/>
              <a:ext cx="1342906" cy="688875"/>
              <a:chOff x="2496310" y="3693351"/>
              <a:chExt cx="1342906" cy="688875"/>
            </a:xfrm>
          </p:grpSpPr>
          <p:sp>
            <p:nvSpPr>
              <p:cNvPr id="5806" name="Google Shape;5806;p58"/>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58"/>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58"/>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58"/>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58"/>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58"/>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12" name="Google Shape;5812;p58"/>
              <p:cNvCxnSpPr>
                <a:stCxn id="5810"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5813" name="Google Shape;5813;p58"/>
              <p:cNvCxnSpPr>
                <a:stCxn id="5807"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5814" name="Google Shape;5814;p58"/>
              <p:cNvCxnSpPr>
                <a:stCxn id="5808"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5815" name="Google Shape;5815;p58"/>
              <p:cNvCxnSpPr>
                <a:stCxn id="5811"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5816" name="Google Shape;5816;p58"/>
              <p:cNvCxnSpPr>
                <a:stCxn id="5809"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5817" name="Google Shape;5817;p58"/>
            <p:cNvGrpSpPr/>
            <p:nvPr/>
          </p:nvGrpSpPr>
          <p:grpSpPr>
            <a:xfrm>
              <a:off x="2675275" y="3930557"/>
              <a:ext cx="1003306" cy="451719"/>
              <a:chOff x="2675275" y="4174282"/>
              <a:chExt cx="1003306" cy="451719"/>
            </a:xfrm>
          </p:grpSpPr>
          <p:sp>
            <p:nvSpPr>
              <p:cNvPr id="5818" name="Google Shape;5818;p58"/>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8"/>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8"/>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21" name="Google Shape;5821;p58"/>
          <p:cNvGrpSpPr/>
          <p:nvPr/>
        </p:nvGrpSpPr>
        <p:grpSpPr>
          <a:xfrm>
            <a:off x="1654417" y="971307"/>
            <a:ext cx="574511" cy="874709"/>
            <a:chOff x="1715404" y="1112080"/>
            <a:chExt cx="642270" cy="977984"/>
          </a:xfrm>
        </p:grpSpPr>
        <p:grpSp>
          <p:nvGrpSpPr>
            <p:cNvPr id="5822" name="Google Shape;5822;p58"/>
            <p:cNvGrpSpPr/>
            <p:nvPr/>
          </p:nvGrpSpPr>
          <p:grpSpPr>
            <a:xfrm>
              <a:off x="1715404" y="1112080"/>
              <a:ext cx="642270" cy="977984"/>
              <a:chOff x="1715404" y="1112080"/>
              <a:chExt cx="642270" cy="977984"/>
            </a:xfrm>
          </p:grpSpPr>
          <p:sp>
            <p:nvSpPr>
              <p:cNvPr id="5823" name="Google Shape;5823;p58"/>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8"/>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5" name="Google Shape;5825;p58"/>
            <p:cNvGrpSpPr/>
            <p:nvPr/>
          </p:nvGrpSpPr>
          <p:grpSpPr>
            <a:xfrm>
              <a:off x="1768927" y="1165603"/>
              <a:ext cx="535225" cy="851367"/>
              <a:chOff x="1768927" y="1165603"/>
              <a:chExt cx="535225" cy="851367"/>
            </a:xfrm>
          </p:grpSpPr>
          <p:sp>
            <p:nvSpPr>
              <p:cNvPr id="5826" name="Google Shape;5826;p58"/>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8"/>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8" name="Google Shape;5828;p58"/>
            <p:cNvGrpSpPr/>
            <p:nvPr/>
          </p:nvGrpSpPr>
          <p:grpSpPr>
            <a:xfrm>
              <a:off x="1822449" y="1219125"/>
              <a:ext cx="428180" cy="718859"/>
              <a:chOff x="1822449" y="1219125"/>
              <a:chExt cx="428180" cy="718859"/>
            </a:xfrm>
          </p:grpSpPr>
          <p:sp>
            <p:nvSpPr>
              <p:cNvPr id="5829" name="Google Shape;5829;p58"/>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8"/>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1" name="Google Shape;5831;p58"/>
            <p:cNvGrpSpPr/>
            <p:nvPr/>
          </p:nvGrpSpPr>
          <p:grpSpPr>
            <a:xfrm>
              <a:off x="1875972" y="1272648"/>
              <a:ext cx="321135" cy="586939"/>
              <a:chOff x="1875972" y="1272648"/>
              <a:chExt cx="321135" cy="586939"/>
            </a:xfrm>
          </p:grpSpPr>
          <p:sp>
            <p:nvSpPr>
              <p:cNvPr id="5832" name="Google Shape;5832;p58"/>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8"/>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34" name="Google Shape;5834;p58"/>
          <p:cNvGrpSpPr/>
          <p:nvPr/>
        </p:nvGrpSpPr>
        <p:grpSpPr>
          <a:xfrm>
            <a:off x="7761578" y="3528028"/>
            <a:ext cx="293855" cy="644170"/>
            <a:chOff x="241025" y="3151575"/>
            <a:chExt cx="293855" cy="644170"/>
          </a:xfrm>
        </p:grpSpPr>
        <p:sp>
          <p:nvSpPr>
            <p:cNvPr id="5835" name="Google Shape;5835;p58"/>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8"/>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7" name="Google Shape;5837;p58"/>
          <p:cNvGrpSpPr/>
          <p:nvPr/>
        </p:nvGrpSpPr>
        <p:grpSpPr>
          <a:xfrm>
            <a:off x="709562" y="2728028"/>
            <a:ext cx="1779649" cy="591620"/>
            <a:chOff x="246070" y="1983375"/>
            <a:chExt cx="1855347" cy="616849"/>
          </a:xfrm>
        </p:grpSpPr>
        <p:sp>
          <p:nvSpPr>
            <p:cNvPr id="5838" name="Google Shape;5838;p58"/>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8"/>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8"/>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8"/>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8"/>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8"/>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58"/>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58"/>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8"/>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7" name="Google Shape;5847;p58"/>
          <p:cNvGrpSpPr/>
          <p:nvPr/>
        </p:nvGrpSpPr>
        <p:grpSpPr>
          <a:xfrm>
            <a:off x="2320428" y="971307"/>
            <a:ext cx="711055" cy="745993"/>
            <a:chOff x="2496269" y="1171698"/>
            <a:chExt cx="761953" cy="799392"/>
          </a:xfrm>
        </p:grpSpPr>
        <p:grpSp>
          <p:nvGrpSpPr>
            <p:cNvPr id="5848" name="Google Shape;5848;p58"/>
            <p:cNvGrpSpPr/>
            <p:nvPr/>
          </p:nvGrpSpPr>
          <p:grpSpPr>
            <a:xfrm>
              <a:off x="2496269" y="1171698"/>
              <a:ext cx="761953" cy="723022"/>
              <a:chOff x="2496269" y="1171698"/>
              <a:chExt cx="761953" cy="723022"/>
            </a:xfrm>
          </p:grpSpPr>
          <p:sp>
            <p:nvSpPr>
              <p:cNvPr id="5849" name="Google Shape;5849;p58"/>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58"/>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51" name="Google Shape;5851;p58"/>
              <p:cNvGrpSpPr/>
              <p:nvPr/>
            </p:nvGrpSpPr>
            <p:grpSpPr>
              <a:xfrm>
                <a:off x="2496269" y="1171698"/>
                <a:ext cx="761953" cy="723022"/>
                <a:chOff x="2496269" y="1120652"/>
                <a:chExt cx="761953" cy="723022"/>
              </a:xfrm>
            </p:grpSpPr>
            <p:grpSp>
              <p:nvGrpSpPr>
                <p:cNvPr id="5852" name="Google Shape;5852;p58"/>
                <p:cNvGrpSpPr/>
                <p:nvPr/>
              </p:nvGrpSpPr>
              <p:grpSpPr>
                <a:xfrm>
                  <a:off x="2496269" y="1120652"/>
                  <a:ext cx="761953" cy="723022"/>
                  <a:chOff x="2496269" y="1120652"/>
                  <a:chExt cx="761953" cy="723022"/>
                </a:xfrm>
              </p:grpSpPr>
              <p:grpSp>
                <p:nvGrpSpPr>
                  <p:cNvPr id="5853" name="Google Shape;5853;p58"/>
                  <p:cNvGrpSpPr/>
                  <p:nvPr/>
                </p:nvGrpSpPr>
                <p:grpSpPr>
                  <a:xfrm>
                    <a:off x="2496269" y="1304589"/>
                    <a:ext cx="407089" cy="305057"/>
                    <a:chOff x="2496269" y="1304589"/>
                    <a:chExt cx="407089" cy="305057"/>
                  </a:xfrm>
                </p:grpSpPr>
                <p:sp>
                  <p:nvSpPr>
                    <p:cNvPr id="5854" name="Google Shape;5854;p58"/>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8"/>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6" name="Google Shape;5856;p58"/>
                  <p:cNvGrpSpPr/>
                  <p:nvPr/>
                </p:nvGrpSpPr>
                <p:grpSpPr>
                  <a:xfrm>
                    <a:off x="2586468" y="1493376"/>
                    <a:ext cx="358850" cy="349656"/>
                    <a:chOff x="2586468" y="1493376"/>
                    <a:chExt cx="358850" cy="349656"/>
                  </a:xfrm>
                </p:grpSpPr>
                <p:sp>
                  <p:nvSpPr>
                    <p:cNvPr id="5857" name="Google Shape;5857;p58"/>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58"/>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9" name="Google Shape;5859;p58"/>
                  <p:cNvGrpSpPr/>
                  <p:nvPr/>
                </p:nvGrpSpPr>
                <p:grpSpPr>
                  <a:xfrm>
                    <a:off x="2807939" y="1494024"/>
                    <a:ext cx="358857" cy="349650"/>
                    <a:chOff x="2807939" y="1494024"/>
                    <a:chExt cx="358857" cy="349650"/>
                  </a:xfrm>
                </p:grpSpPr>
                <p:sp>
                  <p:nvSpPr>
                    <p:cNvPr id="5860" name="Google Shape;5860;p58"/>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58"/>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2" name="Google Shape;5862;p58"/>
                  <p:cNvGrpSpPr/>
                  <p:nvPr/>
                </p:nvGrpSpPr>
                <p:grpSpPr>
                  <a:xfrm>
                    <a:off x="2851133" y="1305635"/>
                    <a:ext cx="407089" cy="305057"/>
                    <a:chOff x="2851133" y="1305635"/>
                    <a:chExt cx="407089" cy="305057"/>
                  </a:xfrm>
                </p:grpSpPr>
                <p:sp>
                  <p:nvSpPr>
                    <p:cNvPr id="5863" name="Google Shape;5863;p58"/>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58"/>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5" name="Google Shape;5865;p58"/>
                  <p:cNvGrpSpPr/>
                  <p:nvPr/>
                </p:nvGrpSpPr>
                <p:grpSpPr>
                  <a:xfrm>
                    <a:off x="2727495" y="1120652"/>
                    <a:ext cx="300271" cy="396358"/>
                    <a:chOff x="2727495" y="1120652"/>
                    <a:chExt cx="300271" cy="396358"/>
                  </a:xfrm>
                </p:grpSpPr>
                <p:sp>
                  <p:nvSpPr>
                    <p:cNvPr id="5866" name="Google Shape;5866;p58"/>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58"/>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68" name="Google Shape;5868;p58"/>
                <p:cNvGrpSpPr/>
                <p:nvPr/>
              </p:nvGrpSpPr>
              <p:grpSpPr>
                <a:xfrm>
                  <a:off x="2722305" y="1350460"/>
                  <a:ext cx="308357" cy="308344"/>
                  <a:chOff x="2722305" y="1350460"/>
                  <a:chExt cx="308357" cy="308344"/>
                </a:xfrm>
              </p:grpSpPr>
              <p:sp>
                <p:nvSpPr>
                  <p:cNvPr id="5869" name="Google Shape;5869;p58"/>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70" name="Google Shape;5870;p58"/>
                  <p:cNvGrpSpPr/>
                  <p:nvPr/>
                </p:nvGrpSpPr>
                <p:grpSpPr>
                  <a:xfrm>
                    <a:off x="2725064" y="1364529"/>
                    <a:ext cx="297954" cy="280182"/>
                    <a:chOff x="2725064" y="1364529"/>
                    <a:chExt cx="297954" cy="280182"/>
                  </a:xfrm>
                </p:grpSpPr>
                <p:sp>
                  <p:nvSpPr>
                    <p:cNvPr id="5871" name="Google Shape;5871;p58"/>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58"/>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58"/>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58"/>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8"/>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5876" name="Google Shape;5876;p58"/>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58"/>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8"/>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58"/>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58"/>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1" name="Google Shape;5881;p58"/>
          <p:cNvGrpSpPr/>
          <p:nvPr/>
        </p:nvGrpSpPr>
        <p:grpSpPr>
          <a:xfrm>
            <a:off x="3909129" y="2727412"/>
            <a:ext cx="1569144" cy="591015"/>
            <a:chOff x="3820100" y="3023049"/>
            <a:chExt cx="1303926" cy="491162"/>
          </a:xfrm>
        </p:grpSpPr>
        <p:grpSp>
          <p:nvGrpSpPr>
            <p:cNvPr id="5882" name="Google Shape;5882;p58"/>
            <p:cNvGrpSpPr/>
            <p:nvPr/>
          </p:nvGrpSpPr>
          <p:grpSpPr>
            <a:xfrm>
              <a:off x="3820100" y="3023072"/>
              <a:ext cx="1303926" cy="491139"/>
              <a:chOff x="3820100" y="3023072"/>
              <a:chExt cx="1303926" cy="491139"/>
            </a:xfrm>
          </p:grpSpPr>
          <p:sp>
            <p:nvSpPr>
              <p:cNvPr id="5883" name="Google Shape;5883;p58"/>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8"/>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5" name="Google Shape;5885;p58"/>
            <p:cNvGrpSpPr/>
            <p:nvPr/>
          </p:nvGrpSpPr>
          <p:grpSpPr>
            <a:xfrm>
              <a:off x="4132439" y="3023645"/>
              <a:ext cx="393633" cy="177096"/>
              <a:chOff x="4132439" y="3023645"/>
              <a:chExt cx="393633" cy="177096"/>
            </a:xfrm>
          </p:grpSpPr>
          <p:sp>
            <p:nvSpPr>
              <p:cNvPr id="5886" name="Google Shape;5886;p58"/>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8"/>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8" name="Google Shape;5888;p58"/>
            <p:cNvGrpSpPr/>
            <p:nvPr/>
          </p:nvGrpSpPr>
          <p:grpSpPr>
            <a:xfrm>
              <a:off x="3921811" y="3023049"/>
              <a:ext cx="1002397" cy="388943"/>
              <a:chOff x="3921811" y="3023049"/>
              <a:chExt cx="1002397" cy="388943"/>
            </a:xfrm>
          </p:grpSpPr>
          <p:sp>
            <p:nvSpPr>
              <p:cNvPr id="5889" name="Google Shape;5889;p58"/>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8"/>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1" name="Google Shape;5891;p58"/>
            <p:cNvGrpSpPr/>
            <p:nvPr/>
          </p:nvGrpSpPr>
          <p:grpSpPr>
            <a:xfrm>
              <a:off x="4023645" y="3023049"/>
              <a:ext cx="683032" cy="286722"/>
              <a:chOff x="4023645" y="3023049"/>
              <a:chExt cx="683032" cy="286722"/>
            </a:xfrm>
          </p:grpSpPr>
          <p:sp>
            <p:nvSpPr>
              <p:cNvPr id="5892" name="Google Shape;5892;p58"/>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8"/>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94" name="Google Shape;5894;p58"/>
          <p:cNvGrpSpPr/>
          <p:nvPr/>
        </p:nvGrpSpPr>
        <p:grpSpPr>
          <a:xfrm>
            <a:off x="1541251" y="1854258"/>
            <a:ext cx="713522" cy="688025"/>
            <a:chOff x="1706078" y="2092648"/>
            <a:chExt cx="660913" cy="637296"/>
          </a:xfrm>
        </p:grpSpPr>
        <p:sp>
          <p:nvSpPr>
            <p:cNvPr id="5895" name="Google Shape;5895;p58"/>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96" name="Google Shape;5896;p58"/>
            <p:cNvGrpSpPr/>
            <p:nvPr/>
          </p:nvGrpSpPr>
          <p:grpSpPr>
            <a:xfrm>
              <a:off x="1706078" y="2092648"/>
              <a:ext cx="660913" cy="575241"/>
              <a:chOff x="1706078" y="2092648"/>
              <a:chExt cx="660913" cy="575241"/>
            </a:xfrm>
          </p:grpSpPr>
          <p:sp>
            <p:nvSpPr>
              <p:cNvPr id="5897" name="Google Shape;5897;p58"/>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58"/>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8"/>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00" name="Google Shape;5900;p58"/>
          <p:cNvGrpSpPr/>
          <p:nvPr/>
        </p:nvGrpSpPr>
        <p:grpSpPr>
          <a:xfrm>
            <a:off x="6303109" y="971806"/>
            <a:ext cx="1317459" cy="684168"/>
            <a:chOff x="238125" y="999450"/>
            <a:chExt cx="7140700" cy="3708225"/>
          </a:xfrm>
        </p:grpSpPr>
        <p:sp>
          <p:nvSpPr>
            <p:cNvPr id="5901" name="Google Shape;5901;p58"/>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58"/>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58"/>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58"/>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58"/>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58"/>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58"/>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58"/>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58"/>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5913"/>
        <p:cNvGrpSpPr/>
        <p:nvPr/>
      </p:nvGrpSpPr>
      <p:grpSpPr>
        <a:xfrm>
          <a:off x="0" y="0"/>
          <a:ext cx="0" cy="0"/>
          <a:chOff x="0" y="0"/>
          <a:chExt cx="0" cy="0"/>
        </a:xfrm>
      </p:grpSpPr>
      <p:grpSp>
        <p:nvGrpSpPr>
          <p:cNvPr id="5914" name="Google Shape;5914;p59"/>
          <p:cNvGrpSpPr/>
          <p:nvPr/>
        </p:nvGrpSpPr>
        <p:grpSpPr>
          <a:xfrm>
            <a:off x="717027" y="967622"/>
            <a:ext cx="1636117" cy="1526144"/>
            <a:chOff x="729238" y="1179665"/>
            <a:chExt cx="1636117" cy="1526144"/>
          </a:xfrm>
        </p:grpSpPr>
        <p:grpSp>
          <p:nvGrpSpPr>
            <p:cNvPr id="5915" name="Google Shape;5915;p59"/>
            <p:cNvGrpSpPr/>
            <p:nvPr/>
          </p:nvGrpSpPr>
          <p:grpSpPr>
            <a:xfrm>
              <a:off x="729238" y="1179665"/>
              <a:ext cx="80700" cy="1526144"/>
              <a:chOff x="729238" y="1179665"/>
              <a:chExt cx="80700" cy="1526144"/>
            </a:xfrm>
          </p:grpSpPr>
          <p:sp>
            <p:nvSpPr>
              <p:cNvPr id="5916" name="Google Shape;5916;p59"/>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59"/>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59"/>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59"/>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59"/>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59"/>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59"/>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59"/>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59"/>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59"/>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6" name="Google Shape;5926;p59"/>
            <p:cNvGrpSpPr/>
            <p:nvPr/>
          </p:nvGrpSpPr>
          <p:grpSpPr>
            <a:xfrm>
              <a:off x="903098" y="1179665"/>
              <a:ext cx="80700" cy="1526144"/>
              <a:chOff x="903098" y="1179665"/>
              <a:chExt cx="80700" cy="1526144"/>
            </a:xfrm>
          </p:grpSpPr>
          <p:sp>
            <p:nvSpPr>
              <p:cNvPr id="5927" name="Google Shape;5927;p59"/>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59"/>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59"/>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59"/>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59"/>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59"/>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59"/>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59"/>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59"/>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59"/>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7" name="Google Shape;5937;p59"/>
            <p:cNvGrpSpPr/>
            <p:nvPr/>
          </p:nvGrpSpPr>
          <p:grpSpPr>
            <a:xfrm>
              <a:off x="1076958" y="1179665"/>
              <a:ext cx="80700" cy="1526144"/>
              <a:chOff x="1076958" y="1179665"/>
              <a:chExt cx="80700" cy="1526144"/>
            </a:xfrm>
          </p:grpSpPr>
          <p:sp>
            <p:nvSpPr>
              <p:cNvPr id="5938" name="Google Shape;5938;p59"/>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59"/>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59"/>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59"/>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59"/>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59"/>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59"/>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59"/>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59"/>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59"/>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8" name="Google Shape;5948;p59"/>
            <p:cNvGrpSpPr/>
            <p:nvPr/>
          </p:nvGrpSpPr>
          <p:grpSpPr>
            <a:xfrm>
              <a:off x="1247707" y="1179665"/>
              <a:ext cx="80700" cy="1526144"/>
              <a:chOff x="1247707" y="1179665"/>
              <a:chExt cx="80700" cy="1526144"/>
            </a:xfrm>
          </p:grpSpPr>
          <p:sp>
            <p:nvSpPr>
              <p:cNvPr id="5949" name="Google Shape;5949;p59"/>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59"/>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59"/>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59"/>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59"/>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59"/>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59"/>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59"/>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59"/>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59"/>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9" name="Google Shape;5959;p59"/>
            <p:cNvGrpSpPr/>
            <p:nvPr/>
          </p:nvGrpSpPr>
          <p:grpSpPr>
            <a:xfrm>
              <a:off x="1421567" y="1179665"/>
              <a:ext cx="80700" cy="1526144"/>
              <a:chOff x="1421567" y="1179665"/>
              <a:chExt cx="80700" cy="1526144"/>
            </a:xfrm>
          </p:grpSpPr>
          <p:sp>
            <p:nvSpPr>
              <p:cNvPr id="5960" name="Google Shape;5960;p59"/>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59"/>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59"/>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59"/>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59"/>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59"/>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59"/>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59"/>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59"/>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59"/>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0" name="Google Shape;5970;p59"/>
            <p:cNvGrpSpPr/>
            <p:nvPr/>
          </p:nvGrpSpPr>
          <p:grpSpPr>
            <a:xfrm>
              <a:off x="1592327" y="1179665"/>
              <a:ext cx="80700" cy="1526144"/>
              <a:chOff x="1592327" y="1179665"/>
              <a:chExt cx="80700" cy="1526144"/>
            </a:xfrm>
          </p:grpSpPr>
          <p:sp>
            <p:nvSpPr>
              <p:cNvPr id="5971" name="Google Shape;5971;p59"/>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59"/>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59"/>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59"/>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59"/>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59"/>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59"/>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59"/>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59"/>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59"/>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1" name="Google Shape;5981;p59"/>
            <p:cNvGrpSpPr/>
            <p:nvPr/>
          </p:nvGrpSpPr>
          <p:grpSpPr>
            <a:xfrm>
              <a:off x="1766187" y="1179665"/>
              <a:ext cx="80700" cy="1526144"/>
              <a:chOff x="1766187" y="1179665"/>
              <a:chExt cx="80700" cy="1526144"/>
            </a:xfrm>
          </p:grpSpPr>
          <p:sp>
            <p:nvSpPr>
              <p:cNvPr id="5982" name="Google Shape;5982;p59"/>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59"/>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59"/>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59"/>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59"/>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59"/>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59"/>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59"/>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59"/>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59"/>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2" name="Google Shape;5992;p59"/>
            <p:cNvGrpSpPr/>
            <p:nvPr/>
          </p:nvGrpSpPr>
          <p:grpSpPr>
            <a:xfrm>
              <a:off x="1936935" y="1179665"/>
              <a:ext cx="80700" cy="1526144"/>
              <a:chOff x="1936935" y="1179665"/>
              <a:chExt cx="80700" cy="1526144"/>
            </a:xfrm>
          </p:grpSpPr>
          <p:sp>
            <p:nvSpPr>
              <p:cNvPr id="5993" name="Google Shape;5993;p59"/>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59"/>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59"/>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59"/>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59"/>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59"/>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59"/>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59"/>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59"/>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59"/>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3" name="Google Shape;6003;p59"/>
            <p:cNvGrpSpPr/>
            <p:nvPr/>
          </p:nvGrpSpPr>
          <p:grpSpPr>
            <a:xfrm>
              <a:off x="2110795" y="1179665"/>
              <a:ext cx="80700" cy="1526144"/>
              <a:chOff x="2110795" y="1179665"/>
              <a:chExt cx="80700" cy="1526144"/>
            </a:xfrm>
          </p:grpSpPr>
          <p:sp>
            <p:nvSpPr>
              <p:cNvPr id="6004" name="Google Shape;6004;p59"/>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59"/>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59"/>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59"/>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59"/>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59"/>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59"/>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59"/>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59"/>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59"/>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4" name="Google Shape;6014;p59"/>
            <p:cNvGrpSpPr/>
            <p:nvPr/>
          </p:nvGrpSpPr>
          <p:grpSpPr>
            <a:xfrm>
              <a:off x="2284655" y="1179665"/>
              <a:ext cx="80700" cy="1526144"/>
              <a:chOff x="2284655" y="1179665"/>
              <a:chExt cx="80700" cy="1526144"/>
            </a:xfrm>
          </p:grpSpPr>
          <p:sp>
            <p:nvSpPr>
              <p:cNvPr id="6015" name="Google Shape;6015;p59"/>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59"/>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59"/>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59"/>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59"/>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59"/>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59"/>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59"/>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59"/>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59"/>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25" name="Google Shape;6025;p59"/>
          <p:cNvGrpSpPr/>
          <p:nvPr/>
        </p:nvGrpSpPr>
        <p:grpSpPr>
          <a:xfrm>
            <a:off x="2611693" y="986760"/>
            <a:ext cx="1364248" cy="1102133"/>
            <a:chOff x="2623904" y="1198803"/>
            <a:chExt cx="1364248" cy="1102133"/>
          </a:xfrm>
        </p:grpSpPr>
        <p:grpSp>
          <p:nvGrpSpPr>
            <p:cNvPr id="6026" name="Google Shape;6026;p59"/>
            <p:cNvGrpSpPr/>
            <p:nvPr/>
          </p:nvGrpSpPr>
          <p:grpSpPr>
            <a:xfrm>
              <a:off x="2623907" y="1198803"/>
              <a:ext cx="1364245" cy="273000"/>
              <a:chOff x="2623907" y="1198803"/>
              <a:chExt cx="1364245" cy="273000"/>
            </a:xfrm>
          </p:grpSpPr>
          <p:sp>
            <p:nvSpPr>
              <p:cNvPr id="6027" name="Google Shape;6027;p59"/>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59"/>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59"/>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59"/>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59"/>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2" name="Google Shape;6032;p59"/>
            <p:cNvGrpSpPr/>
            <p:nvPr/>
          </p:nvGrpSpPr>
          <p:grpSpPr>
            <a:xfrm>
              <a:off x="2623904" y="1476964"/>
              <a:ext cx="1364245" cy="273000"/>
              <a:chOff x="2623904" y="1476964"/>
              <a:chExt cx="1364245" cy="273000"/>
            </a:xfrm>
          </p:grpSpPr>
          <p:sp>
            <p:nvSpPr>
              <p:cNvPr id="6033" name="Google Shape;6033;p59"/>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59"/>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59"/>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59"/>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59"/>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8" name="Google Shape;6038;p59"/>
            <p:cNvGrpSpPr/>
            <p:nvPr/>
          </p:nvGrpSpPr>
          <p:grpSpPr>
            <a:xfrm>
              <a:off x="2623907" y="1749775"/>
              <a:ext cx="1364245" cy="273000"/>
              <a:chOff x="2623907" y="1749775"/>
              <a:chExt cx="1364245" cy="273000"/>
            </a:xfrm>
          </p:grpSpPr>
          <p:sp>
            <p:nvSpPr>
              <p:cNvPr id="6039" name="Google Shape;6039;p59"/>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59"/>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59"/>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59"/>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59"/>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4" name="Google Shape;6044;p59"/>
            <p:cNvGrpSpPr/>
            <p:nvPr/>
          </p:nvGrpSpPr>
          <p:grpSpPr>
            <a:xfrm>
              <a:off x="2623904" y="2027936"/>
              <a:ext cx="1364245" cy="273000"/>
              <a:chOff x="2623904" y="2027936"/>
              <a:chExt cx="1364245" cy="273000"/>
            </a:xfrm>
          </p:grpSpPr>
          <p:sp>
            <p:nvSpPr>
              <p:cNvPr id="6045" name="Google Shape;6045;p59"/>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59"/>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59"/>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59"/>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59"/>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50" name="Google Shape;6050;p59"/>
          <p:cNvGrpSpPr/>
          <p:nvPr/>
        </p:nvGrpSpPr>
        <p:grpSpPr>
          <a:xfrm>
            <a:off x="2601154" y="2445833"/>
            <a:ext cx="1387541" cy="159124"/>
            <a:chOff x="3200660" y="2180272"/>
            <a:chExt cx="2563824" cy="378237"/>
          </a:xfrm>
        </p:grpSpPr>
        <p:sp>
          <p:nvSpPr>
            <p:cNvPr id="6051" name="Google Shape;6051;p59"/>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59"/>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59"/>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59"/>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59"/>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59"/>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59"/>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59"/>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59"/>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59"/>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59"/>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59"/>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59"/>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59"/>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59"/>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59"/>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59"/>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59"/>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9" name="Google Shape;6069;p59"/>
          <p:cNvGrpSpPr/>
          <p:nvPr/>
        </p:nvGrpSpPr>
        <p:grpSpPr>
          <a:xfrm>
            <a:off x="2597679" y="2723597"/>
            <a:ext cx="1390502" cy="159625"/>
            <a:chOff x="3530150" y="2790075"/>
            <a:chExt cx="1962600" cy="225300"/>
          </a:xfrm>
        </p:grpSpPr>
        <p:sp>
          <p:nvSpPr>
            <p:cNvPr id="6070" name="Google Shape;6070;p59"/>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59"/>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2" name="Google Shape;6072;p59"/>
          <p:cNvGrpSpPr/>
          <p:nvPr/>
        </p:nvGrpSpPr>
        <p:grpSpPr>
          <a:xfrm>
            <a:off x="2597736" y="3001862"/>
            <a:ext cx="1411629" cy="154175"/>
            <a:chOff x="3558802" y="4011244"/>
            <a:chExt cx="1866000" cy="111600"/>
          </a:xfrm>
        </p:grpSpPr>
        <p:sp>
          <p:nvSpPr>
            <p:cNvPr id="6073" name="Google Shape;6073;p59"/>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59"/>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5" name="Google Shape;6075;p59"/>
          <p:cNvGrpSpPr/>
          <p:nvPr/>
        </p:nvGrpSpPr>
        <p:grpSpPr>
          <a:xfrm>
            <a:off x="2598024" y="2207432"/>
            <a:ext cx="1383503" cy="119761"/>
            <a:chOff x="3465975" y="2270258"/>
            <a:chExt cx="1986364" cy="171947"/>
          </a:xfrm>
        </p:grpSpPr>
        <p:sp>
          <p:nvSpPr>
            <p:cNvPr id="6076" name="Google Shape;6076;p59"/>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59"/>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59"/>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59"/>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59"/>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59"/>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59"/>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59"/>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4" name="Google Shape;6084;p59"/>
          <p:cNvGrpSpPr/>
          <p:nvPr/>
        </p:nvGrpSpPr>
        <p:grpSpPr>
          <a:xfrm>
            <a:off x="2609031" y="3571205"/>
            <a:ext cx="1369531" cy="195460"/>
            <a:chOff x="723300" y="4253549"/>
            <a:chExt cx="2276482" cy="324900"/>
          </a:xfrm>
        </p:grpSpPr>
        <p:sp>
          <p:nvSpPr>
            <p:cNvPr id="6085" name="Google Shape;6085;p59"/>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59"/>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59"/>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59"/>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59"/>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0" name="Google Shape;6090;p59"/>
          <p:cNvGrpSpPr/>
          <p:nvPr/>
        </p:nvGrpSpPr>
        <p:grpSpPr>
          <a:xfrm>
            <a:off x="2598592" y="3272446"/>
            <a:ext cx="1389066" cy="180119"/>
            <a:chOff x="705948" y="3788465"/>
            <a:chExt cx="2308953" cy="299400"/>
          </a:xfrm>
        </p:grpSpPr>
        <p:sp>
          <p:nvSpPr>
            <p:cNvPr id="6091" name="Google Shape;6091;p59"/>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59"/>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59"/>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59"/>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59"/>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6" name="Google Shape;6096;p59"/>
          <p:cNvGrpSpPr/>
          <p:nvPr/>
        </p:nvGrpSpPr>
        <p:grpSpPr>
          <a:xfrm>
            <a:off x="4195583" y="1876400"/>
            <a:ext cx="1433821" cy="191501"/>
            <a:chOff x="4273350" y="2088443"/>
            <a:chExt cx="1433821" cy="191501"/>
          </a:xfrm>
        </p:grpSpPr>
        <p:grpSp>
          <p:nvGrpSpPr>
            <p:cNvPr id="6097" name="Google Shape;6097;p59"/>
            <p:cNvGrpSpPr/>
            <p:nvPr/>
          </p:nvGrpSpPr>
          <p:grpSpPr>
            <a:xfrm>
              <a:off x="4273350" y="2088443"/>
              <a:ext cx="1433821" cy="0"/>
              <a:chOff x="5224975" y="2962250"/>
              <a:chExt cx="1544400" cy="0"/>
            </a:xfrm>
          </p:grpSpPr>
          <p:cxnSp>
            <p:nvCxnSpPr>
              <p:cNvPr id="6098" name="Google Shape;6098;p59"/>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6099" name="Google Shape;6099;p59"/>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6100" name="Google Shape;6100;p59"/>
            <p:cNvGrpSpPr/>
            <p:nvPr/>
          </p:nvGrpSpPr>
          <p:grpSpPr>
            <a:xfrm>
              <a:off x="4273350" y="2279944"/>
              <a:ext cx="1433821" cy="0"/>
              <a:chOff x="5224975" y="2962250"/>
              <a:chExt cx="1544400" cy="0"/>
            </a:xfrm>
          </p:grpSpPr>
          <p:cxnSp>
            <p:nvCxnSpPr>
              <p:cNvPr id="6101" name="Google Shape;6101;p59"/>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6102" name="Google Shape;6102;p59"/>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6103" name="Google Shape;6103;p59"/>
          <p:cNvGrpSpPr/>
          <p:nvPr/>
        </p:nvGrpSpPr>
        <p:grpSpPr>
          <a:xfrm>
            <a:off x="2646529" y="3885304"/>
            <a:ext cx="1304609" cy="294074"/>
            <a:chOff x="2658741" y="4097347"/>
            <a:chExt cx="1304609" cy="294074"/>
          </a:xfrm>
        </p:grpSpPr>
        <p:grpSp>
          <p:nvGrpSpPr>
            <p:cNvPr id="6104" name="Google Shape;6104;p59"/>
            <p:cNvGrpSpPr/>
            <p:nvPr/>
          </p:nvGrpSpPr>
          <p:grpSpPr>
            <a:xfrm>
              <a:off x="2658741" y="4097347"/>
              <a:ext cx="118572" cy="294074"/>
              <a:chOff x="3343310" y="4475555"/>
              <a:chExt cx="127717" cy="316753"/>
            </a:xfrm>
          </p:grpSpPr>
          <p:sp>
            <p:nvSpPr>
              <p:cNvPr id="6105" name="Google Shape;6105;p59"/>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59"/>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7" name="Google Shape;6107;p59"/>
            <p:cNvGrpSpPr/>
            <p:nvPr/>
          </p:nvGrpSpPr>
          <p:grpSpPr>
            <a:xfrm>
              <a:off x="3815519" y="4098388"/>
              <a:ext cx="147831" cy="291991"/>
              <a:chOff x="3527539" y="4476677"/>
              <a:chExt cx="159232" cy="314510"/>
            </a:xfrm>
          </p:grpSpPr>
          <p:sp>
            <p:nvSpPr>
              <p:cNvPr id="6108" name="Google Shape;6108;p5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5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0" name="Google Shape;6110;p59"/>
            <p:cNvGrpSpPr/>
            <p:nvPr/>
          </p:nvGrpSpPr>
          <p:grpSpPr>
            <a:xfrm>
              <a:off x="3511696" y="4098388"/>
              <a:ext cx="147831" cy="291991"/>
              <a:chOff x="3527539" y="4476677"/>
              <a:chExt cx="159232" cy="314510"/>
            </a:xfrm>
          </p:grpSpPr>
          <p:sp>
            <p:nvSpPr>
              <p:cNvPr id="6111" name="Google Shape;6111;p5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5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3" name="Google Shape;6113;p59"/>
            <p:cNvGrpSpPr/>
            <p:nvPr/>
          </p:nvGrpSpPr>
          <p:grpSpPr>
            <a:xfrm>
              <a:off x="3207874" y="4098388"/>
              <a:ext cx="147831" cy="291991"/>
              <a:chOff x="3527539" y="4476677"/>
              <a:chExt cx="159232" cy="314510"/>
            </a:xfrm>
          </p:grpSpPr>
          <p:sp>
            <p:nvSpPr>
              <p:cNvPr id="6114" name="Google Shape;6114;p5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5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6" name="Google Shape;6116;p59"/>
            <p:cNvGrpSpPr/>
            <p:nvPr/>
          </p:nvGrpSpPr>
          <p:grpSpPr>
            <a:xfrm>
              <a:off x="2933305" y="4097347"/>
              <a:ext cx="118572" cy="294074"/>
              <a:chOff x="3343310" y="4475555"/>
              <a:chExt cx="127717" cy="316753"/>
            </a:xfrm>
          </p:grpSpPr>
          <p:sp>
            <p:nvSpPr>
              <p:cNvPr id="6117" name="Google Shape;6117;p59"/>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59"/>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19" name="Google Shape;6119;p59"/>
          <p:cNvGrpSpPr/>
          <p:nvPr/>
        </p:nvGrpSpPr>
        <p:grpSpPr>
          <a:xfrm>
            <a:off x="4197138" y="963998"/>
            <a:ext cx="1430711" cy="751237"/>
            <a:chOff x="5159450" y="1919950"/>
            <a:chExt cx="1541050" cy="862500"/>
          </a:xfrm>
        </p:grpSpPr>
        <p:sp>
          <p:nvSpPr>
            <p:cNvPr id="6120" name="Google Shape;6120;p59"/>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en-US"/>
            </a:p>
          </p:txBody>
        </p:sp>
        <p:grpSp>
          <p:nvGrpSpPr>
            <p:cNvPr id="6121" name="Google Shape;6121;p59"/>
            <p:cNvGrpSpPr/>
            <p:nvPr/>
          </p:nvGrpSpPr>
          <p:grpSpPr>
            <a:xfrm>
              <a:off x="5159450" y="1919950"/>
              <a:ext cx="1541050" cy="862500"/>
              <a:chOff x="5159450" y="1919950"/>
              <a:chExt cx="1541050" cy="862500"/>
            </a:xfrm>
          </p:grpSpPr>
          <p:cxnSp>
            <p:nvCxnSpPr>
              <p:cNvPr id="6122" name="Google Shape;6122;p59"/>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6123" name="Google Shape;6123;p59"/>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6124" name="Google Shape;6124;p59"/>
          <p:cNvGrpSpPr/>
          <p:nvPr/>
        </p:nvGrpSpPr>
        <p:grpSpPr>
          <a:xfrm>
            <a:off x="4245275" y="2227768"/>
            <a:ext cx="1334436" cy="967914"/>
            <a:chOff x="4294923" y="2439811"/>
            <a:chExt cx="1334436" cy="967914"/>
          </a:xfrm>
        </p:grpSpPr>
        <p:grpSp>
          <p:nvGrpSpPr>
            <p:cNvPr id="6125" name="Google Shape;6125;p59"/>
            <p:cNvGrpSpPr/>
            <p:nvPr/>
          </p:nvGrpSpPr>
          <p:grpSpPr>
            <a:xfrm>
              <a:off x="4960455" y="2469658"/>
              <a:ext cx="668904" cy="885524"/>
              <a:chOff x="4960455" y="2469658"/>
              <a:chExt cx="668904" cy="885524"/>
            </a:xfrm>
          </p:grpSpPr>
          <p:sp>
            <p:nvSpPr>
              <p:cNvPr id="6126" name="Google Shape;6126;p59"/>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59"/>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59"/>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59"/>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59"/>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59"/>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2" name="Google Shape;6132;p59"/>
            <p:cNvGrpSpPr/>
            <p:nvPr/>
          </p:nvGrpSpPr>
          <p:grpSpPr>
            <a:xfrm>
              <a:off x="4294923" y="2469658"/>
              <a:ext cx="668951" cy="885524"/>
              <a:chOff x="4294923" y="2469658"/>
              <a:chExt cx="668951" cy="885524"/>
            </a:xfrm>
          </p:grpSpPr>
          <p:sp>
            <p:nvSpPr>
              <p:cNvPr id="6133" name="Google Shape;6133;p59"/>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59"/>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59"/>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59"/>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59"/>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59"/>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39" name="Google Shape;6139;p59"/>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0" name="Google Shape;6140;p59"/>
          <p:cNvGrpSpPr/>
          <p:nvPr/>
        </p:nvGrpSpPr>
        <p:grpSpPr>
          <a:xfrm>
            <a:off x="4231478" y="3282213"/>
            <a:ext cx="1430949" cy="897289"/>
            <a:chOff x="4351371" y="3547942"/>
            <a:chExt cx="1345130" cy="843475"/>
          </a:xfrm>
        </p:grpSpPr>
        <p:grpSp>
          <p:nvGrpSpPr>
            <p:cNvPr id="6141" name="Google Shape;6141;p59"/>
            <p:cNvGrpSpPr/>
            <p:nvPr/>
          </p:nvGrpSpPr>
          <p:grpSpPr>
            <a:xfrm>
              <a:off x="4351371" y="4209917"/>
              <a:ext cx="1345130" cy="181500"/>
              <a:chOff x="4351371" y="4209917"/>
              <a:chExt cx="1345130" cy="181500"/>
            </a:xfrm>
          </p:grpSpPr>
          <p:sp>
            <p:nvSpPr>
              <p:cNvPr id="6142" name="Google Shape;6142;p59"/>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143" name="Google Shape;6143;p59"/>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6144" name="Google Shape;6144;p59"/>
            <p:cNvGrpSpPr/>
            <p:nvPr/>
          </p:nvGrpSpPr>
          <p:grpSpPr>
            <a:xfrm>
              <a:off x="4403010" y="3985221"/>
              <a:ext cx="1109518" cy="181500"/>
              <a:chOff x="4403010" y="3985221"/>
              <a:chExt cx="1109518" cy="181500"/>
            </a:xfrm>
          </p:grpSpPr>
          <p:sp>
            <p:nvSpPr>
              <p:cNvPr id="6145" name="Google Shape;6145;p59"/>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146" name="Google Shape;6146;p59"/>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6147" name="Google Shape;6147;p59"/>
            <p:cNvGrpSpPr/>
            <p:nvPr/>
          </p:nvGrpSpPr>
          <p:grpSpPr>
            <a:xfrm>
              <a:off x="4618704" y="3766582"/>
              <a:ext cx="807858" cy="181500"/>
              <a:chOff x="4618704" y="3766582"/>
              <a:chExt cx="807858" cy="181500"/>
            </a:xfrm>
          </p:grpSpPr>
          <p:sp>
            <p:nvSpPr>
              <p:cNvPr id="6148" name="Google Shape;6148;p59"/>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149" name="Google Shape;6149;p59"/>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6150" name="Google Shape;6150;p59"/>
            <p:cNvGrpSpPr/>
            <p:nvPr/>
          </p:nvGrpSpPr>
          <p:grpSpPr>
            <a:xfrm>
              <a:off x="4735238" y="3547942"/>
              <a:ext cx="462839" cy="181500"/>
              <a:chOff x="4735238" y="3547942"/>
              <a:chExt cx="462839" cy="181500"/>
            </a:xfrm>
          </p:grpSpPr>
          <p:sp>
            <p:nvSpPr>
              <p:cNvPr id="6151" name="Google Shape;6151;p59"/>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152" name="Google Shape;6152;p59"/>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6153" name="Google Shape;6153;p59"/>
          <p:cNvGrpSpPr/>
          <p:nvPr/>
        </p:nvGrpSpPr>
        <p:grpSpPr>
          <a:xfrm>
            <a:off x="7407836" y="2217537"/>
            <a:ext cx="1020955" cy="928853"/>
            <a:chOff x="926675" y="238125"/>
            <a:chExt cx="5755100" cy="5232975"/>
          </a:xfrm>
        </p:grpSpPr>
        <p:sp>
          <p:nvSpPr>
            <p:cNvPr id="6154" name="Google Shape;6154;p59"/>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59"/>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59"/>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59"/>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8" name="Google Shape;6158;p59"/>
          <p:cNvGrpSpPr/>
          <p:nvPr/>
        </p:nvGrpSpPr>
        <p:grpSpPr>
          <a:xfrm>
            <a:off x="715210" y="2616272"/>
            <a:ext cx="1695374" cy="1560837"/>
            <a:chOff x="727421" y="2828315"/>
            <a:chExt cx="1695374" cy="1560837"/>
          </a:xfrm>
        </p:grpSpPr>
        <p:grpSp>
          <p:nvGrpSpPr>
            <p:cNvPr id="6159" name="Google Shape;6159;p59"/>
            <p:cNvGrpSpPr/>
            <p:nvPr/>
          </p:nvGrpSpPr>
          <p:grpSpPr>
            <a:xfrm>
              <a:off x="727421" y="2828315"/>
              <a:ext cx="1695374" cy="1560837"/>
              <a:chOff x="734799" y="2782450"/>
              <a:chExt cx="1571100" cy="1577400"/>
            </a:xfrm>
          </p:grpSpPr>
          <p:cxnSp>
            <p:nvCxnSpPr>
              <p:cNvPr id="6160" name="Google Shape;6160;p59"/>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6161" name="Google Shape;6161;p59"/>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6162" name="Google Shape;6162;p59"/>
            <p:cNvGrpSpPr/>
            <p:nvPr/>
          </p:nvGrpSpPr>
          <p:grpSpPr>
            <a:xfrm>
              <a:off x="819108" y="2882501"/>
              <a:ext cx="1556791" cy="1426186"/>
              <a:chOff x="819108" y="2882501"/>
              <a:chExt cx="1556791" cy="1426186"/>
            </a:xfrm>
          </p:grpSpPr>
          <p:grpSp>
            <p:nvGrpSpPr>
              <p:cNvPr id="6163" name="Google Shape;6163;p59"/>
              <p:cNvGrpSpPr/>
              <p:nvPr/>
            </p:nvGrpSpPr>
            <p:grpSpPr>
              <a:xfrm>
                <a:off x="819108" y="2882501"/>
                <a:ext cx="103104" cy="1426186"/>
                <a:chOff x="4674013" y="3100904"/>
                <a:chExt cx="122758" cy="1698043"/>
              </a:xfrm>
            </p:grpSpPr>
            <p:sp>
              <p:nvSpPr>
                <p:cNvPr id="6164" name="Google Shape;6164;p59"/>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59"/>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59"/>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59"/>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59"/>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59"/>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59"/>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1" name="Google Shape;6171;p59"/>
              <p:cNvGrpSpPr/>
              <p:nvPr/>
            </p:nvGrpSpPr>
            <p:grpSpPr>
              <a:xfrm>
                <a:off x="1062475" y="2882501"/>
                <a:ext cx="103104" cy="1426186"/>
                <a:chOff x="4940438" y="3100904"/>
                <a:chExt cx="122758" cy="1698043"/>
              </a:xfrm>
            </p:grpSpPr>
            <p:sp>
              <p:nvSpPr>
                <p:cNvPr id="6172" name="Google Shape;6172;p59"/>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59"/>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59"/>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59"/>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59"/>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59"/>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59"/>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9" name="Google Shape;6179;p59"/>
              <p:cNvGrpSpPr/>
              <p:nvPr/>
            </p:nvGrpSpPr>
            <p:grpSpPr>
              <a:xfrm>
                <a:off x="1299324" y="2882501"/>
                <a:ext cx="103104" cy="1426186"/>
                <a:chOff x="5206863" y="3100904"/>
                <a:chExt cx="122758" cy="1698043"/>
              </a:xfrm>
            </p:grpSpPr>
            <p:sp>
              <p:nvSpPr>
                <p:cNvPr id="6180" name="Google Shape;6180;p59"/>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59"/>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59"/>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59"/>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59"/>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59"/>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59"/>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7" name="Google Shape;6187;p59"/>
              <p:cNvGrpSpPr/>
              <p:nvPr/>
            </p:nvGrpSpPr>
            <p:grpSpPr>
              <a:xfrm>
                <a:off x="1786057" y="2882501"/>
                <a:ext cx="103104" cy="1426186"/>
                <a:chOff x="6006138" y="3143629"/>
                <a:chExt cx="122758" cy="1698043"/>
              </a:xfrm>
            </p:grpSpPr>
            <p:sp>
              <p:nvSpPr>
                <p:cNvPr id="6188" name="Google Shape;6188;p59"/>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59"/>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59"/>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59"/>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59"/>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59"/>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59"/>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5" name="Google Shape;6195;p59"/>
              <p:cNvGrpSpPr/>
              <p:nvPr/>
            </p:nvGrpSpPr>
            <p:grpSpPr>
              <a:xfrm>
                <a:off x="2029422" y="2882501"/>
                <a:ext cx="103104" cy="1426186"/>
                <a:chOff x="6805413" y="3100904"/>
                <a:chExt cx="122758" cy="1698043"/>
              </a:xfrm>
            </p:grpSpPr>
            <p:sp>
              <p:nvSpPr>
                <p:cNvPr id="6196" name="Google Shape;6196;p59"/>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59"/>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59"/>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59"/>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59"/>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59"/>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59"/>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3" name="Google Shape;6203;p59"/>
              <p:cNvGrpSpPr/>
              <p:nvPr/>
            </p:nvGrpSpPr>
            <p:grpSpPr>
              <a:xfrm>
                <a:off x="2272795" y="2882501"/>
                <a:ext cx="103104" cy="1426186"/>
                <a:chOff x="5206863" y="3100904"/>
                <a:chExt cx="122758" cy="1698043"/>
              </a:xfrm>
            </p:grpSpPr>
            <p:sp>
              <p:nvSpPr>
                <p:cNvPr id="6204" name="Google Shape;6204;p59"/>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59"/>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59"/>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59"/>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59"/>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59"/>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59"/>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1" name="Google Shape;6211;p59"/>
              <p:cNvGrpSpPr/>
              <p:nvPr/>
            </p:nvGrpSpPr>
            <p:grpSpPr>
              <a:xfrm>
                <a:off x="1542694" y="2882501"/>
                <a:ext cx="103104" cy="1426186"/>
                <a:chOff x="6006138" y="3143629"/>
                <a:chExt cx="122758" cy="1698043"/>
              </a:xfrm>
            </p:grpSpPr>
            <p:sp>
              <p:nvSpPr>
                <p:cNvPr id="6212" name="Google Shape;6212;p59"/>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59"/>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59"/>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59"/>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59"/>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59"/>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59"/>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219" name="Google Shape;6219;p59"/>
          <p:cNvGrpSpPr/>
          <p:nvPr/>
        </p:nvGrpSpPr>
        <p:grpSpPr>
          <a:xfrm>
            <a:off x="5671260" y="3305994"/>
            <a:ext cx="2749952" cy="870677"/>
            <a:chOff x="238125" y="1725700"/>
            <a:chExt cx="7139025" cy="2260325"/>
          </a:xfrm>
        </p:grpSpPr>
        <p:sp>
          <p:nvSpPr>
            <p:cNvPr id="6220" name="Google Shape;6220;p59"/>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59"/>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59"/>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59"/>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59"/>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59"/>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59"/>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59"/>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59"/>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59"/>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0" name="Google Shape;6230;p59"/>
          <p:cNvGrpSpPr/>
          <p:nvPr/>
        </p:nvGrpSpPr>
        <p:grpSpPr>
          <a:xfrm>
            <a:off x="5941424" y="2247740"/>
            <a:ext cx="1105452" cy="916747"/>
            <a:chOff x="5249100" y="1210600"/>
            <a:chExt cx="3502700" cy="2904775"/>
          </a:xfrm>
        </p:grpSpPr>
        <p:sp>
          <p:nvSpPr>
            <p:cNvPr id="6231" name="Google Shape;6231;p59"/>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59"/>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59"/>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59"/>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235" name="Google Shape;6235;p59"/>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6236" name="Google Shape;6236;p59"/>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6237" name="Google Shape;6237;p59"/>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6238" name="Google Shape;6238;p59"/>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6239" name="Google Shape;6239;p59"/>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0" name="Google Shape;6240;p59"/>
          <p:cNvGrpSpPr/>
          <p:nvPr/>
        </p:nvGrpSpPr>
        <p:grpSpPr>
          <a:xfrm>
            <a:off x="7123972" y="967158"/>
            <a:ext cx="1304650" cy="1124856"/>
            <a:chOff x="7287122" y="1165658"/>
            <a:chExt cx="1219413" cy="1051365"/>
          </a:xfrm>
        </p:grpSpPr>
        <p:grpSp>
          <p:nvGrpSpPr>
            <p:cNvPr id="6241" name="Google Shape;6241;p59"/>
            <p:cNvGrpSpPr/>
            <p:nvPr/>
          </p:nvGrpSpPr>
          <p:grpSpPr>
            <a:xfrm>
              <a:off x="7287122" y="1969723"/>
              <a:ext cx="1219413" cy="247300"/>
              <a:chOff x="7287122" y="1969723"/>
              <a:chExt cx="1219413" cy="247300"/>
            </a:xfrm>
          </p:grpSpPr>
          <p:sp>
            <p:nvSpPr>
              <p:cNvPr id="6242" name="Google Shape;6242;p59"/>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43" name="Google Shape;6243;p59"/>
              <p:cNvGrpSpPr/>
              <p:nvPr/>
            </p:nvGrpSpPr>
            <p:grpSpPr>
              <a:xfrm>
                <a:off x="7287122" y="2063892"/>
                <a:ext cx="1151753" cy="73428"/>
                <a:chOff x="7287122" y="2063892"/>
                <a:chExt cx="1151753" cy="73428"/>
              </a:xfrm>
            </p:grpSpPr>
            <p:sp>
              <p:nvSpPr>
                <p:cNvPr id="6244" name="Google Shape;6244;p59"/>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245" name="Google Shape;6245;p59"/>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6246" name="Google Shape;6246;p59"/>
            <p:cNvGrpSpPr/>
            <p:nvPr/>
          </p:nvGrpSpPr>
          <p:grpSpPr>
            <a:xfrm>
              <a:off x="7287122" y="1712201"/>
              <a:ext cx="1219403" cy="246767"/>
              <a:chOff x="7287122" y="1712201"/>
              <a:chExt cx="1219403" cy="246767"/>
            </a:xfrm>
          </p:grpSpPr>
          <p:sp>
            <p:nvSpPr>
              <p:cNvPr id="6247" name="Google Shape;6247;p59"/>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48" name="Google Shape;6248;p59"/>
              <p:cNvGrpSpPr/>
              <p:nvPr/>
            </p:nvGrpSpPr>
            <p:grpSpPr>
              <a:xfrm>
                <a:off x="7287122" y="1842861"/>
                <a:ext cx="1005303" cy="73419"/>
                <a:chOff x="7287122" y="1842861"/>
                <a:chExt cx="1005303" cy="73419"/>
              </a:xfrm>
            </p:grpSpPr>
            <p:sp>
              <p:nvSpPr>
                <p:cNvPr id="6249" name="Google Shape;6249;p59"/>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250" name="Google Shape;6250;p59"/>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6251" name="Google Shape;6251;p59"/>
            <p:cNvGrpSpPr/>
            <p:nvPr/>
          </p:nvGrpSpPr>
          <p:grpSpPr>
            <a:xfrm>
              <a:off x="7287122" y="1447520"/>
              <a:ext cx="1219403" cy="286667"/>
              <a:chOff x="7287122" y="1447520"/>
              <a:chExt cx="1219403" cy="286667"/>
            </a:xfrm>
          </p:grpSpPr>
          <p:sp>
            <p:nvSpPr>
              <p:cNvPr id="6252" name="Google Shape;6252;p59"/>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53" name="Google Shape;6253;p59"/>
              <p:cNvGrpSpPr/>
              <p:nvPr/>
            </p:nvGrpSpPr>
            <p:grpSpPr>
              <a:xfrm>
                <a:off x="7287122" y="1581977"/>
                <a:ext cx="852803" cy="73428"/>
                <a:chOff x="7287122" y="1581977"/>
                <a:chExt cx="852803" cy="73428"/>
              </a:xfrm>
            </p:grpSpPr>
            <p:sp>
              <p:nvSpPr>
                <p:cNvPr id="6254" name="Google Shape;6254;p59"/>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255" name="Google Shape;6255;p59"/>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6256" name="Google Shape;6256;p59"/>
            <p:cNvGrpSpPr/>
            <p:nvPr/>
          </p:nvGrpSpPr>
          <p:grpSpPr>
            <a:xfrm>
              <a:off x="7287122" y="1165658"/>
              <a:ext cx="1219403" cy="344253"/>
              <a:chOff x="7287122" y="1165658"/>
              <a:chExt cx="1219403" cy="344253"/>
            </a:xfrm>
          </p:grpSpPr>
          <p:sp>
            <p:nvSpPr>
              <p:cNvPr id="6257" name="Google Shape;6257;p59"/>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58" name="Google Shape;6258;p59"/>
              <p:cNvGrpSpPr/>
              <p:nvPr/>
            </p:nvGrpSpPr>
            <p:grpSpPr>
              <a:xfrm>
                <a:off x="7287122" y="1341025"/>
                <a:ext cx="695703" cy="73419"/>
                <a:chOff x="7287122" y="1341025"/>
                <a:chExt cx="695703" cy="73419"/>
              </a:xfrm>
            </p:grpSpPr>
            <p:sp>
              <p:nvSpPr>
                <p:cNvPr id="6259" name="Google Shape;6259;p59"/>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260" name="Google Shape;6260;p59"/>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6261" name="Google Shape;6261;p59"/>
          <p:cNvGrpSpPr/>
          <p:nvPr/>
        </p:nvGrpSpPr>
        <p:grpSpPr>
          <a:xfrm>
            <a:off x="5790464" y="973181"/>
            <a:ext cx="1397729" cy="1098540"/>
            <a:chOff x="5900602" y="1193063"/>
            <a:chExt cx="1299851" cy="1021707"/>
          </a:xfrm>
        </p:grpSpPr>
        <p:grpSp>
          <p:nvGrpSpPr>
            <p:cNvPr id="6262" name="Google Shape;6262;p59"/>
            <p:cNvGrpSpPr/>
            <p:nvPr/>
          </p:nvGrpSpPr>
          <p:grpSpPr>
            <a:xfrm>
              <a:off x="6520337" y="1193063"/>
              <a:ext cx="341815" cy="799959"/>
              <a:chOff x="6520337" y="1193063"/>
              <a:chExt cx="341815" cy="799959"/>
            </a:xfrm>
          </p:grpSpPr>
          <p:grpSp>
            <p:nvGrpSpPr>
              <p:cNvPr id="6263" name="Google Shape;6263;p59"/>
              <p:cNvGrpSpPr/>
              <p:nvPr/>
            </p:nvGrpSpPr>
            <p:grpSpPr>
              <a:xfrm>
                <a:off x="6520337" y="1589527"/>
                <a:ext cx="213950" cy="403494"/>
                <a:chOff x="6520337" y="1589527"/>
                <a:chExt cx="213950" cy="403494"/>
              </a:xfrm>
            </p:grpSpPr>
            <p:sp>
              <p:nvSpPr>
                <p:cNvPr id="6264" name="Google Shape;6264;p59"/>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59"/>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6" name="Google Shape;6266;p59"/>
              <p:cNvGrpSpPr/>
              <p:nvPr/>
            </p:nvGrpSpPr>
            <p:grpSpPr>
              <a:xfrm>
                <a:off x="6577204" y="1193063"/>
                <a:ext cx="284947" cy="464512"/>
                <a:chOff x="6577204" y="1193063"/>
                <a:chExt cx="284947" cy="464512"/>
              </a:xfrm>
            </p:grpSpPr>
            <p:sp>
              <p:nvSpPr>
                <p:cNvPr id="6267" name="Google Shape;6267;p59"/>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268" name="Google Shape;6268;p59"/>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6269" name="Google Shape;6269;p59"/>
            <p:cNvGrpSpPr/>
            <p:nvPr/>
          </p:nvGrpSpPr>
          <p:grpSpPr>
            <a:xfrm>
              <a:off x="6238903" y="1193063"/>
              <a:ext cx="300475" cy="900152"/>
              <a:chOff x="6238903" y="1193063"/>
              <a:chExt cx="300475" cy="900152"/>
            </a:xfrm>
          </p:grpSpPr>
          <p:grpSp>
            <p:nvGrpSpPr>
              <p:cNvPr id="6270" name="Google Shape;6270;p59"/>
              <p:cNvGrpSpPr/>
              <p:nvPr/>
            </p:nvGrpSpPr>
            <p:grpSpPr>
              <a:xfrm>
                <a:off x="6290865" y="1489315"/>
                <a:ext cx="248514" cy="603900"/>
                <a:chOff x="6290865" y="1489315"/>
                <a:chExt cx="248514" cy="603900"/>
              </a:xfrm>
            </p:grpSpPr>
            <p:sp>
              <p:nvSpPr>
                <p:cNvPr id="6271" name="Google Shape;6271;p59"/>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59"/>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3" name="Google Shape;6273;p59"/>
              <p:cNvGrpSpPr/>
              <p:nvPr/>
            </p:nvGrpSpPr>
            <p:grpSpPr>
              <a:xfrm>
                <a:off x="6238903" y="1193063"/>
                <a:ext cx="284947" cy="333087"/>
                <a:chOff x="6238903" y="1193063"/>
                <a:chExt cx="284947" cy="333087"/>
              </a:xfrm>
            </p:grpSpPr>
            <p:sp>
              <p:nvSpPr>
                <p:cNvPr id="6274" name="Google Shape;6274;p59"/>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275" name="Google Shape;6275;p59"/>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6276" name="Google Shape;6276;p59"/>
            <p:cNvGrpSpPr/>
            <p:nvPr/>
          </p:nvGrpSpPr>
          <p:grpSpPr>
            <a:xfrm>
              <a:off x="5900602" y="1193063"/>
              <a:ext cx="444345" cy="1021707"/>
              <a:chOff x="5900602" y="1193063"/>
              <a:chExt cx="444345" cy="1021707"/>
            </a:xfrm>
          </p:grpSpPr>
          <p:grpSp>
            <p:nvGrpSpPr>
              <p:cNvPr id="6277" name="Google Shape;6277;p59"/>
              <p:cNvGrpSpPr/>
              <p:nvPr/>
            </p:nvGrpSpPr>
            <p:grpSpPr>
              <a:xfrm>
                <a:off x="6046501" y="1367785"/>
                <a:ext cx="298446" cy="846986"/>
                <a:chOff x="6046501" y="1367785"/>
                <a:chExt cx="298446" cy="846986"/>
              </a:xfrm>
            </p:grpSpPr>
            <p:sp>
              <p:nvSpPr>
                <p:cNvPr id="6278" name="Google Shape;6278;p59"/>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59"/>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0" name="Google Shape;6280;p59"/>
              <p:cNvGrpSpPr/>
              <p:nvPr/>
            </p:nvGrpSpPr>
            <p:grpSpPr>
              <a:xfrm>
                <a:off x="5900602" y="1193063"/>
                <a:ext cx="284947" cy="182312"/>
                <a:chOff x="5900602" y="1193063"/>
                <a:chExt cx="284947" cy="182312"/>
              </a:xfrm>
            </p:grpSpPr>
            <p:sp>
              <p:nvSpPr>
                <p:cNvPr id="6281" name="Google Shape;6281;p59"/>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282" name="Google Shape;6282;p59"/>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6283" name="Google Shape;6283;p59"/>
            <p:cNvGrpSpPr/>
            <p:nvPr/>
          </p:nvGrpSpPr>
          <p:grpSpPr>
            <a:xfrm>
              <a:off x="6738300" y="1193063"/>
              <a:ext cx="462153" cy="707634"/>
              <a:chOff x="6738300" y="1193063"/>
              <a:chExt cx="462153" cy="707634"/>
            </a:xfrm>
          </p:grpSpPr>
          <p:grpSp>
            <p:nvGrpSpPr>
              <p:cNvPr id="6284" name="Google Shape;6284;p59"/>
              <p:cNvGrpSpPr/>
              <p:nvPr/>
            </p:nvGrpSpPr>
            <p:grpSpPr>
              <a:xfrm>
                <a:off x="6915505" y="1193063"/>
                <a:ext cx="284947" cy="597387"/>
                <a:chOff x="6915505" y="1193063"/>
                <a:chExt cx="284947" cy="597387"/>
              </a:xfrm>
            </p:grpSpPr>
            <p:sp>
              <p:nvSpPr>
                <p:cNvPr id="6285" name="Google Shape;6285;p59"/>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286" name="Google Shape;6286;p59"/>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6287" name="Google Shape;6287;p59"/>
              <p:cNvGrpSpPr/>
              <p:nvPr/>
            </p:nvGrpSpPr>
            <p:grpSpPr>
              <a:xfrm>
                <a:off x="6738300" y="1684725"/>
                <a:ext cx="230066" cy="215971"/>
                <a:chOff x="6738300" y="1684725"/>
                <a:chExt cx="230066" cy="215971"/>
              </a:xfrm>
            </p:grpSpPr>
            <p:sp>
              <p:nvSpPr>
                <p:cNvPr id="6288" name="Google Shape;6288;p59"/>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59"/>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293"/>
        <p:cNvGrpSpPr/>
        <p:nvPr/>
      </p:nvGrpSpPr>
      <p:grpSpPr>
        <a:xfrm>
          <a:off x="0" y="0"/>
          <a:ext cx="0" cy="0"/>
          <a:chOff x="0" y="0"/>
          <a:chExt cx="0" cy="0"/>
        </a:xfrm>
      </p:grpSpPr>
      <p:grpSp>
        <p:nvGrpSpPr>
          <p:cNvPr id="6294" name="Google Shape;6294;p60"/>
          <p:cNvGrpSpPr/>
          <p:nvPr/>
        </p:nvGrpSpPr>
        <p:grpSpPr>
          <a:xfrm>
            <a:off x="826133" y="2318098"/>
            <a:ext cx="387992" cy="329326"/>
            <a:chOff x="839307" y="2318098"/>
            <a:chExt cx="387992" cy="329326"/>
          </a:xfrm>
        </p:grpSpPr>
        <p:sp>
          <p:nvSpPr>
            <p:cNvPr id="6295" name="Google Shape;6295;p60"/>
            <p:cNvSpPr/>
            <p:nvPr/>
          </p:nvSpPr>
          <p:spPr>
            <a:xfrm>
              <a:off x="963051" y="2318098"/>
              <a:ext cx="140532" cy="93872"/>
            </a:xfrm>
            <a:custGeom>
              <a:avLst/>
              <a:gdLst/>
              <a:ahLst/>
              <a:cxnLst/>
              <a:rect l="l" t="t" r="r" b="b"/>
              <a:pathLst>
                <a:path w="5349" h="3573" extrusionOk="0">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60"/>
            <p:cNvSpPr/>
            <p:nvPr/>
          </p:nvSpPr>
          <p:spPr>
            <a:xfrm>
              <a:off x="962867" y="2358741"/>
              <a:ext cx="31553" cy="53228"/>
            </a:xfrm>
            <a:custGeom>
              <a:avLst/>
              <a:gdLst/>
              <a:ahLst/>
              <a:cxnLst/>
              <a:rect l="l" t="t" r="r" b="b"/>
              <a:pathLst>
                <a:path w="1201" h="2026" extrusionOk="0">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60"/>
            <p:cNvSpPr/>
            <p:nvPr/>
          </p:nvSpPr>
          <p:spPr>
            <a:xfrm>
              <a:off x="1072397" y="2358741"/>
              <a:ext cx="31369" cy="53228"/>
            </a:xfrm>
            <a:custGeom>
              <a:avLst/>
              <a:gdLst/>
              <a:ahLst/>
              <a:cxnLst/>
              <a:rect l="l" t="t" r="r" b="b"/>
              <a:pathLst>
                <a:path w="1194" h="2026" extrusionOk="0">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60"/>
            <p:cNvSpPr/>
            <p:nvPr/>
          </p:nvSpPr>
          <p:spPr>
            <a:xfrm>
              <a:off x="839307" y="2378419"/>
              <a:ext cx="387992" cy="260623"/>
            </a:xfrm>
            <a:custGeom>
              <a:avLst/>
              <a:gdLst/>
              <a:ahLst/>
              <a:cxnLst/>
              <a:rect l="l" t="t" r="r" b="b"/>
              <a:pathLst>
                <a:path w="14768" h="9920" extrusionOk="0">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60"/>
            <p:cNvSpPr/>
            <p:nvPr/>
          </p:nvSpPr>
          <p:spPr>
            <a:xfrm>
              <a:off x="839307" y="2378235"/>
              <a:ext cx="65629" cy="260623"/>
            </a:xfrm>
            <a:custGeom>
              <a:avLst/>
              <a:gdLst/>
              <a:ahLst/>
              <a:cxnLst/>
              <a:rect l="l" t="t" r="r" b="b"/>
              <a:pathLst>
                <a:path w="2498" h="9920" extrusionOk="0">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60"/>
            <p:cNvSpPr/>
            <p:nvPr/>
          </p:nvSpPr>
          <p:spPr>
            <a:xfrm>
              <a:off x="893796" y="2369671"/>
              <a:ext cx="39199" cy="277753"/>
            </a:xfrm>
            <a:custGeom>
              <a:avLst/>
              <a:gdLst/>
              <a:ahLst/>
              <a:cxnLst/>
              <a:rect l="l" t="t" r="r" b="b"/>
              <a:pathLst>
                <a:path w="1492" h="10572" extrusionOk="0">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60"/>
            <p:cNvSpPr/>
            <p:nvPr/>
          </p:nvSpPr>
          <p:spPr>
            <a:xfrm>
              <a:off x="1133612" y="2369671"/>
              <a:ext cx="39199" cy="277753"/>
            </a:xfrm>
            <a:custGeom>
              <a:avLst/>
              <a:gdLst/>
              <a:ahLst/>
              <a:cxnLst/>
              <a:rect l="l" t="t" r="r" b="b"/>
              <a:pathLst>
                <a:path w="1492" h="10572" extrusionOk="0">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60"/>
            <p:cNvSpPr/>
            <p:nvPr/>
          </p:nvSpPr>
          <p:spPr>
            <a:xfrm>
              <a:off x="1021008" y="2540915"/>
              <a:ext cx="86752" cy="66864"/>
            </a:xfrm>
            <a:custGeom>
              <a:avLst/>
              <a:gdLst/>
              <a:ahLst/>
              <a:cxnLst/>
              <a:rect l="l" t="t" r="r" b="b"/>
              <a:pathLst>
                <a:path w="3302" h="2545" extrusionOk="0">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60"/>
            <p:cNvSpPr/>
            <p:nvPr/>
          </p:nvSpPr>
          <p:spPr>
            <a:xfrm>
              <a:off x="1041947" y="2430544"/>
              <a:ext cx="64368" cy="46502"/>
            </a:xfrm>
            <a:custGeom>
              <a:avLst/>
              <a:gdLst/>
              <a:ahLst/>
              <a:cxnLst/>
              <a:rect l="l" t="t" r="r" b="b"/>
              <a:pathLst>
                <a:path w="2450" h="1770" extrusionOk="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60"/>
            <p:cNvSpPr/>
            <p:nvPr/>
          </p:nvSpPr>
          <p:spPr>
            <a:xfrm>
              <a:off x="954486" y="2468718"/>
              <a:ext cx="72381" cy="78345"/>
            </a:xfrm>
            <a:custGeom>
              <a:avLst/>
              <a:gdLst/>
              <a:ahLst/>
              <a:cxnLst/>
              <a:rect l="l" t="t" r="r" b="b"/>
              <a:pathLst>
                <a:path w="2755" h="2982" extrusionOk="0">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5" name="Google Shape;6305;p60"/>
          <p:cNvGrpSpPr/>
          <p:nvPr/>
        </p:nvGrpSpPr>
        <p:grpSpPr>
          <a:xfrm>
            <a:off x="1401816" y="2289671"/>
            <a:ext cx="387073" cy="385996"/>
            <a:chOff x="1414990" y="2289671"/>
            <a:chExt cx="387073" cy="385996"/>
          </a:xfrm>
        </p:grpSpPr>
        <p:sp>
          <p:nvSpPr>
            <p:cNvPr id="6306" name="Google Shape;6306;p60"/>
            <p:cNvSpPr/>
            <p:nvPr/>
          </p:nvSpPr>
          <p:spPr>
            <a:xfrm>
              <a:off x="1511384" y="2485585"/>
              <a:ext cx="110082" cy="59428"/>
            </a:xfrm>
            <a:custGeom>
              <a:avLst/>
              <a:gdLst/>
              <a:ahLst/>
              <a:cxnLst/>
              <a:rect l="l" t="t" r="r" b="b"/>
              <a:pathLst>
                <a:path w="4190" h="2262" extrusionOk="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60"/>
            <p:cNvSpPr/>
            <p:nvPr/>
          </p:nvSpPr>
          <p:spPr>
            <a:xfrm>
              <a:off x="1414990" y="2289671"/>
              <a:ext cx="302712" cy="214515"/>
            </a:xfrm>
            <a:custGeom>
              <a:avLst/>
              <a:gdLst/>
              <a:ahLst/>
              <a:cxnLst/>
              <a:rect l="l" t="t" r="r" b="b"/>
              <a:pathLst>
                <a:path w="11522" h="8165" extrusionOk="0">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60"/>
            <p:cNvSpPr/>
            <p:nvPr/>
          </p:nvSpPr>
          <p:spPr>
            <a:xfrm>
              <a:off x="1490418" y="2536212"/>
              <a:ext cx="151829" cy="17366"/>
            </a:xfrm>
            <a:custGeom>
              <a:avLst/>
              <a:gdLst/>
              <a:ahLst/>
              <a:cxnLst/>
              <a:rect l="l" t="t" r="r" b="b"/>
              <a:pathLst>
                <a:path w="5779" h="661" extrusionOk="0">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60"/>
            <p:cNvSpPr/>
            <p:nvPr/>
          </p:nvSpPr>
          <p:spPr>
            <a:xfrm>
              <a:off x="1430465" y="2307168"/>
              <a:ext cx="271736" cy="158738"/>
            </a:xfrm>
            <a:custGeom>
              <a:avLst/>
              <a:gdLst/>
              <a:ahLst/>
              <a:cxnLst/>
              <a:rect l="l" t="t" r="r" b="b"/>
              <a:pathLst>
                <a:path w="10343" h="6042" extrusionOk="0">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60"/>
            <p:cNvSpPr/>
            <p:nvPr/>
          </p:nvSpPr>
          <p:spPr>
            <a:xfrm>
              <a:off x="1426471" y="2303149"/>
              <a:ext cx="279750" cy="166594"/>
            </a:xfrm>
            <a:custGeom>
              <a:avLst/>
              <a:gdLst/>
              <a:ahLst/>
              <a:cxnLst/>
              <a:rect l="l" t="t" r="r" b="b"/>
              <a:pathLst>
                <a:path w="10648" h="6341" extrusionOk="0">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60"/>
            <p:cNvSpPr/>
            <p:nvPr/>
          </p:nvSpPr>
          <p:spPr>
            <a:xfrm>
              <a:off x="1533610" y="2431096"/>
              <a:ext cx="249326" cy="198830"/>
            </a:xfrm>
            <a:custGeom>
              <a:avLst/>
              <a:gdLst/>
              <a:ahLst/>
              <a:cxnLst/>
              <a:rect l="l" t="t" r="r" b="b"/>
              <a:pathLst>
                <a:path w="9490" h="7568" extrusionOk="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60"/>
            <p:cNvSpPr/>
            <p:nvPr/>
          </p:nvSpPr>
          <p:spPr>
            <a:xfrm>
              <a:off x="1551660" y="2452771"/>
              <a:ext cx="213228" cy="146364"/>
            </a:xfrm>
            <a:custGeom>
              <a:avLst/>
              <a:gdLst/>
              <a:ahLst/>
              <a:cxnLst/>
              <a:rect l="l" t="t" r="r" b="b"/>
              <a:pathLst>
                <a:path w="8116" h="5571" extrusionOk="0">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60"/>
            <p:cNvSpPr/>
            <p:nvPr/>
          </p:nvSpPr>
          <p:spPr>
            <a:xfrm>
              <a:off x="1547824" y="2448935"/>
              <a:ext cx="220899" cy="154193"/>
            </a:xfrm>
            <a:custGeom>
              <a:avLst/>
              <a:gdLst/>
              <a:ahLst/>
              <a:cxnLst/>
              <a:rect l="l" t="t" r="r" b="b"/>
              <a:pathLst>
                <a:path w="8408" h="5869" extrusionOk="0">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60"/>
            <p:cNvSpPr/>
            <p:nvPr/>
          </p:nvSpPr>
          <p:spPr>
            <a:xfrm>
              <a:off x="1533794" y="2610038"/>
              <a:ext cx="249142" cy="23724"/>
            </a:xfrm>
            <a:custGeom>
              <a:avLst/>
              <a:gdLst/>
              <a:ahLst/>
              <a:cxnLst/>
              <a:rect l="l" t="t" r="r" b="b"/>
              <a:pathLst>
                <a:path w="9483" h="903" extrusionOk="0">
                  <a:moveTo>
                    <a:pt x="1" y="0"/>
                  </a:moveTo>
                  <a:lnTo>
                    <a:pt x="1" y="902"/>
                  </a:lnTo>
                  <a:lnTo>
                    <a:pt x="9482" y="902"/>
                  </a:lnTo>
                  <a:lnTo>
                    <a:pt x="9482" y="0"/>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60"/>
            <p:cNvSpPr/>
            <p:nvPr/>
          </p:nvSpPr>
          <p:spPr>
            <a:xfrm>
              <a:off x="1514300" y="2616790"/>
              <a:ext cx="287763" cy="26246"/>
            </a:xfrm>
            <a:custGeom>
              <a:avLst/>
              <a:gdLst/>
              <a:ahLst/>
              <a:cxnLst/>
              <a:rect l="l" t="t" r="r" b="b"/>
              <a:pathLst>
                <a:path w="10953" h="999" extrusionOk="0">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60"/>
            <p:cNvSpPr/>
            <p:nvPr/>
          </p:nvSpPr>
          <p:spPr>
            <a:xfrm>
              <a:off x="1490418" y="2536212"/>
              <a:ext cx="36125" cy="17366"/>
            </a:xfrm>
            <a:custGeom>
              <a:avLst/>
              <a:gdLst/>
              <a:ahLst/>
              <a:cxnLst/>
              <a:rect l="l" t="t" r="r" b="b"/>
              <a:pathLst>
                <a:path w="1375" h="661" extrusionOk="0">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60"/>
            <p:cNvSpPr/>
            <p:nvPr/>
          </p:nvSpPr>
          <p:spPr>
            <a:xfrm>
              <a:off x="1414990" y="2289671"/>
              <a:ext cx="35547" cy="214515"/>
            </a:xfrm>
            <a:custGeom>
              <a:avLst/>
              <a:gdLst/>
              <a:ahLst/>
              <a:cxnLst/>
              <a:rect l="l" t="t" r="r" b="b"/>
              <a:pathLst>
                <a:path w="1353" h="8165" extrusionOk="0">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60"/>
            <p:cNvSpPr/>
            <p:nvPr/>
          </p:nvSpPr>
          <p:spPr>
            <a:xfrm>
              <a:off x="1533794" y="2431096"/>
              <a:ext cx="35021" cy="198830"/>
            </a:xfrm>
            <a:custGeom>
              <a:avLst/>
              <a:gdLst/>
              <a:ahLst/>
              <a:cxnLst/>
              <a:rect l="l" t="t" r="r" b="b"/>
              <a:pathLst>
                <a:path w="1333" h="7568" extrusionOk="0">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60"/>
            <p:cNvSpPr/>
            <p:nvPr/>
          </p:nvSpPr>
          <p:spPr>
            <a:xfrm>
              <a:off x="1514484" y="2616790"/>
              <a:ext cx="52492" cy="26246"/>
            </a:xfrm>
            <a:custGeom>
              <a:avLst/>
              <a:gdLst/>
              <a:ahLst/>
              <a:cxnLst/>
              <a:rect l="l" t="t" r="r" b="b"/>
              <a:pathLst>
                <a:path w="1998" h="999" extrusionOk="0">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60"/>
            <p:cNvSpPr/>
            <p:nvPr/>
          </p:nvSpPr>
          <p:spPr>
            <a:xfrm>
              <a:off x="1663003" y="2569762"/>
              <a:ext cx="74194" cy="105721"/>
            </a:xfrm>
            <a:custGeom>
              <a:avLst/>
              <a:gdLst/>
              <a:ahLst/>
              <a:cxnLst/>
              <a:rect l="l" t="t" r="r" b="b"/>
              <a:pathLst>
                <a:path w="2824" h="4024" extrusionOk="0">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60"/>
            <p:cNvSpPr/>
            <p:nvPr/>
          </p:nvSpPr>
          <p:spPr>
            <a:xfrm>
              <a:off x="1662635" y="2569946"/>
              <a:ext cx="16604" cy="105721"/>
            </a:xfrm>
            <a:custGeom>
              <a:avLst/>
              <a:gdLst/>
              <a:ahLst/>
              <a:cxnLst/>
              <a:rect l="l" t="t" r="r" b="b"/>
              <a:pathLst>
                <a:path w="632" h="4024" extrusionOk="0">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60"/>
            <p:cNvSpPr/>
            <p:nvPr/>
          </p:nvSpPr>
          <p:spPr>
            <a:xfrm>
              <a:off x="1662819" y="2582163"/>
              <a:ext cx="74377" cy="80919"/>
            </a:xfrm>
            <a:custGeom>
              <a:avLst/>
              <a:gdLst/>
              <a:ahLst/>
              <a:cxnLst/>
              <a:rect l="l" t="t" r="r" b="b"/>
              <a:pathLst>
                <a:path w="2831" h="3080" extrusionOk="0">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60"/>
            <p:cNvSpPr/>
            <p:nvPr/>
          </p:nvSpPr>
          <p:spPr>
            <a:xfrm>
              <a:off x="1662635" y="2583975"/>
              <a:ext cx="4939" cy="77478"/>
            </a:xfrm>
            <a:custGeom>
              <a:avLst/>
              <a:gdLst/>
              <a:ahLst/>
              <a:cxnLst/>
              <a:rect l="l" t="t" r="r" b="b"/>
              <a:pathLst>
                <a:path w="188" h="2949" extrusionOk="0">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4" name="Google Shape;6324;p60"/>
          <p:cNvGrpSpPr/>
          <p:nvPr/>
        </p:nvGrpSpPr>
        <p:grpSpPr>
          <a:xfrm>
            <a:off x="1976737" y="2306065"/>
            <a:ext cx="387099" cy="353207"/>
            <a:chOff x="1989911" y="2306065"/>
            <a:chExt cx="387099" cy="353207"/>
          </a:xfrm>
        </p:grpSpPr>
        <p:sp>
          <p:nvSpPr>
            <p:cNvPr id="6325" name="Google Shape;6325;p60"/>
            <p:cNvSpPr/>
            <p:nvPr/>
          </p:nvSpPr>
          <p:spPr>
            <a:xfrm>
              <a:off x="2110003" y="2555181"/>
              <a:ext cx="146916" cy="88775"/>
            </a:xfrm>
            <a:custGeom>
              <a:avLst/>
              <a:gdLst/>
              <a:ahLst/>
              <a:cxnLst/>
              <a:rect l="l" t="t" r="r" b="b"/>
              <a:pathLst>
                <a:path w="5592" h="3379" extrusionOk="0">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60"/>
            <p:cNvSpPr/>
            <p:nvPr/>
          </p:nvSpPr>
          <p:spPr>
            <a:xfrm>
              <a:off x="2110003" y="2555181"/>
              <a:ext cx="137615" cy="81681"/>
            </a:xfrm>
            <a:custGeom>
              <a:avLst/>
              <a:gdLst/>
              <a:ahLst/>
              <a:cxnLst/>
              <a:rect l="l" t="t" r="r" b="b"/>
              <a:pathLst>
                <a:path w="5238" h="3109" extrusionOk="0">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60"/>
            <p:cNvSpPr/>
            <p:nvPr/>
          </p:nvSpPr>
          <p:spPr>
            <a:xfrm>
              <a:off x="1989911" y="2306065"/>
              <a:ext cx="387099" cy="275021"/>
            </a:xfrm>
            <a:custGeom>
              <a:avLst/>
              <a:gdLst/>
              <a:ahLst/>
              <a:cxnLst/>
              <a:rect l="l" t="t" r="r" b="b"/>
              <a:pathLst>
                <a:path w="14734" h="10468" extrusionOk="0">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60"/>
            <p:cNvSpPr/>
            <p:nvPr/>
          </p:nvSpPr>
          <p:spPr>
            <a:xfrm>
              <a:off x="2021438" y="2337723"/>
              <a:ext cx="324045" cy="193628"/>
            </a:xfrm>
            <a:custGeom>
              <a:avLst/>
              <a:gdLst/>
              <a:ahLst/>
              <a:cxnLst/>
              <a:rect l="l" t="t" r="r" b="b"/>
              <a:pathLst>
                <a:path w="12334" h="7370" extrusionOk="0">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60"/>
            <p:cNvSpPr/>
            <p:nvPr/>
          </p:nvSpPr>
          <p:spPr>
            <a:xfrm>
              <a:off x="2327224" y="2337776"/>
              <a:ext cx="18259" cy="193576"/>
            </a:xfrm>
            <a:custGeom>
              <a:avLst/>
              <a:gdLst/>
              <a:ahLst/>
              <a:cxnLst/>
              <a:rect l="l" t="t" r="r" b="b"/>
              <a:pathLst>
                <a:path w="695" h="7368" extrusionOk="0">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60"/>
            <p:cNvSpPr/>
            <p:nvPr/>
          </p:nvSpPr>
          <p:spPr>
            <a:xfrm>
              <a:off x="2069543" y="2630819"/>
              <a:ext cx="227651" cy="28453"/>
            </a:xfrm>
            <a:custGeom>
              <a:avLst/>
              <a:gdLst/>
              <a:ahLst/>
              <a:cxnLst/>
              <a:rect l="l" t="t" r="r" b="b"/>
              <a:pathLst>
                <a:path w="8665" h="1083" extrusionOk="0">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60"/>
            <p:cNvSpPr/>
            <p:nvPr/>
          </p:nvSpPr>
          <p:spPr>
            <a:xfrm>
              <a:off x="2175237" y="2549191"/>
              <a:ext cx="14975" cy="11849"/>
            </a:xfrm>
            <a:custGeom>
              <a:avLst/>
              <a:gdLst/>
              <a:ahLst/>
              <a:cxnLst/>
              <a:rect l="l" t="t" r="r" b="b"/>
              <a:pathLst>
                <a:path w="570" h="451" extrusionOk="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2" name="Google Shape;6332;p60"/>
          <p:cNvGrpSpPr/>
          <p:nvPr/>
        </p:nvGrpSpPr>
        <p:grpSpPr>
          <a:xfrm>
            <a:off x="2579927" y="2288778"/>
            <a:ext cx="204663" cy="363007"/>
            <a:chOff x="2593102" y="2288778"/>
            <a:chExt cx="204663" cy="363007"/>
          </a:xfrm>
        </p:grpSpPr>
        <p:sp>
          <p:nvSpPr>
            <p:cNvPr id="6333" name="Google Shape;6333;p60"/>
            <p:cNvSpPr/>
            <p:nvPr/>
          </p:nvSpPr>
          <p:spPr>
            <a:xfrm>
              <a:off x="2753837" y="2310636"/>
              <a:ext cx="43928" cy="297431"/>
            </a:xfrm>
            <a:custGeom>
              <a:avLst/>
              <a:gdLst/>
              <a:ahLst/>
              <a:cxnLst/>
              <a:rect l="l" t="t" r="r" b="b"/>
              <a:pathLst>
                <a:path w="1672" h="11321" extrusionOk="0">
                  <a:moveTo>
                    <a:pt x="0" y="0"/>
                  </a:moveTo>
                  <a:lnTo>
                    <a:pt x="0" y="11320"/>
                  </a:lnTo>
                  <a:lnTo>
                    <a:pt x="1672" y="10481"/>
                  </a:lnTo>
                  <a:lnTo>
                    <a:pt x="1672" y="833"/>
                  </a:lnTo>
                  <a:lnTo>
                    <a:pt x="0" y="0"/>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60"/>
            <p:cNvSpPr/>
            <p:nvPr/>
          </p:nvSpPr>
          <p:spPr>
            <a:xfrm>
              <a:off x="2593102" y="2310636"/>
              <a:ext cx="182620" cy="297431"/>
            </a:xfrm>
            <a:custGeom>
              <a:avLst/>
              <a:gdLst/>
              <a:ahLst/>
              <a:cxnLst/>
              <a:rect l="l" t="t" r="r" b="b"/>
              <a:pathLst>
                <a:path w="6951" h="11321" extrusionOk="0">
                  <a:moveTo>
                    <a:pt x="6951" y="0"/>
                  </a:moveTo>
                  <a:lnTo>
                    <a:pt x="1" y="833"/>
                  </a:lnTo>
                  <a:lnTo>
                    <a:pt x="1" y="10481"/>
                  </a:lnTo>
                  <a:lnTo>
                    <a:pt x="6951" y="11320"/>
                  </a:lnTo>
                  <a:lnTo>
                    <a:pt x="6951" y="0"/>
                  </a:lnTo>
                  <a:close/>
                </a:path>
              </a:pathLst>
            </a:custGeom>
            <a:solidFill>
              <a:srgbClr val="BF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60"/>
            <p:cNvSpPr/>
            <p:nvPr/>
          </p:nvSpPr>
          <p:spPr>
            <a:xfrm>
              <a:off x="2753837" y="2585972"/>
              <a:ext cx="43928" cy="65813"/>
            </a:xfrm>
            <a:custGeom>
              <a:avLst/>
              <a:gdLst/>
              <a:ahLst/>
              <a:cxnLst/>
              <a:rect l="l" t="t" r="r" b="b"/>
              <a:pathLst>
                <a:path w="1672" h="2505" extrusionOk="0">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60"/>
            <p:cNvSpPr/>
            <p:nvPr/>
          </p:nvSpPr>
          <p:spPr>
            <a:xfrm>
              <a:off x="2753837" y="2288778"/>
              <a:ext cx="43928" cy="43744"/>
            </a:xfrm>
            <a:custGeom>
              <a:avLst/>
              <a:gdLst/>
              <a:ahLst/>
              <a:cxnLst/>
              <a:rect l="l" t="t" r="r" b="b"/>
              <a:pathLst>
                <a:path w="1672" h="1665" extrusionOk="0">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60"/>
            <p:cNvSpPr/>
            <p:nvPr/>
          </p:nvSpPr>
          <p:spPr>
            <a:xfrm>
              <a:off x="2593102" y="2585972"/>
              <a:ext cx="182620" cy="65813"/>
            </a:xfrm>
            <a:custGeom>
              <a:avLst/>
              <a:gdLst/>
              <a:ahLst/>
              <a:cxnLst/>
              <a:rect l="l" t="t" r="r" b="b"/>
              <a:pathLst>
                <a:path w="6951" h="2505" extrusionOk="0">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60"/>
            <p:cNvSpPr/>
            <p:nvPr/>
          </p:nvSpPr>
          <p:spPr>
            <a:xfrm>
              <a:off x="2593102" y="2288778"/>
              <a:ext cx="182620" cy="43744"/>
            </a:xfrm>
            <a:custGeom>
              <a:avLst/>
              <a:gdLst/>
              <a:ahLst/>
              <a:cxnLst/>
              <a:rect l="l" t="t" r="r" b="b"/>
              <a:pathLst>
                <a:path w="6951" h="1665" extrusionOk="0">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60"/>
            <p:cNvSpPr/>
            <p:nvPr/>
          </p:nvSpPr>
          <p:spPr>
            <a:xfrm>
              <a:off x="2688050" y="2305172"/>
              <a:ext cx="36650" cy="10956"/>
            </a:xfrm>
            <a:custGeom>
              <a:avLst/>
              <a:gdLst/>
              <a:ahLst/>
              <a:cxnLst/>
              <a:rect l="l" t="t" r="r" b="b"/>
              <a:pathLst>
                <a:path w="1395" h="417" extrusionOk="0">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60"/>
            <p:cNvSpPr/>
            <p:nvPr/>
          </p:nvSpPr>
          <p:spPr>
            <a:xfrm>
              <a:off x="2684399" y="2607857"/>
              <a:ext cx="22069" cy="22069"/>
            </a:xfrm>
            <a:custGeom>
              <a:avLst/>
              <a:gdLst/>
              <a:ahLst/>
              <a:cxnLst/>
              <a:rect l="l" t="t" r="r" b="b"/>
              <a:pathLst>
                <a:path w="840" h="840" extrusionOk="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60"/>
            <p:cNvSpPr/>
            <p:nvPr/>
          </p:nvSpPr>
          <p:spPr>
            <a:xfrm>
              <a:off x="2668004" y="2305172"/>
              <a:ext cx="10956" cy="10956"/>
            </a:xfrm>
            <a:custGeom>
              <a:avLst/>
              <a:gdLst/>
              <a:ahLst/>
              <a:cxnLst/>
              <a:rect l="l" t="t" r="r" b="b"/>
              <a:pathLst>
                <a:path w="417" h="417" extrusionOk="0">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2" name="Google Shape;6342;p60"/>
          <p:cNvGrpSpPr/>
          <p:nvPr/>
        </p:nvGrpSpPr>
        <p:grpSpPr>
          <a:xfrm>
            <a:off x="2957699" y="2329763"/>
            <a:ext cx="403651" cy="305996"/>
            <a:chOff x="2970874" y="2329763"/>
            <a:chExt cx="403651" cy="305996"/>
          </a:xfrm>
        </p:grpSpPr>
        <p:sp>
          <p:nvSpPr>
            <p:cNvPr id="6343" name="Google Shape;6343;p60"/>
            <p:cNvSpPr/>
            <p:nvPr/>
          </p:nvSpPr>
          <p:spPr>
            <a:xfrm>
              <a:off x="3054158" y="2352909"/>
              <a:ext cx="98233" cy="259704"/>
            </a:xfrm>
            <a:custGeom>
              <a:avLst/>
              <a:gdLst/>
              <a:ahLst/>
              <a:cxnLst/>
              <a:rect l="l" t="t" r="r" b="b"/>
              <a:pathLst>
                <a:path w="3739" h="9885" extrusionOk="0">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60"/>
            <p:cNvSpPr/>
            <p:nvPr/>
          </p:nvSpPr>
          <p:spPr>
            <a:xfrm>
              <a:off x="3054158" y="2512908"/>
              <a:ext cx="98233" cy="99704"/>
            </a:xfrm>
            <a:custGeom>
              <a:avLst/>
              <a:gdLst/>
              <a:ahLst/>
              <a:cxnLst/>
              <a:rect l="l" t="t" r="r" b="b"/>
              <a:pathLst>
                <a:path w="3739" h="3795" extrusionOk="0">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60"/>
            <p:cNvSpPr/>
            <p:nvPr/>
          </p:nvSpPr>
          <p:spPr>
            <a:xfrm>
              <a:off x="2970874" y="2429441"/>
              <a:ext cx="83310" cy="106456"/>
            </a:xfrm>
            <a:custGeom>
              <a:avLst/>
              <a:gdLst/>
              <a:ahLst/>
              <a:cxnLst/>
              <a:rect l="l" t="t" r="r" b="b"/>
              <a:pathLst>
                <a:path w="3171" h="4052" extrusionOk="0">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60"/>
            <p:cNvSpPr/>
            <p:nvPr/>
          </p:nvSpPr>
          <p:spPr>
            <a:xfrm>
              <a:off x="2970874" y="2476652"/>
              <a:ext cx="83310" cy="59244"/>
            </a:xfrm>
            <a:custGeom>
              <a:avLst/>
              <a:gdLst/>
              <a:ahLst/>
              <a:cxnLst/>
              <a:rect l="l" t="t" r="r" b="b"/>
              <a:pathLst>
                <a:path w="3171" h="2255" extrusionOk="0">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60"/>
            <p:cNvSpPr/>
            <p:nvPr/>
          </p:nvSpPr>
          <p:spPr>
            <a:xfrm>
              <a:off x="3215760" y="2442156"/>
              <a:ext cx="33392" cy="81313"/>
            </a:xfrm>
            <a:custGeom>
              <a:avLst/>
              <a:gdLst/>
              <a:ahLst/>
              <a:cxnLst/>
              <a:rect l="l" t="t" r="r" b="b"/>
              <a:pathLst>
                <a:path w="1271" h="3095" extrusionOk="0">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60"/>
            <p:cNvSpPr/>
            <p:nvPr/>
          </p:nvSpPr>
          <p:spPr>
            <a:xfrm>
              <a:off x="3256561" y="2401513"/>
              <a:ext cx="55829" cy="162627"/>
            </a:xfrm>
            <a:custGeom>
              <a:avLst/>
              <a:gdLst/>
              <a:ahLst/>
              <a:cxnLst/>
              <a:rect l="l" t="t" r="r" b="b"/>
              <a:pathLst>
                <a:path w="2125" h="6190" extrusionOk="0">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60"/>
            <p:cNvSpPr/>
            <p:nvPr/>
          </p:nvSpPr>
          <p:spPr>
            <a:xfrm>
              <a:off x="3296653" y="2361421"/>
              <a:ext cx="77872" cy="242758"/>
            </a:xfrm>
            <a:custGeom>
              <a:avLst/>
              <a:gdLst/>
              <a:ahLst/>
              <a:cxnLst/>
              <a:rect l="l" t="t" r="r" b="b"/>
              <a:pathLst>
                <a:path w="2964" h="9240" extrusionOk="0">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60"/>
            <p:cNvSpPr/>
            <p:nvPr/>
          </p:nvSpPr>
          <p:spPr>
            <a:xfrm>
              <a:off x="3151287" y="2329763"/>
              <a:ext cx="37727" cy="305996"/>
            </a:xfrm>
            <a:custGeom>
              <a:avLst/>
              <a:gdLst/>
              <a:ahLst/>
              <a:cxnLst/>
              <a:rect l="l" t="t" r="r" b="b"/>
              <a:pathLst>
                <a:path w="1436" h="11647" extrusionOk="0">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60"/>
            <p:cNvSpPr/>
            <p:nvPr/>
          </p:nvSpPr>
          <p:spPr>
            <a:xfrm>
              <a:off x="3151287" y="2329763"/>
              <a:ext cx="30450" cy="305996"/>
            </a:xfrm>
            <a:custGeom>
              <a:avLst/>
              <a:gdLst/>
              <a:ahLst/>
              <a:cxnLst/>
              <a:rect l="l" t="t" r="r" b="b"/>
              <a:pathLst>
                <a:path w="1159" h="11647" extrusionOk="0">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2" name="Google Shape;6352;p60"/>
          <p:cNvGrpSpPr/>
          <p:nvPr/>
        </p:nvGrpSpPr>
        <p:grpSpPr>
          <a:xfrm>
            <a:off x="3532620" y="2318755"/>
            <a:ext cx="387835" cy="327933"/>
            <a:chOff x="3545795" y="2318755"/>
            <a:chExt cx="387835" cy="327933"/>
          </a:xfrm>
        </p:grpSpPr>
        <p:sp>
          <p:nvSpPr>
            <p:cNvPr id="6353" name="Google Shape;6353;p60"/>
            <p:cNvSpPr/>
            <p:nvPr/>
          </p:nvSpPr>
          <p:spPr>
            <a:xfrm>
              <a:off x="3565315" y="2318755"/>
              <a:ext cx="11691" cy="57694"/>
            </a:xfrm>
            <a:custGeom>
              <a:avLst/>
              <a:gdLst/>
              <a:ahLst/>
              <a:cxnLst/>
              <a:rect l="l" t="t" r="r" b="b"/>
              <a:pathLst>
                <a:path w="445" h="2196" extrusionOk="0">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60"/>
            <p:cNvSpPr/>
            <p:nvPr/>
          </p:nvSpPr>
          <p:spPr>
            <a:xfrm>
              <a:off x="3545795" y="2318755"/>
              <a:ext cx="11691" cy="57694"/>
            </a:xfrm>
            <a:custGeom>
              <a:avLst/>
              <a:gdLst/>
              <a:ahLst/>
              <a:cxnLst/>
              <a:rect l="l" t="t" r="r" b="b"/>
              <a:pathLst>
                <a:path w="445" h="2196" extrusionOk="0">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60"/>
            <p:cNvSpPr/>
            <p:nvPr/>
          </p:nvSpPr>
          <p:spPr>
            <a:xfrm>
              <a:off x="3584888" y="2318755"/>
              <a:ext cx="11796" cy="57694"/>
            </a:xfrm>
            <a:custGeom>
              <a:avLst/>
              <a:gdLst/>
              <a:ahLst/>
              <a:cxnLst/>
              <a:rect l="l" t="t" r="r" b="b"/>
              <a:pathLst>
                <a:path w="449" h="2196" extrusionOk="0">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56" name="Google Shape;6356;p60"/>
            <p:cNvGrpSpPr/>
            <p:nvPr/>
          </p:nvGrpSpPr>
          <p:grpSpPr>
            <a:xfrm>
              <a:off x="3545795" y="2322301"/>
              <a:ext cx="387835" cy="324387"/>
              <a:chOff x="3545795" y="2322301"/>
              <a:chExt cx="387835" cy="324387"/>
            </a:xfrm>
          </p:grpSpPr>
          <p:sp>
            <p:nvSpPr>
              <p:cNvPr id="6357" name="Google Shape;6357;p60"/>
              <p:cNvSpPr/>
              <p:nvPr/>
            </p:nvSpPr>
            <p:spPr>
              <a:xfrm>
                <a:off x="3613604" y="2355089"/>
                <a:ext cx="258968" cy="258994"/>
              </a:xfrm>
              <a:custGeom>
                <a:avLst/>
                <a:gdLst/>
                <a:ahLst/>
                <a:cxnLst/>
                <a:rect l="l" t="t" r="r" b="b"/>
                <a:pathLst>
                  <a:path w="9857" h="9858" extrusionOk="0">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60"/>
              <p:cNvSpPr/>
              <p:nvPr/>
            </p:nvSpPr>
            <p:spPr>
              <a:xfrm>
                <a:off x="3639667" y="2380968"/>
                <a:ext cx="207027" cy="207054"/>
              </a:xfrm>
              <a:custGeom>
                <a:avLst/>
                <a:gdLst/>
                <a:ahLst/>
                <a:cxnLst/>
                <a:rect l="l" t="t" r="r" b="b"/>
                <a:pathLst>
                  <a:path w="7880" h="7881" extrusionOk="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60"/>
              <p:cNvSpPr/>
              <p:nvPr/>
            </p:nvSpPr>
            <p:spPr>
              <a:xfrm>
                <a:off x="3722583" y="2380968"/>
                <a:ext cx="129392" cy="207080"/>
              </a:xfrm>
              <a:custGeom>
                <a:avLst/>
                <a:gdLst/>
                <a:ahLst/>
                <a:cxnLst/>
                <a:rect l="l" t="t" r="r" b="b"/>
                <a:pathLst>
                  <a:path w="4925" h="7882" extrusionOk="0">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60"/>
              <p:cNvSpPr/>
              <p:nvPr/>
            </p:nvSpPr>
            <p:spPr>
              <a:xfrm>
                <a:off x="3895140" y="2322301"/>
                <a:ext cx="38489" cy="324387"/>
              </a:xfrm>
              <a:custGeom>
                <a:avLst/>
                <a:gdLst/>
                <a:ahLst/>
                <a:cxnLst/>
                <a:rect l="l" t="t" r="r" b="b"/>
                <a:pathLst>
                  <a:path w="1465" h="12347" extrusionOk="0">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60"/>
              <p:cNvSpPr/>
              <p:nvPr/>
            </p:nvSpPr>
            <p:spPr>
              <a:xfrm>
                <a:off x="3895140" y="2322301"/>
                <a:ext cx="38489" cy="167960"/>
              </a:xfrm>
              <a:custGeom>
                <a:avLst/>
                <a:gdLst/>
                <a:ahLst/>
                <a:cxnLst/>
                <a:rect l="l" t="t" r="r" b="b"/>
                <a:pathLst>
                  <a:path w="1465" h="6393" extrusionOk="0">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60"/>
              <p:cNvSpPr/>
              <p:nvPr/>
            </p:nvSpPr>
            <p:spPr>
              <a:xfrm>
                <a:off x="3545795" y="2370590"/>
                <a:ext cx="50890" cy="275021"/>
              </a:xfrm>
              <a:custGeom>
                <a:avLst/>
                <a:gdLst/>
                <a:ahLst/>
                <a:cxnLst/>
                <a:rect l="l" t="t" r="r" b="b"/>
                <a:pathLst>
                  <a:path w="1937" h="10468" extrusionOk="0">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60"/>
              <p:cNvSpPr/>
              <p:nvPr/>
            </p:nvSpPr>
            <p:spPr>
              <a:xfrm>
                <a:off x="3545795" y="2370590"/>
                <a:ext cx="50890" cy="59244"/>
              </a:xfrm>
              <a:custGeom>
                <a:avLst/>
                <a:gdLst/>
                <a:ahLst/>
                <a:cxnLst/>
                <a:rect l="l" t="t" r="r" b="b"/>
                <a:pathLst>
                  <a:path w="1937" h="2255" extrusionOk="0">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64" name="Google Shape;6364;p60"/>
          <p:cNvGrpSpPr/>
          <p:nvPr/>
        </p:nvGrpSpPr>
        <p:grpSpPr>
          <a:xfrm>
            <a:off x="4705294" y="2306984"/>
            <a:ext cx="364294" cy="351552"/>
            <a:chOff x="4718468" y="2306984"/>
            <a:chExt cx="364294" cy="351552"/>
          </a:xfrm>
        </p:grpSpPr>
        <p:sp>
          <p:nvSpPr>
            <p:cNvPr id="6365" name="Google Shape;6365;p60"/>
            <p:cNvSpPr/>
            <p:nvPr/>
          </p:nvSpPr>
          <p:spPr>
            <a:xfrm>
              <a:off x="4718468" y="2472869"/>
              <a:ext cx="55593" cy="57195"/>
            </a:xfrm>
            <a:custGeom>
              <a:avLst/>
              <a:gdLst/>
              <a:ahLst/>
              <a:cxnLst/>
              <a:rect l="l" t="t" r="r" b="b"/>
              <a:pathLst>
                <a:path w="2116" h="2177" extrusionOk="0">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60"/>
            <p:cNvSpPr/>
            <p:nvPr/>
          </p:nvSpPr>
          <p:spPr>
            <a:xfrm>
              <a:off x="4764392" y="2405927"/>
              <a:ext cx="318370" cy="252610"/>
            </a:xfrm>
            <a:custGeom>
              <a:avLst/>
              <a:gdLst/>
              <a:ahLst/>
              <a:cxnLst/>
              <a:rect l="l" t="t" r="r" b="b"/>
              <a:pathLst>
                <a:path w="12118" h="9615" extrusionOk="0">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60"/>
            <p:cNvSpPr/>
            <p:nvPr/>
          </p:nvSpPr>
          <p:spPr>
            <a:xfrm>
              <a:off x="4764760" y="2495595"/>
              <a:ext cx="318002" cy="162574"/>
            </a:xfrm>
            <a:custGeom>
              <a:avLst/>
              <a:gdLst/>
              <a:ahLst/>
              <a:cxnLst/>
              <a:rect l="l" t="t" r="r" b="b"/>
              <a:pathLst>
                <a:path w="12104" h="6188" extrusionOk="0">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60"/>
            <p:cNvSpPr/>
            <p:nvPr/>
          </p:nvSpPr>
          <p:spPr>
            <a:xfrm>
              <a:off x="4952976" y="2394314"/>
              <a:ext cx="81129" cy="79816"/>
            </a:xfrm>
            <a:custGeom>
              <a:avLst/>
              <a:gdLst/>
              <a:ahLst/>
              <a:cxnLst/>
              <a:rect l="l" t="t" r="r" b="b"/>
              <a:pathLst>
                <a:path w="3088" h="3038" extrusionOk="0">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60"/>
            <p:cNvSpPr/>
            <p:nvPr/>
          </p:nvSpPr>
          <p:spPr>
            <a:xfrm>
              <a:off x="4993804" y="2493230"/>
              <a:ext cx="35205" cy="22988"/>
            </a:xfrm>
            <a:custGeom>
              <a:avLst/>
              <a:gdLst/>
              <a:ahLst/>
              <a:cxnLst/>
              <a:rect l="l" t="t" r="r" b="b"/>
              <a:pathLst>
                <a:path w="1340" h="875" extrusionOk="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60"/>
            <p:cNvSpPr/>
            <p:nvPr/>
          </p:nvSpPr>
          <p:spPr>
            <a:xfrm>
              <a:off x="4829916" y="2432278"/>
              <a:ext cx="109793" cy="18470"/>
            </a:xfrm>
            <a:custGeom>
              <a:avLst/>
              <a:gdLst/>
              <a:ahLst/>
              <a:cxnLst/>
              <a:rect l="l" t="t" r="r" b="b"/>
              <a:pathLst>
                <a:path w="4179" h="703" extrusionOk="0">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60"/>
            <p:cNvSpPr/>
            <p:nvPr/>
          </p:nvSpPr>
          <p:spPr>
            <a:xfrm>
              <a:off x="4816859" y="2306984"/>
              <a:ext cx="136170" cy="135986"/>
            </a:xfrm>
            <a:custGeom>
              <a:avLst/>
              <a:gdLst/>
              <a:ahLst/>
              <a:cxnLst/>
              <a:rect l="l" t="t" r="r" b="b"/>
              <a:pathLst>
                <a:path w="5183" h="5176" extrusionOk="0">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60"/>
            <p:cNvSpPr/>
            <p:nvPr/>
          </p:nvSpPr>
          <p:spPr>
            <a:xfrm>
              <a:off x="4966113" y="2402301"/>
              <a:ext cx="57616" cy="56775"/>
            </a:xfrm>
            <a:custGeom>
              <a:avLst/>
              <a:gdLst/>
              <a:ahLst/>
              <a:cxnLst/>
              <a:rect l="l" t="t" r="r" b="b"/>
              <a:pathLst>
                <a:path w="2193" h="2161" extrusionOk="0">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60"/>
            <p:cNvSpPr/>
            <p:nvPr/>
          </p:nvSpPr>
          <p:spPr>
            <a:xfrm>
              <a:off x="4837640" y="2327766"/>
              <a:ext cx="122115" cy="115257"/>
            </a:xfrm>
            <a:custGeom>
              <a:avLst/>
              <a:gdLst/>
              <a:ahLst/>
              <a:cxnLst/>
              <a:rect l="l" t="t" r="r" b="b"/>
              <a:pathLst>
                <a:path w="4648" h="4387" extrusionOk="0">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60"/>
            <p:cNvSpPr/>
            <p:nvPr/>
          </p:nvSpPr>
          <p:spPr>
            <a:xfrm>
              <a:off x="4864070" y="2336305"/>
              <a:ext cx="41931" cy="76611"/>
            </a:xfrm>
            <a:custGeom>
              <a:avLst/>
              <a:gdLst/>
              <a:ahLst/>
              <a:cxnLst/>
              <a:rect l="l" t="t" r="r" b="b"/>
              <a:pathLst>
                <a:path w="1596" h="2916" extrusionOk="0">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5" name="Google Shape;6375;p60"/>
          <p:cNvGrpSpPr/>
          <p:nvPr/>
        </p:nvGrpSpPr>
        <p:grpSpPr>
          <a:xfrm>
            <a:off x="4134734" y="2303017"/>
            <a:ext cx="361194" cy="359355"/>
            <a:chOff x="4147908" y="2303017"/>
            <a:chExt cx="361194" cy="359355"/>
          </a:xfrm>
        </p:grpSpPr>
        <p:sp>
          <p:nvSpPr>
            <p:cNvPr id="6376" name="Google Shape;6376;p60"/>
            <p:cNvSpPr/>
            <p:nvPr/>
          </p:nvSpPr>
          <p:spPr>
            <a:xfrm>
              <a:off x="4147908" y="2365861"/>
              <a:ext cx="296511" cy="296511"/>
            </a:xfrm>
            <a:custGeom>
              <a:avLst/>
              <a:gdLst/>
              <a:ahLst/>
              <a:cxnLst/>
              <a:rect l="l" t="t" r="r" b="b"/>
              <a:pathLst>
                <a:path w="11286" h="11286" extrusionOk="0">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60"/>
            <p:cNvSpPr/>
            <p:nvPr/>
          </p:nvSpPr>
          <p:spPr>
            <a:xfrm>
              <a:off x="4296059" y="2508179"/>
              <a:ext cx="148361" cy="11875"/>
            </a:xfrm>
            <a:custGeom>
              <a:avLst/>
              <a:gdLst/>
              <a:ahLst/>
              <a:cxnLst/>
              <a:rect l="l" t="t" r="r" b="b"/>
              <a:pathLst>
                <a:path w="5647" h="452" extrusionOk="0">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60"/>
            <p:cNvSpPr/>
            <p:nvPr/>
          </p:nvSpPr>
          <p:spPr>
            <a:xfrm>
              <a:off x="4420695" y="2303017"/>
              <a:ext cx="88407" cy="86542"/>
            </a:xfrm>
            <a:custGeom>
              <a:avLst/>
              <a:gdLst/>
              <a:ahLst/>
              <a:cxnLst/>
              <a:rect l="l" t="t" r="r" b="b"/>
              <a:pathLst>
                <a:path w="3365" h="3294" extrusionOk="0">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60"/>
            <p:cNvSpPr/>
            <p:nvPr/>
          </p:nvSpPr>
          <p:spPr>
            <a:xfrm>
              <a:off x="4420695" y="2303017"/>
              <a:ext cx="59376" cy="86542"/>
            </a:xfrm>
            <a:custGeom>
              <a:avLst/>
              <a:gdLst/>
              <a:ahLst/>
              <a:cxnLst/>
              <a:rect l="l" t="t" r="r" b="b"/>
              <a:pathLst>
                <a:path w="2260" h="3294" extrusionOk="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60"/>
            <p:cNvSpPr/>
            <p:nvPr/>
          </p:nvSpPr>
          <p:spPr>
            <a:xfrm>
              <a:off x="4183429" y="2401382"/>
              <a:ext cx="225444" cy="225444"/>
            </a:xfrm>
            <a:custGeom>
              <a:avLst/>
              <a:gdLst/>
              <a:ahLst/>
              <a:cxnLst/>
              <a:rect l="l" t="t" r="r" b="b"/>
              <a:pathLst>
                <a:path w="8581" h="8581" extrusionOk="0">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60"/>
            <p:cNvSpPr/>
            <p:nvPr/>
          </p:nvSpPr>
          <p:spPr>
            <a:xfrm>
              <a:off x="4296059" y="2508179"/>
              <a:ext cx="112814" cy="11875"/>
            </a:xfrm>
            <a:custGeom>
              <a:avLst/>
              <a:gdLst/>
              <a:ahLst/>
              <a:cxnLst/>
              <a:rect l="l" t="t" r="r" b="b"/>
              <a:pathLst>
                <a:path w="4294" h="452" extrusionOk="0">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60"/>
            <p:cNvSpPr/>
            <p:nvPr/>
          </p:nvSpPr>
          <p:spPr>
            <a:xfrm>
              <a:off x="4213143" y="2431096"/>
              <a:ext cx="166042" cy="166042"/>
            </a:xfrm>
            <a:custGeom>
              <a:avLst/>
              <a:gdLst/>
              <a:ahLst/>
              <a:cxnLst/>
              <a:rect l="l" t="t" r="r" b="b"/>
              <a:pathLst>
                <a:path w="6320" h="6320" extrusionOk="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60"/>
            <p:cNvSpPr/>
            <p:nvPr/>
          </p:nvSpPr>
          <p:spPr>
            <a:xfrm>
              <a:off x="4296059" y="2508179"/>
              <a:ext cx="83126" cy="11875"/>
            </a:xfrm>
            <a:custGeom>
              <a:avLst/>
              <a:gdLst/>
              <a:ahLst/>
              <a:cxnLst/>
              <a:rect l="l" t="t" r="r" b="b"/>
              <a:pathLst>
                <a:path w="3164" h="452" extrusionOk="0">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60"/>
            <p:cNvSpPr/>
            <p:nvPr/>
          </p:nvSpPr>
          <p:spPr>
            <a:xfrm>
              <a:off x="4248663" y="2466616"/>
              <a:ext cx="94975" cy="94975"/>
            </a:xfrm>
            <a:custGeom>
              <a:avLst/>
              <a:gdLst/>
              <a:ahLst/>
              <a:cxnLst/>
              <a:rect l="l" t="t" r="r" b="b"/>
              <a:pathLst>
                <a:path w="3615" h="3615" extrusionOk="0">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60"/>
            <p:cNvSpPr/>
            <p:nvPr/>
          </p:nvSpPr>
          <p:spPr>
            <a:xfrm>
              <a:off x="4296059" y="2508179"/>
              <a:ext cx="47763" cy="11875"/>
            </a:xfrm>
            <a:custGeom>
              <a:avLst/>
              <a:gdLst/>
              <a:ahLst/>
              <a:cxnLst/>
              <a:rect l="l" t="t" r="r" b="b"/>
              <a:pathLst>
                <a:path w="1818" h="452" extrusionOk="0">
                  <a:moveTo>
                    <a:pt x="0" y="0"/>
                  </a:moveTo>
                  <a:lnTo>
                    <a:pt x="0" y="451"/>
                  </a:lnTo>
                  <a:lnTo>
                    <a:pt x="1797" y="451"/>
                  </a:lnTo>
                  <a:cubicBezTo>
                    <a:pt x="1818" y="305"/>
                    <a:pt x="1818" y="153"/>
                    <a:pt x="1797"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60"/>
            <p:cNvSpPr/>
            <p:nvPr/>
          </p:nvSpPr>
          <p:spPr>
            <a:xfrm>
              <a:off x="4278377" y="2496330"/>
              <a:ext cx="35547" cy="35547"/>
            </a:xfrm>
            <a:custGeom>
              <a:avLst/>
              <a:gdLst/>
              <a:ahLst/>
              <a:cxnLst/>
              <a:rect l="l" t="t" r="r" b="b"/>
              <a:pathLst>
                <a:path w="1353" h="1353" extrusionOk="0">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60"/>
            <p:cNvSpPr/>
            <p:nvPr/>
          </p:nvSpPr>
          <p:spPr>
            <a:xfrm>
              <a:off x="4296059" y="2508179"/>
              <a:ext cx="18233" cy="11875"/>
            </a:xfrm>
            <a:custGeom>
              <a:avLst/>
              <a:gdLst/>
              <a:ahLst/>
              <a:cxnLst/>
              <a:rect l="l" t="t" r="r" b="b"/>
              <a:pathLst>
                <a:path w="694" h="452" extrusionOk="0">
                  <a:moveTo>
                    <a:pt x="0" y="0"/>
                  </a:moveTo>
                  <a:lnTo>
                    <a:pt x="0" y="451"/>
                  </a:lnTo>
                  <a:lnTo>
                    <a:pt x="638" y="451"/>
                  </a:lnTo>
                  <a:cubicBezTo>
                    <a:pt x="694" y="305"/>
                    <a:pt x="694" y="146"/>
                    <a:pt x="638"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60"/>
            <p:cNvSpPr/>
            <p:nvPr/>
          </p:nvSpPr>
          <p:spPr>
            <a:xfrm>
              <a:off x="4287678" y="2480094"/>
              <a:ext cx="42483" cy="40013"/>
            </a:xfrm>
            <a:custGeom>
              <a:avLst/>
              <a:gdLst/>
              <a:ahLst/>
              <a:cxnLst/>
              <a:rect l="l" t="t" r="r" b="b"/>
              <a:pathLst>
                <a:path w="1617" h="1523" extrusionOk="0">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60"/>
            <p:cNvSpPr/>
            <p:nvPr/>
          </p:nvSpPr>
          <p:spPr>
            <a:xfrm>
              <a:off x="4314817" y="2315313"/>
              <a:ext cx="182568" cy="178128"/>
            </a:xfrm>
            <a:custGeom>
              <a:avLst/>
              <a:gdLst/>
              <a:ahLst/>
              <a:cxnLst/>
              <a:rect l="l" t="t" r="r" b="b"/>
              <a:pathLst>
                <a:path w="6949" h="6780" extrusionOk="0">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0" name="Google Shape;6390;p60"/>
          <p:cNvGrpSpPr/>
          <p:nvPr/>
        </p:nvGrpSpPr>
        <p:grpSpPr>
          <a:xfrm>
            <a:off x="5278954" y="2299891"/>
            <a:ext cx="367027" cy="365214"/>
            <a:chOff x="5292128" y="2299891"/>
            <a:chExt cx="367027" cy="365214"/>
          </a:xfrm>
        </p:grpSpPr>
        <p:sp>
          <p:nvSpPr>
            <p:cNvPr id="6391" name="Google Shape;6391;p60"/>
            <p:cNvSpPr/>
            <p:nvPr/>
          </p:nvSpPr>
          <p:spPr>
            <a:xfrm>
              <a:off x="5470361" y="2467772"/>
              <a:ext cx="11323" cy="124243"/>
            </a:xfrm>
            <a:custGeom>
              <a:avLst/>
              <a:gdLst/>
              <a:ahLst/>
              <a:cxnLst/>
              <a:rect l="l" t="t" r="r" b="b"/>
              <a:pathLst>
                <a:path w="431" h="4729" extrusionOk="0">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60"/>
            <p:cNvSpPr/>
            <p:nvPr/>
          </p:nvSpPr>
          <p:spPr>
            <a:xfrm>
              <a:off x="5464870" y="2299891"/>
              <a:ext cx="22279" cy="40827"/>
            </a:xfrm>
            <a:custGeom>
              <a:avLst/>
              <a:gdLst/>
              <a:ahLst/>
              <a:cxnLst/>
              <a:rect l="l" t="t" r="r" b="b"/>
              <a:pathLst>
                <a:path w="848" h="1554" extrusionOk="0">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60"/>
            <p:cNvSpPr/>
            <p:nvPr/>
          </p:nvSpPr>
          <p:spPr>
            <a:xfrm>
              <a:off x="5292128" y="2316837"/>
              <a:ext cx="367027" cy="184433"/>
            </a:xfrm>
            <a:custGeom>
              <a:avLst/>
              <a:gdLst/>
              <a:ahLst/>
              <a:cxnLst/>
              <a:rect l="l" t="t" r="r" b="b"/>
              <a:pathLst>
                <a:path w="13970" h="7020" extrusionOk="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60"/>
            <p:cNvSpPr/>
            <p:nvPr/>
          </p:nvSpPr>
          <p:spPr>
            <a:xfrm>
              <a:off x="5293757" y="2319017"/>
              <a:ext cx="182279" cy="182436"/>
            </a:xfrm>
            <a:custGeom>
              <a:avLst/>
              <a:gdLst/>
              <a:ahLst/>
              <a:cxnLst/>
              <a:rect l="l" t="t" r="r" b="b"/>
              <a:pathLst>
                <a:path w="6938" h="6944" extrusionOk="0">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60"/>
            <p:cNvSpPr/>
            <p:nvPr/>
          </p:nvSpPr>
          <p:spPr>
            <a:xfrm>
              <a:off x="5476009" y="2319017"/>
              <a:ext cx="91139" cy="182252"/>
            </a:xfrm>
            <a:custGeom>
              <a:avLst/>
              <a:gdLst/>
              <a:ahLst/>
              <a:cxnLst/>
              <a:rect l="l" t="t" r="r" b="b"/>
              <a:pathLst>
                <a:path w="3469" h="6937" extrusionOk="0">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60"/>
            <p:cNvSpPr/>
            <p:nvPr/>
          </p:nvSpPr>
          <p:spPr>
            <a:xfrm>
              <a:off x="5404574" y="2564035"/>
              <a:ext cx="82758" cy="101070"/>
            </a:xfrm>
            <a:custGeom>
              <a:avLst/>
              <a:gdLst/>
              <a:ahLst/>
              <a:cxnLst/>
              <a:rect l="l" t="t" r="r" b="b"/>
              <a:pathLst>
                <a:path w="3150" h="3847" extrusionOk="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7" name="Google Shape;6397;p60"/>
          <p:cNvGrpSpPr/>
          <p:nvPr/>
        </p:nvGrpSpPr>
        <p:grpSpPr>
          <a:xfrm>
            <a:off x="5860443" y="2309901"/>
            <a:ext cx="345720" cy="345720"/>
            <a:chOff x="5873617" y="2309901"/>
            <a:chExt cx="345720" cy="345720"/>
          </a:xfrm>
        </p:grpSpPr>
        <p:sp>
          <p:nvSpPr>
            <p:cNvPr id="6398" name="Google Shape;6398;p60"/>
            <p:cNvSpPr/>
            <p:nvPr/>
          </p:nvSpPr>
          <p:spPr>
            <a:xfrm>
              <a:off x="5873617" y="2309901"/>
              <a:ext cx="345720" cy="345720"/>
            </a:xfrm>
            <a:custGeom>
              <a:avLst/>
              <a:gdLst/>
              <a:ahLst/>
              <a:cxnLst/>
              <a:rect l="l" t="t" r="r" b="b"/>
              <a:pathLst>
                <a:path w="13159" h="13159" extrusionOk="0">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60"/>
            <p:cNvSpPr/>
            <p:nvPr/>
          </p:nvSpPr>
          <p:spPr>
            <a:xfrm>
              <a:off x="5899496" y="2335779"/>
              <a:ext cx="293963" cy="293963"/>
            </a:xfrm>
            <a:custGeom>
              <a:avLst/>
              <a:gdLst/>
              <a:ahLst/>
              <a:cxnLst/>
              <a:rect l="l" t="t" r="r" b="b"/>
              <a:pathLst>
                <a:path w="11189" h="11189" extrusionOk="0">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60"/>
            <p:cNvSpPr/>
            <p:nvPr/>
          </p:nvSpPr>
          <p:spPr>
            <a:xfrm>
              <a:off x="6041288" y="2356088"/>
              <a:ext cx="10404" cy="131888"/>
            </a:xfrm>
            <a:custGeom>
              <a:avLst/>
              <a:gdLst/>
              <a:ahLst/>
              <a:cxnLst/>
              <a:rect l="l" t="t" r="r" b="b"/>
              <a:pathLst>
                <a:path w="396" h="5020" extrusionOk="0">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60"/>
            <p:cNvSpPr/>
            <p:nvPr/>
          </p:nvSpPr>
          <p:spPr>
            <a:xfrm>
              <a:off x="6039449" y="2477546"/>
              <a:ext cx="135435" cy="10430"/>
            </a:xfrm>
            <a:custGeom>
              <a:avLst/>
              <a:gdLst/>
              <a:ahLst/>
              <a:cxnLst/>
              <a:rect l="l" t="t" r="r" b="b"/>
              <a:pathLst>
                <a:path w="5155" h="397" extrusionOk="0">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60"/>
            <p:cNvSpPr/>
            <p:nvPr/>
          </p:nvSpPr>
          <p:spPr>
            <a:xfrm>
              <a:off x="5935778" y="2372035"/>
              <a:ext cx="275178" cy="257970"/>
            </a:xfrm>
            <a:custGeom>
              <a:avLst/>
              <a:gdLst/>
              <a:ahLst/>
              <a:cxnLst/>
              <a:rect l="l" t="t" r="r" b="b"/>
              <a:pathLst>
                <a:path w="10474" h="9819" extrusionOk="0">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60"/>
            <p:cNvSpPr/>
            <p:nvPr/>
          </p:nvSpPr>
          <p:spPr>
            <a:xfrm>
              <a:off x="5918097" y="2477546"/>
              <a:ext cx="21333" cy="10430"/>
            </a:xfrm>
            <a:custGeom>
              <a:avLst/>
              <a:gdLst/>
              <a:ahLst/>
              <a:cxnLst/>
              <a:rect l="l" t="t" r="r" b="b"/>
              <a:pathLst>
                <a:path w="812" h="397" extrusionOk="0">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60"/>
            <p:cNvSpPr/>
            <p:nvPr/>
          </p:nvSpPr>
          <p:spPr>
            <a:xfrm>
              <a:off x="6041288" y="2591542"/>
              <a:ext cx="10404" cy="17970"/>
            </a:xfrm>
            <a:custGeom>
              <a:avLst/>
              <a:gdLst/>
              <a:ahLst/>
              <a:cxnLst/>
              <a:rect l="l" t="t" r="r" b="b"/>
              <a:pathLst>
                <a:path w="396" h="684" extrusionOk="0">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60"/>
            <p:cNvSpPr/>
            <p:nvPr/>
          </p:nvSpPr>
          <p:spPr>
            <a:xfrm>
              <a:off x="5953144" y="2391556"/>
              <a:ext cx="19836" cy="15869"/>
            </a:xfrm>
            <a:custGeom>
              <a:avLst/>
              <a:gdLst/>
              <a:ahLst/>
              <a:cxnLst/>
              <a:rect l="l" t="t" r="r" b="b"/>
              <a:pathLst>
                <a:path w="755" h="604" extrusionOk="0">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60"/>
            <p:cNvSpPr/>
            <p:nvPr/>
          </p:nvSpPr>
          <p:spPr>
            <a:xfrm>
              <a:off x="6119686" y="2557939"/>
              <a:ext cx="19652" cy="15869"/>
            </a:xfrm>
            <a:custGeom>
              <a:avLst/>
              <a:gdLst/>
              <a:ahLst/>
              <a:cxnLst/>
              <a:rect l="l" t="t" r="r" b="b"/>
              <a:pathLst>
                <a:path w="748" h="604" extrusionOk="0">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60"/>
            <p:cNvSpPr/>
            <p:nvPr/>
          </p:nvSpPr>
          <p:spPr>
            <a:xfrm>
              <a:off x="6120185" y="2391556"/>
              <a:ext cx="19652" cy="15869"/>
            </a:xfrm>
            <a:custGeom>
              <a:avLst/>
              <a:gdLst/>
              <a:ahLst/>
              <a:cxnLst/>
              <a:rect l="l" t="t" r="r" b="b"/>
              <a:pathLst>
                <a:path w="748" h="604" extrusionOk="0">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60"/>
            <p:cNvSpPr/>
            <p:nvPr/>
          </p:nvSpPr>
          <p:spPr>
            <a:xfrm>
              <a:off x="5953617" y="2557939"/>
              <a:ext cx="19862" cy="15869"/>
            </a:xfrm>
            <a:custGeom>
              <a:avLst/>
              <a:gdLst/>
              <a:ahLst/>
              <a:cxnLst/>
              <a:rect l="l" t="t" r="r" b="b"/>
              <a:pathLst>
                <a:path w="756" h="604" extrusionOk="0">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60"/>
            <p:cNvSpPr/>
            <p:nvPr/>
          </p:nvSpPr>
          <p:spPr>
            <a:xfrm>
              <a:off x="5927056" y="2429887"/>
              <a:ext cx="21859" cy="13425"/>
            </a:xfrm>
            <a:custGeom>
              <a:avLst/>
              <a:gdLst/>
              <a:ahLst/>
              <a:cxnLst/>
              <a:rect l="l" t="t" r="r" b="b"/>
              <a:pathLst>
                <a:path w="832" h="511" extrusionOk="0">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60"/>
            <p:cNvSpPr/>
            <p:nvPr/>
          </p:nvSpPr>
          <p:spPr>
            <a:xfrm>
              <a:off x="6143751" y="2522077"/>
              <a:ext cx="21832" cy="13452"/>
            </a:xfrm>
            <a:custGeom>
              <a:avLst/>
              <a:gdLst/>
              <a:ahLst/>
              <a:cxnLst/>
              <a:rect l="l" t="t" r="r" b="b"/>
              <a:pathLst>
                <a:path w="831" h="512" extrusionOk="0">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60"/>
            <p:cNvSpPr/>
            <p:nvPr/>
          </p:nvSpPr>
          <p:spPr>
            <a:xfrm>
              <a:off x="6084822" y="2365730"/>
              <a:ext cx="15816" cy="17261"/>
            </a:xfrm>
            <a:custGeom>
              <a:avLst/>
              <a:gdLst/>
              <a:ahLst/>
              <a:cxnLst/>
              <a:rect l="l" t="t" r="r" b="b"/>
              <a:pathLst>
                <a:path w="602" h="657" extrusionOk="0">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60"/>
            <p:cNvSpPr/>
            <p:nvPr/>
          </p:nvSpPr>
          <p:spPr>
            <a:xfrm>
              <a:off x="5992632" y="2582399"/>
              <a:ext cx="15816" cy="17287"/>
            </a:xfrm>
            <a:custGeom>
              <a:avLst/>
              <a:gdLst/>
              <a:ahLst/>
              <a:cxnLst/>
              <a:rect l="l" t="t" r="r" b="b"/>
              <a:pathLst>
                <a:path w="602" h="658" extrusionOk="0">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60"/>
            <p:cNvSpPr/>
            <p:nvPr/>
          </p:nvSpPr>
          <p:spPr>
            <a:xfrm>
              <a:off x="5994445" y="2364758"/>
              <a:ext cx="15527" cy="17524"/>
            </a:xfrm>
            <a:custGeom>
              <a:avLst/>
              <a:gdLst/>
              <a:ahLst/>
              <a:cxnLst/>
              <a:rect l="l" t="t" r="r" b="b"/>
              <a:pathLst>
                <a:path w="591" h="667" extrusionOk="0">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60"/>
            <p:cNvSpPr/>
            <p:nvPr/>
          </p:nvSpPr>
          <p:spPr>
            <a:xfrm>
              <a:off x="6082641" y="2583161"/>
              <a:ext cx="15527" cy="17419"/>
            </a:xfrm>
            <a:custGeom>
              <a:avLst/>
              <a:gdLst/>
              <a:ahLst/>
              <a:cxnLst/>
              <a:rect l="l" t="t" r="r" b="b"/>
              <a:pathLst>
                <a:path w="591" h="663" extrusionOk="0">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60"/>
            <p:cNvSpPr/>
            <p:nvPr/>
          </p:nvSpPr>
          <p:spPr>
            <a:xfrm>
              <a:off x="6144776" y="2431936"/>
              <a:ext cx="22069" cy="13399"/>
            </a:xfrm>
            <a:custGeom>
              <a:avLst/>
              <a:gdLst/>
              <a:ahLst/>
              <a:cxnLst/>
              <a:rect l="l" t="t" r="r" b="b"/>
              <a:pathLst>
                <a:path w="840" h="510" extrusionOk="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60"/>
            <p:cNvSpPr/>
            <p:nvPr/>
          </p:nvSpPr>
          <p:spPr>
            <a:xfrm>
              <a:off x="5926530" y="2520081"/>
              <a:ext cx="21964" cy="13268"/>
            </a:xfrm>
            <a:custGeom>
              <a:avLst/>
              <a:gdLst/>
              <a:ahLst/>
              <a:cxnLst/>
              <a:rect l="l" t="t" r="r" b="b"/>
              <a:pathLst>
                <a:path w="836" h="505" extrusionOk="0">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7" name="Google Shape;6417;p60"/>
          <p:cNvGrpSpPr/>
          <p:nvPr/>
        </p:nvGrpSpPr>
        <p:grpSpPr>
          <a:xfrm>
            <a:off x="6850154" y="2297710"/>
            <a:ext cx="391460" cy="370127"/>
            <a:chOff x="6863329" y="2297710"/>
            <a:chExt cx="391460" cy="370127"/>
          </a:xfrm>
        </p:grpSpPr>
        <p:sp>
          <p:nvSpPr>
            <p:cNvPr id="6418" name="Google Shape;6418;p60"/>
            <p:cNvSpPr/>
            <p:nvPr/>
          </p:nvSpPr>
          <p:spPr>
            <a:xfrm>
              <a:off x="6979033" y="2297710"/>
              <a:ext cx="272603" cy="342961"/>
            </a:xfrm>
            <a:custGeom>
              <a:avLst/>
              <a:gdLst/>
              <a:ahLst/>
              <a:cxnLst/>
              <a:rect l="l" t="t" r="r" b="b"/>
              <a:pathLst>
                <a:path w="10376" h="13054" extrusionOk="0">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60"/>
            <p:cNvSpPr/>
            <p:nvPr/>
          </p:nvSpPr>
          <p:spPr>
            <a:xfrm>
              <a:off x="6979033" y="2606386"/>
              <a:ext cx="255342" cy="34286"/>
            </a:xfrm>
            <a:custGeom>
              <a:avLst/>
              <a:gdLst/>
              <a:ahLst/>
              <a:cxnLst/>
              <a:rect l="l" t="t" r="r" b="b"/>
              <a:pathLst>
                <a:path w="9719" h="1305" extrusionOk="0">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60"/>
            <p:cNvSpPr/>
            <p:nvPr/>
          </p:nvSpPr>
          <p:spPr>
            <a:xfrm>
              <a:off x="7176392" y="2552081"/>
              <a:ext cx="64709" cy="34102"/>
            </a:xfrm>
            <a:custGeom>
              <a:avLst/>
              <a:gdLst/>
              <a:ahLst/>
              <a:cxnLst/>
              <a:rect l="l" t="t" r="r" b="b"/>
              <a:pathLst>
                <a:path w="2463" h="1298" extrusionOk="0">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60"/>
            <p:cNvSpPr/>
            <p:nvPr/>
          </p:nvSpPr>
          <p:spPr>
            <a:xfrm>
              <a:off x="7176392" y="2497591"/>
              <a:ext cx="71461" cy="34102"/>
            </a:xfrm>
            <a:custGeom>
              <a:avLst/>
              <a:gdLst/>
              <a:ahLst/>
              <a:cxnLst/>
              <a:rect l="l" t="t" r="r" b="b"/>
              <a:pathLst>
                <a:path w="2720" h="1298" extrusionOk="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60"/>
            <p:cNvSpPr/>
            <p:nvPr/>
          </p:nvSpPr>
          <p:spPr>
            <a:xfrm>
              <a:off x="7176392" y="2443286"/>
              <a:ext cx="78397" cy="33944"/>
            </a:xfrm>
            <a:custGeom>
              <a:avLst/>
              <a:gdLst/>
              <a:ahLst/>
              <a:cxnLst/>
              <a:rect l="l" t="t" r="r" b="b"/>
              <a:pathLst>
                <a:path w="2984" h="1292" extrusionOk="0">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60"/>
            <p:cNvSpPr/>
            <p:nvPr/>
          </p:nvSpPr>
          <p:spPr>
            <a:xfrm>
              <a:off x="6863329" y="2450038"/>
              <a:ext cx="122666" cy="217799"/>
            </a:xfrm>
            <a:custGeom>
              <a:avLst/>
              <a:gdLst/>
              <a:ahLst/>
              <a:cxnLst/>
              <a:rect l="l" t="t" r="r" b="b"/>
              <a:pathLst>
                <a:path w="4669" h="8290" extrusionOk="0">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60"/>
            <p:cNvSpPr/>
            <p:nvPr/>
          </p:nvSpPr>
          <p:spPr>
            <a:xfrm>
              <a:off x="6863329" y="2449854"/>
              <a:ext cx="41011" cy="217983"/>
            </a:xfrm>
            <a:custGeom>
              <a:avLst/>
              <a:gdLst/>
              <a:ahLst/>
              <a:cxnLst/>
              <a:rect l="l" t="t" r="r" b="b"/>
              <a:pathLst>
                <a:path w="1561" h="8297" extrusionOk="0">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60"/>
            <p:cNvSpPr/>
            <p:nvPr/>
          </p:nvSpPr>
          <p:spPr>
            <a:xfrm>
              <a:off x="6917818" y="2599660"/>
              <a:ext cx="40827" cy="40827"/>
            </a:xfrm>
            <a:custGeom>
              <a:avLst/>
              <a:gdLst/>
              <a:ahLst/>
              <a:cxnLst/>
              <a:rect l="l" t="t" r="r" b="b"/>
              <a:pathLst>
                <a:path w="1554" h="1554" extrusionOk="0">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60"/>
            <p:cNvSpPr/>
            <p:nvPr/>
          </p:nvSpPr>
          <p:spPr>
            <a:xfrm>
              <a:off x="6924544" y="2606386"/>
              <a:ext cx="27376" cy="27376"/>
            </a:xfrm>
            <a:custGeom>
              <a:avLst/>
              <a:gdLst/>
              <a:ahLst/>
              <a:cxnLst/>
              <a:rect l="l" t="t" r="r" b="b"/>
              <a:pathLst>
                <a:path w="1042" h="1042" extrusionOk="0">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7" name="Google Shape;6427;p60"/>
          <p:cNvGrpSpPr/>
          <p:nvPr/>
        </p:nvGrpSpPr>
        <p:grpSpPr>
          <a:xfrm>
            <a:off x="7408313" y="2318518"/>
            <a:ext cx="342620" cy="328459"/>
            <a:chOff x="7421488" y="2318518"/>
            <a:chExt cx="342620" cy="328459"/>
          </a:xfrm>
        </p:grpSpPr>
        <p:sp>
          <p:nvSpPr>
            <p:cNvPr id="6428" name="Google Shape;6428;p60"/>
            <p:cNvSpPr/>
            <p:nvPr/>
          </p:nvSpPr>
          <p:spPr>
            <a:xfrm>
              <a:off x="7531754" y="2515641"/>
              <a:ext cx="9117" cy="18969"/>
            </a:xfrm>
            <a:custGeom>
              <a:avLst/>
              <a:gdLst/>
              <a:ahLst/>
              <a:cxnLst/>
              <a:rect l="l" t="t" r="r" b="b"/>
              <a:pathLst>
                <a:path w="347" h="722" extrusionOk="0">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60"/>
            <p:cNvSpPr/>
            <p:nvPr/>
          </p:nvSpPr>
          <p:spPr>
            <a:xfrm>
              <a:off x="7540844" y="2339983"/>
              <a:ext cx="223264" cy="234902"/>
            </a:xfrm>
            <a:custGeom>
              <a:avLst/>
              <a:gdLst/>
              <a:ahLst/>
              <a:cxnLst/>
              <a:rect l="l" t="t" r="r" b="b"/>
              <a:pathLst>
                <a:path w="8498" h="8941" extrusionOk="0">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60"/>
            <p:cNvSpPr/>
            <p:nvPr/>
          </p:nvSpPr>
          <p:spPr>
            <a:xfrm>
              <a:off x="7520456" y="2318518"/>
              <a:ext cx="235270" cy="227756"/>
            </a:xfrm>
            <a:custGeom>
              <a:avLst/>
              <a:gdLst/>
              <a:ahLst/>
              <a:cxnLst/>
              <a:rect l="l" t="t" r="r" b="b"/>
              <a:pathLst>
                <a:path w="8955" h="8669" extrusionOk="0">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60"/>
            <p:cNvSpPr/>
            <p:nvPr/>
          </p:nvSpPr>
          <p:spPr>
            <a:xfrm>
              <a:off x="7450283" y="2573598"/>
              <a:ext cx="152013" cy="73379"/>
            </a:xfrm>
            <a:custGeom>
              <a:avLst/>
              <a:gdLst/>
              <a:ahLst/>
              <a:cxnLst/>
              <a:rect l="l" t="t" r="r" b="b"/>
              <a:pathLst>
                <a:path w="5786" h="2793" extrusionOk="0">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60"/>
            <p:cNvSpPr/>
            <p:nvPr/>
          </p:nvSpPr>
          <p:spPr>
            <a:xfrm>
              <a:off x="7565093" y="2530958"/>
              <a:ext cx="83310" cy="46713"/>
            </a:xfrm>
            <a:custGeom>
              <a:avLst/>
              <a:gdLst/>
              <a:ahLst/>
              <a:cxnLst/>
              <a:rect l="l" t="t" r="r" b="b"/>
              <a:pathLst>
                <a:path w="3171" h="1778" extrusionOk="0">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60"/>
            <p:cNvSpPr/>
            <p:nvPr/>
          </p:nvSpPr>
          <p:spPr>
            <a:xfrm>
              <a:off x="7421488" y="2409447"/>
              <a:ext cx="236558" cy="227599"/>
            </a:xfrm>
            <a:custGeom>
              <a:avLst/>
              <a:gdLst/>
              <a:ahLst/>
              <a:cxnLst/>
              <a:rect l="l" t="t" r="r" b="b"/>
              <a:pathLst>
                <a:path w="9004" h="8663" extrusionOk="0">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60"/>
            <p:cNvSpPr/>
            <p:nvPr/>
          </p:nvSpPr>
          <p:spPr>
            <a:xfrm>
              <a:off x="7556161" y="2553368"/>
              <a:ext cx="36650" cy="22253"/>
            </a:xfrm>
            <a:custGeom>
              <a:avLst/>
              <a:gdLst/>
              <a:ahLst/>
              <a:cxnLst/>
              <a:rect l="l" t="t" r="r" b="b"/>
              <a:pathLst>
                <a:path w="1395" h="847" extrusionOk="0">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5" name="Google Shape;6435;p60"/>
          <p:cNvGrpSpPr/>
          <p:nvPr/>
        </p:nvGrpSpPr>
        <p:grpSpPr>
          <a:xfrm>
            <a:off x="2495198" y="2779889"/>
            <a:ext cx="337523" cy="337680"/>
            <a:chOff x="2508373" y="2779889"/>
            <a:chExt cx="337523" cy="337680"/>
          </a:xfrm>
        </p:grpSpPr>
        <p:sp>
          <p:nvSpPr>
            <p:cNvPr id="6436" name="Google Shape;6436;p60"/>
            <p:cNvSpPr/>
            <p:nvPr/>
          </p:nvSpPr>
          <p:spPr>
            <a:xfrm>
              <a:off x="2508373" y="2779889"/>
              <a:ext cx="256971" cy="256971"/>
            </a:xfrm>
            <a:custGeom>
              <a:avLst/>
              <a:gdLst/>
              <a:ahLst/>
              <a:cxnLst/>
              <a:rect l="l" t="t" r="r" b="b"/>
              <a:pathLst>
                <a:path w="9781" h="9781" extrusionOk="0">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60"/>
            <p:cNvSpPr/>
            <p:nvPr/>
          </p:nvSpPr>
          <p:spPr>
            <a:xfrm>
              <a:off x="2561391" y="2852034"/>
              <a:ext cx="131783" cy="112814"/>
            </a:xfrm>
            <a:custGeom>
              <a:avLst/>
              <a:gdLst/>
              <a:ahLst/>
              <a:cxnLst/>
              <a:rect l="l" t="t" r="r" b="b"/>
              <a:pathLst>
                <a:path w="5016" h="4294" extrusionOk="0">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60"/>
            <p:cNvSpPr/>
            <p:nvPr/>
          </p:nvSpPr>
          <p:spPr>
            <a:xfrm>
              <a:off x="2599302" y="2880277"/>
              <a:ext cx="65629" cy="56223"/>
            </a:xfrm>
            <a:custGeom>
              <a:avLst/>
              <a:gdLst/>
              <a:ahLst/>
              <a:cxnLst/>
              <a:rect l="l" t="t" r="r" b="b"/>
              <a:pathLst>
                <a:path w="2498" h="2140" extrusionOk="0">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60"/>
            <p:cNvSpPr/>
            <p:nvPr/>
          </p:nvSpPr>
          <p:spPr>
            <a:xfrm>
              <a:off x="2677121" y="2948611"/>
              <a:ext cx="168775" cy="168958"/>
            </a:xfrm>
            <a:custGeom>
              <a:avLst/>
              <a:gdLst/>
              <a:ahLst/>
              <a:cxnLst/>
              <a:rect l="l" t="t" r="r" b="b"/>
              <a:pathLst>
                <a:path w="6424" h="6431" extrusionOk="0">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60"/>
            <p:cNvSpPr/>
            <p:nvPr/>
          </p:nvSpPr>
          <p:spPr>
            <a:xfrm>
              <a:off x="2705180" y="2990910"/>
              <a:ext cx="98601" cy="84466"/>
            </a:xfrm>
            <a:custGeom>
              <a:avLst/>
              <a:gdLst/>
              <a:ahLst/>
              <a:cxnLst/>
              <a:rect l="l" t="t" r="r" b="b"/>
              <a:pathLst>
                <a:path w="3753" h="3215" extrusionOk="0">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60"/>
            <p:cNvSpPr/>
            <p:nvPr/>
          </p:nvSpPr>
          <p:spPr>
            <a:xfrm>
              <a:off x="2727774" y="3007856"/>
              <a:ext cx="59061" cy="50601"/>
            </a:xfrm>
            <a:custGeom>
              <a:avLst/>
              <a:gdLst/>
              <a:ahLst/>
              <a:cxnLst/>
              <a:rect l="l" t="t" r="r" b="b"/>
              <a:pathLst>
                <a:path w="2248" h="1926" extrusionOk="0">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2" name="Google Shape;6442;p60"/>
          <p:cNvGrpSpPr/>
          <p:nvPr/>
        </p:nvGrpSpPr>
        <p:grpSpPr>
          <a:xfrm>
            <a:off x="2137900" y="4141593"/>
            <a:ext cx="410613" cy="372229"/>
            <a:chOff x="1884401" y="4141593"/>
            <a:chExt cx="410613" cy="372229"/>
          </a:xfrm>
        </p:grpSpPr>
        <p:sp>
          <p:nvSpPr>
            <p:cNvPr id="6443" name="Google Shape;6443;p60"/>
            <p:cNvSpPr/>
            <p:nvPr/>
          </p:nvSpPr>
          <p:spPr>
            <a:xfrm>
              <a:off x="1934529" y="4484476"/>
              <a:ext cx="343697" cy="29346"/>
            </a:xfrm>
            <a:custGeom>
              <a:avLst/>
              <a:gdLst/>
              <a:ahLst/>
              <a:cxnLst/>
              <a:rect l="l" t="t" r="r" b="b"/>
              <a:pathLst>
                <a:path w="13082" h="1117" extrusionOk="0">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60"/>
            <p:cNvSpPr/>
            <p:nvPr/>
          </p:nvSpPr>
          <p:spPr>
            <a:xfrm>
              <a:off x="1884401" y="4269619"/>
              <a:ext cx="345720" cy="189635"/>
            </a:xfrm>
            <a:custGeom>
              <a:avLst/>
              <a:gdLst/>
              <a:ahLst/>
              <a:cxnLst/>
              <a:rect l="l" t="t" r="r" b="b"/>
              <a:pathLst>
                <a:path w="13159" h="7218" extrusionOk="0">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60"/>
            <p:cNvSpPr/>
            <p:nvPr/>
          </p:nvSpPr>
          <p:spPr>
            <a:xfrm>
              <a:off x="2097970" y="4322006"/>
              <a:ext cx="104827" cy="110003"/>
            </a:xfrm>
            <a:custGeom>
              <a:avLst/>
              <a:gdLst/>
              <a:ahLst/>
              <a:cxnLst/>
              <a:rect l="l" t="t" r="r" b="b"/>
              <a:pathLst>
                <a:path w="3990" h="4187" extrusionOk="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60"/>
            <p:cNvSpPr/>
            <p:nvPr/>
          </p:nvSpPr>
          <p:spPr>
            <a:xfrm>
              <a:off x="2190187" y="4269619"/>
              <a:ext cx="12611" cy="39829"/>
            </a:xfrm>
            <a:custGeom>
              <a:avLst/>
              <a:gdLst/>
              <a:ahLst/>
              <a:cxnLst/>
              <a:rect l="l" t="t" r="r" b="b"/>
              <a:pathLst>
                <a:path w="480" h="1516" extrusionOk="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60"/>
            <p:cNvSpPr/>
            <p:nvPr/>
          </p:nvSpPr>
          <p:spPr>
            <a:xfrm>
              <a:off x="2069018" y="4141593"/>
              <a:ext cx="24250" cy="109083"/>
            </a:xfrm>
            <a:custGeom>
              <a:avLst/>
              <a:gdLst/>
              <a:ahLst/>
              <a:cxnLst/>
              <a:rect l="l" t="t" r="r" b="b"/>
              <a:pathLst>
                <a:path w="923" h="4152" extrusionOk="0">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60"/>
            <p:cNvSpPr/>
            <p:nvPr/>
          </p:nvSpPr>
          <p:spPr>
            <a:xfrm>
              <a:off x="2119303" y="4141593"/>
              <a:ext cx="24276" cy="109083"/>
            </a:xfrm>
            <a:custGeom>
              <a:avLst/>
              <a:gdLst/>
              <a:ahLst/>
              <a:cxnLst/>
              <a:rect l="l" t="t" r="r" b="b"/>
              <a:pathLst>
                <a:path w="924" h="4152" extrusionOk="0">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60"/>
            <p:cNvSpPr/>
            <p:nvPr/>
          </p:nvSpPr>
          <p:spPr>
            <a:xfrm>
              <a:off x="1917583" y="4478091"/>
              <a:ext cx="377431" cy="12585"/>
            </a:xfrm>
            <a:custGeom>
              <a:avLst/>
              <a:gdLst/>
              <a:ahLst/>
              <a:cxnLst/>
              <a:rect l="l" t="t" r="r" b="b"/>
              <a:pathLst>
                <a:path w="14366" h="479" extrusionOk="0">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0" name="Google Shape;6450;p60"/>
          <p:cNvGrpSpPr/>
          <p:nvPr/>
        </p:nvGrpSpPr>
        <p:grpSpPr>
          <a:xfrm>
            <a:off x="1417658" y="2773689"/>
            <a:ext cx="294515" cy="349897"/>
            <a:chOff x="1430832" y="2773689"/>
            <a:chExt cx="294515" cy="349897"/>
          </a:xfrm>
        </p:grpSpPr>
        <p:sp>
          <p:nvSpPr>
            <p:cNvPr id="6451" name="Google Shape;6451;p60"/>
            <p:cNvSpPr/>
            <p:nvPr/>
          </p:nvSpPr>
          <p:spPr>
            <a:xfrm>
              <a:off x="1430832" y="2794996"/>
              <a:ext cx="90062" cy="149648"/>
            </a:xfrm>
            <a:custGeom>
              <a:avLst/>
              <a:gdLst/>
              <a:ahLst/>
              <a:cxnLst/>
              <a:rect l="l" t="t" r="r" b="b"/>
              <a:pathLst>
                <a:path w="3428" h="5696" extrusionOk="0">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60"/>
            <p:cNvSpPr/>
            <p:nvPr/>
          </p:nvSpPr>
          <p:spPr>
            <a:xfrm>
              <a:off x="1635127" y="2795180"/>
              <a:ext cx="90220" cy="149464"/>
            </a:xfrm>
            <a:custGeom>
              <a:avLst/>
              <a:gdLst/>
              <a:ahLst/>
              <a:cxnLst/>
              <a:rect l="l" t="t" r="r" b="b"/>
              <a:pathLst>
                <a:path w="3434" h="5689" extrusionOk="0">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60"/>
            <p:cNvSpPr/>
            <p:nvPr/>
          </p:nvSpPr>
          <p:spPr>
            <a:xfrm>
              <a:off x="1566609" y="2972861"/>
              <a:ext cx="22988" cy="104249"/>
            </a:xfrm>
            <a:custGeom>
              <a:avLst/>
              <a:gdLst/>
              <a:ahLst/>
              <a:cxnLst/>
              <a:rect l="l" t="t" r="r" b="b"/>
              <a:pathLst>
                <a:path w="875" h="3968" extrusionOk="0">
                  <a:moveTo>
                    <a:pt x="0" y="0"/>
                  </a:moveTo>
                  <a:lnTo>
                    <a:pt x="0" y="3968"/>
                  </a:lnTo>
                  <a:lnTo>
                    <a:pt x="874" y="3968"/>
                  </a:lnTo>
                  <a:lnTo>
                    <a:pt x="874"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60"/>
            <p:cNvSpPr/>
            <p:nvPr/>
          </p:nvSpPr>
          <p:spPr>
            <a:xfrm>
              <a:off x="1493703" y="2785354"/>
              <a:ext cx="168775" cy="206108"/>
            </a:xfrm>
            <a:custGeom>
              <a:avLst/>
              <a:gdLst/>
              <a:ahLst/>
              <a:cxnLst/>
              <a:rect l="l" t="t" r="r" b="b"/>
              <a:pathLst>
                <a:path w="6424" h="7845" extrusionOk="0">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60"/>
            <p:cNvSpPr/>
            <p:nvPr/>
          </p:nvSpPr>
          <p:spPr>
            <a:xfrm>
              <a:off x="1562037" y="2785354"/>
              <a:ext cx="100440" cy="206108"/>
            </a:xfrm>
            <a:custGeom>
              <a:avLst/>
              <a:gdLst/>
              <a:ahLst/>
              <a:cxnLst/>
              <a:rect l="l" t="t" r="r" b="b"/>
              <a:pathLst>
                <a:path w="3823" h="7845" extrusionOk="0">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60"/>
            <p:cNvSpPr/>
            <p:nvPr/>
          </p:nvSpPr>
          <p:spPr>
            <a:xfrm>
              <a:off x="1482773" y="2773689"/>
              <a:ext cx="190817" cy="23172"/>
            </a:xfrm>
            <a:custGeom>
              <a:avLst/>
              <a:gdLst/>
              <a:ahLst/>
              <a:cxnLst/>
              <a:rect l="l" t="t" r="r" b="b"/>
              <a:pathLst>
                <a:path w="7263" h="882" extrusionOk="0">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60"/>
            <p:cNvSpPr/>
            <p:nvPr/>
          </p:nvSpPr>
          <p:spPr>
            <a:xfrm>
              <a:off x="1641669" y="2773689"/>
              <a:ext cx="31921" cy="23172"/>
            </a:xfrm>
            <a:custGeom>
              <a:avLst/>
              <a:gdLst/>
              <a:ahLst/>
              <a:cxnLst/>
              <a:rect l="l" t="t" r="r" b="b"/>
              <a:pathLst>
                <a:path w="1215" h="882" extrusionOk="0">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60"/>
            <p:cNvSpPr/>
            <p:nvPr/>
          </p:nvSpPr>
          <p:spPr>
            <a:xfrm>
              <a:off x="1536343" y="2836060"/>
              <a:ext cx="83494" cy="78975"/>
            </a:xfrm>
            <a:custGeom>
              <a:avLst/>
              <a:gdLst/>
              <a:ahLst/>
              <a:cxnLst/>
              <a:rect l="l" t="t" r="r" b="b"/>
              <a:pathLst>
                <a:path w="3178" h="3006" extrusionOk="0">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60"/>
            <p:cNvSpPr/>
            <p:nvPr/>
          </p:nvSpPr>
          <p:spPr>
            <a:xfrm>
              <a:off x="1556205" y="2977958"/>
              <a:ext cx="43770" cy="21543"/>
            </a:xfrm>
            <a:custGeom>
              <a:avLst/>
              <a:gdLst/>
              <a:ahLst/>
              <a:cxnLst/>
              <a:rect l="l" t="t" r="r" b="b"/>
              <a:pathLst>
                <a:path w="1666" h="820" extrusionOk="0">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60"/>
            <p:cNvSpPr/>
            <p:nvPr/>
          </p:nvSpPr>
          <p:spPr>
            <a:xfrm>
              <a:off x="1533427" y="3061609"/>
              <a:ext cx="89326" cy="30818"/>
            </a:xfrm>
            <a:custGeom>
              <a:avLst/>
              <a:gdLst/>
              <a:ahLst/>
              <a:cxnLst/>
              <a:rect l="l" t="t" r="r" b="b"/>
              <a:pathLst>
                <a:path w="3400" h="1173" extrusionOk="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60"/>
            <p:cNvSpPr/>
            <p:nvPr/>
          </p:nvSpPr>
          <p:spPr>
            <a:xfrm>
              <a:off x="1591200" y="3061609"/>
              <a:ext cx="31737" cy="30818"/>
            </a:xfrm>
            <a:custGeom>
              <a:avLst/>
              <a:gdLst/>
              <a:ahLst/>
              <a:cxnLst/>
              <a:rect l="l" t="t" r="r" b="b"/>
              <a:pathLst>
                <a:path w="1208" h="1173" extrusionOk="0">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60"/>
            <p:cNvSpPr/>
            <p:nvPr/>
          </p:nvSpPr>
          <p:spPr>
            <a:xfrm>
              <a:off x="1501006" y="3084756"/>
              <a:ext cx="154193" cy="38831"/>
            </a:xfrm>
            <a:custGeom>
              <a:avLst/>
              <a:gdLst/>
              <a:ahLst/>
              <a:cxnLst/>
              <a:rect l="l" t="t" r="r" b="b"/>
              <a:pathLst>
                <a:path w="5869" h="1478" extrusionOk="0">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60"/>
            <p:cNvSpPr/>
            <p:nvPr/>
          </p:nvSpPr>
          <p:spPr>
            <a:xfrm>
              <a:off x="1616159" y="3084756"/>
              <a:ext cx="38857" cy="38647"/>
            </a:xfrm>
            <a:custGeom>
              <a:avLst/>
              <a:gdLst/>
              <a:ahLst/>
              <a:cxnLst/>
              <a:rect l="l" t="t" r="r" b="b"/>
              <a:pathLst>
                <a:path w="1479" h="1471" extrusionOk="0">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4" name="Google Shape;6464;p60"/>
          <p:cNvGrpSpPr/>
          <p:nvPr/>
        </p:nvGrpSpPr>
        <p:grpSpPr>
          <a:xfrm>
            <a:off x="3069042" y="2788586"/>
            <a:ext cx="288866" cy="320236"/>
            <a:chOff x="3082217" y="2788586"/>
            <a:chExt cx="288866" cy="320236"/>
          </a:xfrm>
        </p:grpSpPr>
        <p:sp>
          <p:nvSpPr>
            <p:cNvPr id="6465" name="Google Shape;6465;p60"/>
            <p:cNvSpPr/>
            <p:nvPr/>
          </p:nvSpPr>
          <p:spPr>
            <a:xfrm>
              <a:off x="3082401" y="2867508"/>
              <a:ext cx="275178" cy="241313"/>
            </a:xfrm>
            <a:custGeom>
              <a:avLst/>
              <a:gdLst/>
              <a:ahLst/>
              <a:cxnLst/>
              <a:rect l="l" t="t" r="r" b="b"/>
              <a:pathLst>
                <a:path w="10474" h="9185" extrusionOk="0">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60"/>
            <p:cNvSpPr/>
            <p:nvPr/>
          </p:nvSpPr>
          <p:spPr>
            <a:xfrm>
              <a:off x="3082217" y="2867508"/>
              <a:ext cx="219980" cy="241313"/>
            </a:xfrm>
            <a:custGeom>
              <a:avLst/>
              <a:gdLst/>
              <a:ahLst/>
              <a:cxnLst/>
              <a:rect l="l" t="t" r="r" b="b"/>
              <a:pathLst>
                <a:path w="8373" h="9185" extrusionOk="0">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60"/>
            <p:cNvSpPr/>
            <p:nvPr/>
          </p:nvSpPr>
          <p:spPr>
            <a:xfrm>
              <a:off x="3233100" y="2788586"/>
              <a:ext cx="137983" cy="76269"/>
            </a:xfrm>
            <a:custGeom>
              <a:avLst/>
              <a:gdLst/>
              <a:ahLst/>
              <a:cxnLst/>
              <a:rect l="l" t="t" r="r" b="b"/>
              <a:pathLst>
                <a:path w="5252" h="2903" extrusionOk="0">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60"/>
            <p:cNvSpPr/>
            <p:nvPr/>
          </p:nvSpPr>
          <p:spPr>
            <a:xfrm>
              <a:off x="3232916" y="2788586"/>
              <a:ext cx="138167" cy="51258"/>
            </a:xfrm>
            <a:custGeom>
              <a:avLst/>
              <a:gdLst/>
              <a:ahLst/>
              <a:cxnLst/>
              <a:rect l="l" t="t" r="r" b="b"/>
              <a:pathLst>
                <a:path w="5259" h="1951" extrusionOk="0">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60"/>
            <p:cNvSpPr/>
            <p:nvPr/>
          </p:nvSpPr>
          <p:spPr>
            <a:xfrm>
              <a:off x="3293605" y="2915403"/>
              <a:ext cx="38831" cy="55540"/>
            </a:xfrm>
            <a:custGeom>
              <a:avLst/>
              <a:gdLst/>
              <a:ahLst/>
              <a:cxnLst/>
              <a:rect l="l" t="t" r="r" b="b"/>
              <a:pathLst>
                <a:path w="1478" h="2114" extrusionOk="0">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60"/>
            <p:cNvSpPr/>
            <p:nvPr/>
          </p:nvSpPr>
          <p:spPr>
            <a:xfrm>
              <a:off x="3191379" y="2892677"/>
              <a:ext cx="57405" cy="13136"/>
            </a:xfrm>
            <a:custGeom>
              <a:avLst/>
              <a:gdLst/>
              <a:ahLst/>
              <a:cxnLst/>
              <a:rect l="l" t="t" r="r" b="b"/>
              <a:pathLst>
                <a:path w="2185" h="500" extrusionOk="0">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60"/>
            <p:cNvSpPr/>
            <p:nvPr/>
          </p:nvSpPr>
          <p:spPr>
            <a:xfrm>
              <a:off x="3195320" y="2830070"/>
              <a:ext cx="49708" cy="75560"/>
            </a:xfrm>
            <a:custGeom>
              <a:avLst/>
              <a:gdLst/>
              <a:ahLst/>
              <a:cxnLst/>
              <a:rect l="l" t="t" r="r" b="b"/>
              <a:pathLst>
                <a:path w="1892" h="2876" extrusionOk="0">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2" name="Google Shape;6472;p60"/>
          <p:cNvGrpSpPr/>
          <p:nvPr/>
        </p:nvGrpSpPr>
        <p:grpSpPr>
          <a:xfrm>
            <a:off x="3597382" y="2780704"/>
            <a:ext cx="325017" cy="336052"/>
            <a:chOff x="3610557" y="2780704"/>
            <a:chExt cx="325017" cy="336052"/>
          </a:xfrm>
        </p:grpSpPr>
        <p:sp>
          <p:nvSpPr>
            <p:cNvPr id="6473" name="Google Shape;6473;p60"/>
            <p:cNvSpPr/>
            <p:nvPr/>
          </p:nvSpPr>
          <p:spPr>
            <a:xfrm>
              <a:off x="3610557" y="2780704"/>
              <a:ext cx="324702" cy="335973"/>
            </a:xfrm>
            <a:custGeom>
              <a:avLst/>
              <a:gdLst/>
              <a:ahLst/>
              <a:cxnLst/>
              <a:rect l="l" t="t" r="r" b="b"/>
              <a:pathLst>
                <a:path w="12359" h="12788" extrusionOk="0">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60"/>
            <p:cNvSpPr/>
            <p:nvPr/>
          </p:nvSpPr>
          <p:spPr>
            <a:xfrm>
              <a:off x="3665703" y="2864434"/>
              <a:ext cx="67967" cy="252321"/>
            </a:xfrm>
            <a:custGeom>
              <a:avLst/>
              <a:gdLst/>
              <a:ahLst/>
              <a:cxnLst/>
              <a:rect l="l" t="t" r="r" b="b"/>
              <a:pathLst>
                <a:path w="2587" h="9604" extrusionOk="0">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60"/>
            <p:cNvSpPr/>
            <p:nvPr/>
          </p:nvSpPr>
          <p:spPr>
            <a:xfrm>
              <a:off x="3867633" y="2780704"/>
              <a:ext cx="67941" cy="294830"/>
            </a:xfrm>
            <a:custGeom>
              <a:avLst/>
              <a:gdLst/>
              <a:ahLst/>
              <a:cxnLst/>
              <a:rect l="l" t="t" r="r" b="b"/>
              <a:pathLst>
                <a:path w="2586" h="11222" extrusionOk="0">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6" name="Google Shape;6476;p60"/>
          <p:cNvGrpSpPr/>
          <p:nvPr/>
        </p:nvGrpSpPr>
        <p:grpSpPr>
          <a:xfrm>
            <a:off x="4165893" y="2811495"/>
            <a:ext cx="286475" cy="274390"/>
            <a:chOff x="4179067" y="2811495"/>
            <a:chExt cx="286475" cy="274390"/>
          </a:xfrm>
        </p:grpSpPr>
        <p:sp>
          <p:nvSpPr>
            <p:cNvPr id="6477" name="Google Shape;6477;p60"/>
            <p:cNvSpPr/>
            <p:nvPr/>
          </p:nvSpPr>
          <p:spPr>
            <a:xfrm>
              <a:off x="4333786" y="2956651"/>
              <a:ext cx="69990" cy="69990"/>
            </a:xfrm>
            <a:custGeom>
              <a:avLst/>
              <a:gdLst/>
              <a:ahLst/>
              <a:cxnLst/>
              <a:rect l="l" t="t" r="r" b="b"/>
              <a:pathLst>
                <a:path w="2664" h="2664" extrusionOk="0">
                  <a:moveTo>
                    <a:pt x="493" y="0"/>
                  </a:moveTo>
                  <a:lnTo>
                    <a:pt x="0" y="493"/>
                  </a:lnTo>
                  <a:lnTo>
                    <a:pt x="2171" y="2664"/>
                  </a:lnTo>
                  <a:lnTo>
                    <a:pt x="2664" y="2171"/>
                  </a:lnTo>
                  <a:lnTo>
                    <a:pt x="493" y="0"/>
                  </a:ln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60"/>
            <p:cNvSpPr/>
            <p:nvPr/>
          </p:nvSpPr>
          <p:spPr>
            <a:xfrm>
              <a:off x="4363290" y="2987022"/>
              <a:ext cx="102253" cy="98785"/>
            </a:xfrm>
            <a:custGeom>
              <a:avLst/>
              <a:gdLst/>
              <a:ahLst/>
              <a:cxnLst/>
              <a:rect l="l" t="t" r="r" b="b"/>
              <a:pathLst>
                <a:path w="3892" h="3760" extrusionOk="0">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60"/>
            <p:cNvSpPr/>
            <p:nvPr/>
          </p:nvSpPr>
          <p:spPr>
            <a:xfrm>
              <a:off x="4363474" y="2993826"/>
              <a:ext cx="98259" cy="92059"/>
            </a:xfrm>
            <a:custGeom>
              <a:avLst/>
              <a:gdLst/>
              <a:ahLst/>
              <a:cxnLst/>
              <a:rect l="l" t="t" r="r" b="b"/>
              <a:pathLst>
                <a:path w="3740" h="3504" extrusionOk="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60"/>
            <p:cNvSpPr/>
            <p:nvPr/>
          </p:nvSpPr>
          <p:spPr>
            <a:xfrm>
              <a:off x="4179067" y="2811495"/>
              <a:ext cx="215408" cy="196282"/>
            </a:xfrm>
            <a:custGeom>
              <a:avLst/>
              <a:gdLst/>
              <a:ahLst/>
              <a:cxnLst/>
              <a:rect l="l" t="t" r="r" b="b"/>
              <a:pathLst>
                <a:path w="8199" h="7471" extrusionOk="0">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60"/>
            <p:cNvSpPr/>
            <p:nvPr/>
          </p:nvSpPr>
          <p:spPr>
            <a:xfrm>
              <a:off x="4204210" y="2834405"/>
              <a:ext cx="165123" cy="150463"/>
            </a:xfrm>
            <a:custGeom>
              <a:avLst/>
              <a:gdLst/>
              <a:ahLst/>
              <a:cxnLst/>
              <a:rect l="l" t="t" r="r" b="b"/>
              <a:pathLst>
                <a:path w="6285" h="5727" extrusionOk="0">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60"/>
            <p:cNvSpPr/>
            <p:nvPr/>
          </p:nvSpPr>
          <p:spPr>
            <a:xfrm>
              <a:off x="4204210" y="2850037"/>
              <a:ext cx="142160" cy="133175"/>
            </a:xfrm>
            <a:custGeom>
              <a:avLst/>
              <a:gdLst/>
              <a:ahLst/>
              <a:cxnLst/>
              <a:rect l="l" t="t" r="r" b="b"/>
              <a:pathLst>
                <a:path w="5411" h="5069" extrusionOk="0">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60"/>
            <p:cNvSpPr/>
            <p:nvPr/>
          </p:nvSpPr>
          <p:spPr>
            <a:xfrm>
              <a:off x="4246666" y="2855186"/>
              <a:ext cx="81103" cy="22883"/>
            </a:xfrm>
            <a:custGeom>
              <a:avLst/>
              <a:gdLst/>
              <a:ahLst/>
              <a:cxnLst/>
              <a:rect l="l" t="t" r="r" b="b"/>
              <a:pathLst>
                <a:path w="3087" h="871" extrusionOk="0">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60"/>
            <p:cNvSpPr/>
            <p:nvPr/>
          </p:nvSpPr>
          <p:spPr>
            <a:xfrm>
              <a:off x="4363290" y="2987022"/>
              <a:ext cx="41589" cy="40722"/>
            </a:xfrm>
            <a:custGeom>
              <a:avLst/>
              <a:gdLst/>
              <a:ahLst/>
              <a:cxnLst/>
              <a:rect l="l" t="t" r="r" b="b"/>
              <a:pathLst>
                <a:path w="1583" h="1550" extrusionOk="0">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60"/>
            <p:cNvSpPr/>
            <p:nvPr/>
          </p:nvSpPr>
          <p:spPr>
            <a:xfrm>
              <a:off x="4363474" y="2993826"/>
              <a:ext cx="29189" cy="33918"/>
            </a:xfrm>
            <a:custGeom>
              <a:avLst/>
              <a:gdLst/>
              <a:ahLst/>
              <a:cxnLst/>
              <a:rect l="l" t="t" r="r" b="b"/>
              <a:pathLst>
                <a:path w="1111" h="1291" extrusionOk="0">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6" name="Google Shape;6486;p60"/>
          <p:cNvGrpSpPr/>
          <p:nvPr/>
        </p:nvGrpSpPr>
        <p:grpSpPr>
          <a:xfrm>
            <a:off x="4673583" y="2762156"/>
            <a:ext cx="371047" cy="374199"/>
            <a:chOff x="4686757" y="2762156"/>
            <a:chExt cx="371047" cy="374199"/>
          </a:xfrm>
        </p:grpSpPr>
        <p:sp>
          <p:nvSpPr>
            <p:cNvPr id="6487" name="Google Shape;6487;p60"/>
            <p:cNvSpPr/>
            <p:nvPr/>
          </p:nvSpPr>
          <p:spPr>
            <a:xfrm>
              <a:off x="4696767" y="2762156"/>
              <a:ext cx="353207" cy="374199"/>
            </a:xfrm>
            <a:custGeom>
              <a:avLst/>
              <a:gdLst/>
              <a:ahLst/>
              <a:cxnLst/>
              <a:rect l="l" t="t" r="r" b="b"/>
              <a:pathLst>
                <a:path w="13444" h="14243" extrusionOk="0">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60"/>
            <p:cNvSpPr/>
            <p:nvPr/>
          </p:nvSpPr>
          <p:spPr>
            <a:xfrm>
              <a:off x="4843656" y="2919134"/>
              <a:ext cx="62161" cy="59244"/>
            </a:xfrm>
            <a:custGeom>
              <a:avLst/>
              <a:gdLst/>
              <a:ahLst/>
              <a:cxnLst/>
              <a:rect l="l" t="t" r="r" b="b"/>
              <a:pathLst>
                <a:path w="2366" h="2255" extrusionOk="0">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60"/>
            <p:cNvSpPr/>
            <p:nvPr/>
          </p:nvSpPr>
          <p:spPr>
            <a:xfrm>
              <a:off x="4686757" y="2827311"/>
              <a:ext cx="62660" cy="48473"/>
            </a:xfrm>
            <a:custGeom>
              <a:avLst/>
              <a:gdLst/>
              <a:ahLst/>
              <a:cxnLst/>
              <a:rect l="l" t="t" r="r" b="b"/>
              <a:pathLst>
                <a:path w="2385" h="1845" extrusionOk="0">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60"/>
            <p:cNvSpPr/>
            <p:nvPr/>
          </p:nvSpPr>
          <p:spPr>
            <a:xfrm>
              <a:off x="5005600" y="3019416"/>
              <a:ext cx="52020" cy="48604"/>
            </a:xfrm>
            <a:custGeom>
              <a:avLst/>
              <a:gdLst/>
              <a:ahLst/>
              <a:cxnLst/>
              <a:rect l="l" t="t" r="r" b="b"/>
              <a:pathLst>
                <a:path w="1980" h="1850" extrusionOk="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60"/>
            <p:cNvSpPr/>
            <p:nvPr/>
          </p:nvSpPr>
          <p:spPr>
            <a:xfrm>
              <a:off x="4857476" y="2936946"/>
              <a:ext cx="48341" cy="41484"/>
            </a:xfrm>
            <a:custGeom>
              <a:avLst/>
              <a:gdLst/>
              <a:ahLst/>
              <a:cxnLst/>
              <a:rect l="l" t="t" r="r" b="b"/>
              <a:pathLst>
                <a:path w="1840" h="1579" extrusionOk="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60"/>
            <p:cNvSpPr/>
            <p:nvPr/>
          </p:nvSpPr>
          <p:spPr>
            <a:xfrm>
              <a:off x="4708563" y="2844940"/>
              <a:ext cx="34890" cy="30844"/>
            </a:xfrm>
            <a:custGeom>
              <a:avLst/>
              <a:gdLst/>
              <a:ahLst/>
              <a:cxnLst/>
              <a:rect l="l" t="t" r="r" b="b"/>
              <a:pathLst>
                <a:path w="1328" h="1174" extrusionOk="0">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60"/>
            <p:cNvSpPr/>
            <p:nvPr/>
          </p:nvSpPr>
          <p:spPr>
            <a:xfrm>
              <a:off x="5022914" y="3037176"/>
              <a:ext cx="34890" cy="30765"/>
            </a:xfrm>
            <a:custGeom>
              <a:avLst/>
              <a:gdLst/>
              <a:ahLst/>
              <a:cxnLst/>
              <a:rect l="l" t="t" r="r" b="b"/>
              <a:pathLst>
                <a:path w="1328" h="1171" extrusionOk="0">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4" name="Google Shape;6494;p60"/>
          <p:cNvGrpSpPr/>
          <p:nvPr/>
        </p:nvGrpSpPr>
        <p:grpSpPr>
          <a:xfrm>
            <a:off x="5208438" y="2784802"/>
            <a:ext cx="406567" cy="327855"/>
            <a:chOff x="5221613" y="2784802"/>
            <a:chExt cx="406567" cy="327855"/>
          </a:xfrm>
        </p:grpSpPr>
        <p:sp>
          <p:nvSpPr>
            <p:cNvPr id="6495" name="Google Shape;6495;p60"/>
            <p:cNvSpPr/>
            <p:nvPr/>
          </p:nvSpPr>
          <p:spPr>
            <a:xfrm>
              <a:off x="5221613" y="2811049"/>
              <a:ext cx="406567" cy="301608"/>
            </a:xfrm>
            <a:custGeom>
              <a:avLst/>
              <a:gdLst/>
              <a:ahLst/>
              <a:cxnLst/>
              <a:rect l="l" t="t" r="r" b="b"/>
              <a:pathLst>
                <a:path w="15475" h="11480" extrusionOk="0">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60"/>
            <p:cNvSpPr/>
            <p:nvPr/>
          </p:nvSpPr>
          <p:spPr>
            <a:xfrm>
              <a:off x="5221613" y="2811049"/>
              <a:ext cx="406567" cy="39382"/>
            </a:xfrm>
            <a:custGeom>
              <a:avLst/>
              <a:gdLst/>
              <a:ahLst/>
              <a:cxnLst/>
              <a:rect l="l" t="t" r="r" b="b"/>
              <a:pathLst>
                <a:path w="15475" h="1499" extrusionOk="0">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60"/>
            <p:cNvSpPr/>
            <p:nvPr/>
          </p:nvSpPr>
          <p:spPr>
            <a:xfrm>
              <a:off x="5247833" y="2811049"/>
              <a:ext cx="52519" cy="26246"/>
            </a:xfrm>
            <a:custGeom>
              <a:avLst/>
              <a:gdLst/>
              <a:ahLst/>
              <a:cxnLst/>
              <a:rect l="l" t="t" r="r" b="b"/>
              <a:pathLst>
                <a:path w="1999" h="999" extrusionOk="0">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60"/>
            <p:cNvSpPr/>
            <p:nvPr/>
          </p:nvSpPr>
          <p:spPr>
            <a:xfrm>
              <a:off x="5549441" y="2811049"/>
              <a:ext cx="52492" cy="26246"/>
            </a:xfrm>
            <a:custGeom>
              <a:avLst/>
              <a:gdLst/>
              <a:ahLst/>
              <a:cxnLst/>
              <a:rect l="l" t="t" r="r" b="b"/>
              <a:pathLst>
                <a:path w="1998" h="999" extrusionOk="0">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60"/>
            <p:cNvSpPr/>
            <p:nvPr/>
          </p:nvSpPr>
          <p:spPr>
            <a:xfrm>
              <a:off x="5260969" y="2784802"/>
              <a:ext cx="26272" cy="39382"/>
            </a:xfrm>
            <a:custGeom>
              <a:avLst/>
              <a:gdLst/>
              <a:ahLst/>
              <a:cxnLst/>
              <a:rect l="l" t="t" r="r" b="b"/>
              <a:pathLst>
                <a:path w="1000" h="1499" extrusionOk="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60"/>
            <p:cNvSpPr/>
            <p:nvPr/>
          </p:nvSpPr>
          <p:spPr>
            <a:xfrm>
              <a:off x="5260969" y="2784802"/>
              <a:ext cx="26272" cy="19704"/>
            </a:xfrm>
            <a:custGeom>
              <a:avLst/>
              <a:gdLst/>
              <a:ahLst/>
              <a:cxnLst/>
              <a:rect l="l" t="t" r="r" b="b"/>
              <a:pathLst>
                <a:path w="1000" h="750" extrusionOk="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60"/>
            <p:cNvSpPr/>
            <p:nvPr/>
          </p:nvSpPr>
          <p:spPr>
            <a:xfrm>
              <a:off x="5562551" y="2784802"/>
              <a:ext cx="26456" cy="39382"/>
            </a:xfrm>
            <a:custGeom>
              <a:avLst/>
              <a:gdLst/>
              <a:ahLst/>
              <a:cxnLst/>
              <a:rect l="l" t="t" r="r" b="b"/>
              <a:pathLst>
                <a:path w="1007" h="1499" extrusionOk="0">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60"/>
            <p:cNvSpPr/>
            <p:nvPr/>
          </p:nvSpPr>
          <p:spPr>
            <a:xfrm>
              <a:off x="5562551" y="2784802"/>
              <a:ext cx="26456" cy="19704"/>
            </a:xfrm>
            <a:custGeom>
              <a:avLst/>
              <a:gdLst/>
              <a:ahLst/>
              <a:cxnLst/>
              <a:rect l="l" t="t" r="r" b="b"/>
              <a:pathLst>
                <a:path w="1007" h="750" extrusionOk="0">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60"/>
            <p:cNvSpPr/>
            <p:nvPr/>
          </p:nvSpPr>
          <p:spPr>
            <a:xfrm>
              <a:off x="5221613" y="2850405"/>
              <a:ext cx="406567" cy="13136"/>
            </a:xfrm>
            <a:custGeom>
              <a:avLst/>
              <a:gdLst/>
              <a:ahLst/>
              <a:cxnLst/>
              <a:rect l="l" t="t" r="r" b="b"/>
              <a:pathLst>
                <a:path w="15475" h="500" extrusionOk="0">
                  <a:moveTo>
                    <a:pt x="0" y="0"/>
                  </a:moveTo>
                  <a:lnTo>
                    <a:pt x="0" y="500"/>
                  </a:lnTo>
                  <a:lnTo>
                    <a:pt x="15475" y="500"/>
                  </a:lnTo>
                  <a:lnTo>
                    <a:pt x="15475" y="0"/>
                  </a:lnTo>
                  <a:close/>
                </a:path>
              </a:pathLst>
            </a:custGeom>
            <a:solidFill>
              <a:srgbClr val="CB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60"/>
            <p:cNvSpPr/>
            <p:nvPr/>
          </p:nvSpPr>
          <p:spPr>
            <a:xfrm>
              <a:off x="5260969"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60"/>
            <p:cNvSpPr/>
            <p:nvPr/>
          </p:nvSpPr>
          <p:spPr>
            <a:xfrm>
              <a:off x="5260969"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60"/>
            <p:cNvSpPr/>
            <p:nvPr/>
          </p:nvSpPr>
          <p:spPr>
            <a:xfrm>
              <a:off x="5260969"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60"/>
            <p:cNvSpPr/>
            <p:nvPr/>
          </p:nvSpPr>
          <p:spPr>
            <a:xfrm>
              <a:off x="5352818"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60"/>
            <p:cNvSpPr/>
            <p:nvPr/>
          </p:nvSpPr>
          <p:spPr>
            <a:xfrm>
              <a:off x="5444482"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60"/>
            <p:cNvSpPr/>
            <p:nvPr/>
          </p:nvSpPr>
          <p:spPr>
            <a:xfrm>
              <a:off x="5352818"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60"/>
            <p:cNvSpPr/>
            <p:nvPr/>
          </p:nvSpPr>
          <p:spPr>
            <a:xfrm>
              <a:off x="5260969"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60"/>
            <p:cNvSpPr/>
            <p:nvPr/>
          </p:nvSpPr>
          <p:spPr>
            <a:xfrm>
              <a:off x="5352818"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60"/>
            <p:cNvSpPr/>
            <p:nvPr/>
          </p:nvSpPr>
          <p:spPr>
            <a:xfrm>
              <a:off x="5352818"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60"/>
            <p:cNvSpPr/>
            <p:nvPr/>
          </p:nvSpPr>
          <p:spPr>
            <a:xfrm>
              <a:off x="5536489" y="2994536"/>
              <a:ext cx="52519" cy="26272"/>
            </a:xfrm>
            <a:custGeom>
              <a:avLst/>
              <a:gdLst/>
              <a:ahLst/>
              <a:cxnLst/>
              <a:rect l="l" t="t" r="r" b="b"/>
              <a:pathLst>
                <a:path w="1999" h="1000" extrusionOk="0">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60"/>
            <p:cNvSpPr/>
            <p:nvPr/>
          </p:nvSpPr>
          <p:spPr>
            <a:xfrm>
              <a:off x="5536489" y="2889577"/>
              <a:ext cx="52519" cy="26272"/>
            </a:xfrm>
            <a:custGeom>
              <a:avLst/>
              <a:gdLst/>
              <a:ahLst/>
              <a:cxnLst/>
              <a:rect l="l" t="t" r="r" b="b"/>
              <a:pathLst>
                <a:path w="1999" h="1000" extrusionOk="0">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60"/>
            <p:cNvSpPr/>
            <p:nvPr/>
          </p:nvSpPr>
          <p:spPr>
            <a:xfrm>
              <a:off x="5536489" y="3047028"/>
              <a:ext cx="52519" cy="26272"/>
            </a:xfrm>
            <a:custGeom>
              <a:avLst/>
              <a:gdLst/>
              <a:ahLst/>
              <a:cxnLst/>
              <a:rect l="l" t="t" r="r" b="b"/>
              <a:pathLst>
                <a:path w="1999" h="1000" extrusionOk="0">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60"/>
            <p:cNvSpPr/>
            <p:nvPr/>
          </p:nvSpPr>
          <p:spPr>
            <a:xfrm>
              <a:off x="5444482"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60"/>
            <p:cNvSpPr/>
            <p:nvPr/>
          </p:nvSpPr>
          <p:spPr>
            <a:xfrm>
              <a:off x="5444482"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60"/>
            <p:cNvSpPr/>
            <p:nvPr/>
          </p:nvSpPr>
          <p:spPr>
            <a:xfrm>
              <a:off x="5536489" y="2942070"/>
              <a:ext cx="52519" cy="26272"/>
            </a:xfrm>
            <a:custGeom>
              <a:avLst/>
              <a:gdLst/>
              <a:ahLst/>
              <a:cxnLst/>
              <a:rect l="l" t="t" r="r" b="b"/>
              <a:pathLst>
                <a:path w="1999" h="1000" extrusionOk="0">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60"/>
            <p:cNvSpPr/>
            <p:nvPr/>
          </p:nvSpPr>
          <p:spPr>
            <a:xfrm>
              <a:off x="5444482"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60"/>
            <p:cNvSpPr/>
            <p:nvPr/>
          </p:nvSpPr>
          <p:spPr>
            <a:xfrm>
              <a:off x="5533178" y="2935239"/>
              <a:ext cx="58824" cy="39645"/>
            </a:xfrm>
            <a:custGeom>
              <a:avLst/>
              <a:gdLst/>
              <a:ahLst/>
              <a:cxnLst/>
              <a:rect l="l" t="t" r="r" b="b"/>
              <a:pathLst>
                <a:path w="2239" h="1509" extrusionOk="0">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60"/>
            <p:cNvSpPr/>
            <p:nvPr/>
          </p:nvSpPr>
          <p:spPr>
            <a:xfrm>
              <a:off x="5349665" y="2935607"/>
              <a:ext cx="58141" cy="39277"/>
            </a:xfrm>
            <a:custGeom>
              <a:avLst/>
              <a:gdLst/>
              <a:ahLst/>
              <a:cxnLst/>
              <a:rect l="l" t="t" r="r" b="b"/>
              <a:pathLst>
                <a:path w="2213" h="1495" extrusionOk="0">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60"/>
            <p:cNvSpPr/>
            <p:nvPr/>
          </p:nvSpPr>
          <p:spPr>
            <a:xfrm>
              <a:off x="5441487" y="2987731"/>
              <a:ext cx="58798" cy="39645"/>
            </a:xfrm>
            <a:custGeom>
              <a:avLst/>
              <a:gdLst/>
              <a:ahLst/>
              <a:cxnLst/>
              <a:rect l="l" t="t" r="r" b="b"/>
              <a:pathLst>
                <a:path w="2238" h="1509" extrusionOk="0">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60"/>
            <p:cNvSpPr/>
            <p:nvPr/>
          </p:nvSpPr>
          <p:spPr>
            <a:xfrm>
              <a:off x="5258631" y="3040565"/>
              <a:ext cx="57353" cy="39277"/>
            </a:xfrm>
            <a:custGeom>
              <a:avLst/>
              <a:gdLst/>
              <a:ahLst/>
              <a:cxnLst/>
              <a:rect l="l" t="t" r="r" b="b"/>
              <a:pathLst>
                <a:path w="2183" h="1495" extrusionOk="0">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60"/>
            <p:cNvSpPr/>
            <p:nvPr/>
          </p:nvSpPr>
          <p:spPr>
            <a:xfrm>
              <a:off x="5442118" y="2882746"/>
              <a:ext cx="58167" cy="39671"/>
            </a:xfrm>
            <a:custGeom>
              <a:avLst/>
              <a:gdLst/>
              <a:ahLst/>
              <a:cxnLst/>
              <a:rect l="l" t="t" r="r" b="b"/>
              <a:pathLst>
                <a:path w="2214" h="1510" extrusionOk="0">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5" name="Google Shape;6525;p60"/>
          <p:cNvGrpSpPr/>
          <p:nvPr/>
        </p:nvGrpSpPr>
        <p:grpSpPr>
          <a:xfrm>
            <a:off x="5799412" y="2760921"/>
            <a:ext cx="303605" cy="375434"/>
            <a:chOff x="5812586" y="2760921"/>
            <a:chExt cx="303605" cy="375434"/>
          </a:xfrm>
        </p:grpSpPr>
        <p:sp>
          <p:nvSpPr>
            <p:cNvPr id="6526" name="Google Shape;6526;p60"/>
            <p:cNvSpPr/>
            <p:nvPr/>
          </p:nvSpPr>
          <p:spPr>
            <a:xfrm>
              <a:off x="5911896" y="2760921"/>
              <a:ext cx="125215" cy="32289"/>
            </a:xfrm>
            <a:custGeom>
              <a:avLst/>
              <a:gdLst/>
              <a:ahLst/>
              <a:cxnLst/>
              <a:rect l="l" t="t" r="r" b="b"/>
              <a:pathLst>
                <a:path w="4766" h="1229" extrusionOk="0">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60"/>
            <p:cNvSpPr/>
            <p:nvPr/>
          </p:nvSpPr>
          <p:spPr>
            <a:xfrm>
              <a:off x="6001722" y="2761105"/>
              <a:ext cx="35389" cy="32105"/>
            </a:xfrm>
            <a:custGeom>
              <a:avLst/>
              <a:gdLst/>
              <a:ahLst/>
              <a:cxnLst/>
              <a:rect l="l" t="t" r="r" b="b"/>
              <a:pathLst>
                <a:path w="1347" h="1222" extrusionOk="0">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60"/>
            <p:cNvSpPr/>
            <p:nvPr/>
          </p:nvSpPr>
          <p:spPr>
            <a:xfrm>
              <a:off x="5812586" y="2793183"/>
              <a:ext cx="295960" cy="343171"/>
            </a:xfrm>
            <a:custGeom>
              <a:avLst/>
              <a:gdLst/>
              <a:ahLst/>
              <a:cxnLst/>
              <a:rect l="l" t="t" r="r" b="b"/>
              <a:pathLst>
                <a:path w="11265" h="13062" extrusionOk="0">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60"/>
            <p:cNvSpPr/>
            <p:nvPr/>
          </p:nvSpPr>
          <p:spPr>
            <a:xfrm>
              <a:off x="5934675" y="2793183"/>
              <a:ext cx="181517" cy="340965"/>
            </a:xfrm>
            <a:custGeom>
              <a:avLst/>
              <a:gdLst/>
              <a:ahLst/>
              <a:cxnLst/>
              <a:rect l="l" t="t" r="r" b="b"/>
              <a:pathLst>
                <a:path w="6909" h="12978" extrusionOk="0">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60"/>
            <p:cNvSpPr/>
            <p:nvPr/>
          </p:nvSpPr>
          <p:spPr>
            <a:xfrm>
              <a:off x="5841197" y="2978063"/>
              <a:ext cx="267349" cy="158292"/>
            </a:xfrm>
            <a:custGeom>
              <a:avLst/>
              <a:gdLst/>
              <a:ahLst/>
              <a:cxnLst/>
              <a:rect l="l" t="t" r="r" b="b"/>
              <a:pathLst>
                <a:path w="10176" h="6025" extrusionOk="0">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60"/>
            <p:cNvSpPr/>
            <p:nvPr/>
          </p:nvSpPr>
          <p:spPr>
            <a:xfrm>
              <a:off x="6052402" y="2986523"/>
              <a:ext cx="56144" cy="147809"/>
            </a:xfrm>
            <a:custGeom>
              <a:avLst/>
              <a:gdLst/>
              <a:ahLst/>
              <a:cxnLst/>
              <a:rect l="l" t="t" r="r" b="b"/>
              <a:pathLst>
                <a:path w="2137" h="5626" extrusionOk="0">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60"/>
            <p:cNvSpPr/>
            <p:nvPr/>
          </p:nvSpPr>
          <p:spPr>
            <a:xfrm>
              <a:off x="6054582" y="3027718"/>
              <a:ext cx="20256" cy="17182"/>
            </a:xfrm>
            <a:custGeom>
              <a:avLst/>
              <a:gdLst/>
              <a:ahLst/>
              <a:cxnLst/>
              <a:rect l="l" t="t" r="r" b="b"/>
              <a:pathLst>
                <a:path w="771" h="654" extrusionOk="0">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60"/>
            <p:cNvSpPr/>
            <p:nvPr/>
          </p:nvSpPr>
          <p:spPr>
            <a:xfrm>
              <a:off x="6012678" y="3090588"/>
              <a:ext cx="17681" cy="15186"/>
            </a:xfrm>
            <a:custGeom>
              <a:avLst/>
              <a:gdLst/>
              <a:ahLst/>
              <a:cxnLst/>
              <a:rect l="l" t="t" r="r" b="b"/>
              <a:pathLst>
                <a:path w="673" h="578" extrusionOk="0">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60"/>
            <p:cNvSpPr/>
            <p:nvPr/>
          </p:nvSpPr>
          <p:spPr>
            <a:xfrm>
              <a:off x="5891299" y="3017130"/>
              <a:ext cx="17708" cy="15212"/>
            </a:xfrm>
            <a:custGeom>
              <a:avLst/>
              <a:gdLst/>
              <a:ahLst/>
              <a:cxnLst/>
              <a:rect l="l" t="t" r="r" b="b"/>
              <a:pathLst>
                <a:path w="674" h="579" extrusionOk="0">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60"/>
            <p:cNvSpPr/>
            <p:nvPr/>
          </p:nvSpPr>
          <p:spPr>
            <a:xfrm>
              <a:off x="5915916" y="3090588"/>
              <a:ext cx="17681" cy="15186"/>
            </a:xfrm>
            <a:custGeom>
              <a:avLst/>
              <a:gdLst/>
              <a:ahLst/>
              <a:cxnLst/>
              <a:rect l="l" t="t" r="r" b="b"/>
              <a:pathLst>
                <a:path w="673" h="578" extrusionOk="0">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60"/>
            <p:cNvSpPr/>
            <p:nvPr/>
          </p:nvSpPr>
          <p:spPr>
            <a:xfrm>
              <a:off x="5959266" y="3032999"/>
              <a:ext cx="21360" cy="18286"/>
            </a:xfrm>
            <a:custGeom>
              <a:avLst/>
              <a:gdLst/>
              <a:ahLst/>
              <a:cxnLst/>
              <a:rect l="l" t="t" r="r" b="b"/>
              <a:pathLst>
                <a:path w="813" h="696" extrusionOk="0">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7" name="Google Shape;6537;p60"/>
          <p:cNvGrpSpPr/>
          <p:nvPr/>
        </p:nvGrpSpPr>
        <p:grpSpPr>
          <a:xfrm>
            <a:off x="6321499" y="2759633"/>
            <a:ext cx="378508" cy="378166"/>
            <a:chOff x="6334673" y="2759633"/>
            <a:chExt cx="378508" cy="378166"/>
          </a:xfrm>
        </p:grpSpPr>
        <p:sp>
          <p:nvSpPr>
            <p:cNvPr id="6538" name="Google Shape;6538;p60"/>
            <p:cNvSpPr/>
            <p:nvPr/>
          </p:nvSpPr>
          <p:spPr>
            <a:xfrm>
              <a:off x="6334673" y="2759633"/>
              <a:ext cx="287027" cy="189004"/>
            </a:xfrm>
            <a:custGeom>
              <a:avLst/>
              <a:gdLst/>
              <a:ahLst/>
              <a:cxnLst/>
              <a:rect l="l" t="t" r="r" b="b"/>
              <a:pathLst>
                <a:path w="10925" h="7194" extrusionOk="0">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60"/>
            <p:cNvSpPr/>
            <p:nvPr/>
          </p:nvSpPr>
          <p:spPr>
            <a:xfrm>
              <a:off x="6524019" y="2759660"/>
              <a:ext cx="189162" cy="286659"/>
            </a:xfrm>
            <a:custGeom>
              <a:avLst/>
              <a:gdLst/>
              <a:ahLst/>
              <a:cxnLst/>
              <a:rect l="l" t="t" r="r" b="b"/>
              <a:pathLst>
                <a:path w="7200" h="10911" extrusionOk="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60"/>
            <p:cNvSpPr/>
            <p:nvPr/>
          </p:nvSpPr>
          <p:spPr>
            <a:xfrm>
              <a:off x="6426207" y="2948611"/>
              <a:ext cx="286791" cy="189188"/>
            </a:xfrm>
            <a:custGeom>
              <a:avLst/>
              <a:gdLst/>
              <a:ahLst/>
              <a:cxnLst/>
              <a:rect l="l" t="t" r="r" b="b"/>
              <a:pathLst>
                <a:path w="10916" h="7201" extrusionOk="0">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60"/>
            <p:cNvSpPr/>
            <p:nvPr/>
          </p:nvSpPr>
          <p:spPr>
            <a:xfrm>
              <a:off x="6334857" y="2850957"/>
              <a:ext cx="189188" cy="286843"/>
            </a:xfrm>
            <a:custGeom>
              <a:avLst/>
              <a:gdLst/>
              <a:ahLst/>
              <a:cxnLst/>
              <a:rect l="l" t="t" r="r" b="b"/>
              <a:pathLst>
                <a:path w="7201" h="10918" extrusionOk="0">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2" name="Google Shape;6542;p60"/>
          <p:cNvGrpSpPr/>
          <p:nvPr/>
        </p:nvGrpSpPr>
        <p:grpSpPr>
          <a:xfrm>
            <a:off x="7999471" y="2806477"/>
            <a:ext cx="319763" cy="284505"/>
            <a:chOff x="8012645" y="2806477"/>
            <a:chExt cx="319763" cy="284505"/>
          </a:xfrm>
        </p:grpSpPr>
        <p:sp>
          <p:nvSpPr>
            <p:cNvPr id="6543" name="Google Shape;6543;p60"/>
            <p:cNvSpPr/>
            <p:nvPr/>
          </p:nvSpPr>
          <p:spPr>
            <a:xfrm>
              <a:off x="8117446" y="3039252"/>
              <a:ext cx="87855" cy="51731"/>
            </a:xfrm>
            <a:custGeom>
              <a:avLst/>
              <a:gdLst/>
              <a:ahLst/>
              <a:cxnLst/>
              <a:rect l="l" t="t" r="r" b="b"/>
              <a:pathLst>
                <a:path w="3344" h="1969" extrusionOk="0">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60"/>
            <p:cNvSpPr/>
            <p:nvPr/>
          </p:nvSpPr>
          <p:spPr>
            <a:xfrm>
              <a:off x="8138570" y="3039252"/>
              <a:ext cx="66732" cy="51731"/>
            </a:xfrm>
            <a:custGeom>
              <a:avLst/>
              <a:gdLst/>
              <a:ahLst/>
              <a:cxnLst/>
              <a:rect l="l" t="t" r="r" b="b"/>
              <a:pathLst>
                <a:path w="2540" h="1969" extrusionOk="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60"/>
            <p:cNvSpPr/>
            <p:nvPr/>
          </p:nvSpPr>
          <p:spPr>
            <a:xfrm>
              <a:off x="8012645" y="2884664"/>
              <a:ext cx="32841" cy="41747"/>
            </a:xfrm>
            <a:custGeom>
              <a:avLst/>
              <a:gdLst/>
              <a:ahLst/>
              <a:cxnLst/>
              <a:rect l="l" t="t" r="r" b="b"/>
              <a:pathLst>
                <a:path w="1250" h="1589" extrusionOk="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60"/>
            <p:cNvSpPr/>
            <p:nvPr/>
          </p:nvSpPr>
          <p:spPr>
            <a:xfrm>
              <a:off x="8025598" y="2806477"/>
              <a:ext cx="306810" cy="247513"/>
            </a:xfrm>
            <a:custGeom>
              <a:avLst/>
              <a:gdLst/>
              <a:ahLst/>
              <a:cxnLst/>
              <a:rect l="l" t="t" r="r" b="b"/>
              <a:pathLst>
                <a:path w="11678" h="9421" extrusionOk="0">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60"/>
            <p:cNvSpPr/>
            <p:nvPr/>
          </p:nvSpPr>
          <p:spPr>
            <a:xfrm>
              <a:off x="8025598" y="2806477"/>
              <a:ext cx="209576" cy="247671"/>
            </a:xfrm>
            <a:custGeom>
              <a:avLst/>
              <a:gdLst/>
              <a:ahLst/>
              <a:cxnLst/>
              <a:rect l="l" t="t" r="r" b="b"/>
              <a:pathLst>
                <a:path w="7977" h="9427" extrusionOk="0">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60"/>
            <p:cNvSpPr/>
            <p:nvPr/>
          </p:nvSpPr>
          <p:spPr>
            <a:xfrm>
              <a:off x="8110274" y="2874865"/>
              <a:ext cx="179205" cy="111290"/>
            </a:xfrm>
            <a:custGeom>
              <a:avLst/>
              <a:gdLst/>
              <a:ahLst/>
              <a:cxnLst/>
              <a:rect l="l" t="t" r="r" b="b"/>
              <a:pathLst>
                <a:path w="6821" h="4236" extrusionOk="0">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60"/>
            <p:cNvSpPr/>
            <p:nvPr/>
          </p:nvSpPr>
          <p:spPr>
            <a:xfrm>
              <a:off x="8131397" y="2917084"/>
              <a:ext cx="158082" cy="69175"/>
            </a:xfrm>
            <a:custGeom>
              <a:avLst/>
              <a:gdLst/>
              <a:ahLst/>
              <a:cxnLst/>
              <a:rect l="l" t="t" r="r" b="b"/>
              <a:pathLst>
                <a:path w="6017" h="2633" extrusionOk="0">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60"/>
            <p:cNvSpPr/>
            <p:nvPr/>
          </p:nvSpPr>
          <p:spPr>
            <a:xfrm>
              <a:off x="8066399" y="2869715"/>
              <a:ext cx="31737" cy="36834"/>
            </a:xfrm>
            <a:custGeom>
              <a:avLst/>
              <a:gdLst/>
              <a:ahLst/>
              <a:cxnLst/>
              <a:rect l="l" t="t" r="r" b="b"/>
              <a:pathLst>
                <a:path w="1208" h="1402" extrusionOk="0">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60"/>
            <p:cNvSpPr/>
            <p:nvPr/>
          </p:nvSpPr>
          <p:spPr>
            <a:xfrm>
              <a:off x="8082268" y="2869715"/>
              <a:ext cx="15869" cy="26220"/>
            </a:xfrm>
            <a:custGeom>
              <a:avLst/>
              <a:gdLst/>
              <a:ahLst/>
              <a:cxnLst/>
              <a:rect l="l" t="t" r="r" b="b"/>
              <a:pathLst>
                <a:path w="604" h="998" extrusionOk="0">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60"/>
            <p:cNvSpPr/>
            <p:nvPr/>
          </p:nvSpPr>
          <p:spPr>
            <a:xfrm>
              <a:off x="8076987" y="2874996"/>
              <a:ext cx="10588" cy="10430"/>
            </a:xfrm>
            <a:custGeom>
              <a:avLst/>
              <a:gdLst/>
              <a:ahLst/>
              <a:cxnLst/>
              <a:rect l="l" t="t" r="r" b="b"/>
              <a:pathLst>
                <a:path w="403" h="397" extrusionOk="0">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3" name="Google Shape;6553;p60"/>
          <p:cNvGrpSpPr/>
          <p:nvPr/>
        </p:nvGrpSpPr>
        <p:grpSpPr>
          <a:xfrm>
            <a:off x="2707935" y="4162138"/>
            <a:ext cx="385339" cy="388071"/>
            <a:chOff x="2454435" y="4162138"/>
            <a:chExt cx="385339" cy="388071"/>
          </a:xfrm>
        </p:grpSpPr>
        <p:sp>
          <p:nvSpPr>
            <p:cNvPr id="6554" name="Google Shape;6554;p60"/>
            <p:cNvSpPr/>
            <p:nvPr/>
          </p:nvSpPr>
          <p:spPr>
            <a:xfrm>
              <a:off x="2568511" y="4162138"/>
              <a:ext cx="184144" cy="79973"/>
            </a:xfrm>
            <a:custGeom>
              <a:avLst/>
              <a:gdLst/>
              <a:ahLst/>
              <a:cxnLst/>
              <a:rect l="l" t="t" r="r" b="b"/>
              <a:pathLst>
                <a:path w="7009" h="3044" extrusionOk="0">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60"/>
            <p:cNvSpPr/>
            <p:nvPr/>
          </p:nvSpPr>
          <p:spPr>
            <a:xfrm>
              <a:off x="2568511" y="4470236"/>
              <a:ext cx="184144" cy="79973"/>
            </a:xfrm>
            <a:custGeom>
              <a:avLst/>
              <a:gdLst/>
              <a:ahLst/>
              <a:cxnLst/>
              <a:rect l="l" t="t" r="r" b="b"/>
              <a:pathLst>
                <a:path w="7009" h="3044" extrusionOk="0">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60"/>
            <p:cNvSpPr/>
            <p:nvPr/>
          </p:nvSpPr>
          <p:spPr>
            <a:xfrm>
              <a:off x="2454435" y="4217310"/>
              <a:ext cx="385339" cy="277753"/>
            </a:xfrm>
            <a:custGeom>
              <a:avLst/>
              <a:gdLst/>
              <a:ahLst/>
              <a:cxnLst/>
              <a:rect l="l" t="t" r="r" b="b"/>
              <a:pathLst>
                <a:path w="14667" h="10572" extrusionOk="0">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60"/>
            <p:cNvSpPr/>
            <p:nvPr/>
          </p:nvSpPr>
          <p:spPr>
            <a:xfrm>
              <a:off x="2454435" y="4251386"/>
              <a:ext cx="250403" cy="243677"/>
            </a:xfrm>
            <a:custGeom>
              <a:avLst/>
              <a:gdLst/>
              <a:ahLst/>
              <a:cxnLst/>
              <a:rect l="l" t="t" r="r" b="b"/>
              <a:pathLst>
                <a:path w="9531" h="9275" extrusionOk="0">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60"/>
            <p:cNvSpPr/>
            <p:nvPr/>
          </p:nvSpPr>
          <p:spPr>
            <a:xfrm>
              <a:off x="2495420" y="4331018"/>
              <a:ext cx="31553" cy="31553"/>
            </a:xfrm>
            <a:custGeom>
              <a:avLst/>
              <a:gdLst/>
              <a:ahLst/>
              <a:cxnLst/>
              <a:rect l="l" t="t" r="r" b="b"/>
              <a:pathLst>
                <a:path w="1201" h="1201" extrusionOk="0">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60"/>
            <p:cNvSpPr/>
            <p:nvPr/>
          </p:nvSpPr>
          <p:spPr>
            <a:xfrm>
              <a:off x="2508005" y="4337218"/>
              <a:ext cx="12768" cy="12795"/>
            </a:xfrm>
            <a:custGeom>
              <a:avLst/>
              <a:gdLst/>
              <a:ahLst/>
              <a:cxnLst/>
              <a:rect l="l" t="t" r="r" b="b"/>
              <a:pathLst>
                <a:path w="486" h="487" extrusionOk="0">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60"/>
            <p:cNvSpPr/>
            <p:nvPr/>
          </p:nvSpPr>
          <p:spPr>
            <a:xfrm>
              <a:off x="2545181" y="4220227"/>
              <a:ext cx="53780" cy="271920"/>
            </a:xfrm>
            <a:custGeom>
              <a:avLst/>
              <a:gdLst/>
              <a:ahLst/>
              <a:cxnLst/>
              <a:rect l="l" t="t" r="r" b="b"/>
              <a:pathLst>
                <a:path w="2047" h="10350" extrusionOk="0">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60"/>
            <p:cNvSpPr/>
            <p:nvPr/>
          </p:nvSpPr>
          <p:spPr>
            <a:xfrm>
              <a:off x="2545181" y="4344680"/>
              <a:ext cx="53780" cy="147468"/>
            </a:xfrm>
            <a:custGeom>
              <a:avLst/>
              <a:gdLst/>
              <a:ahLst/>
              <a:cxnLst/>
              <a:rect l="l" t="t" r="r" b="b"/>
              <a:pathLst>
                <a:path w="2047" h="5613" extrusionOk="0">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60"/>
            <p:cNvSpPr/>
            <p:nvPr/>
          </p:nvSpPr>
          <p:spPr>
            <a:xfrm>
              <a:off x="2623184" y="4217678"/>
              <a:ext cx="49944" cy="277201"/>
            </a:xfrm>
            <a:custGeom>
              <a:avLst/>
              <a:gdLst/>
              <a:ahLst/>
              <a:cxnLst/>
              <a:rect l="l" t="t" r="r" b="b"/>
              <a:pathLst>
                <a:path w="1901" h="10551" extrusionOk="0">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60"/>
            <p:cNvSpPr/>
            <p:nvPr/>
          </p:nvSpPr>
          <p:spPr>
            <a:xfrm>
              <a:off x="2629542" y="4446748"/>
              <a:ext cx="43586" cy="48131"/>
            </a:xfrm>
            <a:custGeom>
              <a:avLst/>
              <a:gdLst/>
              <a:ahLst/>
              <a:cxnLst/>
              <a:rect l="l" t="t" r="r" b="b"/>
              <a:pathLst>
                <a:path w="1659" h="1832" extrusionOk="0">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60"/>
            <p:cNvSpPr/>
            <p:nvPr/>
          </p:nvSpPr>
          <p:spPr>
            <a:xfrm>
              <a:off x="2694960" y="4243925"/>
              <a:ext cx="48867" cy="224709"/>
            </a:xfrm>
            <a:custGeom>
              <a:avLst/>
              <a:gdLst/>
              <a:ahLst/>
              <a:cxnLst/>
              <a:rect l="l" t="t" r="r" b="b"/>
              <a:pathLst>
                <a:path w="1860" h="8553" extrusionOk="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5" name="Google Shape;6565;p60"/>
          <p:cNvGrpSpPr/>
          <p:nvPr/>
        </p:nvGrpSpPr>
        <p:grpSpPr>
          <a:xfrm>
            <a:off x="3855439" y="4161192"/>
            <a:ext cx="275178" cy="388912"/>
            <a:chOff x="3601939" y="4161192"/>
            <a:chExt cx="275178" cy="388912"/>
          </a:xfrm>
        </p:grpSpPr>
        <p:sp>
          <p:nvSpPr>
            <p:cNvPr id="6566" name="Google Shape;6566;p60"/>
            <p:cNvSpPr/>
            <p:nvPr/>
          </p:nvSpPr>
          <p:spPr>
            <a:xfrm>
              <a:off x="3601939" y="4161192"/>
              <a:ext cx="195546" cy="388912"/>
            </a:xfrm>
            <a:custGeom>
              <a:avLst/>
              <a:gdLst/>
              <a:ahLst/>
              <a:cxnLst/>
              <a:rect l="l" t="t" r="r" b="b"/>
              <a:pathLst>
                <a:path w="7443" h="14803" extrusionOk="0">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60"/>
            <p:cNvSpPr/>
            <p:nvPr/>
          </p:nvSpPr>
          <p:spPr>
            <a:xfrm>
              <a:off x="3630182" y="4193980"/>
              <a:ext cx="128131" cy="324597"/>
            </a:xfrm>
            <a:custGeom>
              <a:avLst/>
              <a:gdLst/>
              <a:ahLst/>
              <a:cxnLst/>
              <a:rect l="l" t="t" r="r" b="b"/>
              <a:pathLst>
                <a:path w="4877" h="12355" extrusionOk="0">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60"/>
            <p:cNvSpPr/>
            <p:nvPr/>
          </p:nvSpPr>
          <p:spPr>
            <a:xfrm>
              <a:off x="3636383" y="4193980"/>
              <a:ext cx="63448" cy="324597"/>
            </a:xfrm>
            <a:custGeom>
              <a:avLst/>
              <a:gdLst/>
              <a:ahLst/>
              <a:cxnLst/>
              <a:rect l="l" t="t" r="r" b="b"/>
              <a:pathLst>
                <a:path w="2415" h="12355" extrusionOk="0">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60"/>
            <p:cNvSpPr/>
            <p:nvPr/>
          </p:nvSpPr>
          <p:spPr>
            <a:xfrm>
              <a:off x="3679207" y="4193980"/>
              <a:ext cx="41195" cy="89326"/>
            </a:xfrm>
            <a:custGeom>
              <a:avLst/>
              <a:gdLst/>
              <a:ahLst/>
              <a:cxnLst/>
              <a:rect l="l" t="t" r="r" b="b"/>
              <a:pathLst>
                <a:path w="1568" h="3400" extrusionOk="0">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60"/>
            <p:cNvSpPr/>
            <p:nvPr/>
          </p:nvSpPr>
          <p:spPr>
            <a:xfrm>
              <a:off x="3679207" y="4368010"/>
              <a:ext cx="41195" cy="11875"/>
            </a:xfrm>
            <a:custGeom>
              <a:avLst/>
              <a:gdLst/>
              <a:ahLst/>
              <a:cxnLst/>
              <a:rect l="l" t="t" r="r" b="b"/>
              <a:pathLst>
                <a:path w="1568" h="452" extrusionOk="0">
                  <a:moveTo>
                    <a:pt x="0" y="1"/>
                  </a:moveTo>
                  <a:lnTo>
                    <a:pt x="0" y="452"/>
                  </a:lnTo>
                  <a:lnTo>
                    <a:pt x="1568" y="452"/>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60"/>
            <p:cNvSpPr/>
            <p:nvPr/>
          </p:nvSpPr>
          <p:spPr>
            <a:xfrm>
              <a:off x="3679207" y="4322637"/>
              <a:ext cx="41195" cy="12059"/>
            </a:xfrm>
            <a:custGeom>
              <a:avLst/>
              <a:gdLst/>
              <a:ahLst/>
              <a:cxnLst/>
              <a:rect l="l" t="t" r="r" b="b"/>
              <a:pathLst>
                <a:path w="1568" h="459" extrusionOk="0">
                  <a:moveTo>
                    <a:pt x="0" y="1"/>
                  </a:moveTo>
                  <a:lnTo>
                    <a:pt x="0" y="458"/>
                  </a:lnTo>
                  <a:lnTo>
                    <a:pt x="1568" y="458"/>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60"/>
            <p:cNvSpPr/>
            <p:nvPr/>
          </p:nvSpPr>
          <p:spPr>
            <a:xfrm>
              <a:off x="3679207" y="4277448"/>
              <a:ext cx="41195" cy="11875"/>
            </a:xfrm>
            <a:custGeom>
              <a:avLst/>
              <a:gdLst/>
              <a:ahLst/>
              <a:cxnLst/>
              <a:rect l="l" t="t" r="r" b="b"/>
              <a:pathLst>
                <a:path w="1568" h="452" extrusionOk="0">
                  <a:moveTo>
                    <a:pt x="0" y="1"/>
                  </a:moveTo>
                  <a:lnTo>
                    <a:pt x="0" y="451"/>
                  </a:lnTo>
                  <a:lnTo>
                    <a:pt x="1568" y="451"/>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60"/>
            <p:cNvSpPr/>
            <p:nvPr/>
          </p:nvSpPr>
          <p:spPr>
            <a:xfrm>
              <a:off x="3679207" y="4232076"/>
              <a:ext cx="41195" cy="11875"/>
            </a:xfrm>
            <a:custGeom>
              <a:avLst/>
              <a:gdLst/>
              <a:ahLst/>
              <a:cxnLst/>
              <a:rect l="l" t="t" r="r" b="b"/>
              <a:pathLst>
                <a:path w="1568" h="452" extrusionOk="0">
                  <a:moveTo>
                    <a:pt x="0" y="0"/>
                  </a:moveTo>
                  <a:lnTo>
                    <a:pt x="0" y="451"/>
                  </a:lnTo>
                  <a:lnTo>
                    <a:pt x="1568" y="451"/>
                  </a:lnTo>
                  <a:lnTo>
                    <a:pt x="1568" y="0"/>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60"/>
            <p:cNvSpPr/>
            <p:nvPr/>
          </p:nvSpPr>
          <p:spPr>
            <a:xfrm>
              <a:off x="3811489" y="4211846"/>
              <a:ext cx="65629" cy="111921"/>
            </a:xfrm>
            <a:custGeom>
              <a:avLst/>
              <a:gdLst/>
              <a:ahLst/>
              <a:cxnLst/>
              <a:rect l="l" t="t" r="r" b="b"/>
              <a:pathLst>
                <a:path w="2498" h="4260" extrusionOk="0">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60"/>
            <p:cNvSpPr/>
            <p:nvPr/>
          </p:nvSpPr>
          <p:spPr>
            <a:xfrm>
              <a:off x="3774497" y="4175485"/>
              <a:ext cx="45241" cy="38936"/>
            </a:xfrm>
            <a:custGeom>
              <a:avLst/>
              <a:gdLst/>
              <a:ahLst/>
              <a:cxnLst/>
              <a:rect l="l" t="t" r="r" b="b"/>
              <a:pathLst>
                <a:path w="1722" h="1482" extrusionOk="0">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6" name="Google Shape;6576;p60"/>
          <p:cNvGrpSpPr/>
          <p:nvPr/>
        </p:nvGrpSpPr>
        <p:grpSpPr>
          <a:xfrm>
            <a:off x="822849" y="3215146"/>
            <a:ext cx="375802" cy="371677"/>
            <a:chOff x="836023" y="3215146"/>
            <a:chExt cx="375802" cy="371677"/>
          </a:xfrm>
        </p:grpSpPr>
        <p:sp>
          <p:nvSpPr>
            <p:cNvPr id="6577" name="Google Shape;6577;p60"/>
            <p:cNvSpPr/>
            <p:nvPr/>
          </p:nvSpPr>
          <p:spPr>
            <a:xfrm>
              <a:off x="907274" y="3284847"/>
              <a:ext cx="232748" cy="231645"/>
            </a:xfrm>
            <a:custGeom>
              <a:avLst/>
              <a:gdLst/>
              <a:ahLst/>
              <a:cxnLst/>
              <a:rect l="l" t="t" r="r" b="b"/>
              <a:pathLst>
                <a:path w="8859" h="8817" extrusionOk="0">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60"/>
            <p:cNvSpPr/>
            <p:nvPr/>
          </p:nvSpPr>
          <p:spPr>
            <a:xfrm>
              <a:off x="953198" y="3284847"/>
              <a:ext cx="186456" cy="221976"/>
            </a:xfrm>
            <a:custGeom>
              <a:avLst/>
              <a:gdLst/>
              <a:ahLst/>
              <a:cxnLst/>
              <a:rect l="l" t="t" r="r" b="b"/>
              <a:pathLst>
                <a:path w="7097" h="8449" extrusionOk="0">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60"/>
            <p:cNvSpPr/>
            <p:nvPr/>
          </p:nvSpPr>
          <p:spPr>
            <a:xfrm>
              <a:off x="936437" y="3313799"/>
              <a:ext cx="175159" cy="174791"/>
            </a:xfrm>
            <a:custGeom>
              <a:avLst/>
              <a:gdLst/>
              <a:ahLst/>
              <a:cxnLst/>
              <a:rect l="l" t="t" r="r" b="b"/>
              <a:pathLst>
                <a:path w="6667" h="6653" extrusionOk="0">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60"/>
            <p:cNvSpPr/>
            <p:nvPr/>
          </p:nvSpPr>
          <p:spPr>
            <a:xfrm>
              <a:off x="947550" y="3313799"/>
              <a:ext cx="164045" cy="174791"/>
            </a:xfrm>
            <a:custGeom>
              <a:avLst/>
              <a:gdLst/>
              <a:ahLst/>
              <a:cxnLst/>
              <a:rect l="l" t="t" r="r" b="b"/>
              <a:pathLst>
                <a:path w="6244" h="6653" extrusionOk="0">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60"/>
            <p:cNvSpPr/>
            <p:nvPr/>
          </p:nvSpPr>
          <p:spPr>
            <a:xfrm>
              <a:off x="1017724" y="3215146"/>
              <a:ext cx="12585" cy="48578"/>
            </a:xfrm>
            <a:custGeom>
              <a:avLst/>
              <a:gdLst/>
              <a:ahLst/>
              <a:cxnLst/>
              <a:rect l="l" t="t" r="r" b="b"/>
              <a:pathLst>
                <a:path w="479" h="1849" extrusionOk="0">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60"/>
            <p:cNvSpPr/>
            <p:nvPr/>
          </p:nvSpPr>
          <p:spPr>
            <a:xfrm>
              <a:off x="1017724" y="3538219"/>
              <a:ext cx="12585" cy="48604"/>
            </a:xfrm>
            <a:custGeom>
              <a:avLst/>
              <a:gdLst/>
              <a:ahLst/>
              <a:cxnLst/>
              <a:rect l="l" t="t" r="r" b="b"/>
              <a:pathLst>
                <a:path w="479" h="1850" extrusionOk="0">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60"/>
            <p:cNvSpPr/>
            <p:nvPr/>
          </p:nvSpPr>
          <p:spPr>
            <a:xfrm>
              <a:off x="925901" y="3238975"/>
              <a:ext cx="34259" cy="43875"/>
            </a:xfrm>
            <a:custGeom>
              <a:avLst/>
              <a:gdLst/>
              <a:ahLst/>
              <a:cxnLst/>
              <a:rect l="l" t="t" r="r" b="b"/>
              <a:pathLst>
                <a:path w="1304" h="1670" extrusionOk="0">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60"/>
            <p:cNvSpPr/>
            <p:nvPr/>
          </p:nvSpPr>
          <p:spPr>
            <a:xfrm>
              <a:off x="1087556" y="3518961"/>
              <a:ext cx="34049" cy="43796"/>
            </a:xfrm>
            <a:custGeom>
              <a:avLst/>
              <a:gdLst/>
              <a:ahLst/>
              <a:cxnLst/>
              <a:rect l="l" t="t" r="r" b="b"/>
              <a:pathLst>
                <a:path w="1296" h="1667" extrusionOk="0">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60"/>
            <p:cNvSpPr/>
            <p:nvPr/>
          </p:nvSpPr>
          <p:spPr>
            <a:xfrm>
              <a:off x="859274" y="3304788"/>
              <a:ext cx="49130" cy="30739"/>
            </a:xfrm>
            <a:custGeom>
              <a:avLst/>
              <a:gdLst/>
              <a:ahLst/>
              <a:cxnLst/>
              <a:rect l="l" t="t" r="r" b="b"/>
              <a:pathLst>
                <a:path w="1870" h="1170" extrusionOk="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60"/>
            <p:cNvSpPr/>
            <p:nvPr/>
          </p:nvSpPr>
          <p:spPr>
            <a:xfrm>
              <a:off x="1139103" y="3466311"/>
              <a:ext cx="49024" cy="30660"/>
            </a:xfrm>
            <a:custGeom>
              <a:avLst/>
              <a:gdLst/>
              <a:ahLst/>
              <a:cxnLst/>
              <a:rect l="l" t="t" r="r" b="b"/>
              <a:pathLst>
                <a:path w="1866" h="1167" extrusionOk="0">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60"/>
            <p:cNvSpPr/>
            <p:nvPr/>
          </p:nvSpPr>
          <p:spPr>
            <a:xfrm>
              <a:off x="836023" y="3394719"/>
              <a:ext cx="52703" cy="12611"/>
            </a:xfrm>
            <a:custGeom>
              <a:avLst/>
              <a:gdLst/>
              <a:ahLst/>
              <a:cxnLst/>
              <a:rect l="l" t="t" r="r" b="b"/>
              <a:pathLst>
                <a:path w="2006" h="480" extrusionOk="0">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60"/>
            <p:cNvSpPr/>
            <p:nvPr/>
          </p:nvSpPr>
          <p:spPr>
            <a:xfrm>
              <a:off x="1159122" y="3394719"/>
              <a:ext cx="52703" cy="12611"/>
            </a:xfrm>
            <a:custGeom>
              <a:avLst/>
              <a:gdLst/>
              <a:ahLst/>
              <a:cxnLst/>
              <a:rect l="l" t="t" r="r" b="b"/>
              <a:pathLst>
                <a:path w="2006" h="480" extrusionOk="0">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60"/>
            <p:cNvSpPr/>
            <p:nvPr/>
          </p:nvSpPr>
          <p:spPr>
            <a:xfrm>
              <a:off x="859721" y="3466311"/>
              <a:ext cx="49182" cy="30660"/>
            </a:xfrm>
            <a:custGeom>
              <a:avLst/>
              <a:gdLst/>
              <a:ahLst/>
              <a:cxnLst/>
              <a:rect l="l" t="t" r="r" b="b"/>
              <a:pathLst>
                <a:path w="1872" h="1167" extrusionOk="0">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60"/>
            <p:cNvSpPr/>
            <p:nvPr/>
          </p:nvSpPr>
          <p:spPr>
            <a:xfrm>
              <a:off x="1139628" y="3304840"/>
              <a:ext cx="49024" cy="30686"/>
            </a:xfrm>
            <a:custGeom>
              <a:avLst/>
              <a:gdLst/>
              <a:ahLst/>
              <a:cxnLst/>
              <a:rect l="l" t="t" r="r" b="b"/>
              <a:pathLst>
                <a:path w="1866" h="1168" extrusionOk="0">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60"/>
            <p:cNvSpPr/>
            <p:nvPr/>
          </p:nvSpPr>
          <p:spPr>
            <a:xfrm>
              <a:off x="926427" y="3518961"/>
              <a:ext cx="34075" cy="43796"/>
            </a:xfrm>
            <a:custGeom>
              <a:avLst/>
              <a:gdLst/>
              <a:ahLst/>
              <a:cxnLst/>
              <a:rect l="l" t="t" r="r" b="b"/>
              <a:pathLst>
                <a:path w="1297" h="1667" extrusionOk="0">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60"/>
            <p:cNvSpPr/>
            <p:nvPr/>
          </p:nvSpPr>
          <p:spPr>
            <a:xfrm>
              <a:off x="1087871" y="3239106"/>
              <a:ext cx="34233" cy="43744"/>
            </a:xfrm>
            <a:custGeom>
              <a:avLst/>
              <a:gdLst/>
              <a:ahLst/>
              <a:cxnLst/>
              <a:rect l="l" t="t" r="r" b="b"/>
              <a:pathLst>
                <a:path w="1303" h="1665" extrusionOk="0">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3" name="Google Shape;6593;p60"/>
          <p:cNvGrpSpPr/>
          <p:nvPr/>
        </p:nvGrpSpPr>
        <p:grpSpPr>
          <a:xfrm>
            <a:off x="1343123" y="3210890"/>
            <a:ext cx="431368" cy="380189"/>
            <a:chOff x="1356297" y="3210890"/>
            <a:chExt cx="431368" cy="380189"/>
          </a:xfrm>
        </p:grpSpPr>
        <p:sp>
          <p:nvSpPr>
            <p:cNvPr id="6594" name="Google Shape;6594;p60"/>
            <p:cNvSpPr/>
            <p:nvPr/>
          </p:nvSpPr>
          <p:spPr>
            <a:xfrm>
              <a:off x="1418432" y="3271343"/>
              <a:ext cx="191369" cy="190843"/>
            </a:xfrm>
            <a:custGeom>
              <a:avLst/>
              <a:gdLst/>
              <a:ahLst/>
              <a:cxnLst/>
              <a:rect l="l" t="t" r="r" b="b"/>
              <a:pathLst>
                <a:path w="7284" h="7264" extrusionOk="0">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60"/>
            <p:cNvSpPr/>
            <p:nvPr/>
          </p:nvSpPr>
          <p:spPr>
            <a:xfrm>
              <a:off x="1462543" y="3271159"/>
              <a:ext cx="147257" cy="177523"/>
            </a:xfrm>
            <a:custGeom>
              <a:avLst/>
              <a:gdLst/>
              <a:ahLst/>
              <a:cxnLst/>
              <a:rect l="l" t="t" r="r" b="b"/>
              <a:pathLst>
                <a:path w="5605" h="6757" extrusionOk="0">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60"/>
            <p:cNvSpPr/>
            <p:nvPr/>
          </p:nvSpPr>
          <p:spPr>
            <a:xfrm>
              <a:off x="1442681" y="3295408"/>
              <a:ext cx="144000" cy="143264"/>
            </a:xfrm>
            <a:custGeom>
              <a:avLst/>
              <a:gdLst/>
              <a:ahLst/>
              <a:cxnLst/>
              <a:rect l="l" t="t" r="r" b="b"/>
              <a:pathLst>
                <a:path w="5481" h="5453" extrusionOk="0">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60"/>
            <p:cNvSpPr/>
            <p:nvPr/>
          </p:nvSpPr>
          <p:spPr>
            <a:xfrm>
              <a:off x="1454346" y="3295225"/>
              <a:ext cx="132335" cy="143448"/>
            </a:xfrm>
            <a:custGeom>
              <a:avLst/>
              <a:gdLst/>
              <a:ahLst/>
              <a:cxnLst/>
              <a:rect l="l" t="t" r="r" b="b"/>
              <a:pathLst>
                <a:path w="5037" h="5460" extrusionOk="0">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60"/>
            <p:cNvSpPr/>
            <p:nvPr/>
          </p:nvSpPr>
          <p:spPr>
            <a:xfrm>
              <a:off x="1506996" y="3210890"/>
              <a:ext cx="14608" cy="44453"/>
            </a:xfrm>
            <a:custGeom>
              <a:avLst/>
              <a:gdLst/>
              <a:ahLst/>
              <a:cxnLst/>
              <a:rect l="l" t="t" r="r" b="b"/>
              <a:pathLst>
                <a:path w="556" h="1692" extrusionOk="0">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60"/>
            <p:cNvSpPr/>
            <p:nvPr/>
          </p:nvSpPr>
          <p:spPr>
            <a:xfrm>
              <a:off x="1430307" y="3230489"/>
              <a:ext cx="33892" cy="40696"/>
            </a:xfrm>
            <a:custGeom>
              <a:avLst/>
              <a:gdLst/>
              <a:ahLst/>
              <a:cxnLst/>
              <a:rect l="l" t="t" r="r" b="b"/>
              <a:pathLst>
                <a:path w="1290" h="1549" extrusionOk="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60"/>
            <p:cNvSpPr/>
            <p:nvPr/>
          </p:nvSpPr>
          <p:spPr>
            <a:xfrm>
              <a:off x="1374872" y="3284768"/>
              <a:ext cx="47002" cy="29793"/>
            </a:xfrm>
            <a:custGeom>
              <a:avLst/>
              <a:gdLst/>
              <a:ahLst/>
              <a:cxnLst/>
              <a:rect l="l" t="t" r="r" b="b"/>
              <a:pathLst>
                <a:path w="1789" h="1134" extrusionOk="0">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60"/>
            <p:cNvSpPr/>
            <p:nvPr/>
          </p:nvSpPr>
          <p:spPr>
            <a:xfrm>
              <a:off x="1356297" y="3359198"/>
              <a:ext cx="49235" cy="14581"/>
            </a:xfrm>
            <a:custGeom>
              <a:avLst/>
              <a:gdLst/>
              <a:ahLst/>
              <a:cxnLst/>
              <a:rect l="l" t="t" r="r" b="b"/>
              <a:pathLst>
                <a:path w="1874" h="555" extrusionOk="0">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60"/>
            <p:cNvSpPr/>
            <p:nvPr/>
          </p:nvSpPr>
          <p:spPr>
            <a:xfrm>
              <a:off x="1375686" y="3418311"/>
              <a:ext cx="46476" cy="29478"/>
            </a:xfrm>
            <a:custGeom>
              <a:avLst/>
              <a:gdLst/>
              <a:ahLst/>
              <a:cxnLst/>
              <a:rect l="l" t="t" r="r" b="b"/>
              <a:pathLst>
                <a:path w="1769" h="1122" extrusionOk="0">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60"/>
            <p:cNvSpPr/>
            <p:nvPr/>
          </p:nvSpPr>
          <p:spPr>
            <a:xfrm>
              <a:off x="1606701" y="3284689"/>
              <a:ext cx="46870" cy="29872"/>
            </a:xfrm>
            <a:custGeom>
              <a:avLst/>
              <a:gdLst/>
              <a:ahLst/>
              <a:cxnLst/>
              <a:rect l="l" t="t" r="r" b="b"/>
              <a:pathLst>
                <a:path w="1784" h="1137" extrusionOk="0">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60"/>
            <p:cNvSpPr/>
            <p:nvPr/>
          </p:nvSpPr>
          <p:spPr>
            <a:xfrm>
              <a:off x="1564402" y="3230857"/>
              <a:ext cx="33419" cy="40328"/>
            </a:xfrm>
            <a:custGeom>
              <a:avLst/>
              <a:gdLst/>
              <a:ahLst/>
              <a:cxnLst/>
              <a:rect l="l" t="t" r="r" b="b"/>
              <a:pathLst>
                <a:path w="1272" h="1535" extrusionOk="0">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60"/>
            <p:cNvSpPr/>
            <p:nvPr/>
          </p:nvSpPr>
          <p:spPr>
            <a:xfrm>
              <a:off x="1360317" y="3362587"/>
              <a:ext cx="427348" cy="228492"/>
            </a:xfrm>
            <a:custGeom>
              <a:avLst/>
              <a:gdLst/>
              <a:ahLst/>
              <a:cxnLst/>
              <a:rect l="l" t="t" r="r" b="b"/>
              <a:pathLst>
                <a:path w="16266" h="8697" extrusionOk="0">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60"/>
            <p:cNvSpPr/>
            <p:nvPr/>
          </p:nvSpPr>
          <p:spPr>
            <a:xfrm>
              <a:off x="1360317" y="3431264"/>
              <a:ext cx="216512" cy="159737"/>
            </a:xfrm>
            <a:custGeom>
              <a:avLst/>
              <a:gdLst/>
              <a:ahLst/>
              <a:cxnLst/>
              <a:rect l="l" t="t" r="r" b="b"/>
              <a:pathLst>
                <a:path w="8241" h="6080" extrusionOk="0">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7" name="Google Shape;6607;p60"/>
          <p:cNvGrpSpPr/>
          <p:nvPr/>
        </p:nvGrpSpPr>
        <p:grpSpPr>
          <a:xfrm>
            <a:off x="1890563" y="3215540"/>
            <a:ext cx="411874" cy="370731"/>
            <a:chOff x="1903737" y="3215540"/>
            <a:chExt cx="411874" cy="370731"/>
          </a:xfrm>
        </p:grpSpPr>
        <p:sp>
          <p:nvSpPr>
            <p:cNvPr id="6608" name="Google Shape;6608;p60"/>
            <p:cNvSpPr/>
            <p:nvPr/>
          </p:nvSpPr>
          <p:spPr>
            <a:xfrm>
              <a:off x="2115940" y="3285661"/>
              <a:ext cx="77451" cy="75271"/>
            </a:xfrm>
            <a:custGeom>
              <a:avLst/>
              <a:gdLst/>
              <a:ahLst/>
              <a:cxnLst/>
              <a:rect l="l" t="t" r="r" b="b"/>
              <a:pathLst>
                <a:path w="2948" h="2865" extrusionOk="0">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60"/>
            <p:cNvSpPr/>
            <p:nvPr/>
          </p:nvSpPr>
          <p:spPr>
            <a:xfrm>
              <a:off x="2116939" y="3285425"/>
              <a:ext cx="44663" cy="74798"/>
            </a:xfrm>
            <a:custGeom>
              <a:avLst/>
              <a:gdLst/>
              <a:ahLst/>
              <a:cxnLst/>
              <a:rect l="l" t="t" r="r" b="b"/>
              <a:pathLst>
                <a:path w="1700" h="2847" extrusionOk="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60"/>
            <p:cNvSpPr/>
            <p:nvPr/>
          </p:nvSpPr>
          <p:spPr>
            <a:xfrm>
              <a:off x="2200407" y="3381609"/>
              <a:ext cx="28453" cy="28453"/>
            </a:xfrm>
            <a:custGeom>
              <a:avLst/>
              <a:gdLst/>
              <a:ahLst/>
              <a:cxnLst/>
              <a:rect l="l" t="t" r="r" b="b"/>
              <a:pathLst>
                <a:path w="1083" h="1083" extrusionOk="0">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60"/>
            <p:cNvSpPr/>
            <p:nvPr/>
          </p:nvSpPr>
          <p:spPr>
            <a:xfrm>
              <a:off x="1942174" y="3547073"/>
              <a:ext cx="28453" cy="28453"/>
            </a:xfrm>
            <a:custGeom>
              <a:avLst/>
              <a:gdLst/>
              <a:ahLst/>
              <a:cxnLst/>
              <a:rect l="l" t="t" r="r" b="b"/>
              <a:pathLst>
                <a:path w="1083" h="1083" extrusionOk="0">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60"/>
            <p:cNvSpPr/>
            <p:nvPr/>
          </p:nvSpPr>
          <p:spPr>
            <a:xfrm>
              <a:off x="1903737" y="3215540"/>
              <a:ext cx="411874" cy="370731"/>
            </a:xfrm>
            <a:custGeom>
              <a:avLst/>
              <a:gdLst/>
              <a:ahLst/>
              <a:cxnLst/>
              <a:rect l="l" t="t" r="r" b="b"/>
              <a:pathLst>
                <a:path w="15677" h="14111" extrusionOk="0">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60"/>
            <p:cNvSpPr/>
            <p:nvPr/>
          </p:nvSpPr>
          <p:spPr>
            <a:xfrm>
              <a:off x="1920867" y="3246752"/>
              <a:ext cx="360275" cy="338889"/>
            </a:xfrm>
            <a:custGeom>
              <a:avLst/>
              <a:gdLst/>
              <a:ahLst/>
              <a:cxnLst/>
              <a:rect l="l" t="t" r="r" b="b"/>
              <a:pathLst>
                <a:path w="13713" h="12899" extrusionOk="0">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60"/>
            <p:cNvSpPr/>
            <p:nvPr/>
          </p:nvSpPr>
          <p:spPr>
            <a:xfrm>
              <a:off x="2146285" y="3395822"/>
              <a:ext cx="16972" cy="16972"/>
            </a:xfrm>
            <a:custGeom>
              <a:avLst/>
              <a:gdLst/>
              <a:ahLst/>
              <a:cxnLst/>
              <a:rect l="l" t="t" r="r" b="b"/>
              <a:pathLst>
                <a:path w="646" h="646" extrusionOk="0">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60"/>
            <p:cNvSpPr/>
            <p:nvPr/>
          </p:nvSpPr>
          <p:spPr>
            <a:xfrm>
              <a:off x="1925228" y="3497497"/>
              <a:ext cx="16972" cy="16972"/>
            </a:xfrm>
            <a:custGeom>
              <a:avLst/>
              <a:gdLst/>
              <a:ahLst/>
              <a:cxnLst/>
              <a:rect l="l" t="t" r="r" b="b"/>
              <a:pathLst>
                <a:path w="646" h="646" extrusionOk="0">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60"/>
            <p:cNvSpPr/>
            <p:nvPr/>
          </p:nvSpPr>
          <p:spPr>
            <a:xfrm>
              <a:off x="2200407" y="3265169"/>
              <a:ext cx="16972" cy="16972"/>
            </a:xfrm>
            <a:custGeom>
              <a:avLst/>
              <a:gdLst/>
              <a:ahLst/>
              <a:cxnLst/>
              <a:rect l="l" t="t" r="r" b="b"/>
              <a:pathLst>
                <a:path w="646" h="646" extrusionOk="0">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7" name="Google Shape;6617;p60"/>
          <p:cNvGrpSpPr/>
          <p:nvPr/>
        </p:nvGrpSpPr>
        <p:grpSpPr>
          <a:xfrm>
            <a:off x="2455290" y="3248854"/>
            <a:ext cx="397818" cy="304078"/>
            <a:chOff x="2468465" y="3248854"/>
            <a:chExt cx="397818" cy="304078"/>
          </a:xfrm>
        </p:grpSpPr>
        <p:sp>
          <p:nvSpPr>
            <p:cNvPr id="6618" name="Google Shape;6618;p60"/>
            <p:cNvSpPr/>
            <p:nvPr/>
          </p:nvSpPr>
          <p:spPr>
            <a:xfrm>
              <a:off x="2488511" y="3248854"/>
              <a:ext cx="182988" cy="99967"/>
            </a:xfrm>
            <a:custGeom>
              <a:avLst/>
              <a:gdLst/>
              <a:ahLst/>
              <a:cxnLst/>
              <a:rect l="l" t="t" r="r" b="b"/>
              <a:pathLst>
                <a:path w="6965" h="3805" extrusionOk="0">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60"/>
            <p:cNvSpPr/>
            <p:nvPr/>
          </p:nvSpPr>
          <p:spPr>
            <a:xfrm>
              <a:off x="2468465" y="3303448"/>
              <a:ext cx="397818" cy="211389"/>
            </a:xfrm>
            <a:custGeom>
              <a:avLst/>
              <a:gdLst/>
              <a:ahLst/>
              <a:cxnLst/>
              <a:rect l="l" t="t" r="r" b="b"/>
              <a:pathLst>
                <a:path w="15142" h="8046" extrusionOk="0">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60"/>
            <p:cNvSpPr/>
            <p:nvPr/>
          </p:nvSpPr>
          <p:spPr>
            <a:xfrm>
              <a:off x="2473930" y="3387073"/>
              <a:ext cx="138141" cy="127763"/>
            </a:xfrm>
            <a:custGeom>
              <a:avLst/>
              <a:gdLst/>
              <a:ahLst/>
              <a:cxnLst/>
              <a:rect l="l" t="t" r="r" b="b"/>
              <a:pathLst>
                <a:path w="5258" h="4863" extrusionOk="0">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60"/>
            <p:cNvSpPr/>
            <p:nvPr/>
          </p:nvSpPr>
          <p:spPr>
            <a:xfrm>
              <a:off x="2488327" y="3279382"/>
              <a:ext cx="55409" cy="69438"/>
            </a:xfrm>
            <a:custGeom>
              <a:avLst/>
              <a:gdLst/>
              <a:ahLst/>
              <a:cxnLst/>
              <a:rect l="l" t="t" r="r" b="b"/>
              <a:pathLst>
                <a:path w="2109" h="2643" extrusionOk="0">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60"/>
            <p:cNvSpPr/>
            <p:nvPr/>
          </p:nvSpPr>
          <p:spPr>
            <a:xfrm>
              <a:off x="2603663" y="3420807"/>
              <a:ext cx="246226" cy="132124"/>
            </a:xfrm>
            <a:custGeom>
              <a:avLst/>
              <a:gdLst/>
              <a:ahLst/>
              <a:cxnLst/>
              <a:rect l="l" t="t" r="r" b="b"/>
              <a:pathLst>
                <a:path w="9372" h="5029" extrusionOk="0">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60"/>
            <p:cNvSpPr/>
            <p:nvPr/>
          </p:nvSpPr>
          <p:spPr>
            <a:xfrm>
              <a:off x="2603847" y="3422594"/>
              <a:ext cx="143264" cy="130338"/>
            </a:xfrm>
            <a:custGeom>
              <a:avLst/>
              <a:gdLst/>
              <a:ahLst/>
              <a:cxnLst/>
              <a:rect l="l" t="t" r="r" b="b"/>
              <a:pathLst>
                <a:path w="5453" h="4961" extrusionOk="0">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4" name="Google Shape;6624;p60"/>
          <p:cNvGrpSpPr/>
          <p:nvPr/>
        </p:nvGrpSpPr>
        <p:grpSpPr>
          <a:xfrm>
            <a:off x="3003992" y="3216013"/>
            <a:ext cx="394376" cy="369812"/>
            <a:chOff x="3017166" y="3216013"/>
            <a:chExt cx="394376" cy="369812"/>
          </a:xfrm>
        </p:grpSpPr>
        <p:sp>
          <p:nvSpPr>
            <p:cNvPr id="6625" name="Google Shape;6625;p60"/>
            <p:cNvSpPr/>
            <p:nvPr/>
          </p:nvSpPr>
          <p:spPr>
            <a:xfrm>
              <a:off x="3017166" y="3216013"/>
              <a:ext cx="394376" cy="369812"/>
            </a:xfrm>
            <a:custGeom>
              <a:avLst/>
              <a:gdLst/>
              <a:ahLst/>
              <a:cxnLst/>
              <a:rect l="l" t="t" r="r" b="b"/>
              <a:pathLst>
                <a:path w="15011"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60"/>
            <p:cNvSpPr/>
            <p:nvPr/>
          </p:nvSpPr>
          <p:spPr>
            <a:xfrm>
              <a:off x="3017166" y="3216013"/>
              <a:ext cx="231093" cy="369812"/>
            </a:xfrm>
            <a:custGeom>
              <a:avLst/>
              <a:gdLst/>
              <a:ahLst/>
              <a:cxnLst/>
              <a:rect l="l" t="t" r="r" b="b"/>
              <a:pathLst>
                <a:path w="8796"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7" name="Google Shape;6627;p60"/>
          <p:cNvGrpSpPr/>
          <p:nvPr/>
        </p:nvGrpSpPr>
        <p:grpSpPr>
          <a:xfrm>
            <a:off x="4196868" y="3213228"/>
            <a:ext cx="199014" cy="375408"/>
            <a:chOff x="4210043" y="3213228"/>
            <a:chExt cx="199014" cy="375408"/>
          </a:xfrm>
        </p:grpSpPr>
        <p:sp>
          <p:nvSpPr>
            <p:cNvPr id="6628" name="Google Shape;6628;p60"/>
            <p:cNvSpPr/>
            <p:nvPr/>
          </p:nvSpPr>
          <p:spPr>
            <a:xfrm>
              <a:off x="4295875" y="3440091"/>
              <a:ext cx="27350" cy="148545"/>
            </a:xfrm>
            <a:custGeom>
              <a:avLst/>
              <a:gdLst/>
              <a:ahLst/>
              <a:cxnLst/>
              <a:rect l="l" t="t" r="r" b="b"/>
              <a:pathLst>
                <a:path w="1041" h="5654" extrusionOk="0">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60"/>
            <p:cNvSpPr/>
            <p:nvPr/>
          </p:nvSpPr>
          <p:spPr>
            <a:xfrm>
              <a:off x="4299684" y="3447264"/>
              <a:ext cx="84781" cy="139849"/>
            </a:xfrm>
            <a:custGeom>
              <a:avLst/>
              <a:gdLst/>
              <a:ahLst/>
              <a:cxnLst/>
              <a:rect l="l" t="t" r="r" b="b"/>
              <a:pathLst>
                <a:path w="3227" h="5323" extrusionOk="0">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60"/>
            <p:cNvSpPr/>
            <p:nvPr/>
          </p:nvSpPr>
          <p:spPr>
            <a:xfrm>
              <a:off x="4234450" y="3447158"/>
              <a:ext cx="84965" cy="139954"/>
            </a:xfrm>
            <a:custGeom>
              <a:avLst/>
              <a:gdLst/>
              <a:ahLst/>
              <a:cxnLst/>
              <a:rect l="l" t="t" r="r" b="b"/>
              <a:pathLst>
                <a:path w="3234" h="5327" extrusionOk="0">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60"/>
            <p:cNvSpPr/>
            <p:nvPr/>
          </p:nvSpPr>
          <p:spPr>
            <a:xfrm>
              <a:off x="4294036" y="3213228"/>
              <a:ext cx="30844" cy="42667"/>
            </a:xfrm>
            <a:custGeom>
              <a:avLst/>
              <a:gdLst/>
              <a:ahLst/>
              <a:cxnLst/>
              <a:rect l="l" t="t" r="r" b="b"/>
              <a:pathLst>
                <a:path w="1174" h="1624" extrusionOk="0">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60"/>
            <p:cNvSpPr/>
            <p:nvPr/>
          </p:nvSpPr>
          <p:spPr>
            <a:xfrm>
              <a:off x="4229721" y="3254581"/>
              <a:ext cx="159474" cy="193392"/>
            </a:xfrm>
            <a:custGeom>
              <a:avLst/>
              <a:gdLst/>
              <a:ahLst/>
              <a:cxnLst/>
              <a:rect l="l" t="t" r="r" b="b"/>
              <a:pathLst>
                <a:path w="6070" h="7361" extrusionOk="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60"/>
            <p:cNvSpPr/>
            <p:nvPr/>
          </p:nvSpPr>
          <p:spPr>
            <a:xfrm>
              <a:off x="4253418" y="3254581"/>
              <a:ext cx="135776" cy="193392"/>
            </a:xfrm>
            <a:custGeom>
              <a:avLst/>
              <a:gdLst/>
              <a:ahLst/>
              <a:cxnLst/>
              <a:rect l="l" t="t" r="r" b="b"/>
              <a:pathLst>
                <a:path w="5168" h="7361" extrusionOk="0">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60"/>
            <p:cNvSpPr/>
            <p:nvPr/>
          </p:nvSpPr>
          <p:spPr>
            <a:xfrm>
              <a:off x="4210043" y="3237635"/>
              <a:ext cx="199014" cy="31737"/>
            </a:xfrm>
            <a:custGeom>
              <a:avLst/>
              <a:gdLst/>
              <a:ahLst/>
              <a:cxnLst/>
              <a:rect l="l" t="t" r="r" b="b"/>
              <a:pathLst>
                <a:path w="7575" h="1208" extrusionOk="0">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60"/>
            <p:cNvSpPr/>
            <p:nvPr/>
          </p:nvSpPr>
          <p:spPr>
            <a:xfrm>
              <a:off x="4210043" y="3432998"/>
              <a:ext cx="199014" cy="31737"/>
            </a:xfrm>
            <a:custGeom>
              <a:avLst/>
              <a:gdLst/>
              <a:ahLst/>
              <a:cxnLst/>
              <a:rect l="l" t="t" r="r" b="b"/>
              <a:pathLst>
                <a:path w="7575" h="1208" extrusionOk="0">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60"/>
            <p:cNvSpPr/>
            <p:nvPr/>
          </p:nvSpPr>
          <p:spPr>
            <a:xfrm>
              <a:off x="4238286" y="3237635"/>
              <a:ext cx="170771" cy="31737"/>
            </a:xfrm>
            <a:custGeom>
              <a:avLst/>
              <a:gdLst/>
              <a:ahLst/>
              <a:cxnLst/>
              <a:rect l="l" t="t" r="r" b="b"/>
              <a:pathLst>
                <a:path w="6500" h="1208" extrusionOk="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60"/>
            <p:cNvSpPr/>
            <p:nvPr/>
          </p:nvSpPr>
          <p:spPr>
            <a:xfrm>
              <a:off x="4238286" y="3432998"/>
              <a:ext cx="170771" cy="31737"/>
            </a:xfrm>
            <a:custGeom>
              <a:avLst/>
              <a:gdLst/>
              <a:ahLst/>
              <a:cxnLst/>
              <a:rect l="l" t="t" r="r" b="b"/>
              <a:pathLst>
                <a:path w="6500" h="1208" extrusionOk="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8" name="Google Shape;6638;p60"/>
          <p:cNvGrpSpPr/>
          <p:nvPr/>
        </p:nvGrpSpPr>
        <p:grpSpPr>
          <a:xfrm>
            <a:off x="4804971" y="3203323"/>
            <a:ext cx="77845" cy="395165"/>
            <a:chOff x="4818146" y="3203323"/>
            <a:chExt cx="77845" cy="395165"/>
          </a:xfrm>
        </p:grpSpPr>
        <p:sp>
          <p:nvSpPr>
            <p:cNvPr id="6639" name="Google Shape;6639;p60"/>
            <p:cNvSpPr/>
            <p:nvPr/>
          </p:nvSpPr>
          <p:spPr>
            <a:xfrm>
              <a:off x="4818146" y="3203376"/>
              <a:ext cx="77845" cy="395112"/>
            </a:xfrm>
            <a:custGeom>
              <a:avLst/>
              <a:gdLst/>
              <a:ahLst/>
              <a:cxnLst/>
              <a:rect l="l" t="t" r="r" b="b"/>
              <a:pathLst>
                <a:path w="2963" h="15039" extrusionOk="0">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60"/>
            <p:cNvSpPr/>
            <p:nvPr/>
          </p:nvSpPr>
          <p:spPr>
            <a:xfrm>
              <a:off x="4818146" y="3523927"/>
              <a:ext cx="77845" cy="35731"/>
            </a:xfrm>
            <a:custGeom>
              <a:avLst/>
              <a:gdLst/>
              <a:ahLst/>
              <a:cxnLst/>
              <a:rect l="l" t="t" r="r" b="b"/>
              <a:pathLst>
                <a:path w="2963" h="1360" extrusionOk="0">
                  <a:moveTo>
                    <a:pt x="0" y="0"/>
                  </a:moveTo>
                  <a:lnTo>
                    <a:pt x="0" y="1360"/>
                  </a:lnTo>
                  <a:lnTo>
                    <a:pt x="2962" y="1360"/>
                  </a:lnTo>
                  <a:lnTo>
                    <a:pt x="2962" y="1332"/>
                  </a:lnTo>
                  <a:lnTo>
                    <a:pt x="2962"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60"/>
            <p:cNvSpPr/>
            <p:nvPr/>
          </p:nvSpPr>
          <p:spPr>
            <a:xfrm>
              <a:off x="4839821" y="3203323"/>
              <a:ext cx="34286" cy="35310"/>
            </a:xfrm>
            <a:custGeom>
              <a:avLst/>
              <a:gdLst/>
              <a:ahLst/>
              <a:cxnLst/>
              <a:rect l="l" t="t" r="r" b="b"/>
              <a:pathLst>
                <a:path w="1305" h="1344" extrusionOk="0">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60"/>
            <p:cNvSpPr/>
            <p:nvPr/>
          </p:nvSpPr>
          <p:spPr>
            <a:xfrm>
              <a:off x="4818146" y="3559631"/>
              <a:ext cx="77845" cy="38857"/>
            </a:xfrm>
            <a:custGeom>
              <a:avLst/>
              <a:gdLst/>
              <a:ahLst/>
              <a:cxnLst/>
              <a:rect l="l" t="t" r="r" b="b"/>
              <a:pathLst>
                <a:path w="2963" h="1479" extrusionOk="0">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60"/>
            <p:cNvSpPr/>
            <p:nvPr/>
          </p:nvSpPr>
          <p:spPr>
            <a:xfrm>
              <a:off x="4849857" y="3523927"/>
              <a:ext cx="46135" cy="35731"/>
            </a:xfrm>
            <a:custGeom>
              <a:avLst/>
              <a:gdLst/>
              <a:ahLst/>
              <a:cxnLst/>
              <a:rect l="l" t="t" r="r" b="b"/>
              <a:pathLst>
                <a:path w="1756" h="1360" extrusionOk="0">
                  <a:moveTo>
                    <a:pt x="0" y="0"/>
                  </a:moveTo>
                  <a:lnTo>
                    <a:pt x="0" y="1360"/>
                  </a:lnTo>
                  <a:lnTo>
                    <a:pt x="1755" y="1360"/>
                  </a:lnTo>
                  <a:lnTo>
                    <a:pt x="1755" y="1332"/>
                  </a:lnTo>
                  <a:lnTo>
                    <a:pt x="175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60"/>
            <p:cNvSpPr/>
            <p:nvPr/>
          </p:nvSpPr>
          <p:spPr>
            <a:xfrm>
              <a:off x="4849857" y="3559631"/>
              <a:ext cx="46135" cy="35573"/>
            </a:xfrm>
            <a:custGeom>
              <a:avLst/>
              <a:gdLst/>
              <a:ahLst/>
              <a:cxnLst/>
              <a:rect l="l" t="t" r="r" b="b"/>
              <a:pathLst>
                <a:path w="1756" h="1354" extrusionOk="0">
                  <a:moveTo>
                    <a:pt x="0" y="1"/>
                  </a:moveTo>
                  <a:cubicBezTo>
                    <a:pt x="0" y="584"/>
                    <a:pt x="340" y="1111"/>
                    <a:pt x="874" y="1353"/>
                  </a:cubicBezTo>
                  <a:cubicBezTo>
                    <a:pt x="1401" y="1111"/>
                    <a:pt x="1748" y="584"/>
                    <a:pt x="175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60"/>
            <p:cNvSpPr/>
            <p:nvPr/>
          </p:nvSpPr>
          <p:spPr>
            <a:xfrm>
              <a:off x="4818146" y="3274259"/>
              <a:ext cx="77845" cy="249694"/>
            </a:xfrm>
            <a:custGeom>
              <a:avLst/>
              <a:gdLst/>
              <a:ahLst/>
              <a:cxnLst/>
              <a:rect l="l" t="t" r="r" b="b"/>
              <a:pathLst>
                <a:path w="2963" h="9504" extrusionOk="0">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60"/>
            <p:cNvSpPr/>
            <p:nvPr/>
          </p:nvSpPr>
          <p:spPr>
            <a:xfrm>
              <a:off x="4849857" y="3274259"/>
              <a:ext cx="46135" cy="249694"/>
            </a:xfrm>
            <a:custGeom>
              <a:avLst/>
              <a:gdLst/>
              <a:ahLst/>
              <a:cxnLst/>
              <a:rect l="l" t="t" r="r" b="b"/>
              <a:pathLst>
                <a:path w="1756" h="9504" extrusionOk="0">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7" name="Google Shape;6647;p60"/>
          <p:cNvGrpSpPr/>
          <p:nvPr/>
        </p:nvGrpSpPr>
        <p:grpSpPr>
          <a:xfrm>
            <a:off x="5215716" y="3235428"/>
            <a:ext cx="344091" cy="332767"/>
            <a:chOff x="5228890" y="3235428"/>
            <a:chExt cx="344091" cy="332767"/>
          </a:xfrm>
        </p:grpSpPr>
        <p:sp>
          <p:nvSpPr>
            <p:cNvPr id="6648" name="Google Shape;6648;p60"/>
            <p:cNvSpPr/>
            <p:nvPr/>
          </p:nvSpPr>
          <p:spPr>
            <a:xfrm>
              <a:off x="5228890" y="3261701"/>
              <a:ext cx="316741" cy="306495"/>
            </a:xfrm>
            <a:custGeom>
              <a:avLst/>
              <a:gdLst/>
              <a:ahLst/>
              <a:cxnLst/>
              <a:rect l="l" t="t" r="r" b="b"/>
              <a:pathLst>
                <a:path w="12056" h="11666" extrusionOk="0">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60"/>
            <p:cNvSpPr/>
            <p:nvPr/>
          </p:nvSpPr>
          <p:spPr>
            <a:xfrm>
              <a:off x="5277731" y="3261701"/>
              <a:ext cx="65261" cy="82942"/>
            </a:xfrm>
            <a:custGeom>
              <a:avLst/>
              <a:gdLst/>
              <a:ahLst/>
              <a:cxnLst/>
              <a:rect l="l" t="t" r="r" b="b"/>
              <a:pathLst>
                <a:path w="2484" h="3157" extrusionOk="0">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60"/>
            <p:cNvSpPr/>
            <p:nvPr/>
          </p:nvSpPr>
          <p:spPr>
            <a:xfrm>
              <a:off x="5462137" y="3463053"/>
              <a:ext cx="83494" cy="64893"/>
            </a:xfrm>
            <a:custGeom>
              <a:avLst/>
              <a:gdLst/>
              <a:ahLst/>
              <a:cxnLst/>
              <a:rect l="l" t="t" r="r" b="b"/>
              <a:pathLst>
                <a:path w="3178" h="2470" extrusionOk="0">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60"/>
            <p:cNvSpPr/>
            <p:nvPr/>
          </p:nvSpPr>
          <p:spPr>
            <a:xfrm>
              <a:off x="5286663" y="3235428"/>
              <a:ext cx="90771" cy="111973"/>
            </a:xfrm>
            <a:custGeom>
              <a:avLst/>
              <a:gdLst/>
              <a:ahLst/>
              <a:cxnLst/>
              <a:rect l="l" t="t" r="r" b="b"/>
              <a:pathLst>
                <a:path w="3455" h="4262" extrusionOk="0">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60"/>
            <p:cNvSpPr/>
            <p:nvPr/>
          </p:nvSpPr>
          <p:spPr>
            <a:xfrm>
              <a:off x="5458328" y="3429740"/>
              <a:ext cx="114653" cy="88486"/>
            </a:xfrm>
            <a:custGeom>
              <a:avLst/>
              <a:gdLst/>
              <a:ahLst/>
              <a:cxnLst/>
              <a:rect l="l" t="t" r="r" b="b"/>
              <a:pathLst>
                <a:path w="4364" h="3368" extrusionOk="0">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3" name="Google Shape;6653;p60"/>
          <p:cNvGrpSpPr/>
          <p:nvPr/>
        </p:nvGrpSpPr>
        <p:grpSpPr>
          <a:xfrm>
            <a:off x="5744739" y="3227047"/>
            <a:ext cx="388544" cy="347927"/>
            <a:chOff x="5757913" y="3227047"/>
            <a:chExt cx="388544" cy="347927"/>
          </a:xfrm>
        </p:grpSpPr>
        <p:sp>
          <p:nvSpPr>
            <p:cNvPr id="6654" name="Google Shape;6654;p60"/>
            <p:cNvSpPr/>
            <p:nvPr/>
          </p:nvSpPr>
          <p:spPr>
            <a:xfrm>
              <a:off x="5757913" y="3227047"/>
              <a:ext cx="388544" cy="347927"/>
            </a:xfrm>
            <a:custGeom>
              <a:avLst/>
              <a:gdLst/>
              <a:ahLst/>
              <a:cxnLst/>
              <a:rect l="l" t="t" r="r" b="b"/>
              <a:pathLst>
                <a:path w="14789" h="13243" extrusionOk="0">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60"/>
            <p:cNvSpPr/>
            <p:nvPr/>
          </p:nvSpPr>
          <p:spPr>
            <a:xfrm>
              <a:off x="5758097" y="3227074"/>
              <a:ext cx="194101" cy="347743"/>
            </a:xfrm>
            <a:custGeom>
              <a:avLst/>
              <a:gdLst/>
              <a:ahLst/>
              <a:cxnLst/>
              <a:rect l="l" t="t" r="r" b="b"/>
              <a:pathLst>
                <a:path w="7388" h="13236" extrusionOk="0">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56" name="Google Shape;6656;p60"/>
          <p:cNvSpPr/>
          <p:nvPr/>
        </p:nvSpPr>
        <p:spPr>
          <a:xfrm>
            <a:off x="7189280" y="3377641"/>
            <a:ext cx="17340" cy="197149"/>
          </a:xfrm>
          <a:custGeom>
            <a:avLst/>
            <a:gdLst/>
            <a:ahLst/>
            <a:cxnLst/>
            <a:rect l="l" t="t" r="r" b="b"/>
            <a:pathLst>
              <a:path w="660" h="7504" extrusionOk="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57" name="Google Shape;6657;p60"/>
          <p:cNvGrpSpPr/>
          <p:nvPr/>
        </p:nvGrpSpPr>
        <p:grpSpPr>
          <a:xfrm>
            <a:off x="6881681" y="3227074"/>
            <a:ext cx="324938" cy="347717"/>
            <a:chOff x="6894856" y="3227074"/>
            <a:chExt cx="324938" cy="347717"/>
          </a:xfrm>
        </p:grpSpPr>
        <p:sp>
          <p:nvSpPr>
            <p:cNvPr id="6658" name="Google Shape;6658;p60"/>
            <p:cNvSpPr/>
            <p:nvPr/>
          </p:nvSpPr>
          <p:spPr>
            <a:xfrm>
              <a:off x="6898849" y="3377589"/>
              <a:ext cx="316925" cy="43770"/>
            </a:xfrm>
            <a:custGeom>
              <a:avLst/>
              <a:gdLst/>
              <a:ahLst/>
              <a:cxnLst/>
              <a:rect l="l" t="t" r="r" b="b"/>
              <a:pathLst>
                <a:path w="12063" h="1666" extrusionOk="0">
                  <a:moveTo>
                    <a:pt x="8" y="1"/>
                  </a:moveTo>
                  <a:lnTo>
                    <a:pt x="1" y="1665"/>
                  </a:lnTo>
                  <a:lnTo>
                    <a:pt x="12063" y="1665"/>
                  </a:lnTo>
                  <a:lnTo>
                    <a:pt x="1205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60"/>
            <p:cNvSpPr/>
            <p:nvPr/>
          </p:nvSpPr>
          <p:spPr>
            <a:xfrm>
              <a:off x="6996346" y="3227074"/>
              <a:ext cx="128867" cy="61977"/>
            </a:xfrm>
            <a:custGeom>
              <a:avLst/>
              <a:gdLst/>
              <a:ahLst/>
              <a:cxnLst/>
              <a:rect l="l" t="t" r="r" b="b"/>
              <a:pathLst>
                <a:path w="4905" h="2359" extrusionOk="0">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60"/>
            <p:cNvSpPr/>
            <p:nvPr/>
          </p:nvSpPr>
          <p:spPr>
            <a:xfrm>
              <a:off x="6996346" y="3262778"/>
              <a:ext cx="128867" cy="26273"/>
            </a:xfrm>
            <a:custGeom>
              <a:avLst/>
              <a:gdLst/>
              <a:ahLst/>
              <a:cxnLst/>
              <a:rect l="l" t="t" r="r" b="b"/>
              <a:pathLst>
                <a:path w="4905" h="1000" extrusionOk="0">
                  <a:moveTo>
                    <a:pt x="999" y="1"/>
                  </a:moveTo>
                  <a:lnTo>
                    <a:pt x="1" y="1000"/>
                  </a:lnTo>
                  <a:lnTo>
                    <a:pt x="4905" y="1000"/>
                  </a:lnTo>
                  <a:lnTo>
                    <a:pt x="3906"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60"/>
            <p:cNvSpPr/>
            <p:nvPr/>
          </p:nvSpPr>
          <p:spPr>
            <a:xfrm>
              <a:off x="6918186" y="3280092"/>
              <a:ext cx="278278" cy="260439"/>
            </a:xfrm>
            <a:custGeom>
              <a:avLst/>
              <a:gdLst/>
              <a:ahLst/>
              <a:cxnLst/>
              <a:rect l="l" t="t" r="r" b="b"/>
              <a:pathLst>
                <a:path w="10592" h="9913" extrusionOk="0">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60"/>
            <p:cNvSpPr/>
            <p:nvPr/>
          </p:nvSpPr>
          <p:spPr>
            <a:xfrm>
              <a:off x="7177127" y="3279908"/>
              <a:ext cx="19337" cy="260623"/>
            </a:xfrm>
            <a:custGeom>
              <a:avLst/>
              <a:gdLst/>
              <a:ahLst/>
              <a:cxnLst/>
              <a:rect l="l" t="t" r="r" b="b"/>
              <a:pathLst>
                <a:path w="736" h="9920" extrusionOk="0">
                  <a:moveTo>
                    <a:pt x="0" y="1"/>
                  </a:moveTo>
                  <a:lnTo>
                    <a:pt x="0" y="9920"/>
                  </a:lnTo>
                  <a:lnTo>
                    <a:pt x="736" y="9920"/>
                  </a:lnTo>
                  <a:lnTo>
                    <a:pt x="736" y="216"/>
                  </a:lnTo>
                  <a:cubicBezTo>
                    <a:pt x="736" y="98"/>
                    <a:pt x="638" y="1"/>
                    <a:pt x="521"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60"/>
            <p:cNvSpPr/>
            <p:nvPr/>
          </p:nvSpPr>
          <p:spPr>
            <a:xfrm>
              <a:off x="6918186" y="3367579"/>
              <a:ext cx="278278" cy="172952"/>
            </a:xfrm>
            <a:custGeom>
              <a:avLst/>
              <a:gdLst/>
              <a:ahLst/>
              <a:cxnLst/>
              <a:rect l="l" t="t" r="r" b="b"/>
              <a:pathLst>
                <a:path w="10592" h="6583" extrusionOk="0">
                  <a:moveTo>
                    <a:pt x="0" y="0"/>
                  </a:moveTo>
                  <a:lnTo>
                    <a:pt x="0" y="6583"/>
                  </a:lnTo>
                  <a:lnTo>
                    <a:pt x="10592" y="6583"/>
                  </a:lnTo>
                  <a:lnTo>
                    <a:pt x="10592" y="0"/>
                  </a:lnTo>
                  <a:lnTo>
                    <a:pt x="5299" y="3794"/>
                  </a:lnTo>
                  <a:lnTo>
                    <a:pt x="0" y="0"/>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60"/>
            <p:cNvSpPr/>
            <p:nvPr/>
          </p:nvSpPr>
          <p:spPr>
            <a:xfrm>
              <a:off x="6958619" y="3418784"/>
              <a:ext cx="197385" cy="10588"/>
            </a:xfrm>
            <a:custGeom>
              <a:avLst/>
              <a:gdLst/>
              <a:ahLst/>
              <a:cxnLst/>
              <a:rect l="l" t="t" r="r" b="b"/>
              <a:pathLst>
                <a:path w="7513" h="403" extrusionOk="0">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60"/>
            <p:cNvSpPr/>
            <p:nvPr/>
          </p:nvSpPr>
          <p:spPr>
            <a:xfrm>
              <a:off x="6992511" y="3441378"/>
              <a:ext cx="129970" cy="10588"/>
            </a:xfrm>
            <a:custGeom>
              <a:avLst/>
              <a:gdLst/>
              <a:ahLst/>
              <a:cxnLst/>
              <a:rect l="l" t="t" r="r" b="b"/>
              <a:pathLst>
                <a:path w="4947" h="403" extrusionOk="0">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60"/>
            <p:cNvSpPr/>
            <p:nvPr/>
          </p:nvSpPr>
          <p:spPr>
            <a:xfrm>
              <a:off x="7021489" y="3463789"/>
              <a:ext cx="70016" cy="10588"/>
            </a:xfrm>
            <a:custGeom>
              <a:avLst/>
              <a:gdLst/>
              <a:ahLst/>
              <a:cxnLst/>
              <a:rect l="l" t="t" r="r" b="b"/>
              <a:pathLst>
                <a:path w="2665" h="403" extrusionOk="0">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60"/>
            <p:cNvSpPr/>
            <p:nvPr/>
          </p:nvSpPr>
          <p:spPr>
            <a:xfrm>
              <a:off x="6894856" y="3377510"/>
              <a:ext cx="324938" cy="197280"/>
            </a:xfrm>
            <a:custGeom>
              <a:avLst/>
              <a:gdLst/>
              <a:ahLst/>
              <a:cxnLst/>
              <a:rect l="l" t="t" r="r" b="b"/>
              <a:pathLst>
                <a:path w="12368" h="7509" extrusionOk="0">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60"/>
            <p:cNvSpPr/>
            <p:nvPr/>
          </p:nvSpPr>
          <p:spPr>
            <a:xfrm>
              <a:off x="6955361" y="3318371"/>
              <a:ext cx="32630" cy="32630"/>
            </a:xfrm>
            <a:custGeom>
              <a:avLst/>
              <a:gdLst/>
              <a:ahLst/>
              <a:cxnLst/>
              <a:rect l="l" t="t" r="r" b="b"/>
              <a:pathLst>
                <a:path w="1242" h="1242" extrusionOk="0">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60"/>
            <p:cNvSpPr/>
            <p:nvPr/>
          </p:nvSpPr>
          <p:spPr>
            <a:xfrm>
              <a:off x="7009115" y="3313090"/>
              <a:ext cx="36466" cy="10588"/>
            </a:xfrm>
            <a:custGeom>
              <a:avLst/>
              <a:gdLst/>
              <a:ahLst/>
              <a:cxnLst/>
              <a:rect l="l" t="t" r="r" b="b"/>
              <a:pathLst>
                <a:path w="1388" h="403" extrusionOk="0">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60"/>
            <p:cNvSpPr/>
            <p:nvPr/>
          </p:nvSpPr>
          <p:spPr>
            <a:xfrm>
              <a:off x="7009115" y="3341149"/>
              <a:ext cx="113366" cy="10588"/>
            </a:xfrm>
            <a:custGeom>
              <a:avLst/>
              <a:gdLst/>
              <a:ahLst/>
              <a:cxnLst/>
              <a:rect l="l" t="t" r="r" b="b"/>
              <a:pathLst>
                <a:path w="4315" h="403" extrusionOk="0">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60"/>
            <p:cNvSpPr/>
            <p:nvPr/>
          </p:nvSpPr>
          <p:spPr>
            <a:xfrm>
              <a:off x="6961010" y="3385234"/>
              <a:ext cx="69806" cy="10614"/>
            </a:xfrm>
            <a:custGeom>
              <a:avLst/>
              <a:gdLst/>
              <a:ahLst/>
              <a:cxnLst/>
              <a:rect l="l" t="t" r="r" b="b"/>
              <a:pathLst>
                <a:path w="2657" h="404" extrusionOk="0">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60"/>
            <p:cNvSpPr/>
            <p:nvPr/>
          </p:nvSpPr>
          <p:spPr>
            <a:xfrm>
              <a:off x="6921443" y="3539060"/>
              <a:ext cx="57248" cy="10588"/>
            </a:xfrm>
            <a:custGeom>
              <a:avLst/>
              <a:gdLst/>
              <a:ahLst/>
              <a:cxnLst/>
              <a:rect l="l" t="t" r="r" b="b"/>
              <a:pathLst>
                <a:path w="2179" h="403" extrusionOk="0">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3" name="Google Shape;6673;p60"/>
          <p:cNvGrpSpPr/>
          <p:nvPr/>
        </p:nvGrpSpPr>
        <p:grpSpPr>
          <a:xfrm>
            <a:off x="7401772" y="3220873"/>
            <a:ext cx="360091" cy="360117"/>
            <a:chOff x="7414946" y="3220873"/>
            <a:chExt cx="360091" cy="360117"/>
          </a:xfrm>
        </p:grpSpPr>
        <p:sp>
          <p:nvSpPr>
            <p:cNvPr id="6674" name="Google Shape;6674;p60"/>
            <p:cNvSpPr/>
            <p:nvPr/>
          </p:nvSpPr>
          <p:spPr>
            <a:xfrm>
              <a:off x="7414946" y="3305234"/>
              <a:ext cx="151619" cy="195389"/>
            </a:xfrm>
            <a:custGeom>
              <a:avLst/>
              <a:gdLst/>
              <a:ahLst/>
              <a:cxnLst/>
              <a:rect l="l" t="t" r="r" b="b"/>
              <a:pathLst>
                <a:path w="5771" h="7437" extrusionOk="0">
                  <a:moveTo>
                    <a:pt x="0" y="1"/>
                  </a:moveTo>
                  <a:lnTo>
                    <a:pt x="0" y="4572"/>
                  </a:lnTo>
                  <a:lnTo>
                    <a:pt x="5771" y="7437"/>
                  </a:lnTo>
                  <a:lnTo>
                    <a:pt x="4571" y="1360"/>
                  </a:lnTo>
                  <a:lnTo>
                    <a:pt x="902" y="272"/>
                  </a:lnTo>
                  <a:lnTo>
                    <a:pt x="0" y="1"/>
                  </a:lnTo>
                  <a:close/>
                </a:path>
              </a:pathLst>
            </a:custGeom>
            <a:solidFill>
              <a:srgbClr val="C2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60"/>
            <p:cNvSpPr/>
            <p:nvPr/>
          </p:nvSpPr>
          <p:spPr>
            <a:xfrm>
              <a:off x="7414946" y="3425326"/>
              <a:ext cx="143789" cy="155665"/>
            </a:xfrm>
            <a:custGeom>
              <a:avLst/>
              <a:gdLst/>
              <a:ahLst/>
              <a:cxnLst/>
              <a:rect l="l" t="t" r="r" b="b"/>
              <a:pathLst>
                <a:path w="5473" h="5925" extrusionOk="0">
                  <a:moveTo>
                    <a:pt x="0" y="1"/>
                  </a:moveTo>
                  <a:lnTo>
                    <a:pt x="0" y="4572"/>
                  </a:lnTo>
                  <a:lnTo>
                    <a:pt x="4571" y="5924"/>
                  </a:lnTo>
                  <a:lnTo>
                    <a:pt x="5473" y="3642"/>
                  </a:lnTo>
                  <a:lnTo>
                    <a:pt x="4571" y="1353"/>
                  </a:lnTo>
                  <a:lnTo>
                    <a:pt x="0"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60"/>
            <p:cNvSpPr/>
            <p:nvPr/>
          </p:nvSpPr>
          <p:spPr>
            <a:xfrm>
              <a:off x="7735471" y="3430265"/>
              <a:ext cx="39566" cy="150725"/>
            </a:xfrm>
            <a:custGeom>
              <a:avLst/>
              <a:gdLst/>
              <a:ahLst/>
              <a:cxnLst/>
              <a:rect l="l" t="t" r="r" b="b"/>
              <a:pathLst>
                <a:path w="1506" h="5737" extrusionOk="0">
                  <a:moveTo>
                    <a:pt x="1" y="0"/>
                  </a:moveTo>
                  <a:lnTo>
                    <a:pt x="604" y="5466"/>
                  </a:lnTo>
                  <a:lnTo>
                    <a:pt x="1506" y="5736"/>
                  </a:lnTo>
                  <a:lnTo>
                    <a:pt x="1506" y="1165"/>
                  </a:lnTo>
                  <a:lnTo>
                    <a:pt x="1" y="0"/>
                  </a:lnTo>
                  <a:close/>
                </a:path>
              </a:pathLst>
            </a:custGeom>
            <a:solidFill>
              <a:srgbClr val="94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60"/>
            <p:cNvSpPr/>
            <p:nvPr/>
          </p:nvSpPr>
          <p:spPr>
            <a:xfrm>
              <a:off x="7623418" y="3393641"/>
              <a:ext cx="127947" cy="180229"/>
            </a:xfrm>
            <a:custGeom>
              <a:avLst/>
              <a:gdLst/>
              <a:ahLst/>
              <a:cxnLst/>
              <a:rect l="l" t="t" r="r" b="b"/>
              <a:pathLst>
                <a:path w="4870" h="6860" extrusionOk="0">
                  <a:moveTo>
                    <a:pt x="0" y="0"/>
                  </a:moveTo>
                  <a:lnTo>
                    <a:pt x="1200" y="5778"/>
                  </a:lnTo>
                  <a:lnTo>
                    <a:pt x="4869" y="6860"/>
                  </a:lnTo>
                  <a:lnTo>
                    <a:pt x="4869" y="2296"/>
                  </a:lnTo>
                  <a:lnTo>
                    <a:pt x="0" y="0"/>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60"/>
            <p:cNvSpPr/>
            <p:nvPr/>
          </p:nvSpPr>
          <p:spPr>
            <a:xfrm>
              <a:off x="7535038" y="3420045"/>
              <a:ext cx="119908" cy="160945"/>
            </a:xfrm>
            <a:custGeom>
              <a:avLst/>
              <a:gdLst/>
              <a:ahLst/>
              <a:cxnLst/>
              <a:rect l="l" t="t" r="r" b="b"/>
              <a:pathLst>
                <a:path w="4564" h="6126" extrusionOk="0">
                  <a:moveTo>
                    <a:pt x="2282" y="1"/>
                  </a:moveTo>
                  <a:lnTo>
                    <a:pt x="0" y="1554"/>
                  </a:lnTo>
                  <a:lnTo>
                    <a:pt x="0" y="6125"/>
                  </a:lnTo>
                  <a:lnTo>
                    <a:pt x="4564" y="4773"/>
                  </a:lnTo>
                  <a:lnTo>
                    <a:pt x="4564" y="202"/>
                  </a:lnTo>
                  <a:lnTo>
                    <a:pt x="2282" y="1"/>
                  </a:lnTo>
                  <a:close/>
                </a:path>
              </a:pathLst>
            </a:custGeom>
            <a:solidFill>
              <a:srgbClr val="94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60"/>
            <p:cNvSpPr/>
            <p:nvPr/>
          </p:nvSpPr>
          <p:spPr>
            <a:xfrm>
              <a:off x="7735471" y="3333845"/>
              <a:ext cx="39566" cy="127054"/>
            </a:xfrm>
            <a:custGeom>
              <a:avLst/>
              <a:gdLst/>
              <a:ahLst/>
              <a:cxnLst/>
              <a:rect l="l" t="t" r="r" b="b"/>
              <a:pathLst>
                <a:path w="1506" h="4836" extrusionOk="0">
                  <a:moveTo>
                    <a:pt x="604" y="1"/>
                  </a:moveTo>
                  <a:lnTo>
                    <a:pt x="1" y="2290"/>
                  </a:lnTo>
                  <a:lnTo>
                    <a:pt x="604" y="4572"/>
                  </a:lnTo>
                  <a:lnTo>
                    <a:pt x="1506" y="4835"/>
                  </a:lnTo>
                  <a:lnTo>
                    <a:pt x="1506" y="271"/>
                  </a:lnTo>
                  <a:lnTo>
                    <a:pt x="604"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60"/>
            <p:cNvSpPr/>
            <p:nvPr/>
          </p:nvSpPr>
          <p:spPr>
            <a:xfrm>
              <a:off x="7631248" y="3305234"/>
              <a:ext cx="120118" cy="148729"/>
            </a:xfrm>
            <a:custGeom>
              <a:avLst/>
              <a:gdLst/>
              <a:ahLst/>
              <a:cxnLst/>
              <a:rect l="l" t="t" r="r" b="b"/>
              <a:pathLst>
                <a:path w="4572" h="5661" extrusionOk="0">
                  <a:moveTo>
                    <a:pt x="902" y="1"/>
                  </a:moveTo>
                  <a:lnTo>
                    <a:pt x="0" y="2290"/>
                  </a:lnTo>
                  <a:lnTo>
                    <a:pt x="902" y="4572"/>
                  </a:lnTo>
                  <a:lnTo>
                    <a:pt x="4571" y="5661"/>
                  </a:lnTo>
                  <a:lnTo>
                    <a:pt x="4571" y="1090"/>
                  </a:lnTo>
                  <a:lnTo>
                    <a:pt x="902" y="1"/>
                  </a:lnTo>
                  <a:close/>
                </a:path>
              </a:pathLst>
            </a:custGeom>
            <a:solidFill>
              <a:srgbClr val="C2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60"/>
            <p:cNvSpPr/>
            <p:nvPr/>
          </p:nvSpPr>
          <p:spPr>
            <a:xfrm>
              <a:off x="7535038" y="3305234"/>
              <a:ext cx="119908" cy="155665"/>
            </a:xfrm>
            <a:custGeom>
              <a:avLst/>
              <a:gdLst/>
              <a:ahLst/>
              <a:cxnLst/>
              <a:rect l="l" t="t" r="r" b="b"/>
              <a:pathLst>
                <a:path w="4564" h="5925" extrusionOk="0">
                  <a:moveTo>
                    <a:pt x="4564" y="1"/>
                  </a:moveTo>
                  <a:lnTo>
                    <a:pt x="0" y="1360"/>
                  </a:lnTo>
                  <a:lnTo>
                    <a:pt x="0" y="5924"/>
                  </a:lnTo>
                  <a:lnTo>
                    <a:pt x="4564" y="4572"/>
                  </a:lnTo>
                  <a:lnTo>
                    <a:pt x="4564"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60"/>
            <p:cNvSpPr/>
            <p:nvPr/>
          </p:nvSpPr>
          <p:spPr>
            <a:xfrm>
              <a:off x="7654945" y="3220873"/>
              <a:ext cx="67258" cy="180807"/>
            </a:xfrm>
            <a:custGeom>
              <a:avLst/>
              <a:gdLst/>
              <a:ahLst/>
              <a:cxnLst/>
              <a:rect l="l" t="t" r="r" b="b"/>
              <a:pathLst>
                <a:path w="2560" h="6882" extrusionOk="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60"/>
            <p:cNvSpPr/>
            <p:nvPr/>
          </p:nvSpPr>
          <p:spPr>
            <a:xfrm>
              <a:off x="7587688" y="3220873"/>
              <a:ext cx="118831" cy="180807"/>
            </a:xfrm>
            <a:custGeom>
              <a:avLst/>
              <a:gdLst/>
              <a:ahLst/>
              <a:cxnLst/>
              <a:rect l="l" t="t" r="r" b="b"/>
              <a:pathLst>
                <a:path w="4523" h="6882" extrusionOk="0">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60"/>
            <p:cNvSpPr/>
            <p:nvPr/>
          </p:nvSpPr>
          <p:spPr>
            <a:xfrm>
              <a:off x="7607366" y="3252479"/>
              <a:ext cx="83310" cy="71382"/>
            </a:xfrm>
            <a:custGeom>
              <a:avLst/>
              <a:gdLst/>
              <a:ahLst/>
              <a:cxnLst/>
              <a:rect l="l" t="t" r="r" b="b"/>
              <a:pathLst>
                <a:path w="3171" h="2717" extrusionOk="0">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5" name="Google Shape;6685;p60"/>
          <p:cNvGrpSpPr/>
          <p:nvPr/>
        </p:nvGrpSpPr>
        <p:grpSpPr>
          <a:xfrm>
            <a:off x="8014052" y="3215041"/>
            <a:ext cx="231829" cy="371782"/>
            <a:chOff x="8027227" y="3215041"/>
            <a:chExt cx="231829" cy="371782"/>
          </a:xfrm>
        </p:grpSpPr>
        <p:sp>
          <p:nvSpPr>
            <p:cNvPr id="6686" name="Google Shape;6686;p60"/>
            <p:cNvSpPr/>
            <p:nvPr/>
          </p:nvSpPr>
          <p:spPr>
            <a:xfrm>
              <a:off x="8135102" y="3239080"/>
              <a:ext cx="123954" cy="131967"/>
            </a:xfrm>
            <a:custGeom>
              <a:avLst/>
              <a:gdLst/>
              <a:ahLst/>
              <a:cxnLst/>
              <a:rect l="l" t="t" r="r" b="b"/>
              <a:pathLst>
                <a:path w="4718" h="5023" extrusionOk="0">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60"/>
            <p:cNvSpPr/>
            <p:nvPr/>
          </p:nvSpPr>
          <p:spPr>
            <a:xfrm>
              <a:off x="8135285" y="3240184"/>
              <a:ext cx="40302" cy="22805"/>
            </a:xfrm>
            <a:custGeom>
              <a:avLst/>
              <a:gdLst/>
              <a:ahLst/>
              <a:cxnLst/>
              <a:rect l="l" t="t" r="r" b="b"/>
              <a:pathLst>
                <a:path w="1534" h="868" extrusionOk="0">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60"/>
            <p:cNvSpPr/>
            <p:nvPr/>
          </p:nvSpPr>
          <p:spPr>
            <a:xfrm>
              <a:off x="8057309" y="3262962"/>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60"/>
            <p:cNvSpPr/>
            <p:nvPr/>
          </p:nvSpPr>
          <p:spPr>
            <a:xfrm>
              <a:off x="8057309" y="3382870"/>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60"/>
            <p:cNvSpPr/>
            <p:nvPr/>
          </p:nvSpPr>
          <p:spPr>
            <a:xfrm>
              <a:off x="8075148" y="3256946"/>
              <a:ext cx="102095" cy="144000"/>
            </a:xfrm>
            <a:custGeom>
              <a:avLst/>
              <a:gdLst/>
              <a:ahLst/>
              <a:cxnLst/>
              <a:rect l="l" t="t" r="r" b="b"/>
              <a:pathLst>
                <a:path w="3886" h="5481" extrusionOk="0">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60"/>
            <p:cNvSpPr/>
            <p:nvPr/>
          </p:nvSpPr>
          <p:spPr>
            <a:xfrm>
              <a:off x="8051292" y="3232906"/>
              <a:ext cx="12033" cy="335868"/>
            </a:xfrm>
            <a:custGeom>
              <a:avLst/>
              <a:gdLst/>
              <a:ahLst/>
              <a:cxnLst/>
              <a:rect l="l" t="t" r="r" b="b"/>
              <a:pathLst>
                <a:path w="458" h="12784" extrusionOk="0">
                  <a:moveTo>
                    <a:pt x="0" y="0"/>
                  </a:moveTo>
                  <a:lnTo>
                    <a:pt x="0" y="12784"/>
                  </a:lnTo>
                  <a:lnTo>
                    <a:pt x="458" y="12784"/>
                  </a:lnTo>
                  <a:lnTo>
                    <a:pt x="458"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60"/>
            <p:cNvSpPr/>
            <p:nvPr/>
          </p:nvSpPr>
          <p:spPr>
            <a:xfrm>
              <a:off x="8027411" y="3562915"/>
              <a:ext cx="59980" cy="23908"/>
            </a:xfrm>
            <a:custGeom>
              <a:avLst/>
              <a:gdLst/>
              <a:ahLst/>
              <a:cxnLst/>
              <a:rect l="l" t="t" r="r" b="b"/>
              <a:pathLst>
                <a:path w="2283" h="910" extrusionOk="0">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60"/>
            <p:cNvSpPr/>
            <p:nvPr/>
          </p:nvSpPr>
          <p:spPr>
            <a:xfrm>
              <a:off x="8045276" y="3215041"/>
              <a:ext cx="23882" cy="24092"/>
            </a:xfrm>
            <a:custGeom>
              <a:avLst/>
              <a:gdLst/>
              <a:ahLst/>
              <a:cxnLst/>
              <a:rect l="l" t="t" r="r" b="b"/>
              <a:pathLst>
                <a:path w="909" h="917" extrusionOk="0">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60"/>
            <p:cNvSpPr/>
            <p:nvPr/>
          </p:nvSpPr>
          <p:spPr>
            <a:xfrm>
              <a:off x="8027227" y="3562915"/>
              <a:ext cx="30108" cy="23908"/>
            </a:xfrm>
            <a:custGeom>
              <a:avLst/>
              <a:gdLst/>
              <a:ahLst/>
              <a:cxnLst/>
              <a:rect l="l" t="t" r="r" b="b"/>
              <a:pathLst>
                <a:path w="1146" h="910" extrusionOk="0">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60"/>
            <p:cNvSpPr/>
            <p:nvPr/>
          </p:nvSpPr>
          <p:spPr>
            <a:xfrm>
              <a:off x="8043095" y="3216144"/>
              <a:ext cx="25169" cy="22778"/>
            </a:xfrm>
            <a:custGeom>
              <a:avLst/>
              <a:gdLst/>
              <a:ahLst/>
              <a:cxnLst/>
              <a:rect l="l" t="t" r="r" b="b"/>
              <a:pathLst>
                <a:path w="958" h="867" extrusionOk="0">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6" name="Google Shape;6696;p60"/>
          <p:cNvGrpSpPr/>
          <p:nvPr/>
        </p:nvGrpSpPr>
        <p:grpSpPr>
          <a:xfrm>
            <a:off x="4347102" y="4146138"/>
            <a:ext cx="395638" cy="420544"/>
            <a:chOff x="4093603" y="4146138"/>
            <a:chExt cx="395638" cy="420544"/>
          </a:xfrm>
        </p:grpSpPr>
        <p:sp>
          <p:nvSpPr>
            <p:cNvPr id="6697" name="Google Shape;6697;p60"/>
            <p:cNvSpPr/>
            <p:nvPr/>
          </p:nvSpPr>
          <p:spPr>
            <a:xfrm>
              <a:off x="4158286" y="4218414"/>
              <a:ext cx="266088" cy="326567"/>
            </a:xfrm>
            <a:custGeom>
              <a:avLst/>
              <a:gdLst/>
              <a:ahLst/>
              <a:cxnLst/>
              <a:rect l="l" t="t" r="r" b="b"/>
              <a:pathLst>
                <a:path w="10128" h="12430" extrusionOk="0">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60"/>
            <p:cNvSpPr/>
            <p:nvPr/>
          </p:nvSpPr>
          <p:spPr>
            <a:xfrm>
              <a:off x="4189813" y="4240089"/>
              <a:ext cx="203218" cy="203218"/>
            </a:xfrm>
            <a:custGeom>
              <a:avLst/>
              <a:gdLst/>
              <a:ahLst/>
              <a:cxnLst/>
              <a:rect l="l" t="t" r="r" b="b"/>
              <a:pathLst>
                <a:path w="7735" h="7735" extrusionOk="0">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60"/>
            <p:cNvSpPr/>
            <p:nvPr/>
          </p:nvSpPr>
          <p:spPr>
            <a:xfrm>
              <a:off x="4211671" y="4261947"/>
              <a:ext cx="159658" cy="159684"/>
            </a:xfrm>
            <a:custGeom>
              <a:avLst/>
              <a:gdLst/>
              <a:ahLst/>
              <a:cxnLst/>
              <a:rect l="l" t="t" r="r" b="b"/>
              <a:pathLst>
                <a:path w="6077" h="6078" extrusionOk="0">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60"/>
            <p:cNvSpPr/>
            <p:nvPr/>
          </p:nvSpPr>
          <p:spPr>
            <a:xfrm>
              <a:off x="4269629" y="4537677"/>
              <a:ext cx="43586" cy="29005"/>
            </a:xfrm>
            <a:custGeom>
              <a:avLst/>
              <a:gdLst/>
              <a:ahLst/>
              <a:cxnLst/>
              <a:rect l="l" t="t" r="r" b="b"/>
              <a:pathLst>
                <a:path w="1659" h="1104" extrusionOk="0">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60"/>
            <p:cNvSpPr/>
            <p:nvPr/>
          </p:nvSpPr>
          <p:spPr>
            <a:xfrm>
              <a:off x="4434725" y="4334486"/>
              <a:ext cx="54515" cy="14608"/>
            </a:xfrm>
            <a:custGeom>
              <a:avLst/>
              <a:gdLst/>
              <a:ahLst/>
              <a:cxnLst/>
              <a:rect l="l" t="t" r="r" b="b"/>
              <a:pathLst>
                <a:path w="2075" h="556" extrusionOk="0">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60"/>
            <p:cNvSpPr/>
            <p:nvPr/>
          </p:nvSpPr>
          <p:spPr>
            <a:xfrm>
              <a:off x="4093603" y="4334460"/>
              <a:ext cx="62896" cy="14634"/>
            </a:xfrm>
            <a:custGeom>
              <a:avLst/>
              <a:gdLst/>
              <a:ahLst/>
              <a:cxnLst/>
              <a:rect l="l" t="t" r="r" b="b"/>
              <a:pathLst>
                <a:path w="2394" h="557" extrusionOk="0">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60"/>
            <p:cNvSpPr/>
            <p:nvPr/>
          </p:nvSpPr>
          <p:spPr>
            <a:xfrm>
              <a:off x="4284210" y="4146138"/>
              <a:ext cx="14424" cy="50417"/>
            </a:xfrm>
            <a:custGeom>
              <a:avLst/>
              <a:gdLst/>
              <a:ahLst/>
              <a:cxnLst/>
              <a:rect l="l" t="t" r="r" b="b"/>
              <a:pathLst>
                <a:path w="549" h="1919" extrusionOk="0">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60"/>
            <p:cNvSpPr/>
            <p:nvPr/>
          </p:nvSpPr>
          <p:spPr>
            <a:xfrm>
              <a:off x="4358561" y="4183813"/>
              <a:ext cx="29294" cy="33156"/>
            </a:xfrm>
            <a:custGeom>
              <a:avLst/>
              <a:gdLst/>
              <a:ahLst/>
              <a:cxnLst/>
              <a:rect l="l" t="t" r="r" b="b"/>
              <a:pathLst>
                <a:path w="1115" h="1262" extrusionOk="0">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60"/>
            <p:cNvSpPr/>
            <p:nvPr/>
          </p:nvSpPr>
          <p:spPr>
            <a:xfrm>
              <a:off x="4195277" y="4466505"/>
              <a:ext cx="29268" cy="33287"/>
            </a:xfrm>
            <a:custGeom>
              <a:avLst/>
              <a:gdLst/>
              <a:ahLst/>
              <a:cxnLst/>
              <a:rect l="l" t="t" r="r" b="b"/>
              <a:pathLst>
                <a:path w="1114" h="1267" extrusionOk="0">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60"/>
            <p:cNvSpPr/>
            <p:nvPr/>
          </p:nvSpPr>
          <p:spPr>
            <a:xfrm>
              <a:off x="4195172" y="4183813"/>
              <a:ext cx="29294" cy="33156"/>
            </a:xfrm>
            <a:custGeom>
              <a:avLst/>
              <a:gdLst/>
              <a:ahLst/>
              <a:cxnLst/>
              <a:rect l="l" t="t" r="r" b="b"/>
              <a:pathLst>
                <a:path w="1115" h="1262" extrusionOk="0">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60"/>
            <p:cNvSpPr/>
            <p:nvPr/>
          </p:nvSpPr>
          <p:spPr>
            <a:xfrm>
              <a:off x="4358272" y="4466505"/>
              <a:ext cx="29294" cy="33287"/>
            </a:xfrm>
            <a:custGeom>
              <a:avLst/>
              <a:gdLst/>
              <a:ahLst/>
              <a:cxnLst/>
              <a:rect l="l" t="t" r="r" b="b"/>
              <a:pathLst>
                <a:path w="1115" h="1267" extrusionOk="0">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60"/>
            <p:cNvSpPr/>
            <p:nvPr/>
          </p:nvSpPr>
          <p:spPr>
            <a:xfrm>
              <a:off x="4412315" y="4410335"/>
              <a:ext cx="39934" cy="25668"/>
            </a:xfrm>
            <a:custGeom>
              <a:avLst/>
              <a:gdLst/>
              <a:ahLst/>
              <a:cxnLst/>
              <a:rect l="l" t="t" r="r" b="b"/>
              <a:pathLst>
                <a:path w="1520" h="977" extrusionOk="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60"/>
            <p:cNvSpPr/>
            <p:nvPr/>
          </p:nvSpPr>
          <p:spPr>
            <a:xfrm>
              <a:off x="4130306" y="4247340"/>
              <a:ext cx="39304" cy="25589"/>
            </a:xfrm>
            <a:custGeom>
              <a:avLst/>
              <a:gdLst/>
              <a:ahLst/>
              <a:cxnLst/>
              <a:rect l="l" t="t" r="r" b="b"/>
              <a:pathLst>
                <a:path w="1496" h="974" extrusionOk="0">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60"/>
            <p:cNvSpPr/>
            <p:nvPr/>
          </p:nvSpPr>
          <p:spPr>
            <a:xfrm>
              <a:off x="4413418" y="4247182"/>
              <a:ext cx="39908" cy="25747"/>
            </a:xfrm>
            <a:custGeom>
              <a:avLst/>
              <a:gdLst/>
              <a:ahLst/>
              <a:cxnLst/>
              <a:rect l="l" t="t" r="r" b="b"/>
              <a:pathLst>
                <a:path w="1519" h="980" extrusionOk="0">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60"/>
            <p:cNvSpPr/>
            <p:nvPr/>
          </p:nvSpPr>
          <p:spPr>
            <a:xfrm>
              <a:off x="4130595" y="4410624"/>
              <a:ext cx="39304" cy="25379"/>
            </a:xfrm>
            <a:custGeom>
              <a:avLst/>
              <a:gdLst/>
              <a:ahLst/>
              <a:cxnLst/>
              <a:rect l="l" t="t" r="r" b="b"/>
              <a:pathLst>
                <a:path w="1496" h="966" extrusionOk="0">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60"/>
            <p:cNvSpPr/>
            <p:nvPr/>
          </p:nvSpPr>
          <p:spPr>
            <a:xfrm>
              <a:off x="4255231" y="4494118"/>
              <a:ext cx="72565" cy="50864"/>
            </a:xfrm>
            <a:custGeom>
              <a:avLst/>
              <a:gdLst/>
              <a:ahLst/>
              <a:cxnLst/>
              <a:rect l="l" t="t" r="r" b="b"/>
              <a:pathLst>
                <a:path w="2762" h="1936" extrusionOk="0">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60"/>
            <p:cNvSpPr/>
            <p:nvPr/>
          </p:nvSpPr>
          <p:spPr>
            <a:xfrm>
              <a:off x="4247954" y="4494118"/>
              <a:ext cx="87120" cy="14608"/>
            </a:xfrm>
            <a:custGeom>
              <a:avLst/>
              <a:gdLst/>
              <a:ahLst/>
              <a:cxnLst/>
              <a:rect l="l" t="t" r="r" b="b"/>
              <a:pathLst>
                <a:path w="3316" h="556" extrusionOk="0">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4" name="Google Shape;6714;p60"/>
          <p:cNvGrpSpPr/>
          <p:nvPr/>
        </p:nvGrpSpPr>
        <p:grpSpPr>
          <a:xfrm>
            <a:off x="4897905" y="4162322"/>
            <a:ext cx="392065" cy="387887"/>
            <a:chOff x="4644406" y="4162322"/>
            <a:chExt cx="392065" cy="387887"/>
          </a:xfrm>
        </p:grpSpPr>
        <p:sp>
          <p:nvSpPr>
            <p:cNvPr id="6715" name="Google Shape;6715;p60"/>
            <p:cNvSpPr/>
            <p:nvPr/>
          </p:nvSpPr>
          <p:spPr>
            <a:xfrm>
              <a:off x="4644406" y="4334118"/>
              <a:ext cx="217326" cy="216065"/>
            </a:xfrm>
            <a:custGeom>
              <a:avLst/>
              <a:gdLst/>
              <a:ahLst/>
              <a:cxnLst/>
              <a:rect l="l" t="t" r="r" b="b"/>
              <a:pathLst>
                <a:path w="8272" h="8224" extrusionOk="0">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60"/>
            <p:cNvSpPr/>
            <p:nvPr/>
          </p:nvSpPr>
          <p:spPr>
            <a:xfrm>
              <a:off x="4646481" y="4345783"/>
              <a:ext cx="215251" cy="204426"/>
            </a:xfrm>
            <a:custGeom>
              <a:avLst/>
              <a:gdLst/>
              <a:ahLst/>
              <a:cxnLst/>
              <a:rect l="l" t="t" r="r" b="b"/>
              <a:pathLst>
                <a:path w="8193" h="7781" extrusionOk="0">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60"/>
            <p:cNvSpPr/>
            <p:nvPr/>
          </p:nvSpPr>
          <p:spPr>
            <a:xfrm>
              <a:off x="4720780" y="4162322"/>
              <a:ext cx="315690" cy="299743"/>
            </a:xfrm>
            <a:custGeom>
              <a:avLst/>
              <a:gdLst/>
              <a:ahLst/>
              <a:cxnLst/>
              <a:rect l="l" t="t" r="r" b="b"/>
              <a:pathLst>
                <a:path w="12016" h="11409" extrusionOk="0">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60"/>
            <p:cNvSpPr/>
            <p:nvPr/>
          </p:nvSpPr>
          <p:spPr>
            <a:xfrm>
              <a:off x="4727952" y="4227872"/>
              <a:ext cx="308518" cy="233668"/>
            </a:xfrm>
            <a:custGeom>
              <a:avLst/>
              <a:gdLst/>
              <a:ahLst/>
              <a:cxnLst/>
              <a:rect l="l" t="t" r="r" b="b"/>
              <a:pathLst>
                <a:path w="11743" h="8894" extrusionOk="0">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60"/>
            <p:cNvSpPr/>
            <p:nvPr/>
          </p:nvSpPr>
          <p:spPr>
            <a:xfrm>
              <a:off x="4892497" y="4162322"/>
              <a:ext cx="143973" cy="138062"/>
            </a:xfrm>
            <a:custGeom>
              <a:avLst/>
              <a:gdLst/>
              <a:ahLst/>
              <a:cxnLst/>
              <a:rect l="l" t="t" r="r" b="b"/>
              <a:pathLst>
                <a:path w="5480" h="5255" extrusionOk="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60"/>
            <p:cNvSpPr/>
            <p:nvPr/>
          </p:nvSpPr>
          <p:spPr>
            <a:xfrm>
              <a:off x="4893758" y="4185048"/>
              <a:ext cx="142712" cy="115336"/>
            </a:xfrm>
            <a:custGeom>
              <a:avLst/>
              <a:gdLst/>
              <a:ahLst/>
              <a:cxnLst/>
              <a:rect l="l" t="t" r="r" b="b"/>
              <a:pathLst>
                <a:path w="5432" h="4390" extrusionOk="0">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1" name="Google Shape;6721;p60"/>
          <p:cNvGrpSpPr/>
          <p:nvPr/>
        </p:nvGrpSpPr>
        <p:grpSpPr>
          <a:xfrm>
            <a:off x="5981882" y="4221698"/>
            <a:ext cx="417128" cy="269162"/>
            <a:chOff x="5728383" y="4221698"/>
            <a:chExt cx="417128" cy="269162"/>
          </a:xfrm>
        </p:grpSpPr>
        <p:sp>
          <p:nvSpPr>
            <p:cNvPr id="6722" name="Google Shape;6722;p60"/>
            <p:cNvSpPr/>
            <p:nvPr/>
          </p:nvSpPr>
          <p:spPr>
            <a:xfrm>
              <a:off x="5728383" y="4221698"/>
              <a:ext cx="417128" cy="225260"/>
            </a:xfrm>
            <a:custGeom>
              <a:avLst/>
              <a:gdLst/>
              <a:ahLst/>
              <a:cxnLst/>
              <a:rect l="l" t="t" r="r" b="b"/>
              <a:pathLst>
                <a:path w="15877" h="8574" extrusionOk="0">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60"/>
            <p:cNvSpPr/>
            <p:nvPr/>
          </p:nvSpPr>
          <p:spPr>
            <a:xfrm>
              <a:off x="5728383" y="4226059"/>
              <a:ext cx="417128" cy="220899"/>
            </a:xfrm>
            <a:custGeom>
              <a:avLst/>
              <a:gdLst/>
              <a:ahLst/>
              <a:cxnLst/>
              <a:rect l="l" t="t" r="r" b="b"/>
              <a:pathLst>
                <a:path w="15877" h="8408" extrusionOk="0">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60"/>
            <p:cNvSpPr/>
            <p:nvPr/>
          </p:nvSpPr>
          <p:spPr>
            <a:xfrm>
              <a:off x="5822964" y="4246657"/>
              <a:ext cx="100440" cy="75271"/>
            </a:xfrm>
            <a:custGeom>
              <a:avLst/>
              <a:gdLst/>
              <a:ahLst/>
              <a:cxnLst/>
              <a:rect l="l" t="t" r="r" b="b"/>
              <a:pathLst>
                <a:path w="3823" h="2865" extrusionOk="0">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60"/>
            <p:cNvSpPr/>
            <p:nvPr/>
          </p:nvSpPr>
          <p:spPr>
            <a:xfrm>
              <a:off x="5948336" y="4246657"/>
              <a:ext cx="109924" cy="75271"/>
            </a:xfrm>
            <a:custGeom>
              <a:avLst/>
              <a:gdLst/>
              <a:ahLst/>
              <a:cxnLst/>
              <a:rect l="l" t="t" r="r" b="b"/>
              <a:pathLst>
                <a:path w="4184" h="2865" extrusionOk="0">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60"/>
            <p:cNvSpPr/>
            <p:nvPr/>
          </p:nvSpPr>
          <p:spPr>
            <a:xfrm>
              <a:off x="5738787" y="4403057"/>
              <a:ext cx="102436" cy="87803"/>
            </a:xfrm>
            <a:custGeom>
              <a:avLst/>
              <a:gdLst/>
              <a:ahLst/>
              <a:cxnLst/>
              <a:rect l="l" t="t" r="r" b="b"/>
              <a:pathLst>
                <a:path w="3899" h="3342" extrusionOk="0">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60"/>
            <p:cNvSpPr/>
            <p:nvPr/>
          </p:nvSpPr>
          <p:spPr>
            <a:xfrm>
              <a:off x="5754445" y="4404108"/>
              <a:ext cx="98443" cy="86673"/>
            </a:xfrm>
            <a:custGeom>
              <a:avLst/>
              <a:gdLst/>
              <a:ahLst/>
              <a:cxnLst/>
              <a:rect l="l" t="t" r="r" b="b"/>
              <a:pathLst>
                <a:path w="3747" h="3299" extrusionOk="0">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60"/>
            <p:cNvSpPr/>
            <p:nvPr/>
          </p:nvSpPr>
          <p:spPr>
            <a:xfrm>
              <a:off x="5772311" y="4428147"/>
              <a:ext cx="43744" cy="37648"/>
            </a:xfrm>
            <a:custGeom>
              <a:avLst/>
              <a:gdLst/>
              <a:ahLst/>
              <a:cxnLst/>
              <a:rect l="l" t="t" r="r" b="b"/>
              <a:pathLst>
                <a:path w="1665" h="1433" extrusionOk="0">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60"/>
            <p:cNvSpPr/>
            <p:nvPr/>
          </p:nvSpPr>
          <p:spPr>
            <a:xfrm>
              <a:off x="6000277" y="4403057"/>
              <a:ext cx="102436" cy="87803"/>
            </a:xfrm>
            <a:custGeom>
              <a:avLst/>
              <a:gdLst/>
              <a:ahLst/>
              <a:cxnLst/>
              <a:rect l="l" t="t" r="r" b="b"/>
              <a:pathLst>
                <a:path w="3899" h="3342" extrusionOk="0">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60"/>
            <p:cNvSpPr/>
            <p:nvPr/>
          </p:nvSpPr>
          <p:spPr>
            <a:xfrm>
              <a:off x="6016119" y="4404108"/>
              <a:ext cx="98443" cy="86673"/>
            </a:xfrm>
            <a:custGeom>
              <a:avLst/>
              <a:gdLst/>
              <a:ahLst/>
              <a:cxnLst/>
              <a:rect l="l" t="t" r="r" b="b"/>
              <a:pathLst>
                <a:path w="3747" h="3299" extrusionOk="0">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60"/>
            <p:cNvSpPr/>
            <p:nvPr/>
          </p:nvSpPr>
          <p:spPr>
            <a:xfrm>
              <a:off x="6033801" y="4428147"/>
              <a:ext cx="43954" cy="37648"/>
            </a:xfrm>
            <a:custGeom>
              <a:avLst/>
              <a:gdLst/>
              <a:ahLst/>
              <a:cxnLst/>
              <a:rect l="l" t="t" r="r" b="b"/>
              <a:pathLst>
                <a:path w="1673" h="1433" extrusionOk="0">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60"/>
            <p:cNvSpPr/>
            <p:nvPr/>
          </p:nvSpPr>
          <p:spPr>
            <a:xfrm>
              <a:off x="5728567" y="4328469"/>
              <a:ext cx="39382" cy="49051"/>
            </a:xfrm>
            <a:custGeom>
              <a:avLst/>
              <a:gdLst/>
              <a:ahLst/>
              <a:cxnLst/>
              <a:rect l="l" t="t" r="r" b="b"/>
              <a:pathLst>
                <a:path w="1499" h="1867" extrusionOk="0">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60"/>
            <p:cNvSpPr/>
            <p:nvPr/>
          </p:nvSpPr>
          <p:spPr>
            <a:xfrm>
              <a:off x="6109071" y="4346886"/>
              <a:ext cx="28821" cy="24985"/>
            </a:xfrm>
            <a:custGeom>
              <a:avLst/>
              <a:gdLst/>
              <a:ahLst/>
              <a:cxnLst/>
              <a:rect l="l" t="t" r="r" b="b"/>
              <a:pathLst>
                <a:path w="1097" h="951" extrusionOk="0">
                  <a:moveTo>
                    <a:pt x="0" y="0"/>
                  </a:moveTo>
                  <a:lnTo>
                    <a:pt x="0" y="950"/>
                  </a:lnTo>
                  <a:lnTo>
                    <a:pt x="951" y="950"/>
                  </a:lnTo>
                  <a:lnTo>
                    <a:pt x="951" y="319"/>
                  </a:lnTo>
                  <a:lnTo>
                    <a:pt x="1096" y="0"/>
                  </a:ln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4" name="Google Shape;6734;p60"/>
          <p:cNvGrpSpPr/>
          <p:nvPr/>
        </p:nvGrpSpPr>
        <p:grpSpPr>
          <a:xfrm>
            <a:off x="821036" y="3696905"/>
            <a:ext cx="371782" cy="342751"/>
            <a:chOff x="834210" y="3696905"/>
            <a:chExt cx="371782" cy="342751"/>
          </a:xfrm>
        </p:grpSpPr>
        <p:sp>
          <p:nvSpPr>
            <p:cNvPr id="6735" name="Google Shape;6735;p60"/>
            <p:cNvSpPr/>
            <p:nvPr/>
          </p:nvSpPr>
          <p:spPr>
            <a:xfrm>
              <a:off x="866289" y="3696905"/>
              <a:ext cx="138876" cy="111500"/>
            </a:xfrm>
            <a:custGeom>
              <a:avLst/>
              <a:gdLst/>
              <a:ahLst/>
              <a:cxnLst/>
              <a:rect l="l" t="t" r="r" b="b"/>
              <a:pathLst>
                <a:path w="5286" h="4244" extrusionOk="0">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60"/>
            <p:cNvSpPr/>
            <p:nvPr/>
          </p:nvSpPr>
          <p:spPr>
            <a:xfrm>
              <a:off x="1035221" y="3696905"/>
              <a:ext cx="138693" cy="111500"/>
            </a:xfrm>
            <a:custGeom>
              <a:avLst/>
              <a:gdLst/>
              <a:ahLst/>
              <a:cxnLst/>
              <a:rect l="l" t="t" r="r" b="b"/>
              <a:pathLst>
                <a:path w="5279" h="4244" extrusionOk="0">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60"/>
            <p:cNvSpPr/>
            <p:nvPr/>
          </p:nvSpPr>
          <p:spPr>
            <a:xfrm>
              <a:off x="867550" y="3750080"/>
              <a:ext cx="137615" cy="58325"/>
            </a:xfrm>
            <a:custGeom>
              <a:avLst/>
              <a:gdLst/>
              <a:ahLst/>
              <a:cxnLst/>
              <a:rect l="l" t="t" r="r" b="b"/>
              <a:pathLst>
                <a:path w="5238" h="2220" extrusionOk="0">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60"/>
            <p:cNvSpPr/>
            <p:nvPr/>
          </p:nvSpPr>
          <p:spPr>
            <a:xfrm>
              <a:off x="1035221" y="3750080"/>
              <a:ext cx="137431" cy="58325"/>
            </a:xfrm>
            <a:custGeom>
              <a:avLst/>
              <a:gdLst/>
              <a:ahLst/>
              <a:cxnLst/>
              <a:rect l="l" t="t" r="r" b="b"/>
              <a:pathLst>
                <a:path w="5231" h="2220" extrusionOk="0">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60"/>
            <p:cNvSpPr/>
            <p:nvPr/>
          </p:nvSpPr>
          <p:spPr>
            <a:xfrm>
              <a:off x="994210" y="3756438"/>
              <a:ext cx="51967" cy="51967"/>
            </a:xfrm>
            <a:custGeom>
              <a:avLst/>
              <a:gdLst/>
              <a:ahLst/>
              <a:cxnLst/>
              <a:rect l="l" t="t" r="r" b="b"/>
              <a:pathLst>
                <a:path w="1978" h="1978" extrusionOk="0">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60"/>
            <p:cNvSpPr/>
            <p:nvPr/>
          </p:nvSpPr>
          <p:spPr>
            <a:xfrm>
              <a:off x="994210" y="3783420"/>
              <a:ext cx="51967" cy="24985"/>
            </a:xfrm>
            <a:custGeom>
              <a:avLst/>
              <a:gdLst/>
              <a:ahLst/>
              <a:cxnLst/>
              <a:rect l="l" t="t" r="r" b="b"/>
              <a:pathLst>
                <a:path w="1978" h="951" extrusionOk="0">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60"/>
            <p:cNvSpPr/>
            <p:nvPr/>
          </p:nvSpPr>
          <p:spPr>
            <a:xfrm>
              <a:off x="861718" y="3851387"/>
              <a:ext cx="316768" cy="188269"/>
            </a:xfrm>
            <a:custGeom>
              <a:avLst/>
              <a:gdLst/>
              <a:ahLst/>
              <a:cxnLst/>
              <a:rect l="l" t="t" r="r" b="b"/>
              <a:pathLst>
                <a:path w="12057" h="7166" extrusionOk="0">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60"/>
            <p:cNvSpPr/>
            <p:nvPr/>
          </p:nvSpPr>
          <p:spPr>
            <a:xfrm>
              <a:off x="861718" y="3851387"/>
              <a:ext cx="316768" cy="29005"/>
            </a:xfrm>
            <a:custGeom>
              <a:avLst/>
              <a:gdLst/>
              <a:ahLst/>
              <a:cxnLst/>
              <a:rect l="l" t="t" r="r" b="b"/>
              <a:pathLst>
                <a:path w="12057" h="1104" extrusionOk="0">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60"/>
            <p:cNvSpPr/>
            <p:nvPr/>
          </p:nvSpPr>
          <p:spPr>
            <a:xfrm>
              <a:off x="834394" y="3797450"/>
              <a:ext cx="371598" cy="64893"/>
            </a:xfrm>
            <a:custGeom>
              <a:avLst/>
              <a:gdLst/>
              <a:ahLst/>
              <a:cxnLst/>
              <a:rect l="l" t="t" r="r" b="b"/>
              <a:pathLst>
                <a:path w="14144" h="2470" extrusionOk="0">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60"/>
            <p:cNvSpPr/>
            <p:nvPr/>
          </p:nvSpPr>
          <p:spPr>
            <a:xfrm>
              <a:off x="834210" y="3837174"/>
              <a:ext cx="371782" cy="25169"/>
            </a:xfrm>
            <a:custGeom>
              <a:avLst/>
              <a:gdLst/>
              <a:ahLst/>
              <a:cxnLst/>
              <a:rect l="l" t="t" r="r" b="b"/>
              <a:pathLst>
                <a:path w="14151" h="958" extrusionOk="0">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60"/>
            <p:cNvSpPr/>
            <p:nvPr/>
          </p:nvSpPr>
          <p:spPr>
            <a:xfrm>
              <a:off x="987642" y="3797450"/>
              <a:ext cx="64919" cy="242206"/>
            </a:xfrm>
            <a:custGeom>
              <a:avLst/>
              <a:gdLst/>
              <a:ahLst/>
              <a:cxnLst/>
              <a:rect l="l" t="t" r="r" b="b"/>
              <a:pathLst>
                <a:path w="2471" h="9219" extrusionOk="0">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60"/>
            <p:cNvSpPr/>
            <p:nvPr/>
          </p:nvSpPr>
          <p:spPr>
            <a:xfrm>
              <a:off x="1027366" y="3797450"/>
              <a:ext cx="25195" cy="242206"/>
            </a:xfrm>
            <a:custGeom>
              <a:avLst/>
              <a:gdLst/>
              <a:ahLst/>
              <a:cxnLst/>
              <a:rect l="l" t="t" r="r" b="b"/>
              <a:pathLst>
                <a:path w="959" h="9219" extrusionOk="0">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7" name="Google Shape;6747;p60"/>
          <p:cNvGrpSpPr/>
          <p:nvPr/>
        </p:nvGrpSpPr>
        <p:grpSpPr>
          <a:xfrm>
            <a:off x="1346223" y="3682271"/>
            <a:ext cx="395296" cy="371966"/>
            <a:chOff x="1359398" y="3682271"/>
            <a:chExt cx="395296" cy="371966"/>
          </a:xfrm>
        </p:grpSpPr>
        <p:sp>
          <p:nvSpPr>
            <p:cNvPr id="6748" name="Google Shape;6748;p60"/>
            <p:cNvSpPr/>
            <p:nvPr/>
          </p:nvSpPr>
          <p:spPr>
            <a:xfrm>
              <a:off x="1382911" y="3682271"/>
              <a:ext cx="371782" cy="371966"/>
            </a:xfrm>
            <a:custGeom>
              <a:avLst/>
              <a:gdLst/>
              <a:ahLst/>
              <a:cxnLst/>
              <a:rect l="l" t="t" r="r" b="b"/>
              <a:pathLst>
                <a:path w="14151" h="14158" extrusionOk="0">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60"/>
            <p:cNvSpPr/>
            <p:nvPr/>
          </p:nvSpPr>
          <p:spPr>
            <a:xfrm>
              <a:off x="1498090" y="3920668"/>
              <a:ext cx="141241" cy="39172"/>
            </a:xfrm>
            <a:custGeom>
              <a:avLst/>
              <a:gdLst/>
              <a:ahLst/>
              <a:cxnLst/>
              <a:rect l="l" t="t" r="r" b="b"/>
              <a:pathLst>
                <a:path w="5376" h="1491" extrusionOk="0">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60"/>
            <p:cNvSpPr/>
            <p:nvPr/>
          </p:nvSpPr>
          <p:spPr>
            <a:xfrm>
              <a:off x="1490786" y="3826428"/>
              <a:ext cx="30108" cy="41931"/>
            </a:xfrm>
            <a:custGeom>
              <a:avLst/>
              <a:gdLst/>
              <a:ahLst/>
              <a:cxnLst/>
              <a:rect l="l" t="t" r="r" b="b"/>
              <a:pathLst>
                <a:path w="1146" h="1596" extrusionOk="0">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60"/>
            <p:cNvSpPr/>
            <p:nvPr/>
          </p:nvSpPr>
          <p:spPr>
            <a:xfrm>
              <a:off x="1502819" y="3826349"/>
              <a:ext cx="18075" cy="29951"/>
            </a:xfrm>
            <a:custGeom>
              <a:avLst/>
              <a:gdLst/>
              <a:ahLst/>
              <a:cxnLst/>
              <a:rect l="l" t="t" r="r" b="b"/>
              <a:pathLst>
                <a:path w="688"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60"/>
            <p:cNvSpPr/>
            <p:nvPr/>
          </p:nvSpPr>
          <p:spPr>
            <a:xfrm>
              <a:off x="1616710" y="3826244"/>
              <a:ext cx="30082" cy="42115"/>
            </a:xfrm>
            <a:custGeom>
              <a:avLst/>
              <a:gdLst/>
              <a:ahLst/>
              <a:cxnLst/>
              <a:rect l="l" t="t" r="r" b="b"/>
              <a:pathLst>
                <a:path w="1145" h="1603" extrusionOk="0">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60"/>
            <p:cNvSpPr/>
            <p:nvPr/>
          </p:nvSpPr>
          <p:spPr>
            <a:xfrm>
              <a:off x="1628743" y="3826349"/>
              <a:ext cx="18049" cy="29951"/>
            </a:xfrm>
            <a:custGeom>
              <a:avLst/>
              <a:gdLst/>
              <a:ahLst/>
              <a:cxnLst/>
              <a:rect l="l" t="t" r="r" b="b"/>
              <a:pathLst>
                <a:path w="687" h="1140" extrusionOk="0">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60"/>
            <p:cNvSpPr/>
            <p:nvPr/>
          </p:nvSpPr>
          <p:spPr>
            <a:xfrm>
              <a:off x="1359398" y="3724018"/>
              <a:ext cx="353733" cy="330114"/>
            </a:xfrm>
            <a:custGeom>
              <a:avLst/>
              <a:gdLst/>
              <a:ahLst/>
              <a:cxnLst/>
              <a:rect l="l" t="t" r="r" b="b"/>
              <a:pathLst>
                <a:path w="13464" h="12565" extrusionOk="0">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5" name="Google Shape;6755;p60"/>
          <p:cNvGrpSpPr/>
          <p:nvPr/>
        </p:nvGrpSpPr>
        <p:grpSpPr>
          <a:xfrm>
            <a:off x="1894924" y="3682271"/>
            <a:ext cx="395296" cy="371966"/>
            <a:chOff x="1908099" y="3682271"/>
            <a:chExt cx="395296" cy="371966"/>
          </a:xfrm>
        </p:grpSpPr>
        <p:sp>
          <p:nvSpPr>
            <p:cNvPr id="6756" name="Google Shape;6756;p60"/>
            <p:cNvSpPr/>
            <p:nvPr/>
          </p:nvSpPr>
          <p:spPr>
            <a:xfrm>
              <a:off x="1931613" y="3682271"/>
              <a:ext cx="371782" cy="371966"/>
            </a:xfrm>
            <a:custGeom>
              <a:avLst/>
              <a:gdLst/>
              <a:ahLst/>
              <a:cxnLst/>
              <a:rect l="l" t="t" r="r" b="b"/>
              <a:pathLst>
                <a:path w="14151"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60"/>
            <p:cNvSpPr/>
            <p:nvPr/>
          </p:nvSpPr>
          <p:spPr>
            <a:xfrm>
              <a:off x="2039487"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60"/>
            <p:cNvSpPr/>
            <p:nvPr/>
          </p:nvSpPr>
          <p:spPr>
            <a:xfrm>
              <a:off x="2051520"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60"/>
            <p:cNvSpPr/>
            <p:nvPr/>
          </p:nvSpPr>
          <p:spPr>
            <a:xfrm>
              <a:off x="2165412"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60"/>
            <p:cNvSpPr/>
            <p:nvPr/>
          </p:nvSpPr>
          <p:spPr>
            <a:xfrm>
              <a:off x="2177444"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60"/>
            <p:cNvSpPr/>
            <p:nvPr/>
          </p:nvSpPr>
          <p:spPr>
            <a:xfrm>
              <a:off x="2047501" y="3920825"/>
              <a:ext cx="140532" cy="39015"/>
            </a:xfrm>
            <a:custGeom>
              <a:avLst/>
              <a:gdLst/>
              <a:ahLst/>
              <a:cxnLst/>
              <a:rect l="l" t="t" r="r" b="b"/>
              <a:pathLst>
                <a:path w="5349" h="1485" extrusionOk="0">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60"/>
            <p:cNvSpPr/>
            <p:nvPr/>
          </p:nvSpPr>
          <p:spPr>
            <a:xfrm>
              <a:off x="1908099"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3" name="Google Shape;6763;p60"/>
          <p:cNvGrpSpPr/>
          <p:nvPr/>
        </p:nvGrpSpPr>
        <p:grpSpPr>
          <a:xfrm>
            <a:off x="2443625" y="3682271"/>
            <a:ext cx="395270" cy="371966"/>
            <a:chOff x="2456800" y="3682271"/>
            <a:chExt cx="395270" cy="371966"/>
          </a:xfrm>
        </p:grpSpPr>
        <p:sp>
          <p:nvSpPr>
            <p:cNvPr id="6764" name="Google Shape;6764;p60"/>
            <p:cNvSpPr/>
            <p:nvPr/>
          </p:nvSpPr>
          <p:spPr>
            <a:xfrm>
              <a:off x="2480314" y="3682271"/>
              <a:ext cx="371756" cy="371966"/>
            </a:xfrm>
            <a:custGeom>
              <a:avLst/>
              <a:gdLst/>
              <a:ahLst/>
              <a:cxnLst/>
              <a:rect l="l" t="t" r="r" b="b"/>
              <a:pathLst>
                <a:path w="14150"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60"/>
            <p:cNvSpPr/>
            <p:nvPr/>
          </p:nvSpPr>
          <p:spPr>
            <a:xfrm>
              <a:off x="2456800"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60"/>
            <p:cNvSpPr/>
            <p:nvPr/>
          </p:nvSpPr>
          <p:spPr>
            <a:xfrm>
              <a:off x="2557318" y="3892267"/>
              <a:ext cx="217589" cy="96000"/>
            </a:xfrm>
            <a:custGeom>
              <a:avLst/>
              <a:gdLst/>
              <a:ahLst/>
              <a:cxnLst/>
              <a:rect l="l" t="t" r="r" b="b"/>
              <a:pathLst>
                <a:path w="8282" h="3654" extrusionOk="0">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60"/>
            <p:cNvSpPr/>
            <p:nvPr/>
          </p:nvSpPr>
          <p:spPr>
            <a:xfrm>
              <a:off x="2557318" y="3892267"/>
              <a:ext cx="217746" cy="53359"/>
            </a:xfrm>
            <a:custGeom>
              <a:avLst/>
              <a:gdLst/>
              <a:ahLst/>
              <a:cxnLst/>
              <a:rect l="l" t="t" r="r" b="b"/>
              <a:pathLst>
                <a:path w="8288" h="2031" extrusionOk="0">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60"/>
            <p:cNvSpPr/>
            <p:nvPr/>
          </p:nvSpPr>
          <p:spPr>
            <a:xfrm>
              <a:off x="2588189"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60"/>
            <p:cNvSpPr/>
            <p:nvPr/>
          </p:nvSpPr>
          <p:spPr>
            <a:xfrm>
              <a:off x="2600221"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60"/>
            <p:cNvSpPr/>
            <p:nvPr/>
          </p:nvSpPr>
          <p:spPr>
            <a:xfrm>
              <a:off x="2714113"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60"/>
            <p:cNvSpPr/>
            <p:nvPr/>
          </p:nvSpPr>
          <p:spPr>
            <a:xfrm>
              <a:off x="2726146"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60"/>
            <p:cNvSpPr/>
            <p:nvPr/>
          </p:nvSpPr>
          <p:spPr>
            <a:xfrm>
              <a:off x="2577259" y="3895131"/>
              <a:ext cx="177681" cy="33156"/>
            </a:xfrm>
            <a:custGeom>
              <a:avLst/>
              <a:gdLst/>
              <a:ahLst/>
              <a:cxnLst/>
              <a:rect l="l" t="t" r="r" b="b"/>
              <a:pathLst>
                <a:path w="6763" h="1262" extrusionOk="0">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3" name="Google Shape;6773;p60"/>
          <p:cNvGrpSpPr/>
          <p:nvPr/>
        </p:nvGrpSpPr>
        <p:grpSpPr>
          <a:xfrm>
            <a:off x="3001075" y="3682271"/>
            <a:ext cx="391092" cy="371940"/>
            <a:chOff x="3014250" y="3682271"/>
            <a:chExt cx="391092" cy="371940"/>
          </a:xfrm>
        </p:grpSpPr>
        <p:sp>
          <p:nvSpPr>
            <p:cNvPr id="6774" name="Google Shape;6774;p60"/>
            <p:cNvSpPr/>
            <p:nvPr/>
          </p:nvSpPr>
          <p:spPr>
            <a:xfrm>
              <a:off x="3014250" y="3682271"/>
              <a:ext cx="386521" cy="371940"/>
            </a:xfrm>
            <a:custGeom>
              <a:avLst/>
              <a:gdLst/>
              <a:ahLst/>
              <a:cxnLst/>
              <a:rect l="l" t="t" r="r" b="b"/>
              <a:pathLst>
                <a:path w="14712" h="14157" extrusionOk="0">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60"/>
            <p:cNvSpPr/>
            <p:nvPr/>
          </p:nvSpPr>
          <p:spPr>
            <a:xfrm>
              <a:off x="3028279" y="3694567"/>
              <a:ext cx="377063" cy="347480"/>
            </a:xfrm>
            <a:custGeom>
              <a:avLst/>
              <a:gdLst/>
              <a:ahLst/>
              <a:cxnLst/>
              <a:rect l="l" t="t" r="r" b="b"/>
              <a:pathLst>
                <a:path w="14352" h="13226" extrusionOk="0">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60"/>
            <p:cNvSpPr/>
            <p:nvPr/>
          </p:nvSpPr>
          <p:spPr>
            <a:xfrm>
              <a:off x="3144167" y="3741332"/>
              <a:ext cx="141267" cy="253871"/>
            </a:xfrm>
            <a:custGeom>
              <a:avLst/>
              <a:gdLst/>
              <a:ahLst/>
              <a:cxnLst/>
              <a:rect l="l" t="t" r="r" b="b"/>
              <a:pathLst>
                <a:path w="5377" h="9663" extrusionOk="0">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7" name="Google Shape;6777;p60"/>
          <p:cNvGrpSpPr/>
          <p:nvPr/>
        </p:nvGrpSpPr>
        <p:grpSpPr>
          <a:xfrm>
            <a:off x="3555950" y="3702947"/>
            <a:ext cx="388728" cy="330692"/>
            <a:chOff x="3569125" y="3702947"/>
            <a:chExt cx="388728" cy="330692"/>
          </a:xfrm>
        </p:grpSpPr>
        <p:sp>
          <p:nvSpPr>
            <p:cNvPr id="6778" name="Google Shape;6778;p60"/>
            <p:cNvSpPr/>
            <p:nvPr/>
          </p:nvSpPr>
          <p:spPr>
            <a:xfrm>
              <a:off x="3569125" y="3702947"/>
              <a:ext cx="388728" cy="330692"/>
            </a:xfrm>
            <a:custGeom>
              <a:avLst/>
              <a:gdLst/>
              <a:ahLst/>
              <a:cxnLst/>
              <a:rect l="l" t="t" r="r" b="b"/>
              <a:pathLst>
                <a:path w="14796" h="12587" extrusionOk="0">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60"/>
            <p:cNvSpPr/>
            <p:nvPr/>
          </p:nvSpPr>
          <p:spPr>
            <a:xfrm>
              <a:off x="3607036" y="3733135"/>
              <a:ext cx="313089" cy="270265"/>
            </a:xfrm>
            <a:custGeom>
              <a:avLst/>
              <a:gdLst/>
              <a:ahLst/>
              <a:cxnLst/>
              <a:rect l="l" t="t" r="r" b="b"/>
              <a:pathLst>
                <a:path w="11917" h="10287" extrusionOk="0">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60"/>
            <p:cNvSpPr/>
            <p:nvPr/>
          </p:nvSpPr>
          <p:spPr>
            <a:xfrm>
              <a:off x="3731489" y="3930126"/>
              <a:ext cx="55987" cy="47816"/>
            </a:xfrm>
            <a:custGeom>
              <a:avLst/>
              <a:gdLst/>
              <a:ahLst/>
              <a:cxnLst/>
              <a:rect l="l" t="t" r="r" b="b"/>
              <a:pathLst>
                <a:path w="2131" h="1820" extrusionOk="0">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60"/>
            <p:cNvSpPr/>
            <p:nvPr/>
          </p:nvSpPr>
          <p:spPr>
            <a:xfrm>
              <a:off x="3742812" y="3798185"/>
              <a:ext cx="41379" cy="112446"/>
            </a:xfrm>
            <a:custGeom>
              <a:avLst/>
              <a:gdLst/>
              <a:ahLst/>
              <a:cxnLst/>
              <a:rect l="l" t="t" r="r" b="b"/>
              <a:pathLst>
                <a:path w="1575" h="4280" extrusionOk="0">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2" name="Google Shape;6782;p60"/>
          <p:cNvGrpSpPr/>
          <p:nvPr/>
        </p:nvGrpSpPr>
        <p:grpSpPr>
          <a:xfrm>
            <a:off x="4098819" y="3682455"/>
            <a:ext cx="387992" cy="371625"/>
            <a:chOff x="4111994" y="3682455"/>
            <a:chExt cx="387992" cy="371625"/>
          </a:xfrm>
        </p:grpSpPr>
        <p:sp>
          <p:nvSpPr>
            <p:cNvPr id="6783" name="Google Shape;6783;p60"/>
            <p:cNvSpPr/>
            <p:nvPr/>
          </p:nvSpPr>
          <p:spPr>
            <a:xfrm>
              <a:off x="4111994" y="3682455"/>
              <a:ext cx="386179" cy="371572"/>
            </a:xfrm>
            <a:custGeom>
              <a:avLst/>
              <a:gdLst/>
              <a:ahLst/>
              <a:cxnLst/>
              <a:rect l="l" t="t" r="r" b="b"/>
              <a:pathLst>
                <a:path w="14699" h="14143" extrusionOk="0">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60"/>
            <p:cNvSpPr/>
            <p:nvPr/>
          </p:nvSpPr>
          <p:spPr>
            <a:xfrm>
              <a:off x="4301156" y="3682455"/>
              <a:ext cx="198830" cy="371625"/>
            </a:xfrm>
            <a:custGeom>
              <a:avLst/>
              <a:gdLst/>
              <a:ahLst/>
              <a:cxnLst/>
              <a:rect l="l" t="t" r="r" b="b"/>
              <a:pathLst>
                <a:path w="7568" h="14145" extrusionOk="0">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5" name="Google Shape;6785;p60"/>
          <p:cNvGrpSpPr/>
          <p:nvPr/>
        </p:nvGrpSpPr>
        <p:grpSpPr>
          <a:xfrm>
            <a:off x="4661734" y="3682271"/>
            <a:ext cx="371966" cy="371966"/>
            <a:chOff x="4674908" y="3682271"/>
            <a:chExt cx="371966" cy="371966"/>
          </a:xfrm>
        </p:grpSpPr>
        <p:sp>
          <p:nvSpPr>
            <p:cNvPr id="6786" name="Google Shape;6786;p60"/>
            <p:cNvSpPr/>
            <p:nvPr/>
          </p:nvSpPr>
          <p:spPr>
            <a:xfrm>
              <a:off x="4674908" y="3682271"/>
              <a:ext cx="371966" cy="371966"/>
            </a:xfrm>
            <a:custGeom>
              <a:avLst/>
              <a:gdLst/>
              <a:ahLst/>
              <a:cxnLst/>
              <a:rect l="l" t="t" r="r" b="b"/>
              <a:pathLst>
                <a:path w="14158" h="14158" extrusionOk="0">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60"/>
            <p:cNvSpPr/>
            <p:nvPr/>
          </p:nvSpPr>
          <p:spPr>
            <a:xfrm>
              <a:off x="4690934" y="3698140"/>
              <a:ext cx="339887" cy="340071"/>
            </a:xfrm>
            <a:custGeom>
              <a:avLst/>
              <a:gdLst/>
              <a:ahLst/>
              <a:cxnLst/>
              <a:rect l="l" t="t" r="r" b="b"/>
              <a:pathLst>
                <a:path w="12937" h="12944" extrusionOk="0">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60"/>
            <p:cNvSpPr/>
            <p:nvPr/>
          </p:nvSpPr>
          <p:spPr>
            <a:xfrm>
              <a:off x="4802829" y="3742409"/>
              <a:ext cx="103908" cy="89169"/>
            </a:xfrm>
            <a:custGeom>
              <a:avLst/>
              <a:gdLst/>
              <a:ahLst/>
              <a:cxnLst/>
              <a:rect l="l" t="t" r="r" b="b"/>
              <a:pathLst>
                <a:path w="3955" h="3394" extrusionOk="0">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60"/>
            <p:cNvSpPr/>
            <p:nvPr/>
          </p:nvSpPr>
          <p:spPr>
            <a:xfrm>
              <a:off x="4789167" y="3855591"/>
              <a:ext cx="143448" cy="138509"/>
            </a:xfrm>
            <a:custGeom>
              <a:avLst/>
              <a:gdLst/>
              <a:ahLst/>
              <a:cxnLst/>
              <a:rect l="l" t="t" r="r" b="b"/>
              <a:pathLst>
                <a:path w="5460" h="5272" extrusionOk="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0" name="Google Shape;6790;p60"/>
          <p:cNvGrpSpPr/>
          <p:nvPr/>
        </p:nvGrpSpPr>
        <p:grpSpPr>
          <a:xfrm>
            <a:off x="5210435" y="3731112"/>
            <a:ext cx="371782" cy="274285"/>
            <a:chOff x="5223609" y="3731112"/>
            <a:chExt cx="371782" cy="274285"/>
          </a:xfrm>
        </p:grpSpPr>
        <p:sp>
          <p:nvSpPr>
            <p:cNvPr id="6791" name="Google Shape;6791;p60"/>
            <p:cNvSpPr/>
            <p:nvPr/>
          </p:nvSpPr>
          <p:spPr>
            <a:xfrm>
              <a:off x="5223609" y="3731112"/>
              <a:ext cx="371782" cy="274285"/>
            </a:xfrm>
            <a:custGeom>
              <a:avLst/>
              <a:gdLst/>
              <a:ahLst/>
              <a:cxnLst/>
              <a:rect l="l" t="t" r="r" b="b"/>
              <a:pathLst>
                <a:path w="14151" h="10440" extrusionOk="0">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60"/>
            <p:cNvSpPr/>
            <p:nvPr/>
          </p:nvSpPr>
          <p:spPr>
            <a:xfrm>
              <a:off x="5338236" y="3769391"/>
              <a:ext cx="257155" cy="236006"/>
            </a:xfrm>
            <a:custGeom>
              <a:avLst/>
              <a:gdLst/>
              <a:ahLst/>
              <a:cxnLst/>
              <a:rect l="l" t="t" r="r" b="b"/>
              <a:pathLst>
                <a:path w="9788" h="8983" extrusionOk="0">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93" name="Google Shape;6793;p60"/>
          <p:cNvSpPr/>
          <p:nvPr/>
        </p:nvSpPr>
        <p:spPr>
          <a:xfrm>
            <a:off x="5799044" y="3723834"/>
            <a:ext cx="291966" cy="289050"/>
          </a:xfrm>
          <a:custGeom>
            <a:avLst/>
            <a:gdLst/>
            <a:ahLst/>
            <a:cxnLst/>
            <a:rect l="l" t="t" r="r" b="b"/>
            <a:pathLst>
              <a:path w="11113" h="11002" extrusionOk="0">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94" name="Google Shape;6794;p60"/>
          <p:cNvGrpSpPr/>
          <p:nvPr/>
        </p:nvGrpSpPr>
        <p:grpSpPr>
          <a:xfrm>
            <a:off x="6306734" y="3696721"/>
            <a:ext cx="373963" cy="343119"/>
            <a:chOff x="6319908" y="3696721"/>
            <a:chExt cx="373963" cy="343119"/>
          </a:xfrm>
        </p:grpSpPr>
        <p:sp>
          <p:nvSpPr>
            <p:cNvPr id="6795" name="Google Shape;6795;p60"/>
            <p:cNvSpPr/>
            <p:nvPr/>
          </p:nvSpPr>
          <p:spPr>
            <a:xfrm>
              <a:off x="6378049" y="3745325"/>
              <a:ext cx="48315" cy="66180"/>
            </a:xfrm>
            <a:custGeom>
              <a:avLst/>
              <a:gdLst/>
              <a:ahLst/>
              <a:cxnLst/>
              <a:rect l="l" t="t" r="r" b="b"/>
              <a:pathLst>
                <a:path w="1839" h="2519" extrusionOk="0">
                  <a:moveTo>
                    <a:pt x="0" y="1"/>
                  </a:moveTo>
                  <a:lnTo>
                    <a:pt x="0" y="2519"/>
                  </a:lnTo>
                  <a:lnTo>
                    <a:pt x="1838" y="923"/>
                  </a:lnTo>
                  <a:lnTo>
                    <a:pt x="1838" y="1"/>
                  </a:lnTo>
                  <a:close/>
                </a:path>
              </a:pathLst>
            </a:custGeom>
            <a:solidFill>
              <a:srgbClr val="B7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60"/>
            <p:cNvSpPr/>
            <p:nvPr/>
          </p:nvSpPr>
          <p:spPr>
            <a:xfrm>
              <a:off x="6401195" y="3745325"/>
              <a:ext cx="25169" cy="46135"/>
            </a:xfrm>
            <a:custGeom>
              <a:avLst/>
              <a:gdLst/>
              <a:ahLst/>
              <a:cxnLst/>
              <a:rect l="l" t="t" r="r" b="b"/>
              <a:pathLst>
                <a:path w="958" h="1756" extrusionOk="0">
                  <a:moveTo>
                    <a:pt x="0" y="1"/>
                  </a:moveTo>
                  <a:lnTo>
                    <a:pt x="0" y="1756"/>
                  </a:lnTo>
                  <a:lnTo>
                    <a:pt x="957" y="923"/>
                  </a:lnTo>
                  <a:lnTo>
                    <a:pt x="957" y="1"/>
                  </a:ln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60"/>
            <p:cNvSpPr/>
            <p:nvPr/>
          </p:nvSpPr>
          <p:spPr>
            <a:xfrm>
              <a:off x="6366016" y="3736813"/>
              <a:ext cx="281562" cy="303027"/>
            </a:xfrm>
            <a:custGeom>
              <a:avLst/>
              <a:gdLst/>
              <a:ahLst/>
              <a:cxnLst/>
              <a:rect l="l" t="t" r="r" b="b"/>
              <a:pathLst>
                <a:path w="10717" h="11534" extrusionOk="0">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60"/>
            <p:cNvSpPr/>
            <p:nvPr/>
          </p:nvSpPr>
          <p:spPr>
            <a:xfrm>
              <a:off x="6493753" y="3736813"/>
              <a:ext cx="153825" cy="303027"/>
            </a:xfrm>
            <a:custGeom>
              <a:avLst/>
              <a:gdLst/>
              <a:ahLst/>
              <a:cxnLst/>
              <a:rect l="l" t="t" r="r" b="b"/>
              <a:pathLst>
                <a:path w="5855" h="11534" extrusionOk="0">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60"/>
            <p:cNvSpPr/>
            <p:nvPr/>
          </p:nvSpPr>
          <p:spPr>
            <a:xfrm>
              <a:off x="6366200" y="3726750"/>
              <a:ext cx="70174" cy="22069"/>
            </a:xfrm>
            <a:custGeom>
              <a:avLst/>
              <a:gdLst/>
              <a:ahLst/>
              <a:cxnLst/>
              <a:rect l="l" t="t" r="r" b="b"/>
              <a:pathLst>
                <a:path w="2671" h="840" extrusionOk="0">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60"/>
            <p:cNvSpPr/>
            <p:nvPr/>
          </p:nvSpPr>
          <p:spPr>
            <a:xfrm>
              <a:off x="6467691" y="3889298"/>
              <a:ext cx="85123" cy="150541"/>
            </a:xfrm>
            <a:custGeom>
              <a:avLst/>
              <a:gdLst/>
              <a:ahLst/>
              <a:cxnLst/>
              <a:rect l="l" t="t" r="r" b="b"/>
              <a:pathLst>
                <a:path w="3240" h="5730" extrusionOk="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60"/>
            <p:cNvSpPr/>
            <p:nvPr/>
          </p:nvSpPr>
          <p:spPr>
            <a:xfrm>
              <a:off x="6519632" y="3889298"/>
              <a:ext cx="33182" cy="150541"/>
            </a:xfrm>
            <a:custGeom>
              <a:avLst/>
              <a:gdLst/>
              <a:ahLst/>
              <a:cxnLst/>
              <a:rect l="l" t="t" r="r" b="b"/>
              <a:pathLst>
                <a:path w="1263" h="5730" extrusionOk="0">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60"/>
            <p:cNvSpPr/>
            <p:nvPr/>
          </p:nvSpPr>
          <p:spPr>
            <a:xfrm>
              <a:off x="6319908" y="3696721"/>
              <a:ext cx="373963" cy="165096"/>
            </a:xfrm>
            <a:custGeom>
              <a:avLst/>
              <a:gdLst/>
              <a:ahLst/>
              <a:cxnLst/>
              <a:rect l="l" t="t" r="r" b="b"/>
              <a:pathLst>
                <a:path w="14234" h="6284" extrusionOk="0">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60"/>
            <p:cNvSpPr/>
            <p:nvPr/>
          </p:nvSpPr>
          <p:spPr>
            <a:xfrm>
              <a:off x="6411021" y="3726750"/>
              <a:ext cx="25353" cy="22253"/>
            </a:xfrm>
            <a:custGeom>
              <a:avLst/>
              <a:gdLst/>
              <a:ahLst/>
              <a:cxnLst/>
              <a:rect l="l" t="t" r="r" b="b"/>
              <a:pathLst>
                <a:path w="965" h="847" extrusionOk="0">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4" name="Google Shape;6804;p60"/>
          <p:cNvGrpSpPr/>
          <p:nvPr/>
        </p:nvGrpSpPr>
        <p:grpSpPr>
          <a:xfrm>
            <a:off x="6858167" y="3740044"/>
            <a:ext cx="371966" cy="256420"/>
            <a:chOff x="6871342" y="3740044"/>
            <a:chExt cx="371966" cy="256420"/>
          </a:xfrm>
        </p:grpSpPr>
        <p:sp>
          <p:nvSpPr>
            <p:cNvPr id="6805" name="Google Shape;6805;p60"/>
            <p:cNvSpPr/>
            <p:nvPr/>
          </p:nvSpPr>
          <p:spPr>
            <a:xfrm>
              <a:off x="6871342" y="3816944"/>
              <a:ext cx="371966" cy="179520"/>
            </a:xfrm>
            <a:custGeom>
              <a:avLst/>
              <a:gdLst/>
              <a:ahLst/>
              <a:cxnLst/>
              <a:rect l="l" t="t" r="r" b="b"/>
              <a:pathLst>
                <a:path w="14158" h="6833" extrusionOk="0">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60"/>
            <p:cNvSpPr/>
            <p:nvPr/>
          </p:nvSpPr>
          <p:spPr>
            <a:xfrm>
              <a:off x="6871342" y="3740044"/>
              <a:ext cx="371966" cy="179520"/>
            </a:xfrm>
            <a:custGeom>
              <a:avLst/>
              <a:gdLst/>
              <a:ahLst/>
              <a:cxnLst/>
              <a:rect l="l" t="t" r="r" b="b"/>
              <a:pathLst>
                <a:path w="14158" h="6833" extrusionOk="0">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60"/>
            <p:cNvSpPr/>
            <p:nvPr/>
          </p:nvSpPr>
          <p:spPr>
            <a:xfrm>
              <a:off x="6890652" y="3759355"/>
              <a:ext cx="333319" cy="140899"/>
            </a:xfrm>
            <a:custGeom>
              <a:avLst/>
              <a:gdLst/>
              <a:ahLst/>
              <a:cxnLst/>
              <a:rect l="l" t="t" r="r" b="b"/>
              <a:pathLst>
                <a:path w="12687" h="5363" extrusionOk="0">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60"/>
            <p:cNvSpPr/>
            <p:nvPr/>
          </p:nvSpPr>
          <p:spPr>
            <a:xfrm>
              <a:off x="6986862" y="3759355"/>
              <a:ext cx="140899" cy="141083"/>
            </a:xfrm>
            <a:custGeom>
              <a:avLst/>
              <a:gdLst/>
              <a:ahLst/>
              <a:cxnLst/>
              <a:rect l="l" t="t" r="r" b="b"/>
              <a:pathLst>
                <a:path w="5363" h="5370" extrusionOk="0">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60"/>
            <p:cNvSpPr/>
            <p:nvPr/>
          </p:nvSpPr>
          <p:spPr>
            <a:xfrm>
              <a:off x="7025141" y="3785023"/>
              <a:ext cx="64184" cy="89773"/>
            </a:xfrm>
            <a:custGeom>
              <a:avLst/>
              <a:gdLst/>
              <a:ahLst/>
              <a:cxnLst/>
              <a:rect l="l" t="t" r="r" b="b"/>
              <a:pathLst>
                <a:path w="2443" h="3417" extrusionOk="0">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60"/>
            <p:cNvSpPr/>
            <p:nvPr/>
          </p:nvSpPr>
          <p:spPr>
            <a:xfrm>
              <a:off x="6890652" y="3759355"/>
              <a:ext cx="12795" cy="12795"/>
            </a:xfrm>
            <a:custGeom>
              <a:avLst/>
              <a:gdLst/>
              <a:ahLst/>
              <a:cxnLst/>
              <a:rect l="l" t="t" r="r" b="b"/>
              <a:pathLst>
                <a:path w="487" h="487" extrusionOk="0">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60"/>
            <p:cNvSpPr/>
            <p:nvPr/>
          </p:nvSpPr>
          <p:spPr>
            <a:xfrm>
              <a:off x="7211203" y="3759355"/>
              <a:ext cx="12768" cy="12795"/>
            </a:xfrm>
            <a:custGeom>
              <a:avLst/>
              <a:gdLst/>
              <a:ahLst/>
              <a:cxnLst/>
              <a:rect l="l" t="t" r="r" b="b"/>
              <a:pathLst>
                <a:path w="486" h="487" extrusionOk="0">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60"/>
            <p:cNvSpPr/>
            <p:nvPr/>
          </p:nvSpPr>
          <p:spPr>
            <a:xfrm>
              <a:off x="6890652" y="3887486"/>
              <a:ext cx="12795" cy="12768"/>
            </a:xfrm>
            <a:custGeom>
              <a:avLst/>
              <a:gdLst/>
              <a:ahLst/>
              <a:cxnLst/>
              <a:rect l="l" t="t" r="r" b="b"/>
              <a:pathLst>
                <a:path w="487" h="486" extrusionOk="0">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60"/>
            <p:cNvSpPr/>
            <p:nvPr/>
          </p:nvSpPr>
          <p:spPr>
            <a:xfrm>
              <a:off x="7211203" y="3887486"/>
              <a:ext cx="12768" cy="12768"/>
            </a:xfrm>
            <a:custGeom>
              <a:avLst/>
              <a:gdLst/>
              <a:ahLst/>
              <a:cxnLst/>
              <a:rect l="l" t="t" r="r" b="b"/>
              <a:pathLst>
                <a:path w="486" h="486" extrusionOk="0">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60"/>
            <p:cNvSpPr/>
            <p:nvPr/>
          </p:nvSpPr>
          <p:spPr>
            <a:xfrm>
              <a:off x="6871342" y="3932306"/>
              <a:ext cx="371966" cy="12952"/>
            </a:xfrm>
            <a:custGeom>
              <a:avLst/>
              <a:gdLst/>
              <a:ahLst/>
              <a:cxnLst/>
              <a:rect l="l" t="t" r="r" b="b"/>
              <a:pathLst>
                <a:path w="14158" h="493" extrusionOk="0">
                  <a:moveTo>
                    <a:pt x="0" y="0"/>
                  </a:moveTo>
                  <a:lnTo>
                    <a:pt x="0" y="493"/>
                  </a:lnTo>
                  <a:lnTo>
                    <a:pt x="14157" y="493"/>
                  </a:ln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60"/>
            <p:cNvSpPr/>
            <p:nvPr/>
          </p:nvSpPr>
          <p:spPr>
            <a:xfrm>
              <a:off x="6871342" y="3958001"/>
              <a:ext cx="371966" cy="12768"/>
            </a:xfrm>
            <a:custGeom>
              <a:avLst/>
              <a:gdLst/>
              <a:ahLst/>
              <a:cxnLst/>
              <a:rect l="l" t="t" r="r" b="b"/>
              <a:pathLst>
                <a:path w="14158" h="486" extrusionOk="0">
                  <a:moveTo>
                    <a:pt x="0" y="0"/>
                  </a:moveTo>
                  <a:lnTo>
                    <a:pt x="0" y="486"/>
                  </a:lnTo>
                  <a:lnTo>
                    <a:pt x="14157" y="486"/>
                  </a:ln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60"/>
            <p:cNvSpPr/>
            <p:nvPr/>
          </p:nvSpPr>
          <p:spPr>
            <a:xfrm>
              <a:off x="6871342" y="3983695"/>
              <a:ext cx="371966" cy="12768"/>
            </a:xfrm>
            <a:custGeom>
              <a:avLst/>
              <a:gdLst/>
              <a:ahLst/>
              <a:cxnLst/>
              <a:rect l="l" t="t" r="r" b="b"/>
              <a:pathLst>
                <a:path w="14158" h="486" extrusionOk="0">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7" name="Google Shape;6817;p60"/>
          <p:cNvGrpSpPr/>
          <p:nvPr/>
        </p:nvGrpSpPr>
        <p:grpSpPr>
          <a:xfrm>
            <a:off x="7389187" y="3681535"/>
            <a:ext cx="402757" cy="372728"/>
            <a:chOff x="7402362" y="3681535"/>
            <a:chExt cx="402757" cy="372728"/>
          </a:xfrm>
        </p:grpSpPr>
        <p:sp>
          <p:nvSpPr>
            <p:cNvPr id="6818" name="Google Shape;6818;p60"/>
            <p:cNvSpPr/>
            <p:nvPr/>
          </p:nvSpPr>
          <p:spPr>
            <a:xfrm>
              <a:off x="7471248" y="3681535"/>
              <a:ext cx="333871" cy="303763"/>
            </a:xfrm>
            <a:custGeom>
              <a:avLst/>
              <a:gdLst/>
              <a:ahLst/>
              <a:cxnLst/>
              <a:rect l="l" t="t" r="r" b="b"/>
              <a:pathLst>
                <a:path w="12708" h="11562" extrusionOk="0">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60"/>
            <p:cNvSpPr/>
            <p:nvPr/>
          </p:nvSpPr>
          <p:spPr>
            <a:xfrm>
              <a:off x="7540502" y="3735683"/>
              <a:ext cx="236741" cy="236558"/>
            </a:xfrm>
            <a:custGeom>
              <a:avLst/>
              <a:gdLst/>
              <a:ahLst/>
              <a:cxnLst/>
              <a:rect l="l" t="t" r="r" b="b"/>
              <a:pathLst>
                <a:path w="9011" h="9004" extrusionOk="0">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60"/>
            <p:cNvSpPr/>
            <p:nvPr/>
          </p:nvSpPr>
          <p:spPr>
            <a:xfrm>
              <a:off x="7472693" y="3728274"/>
              <a:ext cx="283585" cy="256998"/>
            </a:xfrm>
            <a:custGeom>
              <a:avLst/>
              <a:gdLst/>
              <a:ahLst/>
              <a:cxnLst/>
              <a:rect l="l" t="t" r="r" b="b"/>
              <a:pathLst>
                <a:path w="10794" h="9782" extrusionOk="0">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60"/>
            <p:cNvSpPr/>
            <p:nvPr/>
          </p:nvSpPr>
          <p:spPr>
            <a:xfrm>
              <a:off x="7508791" y="3711985"/>
              <a:ext cx="251691" cy="243572"/>
            </a:xfrm>
            <a:custGeom>
              <a:avLst/>
              <a:gdLst/>
              <a:ahLst/>
              <a:cxnLst/>
              <a:rect l="l" t="t" r="r" b="b"/>
              <a:pathLst>
                <a:path w="9580" h="9271" extrusionOk="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60"/>
            <p:cNvSpPr/>
            <p:nvPr/>
          </p:nvSpPr>
          <p:spPr>
            <a:xfrm>
              <a:off x="7496575" y="3728248"/>
              <a:ext cx="251323" cy="227310"/>
            </a:xfrm>
            <a:custGeom>
              <a:avLst/>
              <a:gdLst/>
              <a:ahLst/>
              <a:cxnLst/>
              <a:rect l="l" t="t" r="r" b="b"/>
              <a:pathLst>
                <a:path w="9566" h="8652" extrusionOk="0">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60"/>
            <p:cNvSpPr/>
            <p:nvPr/>
          </p:nvSpPr>
          <p:spPr>
            <a:xfrm>
              <a:off x="7511524" y="3731296"/>
              <a:ext cx="221976" cy="232564"/>
            </a:xfrm>
            <a:custGeom>
              <a:avLst/>
              <a:gdLst/>
              <a:ahLst/>
              <a:cxnLst/>
              <a:rect l="l" t="t" r="r" b="b"/>
              <a:pathLst>
                <a:path w="8449" h="8852" extrusionOk="0">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60"/>
            <p:cNvSpPr/>
            <p:nvPr/>
          </p:nvSpPr>
          <p:spPr>
            <a:xfrm>
              <a:off x="7519721" y="3712169"/>
              <a:ext cx="144157" cy="136696"/>
            </a:xfrm>
            <a:custGeom>
              <a:avLst/>
              <a:gdLst/>
              <a:ahLst/>
              <a:cxnLst/>
              <a:rect l="l" t="t" r="r" b="b"/>
              <a:pathLst>
                <a:path w="5487" h="5203" extrusionOk="0">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60"/>
            <p:cNvSpPr/>
            <p:nvPr/>
          </p:nvSpPr>
          <p:spPr>
            <a:xfrm>
              <a:off x="7502039" y="3706442"/>
              <a:ext cx="276466" cy="254686"/>
            </a:xfrm>
            <a:custGeom>
              <a:avLst/>
              <a:gdLst/>
              <a:ahLst/>
              <a:cxnLst/>
              <a:rect l="l" t="t" r="r" b="b"/>
              <a:pathLst>
                <a:path w="10523" h="9694" extrusionOk="0">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60"/>
            <p:cNvSpPr/>
            <p:nvPr/>
          </p:nvSpPr>
          <p:spPr>
            <a:xfrm>
              <a:off x="7402362" y="3750580"/>
              <a:ext cx="333871" cy="303684"/>
            </a:xfrm>
            <a:custGeom>
              <a:avLst/>
              <a:gdLst/>
              <a:ahLst/>
              <a:cxnLst/>
              <a:rect l="l" t="t" r="r" b="b"/>
              <a:pathLst>
                <a:path w="12708" h="11559" extrusionOk="0">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60"/>
            <p:cNvSpPr/>
            <p:nvPr/>
          </p:nvSpPr>
          <p:spPr>
            <a:xfrm>
              <a:off x="7471432" y="3804570"/>
              <a:ext cx="236741" cy="236741"/>
            </a:xfrm>
            <a:custGeom>
              <a:avLst/>
              <a:gdLst/>
              <a:ahLst/>
              <a:cxnLst/>
              <a:rect l="l" t="t" r="r" b="b"/>
              <a:pathLst>
                <a:path w="9011" h="9011" extrusionOk="0">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60"/>
            <p:cNvSpPr/>
            <p:nvPr/>
          </p:nvSpPr>
          <p:spPr>
            <a:xfrm>
              <a:off x="7435334" y="3781029"/>
              <a:ext cx="256078" cy="243520"/>
            </a:xfrm>
            <a:custGeom>
              <a:avLst/>
              <a:gdLst/>
              <a:ahLst/>
              <a:cxnLst/>
              <a:rect l="l" t="t" r="r" b="b"/>
              <a:pathLst>
                <a:path w="9747" h="9269" extrusionOk="0">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60"/>
            <p:cNvSpPr/>
            <p:nvPr/>
          </p:nvSpPr>
          <p:spPr>
            <a:xfrm>
              <a:off x="7435701" y="3780924"/>
              <a:ext cx="211231" cy="198962"/>
            </a:xfrm>
            <a:custGeom>
              <a:avLst/>
              <a:gdLst/>
              <a:ahLst/>
              <a:cxnLst/>
              <a:rect l="l" t="t" r="r" b="b"/>
              <a:pathLst>
                <a:path w="8040" h="7573" extrusionOk="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60"/>
            <p:cNvSpPr/>
            <p:nvPr/>
          </p:nvSpPr>
          <p:spPr>
            <a:xfrm>
              <a:off x="7452122" y="3785417"/>
              <a:ext cx="174949" cy="174791"/>
            </a:xfrm>
            <a:custGeom>
              <a:avLst/>
              <a:gdLst/>
              <a:ahLst/>
              <a:cxnLst/>
              <a:rect l="l" t="t" r="r" b="b"/>
              <a:pathLst>
                <a:path w="6659" h="6653" extrusionOk="0">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60"/>
            <p:cNvSpPr/>
            <p:nvPr/>
          </p:nvSpPr>
          <p:spPr>
            <a:xfrm>
              <a:off x="7432969" y="3775407"/>
              <a:ext cx="276466" cy="254791"/>
            </a:xfrm>
            <a:custGeom>
              <a:avLst/>
              <a:gdLst/>
              <a:ahLst/>
              <a:cxnLst/>
              <a:rect l="l" t="t" r="r" b="b"/>
              <a:pathLst>
                <a:path w="10523" h="9698" extrusionOk="0">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60"/>
            <p:cNvSpPr/>
            <p:nvPr/>
          </p:nvSpPr>
          <p:spPr>
            <a:xfrm>
              <a:off x="7528286" y="3838093"/>
              <a:ext cx="82758" cy="129418"/>
            </a:xfrm>
            <a:custGeom>
              <a:avLst/>
              <a:gdLst/>
              <a:ahLst/>
              <a:cxnLst/>
              <a:rect l="l" t="t" r="r" b="b"/>
              <a:pathLst>
                <a:path w="3150" h="4926" extrusionOk="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60"/>
            <p:cNvSpPr/>
            <p:nvPr/>
          </p:nvSpPr>
          <p:spPr>
            <a:xfrm>
              <a:off x="7563622" y="3825798"/>
              <a:ext cx="12164" cy="153353"/>
            </a:xfrm>
            <a:custGeom>
              <a:avLst/>
              <a:gdLst/>
              <a:ahLst/>
              <a:cxnLst/>
              <a:rect l="l" t="t" r="r" b="b"/>
              <a:pathLst>
                <a:path w="463" h="5837" extrusionOk="0">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4" name="Google Shape;6834;p60"/>
          <p:cNvGrpSpPr/>
          <p:nvPr/>
        </p:nvGrpSpPr>
        <p:grpSpPr>
          <a:xfrm>
            <a:off x="7947530" y="3736235"/>
            <a:ext cx="378902" cy="264065"/>
            <a:chOff x="7960705" y="3736235"/>
            <a:chExt cx="378902" cy="264065"/>
          </a:xfrm>
        </p:grpSpPr>
        <p:sp>
          <p:nvSpPr>
            <p:cNvPr id="6835" name="Google Shape;6835;p60"/>
            <p:cNvSpPr/>
            <p:nvPr/>
          </p:nvSpPr>
          <p:spPr>
            <a:xfrm>
              <a:off x="7960705" y="3736235"/>
              <a:ext cx="378902" cy="235638"/>
            </a:xfrm>
            <a:custGeom>
              <a:avLst/>
              <a:gdLst/>
              <a:ahLst/>
              <a:cxnLst/>
              <a:rect l="l" t="t" r="r" b="b"/>
              <a:pathLst>
                <a:path w="14422" h="8969" extrusionOk="0">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60"/>
            <p:cNvSpPr/>
            <p:nvPr/>
          </p:nvSpPr>
          <p:spPr>
            <a:xfrm>
              <a:off x="8295653" y="3797450"/>
              <a:ext cx="43034" cy="174423"/>
            </a:xfrm>
            <a:custGeom>
              <a:avLst/>
              <a:gdLst/>
              <a:ahLst/>
              <a:cxnLst/>
              <a:rect l="l" t="t" r="r" b="b"/>
              <a:pathLst>
                <a:path w="1638" h="6639" extrusionOk="0">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60"/>
            <p:cNvSpPr/>
            <p:nvPr/>
          </p:nvSpPr>
          <p:spPr>
            <a:xfrm>
              <a:off x="8109407" y="3875821"/>
              <a:ext cx="76033" cy="64972"/>
            </a:xfrm>
            <a:custGeom>
              <a:avLst/>
              <a:gdLst/>
              <a:ahLst/>
              <a:cxnLst/>
              <a:rect l="l" t="t" r="r" b="b"/>
              <a:pathLst>
                <a:path w="2894" h="2473" extrusionOk="0">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60"/>
            <p:cNvSpPr/>
            <p:nvPr/>
          </p:nvSpPr>
          <p:spPr>
            <a:xfrm>
              <a:off x="7961624" y="3897495"/>
              <a:ext cx="50496" cy="43245"/>
            </a:xfrm>
            <a:custGeom>
              <a:avLst/>
              <a:gdLst/>
              <a:ahLst/>
              <a:cxnLst/>
              <a:rect l="l" t="t" r="r" b="b"/>
              <a:pathLst>
                <a:path w="1922" h="1646" extrusionOk="0">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60"/>
            <p:cNvSpPr/>
            <p:nvPr/>
          </p:nvSpPr>
          <p:spPr>
            <a:xfrm>
              <a:off x="8037447" y="3897495"/>
              <a:ext cx="50496" cy="43245"/>
            </a:xfrm>
            <a:custGeom>
              <a:avLst/>
              <a:gdLst/>
              <a:ahLst/>
              <a:cxnLst/>
              <a:rect l="l" t="t" r="r" b="b"/>
              <a:pathLst>
                <a:path w="1922" h="1646" extrusionOk="0">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60"/>
            <p:cNvSpPr/>
            <p:nvPr/>
          </p:nvSpPr>
          <p:spPr>
            <a:xfrm>
              <a:off x="8286352" y="3897495"/>
              <a:ext cx="50522" cy="43245"/>
            </a:xfrm>
            <a:custGeom>
              <a:avLst/>
              <a:gdLst/>
              <a:ahLst/>
              <a:cxnLst/>
              <a:rect l="l" t="t" r="r" b="b"/>
              <a:pathLst>
                <a:path w="1923" h="1646" extrusionOk="0">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60"/>
            <p:cNvSpPr/>
            <p:nvPr/>
          </p:nvSpPr>
          <p:spPr>
            <a:xfrm>
              <a:off x="8210556" y="3897495"/>
              <a:ext cx="50496" cy="43245"/>
            </a:xfrm>
            <a:custGeom>
              <a:avLst/>
              <a:gdLst/>
              <a:ahLst/>
              <a:cxnLst/>
              <a:rect l="l" t="t" r="r" b="b"/>
              <a:pathLst>
                <a:path w="1922" h="1646" extrusionOk="0">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60"/>
            <p:cNvSpPr/>
            <p:nvPr/>
          </p:nvSpPr>
          <p:spPr>
            <a:xfrm>
              <a:off x="8143666" y="3875821"/>
              <a:ext cx="44138" cy="64919"/>
            </a:xfrm>
            <a:custGeom>
              <a:avLst/>
              <a:gdLst/>
              <a:ahLst/>
              <a:cxnLst/>
              <a:rect l="l" t="t" r="r" b="b"/>
              <a:pathLst>
                <a:path w="1680" h="2471" extrusionOk="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60"/>
            <p:cNvSpPr/>
            <p:nvPr/>
          </p:nvSpPr>
          <p:spPr>
            <a:xfrm>
              <a:off x="7981302" y="3897495"/>
              <a:ext cx="33392" cy="43192"/>
            </a:xfrm>
            <a:custGeom>
              <a:avLst/>
              <a:gdLst/>
              <a:ahLst/>
              <a:cxnLst/>
              <a:rect l="l" t="t" r="r" b="b"/>
              <a:pathLst>
                <a:path w="1271" h="1644" extrusionOk="0">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60"/>
            <p:cNvSpPr/>
            <p:nvPr/>
          </p:nvSpPr>
          <p:spPr>
            <a:xfrm>
              <a:off x="8057125"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60"/>
            <p:cNvSpPr/>
            <p:nvPr/>
          </p:nvSpPr>
          <p:spPr>
            <a:xfrm>
              <a:off x="8306057"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60"/>
            <p:cNvSpPr/>
            <p:nvPr/>
          </p:nvSpPr>
          <p:spPr>
            <a:xfrm>
              <a:off x="8230234" y="3897495"/>
              <a:ext cx="33366" cy="43192"/>
            </a:xfrm>
            <a:custGeom>
              <a:avLst/>
              <a:gdLst/>
              <a:ahLst/>
              <a:cxnLst/>
              <a:rect l="l" t="t" r="r" b="b"/>
              <a:pathLst>
                <a:path w="1270" h="1644" extrusionOk="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60"/>
            <p:cNvSpPr/>
            <p:nvPr/>
          </p:nvSpPr>
          <p:spPr>
            <a:xfrm>
              <a:off x="7970373" y="3960733"/>
              <a:ext cx="365030" cy="39566"/>
            </a:xfrm>
            <a:custGeom>
              <a:avLst/>
              <a:gdLst/>
              <a:ahLst/>
              <a:cxnLst/>
              <a:rect l="l" t="t" r="r" b="b"/>
              <a:pathLst>
                <a:path w="13894" h="1506" extrusionOk="0">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60"/>
            <p:cNvSpPr/>
            <p:nvPr/>
          </p:nvSpPr>
          <p:spPr>
            <a:xfrm>
              <a:off x="8291108" y="3960733"/>
              <a:ext cx="44295" cy="39566"/>
            </a:xfrm>
            <a:custGeom>
              <a:avLst/>
              <a:gdLst/>
              <a:ahLst/>
              <a:cxnLst/>
              <a:rect l="l" t="t" r="r" b="b"/>
              <a:pathLst>
                <a:path w="1686" h="1506" extrusionOk="0">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9" name="Google Shape;6849;p60"/>
          <p:cNvGrpSpPr/>
          <p:nvPr/>
        </p:nvGrpSpPr>
        <p:grpSpPr>
          <a:xfrm>
            <a:off x="6654327" y="4162270"/>
            <a:ext cx="166200" cy="388019"/>
            <a:chOff x="6400828" y="4162270"/>
            <a:chExt cx="166200" cy="388019"/>
          </a:xfrm>
        </p:grpSpPr>
        <p:sp>
          <p:nvSpPr>
            <p:cNvPr id="6850" name="Google Shape;6850;p60"/>
            <p:cNvSpPr/>
            <p:nvPr/>
          </p:nvSpPr>
          <p:spPr>
            <a:xfrm>
              <a:off x="6433432" y="4162270"/>
              <a:ext cx="88407" cy="75717"/>
            </a:xfrm>
            <a:custGeom>
              <a:avLst/>
              <a:gdLst/>
              <a:ahLst/>
              <a:cxnLst/>
              <a:rect l="l" t="t" r="r" b="b"/>
              <a:pathLst>
                <a:path w="3365" h="2882" extrusionOk="0">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60"/>
            <p:cNvSpPr/>
            <p:nvPr/>
          </p:nvSpPr>
          <p:spPr>
            <a:xfrm>
              <a:off x="6475888" y="4162270"/>
              <a:ext cx="48157" cy="75612"/>
            </a:xfrm>
            <a:custGeom>
              <a:avLst/>
              <a:gdLst/>
              <a:ahLst/>
              <a:cxnLst/>
              <a:rect l="l" t="t" r="r" b="b"/>
              <a:pathLst>
                <a:path w="1833" h="2878" extrusionOk="0">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60"/>
            <p:cNvSpPr/>
            <p:nvPr/>
          </p:nvSpPr>
          <p:spPr>
            <a:xfrm>
              <a:off x="6400828" y="4244292"/>
              <a:ext cx="166042" cy="305996"/>
            </a:xfrm>
            <a:custGeom>
              <a:avLst/>
              <a:gdLst/>
              <a:ahLst/>
              <a:cxnLst/>
              <a:rect l="l" t="t" r="r" b="b"/>
              <a:pathLst>
                <a:path w="6320" h="11647" extrusionOk="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60"/>
            <p:cNvSpPr/>
            <p:nvPr/>
          </p:nvSpPr>
          <p:spPr>
            <a:xfrm>
              <a:off x="6452400" y="4421947"/>
              <a:ext cx="31553" cy="127973"/>
            </a:xfrm>
            <a:custGeom>
              <a:avLst/>
              <a:gdLst/>
              <a:ahLst/>
              <a:cxnLst/>
              <a:rect l="l" t="t" r="r" b="b"/>
              <a:pathLst>
                <a:path w="1201" h="4871" extrusionOk="0">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60"/>
            <p:cNvSpPr/>
            <p:nvPr/>
          </p:nvSpPr>
          <p:spPr>
            <a:xfrm>
              <a:off x="6501583" y="4288745"/>
              <a:ext cx="29005" cy="261359"/>
            </a:xfrm>
            <a:custGeom>
              <a:avLst/>
              <a:gdLst/>
              <a:ahLst/>
              <a:cxnLst/>
              <a:rect l="l" t="t" r="r" b="b"/>
              <a:pathLst>
                <a:path w="1104" h="9948" extrusionOk="0">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60"/>
            <p:cNvSpPr/>
            <p:nvPr/>
          </p:nvSpPr>
          <p:spPr>
            <a:xfrm>
              <a:off x="6408105" y="4288745"/>
              <a:ext cx="29189" cy="109924"/>
            </a:xfrm>
            <a:custGeom>
              <a:avLst/>
              <a:gdLst/>
              <a:ahLst/>
              <a:cxnLst/>
              <a:rect l="l" t="t" r="r" b="b"/>
              <a:pathLst>
                <a:path w="1111" h="4184" extrusionOk="0">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60"/>
            <p:cNvSpPr/>
            <p:nvPr/>
          </p:nvSpPr>
          <p:spPr>
            <a:xfrm>
              <a:off x="6508519" y="4244292"/>
              <a:ext cx="58509" cy="154298"/>
            </a:xfrm>
            <a:custGeom>
              <a:avLst/>
              <a:gdLst/>
              <a:ahLst/>
              <a:cxnLst/>
              <a:rect l="l" t="t" r="r" b="b"/>
              <a:pathLst>
                <a:path w="2227" h="5873" extrusionOk="0">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7" name="Google Shape;6857;p60"/>
          <p:cNvGrpSpPr/>
          <p:nvPr/>
        </p:nvGrpSpPr>
        <p:grpSpPr>
          <a:xfrm>
            <a:off x="7173314" y="4162270"/>
            <a:ext cx="225260" cy="388019"/>
            <a:chOff x="6919815" y="4162270"/>
            <a:chExt cx="225260" cy="388019"/>
          </a:xfrm>
        </p:grpSpPr>
        <p:sp>
          <p:nvSpPr>
            <p:cNvPr id="6858" name="Google Shape;6858;p60"/>
            <p:cNvSpPr/>
            <p:nvPr/>
          </p:nvSpPr>
          <p:spPr>
            <a:xfrm>
              <a:off x="6919815" y="4244634"/>
              <a:ext cx="224157" cy="305654"/>
            </a:xfrm>
            <a:custGeom>
              <a:avLst/>
              <a:gdLst/>
              <a:ahLst/>
              <a:cxnLst/>
              <a:rect l="l" t="t" r="r" b="b"/>
              <a:pathLst>
                <a:path w="8532" h="11634" extrusionOk="0">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60"/>
            <p:cNvSpPr/>
            <p:nvPr/>
          </p:nvSpPr>
          <p:spPr>
            <a:xfrm>
              <a:off x="6981581" y="4162270"/>
              <a:ext cx="88407" cy="75717"/>
            </a:xfrm>
            <a:custGeom>
              <a:avLst/>
              <a:gdLst/>
              <a:ahLst/>
              <a:cxnLst/>
              <a:rect l="l" t="t" r="r" b="b"/>
              <a:pathLst>
                <a:path w="3365" h="2882" extrusionOk="0">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60"/>
            <p:cNvSpPr/>
            <p:nvPr/>
          </p:nvSpPr>
          <p:spPr>
            <a:xfrm>
              <a:off x="7024038" y="4162270"/>
              <a:ext cx="48157" cy="75612"/>
            </a:xfrm>
            <a:custGeom>
              <a:avLst/>
              <a:gdLst/>
              <a:ahLst/>
              <a:cxnLst/>
              <a:rect l="l" t="t" r="r" b="b"/>
              <a:pathLst>
                <a:path w="1833" h="2878" extrusionOk="0">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60"/>
            <p:cNvSpPr/>
            <p:nvPr/>
          </p:nvSpPr>
          <p:spPr>
            <a:xfrm>
              <a:off x="6928563" y="4289113"/>
              <a:ext cx="54515" cy="109556"/>
            </a:xfrm>
            <a:custGeom>
              <a:avLst/>
              <a:gdLst/>
              <a:ahLst/>
              <a:cxnLst/>
              <a:rect l="l" t="t" r="r" b="b"/>
              <a:pathLst>
                <a:path w="2075" h="4170" extrusionOk="0">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60"/>
            <p:cNvSpPr/>
            <p:nvPr/>
          </p:nvSpPr>
          <p:spPr>
            <a:xfrm>
              <a:off x="7056484" y="4244634"/>
              <a:ext cx="88591" cy="154167"/>
            </a:xfrm>
            <a:custGeom>
              <a:avLst/>
              <a:gdLst/>
              <a:ahLst/>
              <a:cxnLst/>
              <a:rect l="l" t="t" r="r" b="b"/>
              <a:pathLst>
                <a:path w="3372" h="5868" extrusionOk="0">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60"/>
            <p:cNvSpPr/>
            <p:nvPr/>
          </p:nvSpPr>
          <p:spPr>
            <a:xfrm>
              <a:off x="7000550" y="4429251"/>
              <a:ext cx="21333" cy="121037"/>
            </a:xfrm>
            <a:custGeom>
              <a:avLst/>
              <a:gdLst/>
              <a:ahLst/>
              <a:cxnLst/>
              <a:rect l="l" t="t" r="r" b="b"/>
              <a:pathLst>
                <a:path w="812" h="4607" extrusionOk="0">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60"/>
            <p:cNvSpPr/>
            <p:nvPr/>
          </p:nvSpPr>
          <p:spPr>
            <a:xfrm>
              <a:off x="7049574" y="4429251"/>
              <a:ext cx="21517" cy="120932"/>
            </a:xfrm>
            <a:custGeom>
              <a:avLst/>
              <a:gdLst/>
              <a:ahLst/>
              <a:cxnLst/>
              <a:rect l="l" t="t" r="r" b="b"/>
              <a:pathLst>
                <a:path w="819" h="4603" extrusionOk="0">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60"/>
            <p:cNvSpPr/>
            <p:nvPr/>
          </p:nvSpPr>
          <p:spPr>
            <a:xfrm>
              <a:off x="7058139" y="4289113"/>
              <a:ext cx="48315" cy="140164"/>
            </a:xfrm>
            <a:custGeom>
              <a:avLst/>
              <a:gdLst/>
              <a:ahLst/>
              <a:cxnLst/>
              <a:rect l="l" t="t" r="r" b="b"/>
              <a:pathLst>
                <a:path w="1839" h="5335" extrusionOk="0">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6" name="Google Shape;6866;p60"/>
          <p:cNvGrpSpPr/>
          <p:nvPr/>
        </p:nvGrpSpPr>
        <p:grpSpPr>
          <a:xfrm>
            <a:off x="7639099" y="4177035"/>
            <a:ext cx="388728" cy="358383"/>
            <a:chOff x="7385600" y="4177035"/>
            <a:chExt cx="388728" cy="358383"/>
          </a:xfrm>
        </p:grpSpPr>
        <p:sp>
          <p:nvSpPr>
            <p:cNvPr id="6867" name="Google Shape;6867;p60"/>
            <p:cNvSpPr/>
            <p:nvPr/>
          </p:nvSpPr>
          <p:spPr>
            <a:xfrm>
              <a:off x="7385600" y="4314808"/>
              <a:ext cx="230541" cy="220610"/>
            </a:xfrm>
            <a:custGeom>
              <a:avLst/>
              <a:gdLst/>
              <a:ahLst/>
              <a:cxnLst/>
              <a:rect l="l" t="t" r="r" b="b"/>
              <a:pathLst>
                <a:path w="8775" h="8397" extrusionOk="0">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60"/>
            <p:cNvSpPr/>
            <p:nvPr/>
          </p:nvSpPr>
          <p:spPr>
            <a:xfrm>
              <a:off x="7541212" y="4315176"/>
              <a:ext cx="74561" cy="179704"/>
            </a:xfrm>
            <a:custGeom>
              <a:avLst/>
              <a:gdLst/>
              <a:ahLst/>
              <a:cxnLst/>
              <a:rect l="l" t="t" r="r" b="b"/>
              <a:pathLst>
                <a:path w="2838" h="6840" extrusionOk="0">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60"/>
            <p:cNvSpPr/>
            <p:nvPr/>
          </p:nvSpPr>
          <p:spPr>
            <a:xfrm>
              <a:off x="7435334" y="4177035"/>
              <a:ext cx="338994" cy="281011"/>
            </a:xfrm>
            <a:custGeom>
              <a:avLst/>
              <a:gdLst/>
              <a:ahLst/>
              <a:cxnLst/>
              <a:rect l="l" t="t" r="r" b="b"/>
              <a:pathLst>
                <a:path w="12903" h="10696" extrusionOk="0">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60"/>
            <p:cNvSpPr/>
            <p:nvPr/>
          </p:nvSpPr>
          <p:spPr>
            <a:xfrm>
              <a:off x="7700843" y="4177035"/>
              <a:ext cx="73484" cy="215618"/>
            </a:xfrm>
            <a:custGeom>
              <a:avLst/>
              <a:gdLst/>
              <a:ahLst/>
              <a:cxnLst/>
              <a:rect l="l" t="t" r="r" b="b"/>
              <a:pathLst>
                <a:path w="2797" h="8207" extrusionOk="0">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60"/>
            <p:cNvSpPr/>
            <p:nvPr/>
          </p:nvSpPr>
          <p:spPr>
            <a:xfrm>
              <a:off x="7516069" y="4261764"/>
              <a:ext cx="28085" cy="28112"/>
            </a:xfrm>
            <a:custGeom>
              <a:avLst/>
              <a:gdLst/>
              <a:ahLst/>
              <a:cxnLst/>
              <a:rect l="l" t="t" r="r" b="b"/>
              <a:pathLst>
                <a:path w="1069" h="1070" extrusionOk="0">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60"/>
            <p:cNvSpPr/>
            <p:nvPr/>
          </p:nvSpPr>
          <p:spPr>
            <a:xfrm>
              <a:off x="7586059" y="4261764"/>
              <a:ext cx="28085" cy="28112"/>
            </a:xfrm>
            <a:custGeom>
              <a:avLst/>
              <a:gdLst/>
              <a:ahLst/>
              <a:cxnLst/>
              <a:rect l="l" t="t" r="r" b="b"/>
              <a:pathLst>
                <a:path w="1069" h="1070" extrusionOk="0">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60"/>
            <p:cNvSpPr/>
            <p:nvPr/>
          </p:nvSpPr>
          <p:spPr>
            <a:xfrm>
              <a:off x="7655839" y="4261764"/>
              <a:ext cx="28269" cy="28112"/>
            </a:xfrm>
            <a:custGeom>
              <a:avLst/>
              <a:gdLst/>
              <a:ahLst/>
              <a:cxnLst/>
              <a:rect l="l" t="t" r="r" b="b"/>
              <a:pathLst>
                <a:path w="1076" h="1070" extrusionOk="0">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4" name="Google Shape;6874;p60"/>
          <p:cNvGrpSpPr/>
          <p:nvPr/>
        </p:nvGrpSpPr>
        <p:grpSpPr>
          <a:xfrm>
            <a:off x="3611911" y="3259862"/>
            <a:ext cx="369207" cy="258259"/>
            <a:chOff x="3625085" y="3259862"/>
            <a:chExt cx="369207" cy="258259"/>
          </a:xfrm>
        </p:grpSpPr>
        <p:sp>
          <p:nvSpPr>
            <p:cNvPr id="6875" name="Google Shape;6875;p60"/>
            <p:cNvSpPr/>
            <p:nvPr/>
          </p:nvSpPr>
          <p:spPr>
            <a:xfrm>
              <a:off x="3779069" y="3268978"/>
              <a:ext cx="109372" cy="40670"/>
            </a:xfrm>
            <a:custGeom>
              <a:avLst/>
              <a:gdLst/>
              <a:ahLst/>
              <a:cxnLst/>
              <a:rect l="l" t="t" r="r" b="b"/>
              <a:pathLst>
                <a:path w="4163" h="1548" extrusionOk="0">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60"/>
            <p:cNvSpPr/>
            <p:nvPr/>
          </p:nvSpPr>
          <p:spPr>
            <a:xfrm>
              <a:off x="3913374" y="3283192"/>
              <a:ext cx="57432" cy="31369"/>
            </a:xfrm>
            <a:custGeom>
              <a:avLst/>
              <a:gdLst/>
              <a:ahLst/>
              <a:cxnLst/>
              <a:rect l="l" t="t" r="r" b="b"/>
              <a:pathLst>
                <a:path w="2186" h="1194" extrusionOk="0">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60"/>
            <p:cNvSpPr/>
            <p:nvPr/>
          </p:nvSpPr>
          <p:spPr>
            <a:xfrm>
              <a:off x="3625085" y="3309070"/>
              <a:ext cx="369207" cy="209050"/>
            </a:xfrm>
            <a:custGeom>
              <a:avLst/>
              <a:gdLst/>
              <a:ahLst/>
              <a:cxnLst/>
              <a:rect l="l" t="t" r="r" b="b"/>
              <a:pathLst>
                <a:path w="14053" h="7957" extrusionOk="0">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60"/>
            <p:cNvSpPr/>
            <p:nvPr/>
          </p:nvSpPr>
          <p:spPr>
            <a:xfrm>
              <a:off x="3941616" y="3344065"/>
              <a:ext cx="52676" cy="145996"/>
            </a:xfrm>
            <a:custGeom>
              <a:avLst/>
              <a:gdLst/>
              <a:ahLst/>
              <a:cxnLst/>
              <a:rect l="l" t="t" r="r" b="b"/>
              <a:pathLst>
                <a:path w="2005" h="5557" extrusionOk="0">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60"/>
            <p:cNvSpPr/>
            <p:nvPr/>
          </p:nvSpPr>
          <p:spPr>
            <a:xfrm>
              <a:off x="3739161" y="3324203"/>
              <a:ext cx="187349" cy="179783"/>
            </a:xfrm>
            <a:custGeom>
              <a:avLst/>
              <a:gdLst/>
              <a:ahLst/>
              <a:cxnLst/>
              <a:rect l="l" t="t" r="r" b="b"/>
              <a:pathLst>
                <a:path w="7131" h="6843" extrusionOk="0">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60"/>
            <p:cNvSpPr/>
            <p:nvPr/>
          </p:nvSpPr>
          <p:spPr>
            <a:xfrm>
              <a:off x="3755739" y="3339494"/>
              <a:ext cx="155297" cy="149096"/>
            </a:xfrm>
            <a:custGeom>
              <a:avLst/>
              <a:gdLst/>
              <a:ahLst/>
              <a:cxnLst/>
              <a:rect l="l" t="t" r="r" b="b"/>
              <a:pathLst>
                <a:path w="5911" h="5675" extrusionOk="0">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60"/>
            <p:cNvSpPr/>
            <p:nvPr/>
          </p:nvSpPr>
          <p:spPr>
            <a:xfrm>
              <a:off x="3775049" y="3359172"/>
              <a:ext cx="122298" cy="108479"/>
            </a:xfrm>
            <a:custGeom>
              <a:avLst/>
              <a:gdLst/>
              <a:ahLst/>
              <a:cxnLst/>
              <a:rect l="l" t="t" r="r" b="b"/>
              <a:pathLst>
                <a:path w="4655" h="4129" extrusionOk="0">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60"/>
            <p:cNvSpPr/>
            <p:nvPr/>
          </p:nvSpPr>
          <p:spPr>
            <a:xfrm>
              <a:off x="3798563" y="3359093"/>
              <a:ext cx="98075" cy="90982"/>
            </a:xfrm>
            <a:custGeom>
              <a:avLst/>
              <a:gdLst/>
              <a:ahLst/>
              <a:cxnLst/>
              <a:rect l="l" t="t" r="r" b="b"/>
              <a:pathLst>
                <a:path w="3733" h="3463" extrusionOk="0">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60"/>
            <p:cNvSpPr/>
            <p:nvPr/>
          </p:nvSpPr>
          <p:spPr>
            <a:xfrm>
              <a:off x="3828461" y="3387441"/>
              <a:ext cx="34286" cy="34286"/>
            </a:xfrm>
            <a:custGeom>
              <a:avLst/>
              <a:gdLst/>
              <a:ahLst/>
              <a:cxnLst/>
              <a:rect l="l" t="t" r="r" b="b"/>
              <a:pathLst>
                <a:path w="1305" h="1305" extrusionOk="0">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60"/>
            <p:cNvSpPr/>
            <p:nvPr/>
          </p:nvSpPr>
          <p:spPr>
            <a:xfrm>
              <a:off x="3658057" y="3259862"/>
              <a:ext cx="35573" cy="31028"/>
            </a:xfrm>
            <a:custGeom>
              <a:avLst/>
              <a:gdLst/>
              <a:ahLst/>
              <a:cxnLst/>
              <a:rect l="l" t="t" r="r" b="b"/>
              <a:pathLst>
                <a:path w="1354" h="1181" extrusionOk="0">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60"/>
            <p:cNvSpPr/>
            <p:nvPr/>
          </p:nvSpPr>
          <p:spPr>
            <a:xfrm>
              <a:off x="3625085" y="3281931"/>
              <a:ext cx="101517" cy="236190"/>
            </a:xfrm>
            <a:custGeom>
              <a:avLst/>
              <a:gdLst/>
              <a:ahLst/>
              <a:cxnLst/>
              <a:rect l="l" t="t" r="r" b="b"/>
              <a:pathLst>
                <a:path w="3864" h="8990" extrusionOk="0">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60"/>
            <p:cNvSpPr/>
            <p:nvPr/>
          </p:nvSpPr>
          <p:spPr>
            <a:xfrm>
              <a:off x="3625269" y="3281931"/>
              <a:ext cx="79474" cy="209944"/>
            </a:xfrm>
            <a:custGeom>
              <a:avLst/>
              <a:gdLst/>
              <a:ahLst/>
              <a:cxnLst/>
              <a:rect l="l" t="t" r="r" b="b"/>
              <a:pathLst>
                <a:path w="3025" h="7991" extrusionOk="0">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60"/>
            <p:cNvSpPr/>
            <p:nvPr/>
          </p:nvSpPr>
          <p:spPr>
            <a:xfrm>
              <a:off x="3912822" y="3327671"/>
              <a:ext cx="22621" cy="22621"/>
            </a:xfrm>
            <a:custGeom>
              <a:avLst/>
              <a:gdLst/>
              <a:ahLst/>
              <a:cxnLst/>
              <a:rect l="l" t="t" r="r" b="b"/>
              <a:pathLst>
                <a:path w="861" h="861" extrusionOk="0">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8" name="Google Shape;6888;p60"/>
          <p:cNvGrpSpPr/>
          <p:nvPr/>
        </p:nvGrpSpPr>
        <p:grpSpPr>
          <a:xfrm>
            <a:off x="6304185" y="3276808"/>
            <a:ext cx="363217" cy="248590"/>
            <a:chOff x="6317360" y="3276808"/>
            <a:chExt cx="363217" cy="248590"/>
          </a:xfrm>
        </p:grpSpPr>
        <p:sp>
          <p:nvSpPr>
            <p:cNvPr id="6889" name="Google Shape;6889;p60"/>
            <p:cNvSpPr/>
            <p:nvPr/>
          </p:nvSpPr>
          <p:spPr>
            <a:xfrm>
              <a:off x="6568840" y="3420045"/>
              <a:ext cx="77110" cy="49051"/>
            </a:xfrm>
            <a:custGeom>
              <a:avLst/>
              <a:gdLst/>
              <a:ahLst/>
              <a:cxnLst/>
              <a:rect l="l" t="t" r="r" b="b"/>
              <a:pathLst>
                <a:path w="2935" h="1867" extrusionOk="0">
                  <a:moveTo>
                    <a:pt x="0" y="1"/>
                  </a:moveTo>
                  <a:lnTo>
                    <a:pt x="0" y="1867"/>
                  </a:lnTo>
                  <a:lnTo>
                    <a:pt x="2934" y="1867"/>
                  </a:lnTo>
                  <a:lnTo>
                    <a:pt x="2934" y="1"/>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60"/>
            <p:cNvSpPr/>
            <p:nvPr/>
          </p:nvSpPr>
          <p:spPr>
            <a:xfrm>
              <a:off x="6568840" y="3444663"/>
              <a:ext cx="77110" cy="24433"/>
            </a:xfrm>
            <a:custGeom>
              <a:avLst/>
              <a:gdLst/>
              <a:ahLst/>
              <a:cxnLst/>
              <a:rect l="l" t="t" r="r" b="b"/>
              <a:pathLst>
                <a:path w="2935" h="930" extrusionOk="0">
                  <a:moveTo>
                    <a:pt x="0" y="0"/>
                  </a:moveTo>
                  <a:lnTo>
                    <a:pt x="0" y="930"/>
                  </a:lnTo>
                  <a:lnTo>
                    <a:pt x="2934" y="930"/>
                  </a:lnTo>
                  <a:lnTo>
                    <a:pt x="2934"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60"/>
            <p:cNvSpPr/>
            <p:nvPr/>
          </p:nvSpPr>
          <p:spPr>
            <a:xfrm>
              <a:off x="6626797" y="3387178"/>
              <a:ext cx="53780" cy="114890"/>
            </a:xfrm>
            <a:custGeom>
              <a:avLst/>
              <a:gdLst/>
              <a:ahLst/>
              <a:cxnLst/>
              <a:rect l="l" t="t" r="r" b="b"/>
              <a:pathLst>
                <a:path w="2047" h="4373" extrusionOk="0">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60"/>
            <p:cNvSpPr/>
            <p:nvPr/>
          </p:nvSpPr>
          <p:spPr>
            <a:xfrm>
              <a:off x="6345051" y="3363743"/>
              <a:ext cx="247855" cy="161655"/>
            </a:xfrm>
            <a:custGeom>
              <a:avLst/>
              <a:gdLst/>
              <a:ahLst/>
              <a:cxnLst/>
              <a:rect l="l" t="t" r="r" b="b"/>
              <a:pathLst>
                <a:path w="9434" h="6153" extrusionOk="0">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60"/>
            <p:cNvSpPr/>
            <p:nvPr/>
          </p:nvSpPr>
          <p:spPr>
            <a:xfrm>
              <a:off x="6345051" y="3363743"/>
              <a:ext cx="247671" cy="161655"/>
            </a:xfrm>
            <a:custGeom>
              <a:avLst/>
              <a:gdLst/>
              <a:ahLst/>
              <a:cxnLst/>
              <a:rect l="l" t="t" r="r" b="b"/>
              <a:pathLst>
                <a:path w="9427" h="6153" extrusionOk="0">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60"/>
            <p:cNvSpPr/>
            <p:nvPr/>
          </p:nvSpPr>
          <p:spPr>
            <a:xfrm>
              <a:off x="6317360" y="3276808"/>
              <a:ext cx="147993" cy="147835"/>
            </a:xfrm>
            <a:custGeom>
              <a:avLst/>
              <a:gdLst/>
              <a:ahLst/>
              <a:cxnLst/>
              <a:rect l="l" t="t" r="r" b="b"/>
              <a:pathLst>
                <a:path w="5633" h="5627" extrusionOk="0">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60"/>
            <p:cNvSpPr/>
            <p:nvPr/>
          </p:nvSpPr>
          <p:spPr>
            <a:xfrm>
              <a:off x="6339035" y="3298325"/>
              <a:ext cx="133622" cy="126344"/>
            </a:xfrm>
            <a:custGeom>
              <a:avLst/>
              <a:gdLst/>
              <a:ahLst/>
              <a:cxnLst/>
              <a:rect l="l" t="t" r="r" b="b"/>
              <a:pathLst>
                <a:path w="5086" h="4809" extrusionOk="0">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60"/>
            <p:cNvSpPr/>
            <p:nvPr/>
          </p:nvSpPr>
          <p:spPr>
            <a:xfrm>
              <a:off x="6505051" y="3446659"/>
              <a:ext cx="54148" cy="54148"/>
            </a:xfrm>
            <a:custGeom>
              <a:avLst/>
              <a:gdLst/>
              <a:ahLst/>
              <a:cxnLst/>
              <a:rect l="l" t="t" r="r" b="b"/>
              <a:pathLst>
                <a:path w="2061" h="2061" extrusionOk="0">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60"/>
            <p:cNvSpPr/>
            <p:nvPr/>
          </p:nvSpPr>
          <p:spPr>
            <a:xfrm>
              <a:off x="6358371" y="3325885"/>
              <a:ext cx="57773" cy="49550"/>
            </a:xfrm>
            <a:custGeom>
              <a:avLst/>
              <a:gdLst/>
              <a:ahLst/>
              <a:cxnLst/>
              <a:rect l="l" t="t" r="r" b="b"/>
              <a:pathLst>
                <a:path w="2199" h="1886" extrusionOk="0">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60"/>
            <p:cNvSpPr/>
            <p:nvPr/>
          </p:nvSpPr>
          <p:spPr>
            <a:xfrm>
              <a:off x="6484821" y="3293937"/>
              <a:ext cx="113734" cy="113576"/>
            </a:xfrm>
            <a:custGeom>
              <a:avLst/>
              <a:gdLst/>
              <a:ahLst/>
              <a:cxnLst/>
              <a:rect l="l" t="t" r="r" b="b"/>
              <a:pathLst>
                <a:path w="4329" h="4323" extrusionOk="0">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60"/>
            <p:cNvSpPr/>
            <p:nvPr/>
          </p:nvSpPr>
          <p:spPr>
            <a:xfrm>
              <a:off x="6501583" y="3310541"/>
              <a:ext cx="102463" cy="96919"/>
            </a:xfrm>
            <a:custGeom>
              <a:avLst/>
              <a:gdLst/>
              <a:ahLst/>
              <a:cxnLst/>
              <a:rect l="l" t="t" r="r" b="b"/>
              <a:pathLst>
                <a:path w="3900" h="3689" extrusionOk="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60"/>
            <p:cNvSpPr/>
            <p:nvPr/>
          </p:nvSpPr>
          <p:spPr>
            <a:xfrm>
              <a:off x="6521445" y="3335448"/>
              <a:ext cx="35389" cy="30502"/>
            </a:xfrm>
            <a:custGeom>
              <a:avLst/>
              <a:gdLst/>
              <a:ahLst/>
              <a:cxnLst/>
              <a:rect l="l" t="t" r="r" b="b"/>
              <a:pathLst>
                <a:path w="1347" h="1161" extrusionOk="0">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60"/>
            <p:cNvSpPr/>
            <p:nvPr/>
          </p:nvSpPr>
          <p:spPr>
            <a:xfrm>
              <a:off x="6413071" y="3305234"/>
              <a:ext cx="25800" cy="21806"/>
            </a:xfrm>
            <a:custGeom>
              <a:avLst/>
              <a:gdLst/>
              <a:ahLst/>
              <a:cxnLst/>
              <a:rect l="l" t="t" r="r" b="b"/>
              <a:pathLst>
                <a:path w="982" h="830" extrusionOk="0">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60"/>
            <p:cNvSpPr/>
            <p:nvPr/>
          </p:nvSpPr>
          <p:spPr>
            <a:xfrm>
              <a:off x="6343869" y="3373779"/>
              <a:ext cx="26956" cy="22358"/>
            </a:xfrm>
            <a:custGeom>
              <a:avLst/>
              <a:gdLst/>
              <a:ahLst/>
              <a:cxnLst/>
              <a:rect l="l" t="t" r="r" b="b"/>
              <a:pathLst>
                <a:path w="1026" h="851" extrusionOk="0">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60"/>
            <p:cNvSpPr/>
            <p:nvPr/>
          </p:nvSpPr>
          <p:spPr>
            <a:xfrm>
              <a:off x="6412072" y="3373779"/>
              <a:ext cx="27823" cy="22962"/>
            </a:xfrm>
            <a:custGeom>
              <a:avLst/>
              <a:gdLst/>
              <a:ahLst/>
              <a:cxnLst/>
              <a:rect l="l" t="t" r="r" b="b"/>
              <a:pathLst>
                <a:path w="1059" h="874" extrusionOk="0">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60"/>
            <p:cNvSpPr/>
            <p:nvPr/>
          </p:nvSpPr>
          <p:spPr>
            <a:xfrm>
              <a:off x="6342870" y="3304656"/>
              <a:ext cx="27980" cy="22988"/>
            </a:xfrm>
            <a:custGeom>
              <a:avLst/>
              <a:gdLst/>
              <a:ahLst/>
              <a:cxnLst/>
              <a:rect l="l" t="t" r="r" b="b"/>
              <a:pathLst>
                <a:path w="1065" h="875" extrusionOk="0">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60"/>
            <p:cNvSpPr/>
            <p:nvPr/>
          </p:nvSpPr>
          <p:spPr>
            <a:xfrm>
              <a:off x="6557727" y="3315402"/>
              <a:ext cx="21754" cy="17392"/>
            </a:xfrm>
            <a:custGeom>
              <a:avLst/>
              <a:gdLst/>
              <a:ahLst/>
              <a:cxnLst/>
              <a:rect l="l" t="t" r="r" b="b"/>
              <a:pathLst>
                <a:path w="828" h="662" extrusionOk="0">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60"/>
            <p:cNvSpPr/>
            <p:nvPr/>
          </p:nvSpPr>
          <p:spPr>
            <a:xfrm>
              <a:off x="6504945" y="3368761"/>
              <a:ext cx="20676" cy="16683"/>
            </a:xfrm>
            <a:custGeom>
              <a:avLst/>
              <a:gdLst/>
              <a:ahLst/>
              <a:cxnLst/>
              <a:rect l="l" t="t" r="r" b="b"/>
              <a:pathLst>
                <a:path w="787" h="635" extrusionOk="0">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60"/>
            <p:cNvSpPr/>
            <p:nvPr/>
          </p:nvSpPr>
          <p:spPr>
            <a:xfrm>
              <a:off x="6557753" y="3368761"/>
              <a:ext cx="20703" cy="16683"/>
            </a:xfrm>
            <a:custGeom>
              <a:avLst/>
              <a:gdLst/>
              <a:ahLst/>
              <a:cxnLst/>
              <a:rect l="l" t="t" r="r" b="b"/>
              <a:pathLst>
                <a:path w="788" h="635" extrusionOk="0">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60"/>
            <p:cNvSpPr/>
            <p:nvPr/>
          </p:nvSpPr>
          <p:spPr>
            <a:xfrm>
              <a:off x="6504945" y="3316006"/>
              <a:ext cx="20808" cy="16604"/>
            </a:xfrm>
            <a:custGeom>
              <a:avLst/>
              <a:gdLst/>
              <a:ahLst/>
              <a:cxnLst/>
              <a:rect l="l" t="t" r="r" b="b"/>
              <a:pathLst>
                <a:path w="792" h="632" extrusionOk="0">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60"/>
            <p:cNvSpPr/>
            <p:nvPr/>
          </p:nvSpPr>
          <p:spPr>
            <a:xfrm>
              <a:off x="6367094" y="3441168"/>
              <a:ext cx="105931" cy="11008"/>
            </a:xfrm>
            <a:custGeom>
              <a:avLst/>
              <a:gdLst/>
              <a:ahLst/>
              <a:cxnLst/>
              <a:rect l="l" t="t" r="r" b="b"/>
              <a:pathLst>
                <a:path w="4032" h="419" extrusionOk="0">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60"/>
            <p:cNvSpPr/>
            <p:nvPr/>
          </p:nvSpPr>
          <p:spPr>
            <a:xfrm>
              <a:off x="6368013" y="3495290"/>
              <a:ext cx="105011" cy="11008"/>
            </a:xfrm>
            <a:custGeom>
              <a:avLst/>
              <a:gdLst/>
              <a:ahLst/>
              <a:cxnLst/>
              <a:rect l="l" t="t" r="r" b="b"/>
              <a:pathLst>
                <a:path w="3997" h="419" extrusionOk="0">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60"/>
            <p:cNvSpPr/>
            <p:nvPr/>
          </p:nvSpPr>
          <p:spPr>
            <a:xfrm>
              <a:off x="6367094" y="3468334"/>
              <a:ext cx="105931" cy="10982"/>
            </a:xfrm>
            <a:custGeom>
              <a:avLst/>
              <a:gdLst/>
              <a:ahLst/>
              <a:cxnLst/>
              <a:rect l="l" t="t" r="r" b="b"/>
              <a:pathLst>
                <a:path w="4032" h="418" extrusionOk="0">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60"/>
            <p:cNvSpPr/>
            <p:nvPr/>
          </p:nvSpPr>
          <p:spPr>
            <a:xfrm>
              <a:off x="6532216" y="3446659"/>
              <a:ext cx="27166" cy="54148"/>
            </a:xfrm>
            <a:custGeom>
              <a:avLst/>
              <a:gdLst/>
              <a:ahLst/>
              <a:cxnLst/>
              <a:rect l="l" t="t" r="r" b="b"/>
              <a:pathLst>
                <a:path w="1034" h="2061" extrusionOk="0">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60"/>
            <p:cNvSpPr/>
            <p:nvPr/>
          </p:nvSpPr>
          <p:spPr>
            <a:xfrm>
              <a:off x="6626797" y="3444663"/>
              <a:ext cx="53780" cy="57458"/>
            </a:xfrm>
            <a:custGeom>
              <a:avLst/>
              <a:gdLst/>
              <a:ahLst/>
              <a:cxnLst/>
              <a:rect l="l" t="t" r="r" b="b"/>
              <a:pathLst>
                <a:path w="2047" h="2187" extrusionOk="0">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60"/>
            <p:cNvSpPr/>
            <p:nvPr/>
          </p:nvSpPr>
          <p:spPr>
            <a:xfrm>
              <a:off x="6391343" y="3325832"/>
              <a:ext cx="24801" cy="49602"/>
            </a:xfrm>
            <a:custGeom>
              <a:avLst/>
              <a:gdLst/>
              <a:ahLst/>
              <a:cxnLst/>
              <a:rect l="l" t="t" r="r" b="b"/>
              <a:pathLst>
                <a:path w="944" h="1888" extrusionOk="0">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60"/>
            <p:cNvSpPr/>
            <p:nvPr/>
          </p:nvSpPr>
          <p:spPr>
            <a:xfrm>
              <a:off x="6541674" y="3335500"/>
              <a:ext cx="14608" cy="30450"/>
            </a:xfrm>
            <a:custGeom>
              <a:avLst/>
              <a:gdLst/>
              <a:ahLst/>
              <a:cxnLst/>
              <a:rect l="l" t="t" r="r" b="b"/>
              <a:pathLst>
                <a:path w="556" h="1159" extrusionOk="0">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6" name="Google Shape;6916;p60"/>
          <p:cNvGrpSpPr/>
          <p:nvPr/>
        </p:nvGrpSpPr>
        <p:grpSpPr>
          <a:xfrm>
            <a:off x="5337891" y="4183682"/>
            <a:ext cx="504064" cy="325595"/>
            <a:chOff x="5084391" y="4183682"/>
            <a:chExt cx="504064" cy="325595"/>
          </a:xfrm>
        </p:grpSpPr>
        <p:sp>
          <p:nvSpPr>
            <p:cNvPr id="6917" name="Google Shape;6917;p60"/>
            <p:cNvSpPr/>
            <p:nvPr/>
          </p:nvSpPr>
          <p:spPr>
            <a:xfrm>
              <a:off x="5209948" y="4186887"/>
              <a:ext cx="186981" cy="137957"/>
            </a:xfrm>
            <a:custGeom>
              <a:avLst/>
              <a:gdLst/>
              <a:ahLst/>
              <a:cxnLst/>
              <a:rect l="l" t="t" r="r" b="b"/>
              <a:pathLst>
                <a:path w="7117" h="5251" extrusionOk="0">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60"/>
            <p:cNvSpPr/>
            <p:nvPr/>
          </p:nvSpPr>
          <p:spPr>
            <a:xfrm>
              <a:off x="5212680" y="4186887"/>
              <a:ext cx="184249" cy="137957"/>
            </a:xfrm>
            <a:custGeom>
              <a:avLst/>
              <a:gdLst/>
              <a:ahLst/>
              <a:cxnLst/>
              <a:rect l="l" t="t" r="r" b="b"/>
              <a:pathLst>
                <a:path w="7013" h="5251" extrusionOk="0">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60"/>
            <p:cNvSpPr/>
            <p:nvPr/>
          </p:nvSpPr>
          <p:spPr>
            <a:xfrm>
              <a:off x="5084391" y="4236069"/>
              <a:ext cx="504064" cy="145103"/>
            </a:xfrm>
            <a:custGeom>
              <a:avLst/>
              <a:gdLst/>
              <a:ahLst/>
              <a:cxnLst/>
              <a:rect l="l" t="t" r="r" b="b"/>
              <a:pathLst>
                <a:path w="19186" h="5523" extrusionOk="0">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60"/>
            <p:cNvSpPr/>
            <p:nvPr/>
          </p:nvSpPr>
          <p:spPr>
            <a:xfrm>
              <a:off x="5209948" y="4348148"/>
              <a:ext cx="209050" cy="161129"/>
            </a:xfrm>
            <a:custGeom>
              <a:avLst/>
              <a:gdLst/>
              <a:ahLst/>
              <a:cxnLst/>
              <a:rect l="l" t="t" r="r" b="b"/>
              <a:pathLst>
                <a:path w="7957" h="6133" extrusionOk="0">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60"/>
            <p:cNvSpPr/>
            <p:nvPr/>
          </p:nvSpPr>
          <p:spPr>
            <a:xfrm>
              <a:off x="5382322" y="4183682"/>
              <a:ext cx="203218" cy="76663"/>
            </a:xfrm>
            <a:custGeom>
              <a:avLst/>
              <a:gdLst/>
              <a:ahLst/>
              <a:cxnLst/>
              <a:rect l="l" t="t" r="r" b="b"/>
              <a:pathLst>
                <a:path w="7735" h="2918" extrusionOk="0">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60"/>
            <p:cNvSpPr/>
            <p:nvPr/>
          </p:nvSpPr>
          <p:spPr>
            <a:xfrm>
              <a:off x="5274263" y="4337901"/>
              <a:ext cx="23724" cy="20309"/>
            </a:xfrm>
            <a:custGeom>
              <a:avLst/>
              <a:gdLst/>
              <a:ahLst/>
              <a:cxnLst/>
              <a:rect l="l" t="t" r="r" b="b"/>
              <a:pathLst>
                <a:path w="903" h="773" extrusionOk="0">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60"/>
            <p:cNvSpPr/>
            <p:nvPr/>
          </p:nvSpPr>
          <p:spPr>
            <a:xfrm>
              <a:off x="5233619" y="4337901"/>
              <a:ext cx="23724" cy="20309"/>
            </a:xfrm>
            <a:custGeom>
              <a:avLst/>
              <a:gdLst/>
              <a:ahLst/>
              <a:cxnLst/>
              <a:rect l="l" t="t" r="r" b="b"/>
              <a:pathLst>
                <a:path w="903" h="773" extrusionOk="0">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60"/>
            <p:cNvSpPr/>
            <p:nvPr/>
          </p:nvSpPr>
          <p:spPr>
            <a:xfrm>
              <a:off x="5193002" y="4337901"/>
              <a:ext cx="23698" cy="20309"/>
            </a:xfrm>
            <a:custGeom>
              <a:avLst/>
              <a:gdLst/>
              <a:ahLst/>
              <a:cxnLst/>
              <a:rect l="l" t="t" r="r" b="b"/>
              <a:pathLst>
                <a:path w="902" h="773" extrusionOk="0">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60"/>
            <p:cNvSpPr/>
            <p:nvPr/>
          </p:nvSpPr>
          <p:spPr>
            <a:xfrm>
              <a:off x="5152542" y="4337901"/>
              <a:ext cx="23724" cy="20309"/>
            </a:xfrm>
            <a:custGeom>
              <a:avLst/>
              <a:gdLst/>
              <a:ahLst/>
              <a:cxnLst/>
              <a:rect l="l" t="t" r="r" b="b"/>
              <a:pathLst>
                <a:path w="903" h="773" extrusionOk="0">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60"/>
            <p:cNvSpPr/>
            <p:nvPr/>
          </p:nvSpPr>
          <p:spPr>
            <a:xfrm>
              <a:off x="5446479" y="4337901"/>
              <a:ext cx="23724" cy="20309"/>
            </a:xfrm>
            <a:custGeom>
              <a:avLst/>
              <a:gdLst/>
              <a:ahLst/>
              <a:cxnLst/>
              <a:rect l="l" t="t" r="r" b="b"/>
              <a:pathLst>
                <a:path w="903" h="773" extrusionOk="0">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60"/>
            <p:cNvSpPr/>
            <p:nvPr/>
          </p:nvSpPr>
          <p:spPr>
            <a:xfrm>
              <a:off x="5467261" y="4183944"/>
              <a:ext cx="118279" cy="76400"/>
            </a:xfrm>
            <a:custGeom>
              <a:avLst/>
              <a:gdLst/>
              <a:ahLst/>
              <a:cxnLst/>
              <a:rect l="l" t="t" r="r" b="b"/>
              <a:pathLst>
                <a:path w="4502" h="2908" extrusionOk="0">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60"/>
            <p:cNvSpPr/>
            <p:nvPr/>
          </p:nvSpPr>
          <p:spPr>
            <a:xfrm>
              <a:off x="5212680" y="4348148"/>
              <a:ext cx="206265" cy="161129"/>
            </a:xfrm>
            <a:custGeom>
              <a:avLst/>
              <a:gdLst/>
              <a:ahLst/>
              <a:cxnLst/>
              <a:rect l="l" t="t" r="r" b="b"/>
              <a:pathLst>
                <a:path w="7851" h="6133" extrusionOk="0">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60"/>
            <p:cNvSpPr/>
            <p:nvPr/>
          </p:nvSpPr>
          <p:spPr>
            <a:xfrm>
              <a:off x="5479819" y="4315176"/>
              <a:ext cx="27376" cy="6410"/>
            </a:xfrm>
            <a:custGeom>
              <a:avLst/>
              <a:gdLst/>
              <a:ahLst/>
              <a:cxnLst/>
              <a:rect l="l" t="t" r="r" b="b"/>
              <a:pathLst>
                <a:path w="1042" h="244" extrusionOk="0">
                  <a:moveTo>
                    <a:pt x="1" y="0"/>
                  </a:moveTo>
                  <a:cubicBezTo>
                    <a:pt x="361" y="0"/>
                    <a:pt x="715" y="84"/>
                    <a:pt x="1041" y="243"/>
                  </a:cubicBezTo>
                  <a:lnTo>
                    <a:pt x="1041"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60"/>
            <p:cNvSpPr/>
            <p:nvPr/>
          </p:nvSpPr>
          <p:spPr>
            <a:xfrm>
              <a:off x="5540508" y="4350696"/>
              <a:ext cx="47947" cy="30476"/>
            </a:xfrm>
            <a:custGeom>
              <a:avLst/>
              <a:gdLst/>
              <a:ahLst/>
              <a:cxnLst/>
              <a:rect l="l" t="t" r="r" b="b"/>
              <a:pathLst>
                <a:path w="1825" h="1160" extrusionOk="0">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60"/>
            <p:cNvSpPr/>
            <p:nvPr/>
          </p:nvSpPr>
          <p:spPr>
            <a:xfrm>
              <a:off x="5507352" y="4315176"/>
              <a:ext cx="63606" cy="35547"/>
            </a:xfrm>
            <a:custGeom>
              <a:avLst/>
              <a:gdLst/>
              <a:ahLst/>
              <a:cxnLst/>
              <a:rect l="l" t="t" r="r" b="b"/>
              <a:pathLst>
                <a:path w="2421" h="1353" extrusionOk="0">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60"/>
            <p:cNvSpPr/>
            <p:nvPr/>
          </p:nvSpPr>
          <p:spPr>
            <a:xfrm>
              <a:off x="5507352" y="4315176"/>
              <a:ext cx="63606" cy="35547"/>
            </a:xfrm>
            <a:custGeom>
              <a:avLst/>
              <a:gdLst/>
              <a:ahLst/>
              <a:cxnLst/>
              <a:rect l="l" t="t" r="r" b="b"/>
              <a:pathLst>
                <a:path w="2421" h="1353" extrusionOk="0">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3" name="Google Shape;6933;p60"/>
          <p:cNvGrpSpPr/>
          <p:nvPr/>
        </p:nvGrpSpPr>
        <p:grpSpPr>
          <a:xfrm>
            <a:off x="7934420" y="2347996"/>
            <a:ext cx="379795" cy="267165"/>
            <a:chOff x="7947595" y="2347996"/>
            <a:chExt cx="379795" cy="267165"/>
          </a:xfrm>
        </p:grpSpPr>
        <p:sp>
          <p:nvSpPr>
            <p:cNvPr id="6934" name="Google Shape;6934;p60"/>
            <p:cNvSpPr/>
            <p:nvPr/>
          </p:nvSpPr>
          <p:spPr>
            <a:xfrm>
              <a:off x="7947779" y="2386432"/>
              <a:ext cx="379611" cy="228728"/>
            </a:xfrm>
            <a:custGeom>
              <a:avLst/>
              <a:gdLst/>
              <a:ahLst/>
              <a:cxnLst/>
              <a:rect l="l" t="t" r="r" b="b"/>
              <a:pathLst>
                <a:path w="14449" h="8706" extrusionOk="0">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60"/>
            <p:cNvSpPr/>
            <p:nvPr/>
          </p:nvSpPr>
          <p:spPr>
            <a:xfrm>
              <a:off x="7947595" y="2386432"/>
              <a:ext cx="208866" cy="228728"/>
            </a:xfrm>
            <a:custGeom>
              <a:avLst/>
              <a:gdLst/>
              <a:ahLst/>
              <a:cxnLst/>
              <a:rect l="l" t="t" r="r" b="b"/>
              <a:pathLst>
                <a:path w="7950" h="8706" extrusionOk="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60"/>
            <p:cNvSpPr/>
            <p:nvPr/>
          </p:nvSpPr>
          <p:spPr>
            <a:xfrm>
              <a:off x="8049269" y="2419063"/>
              <a:ext cx="170062" cy="163678"/>
            </a:xfrm>
            <a:custGeom>
              <a:avLst/>
              <a:gdLst/>
              <a:ahLst/>
              <a:cxnLst/>
              <a:rect l="l" t="t" r="r" b="b"/>
              <a:pathLst>
                <a:path w="6473" h="6230" extrusionOk="0">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60"/>
            <p:cNvSpPr/>
            <p:nvPr/>
          </p:nvSpPr>
          <p:spPr>
            <a:xfrm>
              <a:off x="8055837" y="2418984"/>
              <a:ext cx="97340" cy="163599"/>
            </a:xfrm>
            <a:custGeom>
              <a:avLst/>
              <a:gdLst/>
              <a:ahLst/>
              <a:cxnLst/>
              <a:rect l="l" t="t" r="r" b="b"/>
              <a:pathLst>
                <a:path w="3705" h="6227" extrusionOk="0">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60"/>
            <p:cNvSpPr/>
            <p:nvPr/>
          </p:nvSpPr>
          <p:spPr>
            <a:xfrm>
              <a:off x="8082451" y="2459444"/>
              <a:ext cx="96420" cy="82653"/>
            </a:xfrm>
            <a:custGeom>
              <a:avLst/>
              <a:gdLst/>
              <a:ahLst/>
              <a:cxnLst/>
              <a:rect l="l" t="t" r="r" b="b"/>
              <a:pathLst>
                <a:path w="3670" h="3146" extrusionOk="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60"/>
            <p:cNvSpPr/>
            <p:nvPr/>
          </p:nvSpPr>
          <p:spPr>
            <a:xfrm>
              <a:off x="8096113" y="2459496"/>
              <a:ext cx="57432" cy="82601"/>
            </a:xfrm>
            <a:custGeom>
              <a:avLst/>
              <a:gdLst/>
              <a:ahLst/>
              <a:cxnLst/>
              <a:rect l="l" t="t" r="r" b="b"/>
              <a:pathLst>
                <a:path w="2186" h="3144" extrusionOk="0">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60"/>
            <p:cNvSpPr/>
            <p:nvPr/>
          </p:nvSpPr>
          <p:spPr>
            <a:xfrm>
              <a:off x="8254563" y="2401513"/>
              <a:ext cx="38174" cy="26325"/>
            </a:xfrm>
            <a:custGeom>
              <a:avLst/>
              <a:gdLst/>
              <a:ahLst/>
              <a:cxnLst/>
              <a:rect l="l" t="t" r="r" b="b"/>
              <a:pathLst>
                <a:path w="1453" h="1002" extrusionOk="0">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60"/>
            <p:cNvSpPr/>
            <p:nvPr/>
          </p:nvSpPr>
          <p:spPr>
            <a:xfrm>
              <a:off x="8013933" y="2347996"/>
              <a:ext cx="230331" cy="58693"/>
            </a:xfrm>
            <a:custGeom>
              <a:avLst/>
              <a:gdLst/>
              <a:ahLst/>
              <a:cxnLst/>
              <a:rect l="l" t="t" r="r" b="b"/>
              <a:pathLst>
                <a:path w="8767" h="2234" extrusionOk="0">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60"/>
            <p:cNvSpPr/>
            <p:nvPr/>
          </p:nvSpPr>
          <p:spPr>
            <a:xfrm>
              <a:off x="8147686" y="2462097"/>
              <a:ext cx="33366" cy="28427"/>
            </a:xfrm>
            <a:custGeom>
              <a:avLst/>
              <a:gdLst/>
              <a:ahLst/>
              <a:cxnLst/>
              <a:rect l="l" t="t" r="r" b="b"/>
              <a:pathLst>
                <a:path w="1270" h="1082" extrusionOk="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3" name="Google Shape;6943;p60"/>
          <p:cNvGrpSpPr/>
          <p:nvPr/>
        </p:nvGrpSpPr>
        <p:grpSpPr>
          <a:xfrm>
            <a:off x="6387469" y="2310269"/>
            <a:ext cx="275362" cy="338784"/>
            <a:chOff x="6400644" y="2310269"/>
            <a:chExt cx="275362" cy="338784"/>
          </a:xfrm>
        </p:grpSpPr>
        <p:sp>
          <p:nvSpPr>
            <p:cNvPr id="6944" name="Google Shape;6944;p60"/>
            <p:cNvSpPr/>
            <p:nvPr/>
          </p:nvSpPr>
          <p:spPr>
            <a:xfrm>
              <a:off x="6503789" y="2310269"/>
              <a:ext cx="69070" cy="45399"/>
            </a:xfrm>
            <a:custGeom>
              <a:avLst/>
              <a:gdLst/>
              <a:ahLst/>
              <a:cxnLst/>
              <a:rect l="l" t="t" r="r" b="b"/>
              <a:pathLst>
                <a:path w="2629" h="1728" extrusionOk="0">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60"/>
            <p:cNvSpPr/>
            <p:nvPr/>
          </p:nvSpPr>
          <p:spPr>
            <a:xfrm>
              <a:off x="6434351" y="2389533"/>
              <a:ext cx="207763" cy="259520"/>
            </a:xfrm>
            <a:custGeom>
              <a:avLst/>
              <a:gdLst/>
              <a:ahLst/>
              <a:cxnLst/>
              <a:rect l="l" t="t" r="r" b="b"/>
              <a:pathLst>
                <a:path w="7908" h="9878" extrusionOk="0">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60"/>
            <p:cNvSpPr/>
            <p:nvPr/>
          </p:nvSpPr>
          <p:spPr>
            <a:xfrm>
              <a:off x="6447645" y="2389533"/>
              <a:ext cx="194653" cy="259520"/>
            </a:xfrm>
            <a:custGeom>
              <a:avLst/>
              <a:gdLst/>
              <a:ahLst/>
              <a:cxnLst/>
              <a:rect l="l" t="t" r="r" b="b"/>
              <a:pathLst>
                <a:path w="7409" h="9878" extrusionOk="0">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60"/>
            <p:cNvSpPr/>
            <p:nvPr/>
          </p:nvSpPr>
          <p:spPr>
            <a:xfrm>
              <a:off x="6434351" y="2343424"/>
              <a:ext cx="207211" cy="42850"/>
            </a:xfrm>
            <a:custGeom>
              <a:avLst/>
              <a:gdLst/>
              <a:ahLst/>
              <a:cxnLst/>
              <a:rect l="l" t="t" r="r" b="b"/>
              <a:pathLst>
                <a:path w="7887" h="1631" extrusionOk="0">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60"/>
            <p:cNvSpPr/>
            <p:nvPr/>
          </p:nvSpPr>
          <p:spPr>
            <a:xfrm>
              <a:off x="6555178" y="2343424"/>
              <a:ext cx="86568" cy="42850"/>
            </a:xfrm>
            <a:custGeom>
              <a:avLst/>
              <a:gdLst/>
              <a:ahLst/>
              <a:cxnLst/>
              <a:rect l="l" t="t" r="r" b="b"/>
              <a:pathLst>
                <a:path w="3295" h="1631" extrusionOk="0">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60"/>
            <p:cNvSpPr/>
            <p:nvPr/>
          </p:nvSpPr>
          <p:spPr>
            <a:xfrm>
              <a:off x="6400644" y="2368751"/>
              <a:ext cx="275362" cy="30844"/>
            </a:xfrm>
            <a:custGeom>
              <a:avLst/>
              <a:gdLst/>
              <a:ahLst/>
              <a:cxnLst/>
              <a:rect l="l" t="t" r="r" b="b"/>
              <a:pathLst>
                <a:path w="10481" h="1174" extrusionOk="0">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60"/>
            <p:cNvSpPr/>
            <p:nvPr/>
          </p:nvSpPr>
          <p:spPr>
            <a:xfrm>
              <a:off x="6400644" y="2368751"/>
              <a:ext cx="275362" cy="31028"/>
            </a:xfrm>
            <a:custGeom>
              <a:avLst/>
              <a:gdLst/>
              <a:ahLst/>
              <a:cxnLst/>
              <a:rect l="l" t="t" r="r" b="b"/>
              <a:pathLst>
                <a:path w="10481" h="1181" extrusionOk="0">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60"/>
            <p:cNvSpPr/>
            <p:nvPr/>
          </p:nvSpPr>
          <p:spPr>
            <a:xfrm>
              <a:off x="6528748" y="2430912"/>
              <a:ext cx="19153" cy="165858"/>
            </a:xfrm>
            <a:custGeom>
              <a:avLst/>
              <a:gdLst/>
              <a:ahLst/>
              <a:cxnLst/>
              <a:rect l="l" t="t" r="r" b="b"/>
              <a:pathLst>
                <a:path w="729" h="6313" extrusionOk="0">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60"/>
            <p:cNvSpPr/>
            <p:nvPr/>
          </p:nvSpPr>
          <p:spPr>
            <a:xfrm>
              <a:off x="6582870" y="2430912"/>
              <a:ext cx="23356" cy="165438"/>
            </a:xfrm>
            <a:custGeom>
              <a:avLst/>
              <a:gdLst/>
              <a:ahLst/>
              <a:cxnLst/>
              <a:rect l="l" t="t" r="r" b="b"/>
              <a:pathLst>
                <a:path w="889" h="6297" extrusionOk="0">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60"/>
            <p:cNvSpPr/>
            <p:nvPr/>
          </p:nvSpPr>
          <p:spPr>
            <a:xfrm>
              <a:off x="6470423" y="2430912"/>
              <a:ext cx="23356" cy="165438"/>
            </a:xfrm>
            <a:custGeom>
              <a:avLst/>
              <a:gdLst/>
              <a:ahLst/>
              <a:cxnLst/>
              <a:rect l="l" t="t" r="r" b="b"/>
              <a:pathLst>
                <a:path w="889" h="6297" extrusionOk="0">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60"/>
            <p:cNvSpPr/>
            <p:nvPr/>
          </p:nvSpPr>
          <p:spPr>
            <a:xfrm>
              <a:off x="6529668" y="2430912"/>
              <a:ext cx="18233" cy="165858"/>
            </a:xfrm>
            <a:custGeom>
              <a:avLst/>
              <a:gdLst/>
              <a:ahLst/>
              <a:cxnLst/>
              <a:rect l="l" t="t" r="r" b="b"/>
              <a:pathLst>
                <a:path w="694" h="6313" extrusionOk="0">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60"/>
            <p:cNvSpPr/>
            <p:nvPr/>
          </p:nvSpPr>
          <p:spPr>
            <a:xfrm>
              <a:off x="6583789" y="2430912"/>
              <a:ext cx="22437" cy="165858"/>
            </a:xfrm>
            <a:custGeom>
              <a:avLst/>
              <a:gdLst/>
              <a:ahLst/>
              <a:cxnLst/>
              <a:rect l="l" t="t" r="r" b="b"/>
              <a:pathLst>
                <a:path w="854" h="6313" extrusionOk="0">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60"/>
            <p:cNvSpPr/>
            <p:nvPr/>
          </p:nvSpPr>
          <p:spPr>
            <a:xfrm>
              <a:off x="6475547" y="2430912"/>
              <a:ext cx="18338" cy="165963"/>
            </a:xfrm>
            <a:custGeom>
              <a:avLst/>
              <a:gdLst/>
              <a:ahLst/>
              <a:cxnLst/>
              <a:rect l="l" t="t" r="r" b="b"/>
              <a:pathLst>
                <a:path w="698" h="6317" extrusionOk="0">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7" name="Google Shape;6957;p60"/>
          <p:cNvGrpSpPr/>
          <p:nvPr/>
        </p:nvGrpSpPr>
        <p:grpSpPr>
          <a:xfrm>
            <a:off x="1595767" y="4161009"/>
            <a:ext cx="359565" cy="358094"/>
            <a:chOff x="1342268" y="4161009"/>
            <a:chExt cx="359565" cy="358094"/>
          </a:xfrm>
        </p:grpSpPr>
        <p:sp>
          <p:nvSpPr>
            <p:cNvPr id="6958" name="Google Shape;6958;p60"/>
            <p:cNvSpPr/>
            <p:nvPr/>
          </p:nvSpPr>
          <p:spPr>
            <a:xfrm>
              <a:off x="1342268" y="4371845"/>
              <a:ext cx="65077" cy="147257"/>
            </a:xfrm>
            <a:custGeom>
              <a:avLst/>
              <a:gdLst/>
              <a:ahLst/>
              <a:cxnLst/>
              <a:rect l="l" t="t" r="r" b="b"/>
              <a:pathLst>
                <a:path w="2477" h="5605" extrusionOk="0">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60"/>
            <p:cNvSpPr/>
            <p:nvPr/>
          </p:nvSpPr>
          <p:spPr>
            <a:xfrm>
              <a:off x="1342268" y="4371845"/>
              <a:ext cx="31002" cy="147257"/>
            </a:xfrm>
            <a:custGeom>
              <a:avLst/>
              <a:gdLst/>
              <a:ahLst/>
              <a:cxnLst/>
              <a:rect l="l" t="t" r="r" b="b"/>
              <a:pathLst>
                <a:path w="1180" h="5605" extrusionOk="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60"/>
            <p:cNvSpPr/>
            <p:nvPr/>
          </p:nvSpPr>
          <p:spPr>
            <a:xfrm>
              <a:off x="1440501" y="4335589"/>
              <a:ext cx="65077" cy="183513"/>
            </a:xfrm>
            <a:custGeom>
              <a:avLst/>
              <a:gdLst/>
              <a:ahLst/>
              <a:cxnLst/>
              <a:rect l="l" t="t" r="r" b="b"/>
              <a:pathLst>
                <a:path w="2477" h="6985" extrusionOk="0">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60"/>
            <p:cNvSpPr/>
            <p:nvPr/>
          </p:nvSpPr>
          <p:spPr>
            <a:xfrm>
              <a:off x="1440501" y="4335589"/>
              <a:ext cx="31002" cy="183513"/>
            </a:xfrm>
            <a:custGeom>
              <a:avLst/>
              <a:gdLst/>
              <a:ahLst/>
              <a:cxnLst/>
              <a:rect l="l" t="t" r="r" b="b"/>
              <a:pathLst>
                <a:path w="1180" h="6985" extrusionOk="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60"/>
            <p:cNvSpPr/>
            <p:nvPr/>
          </p:nvSpPr>
          <p:spPr>
            <a:xfrm>
              <a:off x="1538707" y="4299123"/>
              <a:ext cx="64919" cy="219980"/>
            </a:xfrm>
            <a:custGeom>
              <a:avLst/>
              <a:gdLst/>
              <a:ahLst/>
              <a:cxnLst/>
              <a:rect l="l" t="t" r="r" b="b"/>
              <a:pathLst>
                <a:path w="2471" h="8373" extrusionOk="0">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60"/>
            <p:cNvSpPr/>
            <p:nvPr/>
          </p:nvSpPr>
          <p:spPr>
            <a:xfrm>
              <a:off x="1538707" y="4299123"/>
              <a:ext cx="31002" cy="219980"/>
            </a:xfrm>
            <a:custGeom>
              <a:avLst/>
              <a:gdLst/>
              <a:ahLst/>
              <a:cxnLst/>
              <a:rect l="l" t="t" r="r" b="b"/>
              <a:pathLst>
                <a:path w="1180" h="8373" extrusionOk="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60"/>
            <p:cNvSpPr/>
            <p:nvPr/>
          </p:nvSpPr>
          <p:spPr>
            <a:xfrm>
              <a:off x="1636940" y="4262683"/>
              <a:ext cx="64893" cy="256420"/>
            </a:xfrm>
            <a:custGeom>
              <a:avLst/>
              <a:gdLst/>
              <a:ahLst/>
              <a:cxnLst/>
              <a:rect l="l" t="t" r="r" b="b"/>
              <a:pathLst>
                <a:path w="2470" h="9760" extrusionOk="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60"/>
            <p:cNvSpPr/>
            <p:nvPr/>
          </p:nvSpPr>
          <p:spPr>
            <a:xfrm>
              <a:off x="1636940" y="4262683"/>
              <a:ext cx="31002" cy="256420"/>
            </a:xfrm>
            <a:custGeom>
              <a:avLst/>
              <a:gdLst/>
              <a:ahLst/>
              <a:cxnLst/>
              <a:rect l="l" t="t" r="r" b="b"/>
              <a:pathLst>
                <a:path w="1180" h="9760" extrusionOk="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60"/>
            <p:cNvSpPr/>
            <p:nvPr/>
          </p:nvSpPr>
          <p:spPr>
            <a:xfrm>
              <a:off x="1357953" y="4161009"/>
              <a:ext cx="333687" cy="134699"/>
            </a:xfrm>
            <a:custGeom>
              <a:avLst/>
              <a:gdLst/>
              <a:ahLst/>
              <a:cxnLst/>
              <a:rect l="l" t="t" r="r" b="b"/>
              <a:pathLst>
                <a:path w="12701" h="5127" extrusionOk="0">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7" name="Google Shape;6967;p60"/>
          <p:cNvGrpSpPr/>
          <p:nvPr/>
        </p:nvGrpSpPr>
        <p:grpSpPr>
          <a:xfrm>
            <a:off x="1899837" y="2764940"/>
            <a:ext cx="417523" cy="374252"/>
            <a:chOff x="1913012" y="2764940"/>
            <a:chExt cx="417523" cy="374252"/>
          </a:xfrm>
        </p:grpSpPr>
        <p:sp>
          <p:nvSpPr>
            <p:cNvPr id="6968" name="Google Shape;6968;p60"/>
            <p:cNvSpPr/>
            <p:nvPr/>
          </p:nvSpPr>
          <p:spPr>
            <a:xfrm>
              <a:off x="2010693" y="2813676"/>
              <a:ext cx="285214" cy="163494"/>
            </a:xfrm>
            <a:custGeom>
              <a:avLst/>
              <a:gdLst/>
              <a:ahLst/>
              <a:cxnLst/>
              <a:rect l="l" t="t" r="r" b="b"/>
              <a:pathLst>
                <a:path w="10856" h="6223" extrusionOk="0">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60"/>
            <p:cNvSpPr/>
            <p:nvPr/>
          </p:nvSpPr>
          <p:spPr>
            <a:xfrm>
              <a:off x="2022174" y="3062529"/>
              <a:ext cx="89694" cy="76663"/>
            </a:xfrm>
            <a:custGeom>
              <a:avLst/>
              <a:gdLst/>
              <a:ahLst/>
              <a:cxnLst/>
              <a:rect l="l" t="t" r="r" b="b"/>
              <a:pathLst>
                <a:path w="3414" h="2918" extrusionOk="0">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60"/>
            <p:cNvSpPr/>
            <p:nvPr/>
          </p:nvSpPr>
          <p:spPr>
            <a:xfrm>
              <a:off x="2050233" y="3083284"/>
              <a:ext cx="40670" cy="34969"/>
            </a:xfrm>
            <a:custGeom>
              <a:avLst/>
              <a:gdLst/>
              <a:ahLst/>
              <a:cxnLst/>
              <a:rect l="l" t="t" r="r" b="b"/>
              <a:pathLst>
                <a:path w="1548" h="1331" extrusionOk="0">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60"/>
            <p:cNvSpPr/>
            <p:nvPr/>
          </p:nvSpPr>
          <p:spPr>
            <a:xfrm>
              <a:off x="2174344" y="3062529"/>
              <a:ext cx="89668" cy="76663"/>
            </a:xfrm>
            <a:custGeom>
              <a:avLst/>
              <a:gdLst/>
              <a:ahLst/>
              <a:cxnLst/>
              <a:rect l="l" t="t" r="r" b="b"/>
              <a:pathLst>
                <a:path w="3413" h="2918" extrusionOk="0">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60"/>
            <p:cNvSpPr/>
            <p:nvPr/>
          </p:nvSpPr>
          <p:spPr>
            <a:xfrm>
              <a:off x="2202219" y="3083284"/>
              <a:ext cx="40854" cy="34969"/>
            </a:xfrm>
            <a:custGeom>
              <a:avLst/>
              <a:gdLst/>
              <a:ahLst/>
              <a:cxnLst/>
              <a:rect l="l" t="t" r="r" b="b"/>
              <a:pathLst>
                <a:path w="1555" h="1331" extrusionOk="0">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60"/>
            <p:cNvSpPr/>
            <p:nvPr/>
          </p:nvSpPr>
          <p:spPr>
            <a:xfrm>
              <a:off x="1995376" y="2792632"/>
              <a:ext cx="335158" cy="174975"/>
            </a:xfrm>
            <a:custGeom>
              <a:avLst/>
              <a:gdLst/>
              <a:ahLst/>
              <a:cxnLst/>
              <a:rect l="l" t="t" r="r" b="b"/>
              <a:pathLst>
                <a:path w="12757" h="6660" extrusionOk="0">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60"/>
            <p:cNvSpPr/>
            <p:nvPr/>
          </p:nvSpPr>
          <p:spPr>
            <a:xfrm>
              <a:off x="2273654" y="2792632"/>
              <a:ext cx="56696" cy="174975"/>
            </a:xfrm>
            <a:custGeom>
              <a:avLst/>
              <a:gdLst/>
              <a:ahLst/>
              <a:cxnLst/>
              <a:rect l="l" t="t" r="r" b="b"/>
              <a:pathLst>
                <a:path w="2158" h="6660" extrusionOk="0">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60"/>
            <p:cNvSpPr/>
            <p:nvPr/>
          </p:nvSpPr>
          <p:spPr>
            <a:xfrm>
              <a:off x="1913012" y="2764940"/>
              <a:ext cx="412610" cy="236006"/>
            </a:xfrm>
            <a:custGeom>
              <a:avLst/>
              <a:gdLst/>
              <a:ahLst/>
              <a:cxnLst/>
              <a:rect l="l" t="t" r="r" b="b"/>
              <a:pathLst>
                <a:path w="15705" h="8983" extrusionOk="0">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60"/>
            <p:cNvSpPr/>
            <p:nvPr/>
          </p:nvSpPr>
          <p:spPr>
            <a:xfrm>
              <a:off x="2026903" y="2967580"/>
              <a:ext cx="299270" cy="33182"/>
            </a:xfrm>
            <a:custGeom>
              <a:avLst/>
              <a:gdLst/>
              <a:ahLst/>
              <a:cxnLst/>
              <a:rect l="l" t="t" r="r" b="b"/>
              <a:pathLst>
                <a:path w="11391" h="1263" extrusionOk="0">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60"/>
            <p:cNvSpPr/>
            <p:nvPr/>
          </p:nvSpPr>
          <p:spPr>
            <a:xfrm>
              <a:off x="1994483" y="2978326"/>
              <a:ext cx="287027" cy="92427"/>
            </a:xfrm>
            <a:custGeom>
              <a:avLst/>
              <a:gdLst/>
              <a:ahLst/>
              <a:cxnLst/>
              <a:rect l="l" t="t" r="r" b="b"/>
              <a:pathLst>
                <a:path w="10925" h="3518" extrusionOk="0">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60"/>
            <p:cNvSpPr/>
            <p:nvPr/>
          </p:nvSpPr>
          <p:spPr>
            <a:xfrm>
              <a:off x="2003757" y="3021518"/>
              <a:ext cx="277569" cy="49235"/>
            </a:xfrm>
            <a:custGeom>
              <a:avLst/>
              <a:gdLst/>
              <a:ahLst/>
              <a:cxnLst/>
              <a:rect l="l" t="t" r="r" b="b"/>
              <a:pathLst>
                <a:path w="10565" h="1874" extrusionOk="0">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60"/>
            <p:cNvSpPr/>
            <p:nvPr/>
          </p:nvSpPr>
          <p:spPr>
            <a:xfrm>
              <a:off x="2020361" y="2978326"/>
              <a:ext cx="38463" cy="32841"/>
            </a:xfrm>
            <a:custGeom>
              <a:avLst/>
              <a:gdLst/>
              <a:ahLst/>
              <a:cxnLst/>
              <a:rect l="l" t="t" r="r" b="b"/>
              <a:pathLst>
                <a:path w="1464" h="1250" extrusionOk="0">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0" name="Google Shape;6980;p60"/>
          <p:cNvGrpSpPr/>
          <p:nvPr/>
        </p:nvGrpSpPr>
        <p:grpSpPr>
          <a:xfrm>
            <a:off x="817568" y="2763601"/>
            <a:ext cx="384734" cy="381556"/>
            <a:chOff x="830742" y="2763601"/>
            <a:chExt cx="384734" cy="381556"/>
          </a:xfrm>
        </p:grpSpPr>
        <p:sp>
          <p:nvSpPr>
            <p:cNvPr id="6981" name="Google Shape;6981;p60"/>
            <p:cNvSpPr/>
            <p:nvPr/>
          </p:nvSpPr>
          <p:spPr>
            <a:xfrm>
              <a:off x="830742" y="2881012"/>
              <a:ext cx="174423" cy="83678"/>
            </a:xfrm>
            <a:custGeom>
              <a:avLst/>
              <a:gdLst/>
              <a:ahLst/>
              <a:cxnLst/>
              <a:rect l="l" t="t" r="r" b="b"/>
              <a:pathLst>
                <a:path w="6639" h="3185" extrusionOk="0">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60"/>
            <p:cNvSpPr/>
            <p:nvPr/>
          </p:nvSpPr>
          <p:spPr>
            <a:xfrm>
              <a:off x="1013520" y="2973045"/>
              <a:ext cx="83494" cy="172111"/>
            </a:xfrm>
            <a:custGeom>
              <a:avLst/>
              <a:gdLst/>
              <a:ahLst/>
              <a:cxnLst/>
              <a:rect l="l" t="t" r="r" b="b"/>
              <a:pathLst>
                <a:path w="3178" h="6551" extrusionOk="0">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60"/>
            <p:cNvSpPr/>
            <p:nvPr/>
          </p:nvSpPr>
          <p:spPr>
            <a:xfrm>
              <a:off x="830742" y="2885557"/>
              <a:ext cx="125583" cy="72932"/>
            </a:xfrm>
            <a:custGeom>
              <a:avLst/>
              <a:gdLst/>
              <a:ahLst/>
              <a:cxnLst/>
              <a:rect l="l" t="t" r="r" b="b"/>
              <a:pathLst>
                <a:path w="4780" h="2776" extrusionOk="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60"/>
            <p:cNvSpPr/>
            <p:nvPr/>
          </p:nvSpPr>
          <p:spPr>
            <a:xfrm>
              <a:off x="1013520" y="3041012"/>
              <a:ext cx="24460" cy="104144"/>
            </a:xfrm>
            <a:custGeom>
              <a:avLst/>
              <a:gdLst/>
              <a:ahLst/>
              <a:cxnLst/>
              <a:rect l="l" t="t" r="r" b="b"/>
              <a:pathLst>
                <a:path w="931" h="3964" extrusionOk="0">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60"/>
            <p:cNvSpPr/>
            <p:nvPr/>
          </p:nvSpPr>
          <p:spPr>
            <a:xfrm>
              <a:off x="903281" y="2763601"/>
              <a:ext cx="312038" cy="310383"/>
            </a:xfrm>
            <a:custGeom>
              <a:avLst/>
              <a:gdLst/>
              <a:ahLst/>
              <a:cxnLst/>
              <a:rect l="l" t="t" r="r" b="b"/>
              <a:pathLst>
                <a:path w="11877" h="11814" extrusionOk="0">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60"/>
            <p:cNvSpPr/>
            <p:nvPr/>
          </p:nvSpPr>
          <p:spPr>
            <a:xfrm>
              <a:off x="903281" y="2763601"/>
              <a:ext cx="312012" cy="232065"/>
            </a:xfrm>
            <a:custGeom>
              <a:avLst/>
              <a:gdLst/>
              <a:ahLst/>
              <a:cxnLst/>
              <a:rect l="l" t="t" r="r" b="b"/>
              <a:pathLst>
                <a:path w="11876" h="8833" extrusionOk="0">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60"/>
            <p:cNvSpPr/>
            <p:nvPr/>
          </p:nvSpPr>
          <p:spPr>
            <a:xfrm>
              <a:off x="1060732" y="2852218"/>
              <a:ext cx="65261" cy="65261"/>
            </a:xfrm>
            <a:custGeom>
              <a:avLst/>
              <a:gdLst/>
              <a:ahLst/>
              <a:cxnLst/>
              <a:rect l="l" t="t" r="r" b="b"/>
              <a:pathLst>
                <a:path w="2484" h="2484" extrusionOk="0">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60"/>
            <p:cNvSpPr/>
            <p:nvPr/>
          </p:nvSpPr>
          <p:spPr>
            <a:xfrm>
              <a:off x="1060732" y="2852218"/>
              <a:ext cx="40302" cy="65287"/>
            </a:xfrm>
            <a:custGeom>
              <a:avLst/>
              <a:gdLst/>
              <a:ahLst/>
              <a:cxnLst/>
              <a:rect l="l" t="t" r="r" b="b"/>
              <a:pathLst>
                <a:path w="1534" h="2485" extrusionOk="0">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60"/>
            <p:cNvSpPr/>
            <p:nvPr/>
          </p:nvSpPr>
          <p:spPr>
            <a:xfrm>
              <a:off x="895084" y="2998739"/>
              <a:ext cx="84387" cy="83520"/>
            </a:xfrm>
            <a:custGeom>
              <a:avLst/>
              <a:gdLst/>
              <a:ahLst/>
              <a:cxnLst/>
              <a:rect l="l" t="t" r="r" b="b"/>
              <a:pathLst>
                <a:path w="3212" h="3179" extrusionOk="0">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60"/>
            <p:cNvSpPr/>
            <p:nvPr/>
          </p:nvSpPr>
          <p:spPr>
            <a:xfrm>
              <a:off x="895084" y="2998555"/>
              <a:ext cx="32814" cy="36650"/>
            </a:xfrm>
            <a:custGeom>
              <a:avLst/>
              <a:gdLst/>
              <a:ahLst/>
              <a:cxnLst/>
              <a:rect l="l" t="t" r="r" b="b"/>
              <a:pathLst>
                <a:path w="1249" h="1395" extrusionOk="0">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60"/>
            <p:cNvSpPr/>
            <p:nvPr/>
          </p:nvSpPr>
          <p:spPr>
            <a:xfrm>
              <a:off x="903281" y="2964480"/>
              <a:ext cx="110266" cy="109504"/>
            </a:xfrm>
            <a:custGeom>
              <a:avLst/>
              <a:gdLst/>
              <a:ahLst/>
              <a:cxnLst/>
              <a:rect l="l" t="t" r="r" b="b"/>
              <a:pathLst>
                <a:path w="4197" h="4168" extrusionOk="0">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60"/>
            <p:cNvSpPr/>
            <p:nvPr/>
          </p:nvSpPr>
          <p:spPr>
            <a:xfrm>
              <a:off x="903281" y="2964480"/>
              <a:ext cx="29557" cy="31185"/>
            </a:xfrm>
            <a:custGeom>
              <a:avLst/>
              <a:gdLst/>
              <a:ahLst/>
              <a:cxnLst/>
              <a:rect l="l" t="t" r="r" b="b"/>
              <a:pathLst>
                <a:path w="1125" h="1187" extrusionOk="0">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60"/>
            <p:cNvSpPr/>
            <p:nvPr/>
          </p:nvSpPr>
          <p:spPr>
            <a:xfrm>
              <a:off x="854992" y="3038831"/>
              <a:ext cx="34154" cy="31185"/>
            </a:xfrm>
            <a:custGeom>
              <a:avLst/>
              <a:gdLst/>
              <a:ahLst/>
              <a:cxnLst/>
              <a:rect l="l" t="t" r="r" b="b"/>
              <a:pathLst>
                <a:path w="1300" h="1187" extrusionOk="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60"/>
            <p:cNvSpPr/>
            <p:nvPr/>
          </p:nvSpPr>
          <p:spPr>
            <a:xfrm>
              <a:off x="873934" y="3057800"/>
              <a:ext cx="34286" cy="31343"/>
            </a:xfrm>
            <a:custGeom>
              <a:avLst/>
              <a:gdLst/>
              <a:ahLst/>
              <a:cxnLst/>
              <a:rect l="l" t="t" r="r" b="b"/>
              <a:pathLst>
                <a:path w="1305" h="1193" extrusionOk="0">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60"/>
            <p:cNvSpPr/>
            <p:nvPr/>
          </p:nvSpPr>
          <p:spPr>
            <a:xfrm>
              <a:off x="912213" y="3095895"/>
              <a:ext cx="34102" cy="31343"/>
            </a:xfrm>
            <a:custGeom>
              <a:avLst/>
              <a:gdLst/>
              <a:ahLst/>
              <a:cxnLst/>
              <a:rect l="l" t="t" r="r" b="b"/>
              <a:pathLst>
                <a:path w="1298" h="1193" extrusionOk="0">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60"/>
            <p:cNvSpPr/>
            <p:nvPr/>
          </p:nvSpPr>
          <p:spPr>
            <a:xfrm>
              <a:off x="893061" y="3076926"/>
              <a:ext cx="34312" cy="31343"/>
            </a:xfrm>
            <a:custGeom>
              <a:avLst/>
              <a:gdLst/>
              <a:ahLst/>
              <a:cxnLst/>
              <a:rect l="l" t="t" r="r" b="b"/>
              <a:pathLst>
                <a:path w="1306" h="1193" extrusionOk="0">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60"/>
            <p:cNvSpPr/>
            <p:nvPr/>
          </p:nvSpPr>
          <p:spPr>
            <a:xfrm>
              <a:off x="1141809" y="2763601"/>
              <a:ext cx="73668" cy="72801"/>
            </a:xfrm>
            <a:custGeom>
              <a:avLst/>
              <a:gdLst/>
              <a:ahLst/>
              <a:cxnLst/>
              <a:rect l="l" t="t" r="r" b="b"/>
              <a:pathLst>
                <a:path w="2804" h="2771" extrusionOk="0">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60"/>
            <p:cNvSpPr/>
            <p:nvPr/>
          </p:nvSpPr>
          <p:spPr>
            <a:xfrm>
              <a:off x="1141809" y="2763601"/>
              <a:ext cx="73484" cy="31974"/>
            </a:xfrm>
            <a:custGeom>
              <a:avLst/>
              <a:gdLst/>
              <a:ahLst/>
              <a:cxnLst/>
              <a:rect l="l" t="t" r="r" b="b"/>
              <a:pathLst>
                <a:path w="2797" h="1217" extrusionOk="0">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60"/>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60"/>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60"/>
            <p:cNvSpPr/>
            <p:nvPr/>
          </p:nvSpPr>
          <p:spPr>
            <a:xfrm>
              <a:off x="919491" y="2924152"/>
              <a:ext cx="133254" cy="133648"/>
            </a:xfrm>
            <a:custGeom>
              <a:avLst/>
              <a:gdLst/>
              <a:ahLst/>
              <a:cxnLst/>
              <a:rect l="l" t="t" r="r" b="b"/>
              <a:pathLst>
                <a:path w="5072" h="5087" extrusionOk="0">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2" name="Google Shape;7002;p60"/>
          <p:cNvGrpSpPr/>
          <p:nvPr/>
        </p:nvGrpSpPr>
        <p:grpSpPr>
          <a:xfrm>
            <a:off x="3260997" y="4183419"/>
            <a:ext cx="375434" cy="329667"/>
            <a:chOff x="3007498" y="4183419"/>
            <a:chExt cx="375434" cy="329667"/>
          </a:xfrm>
        </p:grpSpPr>
        <p:sp>
          <p:nvSpPr>
            <p:cNvPr id="7003" name="Google Shape;7003;p60"/>
            <p:cNvSpPr/>
            <p:nvPr/>
          </p:nvSpPr>
          <p:spPr>
            <a:xfrm>
              <a:off x="3046302" y="4196792"/>
              <a:ext cx="53622" cy="53465"/>
            </a:xfrm>
            <a:custGeom>
              <a:avLst/>
              <a:gdLst/>
              <a:ahLst/>
              <a:cxnLst/>
              <a:rect l="l" t="t" r="r" b="b"/>
              <a:pathLst>
                <a:path w="2041" h="2035" extrusionOk="0">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60"/>
            <p:cNvSpPr/>
            <p:nvPr/>
          </p:nvSpPr>
          <p:spPr>
            <a:xfrm>
              <a:off x="3007498" y="4244292"/>
              <a:ext cx="50680" cy="42483"/>
            </a:xfrm>
            <a:custGeom>
              <a:avLst/>
              <a:gdLst/>
              <a:ahLst/>
              <a:cxnLst/>
              <a:rect l="l" t="t" r="r" b="b"/>
              <a:pathLst>
                <a:path w="1929" h="1617" extrusionOk="0">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60"/>
            <p:cNvSpPr/>
            <p:nvPr/>
          </p:nvSpPr>
          <p:spPr>
            <a:xfrm>
              <a:off x="3169126" y="4210112"/>
              <a:ext cx="43218" cy="47763"/>
            </a:xfrm>
            <a:custGeom>
              <a:avLst/>
              <a:gdLst/>
              <a:ahLst/>
              <a:cxnLst/>
              <a:rect l="l" t="t" r="r" b="b"/>
              <a:pathLst>
                <a:path w="1645" h="1818" extrusionOk="0">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60"/>
            <p:cNvSpPr/>
            <p:nvPr/>
          </p:nvSpPr>
          <p:spPr>
            <a:xfrm>
              <a:off x="3056338" y="4262263"/>
              <a:ext cx="135592" cy="89195"/>
            </a:xfrm>
            <a:custGeom>
              <a:avLst/>
              <a:gdLst/>
              <a:ahLst/>
              <a:cxnLst/>
              <a:rect l="l" t="t" r="r" b="b"/>
              <a:pathLst>
                <a:path w="5161" h="3395" extrusionOk="0">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60"/>
            <p:cNvSpPr/>
            <p:nvPr/>
          </p:nvSpPr>
          <p:spPr>
            <a:xfrm>
              <a:off x="3111563" y="4183419"/>
              <a:ext cx="46292" cy="57589"/>
            </a:xfrm>
            <a:custGeom>
              <a:avLst/>
              <a:gdLst/>
              <a:ahLst/>
              <a:cxnLst/>
              <a:rect l="l" t="t" r="r" b="b"/>
              <a:pathLst>
                <a:path w="1762" h="2192" extrusionOk="0">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60"/>
            <p:cNvSpPr/>
            <p:nvPr/>
          </p:nvSpPr>
          <p:spPr>
            <a:xfrm>
              <a:off x="3056706" y="4265415"/>
              <a:ext cx="50496" cy="86069"/>
            </a:xfrm>
            <a:custGeom>
              <a:avLst/>
              <a:gdLst/>
              <a:ahLst/>
              <a:cxnLst/>
              <a:rect l="l" t="t" r="r" b="b"/>
              <a:pathLst>
                <a:path w="1922" h="3276" extrusionOk="0">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60"/>
            <p:cNvSpPr/>
            <p:nvPr/>
          </p:nvSpPr>
          <p:spPr>
            <a:xfrm>
              <a:off x="3007498" y="4248286"/>
              <a:ext cx="46502" cy="38489"/>
            </a:xfrm>
            <a:custGeom>
              <a:avLst/>
              <a:gdLst/>
              <a:ahLst/>
              <a:cxnLst/>
              <a:rect l="l" t="t" r="r" b="b"/>
              <a:pathLst>
                <a:path w="1770" h="1465" extrusionOk="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60"/>
            <p:cNvSpPr/>
            <p:nvPr/>
          </p:nvSpPr>
          <p:spPr>
            <a:xfrm>
              <a:off x="3046302" y="4197448"/>
              <a:ext cx="44506" cy="52887"/>
            </a:xfrm>
            <a:custGeom>
              <a:avLst/>
              <a:gdLst/>
              <a:ahLst/>
              <a:cxnLst/>
              <a:rect l="l" t="t" r="r" b="b"/>
              <a:pathLst>
                <a:path w="1694" h="2013" extrusionOk="0">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60"/>
            <p:cNvSpPr/>
            <p:nvPr/>
          </p:nvSpPr>
          <p:spPr>
            <a:xfrm>
              <a:off x="3111905" y="4183419"/>
              <a:ext cx="34837" cy="55593"/>
            </a:xfrm>
            <a:custGeom>
              <a:avLst/>
              <a:gdLst/>
              <a:ahLst/>
              <a:cxnLst/>
              <a:rect l="l" t="t" r="r" b="b"/>
              <a:pathLst>
                <a:path w="1326" h="2116" extrusionOk="0">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60"/>
            <p:cNvSpPr/>
            <p:nvPr/>
          </p:nvSpPr>
          <p:spPr>
            <a:xfrm>
              <a:off x="3169678" y="4210086"/>
              <a:ext cx="37937" cy="42982"/>
            </a:xfrm>
            <a:custGeom>
              <a:avLst/>
              <a:gdLst/>
              <a:ahLst/>
              <a:cxnLst/>
              <a:rect l="l" t="t" r="r" b="b"/>
              <a:pathLst>
                <a:path w="1444" h="1636" extrusionOk="0">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60"/>
            <p:cNvSpPr/>
            <p:nvPr/>
          </p:nvSpPr>
          <p:spPr>
            <a:xfrm>
              <a:off x="3245316" y="4339740"/>
              <a:ext cx="43034" cy="57826"/>
            </a:xfrm>
            <a:custGeom>
              <a:avLst/>
              <a:gdLst/>
              <a:ahLst/>
              <a:cxnLst/>
              <a:rect l="l" t="t" r="r" b="b"/>
              <a:pathLst>
                <a:path w="1638" h="2201" extrusionOk="0">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60"/>
            <p:cNvSpPr/>
            <p:nvPr/>
          </p:nvSpPr>
          <p:spPr>
            <a:xfrm>
              <a:off x="3187175" y="4355793"/>
              <a:ext cx="41038" cy="49366"/>
            </a:xfrm>
            <a:custGeom>
              <a:avLst/>
              <a:gdLst/>
              <a:ahLst/>
              <a:cxnLst/>
              <a:rect l="l" t="t" r="r" b="b"/>
              <a:pathLst>
                <a:path w="1562" h="1879" extrusionOk="0">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60"/>
            <p:cNvSpPr/>
            <p:nvPr/>
          </p:nvSpPr>
          <p:spPr>
            <a:xfrm>
              <a:off x="3329861" y="4419977"/>
              <a:ext cx="53070" cy="39671"/>
            </a:xfrm>
            <a:custGeom>
              <a:avLst/>
              <a:gdLst/>
              <a:ahLst/>
              <a:cxnLst/>
              <a:rect l="l" t="t" r="r" b="b"/>
              <a:pathLst>
                <a:path w="2020" h="1510" extrusionOk="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60"/>
            <p:cNvSpPr/>
            <p:nvPr/>
          </p:nvSpPr>
          <p:spPr>
            <a:xfrm>
              <a:off x="3187911" y="4418111"/>
              <a:ext cx="136328" cy="94975"/>
            </a:xfrm>
            <a:custGeom>
              <a:avLst/>
              <a:gdLst/>
              <a:ahLst/>
              <a:cxnLst/>
              <a:rect l="l" t="t" r="r" b="b"/>
              <a:pathLst>
                <a:path w="5189" h="3615" extrusionOk="0">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60"/>
            <p:cNvSpPr/>
            <p:nvPr/>
          </p:nvSpPr>
          <p:spPr>
            <a:xfrm>
              <a:off x="3294682" y="4365277"/>
              <a:ext cx="56171" cy="51336"/>
            </a:xfrm>
            <a:custGeom>
              <a:avLst/>
              <a:gdLst/>
              <a:ahLst/>
              <a:cxnLst/>
              <a:rect l="l" t="t" r="r" b="b"/>
              <a:pathLst>
                <a:path w="2138" h="1954" extrusionOk="0">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60"/>
            <p:cNvSpPr/>
            <p:nvPr/>
          </p:nvSpPr>
          <p:spPr>
            <a:xfrm>
              <a:off x="3191011" y="4418111"/>
              <a:ext cx="80026" cy="70384"/>
            </a:xfrm>
            <a:custGeom>
              <a:avLst/>
              <a:gdLst/>
              <a:ahLst/>
              <a:cxnLst/>
              <a:rect l="l" t="t" r="r" b="b"/>
              <a:pathLst>
                <a:path w="3046" h="2679" extrusionOk="0">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60"/>
            <p:cNvSpPr/>
            <p:nvPr/>
          </p:nvSpPr>
          <p:spPr>
            <a:xfrm>
              <a:off x="3187175" y="4355977"/>
              <a:ext cx="33182" cy="49182"/>
            </a:xfrm>
            <a:custGeom>
              <a:avLst/>
              <a:gdLst/>
              <a:ahLst/>
              <a:cxnLst/>
              <a:rect l="l" t="t" r="r" b="b"/>
              <a:pathLst>
                <a:path w="1263" h="1872" extrusionOk="0">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60"/>
            <p:cNvSpPr/>
            <p:nvPr/>
          </p:nvSpPr>
          <p:spPr>
            <a:xfrm>
              <a:off x="3245316" y="4339740"/>
              <a:ext cx="28453" cy="57826"/>
            </a:xfrm>
            <a:custGeom>
              <a:avLst/>
              <a:gdLst/>
              <a:ahLst/>
              <a:cxnLst/>
              <a:rect l="l" t="t" r="r" b="b"/>
              <a:pathLst>
                <a:path w="1083" h="2201" extrusionOk="0">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60"/>
            <p:cNvSpPr/>
            <p:nvPr/>
          </p:nvSpPr>
          <p:spPr>
            <a:xfrm>
              <a:off x="3296338" y="4365198"/>
              <a:ext cx="51047" cy="44033"/>
            </a:xfrm>
            <a:custGeom>
              <a:avLst/>
              <a:gdLst/>
              <a:ahLst/>
              <a:cxnLst/>
              <a:rect l="l" t="t" r="r" b="b"/>
              <a:pathLst>
                <a:path w="1943" h="1676" extrusionOk="0">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60"/>
            <p:cNvSpPr/>
            <p:nvPr/>
          </p:nvSpPr>
          <p:spPr>
            <a:xfrm>
              <a:off x="3333697" y="4419898"/>
              <a:ext cx="46844" cy="28138"/>
            </a:xfrm>
            <a:custGeom>
              <a:avLst/>
              <a:gdLst/>
              <a:ahLst/>
              <a:cxnLst/>
              <a:rect l="l" t="t" r="r" b="b"/>
              <a:pathLst>
                <a:path w="1783" h="1071" extrusionOk="0">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3" name="Google Shape;7023;p60"/>
          <p:cNvGrpSpPr/>
          <p:nvPr/>
        </p:nvGrpSpPr>
        <p:grpSpPr>
          <a:xfrm>
            <a:off x="6906101" y="2766990"/>
            <a:ext cx="274550" cy="354728"/>
            <a:chOff x="7606826" y="2419290"/>
            <a:chExt cx="274550" cy="354728"/>
          </a:xfrm>
        </p:grpSpPr>
        <p:sp>
          <p:nvSpPr>
            <p:cNvPr id="7024" name="Google Shape;7024;p60"/>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60"/>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60"/>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60"/>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60"/>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60"/>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60"/>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60"/>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60"/>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60"/>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60"/>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60"/>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60"/>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60"/>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60"/>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9" name="Google Shape;7039;p60"/>
          <p:cNvGrpSpPr/>
          <p:nvPr/>
        </p:nvGrpSpPr>
        <p:grpSpPr>
          <a:xfrm>
            <a:off x="7536994" y="2777003"/>
            <a:ext cx="263316" cy="354728"/>
            <a:chOff x="8062968" y="2419290"/>
            <a:chExt cx="263316" cy="354728"/>
          </a:xfrm>
        </p:grpSpPr>
        <p:sp>
          <p:nvSpPr>
            <p:cNvPr id="7040" name="Google Shape;7040;p60"/>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60"/>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60"/>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60"/>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60"/>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60"/>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60"/>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60"/>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60"/>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60"/>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60"/>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60"/>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60"/>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60"/>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60"/>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60"/>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60"/>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7" name="Google Shape;7057;p60"/>
          <p:cNvSpPr txBox="1"/>
          <p:nvPr/>
        </p:nvSpPr>
        <p:spPr>
          <a:xfrm>
            <a:off x="716700" y="1188000"/>
            <a:ext cx="7710600" cy="761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You can </a:t>
            </a:r>
            <a:r>
              <a:rPr lang="en" sz="1100" b="1">
                <a:solidFill>
                  <a:schemeClr val="hlink"/>
                </a:solidFill>
              </a:rPr>
              <a:t>resize </a:t>
            </a:r>
            <a:r>
              <a:rPr lang="en" sz="1100">
                <a:solidFill>
                  <a:schemeClr val="lt1"/>
                </a:solidFill>
              </a:rPr>
              <a:t>these icons without losing quality.</a:t>
            </a: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You can </a:t>
            </a:r>
            <a:r>
              <a:rPr lang="en" sz="1100" b="1">
                <a:solidFill>
                  <a:schemeClr val="hlink"/>
                </a:solidFill>
              </a:rPr>
              <a:t>change the stroke and fill color</a:t>
            </a:r>
            <a:r>
              <a:rPr lang="en" sz="1100">
                <a:solidFill>
                  <a:schemeClr val="lt1"/>
                </a:solidFill>
              </a:rPr>
              <a:t>; just select the icon and click on the </a:t>
            </a:r>
            <a:r>
              <a:rPr lang="en" sz="1100" b="1">
                <a:solidFill>
                  <a:schemeClr val="hlink"/>
                </a:solidFill>
              </a:rPr>
              <a:t>paint bucket/pen</a:t>
            </a:r>
            <a:r>
              <a:rPr lang="en" sz="1100">
                <a:solidFill>
                  <a:schemeClr val="lt1"/>
                </a:solidFill>
              </a:rPr>
              <a:t>.</a:t>
            </a: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In Google Slides, you can also use </a:t>
            </a:r>
            <a:r>
              <a:rPr lang="en" sz="1100" b="1">
                <a:solidFill>
                  <a:schemeClr val="hlink"/>
                </a:solidFill>
                <a:uFill>
                  <a:noFill/>
                </a:uFill>
                <a:hlinkClick r:id="rId3"/>
              </a:rPr>
              <a:t>Flaticon’s extension</a:t>
            </a:r>
            <a:r>
              <a:rPr lang="en" sz="1100">
                <a:solidFill>
                  <a:schemeClr val="lt1"/>
                </a:solidFill>
              </a:rPr>
              <a:t>, allowing you to customize and add even more icons.</a:t>
            </a:r>
            <a:endParaRPr sz="1100">
              <a:solidFill>
                <a:srgbClr val="435D74"/>
              </a:solidFill>
            </a:endParaRPr>
          </a:p>
        </p:txBody>
      </p:sp>
      <p:sp>
        <p:nvSpPr>
          <p:cNvPr id="7058" name="Google Shape;7058;p60"/>
          <p:cNvSpPr txBox="1">
            <a:spLocks noGrp="1"/>
          </p:cNvSpPr>
          <p:nvPr>
            <p:ph type="title"/>
          </p:nvPr>
        </p:nvSpPr>
        <p:spPr>
          <a:xfrm>
            <a:off x="716700"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grpSp>
        <p:nvGrpSpPr>
          <p:cNvPr id="7059" name="Google Shape;7059;p60"/>
          <p:cNvGrpSpPr/>
          <p:nvPr/>
        </p:nvGrpSpPr>
        <p:grpSpPr>
          <a:xfrm>
            <a:off x="1089824" y="4149725"/>
            <a:ext cx="364280" cy="363684"/>
            <a:chOff x="836325" y="4149725"/>
            <a:chExt cx="364280" cy="363684"/>
          </a:xfrm>
        </p:grpSpPr>
        <p:sp>
          <p:nvSpPr>
            <p:cNvPr id="7060" name="Google Shape;7060;p60"/>
            <p:cNvSpPr/>
            <p:nvPr/>
          </p:nvSpPr>
          <p:spPr>
            <a:xfrm>
              <a:off x="836325" y="4428035"/>
              <a:ext cx="86394" cy="85374"/>
            </a:xfrm>
            <a:custGeom>
              <a:avLst/>
              <a:gdLst/>
              <a:ahLst/>
              <a:cxnLst/>
              <a:rect l="l" t="t" r="r" b="b"/>
              <a:pathLst>
                <a:path w="10325" h="10203" extrusionOk="0">
                  <a:moveTo>
                    <a:pt x="9626" y="1"/>
                  </a:moveTo>
                  <a:cubicBezTo>
                    <a:pt x="9463" y="1"/>
                    <a:pt x="9300" y="63"/>
                    <a:pt x="9176" y="187"/>
                  </a:cubicBezTo>
                  <a:lnTo>
                    <a:pt x="248" y="9115"/>
                  </a:lnTo>
                  <a:cubicBezTo>
                    <a:pt x="0" y="9364"/>
                    <a:pt x="0" y="9767"/>
                    <a:pt x="248" y="10015"/>
                  </a:cubicBezTo>
                  <a:cubicBezTo>
                    <a:pt x="374" y="10140"/>
                    <a:pt x="537" y="10202"/>
                    <a:pt x="699" y="10202"/>
                  </a:cubicBezTo>
                  <a:cubicBezTo>
                    <a:pt x="862" y="10202"/>
                    <a:pt x="1025" y="10140"/>
                    <a:pt x="1149" y="10015"/>
                  </a:cubicBezTo>
                  <a:lnTo>
                    <a:pt x="10077" y="1088"/>
                  </a:lnTo>
                  <a:cubicBezTo>
                    <a:pt x="10325" y="839"/>
                    <a:pt x="10325" y="436"/>
                    <a:pt x="10077" y="187"/>
                  </a:cubicBezTo>
                  <a:cubicBezTo>
                    <a:pt x="9952" y="63"/>
                    <a:pt x="9789" y="1"/>
                    <a:pt x="962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60"/>
            <p:cNvSpPr/>
            <p:nvPr/>
          </p:nvSpPr>
          <p:spPr>
            <a:xfrm>
              <a:off x="836325" y="4373908"/>
              <a:ext cx="60045" cy="58999"/>
            </a:xfrm>
            <a:custGeom>
              <a:avLst/>
              <a:gdLst/>
              <a:ahLst/>
              <a:cxnLst/>
              <a:rect l="l" t="t" r="r" b="b"/>
              <a:pathLst>
                <a:path w="7176" h="7051" extrusionOk="0">
                  <a:moveTo>
                    <a:pt x="6476" y="0"/>
                  </a:moveTo>
                  <a:cubicBezTo>
                    <a:pt x="6313" y="0"/>
                    <a:pt x="6150" y="62"/>
                    <a:pt x="6025" y="187"/>
                  </a:cubicBezTo>
                  <a:lnTo>
                    <a:pt x="248" y="5964"/>
                  </a:lnTo>
                  <a:cubicBezTo>
                    <a:pt x="0" y="6213"/>
                    <a:pt x="0" y="6616"/>
                    <a:pt x="248" y="6864"/>
                  </a:cubicBezTo>
                  <a:cubicBezTo>
                    <a:pt x="374" y="6988"/>
                    <a:pt x="535" y="7051"/>
                    <a:pt x="699" y="7051"/>
                  </a:cubicBezTo>
                  <a:cubicBezTo>
                    <a:pt x="862" y="7051"/>
                    <a:pt x="1025" y="6989"/>
                    <a:pt x="1149" y="6864"/>
                  </a:cubicBezTo>
                  <a:lnTo>
                    <a:pt x="6926" y="1087"/>
                  </a:lnTo>
                  <a:cubicBezTo>
                    <a:pt x="7175" y="839"/>
                    <a:pt x="7175" y="436"/>
                    <a:pt x="6926" y="187"/>
                  </a:cubicBezTo>
                  <a:cubicBezTo>
                    <a:pt x="6802" y="62"/>
                    <a:pt x="6639" y="0"/>
                    <a:pt x="647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60"/>
            <p:cNvSpPr/>
            <p:nvPr/>
          </p:nvSpPr>
          <p:spPr>
            <a:xfrm>
              <a:off x="916801" y="4454384"/>
              <a:ext cx="60045" cy="58999"/>
            </a:xfrm>
            <a:custGeom>
              <a:avLst/>
              <a:gdLst/>
              <a:ahLst/>
              <a:cxnLst/>
              <a:rect l="l" t="t" r="r" b="b"/>
              <a:pathLst>
                <a:path w="7176" h="7051" extrusionOk="0">
                  <a:moveTo>
                    <a:pt x="6476" y="1"/>
                  </a:moveTo>
                  <a:cubicBezTo>
                    <a:pt x="6313" y="1"/>
                    <a:pt x="6150" y="63"/>
                    <a:pt x="6025" y="188"/>
                  </a:cubicBezTo>
                  <a:lnTo>
                    <a:pt x="248" y="5965"/>
                  </a:lnTo>
                  <a:cubicBezTo>
                    <a:pt x="0" y="6213"/>
                    <a:pt x="0" y="6616"/>
                    <a:pt x="248" y="6865"/>
                  </a:cubicBezTo>
                  <a:cubicBezTo>
                    <a:pt x="374" y="6989"/>
                    <a:pt x="535" y="7051"/>
                    <a:pt x="699" y="7051"/>
                  </a:cubicBezTo>
                  <a:cubicBezTo>
                    <a:pt x="862" y="7051"/>
                    <a:pt x="1025" y="6989"/>
                    <a:pt x="1149" y="6865"/>
                  </a:cubicBezTo>
                  <a:lnTo>
                    <a:pt x="6926" y="1087"/>
                  </a:lnTo>
                  <a:cubicBezTo>
                    <a:pt x="7175" y="839"/>
                    <a:pt x="7175" y="436"/>
                    <a:pt x="6926" y="188"/>
                  </a:cubicBezTo>
                  <a:cubicBezTo>
                    <a:pt x="6802" y="63"/>
                    <a:pt x="6639" y="1"/>
                    <a:pt x="647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60"/>
            <p:cNvSpPr/>
            <p:nvPr/>
          </p:nvSpPr>
          <p:spPr>
            <a:xfrm>
              <a:off x="901229" y="4149725"/>
              <a:ext cx="298594" cy="157234"/>
            </a:xfrm>
            <a:custGeom>
              <a:avLst/>
              <a:gdLst/>
              <a:ahLst/>
              <a:cxnLst/>
              <a:rect l="l" t="t" r="r" b="b"/>
              <a:pathLst>
                <a:path w="35685" h="18791" extrusionOk="0">
                  <a:moveTo>
                    <a:pt x="35556" y="0"/>
                  </a:moveTo>
                  <a:cubicBezTo>
                    <a:pt x="35528" y="0"/>
                    <a:pt x="23137" y="2917"/>
                    <a:pt x="266" y="8297"/>
                  </a:cubicBezTo>
                  <a:cubicBezTo>
                    <a:pt x="69" y="8344"/>
                    <a:pt x="1" y="8589"/>
                    <a:pt x="146" y="8728"/>
                  </a:cubicBezTo>
                  <a:lnTo>
                    <a:pt x="9027" y="17310"/>
                  </a:lnTo>
                  <a:lnTo>
                    <a:pt x="10198" y="18442"/>
                  </a:lnTo>
                  <a:cubicBezTo>
                    <a:pt x="10207" y="18435"/>
                    <a:pt x="9715" y="18790"/>
                    <a:pt x="35685" y="44"/>
                  </a:cubicBezTo>
                  <a:cubicBezTo>
                    <a:pt x="35669" y="28"/>
                    <a:pt x="35616" y="0"/>
                    <a:pt x="3555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60"/>
            <p:cNvSpPr/>
            <p:nvPr/>
          </p:nvSpPr>
          <p:spPr>
            <a:xfrm>
              <a:off x="951985" y="4150026"/>
              <a:ext cx="248255" cy="248163"/>
            </a:xfrm>
            <a:custGeom>
              <a:avLst/>
              <a:gdLst/>
              <a:ahLst/>
              <a:cxnLst/>
              <a:rect l="l" t="t" r="r" b="b"/>
              <a:pathLst>
                <a:path w="29669" h="29658" extrusionOk="0">
                  <a:moveTo>
                    <a:pt x="29609" y="1"/>
                  </a:moveTo>
                  <a:cubicBezTo>
                    <a:pt x="4482" y="16289"/>
                    <a:pt x="3453" y="16956"/>
                    <a:pt x="2961" y="17274"/>
                  </a:cubicBezTo>
                  <a:lnTo>
                    <a:pt x="14" y="29465"/>
                  </a:lnTo>
                  <a:cubicBezTo>
                    <a:pt x="0" y="29521"/>
                    <a:pt x="19" y="29576"/>
                    <a:pt x="57" y="29611"/>
                  </a:cubicBezTo>
                  <a:cubicBezTo>
                    <a:pt x="84" y="29640"/>
                    <a:pt x="122" y="29658"/>
                    <a:pt x="164" y="29658"/>
                  </a:cubicBezTo>
                  <a:cubicBezTo>
                    <a:pt x="177" y="29658"/>
                    <a:pt x="190" y="29656"/>
                    <a:pt x="203" y="29652"/>
                  </a:cubicBezTo>
                  <a:lnTo>
                    <a:pt x="12393" y="26706"/>
                  </a:lnTo>
                  <a:cubicBezTo>
                    <a:pt x="12971" y="25815"/>
                    <a:pt x="28730" y="1506"/>
                    <a:pt x="29668" y="60"/>
                  </a:cubicBezTo>
                  <a:lnTo>
                    <a:pt x="29668" y="59"/>
                  </a:lnTo>
                  <a:cubicBezTo>
                    <a:pt x="29660" y="50"/>
                    <a:pt x="29648" y="26"/>
                    <a:pt x="2960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60"/>
            <p:cNvSpPr/>
            <p:nvPr/>
          </p:nvSpPr>
          <p:spPr>
            <a:xfrm>
              <a:off x="1046141" y="4150445"/>
              <a:ext cx="154464" cy="298017"/>
            </a:xfrm>
            <a:custGeom>
              <a:avLst/>
              <a:gdLst/>
              <a:ahLst/>
              <a:cxnLst/>
              <a:rect l="l" t="t" r="r" b="b"/>
              <a:pathLst>
                <a:path w="18460" h="35616" extrusionOk="0">
                  <a:moveTo>
                    <a:pt x="18409" y="0"/>
                  </a:moveTo>
                  <a:cubicBezTo>
                    <a:pt x="17361" y="1452"/>
                    <a:pt x="307" y="25055"/>
                    <a:pt x="1" y="25478"/>
                  </a:cubicBezTo>
                  <a:lnTo>
                    <a:pt x="1140" y="26656"/>
                  </a:lnTo>
                  <a:lnTo>
                    <a:pt x="9722" y="35538"/>
                  </a:lnTo>
                  <a:cubicBezTo>
                    <a:pt x="9773" y="35591"/>
                    <a:pt x="9839" y="35615"/>
                    <a:pt x="9904" y="35615"/>
                  </a:cubicBezTo>
                  <a:cubicBezTo>
                    <a:pt x="10015" y="35615"/>
                    <a:pt x="10124" y="35543"/>
                    <a:pt x="10153" y="35418"/>
                  </a:cubicBezTo>
                  <a:lnTo>
                    <a:pt x="18446" y="169"/>
                  </a:lnTo>
                  <a:cubicBezTo>
                    <a:pt x="18459" y="97"/>
                    <a:pt x="18435" y="26"/>
                    <a:pt x="1840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60"/>
            <p:cNvSpPr/>
            <p:nvPr/>
          </p:nvSpPr>
          <p:spPr>
            <a:xfrm>
              <a:off x="952454" y="4150244"/>
              <a:ext cx="247787" cy="247946"/>
            </a:xfrm>
            <a:custGeom>
              <a:avLst/>
              <a:gdLst/>
              <a:ahLst/>
              <a:cxnLst/>
              <a:rect l="l" t="t" r="r" b="b"/>
              <a:pathLst>
                <a:path w="29613" h="29632" extrusionOk="0">
                  <a:moveTo>
                    <a:pt x="29586" y="1"/>
                  </a:moveTo>
                  <a:lnTo>
                    <a:pt x="1" y="29585"/>
                  </a:lnTo>
                  <a:cubicBezTo>
                    <a:pt x="28" y="29614"/>
                    <a:pt x="66" y="29632"/>
                    <a:pt x="108" y="29632"/>
                  </a:cubicBezTo>
                  <a:cubicBezTo>
                    <a:pt x="121" y="29632"/>
                    <a:pt x="134" y="29630"/>
                    <a:pt x="147" y="29626"/>
                  </a:cubicBezTo>
                  <a:lnTo>
                    <a:pt x="12337" y="26680"/>
                  </a:lnTo>
                  <a:cubicBezTo>
                    <a:pt x="12915" y="25789"/>
                    <a:pt x="28674" y="1480"/>
                    <a:pt x="29612" y="34"/>
                  </a:cubicBezTo>
                  <a:lnTo>
                    <a:pt x="29612" y="33"/>
                  </a:lnTo>
                  <a:cubicBezTo>
                    <a:pt x="29608" y="28"/>
                    <a:pt x="29608" y="26"/>
                    <a:pt x="2958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7070"/>
        <p:cNvGrpSpPr/>
        <p:nvPr/>
      </p:nvGrpSpPr>
      <p:grpSpPr>
        <a:xfrm>
          <a:off x="0" y="0"/>
          <a:ext cx="0" cy="0"/>
          <a:chOff x="0" y="0"/>
          <a:chExt cx="0" cy="0"/>
        </a:xfrm>
      </p:grpSpPr>
      <p:grpSp>
        <p:nvGrpSpPr>
          <p:cNvPr id="7071" name="Google Shape;7071;p61"/>
          <p:cNvGrpSpPr/>
          <p:nvPr/>
        </p:nvGrpSpPr>
        <p:grpSpPr>
          <a:xfrm>
            <a:off x="7071588" y="2263554"/>
            <a:ext cx="362163" cy="347098"/>
            <a:chOff x="7075663" y="2444129"/>
            <a:chExt cx="362163" cy="347098"/>
          </a:xfrm>
        </p:grpSpPr>
        <p:sp>
          <p:nvSpPr>
            <p:cNvPr id="7072" name="Google Shape;7072;p61"/>
            <p:cNvSpPr/>
            <p:nvPr/>
          </p:nvSpPr>
          <p:spPr>
            <a:xfrm>
              <a:off x="7165817" y="2444129"/>
              <a:ext cx="181854" cy="100713"/>
            </a:xfrm>
            <a:custGeom>
              <a:avLst/>
              <a:gdLst/>
              <a:ahLst/>
              <a:cxnLst/>
              <a:rect l="l" t="t" r="r" b="b"/>
              <a:pathLst>
                <a:path w="6941" h="3844" extrusionOk="0">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61"/>
            <p:cNvSpPr/>
            <p:nvPr/>
          </p:nvSpPr>
          <p:spPr>
            <a:xfrm>
              <a:off x="7166053" y="2517201"/>
              <a:ext cx="27405" cy="27405"/>
            </a:xfrm>
            <a:custGeom>
              <a:avLst/>
              <a:gdLst/>
              <a:ahLst/>
              <a:cxnLst/>
              <a:rect l="l" t="t" r="r" b="b"/>
              <a:pathLst>
                <a:path w="1046" h="1046" extrusionOk="0">
                  <a:moveTo>
                    <a:pt x="260" y="1"/>
                  </a:moveTo>
                  <a:cubicBezTo>
                    <a:pt x="173" y="1"/>
                    <a:pt x="87" y="1"/>
                    <a:pt x="1" y="10"/>
                  </a:cubicBezTo>
                  <a:lnTo>
                    <a:pt x="1" y="1045"/>
                  </a:lnTo>
                  <a:lnTo>
                    <a:pt x="1046" y="1045"/>
                  </a:lnTo>
                  <a:lnTo>
                    <a:pt x="1046" y="1"/>
                  </a:ln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61"/>
            <p:cNvSpPr/>
            <p:nvPr/>
          </p:nvSpPr>
          <p:spPr>
            <a:xfrm>
              <a:off x="7320266" y="2517201"/>
              <a:ext cx="27405" cy="27641"/>
            </a:xfrm>
            <a:custGeom>
              <a:avLst/>
              <a:gdLst/>
              <a:ahLst/>
              <a:cxnLst/>
              <a:rect l="l" t="t" r="r" b="b"/>
              <a:pathLst>
                <a:path w="1046" h="1055" extrusionOk="0">
                  <a:moveTo>
                    <a:pt x="0" y="1"/>
                  </a:moveTo>
                  <a:lnTo>
                    <a:pt x="0" y="1055"/>
                  </a:lnTo>
                  <a:lnTo>
                    <a:pt x="1045" y="1055"/>
                  </a:lnTo>
                  <a:lnTo>
                    <a:pt x="1045" y="10"/>
                  </a:lnTo>
                  <a:cubicBezTo>
                    <a:pt x="959" y="10"/>
                    <a:pt x="863" y="1"/>
                    <a:pt x="777"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61"/>
            <p:cNvSpPr/>
            <p:nvPr/>
          </p:nvSpPr>
          <p:spPr>
            <a:xfrm>
              <a:off x="7075899" y="2544580"/>
              <a:ext cx="361927" cy="246647"/>
            </a:xfrm>
            <a:custGeom>
              <a:avLst/>
              <a:gdLst/>
              <a:ahLst/>
              <a:cxnLst/>
              <a:rect l="l" t="t" r="r" b="b"/>
              <a:pathLst>
                <a:path w="13814" h="9414" extrusionOk="0">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61"/>
            <p:cNvSpPr/>
            <p:nvPr/>
          </p:nvSpPr>
          <p:spPr>
            <a:xfrm>
              <a:off x="7298153" y="2544580"/>
              <a:ext cx="139672" cy="246647"/>
            </a:xfrm>
            <a:custGeom>
              <a:avLst/>
              <a:gdLst/>
              <a:ahLst/>
              <a:cxnLst/>
              <a:rect l="l" t="t" r="r" b="b"/>
              <a:pathLst>
                <a:path w="5331" h="9414" extrusionOk="0">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61"/>
            <p:cNvSpPr/>
            <p:nvPr/>
          </p:nvSpPr>
          <p:spPr>
            <a:xfrm>
              <a:off x="7075663" y="2743229"/>
              <a:ext cx="362163" cy="47998"/>
            </a:xfrm>
            <a:custGeom>
              <a:avLst/>
              <a:gdLst/>
              <a:ahLst/>
              <a:cxnLst/>
              <a:rect l="l" t="t" r="r" b="b"/>
              <a:pathLst>
                <a:path w="13823" h="1832" extrusionOk="0">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61"/>
            <p:cNvSpPr/>
            <p:nvPr/>
          </p:nvSpPr>
          <p:spPr>
            <a:xfrm>
              <a:off x="7374002" y="2743464"/>
              <a:ext cx="63823" cy="47763"/>
            </a:xfrm>
            <a:custGeom>
              <a:avLst/>
              <a:gdLst/>
              <a:ahLst/>
              <a:cxnLst/>
              <a:rect l="l" t="t" r="r" b="b"/>
              <a:pathLst>
                <a:path w="2436" h="1823" extrusionOk="0">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61"/>
            <p:cNvSpPr/>
            <p:nvPr/>
          </p:nvSpPr>
          <p:spPr>
            <a:xfrm>
              <a:off x="7198960" y="2593286"/>
              <a:ext cx="115542" cy="115306"/>
            </a:xfrm>
            <a:custGeom>
              <a:avLst/>
              <a:gdLst/>
              <a:ahLst/>
              <a:cxnLst/>
              <a:rect l="l" t="t" r="r" b="b"/>
              <a:pathLst>
                <a:path w="4410" h="4401" extrusionOk="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0" name="Google Shape;7080;p61"/>
          <p:cNvGrpSpPr/>
          <p:nvPr/>
        </p:nvGrpSpPr>
        <p:grpSpPr>
          <a:xfrm>
            <a:off x="6634100" y="2256009"/>
            <a:ext cx="372197" cy="362163"/>
            <a:chOff x="6638175" y="2436584"/>
            <a:chExt cx="372197" cy="362163"/>
          </a:xfrm>
        </p:grpSpPr>
        <p:sp>
          <p:nvSpPr>
            <p:cNvPr id="7081" name="Google Shape;7081;p61"/>
            <p:cNvSpPr/>
            <p:nvPr/>
          </p:nvSpPr>
          <p:spPr>
            <a:xfrm>
              <a:off x="6638175" y="2436584"/>
              <a:ext cx="182090" cy="362163"/>
            </a:xfrm>
            <a:custGeom>
              <a:avLst/>
              <a:gdLst/>
              <a:ahLst/>
              <a:cxnLst/>
              <a:rect l="l" t="t" r="r" b="b"/>
              <a:pathLst>
                <a:path w="6950" h="13823" extrusionOk="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61"/>
            <p:cNvSpPr/>
            <p:nvPr/>
          </p:nvSpPr>
          <p:spPr>
            <a:xfrm>
              <a:off x="6662017" y="2441850"/>
              <a:ext cx="158248" cy="356792"/>
            </a:xfrm>
            <a:custGeom>
              <a:avLst/>
              <a:gdLst/>
              <a:ahLst/>
              <a:cxnLst/>
              <a:rect l="l" t="t" r="r" b="b"/>
              <a:pathLst>
                <a:path w="6040" h="13618" extrusionOk="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61"/>
            <p:cNvSpPr/>
            <p:nvPr/>
          </p:nvSpPr>
          <p:spPr>
            <a:xfrm>
              <a:off x="6638175" y="2617652"/>
              <a:ext cx="182090" cy="181094"/>
            </a:xfrm>
            <a:custGeom>
              <a:avLst/>
              <a:gdLst/>
              <a:ahLst/>
              <a:cxnLst/>
              <a:rect l="l" t="t" r="r" b="b"/>
              <a:pathLst>
                <a:path w="6950" h="6912" extrusionOk="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61"/>
            <p:cNvSpPr/>
            <p:nvPr/>
          </p:nvSpPr>
          <p:spPr>
            <a:xfrm>
              <a:off x="6662017" y="2617652"/>
              <a:ext cx="158248" cy="180990"/>
            </a:xfrm>
            <a:custGeom>
              <a:avLst/>
              <a:gdLst/>
              <a:ahLst/>
              <a:cxnLst/>
              <a:rect l="l" t="t" r="r" b="b"/>
              <a:pathLst>
                <a:path w="6040" h="6908" extrusionOk="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61"/>
            <p:cNvSpPr/>
            <p:nvPr/>
          </p:nvSpPr>
          <p:spPr>
            <a:xfrm>
              <a:off x="6846623" y="2467762"/>
              <a:ext cx="160999" cy="153899"/>
            </a:xfrm>
            <a:custGeom>
              <a:avLst/>
              <a:gdLst/>
              <a:ahLst/>
              <a:cxnLst/>
              <a:rect l="l" t="t" r="r" b="b"/>
              <a:pathLst>
                <a:path w="6145" h="5874" extrusionOk="0">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61"/>
            <p:cNvSpPr/>
            <p:nvPr/>
          </p:nvSpPr>
          <p:spPr>
            <a:xfrm>
              <a:off x="6857155" y="2478530"/>
              <a:ext cx="151462" cy="143576"/>
            </a:xfrm>
            <a:custGeom>
              <a:avLst/>
              <a:gdLst/>
              <a:ahLst/>
              <a:cxnLst/>
              <a:rect l="l" t="t" r="r" b="b"/>
              <a:pathLst>
                <a:path w="5781" h="5480" extrusionOk="0">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61"/>
            <p:cNvSpPr/>
            <p:nvPr/>
          </p:nvSpPr>
          <p:spPr>
            <a:xfrm>
              <a:off x="6846623" y="2636621"/>
              <a:ext cx="160999" cy="153794"/>
            </a:xfrm>
            <a:custGeom>
              <a:avLst/>
              <a:gdLst/>
              <a:ahLst/>
              <a:cxnLst/>
              <a:rect l="l" t="t" r="r" b="b"/>
              <a:pathLst>
                <a:path w="6145" h="5870" extrusionOk="0">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61"/>
            <p:cNvSpPr/>
            <p:nvPr/>
          </p:nvSpPr>
          <p:spPr>
            <a:xfrm>
              <a:off x="6857155" y="2647546"/>
              <a:ext cx="153218" cy="142790"/>
            </a:xfrm>
            <a:custGeom>
              <a:avLst/>
              <a:gdLst/>
              <a:ahLst/>
              <a:cxnLst/>
              <a:rect l="l" t="t" r="r" b="b"/>
              <a:pathLst>
                <a:path w="5848" h="5450" extrusionOk="0">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61"/>
            <p:cNvSpPr/>
            <p:nvPr/>
          </p:nvSpPr>
          <p:spPr>
            <a:xfrm>
              <a:off x="6863941" y="2485552"/>
              <a:ext cx="118555" cy="118581"/>
            </a:xfrm>
            <a:custGeom>
              <a:avLst/>
              <a:gdLst/>
              <a:ahLst/>
              <a:cxnLst/>
              <a:rect l="l" t="t" r="r" b="b"/>
              <a:pathLst>
                <a:path w="4525" h="4526" extrusionOk="0">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61"/>
            <p:cNvSpPr/>
            <p:nvPr/>
          </p:nvSpPr>
          <p:spPr>
            <a:xfrm>
              <a:off x="6863941" y="2654332"/>
              <a:ext cx="118555" cy="118555"/>
            </a:xfrm>
            <a:custGeom>
              <a:avLst/>
              <a:gdLst/>
              <a:ahLst/>
              <a:cxnLst/>
              <a:rect l="l" t="t" r="r" b="b"/>
              <a:pathLst>
                <a:path w="4525" h="4525" extrusionOk="0">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61"/>
            <p:cNvSpPr/>
            <p:nvPr/>
          </p:nvSpPr>
          <p:spPr>
            <a:xfrm>
              <a:off x="6863941" y="2758294"/>
              <a:ext cx="20881" cy="14593"/>
            </a:xfrm>
            <a:custGeom>
              <a:avLst/>
              <a:gdLst/>
              <a:ahLst/>
              <a:cxnLst/>
              <a:rect l="l" t="t" r="r" b="b"/>
              <a:pathLst>
                <a:path w="797" h="557" extrusionOk="0">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61"/>
            <p:cNvSpPr/>
            <p:nvPr/>
          </p:nvSpPr>
          <p:spPr>
            <a:xfrm>
              <a:off x="6967902" y="2654332"/>
              <a:ext cx="14593" cy="20619"/>
            </a:xfrm>
            <a:custGeom>
              <a:avLst/>
              <a:gdLst/>
              <a:ahLst/>
              <a:cxnLst/>
              <a:rect l="l" t="t" r="r" b="b"/>
              <a:pathLst>
                <a:path w="557" h="787" extrusionOk="0">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61"/>
            <p:cNvSpPr/>
            <p:nvPr/>
          </p:nvSpPr>
          <p:spPr>
            <a:xfrm>
              <a:off x="6944820" y="2566169"/>
              <a:ext cx="37676" cy="37702"/>
            </a:xfrm>
            <a:custGeom>
              <a:avLst/>
              <a:gdLst/>
              <a:ahLst/>
              <a:cxnLst/>
              <a:rect l="l" t="t" r="r" b="b"/>
              <a:pathLst>
                <a:path w="1438" h="1439" extrusionOk="0">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4" name="Google Shape;7094;p61"/>
          <p:cNvGrpSpPr/>
          <p:nvPr/>
        </p:nvGrpSpPr>
        <p:grpSpPr>
          <a:xfrm>
            <a:off x="6188831" y="2258865"/>
            <a:ext cx="371699" cy="356084"/>
            <a:chOff x="6192906" y="2439440"/>
            <a:chExt cx="371699" cy="356084"/>
          </a:xfrm>
        </p:grpSpPr>
        <p:sp>
          <p:nvSpPr>
            <p:cNvPr id="7095" name="Google Shape;7095;p61"/>
            <p:cNvSpPr/>
            <p:nvPr/>
          </p:nvSpPr>
          <p:spPr>
            <a:xfrm>
              <a:off x="6227805" y="2461710"/>
              <a:ext cx="247904" cy="110381"/>
            </a:xfrm>
            <a:custGeom>
              <a:avLst/>
              <a:gdLst/>
              <a:ahLst/>
              <a:cxnLst/>
              <a:rect l="l" t="t" r="r" b="b"/>
              <a:pathLst>
                <a:path w="9462" h="4213" extrusionOk="0">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61"/>
            <p:cNvSpPr/>
            <p:nvPr/>
          </p:nvSpPr>
          <p:spPr>
            <a:xfrm>
              <a:off x="6483962" y="2670078"/>
              <a:ext cx="14593" cy="54575"/>
            </a:xfrm>
            <a:custGeom>
              <a:avLst/>
              <a:gdLst/>
              <a:ahLst/>
              <a:cxnLst/>
              <a:rect l="l" t="t" r="r" b="b"/>
              <a:pathLst>
                <a:path w="557" h="2083" extrusionOk="0">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61"/>
            <p:cNvSpPr/>
            <p:nvPr/>
          </p:nvSpPr>
          <p:spPr>
            <a:xfrm>
              <a:off x="6246905" y="2554117"/>
              <a:ext cx="251651" cy="128118"/>
            </a:xfrm>
            <a:custGeom>
              <a:avLst/>
              <a:gdLst/>
              <a:ahLst/>
              <a:cxnLst/>
              <a:rect l="l" t="t" r="r" b="b"/>
              <a:pathLst>
                <a:path w="9605" h="4890" extrusionOk="0">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61"/>
            <p:cNvSpPr/>
            <p:nvPr/>
          </p:nvSpPr>
          <p:spPr>
            <a:xfrm>
              <a:off x="6246905" y="2584142"/>
              <a:ext cx="167287" cy="97831"/>
            </a:xfrm>
            <a:custGeom>
              <a:avLst/>
              <a:gdLst/>
              <a:ahLst/>
              <a:cxnLst/>
              <a:rect l="l" t="t" r="r" b="b"/>
              <a:pathLst>
                <a:path w="6385" h="3734" extrusionOk="0">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61"/>
            <p:cNvSpPr/>
            <p:nvPr/>
          </p:nvSpPr>
          <p:spPr>
            <a:xfrm>
              <a:off x="6192906" y="2605102"/>
              <a:ext cx="197915" cy="190369"/>
            </a:xfrm>
            <a:custGeom>
              <a:avLst/>
              <a:gdLst/>
              <a:ahLst/>
              <a:cxnLst/>
              <a:rect l="l" t="t" r="r" b="b"/>
              <a:pathLst>
                <a:path w="7554" h="7266" extrusionOk="0">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61"/>
            <p:cNvSpPr/>
            <p:nvPr/>
          </p:nvSpPr>
          <p:spPr>
            <a:xfrm>
              <a:off x="6280807" y="2605102"/>
              <a:ext cx="113787" cy="190291"/>
            </a:xfrm>
            <a:custGeom>
              <a:avLst/>
              <a:gdLst/>
              <a:ahLst/>
              <a:cxnLst/>
              <a:rect l="l" t="t" r="r" b="b"/>
              <a:pathLst>
                <a:path w="4343" h="7263" extrusionOk="0">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61"/>
            <p:cNvSpPr/>
            <p:nvPr/>
          </p:nvSpPr>
          <p:spPr>
            <a:xfrm>
              <a:off x="6499787" y="2747735"/>
              <a:ext cx="64819" cy="14593"/>
            </a:xfrm>
            <a:custGeom>
              <a:avLst/>
              <a:gdLst/>
              <a:ahLst/>
              <a:cxnLst/>
              <a:rect l="l" t="t" r="r" b="b"/>
              <a:pathLst>
                <a:path w="2474" h="557" extrusionOk="0">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61"/>
            <p:cNvSpPr/>
            <p:nvPr/>
          </p:nvSpPr>
          <p:spPr>
            <a:xfrm>
              <a:off x="6437274" y="2714592"/>
              <a:ext cx="94189" cy="80932"/>
            </a:xfrm>
            <a:custGeom>
              <a:avLst/>
              <a:gdLst/>
              <a:ahLst/>
              <a:cxnLst/>
              <a:rect l="l" t="t" r="r" b="b"/>
              <a:pathLst>
                <a:path w="3595" h="3089" extrusionOk="0">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61"/>
            <p:cNvSpPr/>
            <p:nvPr/>
          </p:nvSpPr>
          <p:spPr>
            <a:xfrm>
              <a:off x="6477438" y="2714854"/>
              <a:ext cx="54024" cy="80644"/>
            </a:xfrm>
            <a:custGeom>
              <a:avLst/>
              <a:gdLst/>
              <a:ahLst/>
              <a:cxnLst/>
              <a:rect l="l" t="t" r="r" b="b"/>
              <a:pathLst>
                <a:path w="2062" h="3078" extrusionOk="0">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61"/>
            <p:cNvSpPr/>
            <p:nvPr/>
          </p:nvSpPr>
          <p:spPr>
            <a:xfrm>
              <a:off x="6193902" y="2439440"/>
              <a:ext cx="47003" cy="37466"/>
            </a:xfrm>
            <a:custGeom>
              <a:avLst/>
              <a:gdLst/>
              <a:ahLst/>
              <a:cxnLst/>
              <a:rect l="l" t="t" r="r" b="b"/>
              <a:pathLst>
                <a:path w="1794" h="1430" extrusionOk="0">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61"/>
            <p:cNvSpPr/>
            <p:nvPr/>
          </p:nvSpPr>
          <p:spPr>
            <a:xfrm>
              <a:off x="6241376" y="2659598"/>
              <a:ext cx="94949" cy="81351"/>
            </a:xfrm>
            <a:custGeom>
              <a:avLst/>
              <a:gdLst/>
              <a:ahLst/>
              <a:cxnLst/>
              <a:rect l="l" t="t" r="r" b="b"/>
              <a:pathLst>
                <a:path w="3624" h="3105" extrusionOk="0">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61"/>
            <p:cNvSpPr/>
            <p:nvPr/>
          </p:nvSpPr>
          <p:spPr>
            <a:xfrm>
              <a:off x="6282065" y="2659598"/>
              <a:ext cx="54024" cy="81403"/>
            </a:xfrm>
            <a:custGeom>
              <a:avLst/>
              <a:gdLst/>
              <a:ahLst/>
              <a:cxnLst/>
              <a:rect l="l" t="t" r="r" b="b"/>
              <a:pathLst>
                <a:path w="2062" h="3107" extrusionOk="0">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61"/>
            <p:cNvSpPr/>
            <p:nvPr/>
          </p:nvSpPr>
          <p:spPr>
            <a:xfrm>
              <a:off x="6439265" y="2510180"/>
              <a:ext cx="65317" cy="28899"/>
            </a:xfrm>
            <a:custGeom>
              <a:avLst/>
              <a:gdLst/>
              <a:ahLst/>
              <a:cxnLst/>
              <a:rect l="l" t="t" r="r" b="b"/>
              <a:pathLst>
                <a:path w="2493" h="1103" extrusionOk="0">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8" name="Google Shape;7108;p61"/>
          <p:cNvGrpSpPr/>
          <p:nvPr/>
        </p:nvGrpSpPr>
        <p:grpSpPr>
          <a:xfrm>
            <a:off x="5758392" y="2256009"/>
            <a:ext cx="362163" cy="362163"/>
            <a:chOff x="5762467" y="2436584"/>
            <a:chExt cx="362163" cy="362163"/>
          </a:xfrm>
        </p:grpSpPr>
        <p:sp>
          <p:nvSpPr>
            <p:cNvPr id="7109" name="Google Shape;7109;p61"/>
            <p:cNvSpPr/>
            <p:nvPr/>
          </p:nvSpPr>
          <p:spPr>
            <a:xfrm>
              <a:off x="5762467" y="2778127"/>
              <a:ext cx="362163" cy="20619"/>
            </a:xfrm>
            <a:custGeom>
              <a:avLst/>
              <a:gdLst/>
              <a:ahLst/>
              <a:cxnLst/>
              <a:rect l="l" t="t" r="r" b="b"/>
              <a:pathLst>
                <a:path w="13823" h="787" extrusionOk="0">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61"/>
            <p:cNvSpPr/>
            <p:nvPr/>
          </p:nvSpPr>
          <p:spPr>
            <a:xfrm>
              <a:off x="5762702" y="2777891"/>
              <a:ext cx="361927" cy="9301"/>
            </a:xfrm>
            <a:custGeom>
              <a:avLst/>
              <a:gdLst/>
              <a:ahLst/>
              <a:cxnLst/>
              <a:rect l="l" t="t" r="r" b="b"/>
              <a:pathLst>
                <a:path w="13814" h="355" extrusionOk="0">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61"/>
            <p:cNvSpPr/>
            <p:nvPr/>
          </p:nvSpPr>
          <p:spPr>
            <a:xfrm>
              <a:off x="5852359" y="2528493"/>
              <a:ext cx="182352" cy="249660"/>
            </a:xfrm>
            <a:custGeom>
              <a:avLst/>
              <a:gdLst/>
              <a:ahLst/>
              <a:cxnLst/>
              <a:rect l="l" t="t" r="r" b="b"/>
              <a:pathLst>
                <a:path w="6960" h="9529" extrusionOk="0">
                  <a:moveTo>
                    <a:pt x="1" y="1"/>
                  </a:moveTo>
                  <a:lnTo>
                    <a:pt x="1" y="9529"/>
                  </a:lnTo>
                  <a:lnTo>
                    <a:pt x="6960" y="9529"/>
                  </a:lnTo>
                  <a:lnTo>
                    <a:pt x="6960"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61"/>
            <p:cNvSpPr/>
            <p:nvPr/>
          </p:nvSpPr>
          <p:spPr>
            <a:xfrm>
              <a:off x="5838551" y="2508922"/>
              <a:ext cx="209967" cy="19860"/>
            </a:xfrm>
            <a:custGeom>
              <a:avLst/>
              <a:gdLst/>
              <a:ahLst/>
              <a:cxnLst/>
              <a:rect l="l" t="t" r="r" b="b"/>
              <a:pathLst>
                <a:path w="8014" h="758" extrusionOk="0">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61"/>
            <p:cNvSpPr/>
            <p:nvPr/>
          </p:nvSpPr>
          <p:spPr>
            <a:xfrm>
              <a:off x="6014589" y="2508922"/>
              <a:ext cx="33929" cy="19598"/>
            </a:xfrm>
            <a:custGeom>
              <a:avLst/>
              <a:gdLst/>
              <a:ahLst/>
              <a:cxnLst/>
              <a:rect l="l" t="t" r="r" b="b"/>
              <a:pathLst>
                <a:path w="1295" h="748" extrusionOk="0">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61"/>
            <p:cNvSpPr/>
            <p:nvPr/>
          </p:nvSpPr>
          <p:spPr>
            <a:xfrm>
              <a:off x="5762467" y="2565173"/>
              <a:ext cx="89918" cy="19598"/>
            </a:xfrm>
            <a:custGeom>
              <a:avLst/>
              <a:gdLst/>
              <a:ahLst/>
              <a:cxnLst/>
              <a:rect l="l" t="t" r="r" b="b"/>
              <a:pathLst>
                <a:path w="3432" h="748" extrusionOk="0">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61"/>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61"/>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61"/>
            <p:cNvSpPr/>
            <p:nvPr/>
          </p:nvSpPr>
          <p:spPr>
            <a:xfrm>
              <a:off x="5894803" y="2686217"/>
              <a:ext cx="97726" cy="91936"/>
            </a:xfrm>
            <a:custGeom>
              <a:avLst/>
              <a:gdLst/>
              <a:ahLst/>
              <a:cxnLst/>
              <a:rect l="l" t="t" r="r" b="b"/>
              <a:pathLst>
                <a:path w="3730" h="3509" extrusionOk="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61"/>
            <p:cNvSpPr/>
            <p:nvPr/>
          </p:nvSpPr>
          <p:spPr>
            <a:xfrm>
              <a:off x="5930959" y="2686217"/>
              <a:ext cx="25152" cy="91700"/>
            </a:xfrm>
            <a:custGeom>
              <a:avLst/>
              <a:gdLst/>
              <a:ahLst/>
              <a:cxnLst/>
              <a:rect l="l" t="t" r="r" b="b"/>
              <a:pathLst>
                <a:path w="960" h="3500" extrusionOk="0">
                  <a:moveTo>
                    <a:pt x="1" y="0"/>
                  </a:moveTo>
                  <a:lnTo>
                    <a:pt x="1" y="3499"/>
                  </a:lnTo>
                  <a:lnTo>
                    <a:pt x="959" y="3499"/>
                  </a:lnTo>
                  <a:lnTo>
                    <a:pt x="959"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61"/>
            <p:cNvSpPr/>
            <p:nvPr/>
          </p:nvSpPr>
          <p:spPr>
            <a:xfrm>
              <a:off x="5770484" y="2584745"/>
              <a:ext cx="81901" cy="193173"/>
            </a:xfrm>
            <a:custGeom>
              <a:avLst/>
              <a:gdLst/>
              <a:ahLst/>
              <a:cxnLst/>
              <a:rect l="l" t="t" r="r" b="b"/>
              <a:pathLst>
                <a:path w="3126" h="7373" extrusionOk="0">
                  <a:moveTo>
                    <a:pt x="1" y="1"/>
                  </a:moveTo>
                  <a:lnTo>
                    <a:pt x="1" y="7372"/>
                  </a:lnTo>
                  <a:lnTo>
                    <a:pt x="3126" y="7372"/>
                  </a:lnTo>
                  <a:lnTo>
                    <a:pt x="3126"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61"/>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61"/>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61"/>
            <p:cNvSpPr/>
            <p:nvPr/>
          </p:nvSpPr>
          <p:spPr>
            <a:xfrm>
              <a:off x="6034685" y="2584745"/>
              <a:ext cx="81901" cy="193408"/>
            </a:xfrm>
            <a:custGeom>
              <a:avLst/>
              <a:gdLst/>
              <a:ahLst/>
              <a:cxnLst/>
              <a:rect l="l" t="t" r="r" b="b"/>
              <a:pathLst>
                <a:path w="3126" h="7382" extrusionOk="0">
                  <a:moveTo>
                    <a:pt x="1" y="1"/>
                  </a:moveTo>
                  <a:lnTo>
                    <a:pt x="1" y="7382"/>
                  </a:lnTo>
                  <a:lnTo>
                    <a:pt x="3126" y="7382"/>
                  </a:lnTo>
                  <a:lnTo>
                    <a:pt x="3126"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61"/>
            <p:cNvSpPr/>
            <p:nvPr/>
          </p:nvSpPr>
          <p:spPr>
            <a:xfrm>
              <a:off x="6034685" y="2584745"/>
              <a:ext cx="17371" cy="193173"/>
            </a:xfrm>
            <a:custGeom>
              <a:avLst/>
              <a:gdLst/>
              <a:ahLst/>
              <a:cxnLst/>
              <a:rect l="l" t="t" r="r" b="b"/>
              <a:pathLst>
                <a:path w="663" h="7373" extrusionOk="0">
                  <a:moveTo>
                    <a:pt x="1" y="1"/>
                  </a:moveTo>
                  <a:lnTo>
                    <a:pt x="1"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61"/>
            <p:cNvSpPr/>
            <p:nvPr/>
          </p:nvSpPr>
          <p:spPr>
            <a:xfrm>
              <a:off x="5872192"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61"/>
            <p:cNvSpPr/>
            <p:nvPr/>
          </p:nvSpPr>
          <p:spPr>
            <a:xfrm>
              <a:off x="5928706" y="2567400"/>
              <a:ext cx="29920" cy="58819"/>
            </a:xfrm>
            <a:custGeom>
              <a:avLst/>
              <a:gdLst/>
              <a:ahLst/>
              <a:cxnLst/>
              <a:rect l="l" t="t" r="r" b="b"/>
              <a:pathLst>
                <a:path w="1142" h="2245" extrusionOk="0">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61"/>
            <p:cNvSpPr/>
            <p:nvPr/>
          </p:nvSpPr>
          <p:spPr>
            <a:xfrm>
              <a:off x="5984957"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61"/>
            <p:cNvSpPr/>
            <p:nvPr/>
          </p:nvSpPr>
          <p:spPr>
            <a:xfrm>
              <a:off x="5796369" y="2651817"/>
              <a:ext cx="29894" cy="59029"/>
            </a:xfrm>
            <a:custGeom>
              <a:avLst/>
              <a:gdLst/>
              <a:ahLst/>
              <a:cxnLst/>
              <a:rect l="l" t="t" r="r" b="b"/>
              <a:pathLst>
                <a:path w="1141" h="2253" extrusionOk="0">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61"/>
            <p:cNvSpPr/>
            <p:nvPr/>
          </p:nvSpPr>
          <p:spPr>
            <a:xfrm>
              <a:off x="6060806" y="2651817"/>
              <a:ext cx="29658" cy="59029"/>
            </a:xfrm>
            <a:custGeom>
              <a:avLst/>
              <a:gdLst/>
              <a:ahLst/>
              <a:cxnLst/>
              <a:rect l="l" t="t" r="r" b="b"/>
              <a:pathLst>
                <a:path w="1132" h="2253" extrusionOk="0">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61"/>
            <p:cNvSpPr/>
            <p:nvPr/>
          </p:nvSpPr>
          <p:spPr>
            <a:xfrm>
              <a:off x="6034685" y="2565173"/>
              <a:ext cx="89945" cy="19860"/>
            </a:xfrm>
            <a:custGeom>
              <a:avLst/>
              <a:gdLst/>
              <a:ahLst/>
              <a:cxnLst/>
              <a:rect l="l" t="t" r="r" b="b"/>
              <a:pathLst>
                <a:path w="3433" h="758" extrusionOk="0">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61"/>
            <p:cNvSpPr/>
            <p:nvPr/>
          </p:nvSpPr>
          <p:spPr>
            <a:xfrm>
              <a:off x="6034685" y="2565173"/>
              <a:ext cx="17371" cy="19598"/>
            </a:xfrm>
            <a:custGeom>
              <a:avLst/>
              <a:gdLst/>
              <a:ahLst/>
              <a:cxnLst/>
              <a:rect l="l" t="t" r="r" b="b"/>
              <a:pathLst>
                <a:path w="663" h="748" extrusionOk="0">
                  <a:moveTo>
                    <a:pt x="1" y="0"/>
                  </a:moveTo>
                  <a:lnTo>
                    <a:pt x="1"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61"/>
            <p:cNvSpPr/>
            <p:nvPr/>
          </p:nvSpPr>
          <p:spPr>
            <a:xfrm>
              <a:off x="5892550" y="2436584"/>
              <a:ext cx="101735" cy="72364"/>
            </a:xfrm>
            <a:custGeom>
              <a:avLst/>
              <a:gdLst/>
              <a:ahLst/>
              <a:cxnLst/>
              <a:rect l="l" t="t" r="r" b="b"/>
              <a:pathLst>
                <a:path w="3883" h="2762" extrusionOk="0">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61"/>
            <p:cNvSpPr/>
            <p:nvPr/>
          </p:nvSpPr>
          <p:spPr>
            <a:xfrm>
              <a:off x="5976416" y="2436584"/>
              <a:ext cx="18130" cy="72364"/>
            </a:xfrm>
            <a:custGeom>
              <a:avLst/>
              <a:gdLst/>
              <a:ahLst/>
              <a:cxnLst/>
              <a:rect l="l" t="t" r="r" b="b"/>
              <a:pathLst>
                <a:path w="692" h="2762" extrusionOk="0">
                  <a:moveTo>
                    <a:pt x="1" y="1"/>
                  </a:moveTo>
                  <a:lnTo>
                    <a:pt x="1" y="2761"/>
                  </a:lnTo>
                  <a:lnTo>
                    <a:pt x="691" y="2761"/>
                  </a:lnTo>
                  <a:lnTo>
                    <a:pt x="691" y="451"/>
                  </a:lnTo>
                  <a:cubicBezTo>
                    <a:pt x="691" y="202"/>
                    <a:pt x="490" y="1"/>
                    <a:pt x="241"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61"/>
            <p:cNvSpPr/>
            <p:nvPr/>
          </p:nvSpPr>
          <p:spPr>
            <a:xfrm>
              <a:off x="5919405" y="2450706"/>
              <a:ext cx="48260" cy="44619"/>
            </a:xfrm>
            <a:custGeom>
              <a:avLst/>
              <a:gdLst/>
              <a:ahLst/>
              <a:cxnLst/>
              <a:rect l="l" t="t" r="r" b="b"/>
              <a:pathLst>
                <a:path w="1842" h="1703" extrusionOk="0">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4" name="Google Shape;7134;p61"/>
          <p:cNvGrpSpPr/>
          <p:nvPr/>
        </p:nvGrpSpPr>
        <p:grpSpPr>
          <a:xfrm>
            <a:off x="5319646" y="2256454"/>
            <a:ext cx="362922" cy="361219"/>
            <a:chOff x="5323721" y="2437029"/>
            <a:chExt cx="362922" cy="361219"/>
          </a:xfrm>
        </p:grpSpPr>
        <p:sp>
          <p:nvSpPr>
            <p:cNvPr id="7135" name="Google Shape;7135;p61"/>
            <p:cNvSpPr/>
            <p:nvPr/>
          </p:nvSpPr>
          <p:spPr>
            <a:xfrm>
              <a:off x="5611528" y="2437029"/>
              <a:ext cx="75115" cy="73989"/>
            </a:xfrm>
            <a:custGeom>
              <a:avLst/>
              <a:gdLst/>
              <a:ahLst/>
              <a:cxnLst/>
              <a:rect l="l" t="t" r="r" b="b"/>
              <a:pathLst>
                <a:path w="2867" h="2824" extrusionOk="0">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61"/>
            <p:cNvSpPr/>
            <p:nvPr/>
          </p:nvSpPr>
          <p:spPr>
            <a:xfrm>
              <a:off x="5323721" y="2714042"/>
              <a:ext cx="88346" cy="84207"/>
            </a:xfrm>
            <a:custGeom>
              <a:avLst/>
              <a:gdLst/>
              <a:ahLst/>
              <a:cxnLst/>
              <a:rect l="l" t="t" r="r" b="b"/>
              <a:pathLst>
                <a:path w="3372" h="3214" extrusionOk="0">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61"/>
            <p:cNvSpPr/>
            <p:nvPr/>
          </p:nvSpPr>
          <p:spPr>
            <a:xfrm>
              <a:off x="5395536" y="2683702"/>
              <a:ext cx="43728" cy="42601"/>
            </a:xfrm>
            <a:custGeom>
              <a:avLst/>
              <a:gdLst/>
              <a:ahLst/>
              <a:cxnLst/>
              <a:rect l="l" t="t" r="r" b="b"/>
              <a:pathLst>
                <a:path w="1669" h="1626" extrusionOk="0">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61"/>
            <p:cNvSpPr/>
            <p:nvPr/>
          </p:nvSpPr>
          <p:spPr>
            <a:xfrm>
              <a:off x="5413640" y="2504651"/>
              <a:ext cx="204936" cy="203155"/>
            </a:xfrm>
            <a:custGeom>
              <a:avLst/>
              <a:gdLst/>
              <a:ahLst/>
              <a:cxnLst/>
              <a:rect l="l" t="t" r="r" b="b"/>
              <a:pathLst>
                <a:path w="7822" h="7754" extrusionOk="0">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61"/>
            <p:cNvSpPr/>
            <p:nvPr/>
          </p:nvSpPr>
          <p:spPr>
            <a:xfrm>
              <a:off x="5417386" y="2554877"/>
              <a:ext cx="201190" cy="153191"/>
            </a:xfrm>
            <a:custGeom>
              <a:avLst/>
              <a:gdLst/>
              <a:ahLst/>
              <a:cxnLst/>
              <a:rect l="l" t="t" r="r" b="b"/>
              <a:pathLst>
                <a:path w="7679" h="5847" extrusionOk="0">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61"/>
            <p:cNvSpPr/>
            <p:nvPr/>
          </p:nvSpPr>
          <p:spPr>
            <a:xfrm>
              <a:off x="5413640" y="2579243"/>
              <a:ext cx="132362" cy="128563"/>
            </a:xfrm>
            <a:custGeom>
              <a:avLst/>
              <a:gdLst/>
              <a:ahLst/>
              <a:cxnLst/>
              <a:rect l="l" t="t" r="r" b="b"/>
              <a:pathLst>
                <a:path w="5052" h="4907" extrusionOk="0">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61"/>
            <p:cNvSpPr/>
            <p:nvPr/>
          </p:nvSpPr>
          <p:spPr>
            <a:xfrm>
              <a:off x="5417386" y="2632481"/>
              <a:ext cx="128616" cy="75325"/>
            </a:xfrm>
            <a:custGeom>
              <a:avLst/>
              <a:gdLst/>
              <a:ahLst/>
              <a:cxnLst/>
              <a:rect l="l" t="t" r="r" b="b"/>
              <a:pathLst>
                <a:path w="4909" h="2875" extrusionOk="0">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61"/>
            <p:cNvSpPr/>
            <p:nvPr/>
          </p:nvSpPr>
          <p:spPr>
            <a:xfrm>
              <a:off x="5540710" y="2480102"/>
              <a:ext cx="103228" cy="101342"/>
            </a:xfrm>
            <a:custGeom>
              <a:avLst/>
              <a:gdLst/>
              <a:ahLst/>
              <a:cxnLst/>
              <a:rect l="l" t="t" r="r" b="b"/>
              <a:pathLst>
                <a:path w="3940" h="3868" extrusionOk="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61"/>
            <p:cNvSpPr/>
            <p:nvPr/>
          </p:nvSpPr>
          <p:spPr>
            <a:xfrm>
              <a:off x="5619310" y="2557890"/>
              <a:ext cx="26750" cy="23213"/>
            </a:xfrm>
            <a:custGeom>
              <a:avLst/>
              <a:gdLst/>
              <a:ahLst/>
              <a:cxnLst/>
              <a:rect l="l" t="t" r="r" b="b"/>
              <a:pathLst>
                <a:path w="1021" h="886" extrusionOk="0">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61"/>
            <p:cNvSpPr/>
            <p:nvPr/>
          </p:nvSpPr>
          <p:spPr>
            <a:xfrm>
              <a:off x="5575608" y="2456181"/>
              <a:ext cx="91202" cy="91176"/>
            </a:xfrm>
            <a:custGeom>
              <a:avLst/>
              <a:gdLst/>
              <a:ahLst/>
              <a:cxnLst/>
              <a:rect l="l" t="t" r="r" b="b"/>
              <a:pathLst>
                <a:path w="3481" h="3480" extrusionOk="0">
                  <a:moveTo>
                    <a:pt x="1745" y="0"/>
                  </a:moveTo>
                  <a:lnTo>
                    <a:pt x="1" y="1745"/>
                  </a:lnTo>
                  <a:lnTo>
                    <a:pt x="1745" y="3480"/>
                  </a:lnTo>
                  <a:lnTo>
                    <a:pt x="3480" y="1745"/>
                  </a:lnTo>
                  <a:lnTo>
                    <a:pt x="1745" y="0"/>
                  </a:ln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61"/>
            <p:cNvSpPr/>
            <p:nvPr/>
          </p:nvSpPr>
          <p:spPr>
            <a:xfrm>
              <a:off x="5575608" y="2456181"/>
              <a:ext cx="91438" cy="91176"/>
            </a:xfrm>
            <a:custGeom>
              <a:avLst/>
              <a:gdLst/>
              <a:ahLst/>
              <a:cxnLst/>
              <a:rect l="l" t="t" r="r" b="b"/>
              <a:pathLst>
                <a:path w="3490" h="3480" extrusionOk="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61"/>
            <p:cNvSpPr/>
            <p:nvPr/>
          </p:nvSpPr>
          <p:spPr>
            <a:xfrm>
              <a:off x="5523680" y="2521865"/>
              <a:ext cx="29868" cy="27012"/>
            </a:xfrm>
            <a:custGeom>
              <a:avLst/>
              <a:gdLst/>
              <a:ahLst/>
              <a:cxnLst/>
              <a:rect l="l" t="t" r="r" b="b"/>
              <a:pathLst>
                <a:path w="1140" h="1031" extrusionOk="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61"/>
            <p:cNvSpPr/>
            <p:nvPr/>
          </p:nvSpPr>
          <p:spPr>
            <a:xfrm>
              <a:off x="5505366" y="2541358"/>
              <a:ext cx="29344" cy="26593"/>
            </a:xfrm>
            <a:custGeom>
              <a:avLst/>
              <a:gdLst/>
              <a:ahLst/>
              <a:cxnLst/>
              <a:rect l="l" t="t" r="r" b="b"/>
              <a:pathLst>
                <a:path w="1120" h="1015" extrusionOk="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61"/>
            <p:cNvSpPr/>
            <p:nvPr/>
          </p:nvSpPr>
          <p:spPr>
            <a:xfrm>
              <a:off x="5486266" y="2560222"/>
              <a:ext cx="43675" cy="40898"/>
            </a:xfrm>
            <a:custGeom>
              <a:avLst/>
              <a:gdLst/>
              <a:ahLst/>
              <a:cxnLst/>
              <a:rect l="l" t="t" r="r" b="b"/>
              <a:pathLst>
                <a:path w="1667" h="1561" extrusionOk="0">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61"/>
            <p:cNvSpPr/>
            <p:nvPr/>
          </p:nvSpPr>
          <p:spPr>
            <a:xfrm>
              <a:off x="5467376" y="2579295"/>
              <a:ext cx="29161" cy="26593"/>
            </a:xfrm>
            <a:custGeom>
              <a:avLst/>
              <a:gdLst/>
              <a:ahLst/>
              <a:cxnLst/>
              <a:rect l="l" t="t" r="r" b="b"/>
              <a:pathLst>
                <a:path w="1113" h="1015" extrusionOk="0">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61"/>
            <p:cNvSpPr/>
            <p:nvPr/>
          </p:nvSpPr>
          <p:spPr>
            <a:xfrm>
              <a:off x="5448381" y="2598264"/>
              <a:ext cx="29318" cy="26698"/>
            </a:xfrm>
            <a:custGeom>
              <a:avLst/>
              <a:gdLst/>
              <a:ahLst/>
              <a:cxnLst/>
              <a:rect l="l" t="t" r="r" b="b"/>
              <a:pathLst>
                <a:path w="1119" h="1019" extrusionOk="0">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61"/>
            <p:cNvSpPr/>
            <p:nvPr/>
          </p:nvSpPr>
          <p:spPr>
            <a:xfrm>
              <a:off x="5429491" y="2617364"/>
              <a:ext cx="43440" cy="40741"/>
            </a:xfrm>
            <a:custGeom>
              <a:avLst/>
              <a:gdLst/>
              <a:ahLst/>
              <a:cxnLst/>
              <a:rect l="l" t="t" r="r" b="b"/>
              <a:pathLst>
                <a:path w="1658" h="1555" extrusionOk="0">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2" name="Google Shape;7152;p61"/>
          <p:cNvGrpSpPr/>
          <p:nvPr/>
        </p:nvGrpSpPr>
        <p:grpSpPr>
          <a:xfrm>
            <a:off x="4871862" y="2288156"/>
            <a:ext cx="407122" cy="315448"/>
            <a:chOff x="4875937" y="2468731"/>
            <a:chExt cx="407122" cy="315448"/>
          </a:xfrm>
        </p:grpSpPr>
        <p:sp>
          <p:nvSpPr>
            <p:cNvPr id="7153" name="Google Shape;7153;p61"/>
            <p:cNvSpPr/>
            <p:nvPr/>
          </p:nvSpPr>
          <p:spPr>
            <a:xfrm>
              <a:off x="4876199" y="2482801"/>
              <a:ext cx="223041" cy="247380"/>
            </a:xfrm>
            <a:custGeom>
              <a:avLst/>
              <a:gdLst/>
              <a:ahLst/>
              <a:cxnLst/>
              <a:rect l="l" t="t" r="r" b="b"/>
              <a:pathLst>
                <a:path w="8513" h="9442" extrusionOk="0">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61"/>
            <p:cNvSpPr/>
            <p:nvPr/>
          </p:nvSpPr>
          <p:spPr>
            <a:xfrm>
              <a:off x="5044456" y="2482801"/>
              <a:ext cx="54784" cy="247642"/>
            </a:xfrm>
            <a:custGeom>
              <a:avLst/>
              <a:gdLst/>
              <a:ahLst/>
              <a:cxnLst/>
              <a:rect l="l" t="t" r="r" b="b"/>
              <a:pathLst>
                <a:path w="2091" h="9452" extrusionOk="0">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61"/>
            <p:cNvSpPr/>
            <p:nvPr/>
          </p:nvSpPr>
          <p:spPr>
            <a:xfrm>
              <a:off x="5099214" y="2530249"/>
              <a:ext cx="183845" cy="200194"/>
            </a:xfrm>
            <a:custGeom>
              <a:avLst/>
              <a:gdLst/>
              <a:ahLst/>
              <a:cxnLst/>
              <a:rect l="l" t="t" r="r" b="b"/>
              <a:pathLst>
                <a:path w="7017" h="7641" extrusionOk="0">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61"/>
            <p:cNvSpPr/>
            <p:nvPr/>
          </p:nvSpPr>
          <p:spPr>
            <a:xfrm>
              <a:off x="5169770" y="2530249"/>
              <a:ext cx="113289" cy="200194"/>
            </a:xfrm>
            <a:custGeom>
              <a:avLst/>
              <a:gdLst/>
              <a:ahLst/>
              <a:cxnLst/>
              <a:rect l="l" t="t" r="r" b="b"/>
              <a:pathLst>
                <a:path w="4324" h="7641" extrusionOk="0">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61"/>
            <p:cNvSpPr/>
            <p:nvPr/>
          </p:nvSpPr>
          <p:spPr>
            <a:xfrm>
              <a:off x="5141396" y="2560405"/>
              <a:ext cx="75115" cy="69849"/>
            </a:xfrm>
            <a:custGeom>
              <a:avLst/>
              <a:gdLst/>
              <a:ahLst/>
              <a:cxnLst/>
              <a:rect l="l" t="t" r="r" b="b"/>
              <a:pathLst>
                <a:path w="2867" h="2666" extrusionOk="0">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61"/>
            <p:cNvSpPr/>
            <p:nvPr/>
          </p:nvSpPr>
          <p:spPr>
            <a:xfrm>
              <a:off x="5128846" y="2512669"/>
              <a:ext cx="62042" cy="17606"/>
            </a:xfrm>
            <a:custGeom>
              <a:avLst/>
              <a:gdLst/>
              <a:ahLst/>
              <a:cxnLst/>
              <a:rect l="l" t="t" r="r" b="b"/>
              <a:pathLst>
                <a:path w="2368" h="672" extrusionOk="0">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61"/>
            <p:cNvSpPr/>
            <p:nvPr/>
          </p:nvSpPr>
          <p:spPr>
            <a:xfrm>
              <a:off x="5135867" y="2468731"/>
              <a:ext cx="47998" cy="43728"/>
            </a:xfrm>
            <a:custGeom>
              <a:avLst/>
              <a:gdLst/>
              <a:ahLst/>
              <a:cxnLst/>
              <a:rect l="l" t="t" r="r" b="b"/>
              <a:pathLst>
                <a:path w="1832" h="1669" extrusionOk="0">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61"/>
            <p:cNvSpPr/>
            <p:nvPr/>
          </p:nvSpPr>
          <p:spPr>
            <a:xfrm>
              <a:off x="5150697" y="2468731"/>
              <a:ext cx="33405" cy="43728"/>
            </a:xfrm>
            <a:custGeom>
              <a:avLst/>
              <a:gdLst/>
              <a:ahLst/>
              <a:cxnLst/>
              <a:rect l="l" t="t" r="r" b="b"/>
              <a:pathLst>
                <a:path w="1275" h="1669" extrusionOk="0">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61"/>
            <p:cNvSpPr/>
            <p:nvPr/>
          </p:nvSpPr>
          <p:spPr>
            <a:xfrm>
              <a:off x="4924905" y="2690488"/>
              <a:ext cx="109778" cy="93691"/>
            </a:xfrm>
            <a:custGeom>
              <a:avLst/>
              <a:gdLst/>
              <a:ahLst/>
              <a:cxnLst/>
              <a:rect l="l" t="t" r="r" b="b"/>
              <a:pathLst>
                <a:path w="4190" h="3576" extrusionOk="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61"/>
            <p:cNvSpPr/>
            <p:nvPr/>
          </p:nvSpPr>
          <p:spPr>
            <a:xfrm>
              <a:off x="4949533" y="2697772"/>
              <a:ext cx="93691" cy="86303"/>
            </a:xfrm>
            <a:custGeom>
              <a:avLst/>
              <a:gdLst/>
              <a:ahLst/>
              <a:cxnLst/>
              <a:rect l="l" t="t" r="r" b="b"/>
              <a:pathLst>
                <a:path w="3576" h="3294" extrusionOk="0">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61"/>
            <p:cNvSpPr/>
            <p:nvPr/>
          </p:nvSpPr>
          <p:spPr>
            <a:xfrm>
              <a:off x="4961087" y="2717605"/>
              <a:ext cx="46479" cy="39824"/>
            </a:xfrm>
            <a:custGeom>
              <a:avLst/>
              <a:gdLst/>
              <a:ahLst/>
              <a:cxnLst/>
              <a:rect l="l" t="t" r="r" b="b"/>
              <a:pathLst>
                <a:path w="1774" h="1520" extrusionOk="0">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61"/>
            <p:cNvSpPr/>
            <p:nvPr/>
          </p:nvSpPr>
          <p:spPr>
            <a:xfrm>
              <a:off x="5121300" y="2690488"/>
              <a:ext cx="109516" cy="93691"/>
            </a:xfrm>
            <a:custGeom>
              <a:avLst/>
              <a:gdLst/>
              <a:ahLst/>
              <a:cxnLst/>
              <a:rect l="l" t="t" r="r" b="b"/>
              <a:pathLst>
                <a:path w="4180" h="3576" extrusionOk="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61"/>
            <p:cNvSpPr/>
            <p:nvPr/>
          </p:nvSpPr>
          <p:spPr>
            <a:xfrm>
              <a:off x="5144409" y="2697772"/>
              <a:ext cx="93691" cy="86303"/>
            </a:xfrm>
            <a:custGeom>
              <a:avLst/>
              <a:gdLst/>
              <a:ahLst/>
              <a:cxnLst/>
              <a:rect l="l" t="t" r="r" b="b"/>
              <a:pathLst>
                <a:path w="3576" h="3294" extrusionOk="0">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61"/>
            <p:cNvSpPr/>
            <p:nvPr/>
          </p:nvSpPr>
          <p:spPr>
            <a:xfrm>
              <a:off x="5157220" y="2717605"/>
              <a:ext cx="46741" cy="39824"/>
            </a:xfrm>
            <a:custGeom>
              <a:avLst/>
              <a:gdLst/>
              <a:ahLst/>
              <a:cxnLst/>
              <a:rect l="l" t="t" r="r" b="b"/>
              <a:pathLst>
                <a:path w="1784" h="1520" extrusionOk="0">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61"/>
            <p:cNvSpPr/>
            <p:nvPr/>
          </p:nvSpPr>
          <p:spPr>
            <a:xfrm>
              <a:off x="4936223" y="2525245"/>
              <a:ext cx="102730" cy="102494"/>
            </a:xfrm>
            <a:custGeom>
              <a:avLst/>
              <a:gdLst/>
              <a:ahLst/>
              <a:cxnLst/>
              <a:rect l="l" t="t" r="r" b="b"/>
              <a:pathLst>
                <a:path w="3921" h="3912" extrusionOk="0">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61"/>
            <p:cNvSpPr/>
            <p:nvPr/>
          </p:nvSpPr>
          <p:spPr>
            <a:xfrm>
              <a:off x="5098952" y="2670890"/>
              <a:ext cx="183872" cy="59815"/>
            </a:xfrm>
            <a:custGeom>
              <a:avLst/>
              <a:gdLst/>
              <a:ahLst/>
              <a:cxnLst/>
              <a:rect l="l" t="t" r="r" b="b"/>
              <a:pathLst>
                <a:path w="7018" h="2283" extrusionOk="0">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61"/>
            <p:cNvSpPr/>
            <p:nvPr/>
          </p:nvSpPr>
          <p:spPr>
            <a:xfrm>
              <a:off x="5233069" y="2670890"/>
              <a:ext cx="49990" cy="59553"/>
            </a:xfrm>
            <a:custGeom>
              <a:avLst/>
              <a:gdLst/>
              <a:ahLst/>
              <a:cxnLst/>
              <a:rect l="l" t="t" r="r" b="b"/>
              <a:pathLst>
                <a:path w="1908" h="2273" extrusionOk="0">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61"/>
            <p:cNvSpPr/>
            <p:nvPr/>
          </p:nvSpPr>
          <p:spPr>
            <a:xfrm>
              <a:off x="4875937" y="2670655"/>
              <a:ext cx="223303" cy="59788"/>
            </a:xfrm>
            <a:custGeom>
              <a:avLst/>
              <a:gdLst/>
              <a:ahLst/>
              <a:cxnLst/>
              <a:rect l="l" t="t" r="r" b="b"/>
              <a:pathLst>
                <a:path w="8523" h="2282" extrusionOk="0">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61"/>
            <p:cNvSpPr/>
            <p:nvPr/>
          </p:nvSpPr>
          <p:spPr>
            <a:xfrm>
              <a:off x="5063529" y="2670890"/>
              <a:ext cx="35711" cy="59815"/>
            </a:xfrm>
            <a:custGeom>
              <a:avLst/>
              <a:gdLst/>
              <a:ahLst/>
              <a:cxnLst/>
              <a:rect l="l" t="t" r="r" b="b"/>
              <a:pathLst>
                <a:path w="1363" h="2283" extrusionOk="0">
                  <a:moveTo>
                    <a:pt x="1" y="1"/>
                  </a:moveTo>
                  <a:lnTo>
                    <a:pt x="1" y="2282"/>
                  </a:lnTo>
                  <a:lnTo>
                    <a:pt x="1362" y="2282"/>
                  </a:lnTo>
                  <a:lnTo>
                    <a:pt x="1362"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2" name="Google Shape;7172;p61"/>
          <p:cNvGrpSpPr/>
          <p:nvPr/>
        </p:nvGrpSpPr>
        <p:grpSpPr>
          <a:xfrm>
            <a:off x="4889207" y="3624199"/>
            <a:ext cx="242114" cy="362163"/>
            <a:chOff x="4893282" y="3804774"/>
            <a:chExt cx="242114" cy="362163"/>
          </a:xfrm>
        </p:grpSpPr>
        <p:sp>
          <p:nvSpPr>
            <p:cNvPr id="7173" name="Google Shape;7173;p61"/>
            <p:cNvSpPr/>
            <p:nvPr/>
          </p:nvSpPr>
          <p:spPr>
            <a:xfrm>
              <a:off x="4893517" y="3804774"/>
              <a:ext cx="241878" cy="361927"/>
            </a:xfrm>
            <a:custGeom>
              <a:avLst/>
              <a:gdLst/>
              <a:ahLst/>
              <a:cxnLst/>
              <a:rect l="l" t="t" r="r" b="b"/>
              <a:pathLst>
                <a:path w="9232" h="13814" extrusionOk="0">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61"/>
            <p:cNvSpPr/>
            <p:nvPr/>
          </p:nvSpPr>
          <p:spPr>
            <a:xfrm>
              <a:off x="4893282" y="3804774"/>
              <a:ext cx="242114" cy="362163"/>
            </a:xfrm>
            <a:custGeom>
              <a:avLst/>
              <a:gdLst/>
              <a:ahLst/>
              <a:cxnLst/>
              <a:rect l="l" t="t" r="r" b="b"/>
              <a:pathLst>
                <a:path w="9241" h="13823" extrusionOk="0">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61"/>
            <p:cNvSpPr/>
            <p:nvPr/>
          </p:nvSpPr>
          <p:spPr>
            <a:xfrm>
              <a:off x="4917124" y="3834668"/>
              <a:ext cx="83159" cy="71264"/>
            </a:xfrm>
            <a:custGeom>
              <a:avLst/>
              <a:gdLst/>
              <a:ahLst/>
              <a:cxnLst/>
              <a:rect l="l" t="t" r="r" b="b"/>
              <a:pathLst>
                <a:path w="3174" h="2720" extrusionOk="0">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61"/>
            <p:cNvSpPr/>
            <p:nvPr/>
          </p:nvSpPr>
          <p:spPr>
            <a:xfrm>
              <a:off x="4957812" y="3834668"/>
              <a:ext cx="42470" cy="71343"/>
            </a:xfrm>
            <a:custGeom>
              <a:avLst/>
              <a:gdLst/>
              <a:ahLst/>
              <a:cxnLst/>
              <a:rect l="l" t="t" r="r" b="b"/>
              <a:pathLst>
                <a:path w="1621" h="2723" extrusionOk="0">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61"/>
            <p:cNvSpPr/>
            <p:nvPr/>
          </p:nvSpPr>
          <p:spPr>
            <a:xfrm>
              <a:off x="4935961" y="3841454"/>
              <a:ext cx="57535" cy="57535"/>
            </a:xfrm>
            <a:custGeom>
              <a:avLst/>
              <a:gdLst/>
              <a:ahLst/>
              <a:cxnLst/>
              <a:rect l="l" t="t" r="r" b="b"/>
              <a:pathLst>
                <a:path w="2196" h="2196" extrusionOk="0">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61"/>
            <p:cNvSpPr/>
            <p:nvPr/>
          </p:nvSpPr>
          <p:spPr>
            <a:xfrm>
              <a:off x="4979401" y="3841690"/>
              <a:ext cx="14358" cy="16611"/>
            </a:xfrm>
            <a:custGeom>
              <a:avLst/>
              <a:gdLst/>
              <a:ahLst/>
              <a:cxnLst/>
              <a:rect l="l" t="t" r="r" b="b"/>
              <a:pathLst>
                <a:path w="548" h="634" extrusionOk="0">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61"/>
            <p:cNvSpPr/>
            <p:nvPr/>
          </p:nvSpPr>
          <p:spPr>
            <a:xfrm>
              <a:off x="5016317" y="3834668"/>
              <a:ext cx="83421" cy="71264"/>
            </a:xfrm>
            <a:custGeom>
              <a:avLst/>
              <a:gdLst/>
              <a:ahLst/>
              <a:cxnLst/>
              <a:rect l="l" t="t" r="r" b="b"/>
              <a:pathLst>
                <a:path w="3184" h="2720" extrusionOk="0">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61"/>
            <p:cNvSpPr/>
            <p:nvPr/>
          </p:nvSpPr>
          <p:spPr>
            <a:xfrm>
              <a:off x="5057267" y="3834668"/>
              <a:ext cx="42470" cy="71343"/>
            </a:xfrm>
            <a:custGeom>
              <a:avLst/>
              <a:gdLst/>
              <a:ahLst/>
              <a:cxnLst/>
              <a:rect l="l" t="t" r="r" b="b"/>
              <a:pathLst>
                <a:path w="1621" h="2723" extrusionOk="0">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61"/>
            <p:cNvSpPr/>
            <p:nvPr/>
          </p:nvSpPr>
          <p:spPr>
            <a:xfrm>
              <a:off x="5035155" y="3841454"/>
              <a:ext cx="57535" cy="57535"/>
            </a:xfrm>
            <a:custGeom>
              <a:avLst/>
              <a:gdLst/>
              <a:ahLst/>
              <a:cxnLst/>
              <a:rect l="l" t="t" r="r" b="b"/>
              <a:pathLst>
                <a:path w="2196" h="2196" extrusionOk="0">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61"/>
            <p:cNvSpPr/>
            <p:nvPr/>
          </p:nvSpPr>
          <p:spPr>
            <a:xfrm>
              <a:off x="5078620" y="3841690"/>
              <a:ext cx="14593" cy="16611"/>
            </a:xfrm>
            <a:custGeom>
              <a:avLst/>
              <a:gdLst/>
              <a:ahLst/>
              <a:cxnLst/>
              <a:rect l="l" t="t" r="r" b="b"/>
              <a:pathLst>
                <a:path w="557" h="634" extrusionOk="0">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61"/>
            <p:cNvSpPr/>
            <p:nvPr/>
          </p:nvSpPr>
          <p:spPr>
            <a:xfrm>
              <a:off x="4917124" y="3947669"/>
              <a:ext cx="83159" cy="71264"/>
            </a:xfrm>
            <a:custGeom>
              <a:avLst/>
              <a:gdLst/>
              <a:ahLst/>
              <a:cxnLst/>
              <a:rect l="l" t="t" r="r" b="b"/>
              <a:pathLst>
                <a:path w="3174" h="2720" extrusionOk="0">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61"/>
            <p:cNvSpPr/>
            <p:nvPr/>
          </p:nvSpPr>
          <p:spPr>
            <a:xfrm>
              <a:off x="4957812" y="3947433"/>
              <a:ext cx="42470" cy="71578"/>
            </a:xfrm>
            <a:custGeom>
              <a:avLst/>
              <a:gdLst/>
              <a:ahLst/>
              <a:cxnLst/>
              <a:rect l="l" t="t" r="r" b="b"/>
              <a:pathLst>
                <a:path w="1621" h="2732" extrusionOk="0">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61"/>
            <p:cNvSpPr/>
            <p:nvPr/>
          </p:nvSpPr>
          <p:spPr>
            <a:xfrm>
              <a:off x="4935961" y="3954455"/>
              <a:ext cx="57535" cy="57535"/>
            </a:xfrm>
            <a:custGeom>
              <a:avLst/>
              <a:gdLst/>
              <a:ahLst/>
              <a:cxnLst/>
              <a:rect l="l" t="t" r="r" b="b"/>
              <a:pathLst>
                <a:path w="2196" h="2196" extrusionOk="0">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61"/>
            <p:cNvSpPr/>
            <p:nvPr/>
          </p:nvSpPr>
          <p:spPr>
            <a:xfrm>
              <a:off x="4979401" y="3954717"/>
              <a:ext cx="14358" cy="16585"/>
            </a:xfrm>
            <a:custGeom>
              <a:avLst/>
              <a:gdLst/>
              <a:ahLst/>
              <a:cxnLst/>
              <a:rect l="l" t="t" r="r" b="b"/>
              <a:pathLst>
                <a:path w="548" h="633" extrusionOk="0">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61"/>
            <p:cNvSpPr/>
            <p:nvPr/>
          </p:nvSpPr>
          <p:spPr>
            <a:xfrm>
              <a:off x="5016317" y="3947669"/>
              <a:ext cx="83421" cy="71264"/>
            </a:xfrm>
            <a:custGeom>
              <a:avLst/>
              <a:gdLst/>
              <a:ahLst/>
              <a:cxnLst/>
              <a:rect l="l" t="t" r="r" b="b"/>
              <a:pathLst>
                <a:path w="3184" h="2720" extrusionOk="0">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61"/>
            <p:cNvSpPr/>
            <p:nvPr/>
          </p:nvSpPr>
          <p:spPr>
            <a:xfrm>
              <a:off x="5057267" y="3947433"/>
              <a:ext cx="42470" cy="71578"/>
            </a:xfrm>
            <a:custGeom>
              <a:avLst/>
              <a:gdLst/>
              <a:ahLst/>
              <a:cxnLst/>
              <a:rect l="l" t="t" r="r" b="b"/>
              <a:pathLst>
                <a:path w="1621" h="2732" extrusionOk="0">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61"/>
            <p:cNvSpPr/>
            <p:nvPr/>
          </p:nvSpPr>
          <p:spPr>
            <a:xfrm>
              <a:off x="5035155" y="3954455"/>
              <a:ext cx="57535" cy="57535"/>
            </a:xfrm>
            <a:custGeom>
              <a:avLst/>
              <a:gdLst/>
              <a:ahLst/>
              <a:cxnLst/>
              <a:rect l="l" t="t" r="r" b="b"/>
              <a:pathLst>
                <a:path w="2196" h="2196" extrusionOk="0">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61"/>
            <p:cNvSpPr/>
            <p:nvPr/>
          </p:nvSpPr>
          <p:spPr>
            <a:xfrm>
              <a:off x="5078620" y="3954717"/>
              <a:ext cx="14593" cy="16585"/>
            </a:xfrm>
            <a:custGeom>
              <a:avLst/>
              <a:gdLst/>
              <a:ahLst/>
              <a:cxnLst/>
              <a:rect l="l" t="t" r="r" b="b"/>
              <a:pathLst>
                <a:path w="557" h="633" extrusionOk="0">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61"/>
            <p:cNvSpPr/>
            <p:nvPr/>
          </p:nvSpPr>
          <p:spPr>
            <a:xfrm>
              <a:off x="4917124" y="4060434"/>
              <a:ext cx="83159" cy="71264"/>
            </a:xfrm>
            <a:custGeom>
              <a:avLst/>
              <a:gdLst/>
              <a:ahLst/>
              <a:cxnLst/>
              <a:rect l="l" t="t" r="r" b="b"/>
              <a:pathLst>
                <a:path w="3174" h="2720" extrusionOk="0">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61"/>
            <p:cNvSpPr/>
            <p:nvPr/>
          </p:nvSpPr>
          <p:spPr>
            <a:xfrm>
              <a:off x="4957812" y="4060434"/>
              <a:ext cx="42470" cy="71343"/>
            </a:xfrm>
            <a:custGeom>
              <a:avLst/>
              <a:gdLst/>
              <a:ahLst/>
              <a:cxnLst/>
              <a:rect l="l" t="t" r="r" b="b"/>
              <a:pathLst>
                <a:path w="1621" h="2723" extrusionOk="0">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61"/>
            <p:cNvSpPr/>
            <p:nvPr/>
          </p:nvSpPr>
          <p:spPr>
            <a:xfrm>
              <a:off x="4935961" y="4067219"/>
              <a:ext cx="57535" cy="57535"/>
            </a:xfrm>
            <a:custGeom>
              <a:avLst/>
              <a:gdLst/>
              <a:ahLst/>
              <a:cxnLst/>
              <a:rect l="l" t="t" r="r" b="b"/>
              <a:pathLst>
                <a:path w="2196" h="2196" extrusionOk="0">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61"/>
            <p:cNvSpPr/>
            <p:nvPr/>
          </p:nvSpPr>
          <p:spPr>
            <a:xfrm>
              <a:off x="4979401" y="4067455"/>
              <a:ext cx="14358" cy="16611"/>
            </a:xfrm>
            <a:custGeom>
              <a:avLst/>
              <a:gdLst/>
              <a:ahLst/>
              <a:cxnLst/>
              <a:rect l="l" t="t" r="r" b="b"/>
              <a:pathLst>
                <a:path w="548" h="634" extrusionOk="0">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61"/>
            <p:cNvSpPr/>
            <p:nvPr/>
          </p:nvSpPr>
          <p:spPr>
            <a:xfrm>
              <a:off x="5016317" y="4060434"/>
              <a:ext cx="83421" cy="71264"/>
            </a:xfrm>
            <a:custGeom>
              <a:avLst/>
              <a:gdLst/>
              <a:ahLst/>
              <a:cxnLst/>
              <a:rect l="l" t="t" r="r" b="b"/>
              <a:pathLst>
                <a:path w="3184" h="2720" extrusionOk="0">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61"/>
            <p:cNvSpPr/>
            <p:nvPr/>
          </p:nvSpPr>
          <p:spPr>
            <a:xfrm>
              <a:off x="5057267" y="4060434"/>
              <a:ext cx="42470" cy="71343"/>
            </a:xfrm>
            <a:custGeom>
              <a:avLst/>
              <a:gdLst/>
              <a:ahLst/>
              <a:cxnLst/>
              <a:rect l="l" t="t" r="r" b="b"/>
              <a:pathLst>
                <a:path w="1621" h="2723" extrusionOk="0">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61"/>
            <p:cNvSpPr/>
            <p:nvPr/>
          </p:nvSpPr>
          <p:spPr>
            <a:xfrm>
              <a:off x="5035155" y="4067219"/>
              <a:ext cx="57535" cy="57535"/>
            </a:xfrm>
            <a:custGeom>
              <a:avLst/>
              <a:gdLst/>
              <a:ahLst/>
              <a:cxnLst/>
              <a:rect l="l" t="t" r="r" b="b"/>
              <a:pathLst>
                <a:path w="2196" h="2196" extrusionOk="0">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61"/>
            <p:cNvSpPr/>
            <p:nvPr/>
          </p:nvSpPr>
          <p:spPr>
            <a:xfrm>
              <a:off x="5078620" y="4067455"/>
              <a:ext cx="14593" cy="16611"/>
            </a:xfrm>
            <a:custGeom>
              <a:avLst/>
              <a:gdLst/>
              <a:ahLst/>
              <a:cxnLst/>
              <a:rect l="l" t="t" r="r" b="b"/>
              <a:pathLst>
                <a:path w="557" h="634" extrusionOk="0">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9" name="Google Shape;7199;p61"/>
          <p:cNvGrpSpPr/>
          <p:nvPr/>
        </p:nvGrpSpPr>
        <p:grpSpPr>
          <a:xfrm>
            <a:off x="6244087" y="3624199"/>
            <a:ext cx="231058" cy="362425"/>
            <a:chOff x="6248162" y="3804774"/>
            <a:chExt cx="231058" cy="362425"/>
          </a:xfrm>
        </p:grpSpPr>
        <p:sp>
          <p:nvSpPr>
            <p:cNvPr id="7200" name="Google Shape;7200;p61"/>
            <p:cNvSpPr/>
            <p:nvPr/>
          </p:nvSpPr>
          <p:spPr>
            <a:xfrm>
              <a:off x="6248162" y="3845646"/>
              <a:ext cx="231058" cy="321553"/>
            </a:xfrm>
            <a:custGeom>
              <a:avLst/>
              <a:gdLst/>
              <a:ahLst/>
              <a:cxnLst/>
              <a:rect l="l" t="t" r="r" b="b"/>
              <a:pathLst>
                <a:path w="8819" h="12273" extrusionOk="0">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61"/>
            <p:cNvSpPr/>
            <p:nvPr/>
          </p:nvSpPr>
          <p:spPr>
            <a:xfrm>
              <a:off x="6316963" y="3845463"/>
              <a:ext cx="162257" cy="256157"/>
            </a:xfrm>
            <a:custGeom>
              <a:avLst/>
              <a:gdLst/>
              <a:ahLst/>
              <a:cxnLst/>
              <a:rect l="l" t="t" r="r" b="b"/>
              <a:pathLst>
                <a:path w="6193" h="9777" extrusionOk="0">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61"/>
            <p:cNvSpPr/>
            <p:nvPr/>
          </p:nvSpPr>
          <p:spPr>
            <a:xfrm>
              <a:off x="6256939" y="3804774"/>
              <a:ext cx="61046" cy="102232"/>
            </a:xfrm>
            <a:custGeom>
              <a:avLst/>
              <a:gdLst/>
              <a:ahLst/>
              <a:cxnLst/>
              <a:rect l="l" t="t" r="r" b="b"/>
              <a:pathLst>
                <a:path w="2330" h="3902" extrusionOk="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61"/>
            <p:cNvSpPr/>
            <p:nvPr/>
          </p:nvSpPr>
          <p:spPr>
            <a:xfrm>
              <a:off x="6288589" y="3870562"/>
              <a:ext cx="29396" cy="36706"/>
            </a:xfrm>
            <a:custGeom>
              <a:avLst/>
              <a:gdLst/>
              <a:ahLst/>
              <a:cxnLst/>
              <a:rect l="l" t="t" r="r" b="b"/>
              <a:pathLst>
                <a:path w="1122" h="1401" extrusionOk="0">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4" name="Google Shape;7204;p61"/>
          <p:cNvGrpSpPr/>
          <p:nvPr/>
        </p:nvGrpSpPr>
        <p:grpSpPr>
          <a:xfrm>
            <a:off x="5342493" y="3624199"/>
            <a:ext cx="233337" cy="362163"/>
            <a:chOff x="5346568" y="3804774"/>
            <a:chExt cx="233337" cy="362163"/>
          </a:xfrm>
        </p:grpSpPr>
        <p:sp>
          <p:nvSpPr>
            <p:cNvPr id="7205" name="Google Shape;7205;p61"/>
            <p:cNvSpPr/>
            <p:nvPr/>
          </p:nvSpPr>
          <p:spPr>
            <a:xfrm>
              <a:off x="5346568" y="3804774"/>
              <a:ext cx="233337" cy="264463"/>
            </a:xfrm>
            <a:custGeom>
              <a:avLst/>
              <a:gdLst/>
              <a:ahLst/>
              <a:cxnLst/>
              <a:rect l="l" t="t" r="r" b="b"/>
              <a:pathLst>
                <a:path w="8906" h="10094" extrusionOk="0">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61"/>
            <p:cNvSpPr/>
            <p:nvPr/>
          </p:nvSpPr>
          <p:spPr>
            <a:xfrm>
              <a:off x="5494231" y="3804774"/>
              <a:ext cx="85674" cy="264463"/>
            </a:xfrm>
            <a:custGeom>
              <a:avLst/>
              <a:gdLst/>
              <a:ahLst/>
              <a:cxnLst/>
              <a:rect l="l" t="t" r="r" b="b"/>
              <a:pathLst>
                <a:path w="3270" h="10094" extrusionOk="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61"/>
            <p:cNvSpPr/>
            <p:nvPr/>
          </p:nvSpPr>
          <p:spPr>
            <a:xfrm>
              <a:off x="5398811" y="3829900"/>
              <a:ext cx="129114" cy="110014"/>
            </a:xfrm>
            <a:custGeom>
              <a:avLst/>
              <a:gdLst/>
              <a:ahLst/>
              <a:cxnLst/>
              <a:rect l="l" t="t" r="r" b="b"/>
              <a:pathLst>
                <a:path w="4928" h="4199" extrusionOk="0">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61"/>
            <p:cNvSpPr/>
            <p:nvPr/>
          </p:nvSpPr>
          <p:spPr>
            <a:xfrm>
              <a:off x="5398811" y="3840930"/>
              <a:ext cx="129114" cy="98984"/>
            </a:xfrm>
            <a:custGeom>
              <a:avLst/>
              <a:gdLst/>
              <a:ahLst/>
              <a:cxnLst/>
              <a:rect l="l" t="t" r="r" b="b"/>
              <a:pathLst>
                <a:path w="4928" h="3778" extrusionOk="0">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61"/>
            <p:cNvSpPr/>
            <p:nvPr/>
          </p:nvSpPr>
          <p:spPr>
            <a:xfrm>
              <a:off x="5438477" y="4034076"/>
              <a:ext cx="50016" cy="132860"/>
            </a:xfrm>
            <a:custGeom>
              <a:avLst/>
              <a:gdLst/>
              <a:ahLst/>
              <a:cxnLst/>
              <a:rect l="l" t="t" r="r" b="b"/>
              <a:pathLst>
                <a:path w="1909" h="5071" extrusionOk="0">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61"/>
            <p:cNvSpPr/>
            <p:nvPr/>
          </p:nvSpPr>
          <p:spPr>
            <a:xfrm>
              <a:off x="5471647" y="4034076"/>
              <a:ext cx="16847" cy="132860"/>
            </a:xfrm>
            <a:custGeom>
              <a:avLst/>
              <a:gdLst/>
              <a:ahLst/>
              <a:cxnLst/>
              <a:rect l="l" t="t" r="r" b="b"/>
              <a:pathLst>
                <a:path w="643" h="5071" extrusionOk="0">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61"/>
            <p:cNvSpPr/>
            <p:nvPr/>
          </p:nvSpPr>
          <p:spPr>
            <a:xfrm>
              <a:off x="5369938" y="3977799"/>
              <a:ext cx="35920" cy="27667"/>
            </a:xfrm>
            <a:custGeom>
              <a:avLst/>
              <a:gdLst/>
              <a:ahLst/>
              <a:cxnLst/>
              <a:rect l="l" t="t" r="r" b="b"/>
              <a:pathLst>
                <a:path w="1371" h="1056" extrusionOk="0">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61"/>
            <p:cNvSpPr/>
            <p:nvPr/>
          </p:nvSpPr>
          <p:spPr>
            <a:xfrm>
              <a:off x="5370174" y="3985344"/>
              <a:ext cx="36208" cy="20122"/>
            </a:xfrm>
            <a:custGeom>
              <a:avLst/>
              <a:gdLst/>
              <a:ahLst/>
              <a:cxnLst/>
              <a:rect l="l" t="t" r="r" b="b"/>
              <a:pathLst>
                <a:path w="1382" h="768" extrusionOk="0">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61"/>
            <p:cNvSpPr/>
            <p:nvPr/>
          </p:nvSpPr>
          <p:spPr>
            <a:xfrm>
              <a:off x="5438477" y="3977799"/>
              <a:ext cx="49754" cy="27667"/>
            </a:xfrm>
            <a:custGeom>
              <a:avLst/>
              <a:gdLst/>
              <a:ahLst/>
              <a:cxnLst/>
              <a:rect l="l" t="t" r="r" b="b"/>
              <a:pathLst>
                <a:path w="1899" h="1056" extrusionOk="0">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61"/>
            <p:cNvSpPr/>
            <p:nvPr/>
          </p:nvSpPr>
          <p:spPr>
            <a:xfrm>
              <a:off x="5438739" y="3985344"/>
              <a:ext cx="50016" cy="20122"/>
            </a:xfrm>
            <a:custGeom>
              <a:avLst/>
              <a:gdLst/>
              <a:ahLst/>
              <a:cxnLst/>
              <a:rect l="l" t="t" r="r" b="b"/>
              <a:pathLst>
                <a:path w="1909" h="768" extrusionOk="0">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61"/>
            <p:cNvSpPr/>
            <p:nvPr/>
          </p:nvSpPr>
          <p:spPr>
            <a:xfrm>
              <a:off x="5520850" y="3977799"/>
              <a:ext cx="35946" cy="27667"/>
            </a:xfrm>
            <a:custGeom>
              <a:avLst/>
              <a:gdLst/>
              <a:ahLst/>
              <a:cxnLst/>
              <a:rect l="l" t="t" r="r" b="b"/>
              <a:pathLst>
                <a:path w="1372" h="1056" extrusionOk="0">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61"/>
            <p:cNvSpPr/>
            <p:nvPr/>
          </p:nvSpPr>
          <p:spPr>
            <a:xfrm>
              <a:off x="5520850" y="3985842"/>
              <a:ext cx="36208" cy="19624"/>
            </a:xfrm>
            <a:custGeom>
              <a:avLst/>
              <a:gdLst/>
              <a:ahLst/>
              <a:cxnLst/>
              <a:rect l="l" t="t" r="r" b="b"/>
              <a:pathLst>
                <a:path w="1382" h="749" extrusionOk="0">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61"/>
            <p:cNvSpPr/>
            <p:nvPr/>
          </p:nvSpPr>
          <p:spPr>
            <a:xfrm>
              <a:off x="5438477" y="4113410"/>
              <a:ext cx="49754" cy="53527"/>
            </a:xfrm>
            <a:custGeom>
              <a:avLst/>
              <a:gdLst/>
              <a:ahLst/>
              <a:cxnLst/>
              <a:rect l="l" t="t" r="r" b="b"/>
              <a:pathLst>
                <a:path w="1899" h="2043" extrusionOk="0">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61"/>
            <p:cNvSpPr/>
            <p:nvPr/>
          </p:nvSpPr>
          <p:spPr>
            <a:xfrm>
              <a:off x="5471647" y="4113174"/>
              <a:ext cx="16847" cy="53762"/>
            </a:xfrm>
            <a:custGeom>
              <a:avLst/>
              <a:gdLst/>
              <a:ahLst/>
              <a:cxnLst/>
              <a:rect l="l" t="t" r="r" b="b"/>
              <a:pathLst>
                <a:path w="643" h="2052" extrusionOk="0">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61"/>
            <p:cNvSpPr/>
            <p:nvPr/>
          </p:nvSpPr>
          <p:spPr>
            <a:xfrm>
              <a:off x="5452311" y="4132772"/>
              <a:ext cx="19362" cy="16427"/>
            </a:xfrm>
            <a:custGeom>
              <a:avLst/>
              <a:gdLst/>
              <a:ahLst/>
              <a:cxnLst/>
              <a:rect l="l" t="t" r="r" b="b"/>
              <a:pathLst>
                <a:path w="739" h="627" extrusionOk="0">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61"/>
            <p:cNvSpPr/>
            <p:nvPr/>
          </p:nvSpPr>
          <p:spPr>
            <a:xfrm>
              <a:off x="5419902" y="3867811"/>
              <a:ext cx="30916" cy="51011"/>
            </a:xfrm>
            <a:custGeom>
              <a:avLst/>
              <a:gdLst/>
              <a:ahLst/>
              <a:cxnLst/>
              <a:rect l="l" t="t" r="r" b="b"/>
              <a:pathLst>
                <a:path w="1180" h="1947" extrusionOk="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61"/>
            <p:cNvSpPr/>
            <p:nvPr/>
          </p:nvSpPr>
          <p:spPr>
            <a:xfrm>
              <a:off x="5475917" y="3867811"/>
              <a:ext cx="32671" cy="51011"/>
            </a:xfrm>
            <a:custGeom>
              <a:avLst/>
              <a:gdLst/>
              <a:ahLst/>
              <a:cxnLst/>
              <a:rect l="l" t="t" r="r" b="b"/>
              <a:pathLst>
                <a:path w="1247" h="1947" extrusionOk="0">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61"/>
            <p:cNvSpPr/>
            <p:nvPr/>
          </p:nvSpPr>
          <p:spPr>
            <a:xfrm>
              <a:off x="5456817" y="3905696"/>
              <a:ext cx="16349" cy="18890"/>
            </a:xfrm>
            <a:custGeom>
              <a:avLst/>
              <a:gdLst/>
              <a:ahLst/>
              <a:cxnLst/>
              <a:rect l="l" t="t" r="r" b="b"/>
              <a:pathLst>
                <a:path w="624" h="721" extrusionOk="0">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61"/>
            <p:cNvSpPr/>
            <p:nvPr/>
          </p:nvSpPr>
          <p:spPr>
            <a:xfrm>
              <a:off x="5419142" y="4028548"/>
              <a:ext cx="88425" cy="11056"/>
            </a:xfrm>
            <a:custGeom>
              <a:avLst/>
              <a:gdLst/>
              <a:ahLst/>
              <a:cxnLst/>
              <a:rect l="l" t="t" r="r" b="b"/>
              <a:pathLst>
                <a:path w="3375" h="422" extrusionOk="0">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4" name="Google Shape;7224;p61"/>
          <p:cNvGrpSpPr/>
          <p:nvPr/>
        </p:nvGrpSpPr>
        <p:grpSpPr>
          <a:xfrm>
            <a:off x="6700910" y="3624566"/>
            <a:ext cx="209967" cy="361639"/>
            <a:chOff x="6704985" y="3805141"/>
            <a:chExt cx="209967" cy="361639"/>
          </a:xfrm>
        </p:grpSpPr>
        <p:sp>
          <p:nvSpPr>
            <p:cNvPr id="7225" name="Google Shape;7225;p61"/>
            <p:cNvSpPr/>
            <p:nvPr/>
          </p:nvSpPr>
          <p:spPr>
            <a:xfrm>
              <a:off x="6704985" y="3965013"/>
              <a:ext cx="209967" cy="201426"/>
            </a:xfrm>
            <a:custGeom>
              <a:avLst/>
              <a:gdLst/>
              <a:ahLst/>
              <a:cxnLst/>
              <a:rect l="l" t="t" r="r" b="b"/>
              <a:pathLst>
                <a:path w="8014" h="7688" extrusionOk="0">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61"/>
            <p:cNvSpPr/>
            <p:nvPr/>
          </p:nvSpPr>
          <p:spPr>
            <a:xfrm>
              <a:off x="6796895" y="3965013"/>
              <a:ext cx="118057" cy="201766"/>
            </a:xfrm>
            <a:custGeom>
              <a:avLst/>
              <a:gdLst/>
              <a:ahLst/>
              <a:cxnLst/>
              <a:rect l="l" t="t" r="r" b="b"/>
              <a:pathLst>
                <a:path w="4506" h="7701" extrusionOk="0">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61"/>
            <p:cNvSpPr/>
            <p:nvPr/>
          </p:nvSpPr>
          <p:spPr>
            <a:xfrm>
              <a:off x="6789847" y="3965013"/>
              <a:ext cx="7074" cy="7808"/>
            </a:xfrm>
            <a:custGeom>
              <a:avLst/>
              <a:gdLst/>
              <a:ahLst/>
              <a:cxnLst/>
              <a:rect l="l" t="t" r="r" b="b"/>
              <a:pathLst>
                <a:path w="270" h="298" extrusionOk="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61"/>
            <p:cNvSpPr/>
            <p:nvPr/>
          </p:nvSpPr>
          <p:spPr>
            <a:xfrm>
              <a:off x="6744495" y="3965013"/>
              <a:ext cx="132939" cy="201426"/>
            </a:xfrm>
            <a:custGeom>
              <a:avLst/>
              <a:gdLst/>
              <a:ahLst/>
              <a:cxnLst/>
              <a:rect l="l" t="t" r="r" b="b"/>
              <a:pathLst>
                <a:path w="5074" h="7688" extrusionOk="0">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61"/>
            <p:cNvSpPr/>
            <p:nvPr/>
          </p:nvSpPr>
          <p:spPr>
            <a:xfrm>
              <a:off x="6772791" y="3965013"/>
              <a:ext cx="73858" cy="135873"/>
            </a:xfrm>
            <a:custGeom>
              <a:avLst/>
              <a:gdLst/>
              <a:ahLst/>
              <a:cxnLst/>
              <a:rect l="l" t="t" r="r" b="b"/>
              <a:pathLst>
                <a:path w="2819" h="5186" extrusionOk="0">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61"/>
            <p:cNvSpPr/>
            <p:nvPr/>
          </p:nvSpPr>
          <p:spPr>
            <a:xfrm>
              <a:off x="6772791" y="3978323"/>
              <a:ext cx="74094" cy="49492"/>
            </a:xfrm>
            <a:custGeom>
              <a:avLst/>
              <a:gdLst/>
              <a:ahLst/>
              <a:cxnLst/>
              <a:rect l="l" t="t" r="r" b="b"/>
              <a:pathLst>
                <a:path w="2828" h="1889" extrusionOk="0">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61"/>
            <p:cNvSpPr/>
            <p:nvPr/>
          </p:nvSpPr>
          <p:spPr>
            <a:xfrm>
              <a:off x="6727570" y="3805141"/>
              <a:ext cx="162021" cy="136528"/>
            </a:xfrm>
            <a:custGeom>
              <a:avLst/>
              <a:gdLst/>
              <a:ahLst/>
              <a:cxnLst/>
              <a:rect l="l" t="t" r="r" b="b"/>
              <a:pathLst>
                <a:path w="6184" h="5211" extrusionOk="0">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61"/>
            <p:cNvSpPr/>
            <p:nvPr/>
          </p:nvSpPr>
          <p:spPr>
            <a:xfrm>
              <a:off x="6728330" y="3805219"/>
              <a:ext cx="161261" cy="131681"/>
            </a:xfrm>
            <a:custGeom>
              <a:avLst/>
              <a:gdLst/>
              <a:ahLst/>
              <a:cxnLst/>
              <a:rect l="l" t="t" r="r" b="b"/>
              <a:pathLst>
                <a:path w="6155" h="5026" extrusionOk="0">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61"/>
            <p:cNvSpPr/>
            <p:nvPr/>
          </p:nvSpPr>
          <p:spPr>
            <a:xfrm>
              <a:off x="6789847" y="3965013"/>
              <a:ext cx="40217" cy="35999"/>
            </a:xfrm>
            <a:custGeom>
              <a:avLst/>
              <a:gdLst/>
              <a:ahLst/>
              <a:cxnLst/>
              <a:rect l="l" t="t" r="r" b="b"/>
              <a:pathLst>
                <a:path w="1535" h="1374" extrusionOk="0">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61"/>
            <p:cNvSpPr/>
            <p:nvPr/>
          </p:nvSpPr>
          <p:spPr>
            <a:xfrm>
              <a:off x="6789847" y="3969782"/>
              <a:ext cx="40217" cy="19598"/>
            </a:xfrm>
            <a:custGeom>
              <a:avLst/>
              <a:gdLst/>
              <a:ahLst/>
              <a:cxnLst/>
              <a:rect l="l" t="t" r="r" b="b"/>
              <a:pathLst>
                <a:path w="1535" h="748" extrusionOk="0">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61"/>
            <p:cNvSpPr/>
            <p:nvPr/>
          </p:nvSpPr>
          <p:spPr>
            <a:xfrm>
              <a:off x="6760477" y="3866318"/>
              <a:ext cx="99219" cy="113525"/>
            </a:xfrm>
            <a:custGeom>
              <a:avLst/>
              <a:gdLst/>
              <a:ahLst/>
              <a:cxnLst/>
              <a:rect l="l" t="t" r="r" b="b"/>
              <a:pathLst>
                <a:path w="3787" h="4333" extrusionOk="0">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61"/>
            <p:cNvSpPr/>
            <p:nvPr/>
          </p:nvSpPr>
          <p:spPr>
            <a:xfrm>
              <a:off x="6777297" y="3866318"/>
              <a:ext cx="82163" cy="109752"/>
            </a:xfrm>
            <a:custGeom>
              <a:avLst/>
              <a:gdLst/>
              <a:ahLst/>
              <a:cxnLst/>
              <a:rect l="l" t="t" r="r" b="b"/>
              <a:pathLst>
                <a:path w="3136" h="4189" extrusionOk="0">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7" name="Google Shape;7237;p61"/>
          <p:cNvGrpSpPr/>
          <p:nvPr/>
        </p:nvGrpSpPr>
        <p:grpSpPr>
          <a:xfrm>
            <a:off x="7509809" y="2267694"/>
            <a:ext cx="363184" cy="338792"/>
            <a:chOff x="7513884" y="2448269"/>
            <a:chExt cx="363184" cy="338792"/>
          </a:xfrm>
        </p:grpSpPr>
        <p:sp>
          <p:nvSpPr>
            <p:cNvPr id="7238" name="Google Shape;7238;p61"/>
            <p:cNvSpPr/>
            <p:nvPr/>
          </p:nvSpPr>
          <p:spPr>
            <a:xfrm>
              <a:off x="7666316" y="2448269"/>
              <a:ext cx="210753" cy="206954"/>
            </a:xfrm>
            <a:custGeom>
              <a:avLst/>
              <a:gdLst/>
              <a:ahLst/>
              <a:cxnLst/>
              <a:rect l="l" t="t" r="r" b="b"/>
              <a:pathLst>
                <a:path w="8044" h="7899" extrusionOk="0">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61"/>
            <p:cNvSpPr/>
            <p:nvPr/>
          </p:nvSpPr>
          <p:spPr>
            <a:xfrm>
              <a:off x="7691442" y="2471482"/>
              <a:ext cx="185627" cy="183741"/>
            </a:xfrm>
            <a:custGeom>
              <a:avLst/>
              <a:gdLst/>
              <a:ahLst/>
              <a:cxnLst/>
              <a:rect l="l" t="t" r="r" b="b"/>
              <a:pathLst>
                <a:path w="7085" h="7013" extrusionOk="0">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61"/>
            <p:cNvSpPr/>
            <p:nvPr/>
          </p:nvSpPr>
          <p:spPr>
            <a:xfrm>
              <a:off x="7755972" y="2483298"/>
              <a:ext cx="84416" cy="84154"/>
            </a:xfrm>
            <a:custGeom>
              <a:avLst/>
              <a:gdLst/>
              <a:ahLst/>
              <a:cxnLst/>
              <a:rect l="l" t="t" r="r" b="b"/>
              <a:pathLst>
                <a:path w="3222" h="3212" extrusionOk="0">
                  <a:moveTo>
                    <a:pt x="624" y="0"/>
                  </a:moveTo>
                  <a:lnTo>
                    <a:pt x="1" y="614"/>
                  </a:lnTo>
                  <a:lnTo>
                    <a:pt x="2599" y="3212"/>
                  </a:lnTo>
                  <a:lnTo>
                    <a:pt x="3222" y="2589"/>
                  </a:lnTo>
                  <a:lnTo>
                    <a:pt x="624"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61"/>
            <p:cNvSpPr/>
            <p:nvPr/>
          </p:nvSpPr>
          <p:spPr>
            <a:xfrm>
              <a:off x="7800931" y="2528258"/>
              <a:ext cx="39457" cy="39195"/>
            </a:xfrm>
            <a:custGeom>
              <a:avLst/>
              <a:gdLst/>
              <a:ahLst/>
              <a:cxnLst/>
              <a:rect l="l" t="t" r="r" b="b"/>
              <a:pathLst>
                <a:path w="1506" h="1496" extrusionOk="0">
                  <a:moveTo>
                    <a:pt x="614" y="0"/>
                  </a:moveTo>
                  <a:lnTo>
                    <a:pt x="1" y="614"/>
                  </a:lnTo>
                  <a:lnTo>
                    <a:pt x="883" y="1496"/>
                  </a:lnTo>
                  <a:lnTo>
                    <a:pt x="1506" y="882"/>
                  </a:lnTo>
                  <a:lnTo>
                    <a:pt x="614"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61"/>
            <p:cNvSpPr/>
            <p:nvPr/>
          </p:nvSpPr>
          <p:spPr>
            <a:xfrm>
              <a:off x="7513884" y="2611888"/>
              <a:ext cx="195662" cy="175068"/>
            </a:xfrm>
            <a:custGeom>
              <a:avLst/>
              <a:gdLst/>
              <a:ahLst/>
              <a:cxnLst/>
              <a:rect l="l" t="t" r="r" b="b"/>
              <a:pathLst>
                <a:path w="7468" h="6682" extrusionOk="0">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61"/>
            <p:cNvSpPr/>
            <p:nvPr/>
          </p:nvSpPr>
          <p:spPr>
            <a:xfrm>
              <a:off x="7513884" y="2626691"/>
              <a:ext cx="195426" cy="160370"/>
            </a:xfrm>
            <a:custGeom>
              <a:avLst/>
              <a:gdLst/>
              <a:ahLst/>
              <a:cxnLst/>
              <a:rect l="l" t="t" r="r" b="b"/>
              <a:pathLst>
                <a:path w="7459" h="6121" extrusionOk="0">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4" name="Google Shape;7244;p61"/>
          <p:cNvGrpSpPr/>
          <p:nvPr/>
        </p:nvGrpSpPr>
        <p:grpSpPr>
          <a:xfrm>
            <a:off x="5773692" y="3624251"/>
            <a:ext cx="258699" cy="362136"/>
            <a:chOff x="5777767" y="3804826"/>
            <a:chExt cx="258699" cy="362136"/>
          </a:xfrm>
        </p:grpSpPr>
        <p:sp>
          <p:nvSpPr>
            <p:cNvPr id="7245" name="Google Shape;7245;p61"/>
            <p:cNvSpPr/>
            <p:nvPr/>
          </p:nvSpPr>
          <p:spPr>
            <a:xfrm>
              <a:off x="5777767" y="3804826"/>
              <a:ext cx="258699" cy="362136"/>
            </a:xfrm>
            <a:custGeom>
              <a:avLst/>
              <a:gdLst/>
              <a:ahLst/>
              <a:cxnLst/>
              <a:rect l="l" t="t" r="r" b="b"/>
              <a:pathLst>
                <a:path w="9874" h="13822" extrusionOk="0">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61"/>
            <p:cNvSpPr/>
            <p:nvPr/>
          </p:nvSpPr>
          <p:spPr>
            <a:xfrm>
              <a:off x="5820211" y="3822852"/>
              <a:ext cx="216255" cy="344085"/>
            </a:xfrm>
            <a:custGeom>
              <a:avLst/>
              <a:gdLst/>
              <a:ahLst/>
              <a:cxnLst/>
              <a:rect l="l" t="t" r="r" b="b"/>
              <a:pathLst>
                <a:path w="8254" h="13133" extrusionOk="0">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61"/>
            <p:cNvSpPr/>
            <p:nvPr/>
          </p:nvSpPr>
          <p:spPr>
            <a:xfrm>
              <a:off x="5841067" y="3853427"/>
              <a:ext cx="154973" cy="205775"/>
            </a:xfrm>
            <a:custGeom>
              <a:avLst/>
              <a:gdLst/>
              <a:ahLst/>
              <a:cxnLst/>
              <a:rect l="l" t="t" r="r" b="b"/>
              <a:pathLst>
                <a:path w="5915" h="7854" extrusionOk="0">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8" name="Google Shape;7248;p61"/>
          <p:cNvGrpSpPr/>
          <p:nvPr/>
        </p:nvGrpSpPr>
        <p:grpSpPr>
          <a:xfrm>
            <a:off x="7949026" y="2256009"/>
            <a:ext cx="361691" cy="362163"/>
            <a:chOff x="7953101" y="2436584"/>
            <a:chExt cx="361691" cy="362163"/>
          </a:xfrm>
        </p:grpSpPr>
        <p:sp>
          <p:nvSpPr>
            <p:cNvPr id="7249" name="Google Shape;7249;p61"/>
            <p:cNvSpPr/>
            <p:nvPr/>
          </p:nvSpPr>
          <p:spPr>
            <a:xfrm>
              <a:off x="7960673" y="2452906"/>
              <a:ext cx="304392" cy="345840"/>
            </a:xfrm>
            <a:custGeom>
              <a:avLst/>
              <a:gdLst/>
              <a:ahLst/>
              <a:cxnLst/>
              <a:rect l="l" t="t" r="r" b="b"/>
              <a:pathLst>
                <a:path w="11618" h="13200" extrusionOk="0">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61"/>
            <p:cNvSpPr/>
            <p:nvPr/>
          </p:nvSpPr>
          <p:spPr>
            <a:xfrm>
              <a:off x="8012156" y="2436846"/>
              <a:ext cx="40453" cy="46977"/>
            </a:xfrm>
            <a:custGeom>
              <a:avLst/>
              <a:gdLst/>
              <a:ahLst/>
              <a:cxnLst/>
              <a:rect l="l" t="t" r="r" b="b"/>
              <a:pathLst>
                <a:path w="1544" h="1793" extrusionOk="0">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61"/>
            <p:cNvSpPr/>
            <p:nvPr/>
          </p:nvSpPr>
          <p:spPr>
            <a:xfrm>
              <a:off x="8012156" y="2436584"/>
              <a:ext cx="23108" cy="47239"/>
            </a:xfrm>
            <a:custGeom>
              <a:avLst/>
              <a:gdLst/>
              <a:ahLst/>
              <a:cxnLst/>
              <a:rect l="l" t="t" r="r" b="b"/>
              <a:pathLst>
                <a:path w="882" h="1803" extrusionOk="0">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61"/>
            <p:cNvSpPr/>
            <p:nvPr/>
          </p:nvSpPr>
          <p:spPr>
            <a:xfrm>
              <a:off x="8098773" y="2436846"/>
              <a:ext cx="40479" cy="46977"/>
            </a:xfrm>
            <a:custGeom>
              <a:avLst/>
              <a:gdLst/>
              <a:ahLst/>
              <a:cxnLst/>
              <a:rect l="l" t="t" r="r" b="b"/>
              <a:pathLst>
                <a:path w="1545" h="1793" extrusionOk="0">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61"/>
            <p:cNvSpPr/>
            <p:nvPr/>
          </p:nvSpPr>
          <p:spPr>
            <a:xfrm>
              <a:off x="8116117" y="2436584"/>
              <a:ext cx="23135" cy="47239"/>
            </a:xfrm>
            <a:custGeom>
              <a:avLst/>
              <a:gdLst/>
              <a:ahLst/>
              <a:cxnLst/>
              <a:rect l="l" t="t" r="r" b="b"/>
              <a:pathLst>
                <a:path w="883" h="1803" extrusionOk="0">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61"/>
            <p:cNvSpPr/>
            <p:nvPr/>
          </p:nvSpPr>
          <p:spPr>
            <a:xfrm>
              <a:off x="8204254" y="2591085"/>
              <a:ext cx="108023" cy="102940"/>
            </a:xfrm>
            <a:custGeom>
              <a:avLst/>
              <a:gdLst/>
              <a:ahLst/>
              <a:cxnLst/>
              <a:rect l="l" t="t" r="r" b="b"/>
              <a:pathLst>
                <a:path w="4123" h="3929" extrusionOk="0">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61"/>
            <p:cNvSpPr/>
            <p:nvPr/>
          </p:nvSpPr>
          <p:spPr>
            <a:xfrm>
              <a:off x="8244183" y="2591085"/>
              <a:ext cx="70609" cy="102992"/>
            </a:xfrm>
            <a:custGeom>
              <a:avLst/>
              <a:gdLst/>
              <a:ahLst/>
              <a:cxnLst/>
              <a:rect l="l" t="t" r="r" b="b"/>
              <a:pathLst>
                <a:path w="2695" h="3931" extrusionOk="0">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61"/>
            <p:cNvSpPr/>
            <p:nvPr/>
          </p:nvSpPr>
          <p:spPr>
            <a:xfrm>
              <a:off x="8234646" y="2624936"/>
              <a:ext cx="40977" cy="35291"/>
            </a:xfrm>
            <a:custGeom>
              <a:avLst/>
              <a:gdLst/>
              <a:ahLst/>
              <a:cxnLst/>
              <a:rect l="l" t="t" r="r" b="b"/>
              <a:pathLst>
                <a:path w="1564" h="1347" extrusionOk="0">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61"/>
            <p:cNvSpPr/>
            <p:nvPr/>
          </p:nvSpPr>
          <p:spPr>
            <a:xfrm>
              <a:off x="7953101" y="2520214"/>
              <a:ext cx="244446" cy="184867"/>
            </a:xfrm>
            <a:custGeom>
              <a:avLst/>
              <a:gdLst/>
              <a:ahLst/>
              <a:cxnLst/>
              <a:rect l="l" t="t" r="r" b="b"/>
              <a:pathLst>
                <a:path w="9330" h="7056" extrusionOk="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8" name="Google Shape;7258;p61"/>
          <p:cNvGrpSpPr/>
          <p:nvPr/>
        </p:nvGrpSpPr>
        <p:grpSpPr>
          <a:xfrm>
            <a:off x="4855278" y="3174555"/>
            <a:ext cx="373481" cy="362267"/>
            <a:chOff x="4859353" y="3355130"/>
            <a:chExt cx="373481" cy="362267"/>
          </a:xfrm>
        </p:grpSpPr>
        <p:sp>
          <p:nvSpPr>
            <p:cNvPr id="7259" name="Google Shape;7259;p61"/>
            <p:cNvSpPr/>
            <p:nvPr/>
          </p:nvSpPr>
          <p:spPr>
            <a:xfrm>
              <a:off x="4859353" y="3355130"/>
              <a:ext cx="373219" cy="362005"/>
            </a:xfrm>
            <a:custGeom>
              <a:avLst/>
              <a:gdLst/>
              <a:ahLst/>
              <a:cxnLst/>
              <a:rect l="l" t="t" r="r" b="b"/>
              <a:pathLst>
                <a:path w="14245" h="13817" extrusionOk="0">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61"/>
            <p:cNvSpPr/>
            <p:nvPr/>
          </p:nvSpPr>
          <p:spPr>
            <a:xfrm>
              <a:off x="4868418" y="3388142"/>
              <a:ext cx="364154" cy="329255"/>
            </a:xfrm>
            <a:custGeom>
              <a:avLst/>
              <a:gdLst/>
              <a:ahLst/>
              <a:cxnLst/>
              <a:rect l="l" t="t" r="r" b="b"/>
              <a:pathLst>
                <a:path w="13899" h="12567" extrusionOk="0">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61"/>
            <p:cNvSpPr/>
            <p:nvPr/>
          </p:nvSpPr>
          <p:spPr>
            <a:xfrm>
              <a:off x="4969497" y="3355627"/>
              <a:ext cx="263336" cy="251415"/>
            </a:xfrm>
            <a:custGeom>
              <a:avLst/>
              <a:gdLst/>
              <a:ahLst/>
              <a:cxnLst/>
              <a:rect l="l" t="t" r="r" b="b"/>
              <a:pathLst>
                <a:path w="10051" h="9596" extrusionOk="0">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61"/>
            <p:cNvSpPr/>
            <p:nvPr/>
          </p:nvSpPr>
          <p:spPr>
            <a:xfrm>
              <a:off x="5178809" y="3364038"/>
              <a:ext cx="12078" cy="12078"/>
            </a:xfrm>
            <a:custGeom>
              <a:avLst/>
              <a:gdLst/>
              <a:ahLst/>
              <a:cxnLst/>
              <a:rect l="l" t="t" r="r" b="b"/>
              <a:pathLst>
                <a:path w="461" h="461" extrusionOk="0">
                  <a:moveTo>
                    <a:pt x="461" y="460"/>
                  </a:moveTo>
                  <a:lnTo>
                    <a:pt x="1" y="0"/>
                  </a:ln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61"/>
            <p:cNvSpPr/>
            <p:nvPr/>
          </p:nvSpPr>
          <p:spPr>
            <a:xfrm>
              <a:off x="4983934" y="3388142"/>
              <a:ext cx="248900" cy="218849"/>
            </a:xfrm>
            <a:custGeom>
              <a:avLst/>
              <a:gdLst/>
              <a:ahLst/>
              <a:cxnLst/>
              <a:rect l="l" t="t" r="r" b="b"/>
              <a:pathLst>
                <a:path w="9500" h="8353" extrusionOk="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61"/>
            <p:cNvSpPr/>
            <p:nvPr/>
          </p:nvSpPr>
          <p:spPr>
            <a:xfrm>
              <a:off x="4865641" y="3654098"/>
              <a:ext cx="65579" cy="63299"/>
            </a:xfrm>
            <a:custGeom>
              <a:avLst/>
              <a:gdLst/>
              <a:ahLst/>
              <a:cxnLst/>
              <a:rect l="l" t="t" r="r" b="b"/>
              <a:pathLst>
                <a:path w="2503" h="2416" extrusionOk="0">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61"/>
            <p:cNvSpPr/>
            <p:nvPr/>
          </p:nvSpPr>
          <p:spPr>
            <a:xfrm>
              <a:off x="4868156" y="3668665"/>
              <a:ext cx="63063" cy="48732"/>
            </a:xfrm>
            <a:custGeom>
              <a:avLst/>
              <a:gdLst/>
              <a:ahLst/>
              <a:cxnLst/>
              <a:rect l="l" t="t" r="r" b="b"/>
              <a:pathLst>
                <a:path w="2407" h="1860" extrusionOk="0">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61"/>
            <p:cNvSpPr/>
            <p:nvPr/>
          </p:nvSpPr>
          <p:spPr>
            <a:xfrm>
              <a:off x="5010160" y="3403076"/>
              <a:ext cx="178527" cy="165689"/>
            </a:xfrm>
            <a:custGeom>
              <a:avLst/>
              <a:gdLst/>
              <a:ahLst/>
              <a:cxnLst/>
              <a:rect l="l" t="t" r="r" b="b"/>
              <a:pathLst>
                <a:path w="6814" h="6324" extrusionOk="0">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61"/>
            <p:cNvSpPr/>
            <p:nvPr/>
          </p:nvSpPr>
          <p:spPr>
            <a:xfrm>
              <a:off x="5115274" y="3375592"/>
              <a:ext cx="27143" cy="26200"/>
            </a:xfrm>
            <a:custGeom>
              <a:avLst/>
              <a:gdLst/>
              <a:ahLst/>
              <a:cxnLst/>
              <a:rect l="l" t="t" r="r" b="b"/>
              <a:pathLst>
                <a:path w="1036" h="1000" extrusionOk="0">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61"/>
            <p:cNvSpPr/>
            <p:nvPr/>
          </p:nvSpPr>
          <p:spPr>
            <a:xfrm>
              <a:off x="5094681" y="3396185"/>
              <a:ext cx="27143" cy="26200"/>
            </a:xfrm>
            <a:custGeom>
              <a:avLst/>
              <a:gdLst/>
              <a:ahLst/>
              <a:cxnLst/>
              <a:rect l="l" t="t" r="r" b="b"/>
              <a:pathLst>
                <a:path w="1036" h="1000" extrusionOk="0">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61"/>
            <p:cNvSpPr/>
            <p:nvPr/>
          </p:nvSpPr>
          <p:spPr>
            <a:xfrm>
              <a:off x="5074088" y="3416778"/>
              <a:ext cx="29344" cy="26357"/>
            </a:xfrm>
            <a:custGeom>
              <a:avLst/>
              <a:gdLst/>
              <a:ahLst/>
              <a:cxnLst/>
              <a:rect l="l" t="t" r="r" b="b"/>
              <a:pathLst>
                <a:path w="1120" h="1006" extrusionOk="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61"/>
            <p:cNvSpPr/>
            <p:nvPr/>
          </p:nvSpPr>
          <p:spPr>
            <a:xfrm>
              <a:off x="5053495" y="3437371"/>
              <a:ext cx="26907" cy="26200"/>
            </a:xfrm>
            <a:custGeom>
              <a:avLst/>
              <a:gdLst/>
              <a:ahLst/>
              <a:cxnLst/>
              <a:rect l="l" t="t" r="r" b="b"/>
              <a:pathLst>
                <a:path w="1027" h="1000" extrusionOk="0">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61"/>
            <p:cNvSpPr/>
            <p:nvPr/>
          </p:nvSpPr>
          <p:spPr>
            <a:xfrm>
              <a:off x="5032901" y="3457965"/>
              <a:ext cx="26907" cy="26200"/>
            </a:xfrm>
            <a:custGeom>
              <a:avLst/>
              <a:gdLst/>
              <a:ahLst/>
              <a:cxnLst/>
              <a:rect l="l" t="t" r="r" b="b"/>
              <a:pathLst>
                <a:path w="1027" h="1000" extrusionOk="0">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61"/>
            <p:cNvSpPr/>
            <p:nvPr/>
          </p:nvSpPr>
          <p:spPr>
            <a:xfrm>
              <a:off x="5013304" y="3478794"/>
              <a:ext cx="25912" cy="26148"/>
            </a:xfrm>
            <a:custGeom>
              <a:avLst/>
              <a:gdLst/>
              <a:ahLst/>
              <a:cxnLst/>
              <a:rect l="l" t="t" r="r" b="b"/>
              <a:pathLst>
                <a:path w="989" h="998" extrusionOk="0">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3" name="Google Shape;7273;p61"/>
          <p:cNvGrpSpPr/>
          <p:nvPr/>
        </p:nvGrpSpPr>
        <p:grpSpPr>
          <a:xfrm>
            <a:off x="6633603" y="1320407"/>
            <a:ext cx="378721" cy="362005"/>
            <a:chOff x="6637678" y="1500982"/>
            <a:chExt cx="378721" cy="362005"/>
          </a:xfrm>
        </p:grpSpPr>
        <p:sp>
          <p:nvSpPr>
            <p:cNvPr id="7274" name="Google Shape;7274;p61"/>
            <p:cNvSpPr/>
            <p:nvPr/>
          </p:nvSpPr>
          <p:spPr>
            <a:xfrm>
              <a:off x="6637678" y="1500982"/>
              <a:ext cx="377725" cy="361717"/>
            </a:xfrm>
            <a:custGeom>
              <a:avLst/>
              <a:gdLst/>
              <a:ahLst/>
              <a:cxnLst/>
              <a:rect l="l" t="t" r="r" b="b"/>
              <a:pathLst>
                <a:path w="14417" h="13806" extrusionOk="0">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61"/>
            <p:cNvSpPr/>
            <p:nvPr/>
          </p:nvSpPr>
          <p:spPr>
            <a:xfrm>
              <a:off x="6696680" y="1551338"/>
              <a:ext cx="260218" cy="260454"/>
            </a:xfrm>
            <a:custGeom>
              <a:avLst/>
              <a:gdLst/>
              <a:ahLst/>
              <a:cxnLst/>
              <a:rect l="l" t="t" r="r" b="b"/>
              <a:pathLst>
                <a:path w="9932" h="9941" extrusionOk="0">
                  <a:moveTo>
                    <a:pt x="5464" y="0"/>
                  </a:moveTo>
                  <a:lnTo>
                    <a:pt x="1" y="5464"/>
                  </a:lnTo>
                  <a:lnTo>
                    <a:pt x="4468" y="9940"/>
                  </a:lnTo>
                  <a:lnTo>
                    <a:pt x="9931" y="4477"/>
                  </a:lnTo>
                  <a:lnTo>
                    <a:pt x="5464" y="0"/>
                  </a:ln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61"/>
            <p:cNvSpPr/>
            <p:nvPr/>
          </p:nvSpPr>
          <p:spPr>
            <a:xfrm>
              <a:off x="6638175" y="1500982"/>
              <a:ext cx="377725" cy="361717"/>
            </a:xfrm>
            <a:custGeom>
              <a:avLst/>
              <a:gdLst/>
              <a:ahLst/>
              <a:cxnLst/>
              <a:rect l="l" t="t" r="r" b="b"/>
              <a:pathLst>
                <a:path w="14417" h="13806" extrusionOk="0">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61"/>
            <p:cNvSpPr/>
            <p:nvPr/>
          </p:nvSpPr>
          <p:spPr>
            <a:xfrm>
              <a:off x="6842090" y="1696748"/>
              <a:ext cx="174309" cy="166239"/>
            </a:xfrm>
            <a:custGeom>
              <a:avLst/>
              <a:gdLst/>
              <a:ahLst/>
              <a:cxnLst/>
              <a:rect l="l" t="t" r="r" b="b"/>
              <a:pathLst>
                <a:path w="6653" h="6345" extrusionOk="0">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61"/>
            <p:cNvSpPr/>
            <p:nvPr/>
          </p:nvSpPr>
          <p:spPr>
            <a:xfrm>
              <a:off x="6752931" y="1608847"/>
              <a:ext cx="146458" cy="144179"/>
            </a:xfrm>
            <a:custGeom>
              <a:avLst/>
              <a:gdLst/>
              <a:ahLst/>
              <a:cxnLst/>
              <a:rect l="l" t="t" r="r" b="b"/>
              <a:pathLst>
                <a:path w="5590" h="5503" extrusionOk="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61"/>
            <p:cNvSpPr/>
            <p:nvPr/>
          </p:nvSpPr>
          <p:spPr>
            <a:xfrm>
              <a:off x="6797393" y="1608847"/>
              <a:ext cx="101735" cy="144414"/>
            </a:xfrm>
            <a:custGeom>
              <a:avLst/>
              <a:gdLst/>
              <a:ahLst/>
              <a:cxnLst/>
              <a:rect l="l" t="t" r="r" b="b"/>
              <a:pathLst>
                <a:path w="3883" h="5512" extrusionOk="0">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61"/>
            <p:cNvSpPr/>
            <p:nvPr/>
          </p:nvSpPr>
          <p:spPr>
            <a:xfrm>
              <a:off x="6697309" y="1620087"/>
              <a:ext cx="22270" cy="18654"/>
            </a:xfrm>
            <a:custGeom>
              <a:avLst/>
              <a:gdLst/>
              <a:ahLst/>
              <a:cxnLst/>
              <a:rect l="l" t="t" r="r" b="b"/>
              <a:pathLst>
                <a:path w="850" h="712" extrusionOk="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61"/>
            <p:cNvSpPr/>
            <p:nvPr/>
          </p:nvSpPr>
          <p:spPr>
            <a:xfrm>
              <a:off x="6690995" y="1582123"/>
              <a:ext cx="22296" cy="18707"/>
            </a:xfrm>
            <a:custGeom>
              <a:avLst/>
              <a:gdLst/>
              <a:ahLst/>
              <a:cxnLst/>
              <a:rect l="l" t="t" r="r" b="b"/>
              <a:pathLst>
                <a:path w="851" h="714" extrusionOk="0">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61"/>
            <p:cNvSpPr/>
            <p:nvPr/>
          </p:nvSpPr>
          <p:spPr>
            <a:xfrm>
              <a:off x="6724190" y="1548771"/>
              <a:ext cx="22244" cy="18654"/>
            </a:xfrm>
            <a:custGeom>
              <a:avLst/>
              <a:gdLst/>
              <a:ahLst/>
              <a:cxnLst/>
              <a:rect l="l" t="t" r="r" b="b"/>
              <a:pathLst>
                <a:path w="849" h="712" extrusionOk="0">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61"/>
            <p:cNvSpPr/>
            <p:nvPr/>
          </p:nvSpPr>
          <p:spPr>
            <a:xfrm>
              <a:off x="6729902" y="1587782"/>
              <a:ext cx="22322" cy="18576"/>
            </a:xfrm>
            <a:custGeom>
              <a:avLst/>
              <a:gdLst/>
              <a:ahLst/>
              <a:cxnLst/>
              <a:rect l="l" t="t" r="r" b="b"/>
              <a:pathLst>
                <a:path w="852" h="709" extrusionOk="0">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61"/>
            <p:cNvSpPr/>
            <p:nvPr/>
          </p:nvSpPr>
          <p:spPr>
            <a:xfrm>
              <a:off x="6762285" y="1555137"/>
              <a:ext cx="22322" cy="18812"/>
            </a:xfrm>
            <a:custGeom>
              <a:avLst/>
              <a:gdLst/>
              <a:ahLst/>
              <a:cxnLst/>
              <a:rect l="l" t="t" r="r" b="b"/>
              <a:pathLst>
                <a:path w="852" h="718" extrusionOk="0">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61"/>
            <p:cNvSpPr/>
            <p:nvPr/>
          </p:nvSpPr>
          <p:spPr>
            <a:xfrm>
              <a:off x="6866508" y="1789208"/>
              <a:ext cx="22322" cy="18812"/>
            </a:xfrm>
            <a:custGeom>
              <a:avLst/>
              <a:gdLst/>
              <a:ahLst/>
              <a:cxnLst/>
              <a:rect l="l" t="t" r="r" b="b"/>
              <a:pathLst>
                <a:path w="852" h="718" extrusionOk="0">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61"/>
            <p:cNvSpPr/>
            <p:nvPr/>
          </p:nvSpPr>
          <p:spPr>
            <a:xfrm>
              <a:off x="6903450" y="1794998"/>
              <a:ext cx="23554" cy="19309"/>
            </a:xfrm>
            <a:custGeom>
              <a:avLst/>
              <a:gdLst/>
              <a:ahLst/>
              <a:cxnLst/>
              <a:rect l="l" t="t" r="r" b="b"/>
              <a:pathLst>
                <a:path w="899" h="737" extrusionOk="0">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61"/>
            <p:cNvSpPr/>
            <p:nvPr/>
          </p:nvSpPr>
          <p:spPr>
            <a:xfrm>
              <a:off x="6937877" y="1762432"/>
              <a:ext cx="22270" cy="18707"/>
            </a:xfrm>
            <a:custGeom>
              <a:avLst/>
              <a:gdLst/>
              <a:ahLst/>
              <a:cxnLst/>
              <a:rect l="l" t="t" r="r" b="b"/>
              <a:pathLst>
                <a:path w="850" h="714" extrusionOk="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61"/>
            <p:cNvSpPr/>
            <p:nvPr/>
          </p:nvSpPr>
          <p:spPr>
            <a:xfrm>
              <a:off x="6898970" y="1756799"/>
              <a:ext cx="22270" cy="18812"/>
            </a:xfrm>
            <a:custGeom>
              <a:avLst/>
              <a:gdLst/>
              <a:ahLst/>
              <a:cxnLst/>
              <a:rect l="l" t="t" r="r" b="b"/>
              <a:pathLst>
                <a:path w="850" h="718" extrusionOk="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61"/>
            <p:cNvSpPr/>
            <p:nvPr/>
          </p:nvSpPr>
          <p:spPr>
            <a:xfrm>
              <a:off x="6931380" y="1724311"/>
              <a:ext cx="22506" cy="18654"/>
            </a:xfrm>
            <a:custGeom>
              <a:avLst/>
              <a:gdLst/>
              <a:ahLst/>
              <a:cxnLst/>
              <a:rect l="l" t="t" r="r" b="b"/>
              <a:pathLst>
                <a:path w="859" h="712" extrusionOk="0">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0" name="Google Shape;7290;p61"/>
          <p:cNvGrpSpPr/>
          <p:nvPr/>
        </p:nvGrpSpPr>
        <p:grpSpPr>
          <a:xfrm>
            <a:off x="5823918" y="3174921"/>
            <a:ext cx="223041" cy="362163"/>
            <a:chOff x="5827993" y="3355496"/>
            <a:chExt cx="223041" cy="362163"/>
          </a:xfrm>
        </p:grpSpPr>
        <p:sp>
          <p:nvSpPr>
            <p:cNvPr id="7291" name="Google Shape;7291;p61"/>
            <p:cNvSpPr/>
            <p:nvPr/>
          </p:nvSpPr>
          <p:spPr>
            <a:xfrm>
              <a:off x="5827993" y="3448664"/>
              <a:ext cx="223041" cy="268995"/>
            </a:xfrm>
            <a:custGeom>
              <a:avLst/>
              <a:gdLst/>
              <a:ahLst/>
              <a:cxnLst/>
              <a:rect l="l" t="t" r="r" b="b"/>
              <a:pathLst>
                <a:path w="8513" h="10267" extrusionOk="0">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61"/>
            <p:cNvSpPr/>
            <p:nvPr/>
          </p:nvSpPr>
          <p:spPr>
            <a:xfrm>
              <a:off x="5989987" y="3448664"/>
              <a:ext cx="60810" cy="268733"/>
            </a:xfrm>
            <a:custGeom>
              <a:avLst/>
              <a:gdLst/>
              <a:ahLst/>
              <a:cxnLst/>
              <a:rect l="l" t="t" r="r" b="b"/>
              <a:pathLst>
                <a:path w="2321" h="10257" extrusionOk="0">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61"/>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61"/>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61"/>
            <p:cNvSpPr/>
            <p:nvPr/>
          </p:nvSpPr>
          <p:spPr>
            <a:xfrm>
              <a:off x="5963630" y="3424560"/>
              <a:ext cx="36942" cy="24130"/>
            </a:xfrm>
            <a:custGeom>
              <a:avLst/>
              <a:gdLst/>
              <a:ahLst/>
              <a:cxnLst/>
              <a:rect l="l" t="t" r="r" b="b"/>
              <a:pathLst>
                <a:path w="1410" h="921" extrusionOk="0">
                  <a:moveTo>
                    <a:pt x="0" y="0"/>
                  </a:moveTo>
                  <a:lnTo>
                    <a:pt x="0" y="921"/>
                  </a:lnTo>
                  <a:lnTo>
                    <a:pt x="1409" y="921"/>
                  </a:lnTo>
                  <a:lnTo>
                    <a:pt x="1409"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61"/>
            <p:cNvSpPr/>
            <p:nvPr/>
          </p:nvSpPr>
          <p:spPr>
            <a:xfrm>
              <a:off x="5852857" y="3355496"/>
              <a:ext cx="172815" cy="69089"/>
            </a:xfrm>
            <a:custGeom>
              <a:avLst/>
              <a:gdLst/>
              <a:ahLst/>
              <a:cxnLst/>
              <a:rect l="l" t="t" r="r" b="b"/>
              <a:pathLst>
                <a:path w="6596" h="2637" extrusionOk="0">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61"/>
            <p:cNvSpPr/>
            <p:nvPr/>
          </p:nvSpPr>
          <p:spPr>
            <a:xfrm>
              <a:off x="5981708" y="3355496"/>
              <a:ext cx="43964" cy="69089"/>
            </a:xfrm>
            <a:custGeom>
              <a:avLst/>
              <a:gdLst/>
              <a:ahLst/>
              <a:cxnLst/>
              <a:rect l="l" t="t" r="r" b="b"/>
              <a:pathLst>
                <a:path w="1678" h="2637" extrusionOk="0">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61"/>
            <p:cNvSpPr/>
            <p:nvPr/>
          </p:nvSpPr>
          <p:spPr>
            <a:xfrm>
              <a:off x="5862917" y="3488854"/>
              <a:ext cx="152720" cy="188378"/>
            </a:xfrm>
            <a:custGeom>
              <a:avLst/>
              <a:gdLst/>
              <a:ahLst/>
              <a:cxnLst/>
              <a:rect l="l" t="t" r="r" b="b"/>
              <a:pathLst>
                <a:path w="5829" h="7190" extrusionOk="0">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61"/>
            <p:cNvSpPr/>
            <p:nvPr/>
          </p:nvSpPr>
          <p:spPr>
            <a:xfrm>
              <a:off x="5971412" y="3488854"/>
              <a:ext cx="44226" cy="188614"/>
            </a:xfrm>
            <a:custGeom>
              <a:avLst/>
              <a:gdLst/>
              <a:ahLst/>
              <a:cxnLst/>
              <a:rect l="l" t="t" r="r" b="b"/>
              <a:pathLst>
                <a:path w="1688" h="7199" extrusionOk="0">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61"/>
            <p:cNvSpPr/>
            <p:nvPr/>
          </p:nvSpPr>
          <p:spPr>
            <a:xfrm>
              <a:off x="5869939" y="3531036"/>
              <a:ext cx="121568" cy="104197"/>
            </a:xfrm>
            <a:custGeom>
              <a:avLst/>
              <a:gdLst/>
              <a:ahLst/>
              <a:cxnLst/>
              <a:rect l="l" t="t" r="r" b="b"/>
              <a:pathLst>
                <a:path w="4640" h="3977" extrusionOk="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61"/>
            <p:cNvSpPr/>
            <p:nvPr/>
          </p:nvSpPr>
          <p:spPr>
            <a:xfrm>
              <a:off x="5894043" y="3538058"/>
              <a:ext cx="106529" cy="97202"/>
            </a:xfrm>
            <a:custGeom>
              <a:avLst/>
              <a:gdLst/>
              <a:ahLst/>
              <a:cxnLst/>
              <a:rect l="l" t="t" r="r" b="b"/>
              <a:pathLst>
                <a:path w="4066" h="3710" extrusionOk="0">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61"/>
            <p:cNvSpPr/>
            <p:nvPr/>
          </p:nvSpPr>
          <p:spPr>
            <a:xfrm>
              <a:off x="5905597" y="3551813"/>
              <a:ext cx="67334" cy="62513"/>
            </a:xfrm>
            <a:custGeom>
              <a:avLst/>
              <a:gdLst/>
              <a:ahLst/>
              <a:cxnLst/>
              <a:rect l="l" t="t" r="r" b="b"/>
              <a:pathLst>
                <a:path w="2570" h="2386" extrusionOk="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61"/>
            <p:cNvSpPr/>
            <p:nvPr/>
          </p:nvSpPr>
          <p:spPr>
            <a:xfrm>
              <a:off x="5887781" y="3355496"/>
              <a:ext cx="14593" cy="69089"/>
            </a:xfrm>
            <a:custGeom>
              <a:avLst/>
              <a:gdLst/>
              <a:ahLst/>
              <a:cxnLst/>
              <a:rect l="l" t="t" r="r" b="b"/>
              <a:pathLst>
                <a:path w="557" h="2637" extrusionOk="0">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61"/>
            <p:cNvSpPr/>
            <p:nvPr/>
          </p:nvSpPr>
          <p:spPr>
            <a:xfrm>
              <a:off x="5931719" y="3355496"/>
              <a:ext cx="14855" cy="69089"/>
            </a:xfrm>
            <a:custGeom>
              <a:avLst/>
              <a:gdLst/>
              <a:ahLst/>
              <a:cxnLst/>
              <a:rect l="l" t="t" r="r" b="b"/>
              <a:pathLst>
                <a:path w="567" h="2637" extrusionOk="0">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61"/>
            <p:cNvSpPr/>
            <p:nvPr/>
          </p:nvSpPr>
          <p:spPr>
            <a:xfrm>
              <a:off x="5976416" y="3355496"/>
              <a:ext cx="14593" cy="69089"/>
            </a:xfrm>
            <a:custGeom>
              <a:avLst/>
              <a:gdLst/>
              <a:ahLst/>
              <a:cxnLst/>
              <a:rect l="l" t="t" r="r" b="b"/>
              <a:pathLst>
                <a:path w="557" h="2637" extrusionOk="0">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6" name="Google Shape;7306;p61"/>
          <p:cNvGrpSpPr/>
          <p:nvPr/>
        </p:nvGrpSpPr>
        <p:grpSpPr>
          <a:xfrm>
            <a:off x="7524638" y="1320066"/>
            <a:ext cx="370520" cy="361586"/>
            <a:chOff x="7528713" y="1500641"/>
            <a:chExt cx="370520" cy="361586"/>
          </a:xfrm>
        </p:grpSpPr>
        <p:sp>
          <p:nvSpPr>
            <p:cNvPr id="7307" name="Google Shape;7307;p61"/>
            <p:cNvSpPr/>
            <p:nvPr/>
          </p:nvSpPr>
          <p:spPr>
            <a:xfrm>
              <a:off x="7684158" y="1587809"/>
              <a:ext cx="121070" cy="119603"/>
            </a:xfrm>
            <a:custGeom>
              <a:avLst/>
              <a:gdLst/>
              <a:ahLst/>
              <a:cxnLst/>
              <a:rect l="l" t="t" r="r" b="b"/>
              <a:pathLst>
                <a:path w="4621" h="4565" extrusionOk="0">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61"/>
            <p:cNvSpPr/>
            <p:nvPr/>
          </p:nvSpPr>
          <p:spPr>
            <a:xfrm>
              <a:off x="7750208" y="1653282"/>
              <a:ext cx="54784" cy="53972"/>
            </a:xfrm>
            <a:custGeom>
              <a:avLst/>
              <a:gdLst/>
              <a:ahLst/>
              <a:cxnLst/>
              <a:rect l="l" t="t" r="r" b="b"/>
              <a:pathLst>
                <a:path w="2091" h="2060" extrusionOk="0">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61"/>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61"/>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61"/>
            <p:cNvSpPr/>
            <p:nvPr/>
          </p:nvSpPr>
          <p:spPr>
            <a:xfrm>
              <a:off x="7764775" y="1501846"/>
              <a:ext cx="128616" cy="155497"/>
            </a:xfrm>
            <a:custGeom>
              <a:avLst/>
              <a:gdLst/>
              <a:ahLst/>
              <a:cxnLst/>
              <a:rect l="l" t="t" r="r" b="b"/>
              <a:pathLst>
                <a:path w="4909" h="5935" extrusionOk="0">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61"/>
            <p:cNvSpPr/>
            <p:nvPr/>
          </p:nvSpPr>
          <p:spPr>
            <a:xfrm>
              <a:off x="7528713" y="1618279"/>
              <a:ext cx="252673" cy="243948"/>
            </a:xfrm>
            <a:custGeom>
              <a:avLst/>
              <a:gdLst/>
              <a:ahLst/>
              <a:cxnLst/>
              <a:rect l="l" t="t" r="r" b="b"/>
              <a:pathLst>
                <a:path w="9644" h="9311" extrusionOk="0">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61"/>
            <p:cNvSpPr/>
            <p:nvPr/>
          </p:nvSpPr>
          <p:spPr>
            <a:xfrm>
              <a:off x="7570136" y="1670627"/>
              <a:ext cx="211251" cy="191574"/>
            </a:xfrm>
            <a:custGeom>
              <a:avLst/>
              <a:gdLst/>
              <a:ahLst/>
              <a:cxnLst/>
              <a:rect l="l" t="t" r="r" b="b"/>
              <a:pathLst>
                <a:path w="8063" h="7312" extrusionOk="0">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4" name="Google Shape;7314;p61"/>
          <p:cNvGrpSpPr/>
          <p:nvPr/>
        </p:nvGrpSpPr>
        <p:grpSpPr>
          <a:xfrm>
            <a:off x="5313123" y="3174921"/>
            <a:ext cx="367429" cy="362163"/>
            <a:chOff x="5317198" y="3355496"/>
            <a:chExt cx="367429" cy="362163"/>
          </a:xfrm>
        </p:grpSpPr>
        <p:sp>
          <p:nvSpPr>
            <p:cNvPr id="7315" name="Google Shape;7315;p61"/>
            <p:cNvSpPr/>
            <p:nvPr/>
          </p:nvSpPr>
          <p:spPr>
            <a:xfrm>
              <a:off x="5378715" y="3535883"/>
              <a:ext cx="256184" cy="181776"/>
            </a:xfrm>
            <a:custGeom>
              <a:avLst/>
              <a:gdLst/>
              <a:ahLst/>
              <a:cxnLst/>
              <a:rect l="l" t="t" r="r" b="b"/>
              <a:pathLst>
                <a:path w="9778" h="6938" extrusionOk="0">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61"/>
            <p:cNvSpPr/>
            <p:nvPr/>
          </p:nvSpPr>
          <p:spPr>
            <a:xfrm>
              <a:off x="5455822" y="3438419"/>
              <a:ext cx="112031" cy="218220"/>
            </a:xfrm>
            <a:custGeom>
              <a:avLst/>
              <a:gdLst/>
              <a:ahLst/>
              <a:cxnLst/>
              <a:rect l="l" t="t" r="r" b="b"/>
              <a:pathLst>
                <a:path w="4276" h="8329" extrusionOk="0">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61"/>
            <p:cNvSpPr/>
            <p:nvPr/>
          </p:nvSpPr>
          <p:spPr>
            <a:xfrm>
              <a:off x="5448276" y="3359505"/>
              <a:ext cx="59815" cy="185129"/>
            </a:xfrm>
            <a:custGeom>
              <a:avLst/>
              <a:gdLst/>
              <a:ahLst/>
              <a:cxnLst/>
              <a:rect l="l" t="t" r="r" b="b"/>
              <a:pathLst>
                <a:path w="2283" h="7066" extrusionOk="0">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61"/>
            <p:cNvSpPr/>
            <p:nvPr/>
          </p:nvSpPr>
          <p:spPr>
            <a:xfrm>
              <a:off x="5448276" y="3359505"/>
              <a:ext cx="21877" cy="185129"/>
            </a:xfrm>
            <a:custGeom>
              <a:avLst/>
              <a:gdLst/>
              <a:ahLst/>
              <a:cxnLst/>
              <a:rect l="l" t="t" r="r" b="b"/>
              <a:pathLst>
                <a:path w="835" h="7066" extrusionOk="0">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61"/>
            <p:cNvSpPr/>
            <p:nvPr/>
          </p:nvSpPr>
          <p:spPr>
            <a:xfrm>
              <a:off x="5529653" y="3432839"/>
              <a:ext cx="67570" cy="21379"/>
            </a:xfrm>
            <a:custGeom>
              <a:avLst/>
              <a:gdLst/>
              <a:ahLst/>
              <a:cxnLst/>
              <a:rect l="l" t="t" r="r" b="b"/>
              <a:pathLst>
                <a:path w="2579" h="816" extrusionOk="0">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61"/>
            <p:cNvSpPr/>
            <p:nvPr/>
          </p:nvSpPr>
          <p:spPr>
            <a:xfrm>
              <a:off x="5571102" y="3432839"/>
              <a:ext cx="26383" cy="21877"/>
            </a:xfrm>
            <a:custGeom>
              <a:avLst/>
              <a:gdLst/>
              <a:ahLst/>
              <a:cxnLst/>
              <a:rect l="l" t="t" r="r" b="b"/>
              <a:pathLst>
                <a:path w="1007" h="835" extrusionOk="0">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61"/>
            <p:cNvSpPr/>
            <p:nvPr/>
          </p:nvSpPr>
          <p:spPr>
            <a:xfrm>
              <a:off x="5596699" y="3538058"/>
              <a:ext cx="67832" cy="21405"/>
            </a:xfrm>
            <a:custGeom>
              <a:avLst/>
              <a:gdLst/>
              <a:ahLst/>
              <a:cxnLst/>
              <a:rect l="l" t="t" r="r" b="b"/>
              <a:pathLst>
                <a:path w="2589" h="817" extrusionOk="0">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61"/>
            <p:cNvSpPr/>
            <p:nvPr/>
          </p:nvSpPr>
          <p:spPr>
            <a:xfrm>
              <a:off x="5639903" y="3538058"/>
              <a:ext cx="24628" cy="21641"/>
            </a:xfrm>
            <a:custGeom>
              <a:avLst/>
              <a:gdLst/>
              <a:ahLst/>
              <a:cxnLst/>
              <a:rect l="l" t="t" r="r" b="b"/>
              <a:pathLst>
                <a:path w="940" h="826" extrusionOk="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61"/>
            <p:cNvSpPr/>
            <p:nvPr/>
          </p:nvSpPr>
          <p:spPr>
            <a:xfrm>
              <a:off x="5576604" y="3470514"/>
              <a:ext cx="108023" cy="68592"/>
            </a:xfrm>
            <a:custGeom>
              <a:avLst/>
              <a:gdLst/>
              <a:ahLst/>
              <a:cxnLst/>
              <a:rect l="l" t="t" r="r" b="b"/>
              <a:pathLst>
                <a:path w="4123" h="2618" extrusionOk="0">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61"/>
            <p:cNvSpPr/>
            <p:nvPr/>
          </p:nvSpPr>
          <p:spPr>
            <a:xfrm>
              <a:off x="5600734" y="3538058"/>
              <a:ext cx="5528" cy="1284"/>
            </a:xfrm>
            <a:custGeom>
              <a:avLst/>
              <a:gdLst/>
              <a:ahLst/>
              <a:cxnLst/>
              <a:rect l="l" t="t" r="r" b="b"/>
              <a:pathLst>
                <a:path w="211" h="49" extrusionOk="0">
                  <a:moveTo>
                    <a:pt x="0" y="1"/>
                  </a:moveTo>
                  <a:cubicBezTo>
                    <a:pt x="10" y="20"/>
                    <a:pt x="29" y="30"/>
                    <a:pt x="38" y="49"/>
                  </a:cubicBezTo>
                  <a:cubicBezTo>
                    <a:pt x="86" y="20"/>
                    <a:pt x="153" y="1"/>
                    <a:pt x="211" y="1"/>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61"/>
            <p:cNvSpPr/>
            <p:nvPr/>
          </p:nvSpPr>
          <p:spPr>
            <a:xfrm>
              <a:off x="5621327" y="3470776"/>
              <a:ext cx="63299" cy="68565"/>
            </a:xfrm>
            <a:custGeom>
              <a:avLst/>
              <a:gdLst/>
              <a:ahLst/>
              <a:cxnLst/>
              <a:rect l="l" t="t" r="r" b="b"/>
              <a:pathLst>
                <a:path w="2416" h="2617" extrusionOk="0">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61"/>
            <p:cNvSpPr/>
            <p:nvPr/>
          </p:nvSpPr>
          <p:spPr>
            <a:xfrm>
              <a:off x="5528396" y="3355496"/>
              <a:ext cx="70085" cy="77369"/>
            </a:xfrm>
            <a:custGeom>
              <a:avLst/>
              <a:gdLst/>
              <a:ahLst/>
              <a:cxnLst/>
              <a:rect l="l" t="t" r="r" b="b"/>
              <a:pathLst>
                <a:path w="2675" h="2953" extrusionOk="0">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61"/>
            <p:cNvSpPr/>
            <p:nvPr/>
          </p:nvSpPr>
          <p:spPr>
            <a:xfrm>
              <a:off x="5554779" y="3355496"/>
              <a:ext cx="43964" cy="77369"/>
            </a:xfrm>
            <a:custGeom>
              <a:avLst/>
              <a:gdLst/>
              <a:ahLst/>
              <a:cxnLst/>
              <a:rect l="l" t="t" r="r" b="b"/>
              <a:pathLst>
                <a:path w="1678" h="2953" extrusionOk="0">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61"/>
            <p:cNvSpPr/>
            <p:nvPr/>
          </p:nvSpPr>
          <p:spPr>
            <a:xfrm>
              <a:off x="5317433" y="3355496"/>
              <a:ext cx="135637" cy="193146"/>
            </a:xfrm>
            <a:custGeom>
              <a:avLst/>
              <a:gdLst/>
              <a:ahLst/>
              <a:cxnLst/>
              <a:rect l="l" t="t" r="r" b="b"/>
              <a:pathLst>
                <a:path w="5177" h="7372" extrusionOk="0">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61"/>
            <p:cNvSpPr/>
            <p:nvPr/>
          </p:nvSpPr>
          <p:spPr>
            <a:xfrm>
              <a:off x="5317198" y="3357514"/>
              <a:ext cx="135873" cy="191129"/>
            </a:xfrm>
            <a:custGeom>
              <a:avLst/>
              <a:gdLst/>
              <a:ahLst/>
              <a:cxnLst/>
              <a:rect l="l" t="t" r="r" b="b"/>
              <a:pathLst>
                <a:path w="5186" h="7295" extrusionOk="0">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61"/>
            <p:cNvSpPr/>
            <p:nvPr/>
          </p:nvSpPr>
          <p:spPr>
            <a:xfrm>
              <a:off x="5625336" y="3485579"/>
              <a:ext cx="10821" cy="27641"/>
            </a:xfrm>
            <a:custGeom>
              <a:avLst/>
              <a:gdLst/>
              <a:ahLst/>
              <a:cxnLst/>
              <a:rect l="l" t="t" r="r" b="b"/>
              <a:pathLst>
                <a:path w="413" h="1055" extrusionOk="0">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1" name="Google Shape;7331;p61"/>
          <p:cNvGrpSpPr/>
          <p:nvPr/>
        </p:nvGrpSpPr>
        <p:grpSpPr>
          <a:xfrm>
            <a:off x="5298896" y="1319988"/>
            <a:ext cx="383175" cy="362241"/>
            <a:chOff x="5302971" y="1500563"/>
            <a:chExt cx="383175" cy="362241"/>
          </a:xfrm>
        </p:grpSpPr>
        <p:sp>
          <p:nvSpPr>
            <p:cNvPr id="7332" name="Google Shape;7332;p61"/>
            <p:cNvSpPr/>
            <p:nvPr/>
          </p:nvSpPr>
          <p:spPr>
            <a:xfrm>
              <a:off x="5302971" y="1500563"/>
              <a:ext cx="383175" cy="362241"/>
            </a:xfrm>
            <a:custGeom>
              <a:avLst/>
              <a:gdLst/>
              <a:ahLst/>
              <a:cxnLst/>
              <a:rect l="l" t="t" r="r" b="b"/>
              <a:pathLst>
                <a:path w="14625" h="13826" extrusionOk="0">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61"/>
            <p:cNvSpPr/>
            <p:nvPr/>
          </p:nvSpPr>
          <p:spPr>
            <a:xfrm>
              <a:off x="5375964" y="1557102"/>
              <a:ext cx="309920" cy="305675"/>
            </a:xfrm>
            <a:custGeom>
              <a:avLst/>
              <a:gdLst/>
              <a:ahLst/>
              <a:cxnLst/>
              <a:rect l="l" t="t" r="r" b="b"/>
              <a:pathLst>
                <a:path w="11829" h="11667" extrusionOk="0">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4" name="Google Shape;7334;p61"/>
          <p:cNvGrpSpPr/>
          <p:nvPr/>
        </p:nvGrpSpPr>
        <p:grpSpPr>
          <a:xfrm>
            <a:off x="6198630" y="1344878"/>
            <a:ext cx="364180" cy="312461"/>
            <a:chOff x="6202705" y="1525453"/>
            <a:chExt cx="364180" cy="312461"/>
          </a:xfrm>
        </p:grpSpPr>
        <p:sp>
          <p:nvSpPr>
            <p:cNvPr id="7335" name="Google Shape;7335;p61"/>
            <p:cNvSpPr/>
            <p:nvPr/>
          </p:nvSpPr>
          <p:spPr>
            <a:xfrm>
              <a:off x="6407615" y="1616891"/>
              <a:ext cx="159270" cy="221023"/>
            </a:xfrm>
            <a:custGeom>
              <a:avLst/>
              <a:gdLst/>
              <a:ahLst/>
              <a:cxnLst/>
              <a:rect l="l" t="t" r="r" b="b"/>
              <a:pathLst>
                <a:path w="6079" h="8436" extrusionOk="0">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61"/>
            <p:cNvSpPr/>
            <p:nvPr/>
          </p:nvSpPr>
          <p:spPr>
            <a:xfrm>
              <a:off x="6454592" y="1616891"/>
              <a:ext cx="112031" cy="221023"/>
            </a:xfrm>
            <a:custGeom>
              <a:avLst/>
              <a:gdLst/>
              <a:ahLst/>
              <a:cxnLst/>
              <a:rect l="l" t="t" r="r" b="b"/>
              <a:pathLst>
                <a:path w="4276" h="8436" extrusionOk="0">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61"/>
            <p:cNvSpPr/>
            <p:nvPr/>
          </p:nvSpPr>
          <p:spPr>
            <a:xfrm>
              <a:off x="6202705" y="1616891"/>
              <a:ext cx="158982" cy="221023"/>
            </a:xfrm>
            <a:custGeom>
              <a:avLst/>
              <a:gdLst/>
              <a:ahLst/>
              <a:cxnLst/>
              <a:rect l="l" t="t" r="r" b="b"/>
              <a:pathLst>
                <a:path w="6068" h="8436" extrusionOk="0">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61"/>
            <p:cNvSpPr/>
            <p:nvPr/>
          </p:nvSpPr>
          <p:spPr>
            <a:xfrm>
              <a:off x="6202705" y="1616891"/>
              <a:ext cx="112031" cy="221023"/>
            </a:xfrm>
            <a:custGeom>
              <a:avLst/>
              <a:gdLst/>
              <a:ahLst/>
              <a:cxnLst/>
              <a:rect l="l" t="t" r="r" b="b"/>
              <a:pathLst>
                <a:path w="4276" h="8436" extrusionOk="0">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61"/>
            <p:cNvSpPr/>
            <p:nvPr/>
          </p:nvSpPr>
          <p:spPr>
            <a:xfrm>
              <a:off x="6288327"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61"/>
            <p:cNvSpPr/>
            <p:nvPr/>
          </p:nvSpPr>
          <p:spPr>
            <a:xfrm>
              <a:off x="6453072"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61"/>
            <p:cNvSpPr/>
            <p:nvPr/>
          </p:nvSpPr>
          <p:spPr>
            <a:xfrm>
              <a:off x="6295086" y="1525453"/>
              <a:ext cx="177924" cy="246411"/>
            </a:xfrm>
            <a:custGeom>
              <a:avLst/>
              <a:gdLst/>
              <a:ahLst/>
              <a:cxnLst/>
              <a:rect l="l" t="t" r="r" b="b"/>
              <a:pathLst>
                <a:path w="6791" h="9405" extrusionOk="0">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2" name="Google Shape;7342;p61"/>
          <p:cNvGrpSpPr/>
          <p:nvPr/>
        </p:nvGrpSpPr>
        <p:grpSpPr>
          <a:xfrm>
            <a:off x="7083142" y="1323027"/>
            <a:ext cx="362398" cy="356163"/>
            <a:chOff x="7087217" y="1503602"/>
            <a:chExt cx="362398" cy="356163"/>
          </a:xfrm>
        </p:grpSpPr>
        <p:sp>
          <p:nvSpPr>
            <p:cNvPr id="7343" name="Google Shape;7343;p61"/>
            <p:cNvSpPr/>
            <p:nvPr/>
          </p:nvSpPr>
          <p:spPr>
            <a:xfrm>
              <a:off x="7087217" y="1503602"/>
              <a:ext cx="362398" cy="356163"/>
            </a:xfrm>
            <a:custGeom>
              <a:avLst/>
              <a:gdLst/>
              <a:ahLst/>
              <a:cxnLst/>
              <a:rect l="l" t="t" r="r" b="b"/>
              <a:pathLst>
                <a:path w="13832" h="13594" extrusionOk="0">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61"/>
            <p:cNvSpPr/>
            <p:nvPr/>
          </p:nvSpPr>
          <p:spPr>
            <a:xfrm>
              <a:off x="7140953" y="1772833"/>
              <a:ext cx="23135" cy="19781"/>
            </a:xfrm>
            <a:custGeom>
              <a:avLst/>
              <a:gdLst/>
              <a:ahLst/>
              <a:cxnLst/>
              <a:rect l="l" t="t" r="r" b="b"/>
              <a:pathLst>
                <a:path w="883" h="755" extrusionOk="0">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61"/>
            <p:cNvSpPr/>
            <p:nvPr/>
          </p:nvSpPr>
          <p:spPr>
            <a:xfrm>
              <a:off x="7278818" y="1541277"/>
              <a:ext cx="23135" cy="19912"/>
            </a:xfrm>
            <a:custGeom>
              <a:avLst/>
              <a:gdLst/>
              <a:ahLst/>
              <a:cxnLst/>
              <a:rect l="l" t="t" r="r" b="b"/>
              <a:pathLst>
                <a:path w="883" h="760" extrusionOk="0">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61"/>
            <p:cNvSpPr/>
            <p:nvPr/>
          </p:nvSpPr>
          <p:spPr>
            <a:xfrm>
              <a:off x="7322781" y="1635204"/>
              <a:ext cx="23108" cy="19781"/>
            </a:xfrm>
            <a:custGeom>
              <a:avLst/>
              <a:gdLst/>
              <a:ahLst/>
              <a:cxnLst/>
              <a:rect l="l" t="t" r="r" b="b"/>
              <a:pathLst>
                <a:path w="882" h="755" extrusionOk="0">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61"/>
            <p:cNvSpPr/>
            <p:nvPr/>
          </p:nvSpPr>
          <p:spPr>
            <a:xfrm>
              <a:off x="7258722" y="1616367"/>
              <a:ext cx="23397" cy="19781"/>
            </a:xfrm>
            <a:custGeom>
              <a:avLst/>
              <a:gdLst/>
              <a:ahLst/>
              <a:cxnLst/>
              <a:rect l="l" t="t" r="r" b="b"/>
              <a:pathLst>
                <a:path w="893" h="755" extrusionOk="0">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61"/>
            <p:cNvSpPr/>
            <p:nvPr/>
          </p:nvSpPr>
          <p:spPr>
            <a:xfrm>
              <a:off x="7231370" y="1692713"/>
              <a:ext cx="23108" cy="19912"/>
            </a:xfrm>
            <a:custGeom>
              <a:avLst/>
              <a:gdLst/>
              <a:ahLst/>
              <a:cxnLst/>
              <a:rect l="l" t="t" r="r" b="b"/>
              <a:pathLst>
                <a:path w="882" h="760" extrusionOk="0">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61"/>
            <p:cNvSpPr/>
            <p:nvPr/>
          </p:nvSpPr>
          <p:spPr>
            <a:xfrm>
              <a:off x="7399626" y="1590009"/>
              <a:ext cx="23135" cy="19833"/>
            </a:xfrm>
            <a:custGeom>
              <a:avLst/>
              <a:gdLst/>
              <a:ahLst/>
              <a:cxnLst/>
              <a:rect l="l" t="t" r="r" b="b"/>
              <a:pathLst>
                <a:path w="883" h="757" extrusionOk="0">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61"/>
            <p:cNvSpPr/>
            <p:nvPr/>
          </p:nvSpPr>
          <p:spPr>
            <a:xfrm>
              <a:off x="7108806" y="1792431"/>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61"/>
            <p:cNvSpPr/>
            <p:nvPr/>
          </p:nvSpPr>
          <p:spPr>
            <a:xfrm>
              <a:off x="7128639" y="1823320"/>
              <a:ext cx="23135" cy="19755"/>
            </a:xfrm>
            <a:custGeom>
              <a:avLst/>
              <a:gdLst/>
              <a:ahLst/>
              <a:cxnLst/>
              <a:rect l="l" t="t" r="r" b="b"/>
              <a:pathLst>
                <a:path w="883" h="754" extrusionOk="0">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61"/>
            <p:cNvSpPr/>
            <p:nvPr/>
          </p:nvSpPr>
          <p:spPr>
            <a:xfrm>
              <a:off x="7129635" y="1561137"/>
              <a:ext cx="319981" cy="298628"/>
            </a:xfrm>
            <a:custGeom>
              <a:avLst/>
              <a:gdLst/>
              <a:ahLst/>
              <a:cxnLst/>
              <a:rect l="l" t="t" r="r" b="b"/>
              <a:pathLst>
                <a:path w="12213" h="11398" extrusionOk="0">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61"/>
            <p:cNvSpPr/>
            <p:nvPr/>
          </p:nvSpPr>
          <p:spPr>
            <a:xfrm>
              <a:off x="7117583" y="1646523"/>
              <a:ext cx="107027" cy="112162"/>
            </a:xfrm>
            <a:custGeom>
              <a:avLst/>
              <a:gdLst/>
              <a:ahLst/>
              <a:cxnLst/>
              <a:rect l="l" t="t" r="r" b="b"/>
              <a:pathLst>
                <a:path w="4085" h="4281" extrusionOk="0">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61"/>
            <p:cNvSpPr/>
            <p:nvPr/>
          </p:nvSpPr>
          <p:spPr>
            <a:xfrm>
              <a:off x="7117347" y="1646523"/>
              <a:ext cx="107499" cy="112057"/>
            </a:xfrm>
            <a:custGeom>
              <a:avLst/>
              <a:gdLst/>
              <a:ahLst/>
              <a:cxnLst/>
              <a:rect l="l" t="t" r="r" b="b"/>
              <a:pathLst>
                <a:path w="4103" h="4277" extrusionOk="0">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61"/>
            <p:cNvSpPr/>
            <p:nvPr/>
          </p:nvSpPr>
          <p:spPr>
            <a:xfrm>
              <a:off x="7136421" y="1769322"/>
              <a:ext cx="23135" cy="19912"/>
            </a:xfrm>
            <a:custGeom>
              <a:avLst/>
              <a:gdLst/>
              <a:ahLst/>
              <a:cxnLst/>
              <a:rect l="l" t="t" r="r" b="b"/>
              <a:pathLst>
                <a:path w="883" h="760" extrusionOk="0">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61"/>
            <p:cNvSpPr/>
            <p:nvPr/>
          </p:nvSpPr>
          <p:spPr>
            <a:xfrm>
              <a:off x="7274311" y="1538029"/>
              <a:ext cx="23108" cy="19833"/>
            </a:xfrm>
            <a:custGeom>
              <a:avLst/>
              <a:gdLst/>
              <a:ahLst/>
              <a:cxnLst/>
              <a:rect l="l" t="t" r="r" b="b"/>
              <a:pathLst>
                <a:path w="882" h="757" extrusionOk="0">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61"/>
            <p:cNvSpPr/>
            <p:nvPr/>
          </p:nvSpPr>
          <p:spPr>
            <a:xfrm>
              <a:off x="7318249" y="1631956"/>
              <a:ext cx="23135" cy="19833"/>
            </a:xfrm>
            <a:custGeom>
              <a:avLst/>
              <a:gdLst/>
              <a:ahLst/>
              <a:cxnLst/>
              <a:rect l="l" t="t" r="r" b="b"/>
              <a:pathLst>
                <a:path w="883" h="757" extrusionOk="0">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61"/>
            <p:cNvSpPr/>
            <p:nvPr/>
          </p:nvSpPr>
          <p:spPr>
            <a:xfrm>
              <a:off x="7254216" y="1613118"/>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61"/>
            <p:cNvSpPr/>
            <p:nvPr/>
          </p:nvSpPr>
          <p:spPr>
            <a:xfrm>
              <a:off x="7226575" y="1689465"/>
              <a:ext cx="23397" cy="19833"/>
            </a:xfrm>
            <a:custGeom>
              <a:avLst/>
              <a:gdLst/>
              <a:ahLst/>
              <a:cxnLst/>
              <a:rect l="l" t="t" r="r" b="b"/>
              <a:pathLst>
                <a:path w="893" h="757" extrusionOk="0">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61"/>
            <p:cNvSpPr/>
            <p:nvPr/>
          </p:nvSpPr>
          <p:spPr>
            <a:xfrm>
              <a:off x="7395093" y="1586734"/>
              <a:ext cx="23135" cy="19833"/>
            </a:xfrm>
            <a:custGeom>
              <a:avLst/>
              <a:gdLst/>
              <a:ahLst/>
              <a:cxnLst/>
              <a:rect l="l" t="t" r="r" b="b"/>
              <a:pathLst>
                <a:path w="883" h="757" extrusionOk="0">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61"/>
            <p:cNvSpPr/>
            <p:nvPr/>
          </p:nvSpPr>
          <p:spPr>
            <a:xfrm>
              <a:off x="7104273" y="1789156"/>
              <a:ext cx="23135" cy="19912"/>
            </a:xfrm>
            <a:custGeom>
              <a:avLst/>
              <a:gdLst/>
              <a:ahLst/>
              <a:cxnLst/>
              <a:rect l="l" t="t" r="r" b="b"/>
              <a:pathLst>
                <a:path w="883" h="760" extrusionOk="0">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61"/>
            <p:cNvSpPr/>
            <p:nvPr/>
          </p:nvSpPr>
          <p:spPr>
            <a:xfrm>
              <a:off x="7124133" y="1820045"/>
              <a:ext cx="23108" cy="19781"/>
            </a:xfrm>
            <a:custGeom>
              <a:avLst/>
              <a:gdLst/>
              <a:ahLst/>
              <a:cxnLst/>
              <a:rect l="l" t="t" r="r" b="b"/>
              <a:pathLst>
                <a:path w="882" h="755" extrusionOk="0">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61"/>
            <p:cNvSpPr/>
            <p:nvPr/>
          </p:nvSpPr>
          <p:spPr>
            <a:xfrm>
              <a:off x="7159529" y="1730677"/>
              <a:ext cx="86670" cy="97438"/>
            </a:xfrm>
            <a:custGeom>
              <a:avLst/>
              <a:gdLst/>
              <a:ahLst/>
              <a:cxnLst/>
              <a:rect l="l" t="t" r="r" b="b"/>
              <a:pathLst>
                <a:path w="3308" h="3719" extrusionOk="0">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4" name="Google Shape;7364;p61"/>
          <p:cNvGrpSpPr/>
          <p:nvPr/>
        </p:nvGrpSpPr>
        <p:grpSpPr>
          <a:xfrm>
            <a:off x="7964877" y="1320302"/>
            <a:ext cx="378747" cy="361455"/>
            <a:chOff x="7968952" y="1500877"/>
            <a:chExt cx="378747" cy="361455"/>
          </a:xfrm>
        </p:grpSpPr>
        <p:sp>
          <p:nvSpPr>
            <p:cNvPr id="7365" name="Google Shape;7365;p61"/>
            <p:cNvSpPr/>
            <p:nvPr/>
          </p:nvSpPr>
          <p:spPr>
            <a:xfrm>
              <a:off x="8160579" y="1622393"/>
              <a:ext cx="52505" cy="51771"/>
            </a:xfrm>
            <a:custGeom>
              <a:avLst/>
              <a:gdLst/>
              <a:ahLst/>
              <a:cxnLst/>
              <a:rect l="l" t="t" r="r" b="b"/>
              <a:pathLst>
                <a:path w="2004" h="1976" extrusionOk="0">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61"/>
            <p:cNvSpPr/>
            <p:nvPr/>
          </p:nvSpPr>
          <p:spPr>
            <a:xfrm>
              <a:off x="8163592" y="1642750"/>
              <a:ext cx="49728" cy="31230"/>
            </a:xfrm>
            <a:custGeom>
              <a:avLst/>
              <a:gdLst/>
              <a:ahLst/>
              <a:cxnLst/>
              <a:rect l="l" t="t" r="r" b="b"/>
              <a:pathLst>
                <a:path w="1898" h="1192" extrusionOk="0">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61"/>
            <p:cNvSpPr/>
            <p:nvPr/>
          </p:nvSpPr>
          <p:spPr>
            <a:xfrm>
              <a:off x="7968952" y="1652549"/>
              <a:ext cx="215233" cy="209364"/>
            </a:xfrm>
            <a:custGeom>
              <a:avLst/>
              <a:gdLst/>
              <a:ahLst/>
              <a:cxnLst/>
              <a:rect l="l" t="t" r="r" b="b"/>
              <a:pathLst>
                <a:path w="8215" h="7991" extrusionOk="0">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61"/>
            <p:cNvSpPr/>
            <p:nvPr/>
          </p:nvSpPr>
          <p:spPr>
            <a:xfrm>
              <a:off x="8164587" y="1652287"/>
              <a:ext cx="9825" cy="10061"/>
            </a:xfrm>
            <a:custGeom>
              <a:avLst/>
              <a:gdLst/>
              <a:ahLst/>
              <a:cxnLst/>
              <a:rect l="l" t="t" r="r" b="b"/>
              <a:pathLst>
                <a:path w="375" h="384" extrusionOk="0">
                  <a:moveTo>
                    <a:pt x="374" y="384"/>
                  </a:moveTo>
                  <a:lnTo>
                    <a:pt x="0" y="1"/>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61"/>
            <p:cNvSpPr/>
            <p:nvPr/>
          </p:nvSpPr>
          <p:spPr>
            <a:xfrm>
              <a:off x="7972463" y="1662583"/>
              <a:ext cx="211722" cy="199565"/>
            </a:xfrm>
            <a:custGeom>
              <a:avLst/>
              <a:gdLst/>
              <a:ahLst/>
              <a:cxnLst/>
              <a:rect l="l" t="t" r="r" b="b"/>
              <a:pathLst>
                <a:path w="8081" h="7617" extrusionOk="0">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61"/>
            <p:cNvSpPr/>
            <p:nvPr/>
          </p:nvSpPr>
          <p:spPr>
            <a:xfrm>
              <a:off x="8167103" y="1502554"/>
              <a:ext cx="180597" cy="157750"/>
            </a:xfrm>
            <a:custGeom>
              <a:avLst/>
              <a:gdLst/>
              <a:ahLst/>
              <a:cxnLst/>
              <a:rect l="l" t="t" r="r" b="b"/>
              <a:pathLst>
                <a:path w="6893" h="6021" extrusionOk="0">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61"/>
            <p:cNvSpPr/>
            <p:nvPr/>
          </p:nvSpPr>
          <p:spPr>
            <a:xfrm>
              <a:off x="8187198" y="1506877"/>
              <a:ext cx="160501" cy="153427"/>
            </a:xfrm>
            <a:custGeom>
              <a:avLst/>
              <a:gdLst/>
              <a:ahLst/>
              <a:cxnLst/>
              <a:rect l="l" t="t" r="r" b="b"/>
              <a:pathLst>
                <a:path w="6126" h="5856" extrusionOk="0">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61"/>
            <p:cNvSpPr/>
            <p:nvPr/>
          </p:nvSpPr>
          <p:spPr>
            <a:xfrm>
              <a:off x="8073176" y="1500877"/>
              <a:ext cx="93193" cy="81430"/>
            </a:xfrm>
            <a:custGeom>
              <a:avLst/>
              <a:gdLst/>
              <a:ahLst/>
              <a:cxnLst/>
              <a:rect l="l" t="t" r="r" b="b"/>
              <a:pathLst>
                <a:path w="3557" h="3108" extrusionOk="0">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61"/>
            <p:cNvSpPr/>
            <p:nvPr/>
          </p:nvSpPr>
          <p:spPr>
            <a:xfrm>
              <a:off x="8081455" y="1501846"/>
              <a:ext cx="85176" cy="80696"/>
            </a:xfrm>
            <a:custGeom>
              <a:avLst/>
              <a:gdLst/>
              <a:ahLst/>
              <a:cxnLst/>
              <a:rect l="l" t="t" r="r" b="b"/>
              <a:pathLst>
                <a:path w="3251" h="3080" extrusionOk="0">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61"/>
            <p:cNvSpPr/>
            <p:nvPr/>
          </p:nvSpPr>
          <p:spPr>
            <a:xfrm>
              <a:off x="8069901" y="1562630"/>
              <a:ext cx="26907" cy="26593"/>
            </a:xfrm>
            <a:custGeom>
              <a:avLst/>
              <a:gdLst/>
              <a:ahLst/>
              <a:cxnLst/>
              <a:rect l="l" t="t" r="r" b="b"/>
              <a:pathLst>
                <a:path w="1027" h="1015" extrusionOk="0">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61"/>
            <p:cNvSpPr/>
            <p:nvPr/>
          </p:nvSpPr>
          <p:spPr>
            <a:xfrm>
              <a:off x="7970969" y="1578193"/>
              <a:ext cx="111009" cy="108337"/>
            </a:xfrm>
            <a:custGeom>
              <a:avLst/>
              <a:gdLst/>
              <a:ahLst/>
              <a:cxnLst/>
              <a:rect l="l" t="t" r="r" b="b"/>
              <a:pathLst>
                <a:path w="4237" h="4135" extrusionOk="0">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61"/>
            <p:cNvSpPr/>
            <p:nvPr/>
          </p:nvSpPr>
          <p:spPr>
            <a:xfrm>
              <a:off x="8247458" y="1676758"/>
              <a:ext cx="92958" cy="81534"/>
            </a:xfrm>
            <a:custGeom>
              <a:avLst/>
              <a:gdLst/>
              <a:ahLst/>
              <a:cxnLst/>
              <a:rect l="l" t="t" r="r" b="b"/>
              <a:pathLst>
                <a:path w="3548" h="3112" extrusionOk="0">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61"/>
            <p:cNvSpPr/>
            <p:nvPr/>
          </p:nvSpPr>
          <p:spPr>
            <a:xfrm>
              <a:off x="8255501" y="1677648"/>
              <a:ext cx="85150" cy="80460"/>
            </a:xfrm>
            <a:custGeom>
              <a:avLst/>
              <a:gdLst/>
              <a:ahLst/>
              <a:cxnLst/>
              <a:rect l="l" t="t" r="r" b="b"/>
              <a:pathLst>
                <a:path w="3250" h="3071" extrusionOk="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61"/>
            <p:cNvSpPr/>
            <p:nvPr/>
          </p:nvSpPr>
          <p:spPr>
            <a:xfrm>
              <a:off x="8244183" y="1738432"/>
              <a:ext cx="27169" cy="26776"/>
            </a:xfrm>
            <a:custGeom>
              <a:avLst/>
              <a:gdLst/>
              <a:ahLst/>
              <a:cxnLst/>
              <a:rect l="l" t="t" r="r" b="b"/>
              <a:pathLst>
                <a:path w="1037" h="1022" extrusionOk="0">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61"/>
            <p:cNvSpPr/>
            <p:nvPr/>
          </p:nvSpPr>
          <p:spPr>
            <a:xfrm>
              <a:off x="8145252" y="1753995"/>
              <a:ext cx="111036" cy="108337"/>
            </a:xfrm>
            <a:custGeom>
              <a:avLst/>
              <a:gdLst/>
              <a:ahLst/>
              <a:cxnLst/>
              <a:rect l="l" t="t" r="r" b="b"/>
              <a:pathLst>
                <a:path w="4238" h="4135" extrusionOk="0">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0" name="Google Shape;7380;p61"/>
          <p:cNvGrpSpPr/>
          <p:nvPr/>
        </p:nvGrpSpPr>
        <p:grpSpPr>
          <a:xfrm>
            <a:off x="5757370" y="1361148"/>
            <a:ext cx="362163" cy="279737"/>
            <a:chOff x="5761445" y="1541723"/>
            <a:chExt cx="362163" cy="279737"/>
          </a:xfrm>
        </p:grpSpPr>
        <p:sp>
          <p:nvSpPr>
            <p:cNvPr id="7381" name="Google Shape;7381;p61"/>
            <p:cNvSpPr/>
            <p:nvPr/>
          </p:nvSpPr>
          <p:spPr>
            <a:xfrm>
              <a:off x="5870699" y="1603371"/>
              <a:ext cx="64059" cy="218089"/>
            </a:xfrm>
            <a:custGeom>
              <a:avLst/>
              <a:gdLst/>
              <a:ahLst/>
              <a:cxnLst/>
              <a:rect l="l" t="t" r="r" b="b"/>
              <a:pathLst>
                <a:path w="2445" h="8324" extrusionOk="0">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61"/>
            <p:cNvSpPr/>
            <p:nvPr/>
          </p:nvSpPr>
          <p:spPr>
            <a:xfrm>
              <a:off x="5761445" y="1541723"/>
              <a:ext cx="139567" cy="223198"/>
            </a:xfrm>
            <a:custGeom>
              <a:avLst/>
              <a:gdLst/>
              <a:ahLst/>
              <a:cxnLst/>
              <a:rect l="l" t="t" r="r" b="b"/>
              <a:pathLst>
                <a:path w="5327" h="8519" extrusionOk="0">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61"/>
            <p:cNvSpPr/>
            <p:nvPr/>
          </p:nvSpPr>
          <p:spPr>
            <a:xfrm>
              <a:off x="5761707" y="1541854"/>
              <a:ext cx="83159" cy="222962"/>
            </a:xfrm>
            <a:custGeom>
              <a:avLst/>
              <a:gdLst/>
              <a:ahLst/>
              <a:cxnLst/>
              <a:rect l="l" t="t" r="r" b="b"/>
              <a:pathLst>
                <a:path w="3174" h="8510" extrusionOk="0">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61"/>
            <p:cNvSpPr/>
            <p:nvPr/>
          </p:nvSpPr>
          <p:spPr>
            <a:xfrm>
              <a:off x="5950059" y="1603371"/>
              <a:ext cx="64059" cy="218089"/>
            </a:xfrm>
            <a:custGeom>
              <a:avLst/>
              <a:gdLst/>
              <a:ahLst/>
              <a:cxnLst/>
              <a:rect l="l" t="t" r="r" b="b"/>
              <a:pathLst>
                <a:path w="2445" h="8324" extrusionOk="0">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61"/>
            <p:cNvSpPr/>
            <p:nvPr/>
          </p:nvSpPr>
          <p:spPr>
            <a:xfrm>
              <a:off x="5984040" y="1541723"/>
              <a:ext cx="139567" cy="223250"/>
            </a:xfrm>
            <a:custGeom>
              <a:avLst/>
              <a:gdLst/>
              <a:ahLst/>
              <a:cxnLst/>
              <a:rect l="l" t="t" r="r" b="b"/>
              <a:pathLst>
                <a:path w="5327" h="8521" extrusionOk="0">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61"/>
            <p:cNvSpPr/>
            <p:nvPr/>
          </p:nvSpPr>
          <p:spPr>
            <a:xfrm>
              <a:off x="6038955" y="1541959"/>
              <a:ext cx="84652" cy="223119"/>
            </a:xfrm>
            <a:custGeom>
              <a:avLst/>
              <a:gdLst/>
              <a:ahLst/>
              <a:cxnLst/>
              <a:rect l="l" t="t" r="r" b="b"/>
              <a:pathLst>
                <a:path w="3231" h="8516" extrusionOk="0">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7" name="Google Shape;7387;p61"/>
          <p:cNvGrpSpPr/>
          <p:nvPr/>
        </p:nvGrpSpPr>
        <p:grpSpPr>
          <a:xfrm>
            <a:off x="6200883" y="3175000"/>
            <a:ext cx="358390" cy="362320"/>
            <a:chOff x="6204958" y="3355575"/>
            <a:chExt cx="358390" cy="362320"/>
          </a:xfrm>
        </p:grpSpPr>
        <p:sp>
          <p:nvSpPr>
            <p:cNvPr id="7388" name="Google Shape;7388;p61"/>
            <p:cNvSpPr/>
            <p:nvPr/>
          </p:nvSpPr>
          <p:spPr>
            <a:xfrm>
              <a:off x="6204958" y="3355706"/>
              <a:ext cx="358154" cy="362189"/>
            </a:xfrm>
            <a:custGeom>
              <a:avLst/>
              <a:gdLst/>
              <a:ahLst/>
              <a:cxnLst/>
              <a:rect l="l" t="t" r="r" b="b"/>
              <a:pathLst>
                <a:path w="13670" h="13824" extrusionOk="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61"/>
            <p:cNvSpPr/>
            <p:nvPr/>
          </p:nvSpPr>
          <p:spPr>
            <a:xfrm>
              <a:off x="6253428" y="3355575"/>
              <a:ext cx="309920" cy="221442"/>
            </a:xfrm>
            <a:custGeom>
              <a:avLst/>
              <a:gdLst/>
              <a:ahLst/>
              <a:cxnLst/>
              <a:rect l="l" t="t" r="r" b="b"/>
              <a:pathLst>
                <a:path w="11829" h="8452" extrusionOk="0">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61"/>
            <p:cNvSpPr/>
            <p:nvPr/>
          </p:nvSpPr>
          <p:spPr>
            <a:xfrm>
              <a:off x="6225814" y="3425057"/>
              <a:ext cx="3537" cy="6550"/>
            </a:xfrm>
            <a:custGeom>
              <a:avLst/>
              <a:gdLst/>
              <a:ahLst/>
              <a:cxnLst/>
              <a:rect l="l" t="t" r="r" b="b"/>
              <a:pathLst>
                <a:path w="135" h="250" extrusionOk="0">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61"/>
            <p:cNvSpPr/>
            <p:nvPr/>
          </p:nvSpPr>
          <p:spPr>
            <a:xfrm>
              <a:off x="6367451" y="3577751"/>
              <a:ext cx="139148" cy="140144"/>
            </a:xfrm>
            <a:custGeom>
              <a:avLst/>
              <a:gdLst/>
              <a:ahLst/>
              <a:cxnLst/>
              <a:rect l="l" t="t" r="r" b="b"/>
              <a:pathLst>
                <a:path w="5311" h="5349" extrusionOk="0">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61"/>
            <p:cNvSpPr/>
            <p:nvPr/>
          </p:nvSpPr>
          <p:spPr>
            <a:xfrm>
              <a:off x="6460120" y="3595069"/>
              <a:ext cx="46479" cy="122328"/>
            </a:xfrm>
            <a:custGeom>
              <a:avLst/>
              <a:gdLst/>
              <a:ahLst/>
              <a:cxnLst/>
              <a:rect l="l" t="t" r="r" b="b"/>
              <a:pathLst>
                <a:path w="1774" h="4669" extrusionOk="0">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61"/>
            <p:cNvSpPr/>
            <p:nvPr/>
          </p:nvSpPr>
          <p:spPr>
            <a:xfrm>
              <a:off x="6419929" y="3572485"/>
              <a:ext cx="101997" cy="56513"/>
            </a:xfrm>
            <a:custGeom>
              <a:avLst/>
              <a:gdLst/>
              <a:ahLst/>
              <a:cxnLst/>
              <a:rect l="l" t="t" r="r" b="b"/>
              <a:pathLst>
                <a:path w="3893" h="2157" extrusionOk="0">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61"/>
            <p:cNvSpPr/>
            <p:nvPr/>
          </p:nvSpPr>
          <p:spPr>
            <a:xfrm>
              <a:off x="6426453" y="3572485"/>
              <a:ext cx="95211" cy="56513"/>
            </a:xfrm>
            <a:custGeom>
              <a:avLst/>
              <a:gdLst/>
              <a:ahLst/>
              <a:cxnLst/>
              <a:rect l="l" t="t" r="r" b="b"/>
              <a:pathLst>
                <a:path w="3634" h="2157" extrusionOk="0">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61"/>
            <p:cNvSpPr/>
            <p:nvPr/>
          </p:nvSpPr>
          <p:spPr>
            <a:xfrm>
              <a:off x="6381232" y="3407006"/>
              <a:ext cx="100503" cy="62277"/>
            </a:xfrm>
            <a:custGeom>
              <a:avLst/>
              <a:gdLst/>
              <a:ahLst/>
              <a:cxnLst/>
              <a:rect l="l" t="t" r="r" b="b"/>
              <a:pathLst>
                <a:path w="3836" h="2377" extrusionOk="0">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61"/>
            <p:cNvSpPr/>
            <p:nvPr/>
          </p:nvSpPr>
          <p:spPr>
            <a:xfrm>
              <a:off x="6255865" y="3454873"/>
              <a:ext cx="84259" cy="48811"/>
            </a:xfrm>
            <a:custGeom>
              <a:avLst/>
              <a:gdLst/>
              <a:ahLst/>
              <a:cxnLst/>
              <a:rect l="l" t="t" r="r" b="b"/>
              <a:pathLst>
                <a:path w="3216" h="1863" extrusionOk="0">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61"/>
            <p:cNvSpPr/>
            <p:nvPr/>
          </p:nvSpPr>
          <p:spPr>
            <a:xfrm>
              <a:off x="6422183" y="3506932"/>
              <a:ext cx="51273" cy="22637"/>
            </a:xfrm>
            <a:custGeom>
              <a:avLst/>
              <a:gdLst/>
              <a:ahLst/>
              <a:cxnLst/>
              <a:rect l="l" t="t" r="r" b="b"/>
              <a:pathLst>
                <a:path w="1957" h="864" extrusionOk="0">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61"/>
            <p:cNvSpPr/>
            <p:nvPr/>
          </p:nvSpPr>
          <p:spPr>
            <a:xfrm>
              <a:off x="6358621" y="3569236"/>
              <a:ext cx="52793" cy="23292"/>
            </a:xfrm>
            <a:custGeom>
              <a:avLst/>
              <a:gdLst/>
              <a:ahLst/>
              <a:cxnLst/>
              <a:rect l="l" t="t" r="r" b="b"/>
              <a:pathLst>
                <a:path w="2015" h="889" extrusionOk="0">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61"/>
            <p:cNvSpPr/>
            <p:nvPr/>
          </p:nvSpPr>
          <p:spPr>
            <a:xfrm>
              <a:off x="6345076" y="3480470"/>
              <a:ext cx="45509" cy="34532"/>
            </a:xfrm>
            <a:custGeom>
              <a:avLst/>
              <a:gdLst/>
              <a:ahLst/>
              <a:cxnLst/>
              <a:rect l="l" t="t" r="r" b="b"/>
              <a:pathLst>
                <a:path w="1737" h="1318" extrusionOk="0">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61"/>
            <p:cNvSpPr/>
            <p:nvPr/>
          </p:nvSpPr>
          <p:spPr>
            <a:xfrm>
              <a:off x="6278030" y="3534285"/>
              <a:ext cx="15353" cy="32933"/>
            </a:xfrm>
            <a:custGeom>
              <a:avLst/>
              <a:gdLst/>
              <a:ahLst/>
              <a:cxnLst/>
              <a:rect l="l" t="t" r="r" b="b"/>
              <a:pathLst>
                <a:path w="586" h="1257" extrusionOk="0">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61"/>
            <p:cNvSpPr/>
            <p:nvPr/>
          </p:nvSpPr>
          <p:spPr>
            <a:xfrm>
              <a:off x="6325767" y="3362911"/>
              <a:ext cx="20672" cy="25519"/>
            </a:xfrm>
            <a:custGeom>
              <a:avLst/>
              <a:gdLst/>
              <a:ahLst/>
              <a:cxnLst/>
              <a:rect l="l" t="t" r="r" b="b"/>
              <a:pathLst>
                <a:path w="789" h="974" extrusionOk="0">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61"/>
            <p:cNvSpPr/>
            <p:nvPr/>
          </p:nvSpPr>
          <p:spPr>
            <a:xfrm>
              <a:off x="6305042" y="3381146"/>
              <a:ext cx="50880" cy="19205"/>
            </a:xfrm>
            <a:custGeom>
              <a:avLst/>
              <a:gdLst/>
              <a:ahLst/>
              <a:cxnLst/>
              <a:rect l="l" t="t" r="r" b="b"/>
              <a:pathLst>
                <a:path w="1942" h="733" extrusionOk="0">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61"/>
            <p:cNvSpPr/>
            <p:nvPr/>
          </p:nvSpPr>
          <p:spPr>
            <a:xfrm>
              <a:off x="6526275" y="3501037"/>
              <a:ext cx="29056" cy="37309"/>
            </a:xfrm>
            <a:custGeom>
              <a:avLst/>
              <a:gdLst/>
              <a:ahLst/>
              <a:cxnLst/>
              <a:rect l="l" t="t" r="r" b="b"/>
              <a:pathLst>
                <a:path w="1109" h="1424" extrusionOk="0">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4" name="Google Shape;7404;p61"/>
          <p:cNvGrpSpPr/>
          <p:nvPr/>
        </p:nvGrpSpPr>
        <p:grpSpPr>
          <a:xfrm>
            <a:off x="4935895" y="1319280"/>
            <a:ext cx="242979" cy="362660"/>
            <a:chOff x="4939970" y="1499855"/>
            <a:chExt cx="242979" cy="362660"/>
          </a:xfrm>
        </p:grpSpPr>
        <p:sp>
          <p:nvSpPr>
            <p:cNvPr id="7405" name="Google Shape;7405;p61"/>
            <p:cNvSpPr/>
            <p:nvPr/>
          </p:nvSpPr>
          <p:spPr>
            <a:xfrm>
              <a:off x="4992973" y="1499855"/>
              <a:ext cx="43728" cy="120075"/>
            </a:xfrm>
            <a:custGeom>
              <a:avLst/>
              <a:gdLst/>
              <a:ahLst/>
              <a:cxnLst/>
              <a:rect l="l" t="t" r="r" b="b"/>
              <a:pathLst>
                <a:path w="1669" h="4583" extrusionOk="0">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61"/>
            <p:cNvSpPr/>
            <p:nvPr/>
          </p:nvSpPr>
          <p:spPr>
            <a:xfrm>
              <a:off x="4993470" y="1584979"/>
              <a:ext cx="42732" cy="34951"/>
            </a:xfrm>
            <a:custGeom>
              <a:avLst/>
              <a:gdLst/>
              <a:ahLst/>
              <a:cxnLst/>
              <a:rect l="l" t="t" r="r" b="b"/>
              <a:pathLst>
                <a:path w="1631" h="1334" extrusionOk="0">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61"/>
            <p:cNvSpPr/>
            <p:nvPr/>
          </p:nvSpPr>
          <p:spPr>
            <a:xfrm>
              <a:off x="4939970" y="1536588"/>
              <a:ext cx="203207" cy="325928"/>
            </a:xfrm>
            <a:custGeom>
              <a:avLst/>
              <a:gdLst/>
              <a:ahLst/>
              <a:cxnLst/>
              <a:rect l="l" t="t" r="r" b="b"/>
              <a:pathLst>
                <a:path w="7756" h="12440" extrusionOk="0">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61"/>
            <p:cNvSpPr/>
            <p:nvPr/>
          </p:nvSpPr>
          <p:spPr>
            <a:xfrm>
              <a:off x="5033163" y="1662321"/>
              <a:ext cx="149785" cy="191155"/>
            </a:xfrm>
            <a:custGeom>
              <a:avLst/>
              <a:gdLst/>
              <a:ahLst/>
              <a:cxnLst/>
              <a:rect l="l" t="t" r="r" b="b"/>
              <a:pathLst>
                <a:path w="5717" h="7296" extrusionOk="0">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61"/>
            <p:cNvSpPr/>
            <p:nvPr/>
          </p:nvSpPr>
          <p:spPr>
            <a:xfrm>
              <a:off x="5033399" y="1662321"/>
              <a:ext cx="25388" cy="27667"/>
            </a:xfrm>
            <a:custGeom>
              <a:avLst/>
              <a:gdLst/>
              <a:ahLst/>
              <a:cxnLst/>
              <a:rect l="l" t="t" r="r" b="b"/>
              <a:pathLst>
                <a:path w="969" h="1056" extrusionOk="0">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61"/>
            <p:cNvSpPr/>
            <p:nvPr/>
          </p:nvSpPr>
          <p:spPr>
            <a:xfrm>
              <a:off x="5006780" y="1626427"/>
              <a:ext cx="30680" cy="26279"/>
            </a:xfrm>
            <a:custGeom>
              <a:avLst/>
              <a:gdLst/>
              <a:ahLst/>
              <a:cxnLst/>
              <a:rect l="l" t="t" r="r" b="b"/>
              <a:pathLst>
                <a:path w="1171" h="1003" extrusionOk="0">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1" name="Google Shape;7411;p61"/>
          <p:cNvGrpSpPr/>
          <p:nvPr/>
        </p:nvGrpSpPr>
        <p:grpSpPr>
          <a:xfrm>
            <a:off x="8019373" y="3174921"/>
            <a:ext cx="284322" cy="362163"/>
            <a:chOff x="8023448" y="3355496"/>
            <a:chExt cx="284322" cy="362163"/>
          </a:xfrm>
        </p:grpSpPr>
        <p:sp>
          <p:nvSpPr>
            <p:cNvPr id="7412" name="Google Shape;7412;p61"/>
            <p:cNvSpPr/>
            <p:nvPr/>
          </p:nvSpPr>
          <p:spPr>
            <a:xfrm>
              <a:off x="8023448" y="3372815"/>
              <a:ext cx="284322" cy="344844"/>
            </a:xfrm>
            <a:custGeom>
              <a:avLst/>
              <a:gdLst/>
              <a:ahLst/>
              <a:cxnLst/>
              <a:rect l="l" t="t" r="r" b="b"/>
              <a:pathLst>
                <a:path w="10852" h="13162" extrusionOk="0">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61"/>
            <p:cNvSpPr/>
            <p:nvPr/>
          </p:nvSpPr>
          <p:spPr>
            <a:xfrm>
              <a:off x="8241930" y="3373077"/>
              <a:ext cx="65841" cy="344582"/>
            </a:xfrm>
            <a:custGeom>
              <a:avLst/>
              <a:gdLst/>
              <a:ahLst/>
              <a:cxnLst/>
              <a:rect l="l" t="t" r="r" b="b"/>
              <a:pathLst>
                <a:path w="2513" h="13152" extrusionOk="0">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61"/>
            <p:cNvSpPr/>
            <p:nvPr/>
          </p:nvSpPr>
          <p:spPr>
            <a:xfrm>
              <a:off x="8058111" y="3373077"/>
              <a:ext cx="214997" cy="312435"/>
            </a:xfrm>
            <a:custGeom>
              <a:avLst/>
              <a:gdLst/>
              <a:ahLst/>
              <a:cxnLst/>
              <a:rect l="l" t="t" r="r" b="b"/>
              <a:pathLst>
                <a:path w="8206" h="11925" extrusionOk="0">
                  <a:moveTo>
                    <a:pt x="0" y="0"/>
                  </a:moveTo>
                  <a:lnTo>
                    <a:pt x="0" y="11925"/>
                  </a:lnTo>
                  <a:lnTo>
                    <a:pt x="8205" y="11925"/>
                  </a:lnTo>
                  <a:lnTo>
                    <a:pt x="8205" y="0"/>
                  </a:ln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61"/>
            <p:cNvSpPr/>
            <p:nvPr/>
          </p:nvSpPr>
          <p:spPr>
            <a:xfrm>
              <a:off x="8058346" y="3373077"/>
              <a:ext cx="214761" cy="312435"/>
            </a:xfrm>
            <a:custGeom>
              <a:avLst/>
              <a:gdLst/>
              <a:ahLst/>
              <a:cxnLst/>
              <a:rect l="l" t="t" r="r" b="b"/>
              <a:pathLst>
                <a:path w="8197" h="11925" extrusionOk="0">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61"/>
            <p:cNvSpPr/>
            <p:nvPr/>
          </p:nvSpPr>
          <p:spPr>
            <a:xfrm>
              <a:off x="8092013" y="3355496"/>
              <a:ext cx="147427" cy="72338"/>
            </a:xfrm>
            <a:custGeom>
              <a:avLst/>
              <a:gdLst/>
              <a:ahLst/>
              <a:cxnLst/>
              <a:rect l="l" t="t" r="r" b="b"/>
              <a:pathLst>
                <a:path w="5627" h="2761" extrusionOk="0">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61"/>
            <p:cNvSpPr/>
            <p:nvPr/>
          </p:nvSpPr>
          <p:spPr>
            <a:xfrm>
              <a:off x="8162570" y="3355496"/>
              <a:ext cx="76871" cy="72102"/>
            </a:xfrm>
            <a:custGeom>
              <a:avLst/>
              <a:gdLst/>
              <a:ahLst/>
              <a:cxnLst/>
              <a:rect l="l" t="t" r="r" b="b"/>
              <a:pathLst>
                <a:path w="2934" h="2752" extrusionOk="0">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61"/>
            <p:cNvSpPr/>
            <p:nvPr/>
          </p:nvSpPr>
          <p:spPr>
            <a:xfrm>
              <a:off x="8090992" y="3448402"/>
              <a:ext cx="147454" cy="103516"/>
            </a:xfrm>
            <a:custGeom>
              <a:avLst/>
              <a:gdLst/>
              <a:ahLst/>
              <a:cxnLst/>
              <a:rect l="l" t="t" r="r" b="b"/>
              <a:pathLst>
                <a:path w="5628" h="3951" extrusionOk="0">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61"/>
            <p:cNvSpPr/>
            <p:nvPr/>
          </p:nvSpPr>
          <p:spPr>
            <a:xfrm>
              <a:off x="8091254" y="3588310"/>
              <a:ext cx="148947" cy="10559"/>
            </a:xfrm>
            <a:custGeom>
              <a:avLst/>
              <a:gdLst/>
              <a:ahLst/>
              <a:cxnLst/>
              <a:rect l="l" t="t" r="r" b="b"/>
              <a:pathLst>
                <a:path w="5685" h="403" extrusionOk="0">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61"/>
            <p:cNvSpPr/>
            <p:nvPr/>
          </p:nvSpPr>
          <p:spPr>
            <a:xfrm>
              <a:off x="8091254" y="3634998"/>
              <a:ext cx="148947" cy="10585"/>
            </a:xfrm>
            <a:custGeom>
              <a:avLst/>
              <a:gdLst/>
              <a:ahLst/>
              <a:cxnLst/>
              <a:rect l="l" t="t" r="r" b="b"/>
              <a:pathLst>
                <a:path w="5685" h="404" extrusionOk="0">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1" name="Google Shape;7421;p61"/>
          <p:cNvGrpSpPr/>
          <p:nvPr/>
        </p:nvGrpSpPr>
        <p:grpSpPr>
          <a:xfrm>
            <a:off x="6640126" y="3174921"/>
            <a:ext cx="366695" cy="361979"/>
            <a:chOff x="6644201" y="3355496"/>
            <a:chExt cx="366695" cy="361979"/>
          </a:xfrm>
        </p:grpSpPr>
        <p:sp>
          <p:nvSpPr>
            <p:cNvPr id="7422" name="Google Shape;7422;p61"/>
            <p:cNvSpPr/>
            <p:nvPr/>
          </p:nvSpPr>
          <p:spPr>
            <a:xfrm>
              <a:off x="6824274" y="3378421"/>
              <a:ext cx="11056" cy="52190"/>
            </a:xfrm>
            <a:custGeom>
              <a:avLst/>
              <a:gdLst/>
              <a:ahLst/>
              <a:cxnLst/>
              <a:rect l="l" t="t" r="r" b="b"/>
              <a:pathLst>
                <a:path w="422" h="1992" extrusionOk="0">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61"/>
            <p:cNvSpPr/>
            <p:nvPr/>
          </p:nvSpPr>
          <p:spPr>
            <a:xfrm>
              <a:off x="6904944" y="3402709"/>
              <a:ext cx="60994" cy="56802"/>
            </a:xfrm>
            <a:custGeom>
              <a:avLst/>
              <a:gdLst/>
              <a:ahLst/>
              <a:cxnLst/>
              <a:rect l="l" t="t" r="r" b="b"/>
              <a:pathLst>
                <a:path w="2328" h="2168" extrusionOk="0">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61"/>
            <p:cNvSpPr/>
            <p:nvPr/>
          </p:nvSpPr>
          <p:spPr>
            <a:xfrm>
              <a:off x="6942541" y="3531036"/>
              <a:ext cx="47239" cy="10821"/>
            </a:xfrm>
            <a:custGeom>
              <a:avLst/>
              <a:gdLst/>
              <a:ahLst/>
              <a:cxnLst/>
              <a:rect l="l" t="t" r="r" b="b"/>
              <a:pathLst>
                <a:path w="1803" h="413" extrusionOk="0">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61"/>
            <p:cNvSpPr/>
            <p:nvPr/>
          </p:nvSpPr>
          <p:spPr>
            <a:xfrm>
              <a:off x="6927397" y="3636518"/>
              <a:ext cx="30759" cy="26645"/>
            </a:xfrm>
            <a:custGeom>
              <a:avLst/>
              <a:gdLst/>
              <a:ahLst/>
              <a:cxnLst/>
              <a:rect l="l" t="t" r="r" b="b"/>
              <a:pathLst>
                <a:path w="1174" h="1017" extrusionOk="0">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61"/>
            <p:cNvSpPr/>
            <p:nvPr/>
          </p:nvSpPr>
          <p:spPr>
            <a:xfrm>
              <a:off x="6905049" y="3614169"/>
              <a:ext cx="23973" cy="21117"/>
            </a:xfrm>
            <a:custGeom>
              <a:avLst/>
              <a:gdLst/>
              <a:ahLst/>
              <a:cxnLst/>
              <a:rect l="l" t="t" r="r" b="b"/>
              <a:pathLst>
                <a:path w="915" h="806" extrusionOk="0">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61"/>
            <p:cNvSpPr/>
            <p:nvPr/>
          </p:nvSpPr>
          <p:spPr>
            <a:xfrm>
              <a:off x="6824274" y="3642360"/>
              <a:ext cx="11056" cy="52190"/>
            </a:xfrm>
            <a:custGeom>
              <a:avLst/>
              <a:gdLst/>
              <a:ahLst/>
              <a:cxnLst/>
              <a:rect l="l" t="t" r="r" b="b"/>
              <a:pathLst>
                <a:path w="422" h="1992" extrusionOk="0">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61"/>
            <p:cNvSpPr/>
            <p:nvPr/>
          </p:nvSpPr>
          <p:spPr>
            <a:xfrm>
              <a:off x="6715780" y="3612754"/>
              <a:ext cx="40034" cy="37099"/>
            </a:xfrm>
            <a:custGeom>
              <a:avLst/>
              <a:gdLst/>
              <a:ahLst/>
              <a:cxnLst/>
              <a:rect l="l" t="t" r="r" b="b"/>
              <a:pathLst>
                <a:path w="1528" h="1416" extrusionOk="0">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61"/>
            <p:cNvSpPr/>
            <p:nvPr/>
          </p:nvSpPr>
          <p:spPr>
            <a:xfrm>
              <a:off x="6669825" y="3531036"/>
              <a:ext cx="47239" cy="10821"/>
            </a:xfrm>
            <a:custGeom>
              <a:avLst/>
              <a:gdLst/>
              <a:ahLst/>
              <a:cxnLst/>
              <a:rect l="l" t="t" r="r" b="b"/>
              <a:pathLst>
                <a:path w="1803" h="413" extrusionOk="0">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61"/>
            <p:cNvSpPr/>
            <p:nvPr/>
          </p:nvSpPr>
          <p:spPr>
            <a:xfrm>
              <a:off x="6700924" y="3410097"/>
              <a:ext cx="54548" cy="50409"/>
            </a:xfrm>
            <a:custGeom>
              <a:avLst/>
              <a:gdLst/>
              <a:ahLst/>
              <a:cxnLst/>
              <a:rect l="l" t="t" r="r" b="b"/>
              <a:pathLst>
                <a:path w="2082" h="1924" extrusionOk="0">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61"/>
            <p:cNvSpPr/>
            <p:nvPr/>
          </p:nvSpPr>
          <p:spPr>
            <a:xfrm>
              <a:off x="6709492" y="3418953"/>
              <a:ext cx="240621" cy="234988"/>
            </a:xfrm>
            <a:custGeom>
              <a:avLst/>
              <a:gdLst/>
              <a:ahLst/>
              <a:cxnLst/>
              <a:rect l="l" t="t" r="r" b="b"/>
              <a:pathLst>
                <a:path w="9184" h="8969" extrusionOk="0">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61"/>
            <p:cNvSpPr/>
            <p:nvPr/>
          </p:nvSpPr>
          <p:spPr>
            <a:xfrm>
              <a:off x="6749683" y="3436114"/>
              <a:ext cx="200430" cy="218010"/>
            </a:xfrm>
            <a:custGeom>
              <a:avLst/>
              <a:gdLst/>
              <a:ahLst/>
              <a:cxnLst/>
              <a:rect l="l" t="t" r="r" b="b"/>
              <a:pathLst>
                <a:path w="7650" h="8321" extrusionOk="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61"/>
            <p:cNvSpPr/>
            <p:nvPr/>
          </p:nvSpPr>
          <p:spPr>
            <a:xfrm>
              <a:off x="6774049" y="3464226"/>
              <a:ext cx="33169" cy="28244"/>
            </a:xfrm>
            <a:custGeom>
              <a:avLst/>
              <a:gdLst/>
              <a:ahLst/>
              <a:cxnLst/>
              <a:rect l="l" t="t" r="r" b="b"/>
              <a:pathLst>
                <a:path w="1266" h="1078" extrusionOk="0">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61"/>
            <p:cNvSpPr/>
            <p:nvPr/>
          </p:nvSpPr>
          <p:spPr>
            <a:xfrm>
              <a:off x="6810964" y="3355496"/>
              <a:ext cx="33169" cy="28479"/>
            </a:xfrm>
            <a:custGeom>
              <a:avLst/>
              <a:gdLst/>
              <a:ahLst/>
              <a:cxnLst/>
              <a:rect l="l" t="t" r="r" b="b"/>
              <a:pathLst>
                <a:path w="1266" h="1087" extrusionOk="0">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61"/>
            <p:cNvSpPr/>
            <p:nvPr/>
          </p:nvSpPr>
          <p:spPr>
            <a:xfrm>
              <a:off x="6866194" y="3511203"/>
              <a:ext cx="33195" cy="28401"/>
            </a:xfrm>
            <a:custGeom>
              <a:avLst/>
              <a:gdLst/>
              <a:ahLst/>
              <a:cxnLst/>
              <a:rect l="l" t="t" r="r" b="b"/>
              <a:pathLst>
                <a:path w="1267" h="1084" extrusionOk="0">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61"/>
            <p:cNvSpPr/>
            <p:nvPr/>
          </p:nvSpPr>
          <p:spPr>
            <a:xfrm>
              <a:off x="6762992" y="3556896"/>
              <a:ext cx="52505" cy="44828"/>
            </a:xfrm>
            <a:custGeom>
              <a:avLst/>
              <a:gdLst/>
              <a:ahLst/>
              <a:cxnLst/>
              <a:rect l="l" t="t" r="r" b="b"/>
              <a:pathLst>
                <a:path w="2004" h="1711" extrusionOk="0">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61"/>
            <p:cNvSpPr/>
            <p:nvPr/>
          </p:nvSpPr>
          <p:spPr>
            <a:xfrm>
              <a:off x="6953859" y="3377426"/>
              <a:ext cx="36680" cy="35003"/>
            </a:xfrm>
            <a:custGeom>
              <a:avLst/>
              <a:gdLst/>
              <a:ahLst/>
              <a:cxnLst/>
              <a:rect l="l" t="t" r="r" b="b"/>
              <a:pathLst>
                <a:path w="1400" h="1336" extrusionOk="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61"/>
            <p:cNvSpPr/>
            <p:nvPr/>
          </p:nvSpPr>
          <p:spPr>
            <a:xfrm>
              <a:off x="6977701" y="3522259"/>
              <a:ext cx="33195" cy="28479"/>
            </a:xfrm>
            <a:custGeom>
              <a:avLst/>
              <a:gdLst/>
              <a:ahLst/>
              <a:cxnLst/>
              <a:rect l="l" t="t" r="r" b="b"/>
              <a:pathLst>
                <a:path w="1267" h="1087" extrusionOk="0">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61"/>
            <p:cNvSpPr/>
            <p:nvPr/>
          </p:nvSpPr>
          <p:spPr>
            <a:xfrm>
              <a:off x="6945816" y="3652473"/>
              <a:ext cx="38462" cy="36680"/>
            </a:xfrm>
            <a:custGeom>
              <a:avLst/>
              <a:gdLst/>
              <a:ahLst/>
              <a:cxnLst/>
              <a:rect l="l" t="t" r="r" b="b"/>
              <a:pathLst>
                <a:path w="1468" h="1400" extrusionOk="0">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61"/>
            <p:cNvSpPr/>
            <p:nvPr/>
          </p:nvSpPr>
          <p:spPr>
            <a:xfrm>
              <a:off x="6810964" y="3688996"/>
              <a:ext cx="33169" cy="28479"/>
            </a:xfrm>
            <a:custGeom>
              <a:avLst/>
              <a:gdLst/>
              <a:ahLst/>
              <a:cxnLst/>
              <a:rect l="l" t="t" r="r" b="b"/>
              <a:pathLst>
                <a:path w="1266" h="1087" extrusionOk="0">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61"/>
            <p:cNvSpPr/>
            <p:nvPr/>
          </p:nvSpPr>
          <p:spPr>
            <a:xfrm>
              <a:off x="6697702" y="3640212"/>
              <a:ext cx="29894" cy="28479"/>
            </a:xfrm>
            <a:custGeom>
              <a:avLst/>
              <a:gdLst/>
              <a:ahLst/>
              <a:cxnLst/>
              <a:rect l="l" t="t" r="r" b="b"/>
              <a:pathLst>
                <a:path w="1141" h="1087" extrusionOk="0">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61"/>
            <p:cNvSpPr/>
            <p:nvPr/>
          </p:nvSpPr>
          <p:spPr>
            <a:xfrm>
              <a:off x="6644201" y="3522259"/>
              <a:ext cx="33169" cy="28479"/>
            </a:xfrm>
            <a:custGeom>
              <a:avLst/>
              <a:gdLst/>
              <a:ahLst/>
              <a:cxnLst/>
              <a:rect l="l" t="t" r="r" b="b"/>
              <a:pathLst>
                <a:path w="1266" h="1087" extrusionOk="0">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61"/>
            <p:cNvSpPr/>
            <p:nvPr/>
          </p:nvSpPr>
          <p:spPr>
            <a:xfrm>
              <a:off x="6676349" y="3383242"/>
              <a:ext cx="39457" cy="37754"/>
            </a:xfrm>
            <a:custGeom>
              <a:avLst/>
              <a:gdLst/>
              <a:ahLst/>
              <a:cxnLst/>
              <a:rect l="l" t="t" r="r" b="b"/>
              <a:pathLst>
                <a:path w="1506" h="1441" extrusionOk="0">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4" name="Google Shape;7444;p61"/>
          <p:cNvGrpSpPr/>
          <p:nvPr/>
        </p:nvGrpSpPr>
        <p:grpSpPr>
          <a:xfrm>
            <a:off x="7951070" y="1838617"/>
            <a:ext cx="365176" cy="271013"/>
            <a:chOff x="7955145" y="2019192"/>
            <a:chExt cx="365176" cy="271013"/>
          </a:xfrm>
        </p:grpSpPr>
        <p:sp>
          <p:nvSpPr>
            <p:cNvPr id="7445" name="Google Shape;7445;p61"/>
            <p:cNvSpPr/>
            <p:nvPr/>
          </p:nvSpPr>
          <p:spPr>
            <a:xfrm>
              <a:off x="7977729" y="2019192"/>
              <a:ext cx="320243" cy="271013"/>
            </a:xfrm>
            <a:custGeom>
              <a:avLst/>
              <a:gdLst/>
              <a:ahLst/>
              <a:cxnLst/>
              <a:rect l="l" t="t" r="r" b="b"/>
              <a:pathLst>
                <a:path w="12223" h="10344" extrusionOk="0">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61"/>
            <p:cNvSpPr/>
            <p:nvPr/>
          </p:nvSpPr>
          <p:spPr>
            <a:xfrm>
              <a:off x="8084468" y="2023226"/>
              <a:ext cx="213504" cy="266978"/>
            </a:xfrm>
            <a:custGeom>
              <a:avLst/>
              <a:gdLst/>
              <a:ahLst/>
              <a:cxnLst/>
              <a:rect l="l" t="t" r="r" b="b"/>
              <a:pathLst>
                <a:path w="8149" h="10190" extrusionOk="0">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61"/>
            <p:cNvSpPr/>
            <p:nvPr/>
          </p:nvSpPr>
          <p:spPr>
            <a:xfrm>
              <a:off x="8182377" y="2136437"/>
              <a:ext cx="95735" cy="76163"/>
            </a:xfrm>
            <a:custGeom>
              <a:avLst/>
              <a:gdLst/>
              <a:ahLst/>
              <a:cxnLst/>
              <a:rect l="l" t="t" r="r" b="b"/>
              <a:pathLst>
                <a:path w="3654" h="2907" extrusionOk="0">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61"/>
            <p:cNvSpPr/>
            <p:nvPr/>
          </p:nvSpPr>
          <p:spPr>
            <a:xfrm>
              <a:off x="7997327" y="2098866"/>
              <a:ext cx="191601" cy="125026"/>
            </a:xfrm>
            <a:custGeom>
              <a:avLst/>
              <a:gdLst/>
              <a:ahLst/>
              <a:cxnLst/>
              <a:rect l="l" t="t" r="r" b="b"/>
              <a:pathLst>
                <a:path w="7313" h="4772" extrusionOk="0">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61"/>
            <p:cNvSpPr/>
            <p:nvPr/>
          </p:nvSpPr>
          <p:spPr>
            <a:xfrm>
              <a:off x="8182220" y="2122917"/>
              <a:ext cx="138100" cy="76373"/>
            </a:xfrm>
            <a:custGeom>
              <a:avLst/>
              <a:gdLst/>
              <a:ahLst/>
              <a:cxnLst/>
              <a:rect l="l" t="t" r="r" b="b"/>
              <a:pathLst>
                <a:path w="5271" h="2915" extrusionOk="0">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61"/>
            <p:cNvSpPr/>
            <p:nvPr/>
          </p:nvSpPr>
          <p:spPr>
            <a:xfrm>
              <a:off x="7955145" y="2085504"/>
              <a:ext cx="234123" cy="125341"/>
            </a:xfrm>
            <a:custGeom>
              <a:avLst/>
              <a:gdLst/>
              <a:ahLst/>
              <a:cxnLst/>
              <a:rect l="l" t="t" r="r" b="b"/>
              <a:pathLst>
                <a:path w="8936" h="4784" extrusionOk="0">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1" name="Google Shape;7451;p61"/>
          <p:cNvGrpSpPr/>
          <p:nvPr/>
        </p:nvGrpSpPr>
        <p:grpSpPr>
          <a:xfrm>
            <a:off x="7514080" y="1828896"/>
            <a:ext cx="361927" cy="290270"/>
            <a:chOff x="7518155" y="2009471"/>
            <a:chExt cx="361927" cy="290270"/>
          </a:xfrm>
        </p:grpSpPr>
        <p:sp>
          <p:nvSpPr>
            <p:cNvPr id="7452" name="Google Shape;7452;p61"/>
            <p:cNvSpPr/>
            <p:nvPr/>
          </p:nvSpPr>
          <p:spPr>
            <a:xfrm>
              <a:off x="7518155" y="2133712"/>
              <a:ext cx="361403" cy="166029"/>
            </a:xfrm>
            <a:custGeom>
              <a:avLst/>
              <a:gdLst/>
              <a:ahLst/>
              <a:cxnLst/>
              <a:rect l="l" t="t" r="r" b="b"/>
              <a:pathLst>
                <a:path w="13794" h="6337" extrusionOk="0">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61"/>
            <p:cNvSpPr/>
            <p:nvPr/>
          </p:nvSpPr>
          <p:spPr>
            <a:xfrm>
              <a:off x="7765037" y="2147781"/>
              <a:ext cx="114782" cy="40217"/>
            </a:xfrm>
            <a:custGeom>
              <a:avLst/>
              <a:gdLst/>
              <a:ahLst/>
              <a:cxnLst/>
              <a:rect l="l" t="t" r="r" b="b"/>
              <a:pathLst>
                <a:path w="4381" h="1535" extrusionOk="0">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61"/>
            <p:cNvSpPr/>
            <p:nvPr/>
          </p:nvSpPr>
          <p:spPr>
            <a:xfrm>
              <a:off x="7518417" y="2147781"/>
              <a:ext cx="114782" cy="40217"/>
            </a:xfrm>
            <a:custGeom>
              <a:avLst/>
              <a:gdLst/>
              <a:ahLst/>
              <a:cxnLst/>
              <a:rect l="l" t="t" r="r" b="b"/>
              <a:pathLst>
                <a:path w="4381" h="1535" extrusionOk="0">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61"/>
            <p:cNvSpPr/>
            <p:nvPr/>
          </p:nvSpPr>
          <p:spPr>
            <a:xfrm>
              <a:off x="7518417" y="2133712"/>
              <a:ext cx="117533" cy="39955"/>
            </a:xfrm>
            <a:custGeom>
              <a:avLst/>
              <a:gdLst/>
              <a:ahLst/>
              <a:cxnLst/>
              <a:rect l="l" t="t" r="r" b="b"/>
              <a:pathLst>
                <a:path w="4486" h="1525" extrusionOk="0">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61"/>
            <p:cNvSpPr/>
            <p:nvPr/>
          </p:nvSpPr>
          <p:spPr>
            <a:xfrm>
              <a:off x="7762548" y="2133712"/>
              <a:ext cx="117533" cy="39955"/>
            </a:xfrm>
            <a:custGeom>
              <a:avLst/>
              <a:gdLst/>
              <a:ahLst/>
              <a:cxnLst/>
              <a:rect l="l" t="t" r="r" b="b"/>
              <a:pathLst>
                <a:path w="4486" h="1525" extrusionOk="0">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61"/>
            <p:cNvSpPr/>
            <p:nvPr/>
          </p:nvSpPr>
          <p:spPr>
            <a:xfrm>
              <a:off x="7604536" y="2228896"/>
              <a:ext cx="22139" cy="18916"/>
            </a:xfrm>
            <a:custGeom>
              <a:avLst/>
              <a:gdLst/>
              <a:ahLst/>
              <a:cxnLst/>
              <a:rect l="l" t="t" r="r" b="b"/>
              <a:pathLst>
                <a:path w="845" h="722" extrusionOk="0">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61"/>
            <p:cNvSpPr/>
            <p:nvPr/>
          </p:nvSpPr>
          <p:spPr>
            <a:xfrm>
              <a:off x="7526696" y="2253000"/>
              <a:ext cx="22113" cy="18916"/>
            </a:xfrm>
            <a:custGeom>
              <a:avLst/>
              <a:gdLst/>
              <a:ahLst/>
              <a:cxnLst/>
              <a:rect l="l" t="t" r="r" b="b"/>
              <a:pathLst>
                <a:path w="844" h="722" extrusionOk="0">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61"/>
            <p:cNvSpPr/>
            <p:nvPr/>
          </p:nvSpPr>
          <p:spPr>
            <a:xfrm>
              <a:off x="7550564" y="2206286"/>
              <a:ext cx="22113" cy="18943"/>
            </a:xfrm>
            <a:custGeom>
              <a:avLst/>
              <a:gdLst/>
              <a:ahLst/>
              <a:cxnLst/>
              <a:rect l="l" t="t" r="r" b="b"/>
              <a:pathLst>
                <a:path w="844" h="723" extrusionOk="0">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61"/>
            <p:cNvSpPr/>
            <p:nvPr/>
          </p:nvSpPr>
          <p:spPr>
            <a:xfrm>
              <a:off x="7768286" y="2228896"/>
              <a:ext cx="21877" cy="18916"/>
            </a:xfrm>
            <a:custGeom>
              <a:avLst/>
              <a:gdLst/>
              <a:ahLst/>
              <a:cxnLst/>
              <a:rect l="l" t="t" r="r" b="b"/>
              <a:pathLst>
                <a:path w="835" h="722" extrusionOk="0">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61"/>
            <p:cNvSpPr/>
            <p:nvPr/>
          </p:nvSpPr>
          <p:spPr>
            <a:xfrm>
              <a:off x="7845891" y="2253000"/>
              <a:ext cx="22113" cy="18916"/>
            </a:xfrm>
            <a:custGeom>
              <a:avLst/>
              <a:gdLst/>
              <a:ahLst/>
              <a:cxnLst/>
              <a:rect l="l" t="t" r="r" b="b"/>
              <a:pathLst>
                <a:path w="844" h="722" extrusionOk="0">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61"/>
            <p:cNvSpPr/>
            <p:nvPr/>
          </p:nvSpPr>
          <p:spPr>
            <a:xfrm>
              <a:off x="7822022" y="2206286"/>
              <a:ext cx="22139" cy="18943"/>
            </a:xfrm>
            <a:custGeom>
              <a:avLst/>
              <a:gdLst/>
              <a:ahLst/>
              <a:cxnLst/>
              <a:rect l="l" t="t" r="r" b="b"/>
              <a:pathLst>
                <a:path w="845" h="723" extrusionOk="0">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61"/>
            <p:cNvSpPr/>
            <p:nvPr/>
          </p:nvSpPr>
          <p:spPr>
            <a:xfrm>
              <a:off x="7636500" y="2009471"/>
              <a:ext cx="125026" cy="206901"/>
            </a:xfrm>
            <a:custGeom>
              <a:avLst/>
              <a:gdLst/>
              <a:ahLst/>
              <a:cxnLst/>
              <a:rect l="l" t="t" r="r" b="b"/>
              <a:pathLst>
                <a:path w="4772" h="7897" extrusionOk="0">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61"/>
            <p:cNvSpPr/>
            <p:nvPr/>
          </p:nvSpPr>
          <p:spPr>
            <a:xfrm>
              <a:off x="7688167" y="2009471"/>
              <a:ext cx="73412" cy="206639"/>
            </a:xfrm>
            <a:custGeom>
              <a:avLst/>
              <a:gdLst/>
              <a:ahLst/>
              <a:cxnLst/>
              <a:rect l="l" t="t" r="r" b="b"/>
              <a:pathLst>
                <a:path w="2802" h="7887" extrusionOk="0">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5" name="Google Shape;7465;p61"/>
          <p:cNvGrpSpPr/>
          <p:nvPr/>
        </p:nvGrpSpPr>
        <p:grpSpPr>
          <a:xfrm>
            <a:off x="7075597" y="1810478"/>
            <a:ext cx="362163" cy="327264"/>
            <a:chOff x="7079672" y="1991053"/>
            <a:chExt cx="362163" cy="327264"/>
          </a:xfrm>
        </p:grpSpPr>
        <p:sp>
          <p:nvSpPr>
            <p:cNvPr id="7466" name="Google Shape;7466;p61"/>
            <p:cNvSpPr/>
            <p:nvPr/>
          </p:nvSpPr>
          <p:spPr>
            <a:xfrm>
              <a:off x="7418202" y="2117651"/>
              <a:ext cx="23632" cy="200666"/>
            </a:xfrm>
            <a:custGeom>
              <a:avLst/>
              <a:gdLst/>
              <a:ahLst/>
              <a:cxnLst/>
              <a:rect l="l" t="t" r="r" b="b"/>
              <a:pathLst>
                <a:path w="902" h="7659" extrusionOk="0">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61"/>
            <p:cNvSpPr/>
            <p:nvPr/>
          </p:nvSpPr>
          <p:spPr>
            <a:xfrm>
              <a:off x="7423992" y="2117651"/>
              <a:ext cx="17842" cy="200666"/>
            </a:xfrm>
            <a:custGeom>
              <a:avLst/>
              <a:gdLst/>
              <a:ahLst/>
              <a:cxnLst/>
              <a:rect l="l" t="t" r="r" b="b"/>
              <a:pathLst>
                <a:path w="681" h="7659" extrusionOk="0">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61"/>
            <p:cNvSpPr/>
            <p:nvPr/>
          </p:nvSpPr>
          <p:spPr>
            <a:xfrm>
              <a:off x="7103540" y="2161353"/>
              <a:ext cx="104748" cy="94687"/>
            </a:xfrm>
            <a:custGeom>
              <a:avLst/>
              <a:gdLst/>
              <a:ahLst/>
              <a:cxnLst/>
              <a:rect l="l" t="t" r="r" b="b"/>
              <a:pathLst>
                <a:path w="3998" h="3614" extrusionOk="0">
                  <a:moveTo>
                    <a:pt x="0" y="0"/>
                  </a:moveTo>
                  <a:lnTo>
                    <a:pt x="0" y="3614"/>
                  </a:lnTo>
                  <a:lnTo>
                    <a:pt x="3997" y="3614"/>
                  </a:lnTo>
                  <a:lnTo>
                    <a:pt x="3997" y="0"/>
                  </a:lnTo>
                  <a:close/>
                </a:path>
              </a:pathLst>
            </a:custGeom>
            <a:solidFill>
              <a:srgbClr val="D2D9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61"/>
            <p:cNvSpPr/>
            <p:nvPr/>
          </p:nvSpPr>
          <p:spPr>
            <a:xfrm>
              <a:off x="7190419" y="2161353"/>
              <a:ext cx="17868" cy="94687"/>
            </a:xfrm>
            <a:custGeom>
              <a:avLst/>
              <a:gdLst/>
              <a:ahLst/>
              <a:cxnLst/>
              <a:rect l="l" t="t" r="r" b="b"/>
              <a:pathLst>
                <a:path w="682" h="3614" extrusionOk="0">
                  <a:moveTo>
                    <a:pt x="1" y="0"/>
                  </a:moveTo>
                  <a:lnTo>
                    <a:pt x="1" y="3614"/>
                  </a:lnTo>
                  <a:lnTo>
                    <a:pt x="681" y="3614"/>
                  </a:lnTo>
                  <a:lnTo>
                    <a:pt x="681" y="0"/>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61"/>
            <p:cNvSpPr/>
            <p:nvPr/>
          </p:nvSpPr>
          <p:spPr>
            <a:xfrm>
              <a:off x="7103540" y="2090010"/>
              <a:ext cx="71343" cy="71369"/>
            </a:xfrm>
            <a:custGeom>
              <a:avLst/>
              <a:gdLst/>
              <a:ahLst/>
              <a:cxnLst/>
              <a:rect l="l" t="t" r="r" b="b"/>
              <a:pathLst>
                <a:path w="2723" h="2724" extrusionOk="0">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61"/>
            <p:cNvSpPr/>
            <p:nvPr/>
          </p:nvSpPr>
          <p:spPr>
            <a:xfrm>
              <a:off x="7103540" y="2090010"/>
              <a:ext cx="71343" cy="71369"/>
            </a:xfrm>
            <a:custGeom>
              <a:avLst/>
              <a:gdLst/>
              <a:ahLst/>
              <a:cxnLst/>
              <a:rect l="l" t="t" r="r" b="b"/>
              <a:pathLst>
                <a:path w="2723" h="2724" extrusionOk="0">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61"/>
            <p:cNvSpPr/>
            <p:nvPr/>
          </p:nvSpPr>
          <p:spPr>
            <a:xfrm>
              <a:off x="7139198" y="2256013"/>
              <a:ext cx="16847" cy="62304"/>
            </a:xfrm>
            <a:custGeom>
              <a:avLst/>
              <a:gdLst/>
              <a:ahLst/>
              <a:cxnLst/>
              <a:rect l="l" t="t" r="r" b="b"/>
              <a:pathLst>
                <a:path w="643" h="2378" extrusionOk="0">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61"/>
            <p:cNvSpPr/>
            <p:nvPr/>
          </p:nvSpPr>
          <p:spPr>
            <a:xfrm>
              <a:off x="7193930" y="2002424"/>
              <a:ext cx="11083" cy="38147"/>
            </a:xfrm>
            <a:custGeom>
              <a:avLst/>
              <a:gdLst/>
              <a:ahLst/>
              <a:cxnLst/>
              <a:rect l="l" t="t" r="r" b="b"/>
              <a:pathLst>
                <a:path w="423" h="1456" extrusionOk="0">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61"/>
            <p:cNvSpPr/>
            <p:nvPr/>
          </p:nvSpPr>
          <p:spPr>
            <a:xfrm>
              <a:off x="7193930" y="2072063"/>
              <a:ext cx="11083" cy="47108"/>
            </a:xfrm>
            <a:custGeom>
              <a:avLst/>
              <a:gdLst/>
              <a:ahLst/>
              <a:cxnLst/>
              <a:rect l="l" t="t" r="r" b="b"/>
              <a:pathLst>
                <a:path w="423" h="1798" extrusionOk="0">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61"/>
            <p:cNvSpPr/>
            <p:nvPr/>
          </p:nvSpPr>
          <p:spPr>
            <a:xfrm>
              <a:off x="7177371" y="2029488"/>
              <a:ext cx="43964" cy="47998"/>
            </a:xfrm>
            <a:custGeom>
              <a:avLst/>
              <a:gdLst/>
              <a:ahLst/>
              <a:cxnLst/>
              <a:rect l="l" t="t" r="r" b="b"/>
              <a:pathLst>
                <a:path w="1678" h="1832" extrusionOk="0">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61"/>
            <p:cNvSpPr/>
            <p:nvPr/>
          </p:nvSpPr>
          <p:spPr>
            <a:xfrm>
              <a:off x="7197205" y="2029488"/>
              <a:ext cx="24130" cy="47998"/>
            </a:xfrm>
            <a:custGeom>
              <a:avLst/>
              <a:gdLst/>
              <a:ahLst/>
              <a:cxnLst/>
              <a:rect l="l" t="t" r="r" b="b"/>
              <a:pathLst>
                <a:path w="921" h="1832" extrusionOk="0">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61"/>
            <p:cNvSpPr/>
            <p:nvPr/>
          </p:nvSpPr>
          <p:spPr>
            <a:xfrm>
              <a:off x="7208261" y="2145528"/>
              <a:ext cx="209705" cy="129611"/>
            </a:xfrm>
            <a:custGeom>
              <a:avLst/>
              <a:gdLst/>
              <a:ahLst/>
              <a:cxnLst/>
              <a:rect l="l" t="t" r="r" b="b"/>
              <a:pathLst>
                <a:path w="8004" h="4947" extrusionOk="0">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61"/>
            <p:cNvSpPr/>
            <p:nvPr/>
          </p:nvSpPr>
          <p:spPr>
            <a:xfrm>
              <a:off x="7391321" y="2145528"/>
              <a:ext cx="26645" cy="129611"/>
            </a:xfrm>
            <a:custGeom>
              <a:avLst/>
              <a:gdLst/>
              <a:ahLst/>
              <a:cxnLst/>
              <a:rect l="l" t="t" r="r" b="b"/>
              <a:pathLst>
                <a:path w="1017" h="4947" extrusionOk="0">
                  <a:moveTo>
                    <a:pt x="1" y="0"/>
                  </a:moveTo>
                  <a:lnTo>
                    <a:pt x="1" y="4946"/>
                  </a:lnTo>
                  <a:lnTo>
                    <a:pt x="1017" y="4946"/>
                  </a:lnTo>
                  <a:lnTo>
                    <a:pt x="1017"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61"/>
            <p:cNvSpPr/>
            <p:nvPr/>
          </p:nvSpPr>
          <p:spPr>
            <a:xfrm>
              <a:off x="7139198" y="1991053"/>
              <a:ext cx="88189" cy="122092"/>
            </a:xfrm>
            <a:custGeom>
              <a:avLst/>
              <a:gdLst/>
              <a:ahLst/>
              <a:cxnLst/>
              <a:rect l="l" t="t" r="r" b="b"/>
              <a:pathLst>
                <a:path w="3366" h="4660" extrusionOk="0">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61"/>
            <p:cNvSpPr/>
            <p:nvPr/>
          </p:nvSpPr>
          <p:spPr>
            <a:xfrm>
              <a:off x="7079672" y="2018406"/>
              <a:ext cx="23894" cy="299911"/>
            </a:xfrm>
            <a:custGeom>
              <a:avLst/>
              <a:gdLst/>
              <a:ahLst/>
              <a:cxnLst/>
              <a:rect l="l" t="t" r="r" b="b"/>
              <a:pathLst>
                <a:path w="912" h="11447" extrusionOk="0">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61"/>
            <p:cNvSpPr/>
            <p:nvPr/>
          </p:nvSpPr>
          <p:spPr>
            <a:xfrm>
              <a:off x="7085698" y="2018379"/>
              <a:ext cx="17868" cy="299938"/>
            </a:xfrm>
            <a:custGeom>
              <a:avLst/>
              <a:gdLst/>
              <a:ahLst/>
              <a:cxnLst/>
              <a:rect l="l" t="t" r="r" b="b"/>
              <a:pathLst>
                <a:path w="682" h="11448" extrusionOk="0">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2" name="Google Shape;7482;p61"/>
          <p:cNvGrpSpPr/>
          <p:nvPr/>
        </p:nvGrpSpPr>
        <p:grpSpPr>
          <a:xfrm>
            <a:off x="6637113" y="1854939"/>
            <a:ext cx="361901" cy="238132"/>
            <a:chOff x="6641188" y="2035514"/>
            <a:chExt cx="361901" cy="238132"/>
          </a:xfrm>
        </p:grpSpPr>
        <p:sp>
          <p:nvSpPr>
            <p:cNvPr id="7483" name="Google Shape;7483;p61"/>
            <p:cNvSpPr/>
            <p:nvPr/>
          </p:nvSpPr>
          <p:spPr>
            <a:xfrm>
              <a:off x="6641188" y="2035514"/>
              <a:ext cx="361901" cy="220787"/>
            </a:xfrm>
            <a:custGeom>
              <a:avLst/>
              <a:gdLst/>
              <a:ahLst/>
              <a:cxnLst/>
              <a:rect l="l" t="t" r="r" b="b"/>
              <a:pathLst>
                <a:path w="13813" h="8427" extrusionOk="0">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61"/>
            <p:cNvSpPr/>
            <p:nvPr/>
          </p:nvSpPr>
          <p:spPr>
            <a:xfrm>
              <a:off x="6641188" y="2035514"/>
              <a:ext cx="361901" cy="220787"/>
            </a:xfrm>
            <a:custGeom>
              <a:avLst/>
              <a:gdLst/>
              <a:ahLst/>
              <a:cxnLst/>
              <a:rect l="l" t="t" r="r" b="b"/>
              <a:pathLst>
                <a:path w="13813" h="8427" extrusionOk="0">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61"/>
            <p:cNvSpPr/>
            <p:nvPr/>
          </p:nvSpPr>
          <p:spPr>
            <a:xfrm>
              <a:off x="6681615" y="2256275"/>
              <a:ext cx="65579" cy="17371"/>
            </a:xfrm>
            <a:custGeom>
              <a:avLst/>
              <a:gdLst/>
              <a:ahLst/>
              <a:cxnLst/>
              <a:rect l="l" t="t" r="r" b="b"/>
              <a:pathLst>
                <a:path w="2503" h="663" extrusionOk="0">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61"/>
            <p:cNvSpPr/>
            <p:nvPr/>
          </p:nvSpPr>
          <p:spPr>
            <a:xfrm>
              <a:off x="6897084" y="2256275"/>
              <a:ext cx="65579" cy="17371"/>
            </a:xfrm>
            <a:custGeom>
              <a:avLst/>
              <a:gdLst/>
              <a:ahLst/>
              <a:cxnLst/>
              <a:rect l="l" t="t" r="r" b="b"/>
              <a:pathLst>
                <a:path w="2503" h="663" extrusionOk="0">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61"/>
            <p:cNvSpPr/>
            <p:nvPr/>
          </p:nvSpPr>
          <p:spPr>
            <a:xfrm>
              <a:off x="6666288" y="2064151"/>
              <a:ext cx="191653" cy="163776"/>
            </a:xfrm>
            <a:custGeom>
              <a:avLst/>
              <a:gdLst/>
              <a:ahLst/>
              <a:cxnLst/>
              <a:rect l="l" t="t" r="r" b="b"/>
              <a:pathLst>
                <a:path w="7315" h="6251" extrusionOk="0">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61"/>
            <p:cNvSpPr/>
            <p:nvPr/>
          </p:nvSpPr>
          <p:spPr>
            <a:xfrm>
              <a:off x="6666288" y="2063653"/>
              <a:ext cx="191915" cy="164274"/>
            </a:xfrm>
            <a:custGeom>
              <a:avLst/>
              <a:gdLst/>
              <a:ahLst/>
              <a:cxnLst/>
              <a:rect l="l" t="t" r="r" b="b"/>
              <a:pathLst>
                <a:path w="7325" h="6270" extrusionOk="0">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61"/>
            <p:cNvSpPr/>
            <p:nvPr/>
          </p:nvSpPr>
          <p:spPr>
            <a:xfrm>
              <a:off x="6892315" y="2171387"/>
              <a:ext cx="75115" cy="64321"/>
            </a:xfrm>
            <a:custGeom>
              <a:avLst/>
              <a:gdLst/>
              <a:ahLst/>
              <a:cxnLst/>
              <a:rect l="l" t="t" r="r" b="b"/>
              <a:pathLst>
                <a:path w="2867" h="2455" extrusionOk="0">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61"/>
            <p:cNvSpPr/>
            <p:nvPr/>
          </p:nvSpPr>
          <p:spPr>
            <a:xfrm>
              <a:off x="6925485" y="2171387"/>
              <a:ext cx="44461" cy="64111"/>
            </a:xfrm>
            <a:custGeom>
              <a:avLst/>
              <a:gdLst/>
              <a:ahLst/>
              <a:cxnLst/>
              <a:rect l="l" t="t" r="r" b="b"/>
              <a:pathLst>
                <a:path w="1697" h="2447" extrusionOk="0">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61"/>
            <p:cNvSpPr/>
            <p:nvPr/>
          </p:nvSpPr>
          <p:spPr>
            <a:xfrm>
              <a:off x="6889302" y="2064151"/>
              <a:ext cx="40715" cy="19624"/>
            </a:xfrm>
            <a:custGeom>
              <a:avLst/>
              <a:gdLst/>
              <a:ahLst/>
              <a:cxnLst/>
              <a:rect l="l" t="t" r="r" b="b"/>
              <a:pathLst>
                <a:path w="1554" h="749" extrusionOk="0">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61"/>
            <p:cNvSpPr/>
            <p:nvPr/>
          </p:nvSpPr>
          <p:spPr>
            <a:xfrm>
              <a:off x="6908402" y="2063889"/>
              <a:ext cx="21615" cy="19886"/>
            </a:xfrm>
            <a:custGeom>
              <a:avLst/>
              <a:gdLst/>
              <a:ahLst/>
              <a:cxnLst/>
              <a:rect l="l" t="t" r="r" b="b"/>
              <a:pathLst>
                <a:path w="825" h="759" extrusionOk="0">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61"/>
            <p:cNvSpPr/>
            <p:nvPr/>
          </p:nvSpPr>
          <p:spPr>
            <a:xfrm>
              <a:off x="6889302" y="2099049"/>
              <a:ext cx="40715" cy="19624"/>
            </a:xfrm>
            <a:custGeom>
              <a:avLst/>
              <a:gdLst/>
              <a:ahLst/>
              <a:cxnLst/>
              <a:rect l="l" t="t" r="r" b="b"/>
              <a:pathLst>
                <a:path w="1554" h="749" extrusionOk="0">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61"/>
            <p:cNvSpPr/>
            <p:nvPr/>
          </p:nvSpPr>
          <p:spPr>
            <a:xfrm>
              <a:off x="6889302" y="2133974"/>
              <a:ext cx="40715" cy="19598"/>
            </a:xfrm>
            <a:custGeom>
              <a:avLst/>
              <a:gdLst/>
              <a:ahLst/>
              <a:cxnLst/>
              <a:rect l="l" t="t" r="r" b="b"/>
              <a:pathLst>
                <a:path w="1554" h="748" extrusionOk="0">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61"/>
            <p:cNvSpPr/>
            <p:nvPr/>
          </p:nvSpPr>
          <p:spPr>
            <a:xfrm>
              <a:off x="6908402" y="2099049"/>
              <a:ext cx="21615" cy="19624"/>
            </a:xfrm>
            <a:custGeom>
              <a:avLst/>
              <a:gdLst/>
              <a:ahLst/>
              <a:cxnLst/>
              <a:rect l="l" t="t" r="r" b="b"/>
              <a:pathLst>
                <a:path w="825" h="749" extrusionOk="0">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61"/>
            <p:cNvSpPr/>
            <p:nvPr/>
          </p:nvSpPr>
          <p:spPr>
            <a:xfrm>
              <a:off x="6908402" y="2133974"/>
              <a:ext cx="21615" cy="19598"/>
            </a:xfrm>
            <a:custGeom>
              <a:avLst/>
              <a:gdLst/>
              <a:ahLst/>
              <a:cxnLst/>
              <a:rect l="l" t="t" r="r" b="b"/>
              <a:pathLst>
                <a:path w="825" h="748" extrusionOk="0">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61"/>
            <p:cNvSpPr/>
            <p:nvPr/>
          </p:nvSpPr>
          <p:spPr>
            <a:xfrm>
              <a:off x="6947833" y="2064151"/>
              <a:ext cx="33405" cy="89421"/>
            </a:xfrm>
            <a:custGeom>
              <a:avLst/>
              <a:gdLst/>
              <a:ahLst/>
              <a:cxnLst/>
              <a:rect l="l" t="t" r="r" b="b"/>
              <a:pathLst>
                <a:path w="1275" h="3413" extrusionOk="0">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61"/>
            <p:cNvSpPr/>
            <p:nvPr/>
          </p:nvSpPr>
          <p:spPr>
            <a:xfrm>
              <a:off x="6960645" y="2063889"/>
              <a:ext cx="20593" cy="89683"/>
            </a:xfrm>
            <a:custGeom>
              <a:avLst/>
              <a:gdLst/>
              <a:ahLst/>
              <a:cxnLst/>
              <a:rect l="l" t="t" r="r" b="b"/>
              <a:pathLst>
                <a:path w="786" h="3423" extrusionOk="0">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61"/>
            <p:cNvSpPr/>
            <p:nvPr/>
          </p:nvSpPr>
          <p:spPr>
            <a:xfrm>
              <a:off x="6816728" y="2076203"/>
              <a:ext cx="31676" cy="11083"/>
            </a:xfrm>
            <a:custGeom>
              <a:avLst/>
              <a:gdLst/>
              <a:ahLst/>
              <a:cxnLst/>
              <a:rect l="l" t="t" r="r" b="b"/>
              <a:pathLst>
                <a:path w="1209" h="423" extrusionOk="0">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61"/>
            <p:cNvSpPr/>
            <p:nvPr/>
          </p:nvSpPr>
          <p:spPr>
            <a:xfrm>
              <a:off x="6677842" y="2076203"/>
              <a:ext cx="15353" cy="11083"/>
            </a:xfrm>
            <a:custGeom>
              <a:avLst/>
              <a:gdLst/>
              <a:ahLst/>
              <a:cxnLst/>
              <a:rect l="l" t="t" r="r" b="b"/>
              <a:pathLst>
                <a:path w="586" h="423" extrusionOk="0">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61"/>
            <p:cNvSpPr/>
            <p:nvPr/>
          </p:nvSpPr>
          <p:spPr>
            <a:xfrm>
              <a:off x="6685126" y="2100569"/>
              <a:ext cx="155995" cy="90678"/>
            </a:xfrm>
            <a:custGeom>
              <a:avLst/>
              <a:gdLst/>
              <a:ahLst/>
              <a:cxnLst/>
              <a:rect l="l" t="t" r="r" b="b"/>
              <a:pathLst>
                <a:path w="5954" h="3461" extrusionOk="0">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2" name="Google Shape;7502;p61"/>
          <p:cNvGrpSpPr/>
          <p:nvPr/>
        </p:nvGrpSpPr>
        <p:grpSpPr>
          <a:xfrm>
            <a:off x="6198368" y="1806102"/>
            <a:ext cx="362425" cy="335884"/>
            <a:chOff x="6202443" y="1986677"/>
            <a:chExt cx="362425" cy="335884"/>
          </a:xfrm>
        </p:grpSpPr>
        <p:sp>
          <p:nvSpPr>
            <p:cNvPr id="7503" name="Google Shape;7503;p61"/>
            <p:cNvSpPr/>
            <p:nvPr/>
          </p:nvSpPr>
          <p:spPr>
            <a:xfrm>
              <a:off x="6202705" y="2077460"/>
              <a:ext cx="202945" cy="244891"/>
            </a:xfrm>
            <a:custGeom>
              <a:avLst/>
              <a:gdLst/>
              <a:ahLst/>
              <a:cxnLst/>
              <a:rect l="l" t="t" r="r" b="b"/>
              <a:pathLst>
                <a:path w="7746" h="9347" extrusionOk="0">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61"/>
            <p:cNvSpPr/>
            <p:nvPr/>
          </p:nvSpPr>
          <p:spPr>
            <a:xfrm>
              <a:off x="6202443" y="2077460"/>
              <a:ext cx="202185" cy="244891"/>
            </a:xfrm>
            <a:custGeom>
              <a:avLst/>
              <a:gdLst/>
              <a:ahLst/>
              <a:cxnLst/>
              <a:rect l="l" t="t" r="r" b="b"/>
              <a:pathLst>
                <a:path w="7717" h="9347" extrusionOk="0">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61"/>
            <p:cNvSpPr/>
            <p:nvPr/>
          </p:nvSpPr>
          <p:spPr>
            <a:xfrm>
              <a:off x="6248398" y="2055610"/>
              <a:ext cx="111298" cy="22139"/>
            </a:xfrm>
            <a:custGeom>
              <a:avLst/>
              <a:gdLst/>
              <a:ahLst/>
              <a:cxnLst/>
              <a:rect l="l" t="t" r="r" b="b"/>
              <a:pathLst>
                <a:path w="4248" h="845" extrusionOk="0">
                  <a:moveTo>
                    <a:pt x="1" y="1"/>
                  </a:moveTo>
                  <a:lnTo>
                    <a:pt x="1" y="844"/>
                  </a:lnTo>
                  <a:lnTo>
                    <a:pt x="4247" y="844"/>
                  </a:lnTo>
                  <a:lnTo>
                    <a:pt x="4247" y="1"/>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61"/>
            <p:cNvSpPr/>
            <p:nvPr/>
          </p:nvSpPr>
          <p:spPr>
            <a:xfrm>
              <a:off x="6331295" y="2055610"/>
              <a:ext cx="28401" cy="22139"/>
            </a:xfrm>
            <a:custGeom>
              <a:avLst/>
              <a:gdLst/>
              <a:ahLst/>
              <a:cxnLst/>
              <a:rect l="l" t="t" r="r" b="b"/>
              <a:pathLst>
                <a:path w="1084" h="845" extrusionOk="0">
                  <a:moveTo>
                    <a:pt x="0" y="1"/>
                  </a:moveTo>
                  <a:lnTo>
                    <a:pt x="0" y="844"/>
                  </a:lnTo>
                  <a:lnTo>
                    <a:pt x="1083" y="844"/>
                  </a:lnTo>
                  <a:lnTo>
                    <a:pt x="1083" y="1"/>
                  </a:ln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61"/>
            <p:cNvSpPr/>
            <p:nvPr/>
          </p:nvSpPr>
          <p:spPr>
            <a:xfrm>
              <a:off x="6225290" y="1992834"/>
              <a:ext cx="157514" cy="62801"/>
            </a:xfrm>
            <a:custGeom>
              <a:avLst/>
              <a:gdLst/>
              <a:ahLst/>
              <a:cxnLst/>
              <a:rect l="l" t="t" r="r" b="b"/>
              <a:pathLst>
                <a:path w="6012" h="2397" extrusionOk="0">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61"/>
            <p:cNvSpPr/>
            <p:nvPr/>
          </p:nvSpPr>
          <p:spPr>
            <a:xfrm>
              <a:off x="6343085" y="1992572"/>
              <a:ext cx="39719" cy="63063"/>
            </a:xfrm>
            <a:custGeom>
              <a:avLst/>
              <a:gdLst/>
              <a:ahLst/>
              <a:cxnLst/>
              <a:rect l="l" t="t" r="r" b="b"/>
              <a:pathLst>
                <a:path w="1516" h="2407" extrusionOk="0">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61"/>
            <p:cNvSpPr/>
            <p:nvPr/>
          </p:nvSpPr>
          <p:spPr>
            <a:xfrm>
              <a:off x="6222539" y="2138978"/>
              <a:ext cx="142685" cy="122223"/>
            </a:xfrm>
            <a:custGeom>
              <a:avLst/>
              <a:gdLst/>
              <a:ahLst/>
              <a:cxnLst/>
              <a:rect l="l" t="t" r="r" b="b"/>
              <a:pathLst>
                <a:path w="5446" h="4665" extrusionOk="0">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61"/>
            <p:cNvSpPr/>
            <p:nvPr/>
          </p:nvSpPr>
          <p:spPr>
            <a:xfrm>
              <a:off x="6253926" y="2149799"/>
              <a:ext cx="121070" cy="111586"/>
            </a:xfrm>
            <a:custGeom>
              <a:avLst/>
              <a:gdLst/>
              <a:ahLst/>
              <a:cxnLst/>
              <a:rect l="l" t="t" r="r" b="b"/>
              <a:pathLst>
                <a:path w="4621" h="4259" extrusionOk="0">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61"/>
            <p:cNvSpPr/>
            <p:nvPr/>
          </p:nvSpPr>
          <p:spPr>
            <a:xfrm>
              <a:off x="6355137" y="2176654"/>
              <a:ext cx="170562" cy="145908"/>
            </a:xfrm>
            <a:custGeom>
              <a:avLst/>
              <a:gdLst/>
              <a:ahLst/>
              <a:cxnLst/>
              <a:rect l="l" t="t" r="r" b="b"/>
              <a:pathLst>
                <a:path w="6510" h="5569" extrusionOk="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61"/>
            <p:cNvSpPr/>
            <p:nvPr/>
          </p:nvSpPr>
          <p:spPr>
            <a:xfrm>
              <a:off x="6394568" y="2191483"/>
              <a:ext cx="141166" cy="131026"/>
            </a:xfrm>
            <a:custGeom>
              <a:avLst/>
              <a:gdLst/>
              <a:ahLst/>
              <a:cxnLst/>
              <a:rect l="l" t="t" r="r" b="b"/>
              <a:pathLst>
                <a:path w="5388" h="5001" extrusionOk="0">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61"/>
            <p:cNvSpPr/>
            <p:nvPr/>
          </p:nvSpPr>
          <p:spPr>
            <a:xfrm>
              <a:off x="6402611" y="2199002"/>
              <a:ext cx="109516" cy="109542"/>
            </a:xfrm>
            <a:custGeom>
              <a:avLst/>
              <a:gdLst/>
              <a:ahLst/>
              <a:cxnLst/>
              <a:rect l="l" t="t" r="r" b="b"/>
              <a:pathLst>
                <a:path w="4180" h="4181" extrusionOk="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61"/>
            <p:cNvSpPr/>
            <p:nvPr/>
          </p:nvSpPr>
          <p:spPr>
            <a:xfrm>
              <a:off x="6451841" y="2085320"/>
              <a:ext cx="113027" cy="215181"/>
            </a:xfrm>
            <a:custGeom>
              <a:avLst/>
              <a:gdLst/>
              <a:ahLst/>
              <a:cxnLst/>
              <a:rect l="l" t="t" r="r" b="b"/>
              <a:pathLst>
                <a:path w="4314" h="8213" extrusionOk="0">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61"/>
            <p:cNvSpPr/>
            <p:nvPr/>
          </p:nvSpPr>
          <p:spPr>
            <a:xfrm>
              <a:off x="6497796" y="2085242"/>
              <a:ext cx="66810" cy="215259"/>
            </a:xfrm>
            <a:custGeom>
              <a:avLst/>
              <a:gdLst/>
              <a:ahLst/>
              <a:cxnLst/>
              <a:rect l="l" t="t" r="r" b="b"/>
              <a:pathLst>
                <a:path w="2550" h="8216" extrusionOk="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61"/>
            <p:cNvSpPr/>
            <p:nvPr/>
          </p:nvSpPr>
          <p:spPr>
            <a:xfrm>
              <a:off x="6498791" y="2192740"/>
              <a:ext cx="66076" cy="107761"/>
            </a:xfrm>
            <a:custGeom>
              <a:avLst/>
              <a:gdLst/>
              <a:ahLst/>
              <a:cxnLst/>
              <a:rect l="l" t="t" r="r" b="b"/>
              <a:pathLst>
                <a:path w="2522" h="4113" extrusionOk="0">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61"/>
            <p:cNvSpPr/>
            <p:nvPr/>
          </p:nvSpPr>
          <p:spPr>
            <a:xfrm>
              <a:off x="6504555" y="2192740"/>
              <a:ext cx="60050" cy="107761"/>
            </a:xfrm>
            <a:custGeom>
              <a:avLst/>
              <a:gdLst/>
              <a:ahLst/>
              <a:cxnLst/>
              <a:rect l="l" t="t" r="r" b="b"/>
              <a:pathLst>
                <a:path w="2292" h="4113" extrusionOk="0">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61"/>
            <p:cNvSpPr/>
            <p:nvPr/>
          </p:nvSpPr>
          <p:spPr>
            <a:xfrm>
              <a:off x="6268493" y="2166226"/>
              <a:ext cx="71343" cy="67596"/>
            </a:xfrm>
            <a:custGeom>
              <a:avLst/>
              <a:gdLst/>
              <a:ahLst/>
              <a:cxnLst/>
              <a:rect l="l" t="t" r="r" b="b"/>
              <a:pathLst>
                <a:path w="2723" h="2580" extrusionOk="0">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61"/>
            <p:cNvSpPr/>
            <p:nvPr/>
          </p:nvSpPr>
          <p:spPr>
            <a:xfrm>
              <a:off x="6258459" y="1986677"/>
              <a:ext cx="11318" cy="74487"/>
            </a:xfrm>
            <a:custGeom>
              <a:avLst/>
              <a:gdLst/>
              <a:ahLst/>
              <a:cxnLst/>
              <a:rect l="l" t="t" r="r" b="b"/>
              <a:pathLst>
                <a:path w="432" h="2843" extrusionOk="0">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61"/>
            <p:cNvSpPr/>
            <p:nvPr/>
          </p:nvSpPr>
          <p:spPr>
            <a:xfrm>
              <a:off x="6298623" y="1986677"/>
              <a:ext cx="11345" cy="74487"/>
            </a:xfrm>
            <a:custGeom>
              <a:avLst/>
              <a:gdLst/>
              <a:ahLst/>
              <a:cxnLst/>
              <a:rect l="l" t="t" r="r" b="b"/>
              <a:pathLst>
                <a:path w="433" h="2843" extrusionOk="0">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61"/>
            <p:cNvSpPr/>
            <p:nvPr/>
          </p:nvSpPr>
          <p:spPr>
            <a:xfrm>
              <a:off x="6338814" y="1986677"/>
              <a:ext cx="11318" cy="74487"/>
            </a:xfrm>
            <a:custGeom>
              <a:avLst/>
              <a:gdLst/>
              <a:ahLst/>
              <a:cxnLst/>
              <a:rect l="l" t="t" r="r" b="b"/>
              <a:pathLst>
                <a:path w="432" h="2843" extrusionOk="0">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61"/>
            <p:cNvSpPr/>
            <p:nvPr/>
          </p:nvSpPr>
          <p:spPr>
            <a:xfrm>
              <a:off x="6394306" y="2194286"/>
              <a:ext cx="116118" cy="111979"/>
            </a:xfrm>
            <a:custGeom>
              <a:avLst/>
              <a:gdLst/>
              <a:ahLst/>
              <a:cxnLst/>
              <a:rect l="l" t="t" r="r" b="b"/>
              <a:pathLst>
                <a:path w="4432" h="4274" extrusionOk="0">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3" name="Google Shape;7523;p61"/>
          <p:cNvGrpSpPr/>
          <p:nvPr/>
        </p:nvGrpSpPr>
        <p:grpSpPr>
          <a:xfrm>
            <a:off x="5760147" y="1836023"/>
            <a:ext cx="374293" cy="276069"/>
            <a:chOff x="5764222" y="2016598"/>
            <a:chExt cx="374293" cy="276069"/>
          </a:xfrm>
        </p:grpSpPr>
        <p:sp>
          <p:nvSpPr>
            <p:cNvPr id="7524" name="Google Shape;7524;p61"/>
            <p:cNvSpPr/>
            <p:nvPr/>
          </p:nvSpPr>
          <p:spPr>
            <a:xfrm>
              <a:off x="5925693" y="2209823"/>
              <a:ext cx="37440" cy="82844"/>
            </a:xfrm>
            <a:custGeom>
              <a:avLst/>
              <a:gdLst/>
              <a:ahLst/>
              <a:cxnLst/>
              <a:rect l="l" t="t" r="r" b="b"/>
              <a:pathLst>
                <a:path w="1429" h="3162" extrusionOk="0">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61"/>
            <p:cNvSpPr/>
            <p:nvPr/>
          </p:nvSpPr>
          <p:spPr>
            <a:xfrm>
              <a:off x="5932478" y="2209823"/>
              <a:ext cx="29973" cy="29396"/>
            </a:xfrm>
            <a:custGeom>
              <a:avLst/>
              <a:gdLst/>
              <a:ahLst/>
              <a:cxnLst/>
              <a:rect l="l" t="t" r="r" b="b"/>
              <a:pathLst>
                <a:path w="1144" h="1122" extrusionOk="0">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61"/>
            <p:cNvSpPr/>
            <p:nvPr/>
          </p:nvSpPr>
          <p:spPr>
            <a:xfrm>
              <a:off x="5913824" y="2016598"/>
              <a:ext cx="39772" cy="54103"/>
            </a:xfrm>
            <a:custGeom>
              <a:avLst/>
              <a:gdLst/>
              <a:ahLst/>
              <a:cxnLst/>
              <a:rect l="l" t="t" r="r" b="b"/>
              <a:pathLst>
                <a:path w="1518" h="2065" extrusionOk="0">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61"/>
            <p:cNvSpPr/>
            <p:nvPr/>
          </p:nvSpPr>
          <p:spPr>
            <a:xfrm>
              <a:off x="5919667" y="2050081"/>
              <a:ext cx="34191" cy="20619"/>
            </a:xfrm>
            <a:custGeom>
              <a:avLst/>
              <a:gdLst/>
              <a:ahLst/>
              <a:cxnLst/>
              <a:rect l="l" t="t" r="r" b="b"/>
              <a:pathLst>
                <a:path w="1305" h="787" extrusionOk="0">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61"/>
            <p:cNvSpPr/>
            <p:nvPr/>
          </p:nvSpPr>
          <p:spPr>
            <a:xfrm>
              <a:off x="6013096" y="2018301"/>
              <a:ext cx="39510" cy="52898"/>
            </a:xfrm>
            <a:custGeom>
              <a:avLst/>
              <a:gdLst/>
              <a:ahLst/>
              <a:cxnLst/>
              <a:rect l="l" t="t" r="r" b="b"/>
              <a:pathLst>
                <a:path w="1508" h="2019" extrusionOk="0">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61"/>
            <p:cNvSpPr/>
            <p:nvPr/>
          </p:nvSpPr>
          <p:spPr>
            <a:xfrm>
              <a:off x="6012834" y="2050841"/>
              <a:ext cx="34191" cy="20619"/>
            </a:xfrm>
            <a:custGeom>
              <a:avLst/>
              <a:gdLst/>
              <a:ahLst/>
              <a:cxnLst/>
              <a:rect l="l" t="t" r="r" b="b"/>
              <a:pathLst>
                <a:path w="1305" h="787" extrusionOk="0">
                  <a:moveTo>
                    <a:pt x="173" y="1"/>
                  </a:moveTo>
                  <a:lnTo>
                    <a:pt x="1" y="787"/>
                  </a:lnTo>
                  <a:lnTo>
                    <a:pt x="1141" y="787"/>
                  </a:lnTo>
                  <a:lnTo>
                    <a:pt x="1304"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61"/>
            <p:cNvSpPr/>
            <p:nvPr/>
          </p:nvSpPr>
          <p:spPr>
            <a:xfrm>
              <a:off x="5764222" y="2069679"/>
              <a:ext cx="201190" cy="176798"/>
            </a:xfrm>
            <a:custGeom>
              <a:avLst/>
              <a:gdLst/>
              <a:ahLst/>
              <a:cxnLst/>
              <a:rect l="l" t="t" r="r" b="b"/>
              <a:pathLst>
                <a:path w="7679" h="6748" extrusionOk="0">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61"/>
            <p:cNvSpPr/>
            <p:nvPr/>
          </p:nvSpPr>
          <p:spPr>
            <a:xfrm>
              <a:off x="5769750" y="2069679"/>
              <a:ext cx="195662" cy="176562"/>
            </a:xfrm>
            <a:custGeom>
              <a:avLst/>
              <a:gdLst/>
              <a:ahLst/>
              <a:cxnLst/>
              <a:rect l="l" t="t" r="r" b="b"/>
              <a:pathLst>
                <a:path w="7468" h="6739" extrusionOk="0">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61"/>
            <p:cNvSpPr/>
            <p:nvPr/>
          </p:nvSpPr>
          <p:spPr>
            <a:xfrm>
              <a:off x="5987236" y="2069679"/>
              <a:ext cx="151279" cy="119289"/>
            </a:xfrm>
            <a:custGeom>
              <a:avLst/>
              <a:gdLst/>
              <a:ahLst/>
              <a:cxnLst/>
              <a:rect l="l" t="t" r="r" b="b"/>
              <a:pathLst>
                <a:path w="5774" h="4553" extrusionOk="0">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61"/>
            <p:cNvSpPr/>
            <p:nvPr/>
          </p:nvSpPr>
          <p:spPr>
            <a:xfrm>
              <a:off x="5986974" y="2071434"/>
              <a:ext cx="146930" cy="117533"/>
            </a:xfrm>
            <a:custGeom>
              <a:avLst/>
              <a:gdLst/>
              <a:ahLst/>
              <a:cxnLst/>
              <a:rect l="l" t="t" r="r" b="b"/>
              <a:pathLst>
                <a:path w="5608" h="4486" extrusionOk="0">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61"/>
            <p:cNvSpPr/>
            <p:nvPr/>
          </p:nvSpPr>
          <p:spPr>
            <a:xfrm>
              <a:off x="5958836" y="2073452"/>
              <a:ext cx="44985" cy="133122"/>
            </a:xfrm>
            <a:custGeom>
              <a:avLst/>
              <a:gdLst/>
              <a:ahLst/>
              <a:cxnLst/>
              <a:rect l="l" t="t" r="r" b="b"/>
              <a:pathLst>
                <a:path w="1717" h="5081" extrusionOk="0">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5" name="Google Shape;7535;p61"/>
          <p:cNvGrpSpPr/>
          <p:nvPr/>
        </p:nvGrpSpPr>
        <p:grpSpPr>
          <a:xfrm>
            <a:off x="5321402" y="1835866"/>
            <a:ext cx="361927" cy="276515"/>
            <a:chOff x="5325477" y="2016441"/>
            <a:chExt cx="361927" cy="276515"/>
          </a:xfrm>
        </p:grpSpPr>
        <p:sp>
          <p:nvSpPr>
            <p:cNvPr id="7536" name="Google Shape;7536;p61"/>
            <p:cNvSpPr/>
            <p:nvPr/>
          </p:nvSpPr>
          <p:spPr>
            <a:xfrm>
              <a:off x="5514091" y="2232853"/>
              <a:ext cx="35449" cy="60103"/>
            </a:xfrm>
            <a:custGeom>
              <a:avLst/>
              <a:gdLst/>
              <a:ahLst/>
              <a:cxnLst/>
              <a:rect l="l" t="t" r="r" b="b"/>
              <a:pathLst>
                <a:path w="1353" h="2294" extrusionOk="0">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61"/>
            <p:cNvSpPr/>
            <p:nvPr/>
          </p:nvSpPr>
          <p:spPr>
            <a:xfrm>
              <a:off x="5605633" y="2232879"/>
              <a:ext cx="35291" cy="60077"/>
            </a:xfrm>
            <a:custGeom>
              <a:avLst/>
              <a:gdLst/>
              <a:ahLst/>
              <a:cxnLst/>
              <a:rect l="l" t="t" r="r" b="b"/>
              <a:pathLst>
                <a:path w="1347" h="2293" extrusionOk="0">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61"/>
            <p:cNvSpPr/>
            <p:nvPr/>
          </p:nvSpPr>
          <p:spPr>
            <a:xfrm>
              <a:off x="5466852" y="2264476"/>
              <a:ext cx="219530" cy="28479"/>
            </a:xfrm>
            <a:custGeom>
              <a:avLst/>
              <a:gdLst/>
              <a:ahLst/>
              <a:cxnLst/>
              <a:rect l="l" t="t" r="r" b="b"/>
              <a:pathLst>
                <a:path w="8379" h="1087" extrusionOk="0">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61"/>
            <p:cNvSpPr/>
            <p:nvPr/>
          </p:nvSpPr>
          <p:spPr>
            <a:xfrm>
              <a:off x="5325477" y="2064413"/>
              <a:ext cx="361665" cy="177060"/>
            </a:xfrm>
            <a:custGeom>
              <a:avLst/>
              <a:gdLst/>
              <a:ahLst/>
              <a:cxnLst/>
              <a:rect l="l" t="t" r="r" b="b"/>
              <a:pathLst>
                <a:path w="13804" h="6758" extrusionOk="0">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61"/>
            <p:cNvSpPr/>
            <p:nvPr/>
          </p:nvSpPr>
          <p:spPr>
            <a:xfrm>
              <a:off x="5325477" y="2064413"/>
              <a:ext cx="361927" cy="171793"/>
            </a:xfrm>
            <a:custGeom>
              <a:avLst/>
              <a:gdLst/>
              <a:ahLst/>
              <a:cxnLst/>
              <a:rect l="l" t="t" r="r" b="b"/>
              <a:pathLst>
                <a:path w="13814" h="6557" extrusionOk="0">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61"/>
            <p:cNvSpPr/>
            <p:nvPr/>
          </p:nvSpPr>
          <p:spPr>
            <a:xfrm>
              <a:off x="5567329" y="2102062"/>
              <a:ext cx="111036" cy="101735"/>
            </a:xfrm>
            <a:custGeom>
              <a:avLst/>
              <a:gdLst/>
              <a:ahLst/>
              <a:cxnLst/>
              <a:rect l="l" t="t" r="r" b="b"/>
              <a:pathLst>
                <a:path w="4238" h="3883" extrusionOk="0">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61"/>
            <p:cNvSpPr/>
            <p:nvPr/>
          </p:nvSpPr>
          <p:spPr>
            <a:xfrm>
              <a:off x="5567329" y="2102062"/>
              <a:ext cx="111036" cy="101735"/>
            </a:xfrm>
            <a:custGeom>
              <a:avLst/>
              <a:gdLst/>
              <a:ahLst/>
              <a:cxnLst/>
              <a:rect l="l" t="t" r="r" b="b"/>
              <a:pathLst>
                <a:path w="4238" h="3883" extrusionOk="0">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61"/>
            <p:cNvSpPr/>
            <p:nvPr/>
          </p:nvSpPr>
          <p:spPr>
            <a:xfrm>
              <a:off x="5506309" y="2128943"/>
              <a:ext cx="37676" cy="63587"/>
            </a:xfrm>
            <a:custGeom>
              <a:avLst/>
              <a:gdLst/>
              <a:ahLst/>
              <a:cxnLst/>
              <a:rect l="l" t="t" r="r" b="b"/>
              <a:pathLst>
                <a:path w="1438" h="2427" extrusionOk="0">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61"/>
            <p:cNvSpPr/>
            <p:nvPr/>
          </p:nvSpPr>
          <p:spPr>
            <a:xfrm>
              <a:off x="5530413" y="2128681"/>
              <a:ext cx="13572" cy="63823"/>
            </a:xfrm>
            <a:custGeom>
              <a:avLst/>
              <a:gdLst/>
              <a:ahLst/>
              <a:cxnLst/>
              <a:rect l="l" t="t" r="r" b="b"/>
              <a:pathLst>
                <a:path w="518" h="2436" extrusionOk="0">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61"/>
            <p:cNvSpPr/>
            <p:nvPr/>
          </p:nvSpPr>
          <p:spPr>
            <a:xfrm>
              <a:off x="5503532" y="2078718"/>
              <a:ext cx="17606" cy="17868"/>
            </a:xfrm>
            <a:custGeom>
              <a:avLst/>
              <a:gdLst/>
              <a:ahLst/>
              <a:cxnLst/>
              <a:rect l="l" t="t" r="r" b="b"/>
              <a:pathLst>
                <a:path w="672" h="682" extrusionOk="0">
                  <a:moveTo>
                    <a:pt x="1" y="0"/>
                  </a:moveTo>
                  <a:lnTo>
                    <a:pt x="1" y="681"/>
                  </a:lnTo>
                  <a:lnTo>
                    <a:pt x="672" y="681"/>
                  </a:lnTo>
                  <a:lnTo>
                    <a:pt x="672" y="0"/>
                  </a:lnTo>
                  <a:close/>
                </a:path>
              </a:pathLst>
            </a:custGeom>
            <a:solidFill>
              <a:srgbClr val="C3CB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61"/>
            <p:cNvSpPr/>
            <p:nvPr/>
          </p:nvSpPr>
          <p:spPr>
            <a:xfrm>
              <a:off x="5489960" y="2060876"/>
              <a:ext cx="44226" cy="17868"/>
            </a:xfrm>
            <a:custGeom>
              <a:avLst/>
              <a:gdLst/>
              <a:ahLst/>
              <a:cxnLst/>
              <a:rect l="l" t="t" r="r" b="b"/>
              <a:pathLst>
                <a:path w="1688" h="682" extrusionOk="0">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61"/>
            <p:cNvSpPr/>
            <p:nvPr/>
          </p:nvSpPr>
          <p:spPr>
            <a:xfrm>
              <a:off x="5518859" y="2060640"/>
              <a:ext cx="15589" cy="18104"/>
            </a:xfrm>
            <a:custGeom>
              <a:avLst/>
              <a:gdLst/>
              <a:ahLst/>
              <a:cxnLst/>
              <a:rect l="l" t="t" r="r" b="b"/>
              <a:pathLst>
                <a:path w="595" h="691" extrusionOk="0">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61"/>
            <p:cNvSpPr/>
            <p:nvPr/>
          </p:nvSpPr>
          <p:spPr>
            <a:xfrm>
              <a:off x="5496746" y="2016441"/>
              <a:ext cx="31178" cy="44461"/>
            </a:xfrm>
            <a:custGeom>
              <a:avLst/>
              <a:gdLst/>
              <a:ahLst/>
              <a:cxnLst/>
              <a:rect l="l" t="t" r="r" b="b"/>
              <a:pathLst>
                <a:path w="1190" h="1697" extrusionOk="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61"/>
            <p:cNvSpPr/>
            <p:nvPr/>
          </p:nvSpPr>
          <p:spPr>
            <a:xfrm>
              <a:off x="5502039" y="2016441"/>
              <a:ext cx="25886" cy="44226"/>
            </a:xfrm>
            <a:custGeom>
              <a:avLst/>
              <a:gdLst/>
              <a:ahLst/>
              <a:cxnLst/>
              <a:rect l="l" t="t" r="r" b="b"/>
              <a:pathLst>
                <a:path w="988" h="1688" extrusionOk="0">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61"/>
            <p:cNvSpPr/>
            <p:nvPr/>
          </p:nvSpPr>
          <p:spPr>
            <a:xfrm>
              <a:off x="5363676" y="2019165"/>
              <a:ext cx="133096" cy="34741"/>
            </a:xfrm>
            <a:custGeom>
              <a:avLst/>
              <a:gdLst/>
              <a:ahLst/>
              <a:cxnLst/>
              <a:rect l="l" t="t" r="r" b="b"/>
              <a:pathLst>
                <a:path w="5080" h="1326" extrusionOk="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61"/>
            <p:cNvSpPr/>
            <p:nvPr/>
          </p:nvSpPr>
          <p:spPr>
            <a:xfrm>
              <a:off x="5482939" y="2025977"/>
              <a:ext cx="14331" cy="21379"/>
            </a:xfrm>
            <a:custGeom>
              <a:avLst/>
              <a:gdLst/>
              <a:ahLst/>
              <a:cxnLst/>
              <a:rect l="l" t="t" r="r" b="b"/>
              <a:pathLst>
                <a:path w="547" h="816" extrusionOk="0">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61"/>
            <p:cNvSpPr/>
            <p:nvPr/>
          </p:nvSpPr>
          <p:spPr>
            <a:xfrm>
              <a:off x="5584647" y="2123179"/>
              <a:ext cx="26645" cy="52007"/>
            </a:xfrm>
            <a:custGeom>
              <a:avLst/>
              <a:gdLst/>
              <a:ahLst/>
              <a:cxnLst/>
              <a:rect l="l" t="t" r="r" b="b"/>
              <a:pathLst>
                <a:path w="1017" h="1985" extrusionOk="0">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61"/>
            <p:cNvSpPr/>
            <p:nvPr/>
          </p:nvSpPr>
          <p:spPr>
            <a:xfrm>
              <a:off x="5592429" y="2123913"/>
              <a:ext cx="18366" cy="51011"/>
            </a:xfrm>
            <a:custGeom>
              <a:avLst/>
              <a:gdLst/>
              <a:ahLst/>
              <a:cxnLst/>
              <a:rect l="l" t="t" r="r" b="b"/>
              <a:pathLst>
                <a:path w="701" h="1947" extrusionOk="0">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61"/>
            <p:cNvSpPr/>
            <p:nvPr/>
          </p:nvSpPr>
          <p:spPr>
            <a:xfrm>
              <a:off x="5526378" y="2019165"/>
              <a:ext cx="133096" cy="34558"/>
            </a:xfrm>
            <a:custGeom>
              <a:avLst/>
              <a:gdLst/>
              <a:ahLst/>
              <a:cxnLst/>
              <a:rect l="l" t="t" r="r" b="b"/>
              <a:pathLst>
                <a:path w="5080" h="1319" extrusionOk="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61"/>
            <p:cNvSpPr/>
            <p:nvPr/>
          </p:nvSpPr>
          <p:spPr>
            <a:xfrm>
              <a:off x="5526143" y="2025977"/>
              <a:ext cx="14593" cy="21379"/>
            </a:xfrm>
            <a:custGeom>
              <a:avLst/>
              <a:gdLst/>
              <a:ahLst/>
              <a:cxnLst/>
              <a:rect l="l" t="t" r="r" b="b"/>
              <a:pathLst>
                <a:path w="557" h="816" extrusionOk="0">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6" name="Google Shape;7556;p61"/>
          <p:cNvGrpSpPr/>
          <p:nvPr/>
        </p:nvGrpSpPr>
        <p:grpSpPr>
          <a:xfrm>
            <a:off x="4866596" y="1836625"/>
            <a:ext cx="364180" cy="274812"/>
            <a:chOff x="4870671" y="2017200"/>
            <a:chExt cx="364180" cy="274812"/>
          </a:xfrm>
        </p:grpSpPr>
        <p:sp>
          <p:nvSpPr>
            <p:cNvPr id="7557" name="Google Shape;7557;p61"/>
            <p:cNvSpPr/>
            <p:nvPr/>
          </p:nvSpPr>
          <p:spPr>
            <a:xfrm>
              <a:off x="5143151" y="2097294"/>
              <a:ext cx="91700" cy="115044"/>
            </a:xfrm>
            <a:custGeom>
              <a:avLst/>
              <a:gdLst/>
              <a:ahLst/>
              <a:cxnLst/>
              <a:rect l="l" t="t" r="r" b="b"/>
              <a:pathLst>
                <a:path w="3500" h="4391" extrusionOk="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61"/>
            <p:cNvSpPr/>
            <p:nvPr/>
          </p:nvSpPr>
          <p:spPr>
            <a:xfrm>
              <a:off x="5143151" y="2097058"/>
              <a:ext cx="33667" cy="115280"/>
            </a:xfrm>
            <a:custGeom>
              <a:avLst/>
              <a:gdLst/>
              <a:ahLst/>
              <a:cxnLst/>
              <a:rect l="l" t="t" r="r" b="b"/>
              <a:pathLst>
                <a:path w="1285" h="4400" extrusionOk="0">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61"/>
            <p:cNvSpPr/>
            <p:nvPr/>
          </p:nvSpPr>
          <p:spPr>
            <a:xfrm>
              <a:off x="4870671" y="2017200"/>
              <a:ext cx="290584" cy="274471"/>
            </a:xfrm>
            <a:custGeom>
              <a:avLst/>
              <a:gdLst/>
              <a:ahLst/>
              <a:cxnLst/>
              <a:rect l="l" t="t" r="r" b="b"/>
              <a:pathLst>
                <a:path w="11091" h="10476" extrusionOk="0">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61"/>
            <p:cNvSpPr/>
            <p:nvPr/>
          </p:nvSpPr>
          <p:spPr>
            <a:xfrm>
              <a:off x="4911595" y="2046309"/>
              <a:ext cx="263729" cy="245704"/>
            </a:xfrm>
            <a:custGeom>
              <a:avLst/>
              <a:gdLst/>
              <a:ahLst/>
              <a:cxnLst/>
              <a:rect l="l" t="t" r="r" b="b"/>
              <a:pathLst>
                <a:path w="10066" h="9378" extrusionOk="0">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61"/>
            <p:cNvSpPr/>
            <p:nvPr/>
          </p:nvSpPr>
          <p:spPr>
            <a:xfrm>
              <a:off x="4872688" y="2101774"/>
              <a:ext cx="28899" cy="103045"/>
            </a:xfrm>
            <a:custGeom>
              <a:avLst/>
              <a:gdLst/>
              <a:ahLst/>
              <a:cxnLst/>
              <a:rect l="l" t="t" r="r" b="b"/>
              <a:pathLst>
                <a:path w="1103" h="3933" extrusionOk="0">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61"/>
            <p:cNvSpPr/>
            <p:nvPr/>
          </p:nvSpPr>
          <p:spPr>
            <a:xfrm>
              <a:off x="4873946" y="2075024"/>
              <a:ext cx="73858" cy="159427"/>
            </a:xfrm>
            <a:custGeom>
              <a:avLst/>
              <a:gdLst/>
              <a:ahLst/>
              <a:cxnLst/>
              <a:rect l="l" t="t" r="r" b="b"/>
              <a:pathLst>
                <a:path w="2819" h="6085" extrusionOk="0">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61"/>
            <p:cNvSpPr/>
            <p:nvPr/>
          </p:nvSpPr>
          <p:spPr>
            <a:xfrm>
              <a:off x="4904312" y="2074945"/>
              <a:ext cx="43492" cy="159244"/>
            </a:xfrm>
            <a:custGeom>
              <a:avLst/>
              <a:gdLst/>
              <a:ahLst/>
              <a:cxnLst/>
              <a:rect l="l" t="t" r="r" b="b"/>
              <a:pathLst>
                <a:path w="1660" h="6078" extrusionOk="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61"/>
            <p:cNvSpPr/>
            <p:nvPr/>
          </p:nvSpPr>
          <p:spPr>
            <a:xfrm>
              <a:off x="4877693" y="2119407"/>
              <a:ext cx="36706" cy="70583"/>
            </a:xfrm>
            <a:custGeom>
              <a:avLst/>
              <a:gdLst/>
              <a:ahLst/>
              <a:cxnLst/>
              <a:rect l="l" t="t" r="r" b="b"/>
              <a:pathLst>
                <a:path w="1401" h="2694" extrusionOk="0">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61"/>
            <p:cNvSpPr/>
            <p:nvPr/>
          </p:nvSpPr>
          <p:spPr>
            <a:xfrm>
              <a:off x="5047888" y="2085504"/>
              <a:ext cx="106346" cy="54024"/>
            </a:xfrm>
            <a:custGeom>
              <a:avLst/>
              <a:gdLst/>
              <a:ahLst/>
              <a:cxnLst/>
              <a:rect l="l" t="t" r="r" b="b"/>
              <a:pathLst>
                <a:path w="4059" h="2062" extrusionOk="0">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61"/>
            <p:cNvSpPr/>
            <p:nvPr/>
          </p:nvSpPr>
          <p:spPr>
            <a:xfrm>
              <a:off x="5056508" y="2170313"/>
              <a:ext cx="99717" cy="68644"/>
            </a:xfrm>
            <a:custGeom>
              <a:avLst/>
              <a:gdLst/>
              <a:ahLst/>
              <a:cxnLst/>
              <a:rect l="l" t="t" r="r" b="b"/>
              <a:pathLst>
                <a:path w="3806" h="2620" extrusionOk="0">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61"/>
            <p:cNvSpPr/>
            <p:nvPr/>
          </p:nvSpPr>
          <p:spPr>
            <a:xfrm>
              <a:off x="5064368" y="2140995"/>
              <a:ext cx="45405" cy="20567"/>
            </a:xfrm>
            <a:custGeom>
              <a:avLst/>
              <a:gdLst/>
              <a:ahLst/>
              <a:cxnLst/>
              <a:rect l="l" t="t" r="r" b="b"/>
              <a:pathLst>
                <a:path w="1733" h="785" extrusionOk="0">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61"/>
            <p:cNvSpPr/>
            <p:nvPr/>
          </p:nvSpPr>
          <p:spPr>
            <a:xfrm>
              <a:off x="5039556" y="2037479"/>
              <a:ext cx="75482" cy="44016"/>
            </a:xfrm>
            <a:custGeom>
              <a:avLst/>
              <a:gdLst/>
              <a:ahLst/>
              <a:cxnLst/>
              <a:rect l="l" t="t" r="r" b="b"/>
              <a:pathLst>
                <a:path w="2881" h="1680" extrusionOk="0">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61"/>
            <p:cNvSpPr/>
            <p:nvPr/>
          </p:nvSpPr>
          <p:spPr>
            <a:xfrm>
              <a:off x="5016002" y="2240634"/>
              <a:ext cx="61884" cy="30995"/>
            </a:xfrm>
            <a:custGeom>
              <a:avLst/>
              <a:gdLst/>
              <a:ahLst/>
              <a:cxnLst/>
              <a:rect l="l" t="t" r="r" b="b"/>
              <a:pathLst>
                <a:path w="2362" h="1183" extrusionOk="0">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0" name="Google Shape;7570;p61"/>
          <p:cNvGrpSpPr/>
          <p:nvPr/>
        </p:nvGrpSpPr>
        <p:grpSpPr>
          <a:xfrm>
            <a:off x="7140651" y="3174921"/>
            <a:ext cx="260690" cy="362032"/>
            <a:chOff x="7144726" y="3355496"/>
            <a:chExt cx="260690" cy="362032"/>
          </a:xfrm>
        </p:grpSpPr>
        <p:sp>
          <p:nvSpPr>
            <p:cNvPr id="7571" name="Google Shape;7571;p61"/>
            <p:cNvSpPr/>
            <p:nvPr/>
          </p:nvSpPr>
          <p:spPr>
            <a:xfrm>
              <a:off x="7144726" y="3355496"/>
              <a:ext cx="260690" cy="362032"/>
            </a:xfrm>
            <a:custGeom>
              <a:avLst/>
              <a:gdLst/>
              <a:ahLst/>
              <a:cxnLst/>
              <a:rect l="l" t="t" r="r" b="b"/>
              <a:pathLst>
                <a:path w="9950" h="13818" extrusionOk="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61"/>
            <p:cNvSpPr/>
            <p:nvPr/>
          </p:nvSpPr>
          <p:spPr>
            <a:xfrm>
              <a:off x="7232601" y="3355496"/>
              <a:ext cx="172579" cy="330277"/>
            </a:xfrm>
            <a:custGeom>
              <a:avLst/>
              <a:gdLst/>
              <a:ahLst/>
              <a:cxnLst/>
              <a:rect l="l" t="t" r="r" b="b"/>
              <a:pathLst>
                <a:path w="6587" h="12606" extrusionOk="0">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61"/>
            <p:cNvSpPr/>
            <p:nvPr/>
          </p:nvSpPr>
          <p:spPr>
            <a:xfrm>
              <a:off x="7302424" y="3660936"/>
              <a:ext cx="85910" cy="52950"/>
            </a:xfrm>
            <a:custGeom>
              <a:avLst/>
              <a:gdLst/>
              <a:ahLst/>
              <a:cxnLst/>
              <a:rect l="l" t="t" r="r" b="b"/>
              <a:pathLst>
                <a:path w="3279" h="2021" extrusionOk="0">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61"/>
            <p:cNvSpPr/>
            <p:nvPr/>
          </p:nvSpPr>
          <p:spPr>
            <a:xfrm>
              <a:off x="7161285" y="3661198"/>
              <a:ext cx="84652" cy="52452"/>
            </a:xfrm>
            <a:custGeom>
              <a:avLst/>
              <a:gdLst/>
              <a:ahLst/>
              <a:cxnLst/>
              <a:rect l="l" t="t" r="r" b="b"/>
              <a:pathLst>
                <a:path w="3231" h="2002" extrusionOk="0">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61"/>
            <p:cNvSpPr/>
            <p:nvPr/>
          </p:nvSpPr>
          <p:spPr>
            <a:xfrm>
              <a:off x="7175066" y="3655617"/>
              <a:ext cx="71631" cy="39195"/>
            </a:xfrm>
            <a:custGeom>
              <a:avLst/>
              <a:gdLst/>
              <a:ahLst/>
              <a:cxnLst/>
              <a:rect l="l" t="t" r="r" b="b"/>
              <a:pathLst>
                <a:path w="2734" h="1496" extrusionOk="0">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61"/>
            <p:cNvSpPr/>
            <p:nvPr/>
          </p:nvSpPr>
          <p:spPr>
            <a:xfrm>
              <a:off x="7302686" y="3655670"/>
              <a:ext cx="72784" cy="39143"/>
            </a:xfrm>
            <a:custGeom>
              <a:avLst/>
              <a:gdLst/>
              <a:ahLst/>
              <a:cxnLst/>
              <a:rect l="l" t="t" r="r" b="b"/>
              <a:pathLst>
                <a:path w="2778" h="1494" extrusionOk="0">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7" name="Google Shape;7577;p61"/>
          <p:cNvGrpSpPr/>
          <p:nvPr/>
        </p:nvGrpSpPr>
        <p:grpSpPr>
          <a:xfrm>
            <a:off x="6701644" y="4097476"/>
            <a:ext cx="261712" cy="361770"/>
            <a:chOff x="6705719" y="4278051"/>
            <a:chExt cx="261712" cy="361770"/>
          </a:xfrm>
        </p:grpSpPr>
        <p:sp>
          <p:nvSpPr>
            <p:cNvPr id="7578" name="Google Shape;7578;p61"/>
            <p:cNvSpPr/>
            <p:nvPr/>
          </p:nvSpPr>
          <p:spPr>
            <a:xfrm>
              <a:off x="6863443" y="4340328"/>
              <a:ext cx="14331" cy="32802"/>
            </a:xfrm>
            <a:custGeom>
              <a:avLst/>
              <a:gdLst/>
              <a:ahLst/>
              <a:cxnLst/>
              <a:rect l="l" t="t" r="r" b="b"/>
              <a:pathLst>
                <a:path w="547" h="1252" extrusionOk="0">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61"/>
            <p:cNvSpPr/>
            <p:nvPr/>
          </p:nvSpPr>
          <p:spPr>
            <a:xfrm>
              <a:off x="6863443" y="4573875"/>
              <a:ext cx="14331" cy="65945"/>
            </a:xfrm>
            <a:custGeom>
              <a:avLst/>
              <a:gdLst/>
              <a:ahLst/>
              <a:cxnLst/>
              <a:rect l="l" t="t" r="r" b="b"/>
              <a:pathLst>
                <a:path w="547" h="2517" extrusionOk="0">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61"/>
            <p:cNvSpPr/>
            <p:nvPr/>
          </p:nvSpPr>
          <p:spPr>
            <a:xfrm>
              <a:off x="6773787" y="4364563"/>
              <a:ext cx="193644" cy="190133"/>
            </a:xfrm>
            <a:custGeom>
              <a:avLst/>
              <a:gdLst/>
              <a:ahLst/>
              <a:cxnLst/>
              <a:rect l="l" t="t" r="r" b="b"/>
              <a:pathLst>
                <a:path w="7391" h="7257" extrusionOk="0">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61"/>
            <p:cNvSpPr/>
            <p:nvPr/>
          </p:nvSpPr>
          <p:spPr>
            <a:xfrm>
              <a:off x="6877512" y="4364563"/>
              <a:ext cx="89918" cy="190133"/>
            </a:xfrm>
            <a:custGeom>
              <a:avLst/>
              <a:gdLst/>
              <a:ahLst/>
              <a:cxnLst/>
              <a:rect l="l" t="t" r="r" b="b"/>
              <a:pathLst>
                <a:path w="3432" h="7257" extrusionOk="0">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61"/>
            <p:cNvSpPr/>
            <p:nvPr/>
          </p:nvSpPr>
          <p:spPr>
            <a:xfrm>
              <a:off x="6779315" y="4427600"/>
              <a:ext cx="182850" cy="127096"/>
            </a:xfrm>
            <a:custGeom>
              <a:avLst/>
              <a:gdLst/>
              <a:ahLst/>
              <a:cxnLst/>
              <a:rect l="l" t="t" r="r" b="b"/>
              <a:pathLst>
                <a:path w="6979" h="4851" extrusionOk="0">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61"/>
            <p:cNvSpPr/>
            <p:nvPr/>
          </p:nvSpPr>
          <p:spPr>
            <a:xfrm>
              <a:off x="6877512" y="4427600"/>
              <a:ext cx="84652" cy="127096"/>
            </a:xfrm>
            <a:custGeom>
              <a:avLst/>
              <a:gdLst/>
              <a:ahLst/>
              <a:cxnLst/>
              <a:rect l="l" t="t" r="r" b="b"/>
              <a:pathLst>
                <a:path w="3231" h="4851" extrusionOk="0">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61"/>
            <p:cNvSpPr/>
            <p:nvPr/>
          </p:nvSpPr>
          <p:spPr>
            <a:xfrm>
              <a:off x="6826029" y="4554670"/>
              <a:ext cx="89421" cy="29396"/>
            </a:xfrm>
            <a:custGeom>
              <a:avLst/>
              <a:gdLst/>
              <a:ahLst/>
              <a:cxnLst/>
              <a:rect l="l" t="t" r="r" b="b"/>
              <a:pathLst>
                <a:path w="3413" h="1122" extrusionOk="0">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61"/>
            <p:cNvSpPr/>
            <p:nvPr/>
          </p:nvSpPr>
          <p:spPr>
            <a:xfrm>
              <a:off x="6871722" y="4554670"/>
              <a:ext cx="43728" cy="29396"/>
            </a:xfrm>
            <a:custGeom>
              <a:avLst/>
              <a:gdLst/>
              <a:ahLst/>
              <a:cxnLst/>
              <a:rect l="l" t="t" r="r" b="b"/>
              <a:pathLst>
                <a:path w="1669" h="1122" extrusionOk="0">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61"/>
            <p:cNvSpPr/>
            <p:nvPr/>
          </p:nvSpPr>
          <p:spPr>
            <a:xfrm>
              <a:off x="6863443" y="4278051"/>
              <a:ext cx="14331" cy="32540"/>
            </a:xfrm>
            <a:custGeom>
              <a:avLst/>
              <a:gdLst/>
              <a:ahLst/>
              <a:cxnLst/>
              <a:rect l="l" t="t" r="r" b="b"/>
              <a:pathLst>
                <a:path w="547" h="1242" extrusionOk="0">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61"/>
            <p:cNvSpPr/>
            <p:nvPr/>
          </p:nvSpPr>
          <p:spPr>
            <a:xfrm>
              <a:off x="6705719" y="4296312"/>
              <a:ext cx="200430" cy="343508"/>
            </a:xfrm>
            <a:custGeom>
              <a:avLst/>
              <a:gdLst/>
              <a:ahLst/>
              <a:cxnLst/>
              <a:rect l="l" t="t" r="r" b="b"/>
              <a:pathLst>
                <a:path w="7650" h="13111" extrusionOk="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61"/>
            <p:cNvSpPr/>
            <p:nvPr/>
          </p:nvSpPr>
          <p:spPr>
            <a:xfrm>
              <a:off x="6922367" y="4395689"/>
              <a:ext cx="42811" cy="14358"/>
            </a:xfrm>
            <a:custGeom>
              <a:avLst/>
              <a:gdLst/>
              <a:ahLst/>
              <a:cxnLst/>
              <a:rect l="l" t="t" r="r" b="b"/>
              <a:pathLst>
                <a:path w="1634" h="548" extrusionOk="0">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61"/>
            <p:cNvSpPr/>
            <p:nvPr/>
          </p:nvSpPr>
          <p:spPr>
            <a:xfrm>
              <a:off x="6901092" y="4445390"/>
              <a:ext cx="59317" cy="14148"/>
            </a:xfrm>
            <a:custGeom>
              <a:avLst/>
              <a:gdLst/>
              <a:ahLst/>
              <a:cxnLst/>
              <a:rect l="l" t="t" r="r" b="b"/>
              <a:pathLst>
                <a:path w="2264" h="540" extrusionOk="0">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61"/>
            <p:cNvSpPr/>
            <p:nvPr/>
          </p:nvSpPr>
          <p:spPr>
            <a:xfrm>
              <a:off x="6922445" y="4420526"/>
              <a:ext cx="40217" cy="14148"/>
            </a:xfrm>
            <a:custGeom>
              <a:avLst/>
              <a:gdLst/>
              <a:ahLst/>
              <a:cxnLst/>
              <a:rect l="l" t="t" r="r" b="b"/>
              <a:pathLst>
                <a:path w="1535" h="540" extrusionOk="0">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61"/>
            <p:cNvSpPr/>
            <p:nvPr/>
          </p:nvSpPr>
          <p:spPr>
            <a:xfrm>
              <a:off x="6922445" y="4470254"/>
              <a:ext cx="35449" cy="14148"/>
            </a:xfrm>
            <a:custGeom>
              <a:avLst/>
              <a:gdLst/>
              <a:ahLst/>
              <a:cxnLst/>
              <a:rect l="l" t="t" r="r" b="b"/>
              <a:pathLst>
                <a:path w="1353" h="540" extrusionOk="0">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61"/>
            <p:cNvSpPr/>
            <p:nvPr/>
          </p:nvSpPr>
          <p:spPr>
            <a:xfrm>
              <a:off x="6901014" y="4494882"/>
              <a:ext cx="54365" cy="14358"/>
            </a:xfrm>
            <a:custGeom>
              <a:avLst/>
              <a:gdLst/>
              <a:ahLst/>
              <a:cxnLst/>
              <a:rect l="l" t="t" r="r" b="b"/>
              <a:pathLst>
                <a:path w="2075" h="548" extrusionOk="0">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3" name="Google Shape;7593;p61"/>
          <p:cNvGrpSpPr/>
          <p:nvPr/>
        </p:nvGrpSpPr>
        <p:grpSpPr>
          <a:xfrm>
            <a:off x="5746575" y="2711077"/>
            <a:ext cx="320216" cy="361403"/>
            <a:chOff x="5750650" y="2891652"/>
            <a:chExt cx="320216" cy="361403"/>
          </a:xfrm>
        </p:grpSpPr>
        <p:sp>
          <p:nvSpPr>
            <p:cNvPr id="7594" name="Google Shape;7594;p61"/>
            <p:cNvSpPr/>
            <p:nvPr/>
          </p:nvSpPr>
          <p:spPr>
            <a:xfrm>
              <a:off x="5750650" y="2891652"/>
              <a:ext cx="196919" cy="193644"/>
            </a:xfrm>
            <a:custGeom>
              <a:avLst/>
              <a:gdLst/>
              <a:ahLst/>
              <a:cxnLst/>
              <a:rect l="l" t="t" r="r" b="b"/>
              <a:pathLst>
                <a:path w="7516" h="7391" extrusionOk="0">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61"/>
            <p:cNvSpPr/>
            <p:nvPr/>
          </p:nvSpPr>
          <p:spPr>
            <a:xfrm>
              <a:off x="5847590" y="2891652"/>
              <a:ext cx="99979" cy="193644"/>
            </a:xfrm>
            <a:custGeom>
              <a:avLst/>
              <a:gdLst/>
              <a:ahLst/>
              <a:cxnLst/>
              <a:rect l="l" t="t" r="r" b="b"/>
              <a:pathLst>
                <a:path w="3816" h="7391" extrusionOk="0">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61"/>
            <p:cNvSpPr/>
            <p:nvPr/>
          </p:nvSpPr>
          <p:spPr>
            <a:xfrm>
              <a:off x="5753428" y="2930821"/>
              <a:ext cx="191129" cy="154475"/>
            </a:xfrm>
            <a:custGeom>
              <a:avLst/>
              <a:gdLst/>
              <a:ahLst/>
              <a:cxnLst/>
              <a:rect l="l" t="t" r="r" b="b"/>
              <a:pathLst>
                <a:path w="7295" h="5896" extrusionOk="0">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61"/>
            <p:cNvSpPr/>
            <p:nvPr/>
          </p:nvSpPr>
          <p:spPr>
            <a:xfrm>
              <a:off x="5847852" y="2930821"/>
              <a:ext cx="96966" cy="154475"/>
            </a:xfrm>
            <a:custGeom>
              <a:avLst/>
              <a:gdLst/>
              <a:ahLst/>
              <a:cxnLst/>
              <a:rect l="l" t="t" r="r" b="b"/>
              <a:pathLst>
                <a:path w="3701" h="5896" extrusionOk="0">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61"/>
            <p:cNvSpPr/>
            <p:nvPr/>
          </p:nvSpPr>
          <p:spPr>
            <a:xfrm>
              <a:off x="5803653" y="3085270"/>
              <a:ext cx="90940" cy="29920"/>
            </a:xfrm>
            <a:custGeom>
              <a:avLst/>
              <a:gdLst/>
              <a:ahLst/>
              <a:cxnLst/>
              <a:rect l="l" t="t" r="r" b="b"/>
              <a:pathLst>
                <a:path w="3471" h="1142" extrusionOk="0">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61"/>
            <p:cNvSpPr/>
            <p:nvPr/>
          </p:nvSpPr>
          <p:spPr>
            <a:xfrm>
              <a:off x="5847093" y="3085270"/>
              <a:ext cx="47501" cy="29920"/>
            </a:xfrm>
            <a:custGeom>
              <a:avLst/>
              <a:gdLst/>
              <a:ahLst/>
              <a:cxnLst/>
              <a:rect l="l" t="t" r="r" b="b"/>
              <a:pathLst>
                <a:path w="1813" h="1142" extrusionOk="0">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61"/>
            <p:cNvSpPr/>
            <p:nvPr/>
          </p:nvSpPr>
          <p:spPr>
            <a:xfrm>
              <a:off x="6041470" y="2936611"/>
              <a:ext cx="14331" cy="56016"/>
            </a:xfrm>
            <a:custGeom>
              <a:avLst/>
              <a:gdLst/>
              <a:ahLst/>
              <a:cxnLst/>
              <a:rect l="l" t="t" r="r" b="b"/>
              <a:pathLst>
                <a:path w="547" h="2138" extrusionOk="0">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61"/>
            <p:cNvSpPr/>
            <p:nvPr/>
          </p:nvSpPr>
          <p:spPr>
            <a:xfrm>
              <a:off x="6026405" y="2971247"/>
              <a:ext cx="44226" cy="94451"/>
            </a:xfrm>
            <a:custGeom>
              <a:avLst/>
              <a:gdLst/>
              <a:ahLst/>
              <a:cxnLst/>
              <a:rect l="l" t="t" r="r" b="b"/>
              <a:pathLst>
                <a:path w="1688" h="3605" extrusionOk="0">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61"/>
            <p:cNvSpPr/>
            <p:nvPr/>
          </p:nvSpPr>
          <p:spPr>
            <a:xfrm>
              <a:off x="6038955" y="2971247"/>
              <a:ext cx="31912" cy="94215"/>
            </a:xfrm>
            <a:custGeom>
              <a:avLst/>
              <a:gdLst/>
              <a:ahLst/>
              <a:cxnLst/>
              <a:rect l="l" t="t" r="r" b="b"/>
              <a:pathLst>
                <a:path w="1218" h="3596" extrusionOk="0">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61"/>
            <p:cNvSpPr/>
            <p:nvPr/>
          </p:nvSpPr>
          <p:spPr>
            <a:xfrm>
              <a:off x="5841826" y="3065934"/>
              <a:ext cx="212718" cy="187120"/>
            </a:xfrm>
            <a:custGeom>
              <a:avLst/>
              <a:gdLst/>
              <a:ahLst/>
              <a:cxnLst/>
              <a:rect l="l" t="t" r="r" b="b"/>
              <a:pathLst>
                <a:path w="8119" h="7142" extrusionOk="0">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61"/>
            <p:cNvSpPr/>
            <p:nvPr/>
          </p:nvSpPr>
          <p:spPr>
            <a:xfrm>
              <a:off x="5908610" y="2923511"/>
              <a:ext cx="36706" cy="14384"/>
            </a:xfrm>
            <a:custGeom>
              <a:avLst/>
              <a:gdLst/>
              <a:ahLst/>
              <a:cxnLst/>
              <a:rect l="l" t="t" r="r" b="b"/>
              <a:pathLst>
                <a:path w="1401" h="549" extrusionOk="0">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61"/>
            <p:cNvSpPr/>
            <p:nvPr/>
          </p:nvSpPr>
          <p:spPr>
            <a:xfrm>
              <a:off x="5886917" y="2973998"/>
              <a:ext cx="53369" cy="14620"/>
            </a:xfrm>
            <a:custGeom>
              <a:avLst/>
              <a:gdLst/>
              <a:ahLst/>
              <a:cxnLst/>
              <a:rect l="l" t="t" r="r" b="b"/>
              <a:pathLst>
                <a:path w="2037" h="558" extrusionOk="0">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61"/>
            <p:cNvSpPr/>
            <p:nvPr/>
          </p:nvSpPr>
          <p:spPr>
            <a:xfrm>
              <a:off x="5908532" y="2948637"/>
              <a:ext cx="34270" cy="14646"/>
            </a:xfrm>
            <a:custGeom>
              <a:avLst/>
              <a:gdLst/>
              <a:ahLst/>
              <a:cxnLst/>
              <a:rect l="l" t="t" r="r" b="b"/>
              <a:pathLst>
                <a:path w="1308" h="559" extrusionOk="0">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61"/>
            <p:cNvSpPr/>
            <p:nvPr/>
          </p:nvSpPr>
          <p:spPr>
            <a:xfrm>
              <a:off x="5908532" y="2999124"/>
              <a:ext cx="29501" cy="14620"/>
            </a:xfrm>
            <a:custGeom>
              <a:avLst/>
              <a:gdLst/>
              <a:ahLst/>
              <a:cxnLst/>
              <a:rect l="l" t="t" r="r" b="b"/>
              <a:pathLst>
                <a:path w="1126" h="558" extrusionOk="0">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61"/>
            <p:cNvSpPr/>
            <p:nvPr/>
          </p:nvSpPr>
          <p:spPr>
            <a:xfrm>
              <a:off x="5886995" y="3024459"/>
              <a:ext cx="48522" cy="14410"/>
            </a:xfrm>
            <a:custGeom>
              <a:avLst/>
              <a:gdLst/>
              <a:ahLst/>
              <a:cxnLst/>
              <a:rect l="l" t="t" r="r" b="b"/>
              <a:pathLst>
                <a:path w="1852" h="550" extrusionOk="0">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9" name="Google Shape;7609;p61"/>
          <p:cNvGrpSpPr/>
          <p:nvPr/>
        </p:nvGrpSpPr>
        <p:grpSpPr>
          <a:xfrm>
            <a:off x="6653934" y="2710815"/>
            <a:ext cx="315972" cy="361927"/>
            <a:chOff x="6658009" y="2891390"/>
            <a:chExt cx="315972" cy="361927"/>
          </a:xfrm>
        </p:grpSpPr>
        <p:sp>
          <p:nvSpPr>
            <p:cNvPr id="7610" name="Google Shape;7610;p61"/>
            <p:cNvSpPr/>
            <p:nvPr/>
          </p:nvSpPr>
          <p:spPr>
            <a:xfrm>
              <a:off x="6658009" y="2891390"/>
              <a:ext cx="315972" cy="361927"/>
            </a:xfrm>
            <a:custGeom>
              <a:avLst/>
              <a:gdLst/>
              <a:ahLst/>
              <a:cxnLst/>
              <a:rect l="l" t="t" r="r" b="b"/>
              <a:pathLst>
                <a:path w="12060" h="13814" extrusionOk="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61"/>
            <p:cNvSpPr/>
            <p:nvPr/>
          </p:nvSpPr>
          <p:spPr>
            <a:xfrm>
              <a:off x="6658507" y="2921284"/>
              <a:ext cx="315474" cy="332033"/>
            </a:xfrm>
            <a:custGeom>
              <a:avLst/>
              <a:gdLst/>
              <a:ahLst/>
              <a:cxnLst/>
              <a:rect l="l" t="t" r="r" b="b"/>
              <a:pathLst>
                <a:path w="12041" h="12673" extrusionOk="0">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61"/>
            <p:cNvSpPr/>
            <p:nvPr/>
          </p:nvSpPr>
          <p:spPr>
            <a:xfrm>
              <a:off x="6742897" y="2928567"/>
              <a:ext cx="146432" cy="55780"/>
            </a:xfrm>
            <a:custGeom>
              <a:avLst/>
              <a:gdLst/>
              <a:ahLst/>
              <a:cxnLst/>
              <a:rect l="l" t="t" r="r" b="b"/>
              <a:pathLst>
                <a:path w="5589" h="2129" extrusionOk="0">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61"/>
            <p:cNvSpPr/>
            <p:nvPr/>
          </p:nvSpPr>
          <p:spPr>
            <a:xfrm>
              <a:off x="6836562" y="2928567"/>
              <a:ext cx="52767" cy="55780"/>
            </a:xfrm>
            <a:custGeom>
              <a:avLst/>
              <a:gdLst/>
              <a:ahLst/>
              <a:cxnLst/>
              <a:rect l="l" t="t" r="r" b="b"/>
              <a:pathLst>
                <a:path w="2014" h="2129" extrusionOk="0">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61"/>
            <p:cNvSpPr/>
            <p:nvPr/>
          </p:nvSpPr>
          <p:spPr>
            <a:xfrm>
              <a:off x="6810702" y="3035856"/>
              <a:ext cx="11083" cy="162702"/>
            </a:xfrm>
            <a:custGeom>
              <a:avLst/>
              <a:gdLst/>
              <a:ahLst/>
              <a:cxnLst/>
              <a:rect l="l" t="t" r="r" b="b"/>
              <a:pathLst>
                <a:path w="423" h="6210" extrusionOk="0">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61"/>
            <p:cNvSpPr/>
            <p:nvPr/>
          </p:nvSpPr>
          <p:spPr>
            <a:xfrm>
              <a:off x="6724059" y="3209091"/>
              <a:ext cx="11083" cy="44226"/>
            </a:xfrm>
            <a:custGeom>
              <a:avLst/>
              <a:gdLst/>
              <a:ahLst/>
              <a:cxnLst/>
              <a:rect l="l" t="t" r="r" b="b"/>
              <a:pathLst>
                <a:path w="423" h="1688" extrusionOk="0">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61"/>
            <p:cNvSpPr/>
            <p:nvPr/>
          </p:nvSpPr>
          <p:spPr>
            <a:xfrm>
              <a:off x="6897346" y="3209091"/>
              <a:ext cx="11083" cy="44226"/>
            </a:xfrm>
            <a:custGeom>
              <a:avLst/>
              <a:gdLst/>
              <a:ahLst/>
              <a:cxnLst/>
              <a:rect l="l" t="t" r="r" b="b"/>
              <a:pathLst>
                <a:path w="423" h="1688" extrusionOk="0">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7" name="Google Shape;7617;p61"/>
          <p:cNvGrpSpPr/>
          <p:nvPr/>
        </p:nvGrpSpPr>
        <p:grpSpPr>
          <a:xfrm>
            <a:off x="6199390" y="2710631"/>
            <a:ext cx="320478" cy="362110"/>
            <a:chOff x="6203465" y="2891206"/>
            <a:chExt cx="320478" cy="362110"/>
          </a:xfrm>
        </p:grpSpPr>
        <p:sp>
          <p:nvSpPr>
            <p:cNvPr id="7618" name="Google Shape;7618;p61"/>
            <p:cNvSpPr/>
            <p:nvPr/>
          </p:nvSpPr>
          <p:spPr>
            <a:xfrm>
              <a:off x="6203465" y="2902158"/>
              <a:ext cx="320478" cy="351159"/>
            </a:xfrm>
            <a:custGeom>
              <a:avLst/>
              <a:gdLst/>
              <a:ahLst/>
              <a:cxnLst/>
              <a:rect l="l" t="t" r="r" b="b"/>
              <a:pathLst>
                <a:path w="12232" h="13403" extrusionOk="0">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61"/>
            <p:cNvSpPr/>
            <p:nvPr/>
          </p:nvSpPr>
          <p:spPr>
            <a:xfrm>
              <a:off x="6286833" y="2902132"/>
              <a:ext cx="184867" cy="71159"/>
            </a:xfrm>
            <a:custGeom>
              <a:avLst/>
              <a:gdLst/>
              <a:ahLst/>
              <a:cxnLst/>
              <a:rect l="l" t="t" r="r" b="b"/>
              <a:pathLst>
                <a:path w="7056" h="2716" extrusionOk="0">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61"/>
            <p:cNvSpPr/>
            <p:nvPr/>
          </p:nvSpPr>
          <p:spPr>
            <a:xfrm>
              <a:off x="6457107" y="2973265"/>
              <a:ext cx="57771" cy="131865"/>
            </a:xfrm>
            <a:custGeom>
              <a:avLst/>
              <a:gdLst/>
              <a:ahLst/>
              <a:cxnLst/>
              <a:rect l="l" t="t" r="r" b="b"/>
              <a:pathLst>
                <a:path w="2205" h="5033" extrusionOk="0">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61"/>
            <p:cNvSpPr/>
            <p:nvPr/>
          </p:nvSpPr>
          <p:spPr>
            <a:xfrm>
              <a:off x="6423807" y="2891206"/>
              <a:ext cx="97988" cy="103752"/>
            </a:xfrm>
            <a:custGeom>
              <a:avLst/>
              <a:gdLst/>
              <a:ahLst/>
              <a:cxnLst/>
              <a:rect l="l" t="t" r="r" b="b"/>
              <a:pathLst>
                <a:path w="3740" h="3960" extrusionOk="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61"/>
            <p:cNvSpPr/>
            <p:nvPr/>
          </p:nvSpPr>
          <p:spPr>
            <a:xfrm>
              <a:off x="6396087" y="2978085"/>
              <a:ext cx="33405" cy="38907"/>
            </a:xfrm>
            <a:custGeom>
              <a:avLst/>
              <a:gdLst/>
              <a:ahLst/>
              <a:cxnLst/>
              <a:rect l="l" t="t" r="r" b="b"/>
              <a:pathLst>
                <a:path w="1275" h="1485" extrusionOk="0">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3" name="Google Shape;7623;p61"/>
          <p:cNvGrpSpPr/>
          <p:nvPr/>
        </p:nvGrpSpPr>
        <p:grpSpPr>
          <a:xfrm>
            <a:off x="7563205" y="2710684"/>
            <a:ext cx="307116" cy="362294"/>
            <a:chOff x="7567280" y="2891259"/>
            <a:chExt cx="307116" cy="362294"/>
          </a:xfrm>
        </p:grpSpPr>
        <p:sp>
          <p:nvSpPr>
            <p:cNvPr id="7624" name="Google Shape;7624;p61"/>
            <p:cNvSpPr/>
            <p:nvPr/>
          </p:nvSpPr>
          <p:spPr>
            <a:xfrm>
              <a:off x="7612082" y="2891337"/>
              <a:ext cx="217250" cy="207006"/>
            </a:xfrm>
            <a:custGeom>
              <a:avLst/>
              <a:gdLst/>
              <a:ahLst/>
              <a:cxnLst/>
              <a:rect l="l" t="t" r="r" b="b"/>
              <a:pathLst>
                <a:path w="8292" h="7901" extrusionOk="0">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61"/>
            <p:cNvSpPr/>
            <p:nvPr/>
          </p:nvSpPr>
          <p:spPr>
            <a:xfrm>
              <a:off x="7677870" y="3190698"/>
              <a:ext cx="85936" cy="62618"/>
            </a:xfrm>
            <a:custGeom>
              <a:avLst/>
              <a:gdLst/>
              <a:ahLst/>
              <a:cxnLst/>
              <a:rect l="l" t="t" r="r" b="b"/>
              <a:pathLst>
                <a:path w="3280" h="2390" extrusionOk="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61"/>
            <p:cNvSpPr/>
            <p:nvPr/>
          </p:nvSpPr>
          <p:spPr>
            <a:xfrm>
              <a:off x="7644229" y="2891285"/>
              <a:ext cx="63299" cy="21091"/>
            </a:xfrm>
            <a:custGeom>
              <a:avLst/>
              <a:gdLst/>
              <a:ahLst/>
              <a:cxnLst/>
              <a:rect l="l" t="t" r="r" b="b"/>
              <a:pathLst>
                <a:path w="2416" h="805" extrusionOk="0">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61"/>
            <p:cNvSpPr/>
            <p:nvPr/>
          </p:nvSpPr>
          <p:spPr>
            <a:xfrm>
              <a:off x="7707502" y="2891259"/>
              <a:ext cx="121830" cy="207268"/>
            </a:xfrm>
            <a:custGeom>
              <a:avLst/>
              <a:gdLst/>
              <a:ahLst/>
              <a:cxnLst/>
              <a:rect l="l" t="t" r="r" b="b"/>
              <a:pathLst>
                <a:path w="4650" h="7911" extrusionOk="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61"/>
            <p:cNvSpPr/>
            <p:nvPr/>
          </p:nvSpPr>
          <p:spPr>
            <a:xfrm>
              <a:off x="7707502" y="3190751"/>
              <a:ext cx="56304" cy="62801"/>
            </a:xfrm>
            <a:custGeom>
              <a:avLst/>
              <a:gdLst/>
              <a:ahLst/>
              <a:cxnLst/>
              <a:rect l="l" t="t" r="r" b="b"/>
              <a:pathLst>
                <a:path w="2149" h="2397" extrusionOk="0">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61"/>
            <p:cNvSpPr/>
            <p:nvPr/>
          </p:nvSpPr>
          <p:spPr>
            <a:xfrm>
              <a:off x="7677870" y="3190698"/>
              <a:ext cx="85936" cy="28191"/>
            </a:xfrm>
            <a:custGeom>
              <a:avLst/>
              <a:gdLst/>
              <a:ahLst/>
              <a:cxnLst/>
              <a:rect l="l" t="t" r="r" b="b"/>
              <a:pathLst>
                <a:path w="3280" h="1076" extrusionOk="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61"/>
            <p:cNvSpPr/>
            <p:nvPr/>
          </p:nvSpPr>
          <p:spPr>
            <a:xfrm>
              <a:off x="7669958" y="3221588"/>
              <a:ext cx="99874" cy="17397"/>
            </a:xfrm>
            <a:custGeom>
              <a:avLst/>
              <a:gdLst/>
              <a:ahLst/>
              <a:cxnLst/>
              <a:rect l="l" t="t" r="r" b="b"/>
              <a:pathLst>
                <a:path w="3812" h="664" extrusionOk="0">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61"/>
            <p:cNvSpPr/>
            <p:nvPr/>
          </p:nvSpPr>
          <p:spPr>
            <a:xfrm>
              <a:off x="7669958" y="3012879"/>
              <a:ext cx="99874" cy="17423"/>
            </a:xfrm>
            <a:custGeom>
              <a:avLst/>
              <a:gdLst/>
              <a:ahLst/>
              <a:cxnLst/>
              <a:rect l="l" t="t" r="r" b="b"/>
              <a:pathLst>
                <a:path w="3812" h="665" extrusionOk="0">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61"/>
            <p:cNvSpPr/>
            <p:nvPr/>
          </p:nvSpPr>
          <p:spPr>
            <a:xfrm>
              <a:off x="7670010" y="3041070"/>
              <a:ext cx="99822" cy="17423"/>
            </a:xfrm>
            <a:custGeom>
              <a:avLst/>
              <a:gdLst/>
              <a:ahLst/>
              <a:cxnLst/>
              <a:rect l="l" t="t" r="r" b="b"/>
              <a:pathLst>
                <a:path w="3810" h="665" extrusionOk="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61"/>
            <p:cNvSpPr/>
            <p:nvPr/>
          </p:nvSpPr>
          <p:spPr>
            <a:xfrm>
              <a:off x="7669958" y="3066615"/>
              <a:ext cx="99874" cy="17423"/>
            </a:xfrm>
            <a:custGeom>
              <a:avLst/>
              <a:gdLst/>
              <a:ahLst/>
              <a:cxnLst/>
              <a:rect l="l" t="t" r="r" b="b"/>
              <a:pathLst>
                <a:path w="3812" h="665" extrusionOk="0">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61"/>
            <p:cNvSpPr/>
            <p:nvPr/>
          </p:nvSpPr>
          <p:spPr>
            <a:xfrm>
              <a:off x="7567280" y="2994880"/>
              <a:ext cx="307116" cy="226368"/>
            </a:xfrm>
            <a:custGeom>
              <a:avLst/>
              <a:gdLst/>
              <a:ahLst/>
              <a:cxnLst/>
              <a:rect l="l" t="t" r="r" b="b"/>
              <a:pathLst>
                <a:path w="11722" h="8640" extrusionOk="0">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61"/>
            <p:cNvSpPr/>
            <p:nvPr/>
          </p:nvSpPr>
          <p:spPr>
            <a:xfrm>
              <a:off x="7568144" y="3019717"/>
              <a:ext cx="305151" cy="201530"/>
            </a:xfrm>
            <a:custGeom>
              <a:avLst/>
              <a:gdLst/>
              <a:ahLst/>
              <a:cxnLst/>
              <a:rect l="l" t="t" r="r" b="b"/>
              <a:pathLst>
                <a:path w="11647" h="7692" extrusionOk="0">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6" name="Google Shape;7636;p61"/>
          <p:cNvGrpSpPr/>
          <p:nvPr/>
        </p:nvGrpSpPr>
        <p:grpSpPr>
          <a:xfrm>
            <a:off x="7108504" y="2710946"/>
            <a:ext cx="338556" cy="361534"/>
            <a:chOff x="7112579" y="2891521"/>
            <a:chExt cx="338556" cy="361534"/>
          </a:xfrm>
        </p:grpSpPr>
        <p:sp>
          <p:nvSpPr>
            <p:cNvPr id="7637" name="Google Shape;7637;p61"/>
            <p:cNvSpPr/>
            <p:nvPr/>
          </p:nvSpPr>
          <p:spPr>
            <a:xfrm>
              <a:off x="7112579" y="2891521"/>
              <a:ext cx="312671" cy="361534"/>
            </a:xfrm>
            <a:custGeom>
              <a:avLst/>
              <a:gdLst/>
              <a:ahLst/>
              <a:cxnLst/>
              <a:rect l="l" t="t" r="r" b="b"/>
              <a:pathLst>
                <a:path w="11934" h="13799" extrusionOk="0">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61"/>
            <p:cNvSpPr/>
            <p:nvPr/>
          </p:nvSpPr>
          <p:spPr>
            <a:xfrm>
              <a:off x="7302424" y="2891783"/>
              <a:ext cx="148711" cy="361272"/>
            </a:xfrm>
            <a:custGeom>
              <a:avLst/>
              <a:gdLst/>
              <a:ahLst/>
              <a:cxnLst/>
              <a:rect l="l" t="t" r="r" b="b"/>
              <a:pathLst>
                <a:path w="5676" h="13789" extrusionOk="0">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9" name="Google Shape;7639;p61"/>
          <p:cNvGrpSpPr/>
          <p:nvPr/>
        </p:nvGrpSpPr>
        <p:grpSpPr>
          <a:xfrm>
            <a:off x="7151184" y="3624461"/>
            <a:ext cx="207478" cy="361272"/>
            <a:chOff x="7155259" y="3805036"/>
            <a:chExt cx="207478" cy="361272"/>
          </a:xfrm>
        </p:grpSpPr>
        <p:sp>
          <p:nvSpPr>
            <p:cNvPr id="7640" name="Google Shape;7640;p61"/>
            <p:cNvSpPr/>
            <p:nvPr/>
          </p:nvSpPr>
          <p:spPr>
            <a:xfrm>
              <a:off x="7178865" y="3839175"/>
              <a:ext cx="160265" cy="144179"/>
            </a:xfrm>
            <a:custGeom>
              <a:avLst/>
              <a:gdLst/>
              <a:ahLst/>
              <a:cxnLst/>
              <a:rect l="l" t="t" r="r" b="b"/>
              <a:pathLst>
                <a:path w="6117" h="5503" extrusionOk="0">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61"/>
            <p:cNvSpPr/>
            <p:nvPr/>
          </p:nvSpPr>
          <p:spPr>
            <a:xfrm>
              <a:off x="7281071" y="3839175"/>
              <a:ext cx="58059" cy="144179"/>
            </a:xfrm>
            <a:custGeom>
              <a:avLst/>
              <a:gdLst/>
              <a:ahLst/>
              <a:cxnLst/>
              <a:rect l="l" t="t" r="r" b="b"/>
              <a:pathLst>
                <a:path w="2216" h="5503" extrusionOk="0">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61"/>
            <p:cNvSpPr/>
            <p:nvPr/>
          </p:nvSpPr>
          <p:spPr>
            <a:xfrm>
              <a:off x="7204488" y="3805036"/>
              <a:ext cx="108756" cy="54417"/>
            </a:xfrm>
            <a:custGeom>
              <a:avLst/>
              <a:gdLst/>
              <a:ahLst/>
              <a:cxnLst/>
              <a:rect l="l" t="t" r="r" b="b"/>
              <a:pathLst>
                <a:path w="4151" h="2077" extrusionOk="0">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61"/>
            <p:cNvSpPr/>
            <p:nvPr/>
          </p:nvSpPr>
          <p:spPr>
            <a:xfrm>
              <a:off x="7275805" y="3809307"/>
              <a:ext cx="37440" cy="50252"/>
            </a:xfrm>
            <a:custGeom>
              <a:avLst/>
              <a:gdLst/>
              <a:ahLst/>
              <a:cxnLst/>
              <a:rect l="l" t="t" r="r" b="b"/>
              <a:pathLst>
                <a:path w="1429" h="1918" extrusionOk="0">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61"/>
            <p:cNvSpPr/>
            <p:nvPr/>
          </p:nvSpPr>
          <p:spPr>
            <a:xfrm>
              <a:off x="7243815" y="3815568"/>
              <a:ext cx="30104" cy="24707"/>
            </a:xfrm>
            <a:custGeom>
              <a:avLst/>
              <a:gdLst/>
              <a:ahLst/>
              <a:cxnLst/>
              <a:rect l="l" t="t" r="r" b="b"/>
              <a:pathLst>
                <a:path w="1149" h="943" extrusionOk="0">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61"/>
            <p:cNvSpPr/>
            <p:nvPr/>
          </p:nvSpPr>
          <p:spPr>
            <a:xfrm>
              <a:off x="7155259" y="3970515"/>
              <a:ext cx="207216" cy="195793"/>
            </a:xfrm>
            <a:custGeom>
              <a:avLst/>
              <a:gdLst/>
              <a:ahLst/>
              <a:cxnLst/>
              <a:rect l="l" t="t" r="r" b="b"/>
              <a:pathLst>
                <a:path w="7909" h="7473" extrusionOk="0">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61"/>
            <p:cNvSpPr/>
            <p:nvPr/>
          </p:nvSpPr>
          <p:spPr>
            <a:xfrm>
              <a:off x="7239151" y="3970515"/>
              <a:ext cx="6550" cy="4297"/>
            </a:xfrm>
            <a:custGeom>
              <a:avLst/>
              <a:gdLst/>
              <a:ahLst/>
              <a:cxnLst/>
              <a:rect l="l" t="t" r="r" b="b"/>
              <a:pathLst>
                <a:path w="250" h="164" extrusionOk="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61"/>
            <p:cNvSpPr/>
            <p:nvPr/>
          </p:nvSpPr>
          <p:spPr>
            <a:xfrm>
              <a:off x="7245675" y="3970515"/>
              <a:ext cx="117062" cy="195766"/>
            </a:xfrm>
            <a:custGeom>
              <a:avLst/>
              <a:gdLst/>
              <a:ahLst/>
              <a:cxnLst/>
              <a:rect l="l" t="t" r="r" b="b"/>
              <a:pathLst>
                <a:path w="4468" h="7472" extrusionOk="0">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61"/>
            <p:cNvSpPr/>
            <p:nvPr/>
          </p:nvSpPr>
          <p:spPr>
            <a:xfrm>
              <a:off x="7221571" y="3970515"/>
              <a:ext cx="73098" cy="84285"/>
            </a:xfrm>
            <a:custGeom>
              <a:avLst/>
              <a:gdLst/>
              <a:ahLst/>
              <a:cxnLst/>
              <a:rect l="l" t="t" r="r" b="b"/>
              <a:pathLst>
                <a:path w="2790" h="3217" extrusionOk="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61"/>
            <p:cNvSpPr/>
            <p:nvPr/>
          </p:nvSpPr>
          <p:spPr>
            <a:xfrm>
              <a:off x="7239151" y="3970515"/>
              <a:ext cx="39693" cy="19362"/>
            </a:xfrm>
            <a:custGeom>
              <a:avLst/>
              <a:gdLst/>
              <a:ahLst/>
              <a:cxnLst/>
              <a:rect l="l" t="t" r="r" b="b"/>
              <a:pathLst>
                <a:path w="1515" h="739" extrusionOk="0">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61"/>
            <p:cNvSpPr/>
            <p:nvPr/>
          </p:nvSpPr>
          <p:spPr>
            <a:xfrm>
              <a:off x="7210017" y="3869069"/>
              <a:ext cx="97962" cy="110774"/>
            </a:xfrm>
            <a:custGeom>
              <a:avLst/>
              <a:gdLst/>
              <a:ahLst/>
              <a:cxnLst/>
              <a:rect l="l" t="t" r="r" b="b"/>
              <a:pathLst>
                <a:path w="3739" h="4228" extrusionOk="0">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61"/>
            <p:cNvSpPr/>
            <p:nvPr/>
          </p:nvSpPr>
          <p:spPr>
            <a:xfrm>
              <a:off x="7261735" y="3869069"/>
              <a:ext cx="46243" cy="112031"/>
            </a:xfrm>
            <a:custGeom>
              <a:avLst/>
              <a:gdLst/>
              <a:ahLst/>
              <a:cxnLst/>
              <a:rect l="l" t="t" r="r" b="b"/>
              <a:pathLst>
                <a:path w="1765" h="4276" extrusionOk="0">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2" name="Google Shape;7652;p61"/>
          <p:cNvGrpSpPr/>
          <p:nvPr/>
        </p:nvGrpSpPr>
        <p:grpSpPr>
          <a:xfrm>
            <a:off x="4911293" y="2710815"/>
            <a:ext cx="182850" cy="361927"/>
            <a:chOff x="4915368" y="2891390"/>
            <a:chExt cx="182850" cy="361927"/>
          </a:xfrm>
        </p:grpSpPr>
        <p:sp>
          <p:nvSpPr>
            <p:cNvPr id="7653" name="Google Shape;7653;p61"/>
            <p:cNvSpPr/>
            <p:nvPr/>
          </p:nvSpPr>
          <p:spPr>
            <a:xfrm>
              <a:off x="4940992" y="2925292"/>
              <a:ext cx="131367" cy="326504"/>
            </a:xfrm>
            <a:custGeom>
              <a:avLst/>
              <a:gdLst/>
              <a:ahLst/>
              <a:cxnLst/>
              <a:rect l="l" t="t" r="r" b="b"/>
              <a:pathLst>
                <a:path w="5014" h="12462" extrusionOk="0">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61"/>
            <p:cNvSpPr/>
            <p:nvPr/>
          </p:nvSpPr>
          <p:spPr>
            <a:xfrm>
              <a:off x="4991977" y="2925292"/>
              <a:ext cx="80644" cy="328024"/>
            </a:xfrm>
            <a:custGeom>
              <a:avLst/>
              <a:gdLst/>
              <a:ahLst/>
              <a:cxnLst/>
              <a:rect l="l" t="t" r="r" b="b"/>
              <a:pathLst>
                <a:path w="3078" h="12520" extrusionOk="0">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61"/>
            <p:cNvSpPr/>
            <p:nvPr/>
          </p:nvSpPr>
          <p:spPr>
            <a:xfrm>
              <a:off x="4940992" y="3044345"/>
              <a:ext cx="131367" cy="208971"/>
            </a:xfrm>
            <a:custGeom>
              <a:avLst/>
              <a:gdLst/>
              <a:ahLst/>
              <a:cxnLst/>
              <a:rect l="l" t="t" r="r" b="b"/>
              <a:pathLst>
                <a:path w="5014" h="7976" extrusionOk="0">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61"/>
            <p:cNvSpPr/>
            <p:nvPr/>
          </p:nvSpPr>
          <p:spPr>
            <a:xfrm>
              <a:off x="4991977" y="3048852"/>
              <a:ext cx="80382" cy="203443"/>
            </a:xfrm>
            <a:custGeom>
              <a:avLst/>
              <a:gdLst/>
              <a:ahLst/>
              <a:cxnLst/>
              <a:rect l="l" t="t" r="r" b="b"/>
              <a:pathLst>
                <a:path w="3068" h="7765" extrusionOk="0">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61"/>
            <p:cNvSpPr/>
            <p:nvPr/>
          </p:nvSpPr>
          <p:spPr>
            <a:xfrm>
              <a:off x="4963838" y="3076493"/>
              <a:ext cx="19624" cy="16558"/>
            </a:xfrm>
            <a:custGeom>
              <a:avLst/>
              <a:gdLst/>
              <a:ahLst/>
              <a:cxnLst/>
              <a:rect l="l" t="t" r="r" b="b"/>
              <a:pathLst>
                <a:path w="749" h="632" extrusionOk="0">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61"/>
            <p:cNvSpPr/>
            <p:nvPr/>
          </p:nvSpPr>
          <p:spPr>
            <a:xfrm>
              <a:off x="5030386" y="3100099"/>
              <a:ext cx="16847" cy="14436"/>
            </a:xfrm>
            <a:custGeom>
              <a:avLst/>
              <a:gdLst/>
              <a:ahLst/>
              <a:cxnLst/>
              <a:rect l="l" t="t" r="r" b="b"/>
              <a:pathLst>
                <a:path w="643" h="551" extrusionOk="0">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61"/>
            <p:cNvSpPr/>
            <p:nvPr/>
          </p:nvSpPr>
          <p:spPr>
            <a:xfrm>
              <a:off x="4980921" y="3202803"/>
              <a:ext cx="16847" cy="14436"/>
            </a:xfrm>
            <a:custGeom>
              <a:avLst/>
              <a:gdLst/>
              <a:ahLst/>
              <a:cxnLst/>
              <a:rect l="l" t="t" r="r" b="b"/>
              <a:pathLst>
                <a:path w="643" h="551" extrusionOk="0">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61"/>
            <p:cNvSpPr/>
            <p:nvPr/>
          </p:nvSpPr>
          <p:spPr>
            <a:xfrm>
              <a:off x="5030386" y="3171651"/>
              <a:ext cx="16847" cy="14698"/>
            </a:xfrm>
            <a:custGeom>
              <a:avLst/>
              <a:gdLst/>
              <a:ahLst/>
              <a:cxnLst/>
              <a:rect l="l" t="t" r="r" b="b"/>
              <a:pathLst>
                <a:path w="643" h="561" extrusionOk="0">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61"/>
            <p:cNvSpPr/>
            <p:nvPr/>
          </p:nvSpPr>
          <p:spPr>
            <a:xfrm>
              <a:off x="4974135" y="3132246"/>
              <a:ext cx="20357" cy="17397"/>
            </a:xfrm>
            <a:custGeom>
              <a:avLst/>
              <a:gdLst/>
              <a:ahLst/>
              <a:cxnLst/>
              <a:rect l="l" t="t" r="r" b="b"/>
              <a:pathLst>
                <a:path w="777" h="664" extrusionOk="0">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61"/>
            <p:cNvSpPr/>
            <p:nvPr/>
          </p:nvSpPr>
          <p:spPr>
            <a:xfrm>
              <a:off x="4915368" y="2891390"/>
              <a:ext cx="182850" cy="33693"/>
            </a:xfrm>
            <a:custGeom>
              <a:avLst/>
              <a:gdLst/>
              <a:ahLst/>
              <a:cxnLst/>
              <a:rect l="l" t="t" r="r" b="b"/>
              <a:pathLst>
                <a:path w="6979" h="1286" extrusionOk="0">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61"/>
            <p:cNvSpPr/>
            <p:nvPr/>
          </p:nvSpPr>
          <p:spPr>
            <a:xfrm>
              <a:off x="5055250" y="2891390"/>
              <a:ext cx="42732" cy="33693"/>
            </a:xfrm>
            <a:custGeom>
              <a:avLst/>
              <a:gdLst/>
              <a:ahLst/>
              <a:cxnLst/>
              <a:rect l="l" t="t" r="r" b="b"/>
              <a:pathLst>
                <a:path w="1631" h="1286" extrusionOk="0">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4" name="Google Shape;7664;p61"/>
          <p:cNvGrpSpPr/>
          <p:nvPr/>
        </p:nvGrpSpPr>
        <p:grpSpPr>
          <a:xfrm>
            <a:off x="8024639" y="2711077"/>
            <a:ext cx="289589" cy="361403"/>
            <a:chOff x="8028714" y="2891652"/>
            <a:chExt cx="289589" cy="361403"/>
          </a:xfrm>
        </p:grpSpPr>
        <p:sp>
          <p:nvSpPr>
            <p:cNvPr id="7665" name="Google Shape;7665;p61"/>
            <p:cNvSpPr/>
            <p:nvPr/>
          </p:nvSpPr>
          <p:spPr>
            <a:xfrm>
              <a:off x="8096520" y="3139006"/>
              <a:ext cx="167025" cy="83421"/>
            </a:xfrm>
            <a:custGeom>
              <a:avLst/>
              <a:gdLst/>
              <a:ahLst/>
              <a:cxnLst/>
              <a:rect l="l" t="t" r="r" b="b"/>
              <a:pathLst>
                <a:path w="6375" h="3184" extrusionOk="0">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61"/>
            <p:cNvSpPr/>
            <p:nvPr/>
          </p:nvSpPr>
          <p:spPr>
            <a:xfrm>
              <a:off x="8168360" y="3139006"/>
              <a:ext cx="95185" cy="83421"/>
            </a:xfrm>
            <a:custGeom>
              <a:avLst/>
              <a:gdLst/>
              <a:ahLst/>
              <a:cxnLst/>
              <a:rect l="l" t="t" r="r" b="b"/>
              <a:pathLst>
                <a:path w="3633" h="3184" extrusionOk="0">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61"/>
            <p:cNvSpPr/>
            <p:nvPr/>
          </p:nvSpPr>
          <p:spPr>
            <a:xfrm>
              <a:off x="8028714" y="3109871"/>
              <a:ext cx="104748" cy="24392"/>
            </a:xfrm>
            <a:custGeom>
              <a:avLst/>
              <a:gdLst/>
              <a:ahLst/>
              <a:cxnLst/>
              <a:rect l="l" t="t" r="r" b="b"/>
              <a:pathLst>
                <a:path w="3998" h="931" extrusionOk="0">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61"/>
            <p:cNvSpPr/>
            <p:nvPr/>
          </p:nvSpPr>
          <p:spPr>
            <a:xfrm>
              <a:off x="8101812" y="3109871"/>
              <a:ext cx="31650" cy="24392"/>
            </a:xfrm>
            <a:custGeom>
              <a:avLst/>
              <a:gdLst/>
              <a:ahLst/>
              <a:cxnLst/>
              <a:rect l="l" t="t" r="r" b="b"/>
              <a:pathLst>
                <a:path w="1208" h="931" extrusionOk="0">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61"/>
            <p:cNvSpPr/>
            <p:nvPr/>
          </p:nvSpPr>
          <p:spPr>
            <a:xfrm>
              <a:off x="8053342" y="3134237"/>
              <a:ext cx="67570" cy="53527"/>
            </a:xfrm>
            <a:custGeom>
              <a:avLst/>
              <a:gdLst/>
              <a:ahLst/>
              <a:cxnLst/>
              <a:rect l="l" t="t" r="r" b="b"/>
              <a:pathLst>
                <a:path w="2579" h="2043" extrusionOk="0">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61"/>
            <p:cNvSpPr/>
            <p:nvPr/>
          </p:nvSpPr>
          <p:spPr>
            <a:xfrm>
              <a:off x="8159321" y="3165127"/>
              <a:ext cx="36182" cy="31099"/>
            </a:xfrm>
            <a:custGeom>
              <a:avLst/>
              <a:gdLst/>
              <a:ahLst/>
              <a:cxnLst/>
              <a:rect l="l" t="t" r="r" b="b"/>
              <a:pathLst>
                <a:path w="1381" h="1187" extrusionOk="0">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61"/>
            <p:cNvSpPr/>
            <p:nvPr/>
          </p:nvSpPr>
          <p:spPr>
            <a:xfrm>
              <a:off x="8232655" y="2960453"/>
              <a:ext cx="74356" cy="219530"/>
            </a:xfrm>
            <a:custGeom>
              <a:avLst/>
              <a:gdLst/>
              <a:ahLst/>
              <a:cxnLst/>
              <a:rect l="l" t="t" r="r" b="b"/>
              <a:pathLst>
                <a:path w="2838" h="8379" extrusionOk="0">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61"/>
            <p:cNvSpPr/>
            <p:nvPr/>
          </p:nvSpPr>
          <p:spPr>
            <a:xfrm>
              <a:off x="8243685" y="2960453"/>
              <a:ext cx="63063" cy="219766"/>
            </a:xfrm>
            <a:custGeom>
              <a:avLst/>
              <a:gdLst/>
              <a:ahLst/>
              <a:cxnLst/>
              <a:rect l="l" t="t" r="r" b="b"/>
              <a:pathLst>
                <a:path w="2407" h="8388" extrusionOk="0">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61"/>
            <p:cNvSpPr/>
            <p:nvPr/>
          </p:nvSpPr>
          <p:spPr>
            <a:xfrm>
              <a:off x="8041788" y="3222400"/>
              <a:ext cx="276515" cy="30654"/>
            </a:xfrm>
            <a:custGeom>
              <a:avLst/>
              <a:gdLst/>
              <a:ahLst/>
              <a:cxnLst/>
              <a:rect l="l" t="t" r="r" b="b"/>
              <a:pathLst>
                <a:path w="10554" h="1170" extrusionOk="0">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61"/>
            <p:cNvSpPr/>
            <p:nvPr/>
          </p:nvSpPr>
          <p:spPr>
            <a:xfrm>
              <a:off x="8286627" y="3222400"/>
              <a:ext cx="31676" cy="30654"/>
            </a:xfrm>
            <a:custGeom>
              <a:avLst/>
              <a:gdLst/>
              <a:ahLst/>
              <a:cxnLst/>
              <a:rect l="l" t="t" r="r" b="b"/>
              <a:pathLst>
                <a:path w="1209" h="1170" extrusionOk="0">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61"/>
            <p:cNvSpPr/>
            <p:nvPr/>
          </p:nvSpPr>
          <p:spPr>
            <a:xfrm>
              <a:off x="8235668" y="2891652"/>
              <a:ext cx="58531" cy="57037"/>
            </a:xfrm>
            <a:custGeom>
              <a:avLst/>
              <a:gdLst/>
              <a:ahLst/>
              <a:cxnLst/>
              <a:rect l="l" t="t" r="r" b="b"/>
              <a:pathLst>
                <a:path w="2234" h="2177" extrusionOk="0">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61"/>
            <p:cNvSpPr/>
            <p:nvPr/>
          </p:nvSpPr>
          <p:spPr>
            <a:xfrm>
              <a:off x="8240698" y="2912507"/>
              <a:ext cx="53500" cy="36182"/>
            </a:xfrm>
            <a:custGeom>
              <a:avLst/>
              <a:gdLst/>
              <a:ahLst/>
              <a:cxnLst/>
              <a:rect l="l" t="t" r="r" b="b"/>
              <a:pathLst>
                <a:path w="2042" h="1381" extrusionOk="0">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61"/>
            <p:cNvSpPr/>
            <p:nvPr/>
          </p:nvSpPr>
          <p:spPr>
            <a:xfrm>
              <a:off x="8094005" y="3011490"/>
              <a:ext cx="80408" cy="79281"/>
            </a:xfrm>
            <a:custGeom>
              <a:avLst/>
              <a:gdLst/>
              <a:ahLst/>
              <a:cxnLst/>
              <a:rect l="l" t="t" r="r" b="b"/>
              <a:pathLst>
                <a:path w="3069" h="3026" extrusionOk="0">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61"/>
            <p:cNvSpPr/>
            <p:nvPr/>
          </p:nvSpPr>
          <p:spPr>
            <a:xfrm>
              <a:off x="8140221" y="3057157"/>
              <a:ext cx="34427" cy="33536"/>
            </a:xfrm>
            <a:custGeom>
              <a:avLst/>
              <a:gdLst/>
              <a:ahLst/>
              <a:cxnLst/>
              <a:rect l="l" t="t" r="r" b="b"/>
              <a:pathLst>
                <a:path w="1314" h="1280" extrusionOk="0">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61"/>
            <p:cNvSpPr/>
            <p:nvPr/>
          </p:nvSpPr>
          <p:spPr>
            <a:xfrm>
              <a:off x="8086485" y="3036564"/>
              <a:ext cx="32907" cy="31912"/>
            </a:xfrm>
            <a:custGeom>
              <a:avLst/>
              <a:gdLst/>
              <a:ahLst/>
              <a:cxnLst/>
              <a:rect l="l" t="t" r="r" b="b"/>
              <a:pathLst>
                <a:path w="1256" h="1218" extrusionOk="0">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61"/>
            <p:cNvSpPr/>
            <p:nvPr/>
          </p:nvSpPr>
          <p:spPr>
            <a:xfrm>
              <a:off x="8115855" y="3065934"/>
              <a:ext cx="32933" cy="31912"/>
            </a:xfrm>
            <a:custGeom>
              <a:avLst/>
              <a:gdLst/>
              <a:ahLst/>
              <a:cxnLst/>
              <a:rect l="l" t="t" r="r" b="b"/>
              <a:pathLst>
                <a:path w="1257" h="1218" extrusionOk="0">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61"/>
            <p:cNvSpPr/>
            <p:nvPr/>
          </p:nvSpPr>
          <p:spPr>
            <a:xfrm>
              <a:off x="8212062" y="2913738"/>
              <a:ext cx="61544" cy="61570"/>
            </a:xfrm>
            <a:custGeom>
              <a:avLst/>
              <a:gdLst/>
              <a:ahLst/>
              <a:cxnLst/>
              <a:rect l="l" t="t" r="r" b="b"/>
              <a:pathLst>
                <a:path w="2349" h="2350" extrusionOk="0">
                  <a:moveTo>
                    <a:pt x="1150" y="1"/>
                  </a:moveTo>
                  <a:lnTo>
                    <a:pt x="0" y="1151"/>
                  </a:lnTo>
                  <a:lnTo>
                    <a:pt x="1198" y="2349"/>
                  </a:lnTo>
                  <a:lnTo>
                    <a:pt x="2348" y="1199"/>
                  </a:lnTo>
                  <a:lnTo>
                    <a:pt x="1150" y="1"/>
                  </a:ln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61"/>
            <p:cNvSpPr/>
            <p:nvPr/>
          </p:nvSpPr>
          <p:spPr>
            <a:xfrm>
              <a:off x="8212953" y="2932078"/>
              <a:ext cx="60653" cy="43466"/>
            </a:xfrm>
            <a:custGeom>
              <a:avLst/>
              <a:gdLst/>
              <a:ahLst/>
              <a:cxnLst/>
              <a:rect l="l" t="t" r="r" b="b"/>
              <a:pathLst>
                <a:path w="2315" h="1659" extrusionOk="0">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61"/>
            <p:cNvSpPr/>
            <p:nvPr/>
          </p:nvSpPr>
          <p:spPr>
            <a:xfrm>
              <a:off x="8119890" y="2937423"/>
              <a:ext cx="128354" cy="128039"/>
            </a:xfrm>
            <a:custGeom>
              <a:avLst/>
              <a:gdLst/>
              <a:ahLst/>
              <a:cxnLst/>
              <a:rect l="l" t="t" r="r" b="b"/>
              <a:pathLst>
                <a:path w="4899" h="4887" extrusionOk="0">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61"/>
            <p:cNvSpPr/>
            <p:nvPr/>
          </p:nvSpPr>
          <p:spPr>
            <a:xfrm>
              <a:off x="8153531" y="2968732"/>
              <a:ext cx="94713" cy="96730"/>
            </a:xfrm>
            <a:custGeom>
              <a:avLst/>
              <a:gdLst/>
              <a:ahLst/>
              <a:cxnLst/>
              <a:rect l="l" t="t" r="r" b="b"/>
              <a:pathLst>
                <a:path w="3615" h="3692" extrusionOk="0">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5" name="Google Shape;7685;p61"/>
          <p:cNvGrpSpPr/>
          <p:nvPr/>
        </p:nvGrpSpPr>
        <p:grpSpPr>
          <a:xfrm>
            <a:off x="7547747" y="3624199"/>
            <a:ext cx="293335" cy="361927"/>
            <a:chOff x="7551822" y="3804774"/>
            <a:chExt cx="293335" cy="361927"/>
          </a:xfrm>
        </p:grpSpPr>
        <p:sp>
          <p:nvSpPr>
            <p:cNvPr id="7686" name="Google Shape;7686;p61"/>
            <p:cNvSpPr/>
            <p:nvPr/>
          </p:nvSpPr>
          <p:spPr>
            <a:xfrm>
              <a:off x="7647242" y="3804774"/>
              <a:ext cx="121070" cy="30916"/>
            </a:xfrm>
            <a:custGeom>
              <a:avLst/>
              <a:gdLst/>
              <a:ahLst/>
              <a:cxnLst/>
              <a:rect l="l" t="t" r="r" b="b"/>
              <a:pathLst>
                <a:path w="4621" h="1180" extrusionOk="0">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61"/>
            <p:cNvSpPr/>
            <p:nvPr/>
          </p:nvSpPr>
          <p:spPr>
            <a:xfrm>
              <a:off x="7734148" y="3804774"/>
              <a:ext cx="34165" cy="31178"/>
            </a:xfrm>
            <a:custGeom>
              <a:avLst/>
              <a:gdLst/>
              <a:ahLst/>
              <a:cxnLst/>
              <a:rect l="l" t="t" r="r" b="b"/>
              <a:pathLst>
                <a:path w="1304" h="1190" extrusionOk="0">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61"/>
            <p:cNvSpPr/>
            <p:nvPr/>
          </p:nvSpPr>
          <p:spPr>
            <a:xfrm>
              <a:off x="7551822" y="3835664"/>
              <a:ext cx="285056" cy="331037"/>
            </a:xfrm>
            <a:custGeom>
              <a:avLst/>
              <a:gdLst/>
              <a:ahLst/>
              <a:cxnLst/>
              <a:rect l="l" t="t" r="r" b="b"/>
              <a:pathLst>
                <a:path w="10880" h="12635" extrusionOk="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61"/>
            <p:cNvSpPr/>
            <p:nvPr/>
          </p:nvSpPr>
          <p:spPr>
            <a:xfrm>
              <a:off x="7669329" y="3835664"/>
              <a:ext cx="174833" cy="329020"/>
            </a:xfrm>
            <a:custGeom>
              <a:avLst/>
              <a:gdLst/>
              <a:ahLst/>
              <a:cxnLst/>
              <a:rect l="l" t="t" r="r" b="b"/>
              <a:pathLst>
                <a:path w="6673" h="12558" extrusionOk="0">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61"/>
            <p:cNvSpPr/>
            <p:nvPr/>
          </p:nvSpPr>
          <p:spPr>
            <a:xfrm>
              <a:off x="7571655" y="4014007"/>
              <a:ext cx="273502" cy="152694"/>
            </a:xfrm>
            <a:custGeom>
              <a:avLst/>
              <a:gdLst/>
              <a:ahLst/>
              <a:cxnLst/>
              <a:rect l="l" t="t" r="r" b="b"/>
              <a:pathLst>
                <a:path w="10439" h="5828" extrusionOk="0">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61"/>
            <p:cNvSpPr/>
            <p:nvPr/>
          </p:nvSpPr>
          <p:spPr>
            <a:xfrm>
              <a:off x="7785369" y="4022260"/>
              <a:ext cx="52269" cy="142423"/>
            </a:xfrm>
            <a:custGeom>
              <a:avLst/>
              <a:gdLst/>
              <a:ahLst/>
              <a:cxnLst/>
              <a:rect l="l" t="t" r="r" b="b"/>
              <a:pathLst>
                <a:path w="1995" h="5436" extrusionOk="0">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61"/>
            <p:cNvSpPr/>
            <p:nvPr/>
          </p:nvSpPr>
          <p:spPr>
            <a:xfrm>
              <a:off x="7785107" y="4061927"/>
              <a:ext cx="19362" cy="16558"/>
            </a:xfrm>
            <a:custGeom>
              <a:avLst/>
              <a:gdLst/>
              <a:ahLst/>
              <a:cxnLst/>
              <a:rect l="l" t="t" r="r" b="b"/>
              <a:pathLst>
                <a:path w="739" h="632" extrusionOk="0">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61"/>
            <p:cNvSpPr/>
            <p:nvPr/>
          </p:nvSpPr>
          <p:spPr>
            <a:xfrm>
              <a:off x="7744680" y="4122711"/>
              <a:ext cx="17109" cy="14436"/>
            </a:xfrm>
            <a:custGeom>
              <a:avLst/>
              <a:gdLst/>
              <a:ahLst/>
              <a:cxnLst/>
              <a:rect l="l" t="t" r="r" b="b"/>
              <a:pathLst>
                <a:path w="653" h="551" extrusionOk="0">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61"/>
            <p:cNvSpPr/>
            <p:nvPr/>
          </p:nvSpPr>
          <p:spPr>
            <a:xfrm>
              <a:off x="7627645" y="4051892"/>
              <a:ext cx="17109" cy="14436"/>
            </a:xfrm>
            <a:custGeom>
              <a:avLst/>
              <a:gdLst/>
              <a:ahLst/>
              <a:cxnLst/>
              <a:rect l="l" t="t" r="r" b="b"/>
              <a:pathLst>
                <a:path w="653" h="551" extrusionOk="0">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61"/>
            <p:cNvSpPr/>
            <p:nvPr/>
          </p:nvSpPr>
          <p:spPr>
            <a:xfrm>
              <a:off x="7651513" y="4122711"/>
              <a:ext cx="16847" cy="14436"/>
            </a:xfrm>
            <a:custGeom>
              <a:avLst/>
              <a:gdLst/>
              <a:ahLst/>
              <a:cxnLst/>
              <a:rect l="l" t="t" r="r" b="b"/>
              <a:pathLst>
                <a:path w="643" h="551" extrusionOk="0">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61"/>
            <p:cNvSpPr/>
            <p:nvPr/>
          </p:nvSpPr>
          <p:spPr>
            <a:xfrm>
              <a:off x="7693459" y="4066957"/>
              <a:ext cx="20095" cy="17423"/>
            </a:xfrm>
            <a:custGeom>
              <a:avLst/>
              <a:gdLst/>
              <a:ahLst/>
              <a:cxnLst/>
              <a:rect l="l" t="t" r="r" b="b"/>
              <a:pathLst>
                <a:path w="767" h="665" extrusionOk="0">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7" name="Google Shape;7697;p61"/>
          <p:cNvGrpSpPr/>
          <p:nvPr/>
        </p:nvGrpSpPr>
        <p:grpSpPr>
          <a:xfrm>
            <a:off x="6259650" y="4097083"/>
            <a:ext cx="210491" cy="362163"/>
            <a:chOff x="6263725" y="4277658"/>
            <a:chExt cx="210491" cy="362163"/>
          </a:xfrm>
        </p:grpSpPr>
        <p:sp>
          <p:nvSpPr>
            <p:cNvPr id="7698" name="Google Shape;7698;p61"/>
            <p:cNvSpPr/>
            <p:nvPr/>
          </p:nvSpPr>
          <p:spPr>
            <a:xfrm>
              <a:off x="6265480" y="4277658"/>
              <a:ext cx="88189" cy="362163"/>
            </a:xfrm>
            <a:custGeom>
              <a:avLst/>
              <a:gdLst/>
              <a:ahLst/>
              <a:cxnLst/>
              <a:rect l="l" t="t" r="r" b="b"/>
              <a:pathLst>
                <a:path w="3366" h="13823" extrusionOk="0">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61"/>
            <p:cNvSpPr/>
            <p:nvPr/>
          </p:nvSpPr>
          <p:spPr>
            <a:xfrm>
              <a:off x="6265480" y="4277658"/>
              <a:ext cx="88189" cy="155497"/>
            </a:xfrm>
            <a:custGeom>
              <a:avLst/>
              <a:gdLst/>
              <a:ahLst/>
              <a:cxnLst/>
              <a:rect l="l" t="t" r="r" b="b"/>
              <a:pathLst>
                <a:path w="3366" h="5935" extrusionOk="0">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61"/>
            <p:cNvSpPr/>
            <p:nvPr/>
          </p:nvSpPr>
          <p:spPr>
            <a:xfrm>
              <a:off x="6265480" y="4433600"/>
              <a:ext cx="88189" cy="206220"/>
            </a:xfrm>
            <a:custGeom>
              <a:avLst/>
              <a:gdLst/>
              <a:ahLst/>
              <a:cxnLst/>
              <a:rect l="l" t="t" r="r" b="b"/>
              <a:pathLst>
                <a:path w="3366" h="7871" extrusionOk="0">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61"/>
            <p:cNvSpPr/>
            <p:nvPr/>
          </p:nvSpPr>
          <p:spPr>
            <a:xfrm>
              <a:off x="6267996" y="4349498"/>
              <a:ext cx="83159" cy="10559"/>
            </a:xfrm>
            <a:custGeom>
              <a:avLst/>
              <a:gdLst/>
              <a:ahLst/>
              <a:cxnLst/>
              <a:rect l="l" t="t" r="r" b="b"/>
              <a:pathLst>
                <a:path w="3174" h="403"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61"/>
            <p:cNvSpPr/>
            <p:nvPr/>
          </p:nvSpPr>
          <p:spPr>
            <a:xfrm>
              <a:off x="6263725" y="4453460"/>
              <a:ext cx="89945" cy="10585"/>
            </a:xfrm>
            <a:custGeom>
              <a:avLst/>
              <a:gdLst/>
              <a:ahLst/>
              <a:cxnLst/>
              <a:rect l="l" t="t" r="r" b="b"/>
              <a:pathLst>
                <a:path w="3433" h="404" extrusionOk="0">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61"/>
            <p:cNvSpPr/>
            <p:nvPr/>
          </p:nvSpPr>
          <p:spPr>
            <a:xfrm>
              <a:off x="6267996" y="4381881"/>
              <a:ext cx="83159" cy="10585"/>
            </a:xfrm>
            <a:custGeom>
              <a:avLst/>
              <a:gdLst/>
              <a:ahLst/>
              <a:cxnLst/>
              <a:rect l="l" t="t" r="r" b="b"/>
              <a:pathLst>
                <a:path w="3174" h="404" extrusionOk="0">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61"/>
            <p:cNvSpPr/>
            <p:nvPr/>
          </p:nvSpPr>
          <p:spPr>
            <a:xfrm>
              <a:off x="6267996" y="4525772"/>
              <a:ext cx="83159" cy="10585"/>
            </a:xfrm>
            <a:custGeom>
              <a:avLst/>
              <a:gdLst/>
              <a:ahLst/>
              <a:cxnLst/>
              <a:rect l="l" t="t" r="r" b="b"/>
              <a:pathLst>
                <a:path w="3174" h="404" extrusionOk="0">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61"/>
            <p:cNvSpPr/>
            <p:nvPr/>
          </p:nvSpPr>
          <p:spPr>
            <a:xfrm>
              <a:off x="6267996" y="4557683"/>
              <a:ext cx="83159" cy="10585"/>
            </a:xfrm>
            <a:custGeom>
              <a:avLst/>
              <a:gdLst/>
              <a:ahLst/>
              <a:cxnLst/>
              <a:rect l="l" t="t" r="r" b="b"/>
              <a:pathLst>
                <a:path w="3174" h="404"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61"/>
            <p:cNvSpPr/>
            <p:nvPr/>
          </p:nvSpPr>
          <p:spPr>
            <a:xfrm>
              <a:off x="6384271" y="4277658"/>
              <a:ext cx="88163" cy="362163"/>
            </a:xfrm>
            <a:custGeom>
              <a:avLst/>
              <a:gdLst/>
              <a:ahLst/>
              <a:cxnLst/>
              <a:rect l="l" t="t" r="r" b="b"/>
              <a:pathLst>
                <a:path w="3365" h="13823" extrusionOk="0">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61"/>
            <p:cNvSpPr/>
            <p:nvPr/>
          </p:nvSpPr>
          <p:spPr>
            <a:xfrm>
              <a:off x="6403371" y="4277920"/>
              <a:ext cx="69063" cy="66076"/>
            </a:xfrm>
            <a:custGeom>
              <a:avLst/>
              <a:gdLst/>
              <a:ahLst/>
              <a:cxnLst/>
              <a:rect l="l" t="t" r="r" b="b"/>
              <a:pathLst>
                <a:path w="2636" h="2522" extrusionOk="0">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61"/>
            <p:cNvSpPr/>
            <p:nvPr/>
          </p:nvSpPr>
          <p:spPr>
            <a:xfrm>
              <a:off x="6384271" y="4344835"/>
              <a:ext cx="88425" cy="294986"/>
            </a:xfrm>
            <a:custGeom>
              <a:avLst/>
              <a:gdLst/>
              <a:ahLst/>
              <a:cxnLst/>
              <a:rect l="l" t="t" r="r" b="b"/>
              <a:pathLst>
                <a:path w="3375" h="11259" extrusionOk="0">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61"/>
            <p:cNvSpPr/>
            <p:nvPr/>
          </p:nvSpPr>
          <p:spPr>
            <a:xfrm>
              <a:off x="6382516" y="4364563"/>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61"/>
            <p:cNvSpPr/>
            <p:nvPr/>
          </p:nvSpPr>
          <p:spPr>
            <a:xfrm>
              <a:off x="6382516" y="4541361"/>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61"/>
            <p:cNvSpPr/>
            <p:nvPr/>
          </p:nvSpPr>
          <p:spPr>
            <a:xfrm>
              <a:off x="6386524" y="4437399"/>
              <a:ext cx="81665" cy="10585"/>
            </a:xfrm>
            <a:custGeom>
              <a:avLst/>
              <a:gdLst/>
              <a:ahLst/>
              <a:cxnLst/>
              <a:rect l="l" t="t" r="r" b="b"/>
              <a:pathLst>
                <a:path w="3117" h="404" extrusionOk="0">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61"/>
            <p:cNvSpPr/>
            <p:nvPr/>
          </p:nvSpPr>
          <p:spPr>
            <a:xfrm>
              <a:off x="6386524" y="4469782"/>
              <a:ext cx="83421" cy="10585"/>
            </a:xfrm>
            <a:custGeom>
              <a:avLst/>
              <a:gdLst/>
              <a:ahLst/>
              <a:cxnLst/>
              <a:rect l="l" t="t" r="r" b="b"/>
              <a:pathLst>
                <a:path w="3184" h="404" extrusionOk="0">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3" name="Google Shape;7713;p61"/>
          <p:cNvGrpSpPr/>
          <p:nvPr/>
        </p:nvGrpSpPr>
        <p:grpSpPr>
          <a:xfrm>
            <a:off x="7983715" y="3624120"/>
            <a:ext cx="336303" cy="362005"/>
            <a:chOff x="7987790" y="3804695"/>
            <a:chExt cx="336303" cy="362005"/>
          </a:xfrm>
        </p:grpSpPr>
        <p:sp>
          <p:nvSpPr>
            <p:cNvPr id="7714" name="Google Shape;7714;p61"/>
            <p:cNvSpPr/>
            <p:nvPr/>
          </p:nvSpPr>
          <p:spPr>
            <a:xfrm>
              <a:off x="8053080" y="3851489"/>
              <a:ext cx="218010" cy="208080"/>
            </a:xfrm>
            <a:custGeom>
              <a:avLst/>
              <a:gdLst/>
              <a:ahLst/>
              <a:cxnLst/>
              <a:rect l="l" t="t" r="r" b="b"/>
              <a:pathLst>
                <a:path w="8321" h="7942" extrusionOk="0">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61"/>
            <p:cNvSpPr/>
            <p:nvPr/>
          </p:nvSpPr>
          <p:spPr>
            <a:xfrm>
              <a:off x="8057534" y="3969939"/>
              <a:ext cx="179575" cy="21196"/>
            </a:xfrm>
            <a:custGeom>
              <a:avLst/>
              <a:gdLst/>
              <a:ahLst/>
              <a:cxnLst/>
              <a:rect l="l" t="t" r="r" b="b"/>
              <a:pathLst>
                <a:path w="6854" h="809" extrusionOk="0">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61"/>
            <p:cNvSpPr/>
            <p:nvPr/>
          </p:nvSpPr>
          <p:spPr>
            <a:xfrm>
              <a:off x="8050329" y="3909312"/>
              <a:ext cx="187330" cy="27589"/>
            </a:xfrm>
            <a:custGeom>
              <a:avLst/>
              <a:gdLst/>
              <a:ahLst/>
              <a:cxnLst/>
              <a:rect l="l" t="t" r="r" b="b"/>
              <a:pathLst>
                <a:path w="7150" h="1053" extrusionOk="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61"/>
            <p:cNvSpPr/>
            <p:nvPr/>
          </p:nvSpPr>
          <p:spPr>
            <a:xfrm>
              <a:off x="8083367" y="3946568"/>
              <a:ext cx="178946" cy="18209"/>
            </a:xfrm>
            <a:custGeom>
              <a:avLst/>
              <a:gdLst/>
              <a:ahLst/>
              <a:cxnLst/>
              <a:rect l="l" t="t" r="r" b="b"/>
              <a:pathLst>
                <a:path w="6830" h="695" extrusionOk="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61"/>
            <p:cNvSpPr/>
            <p:nvPr/>
          </p:nvSpPr>
          <p:spPr>
            <a:xfrm>
              <a:off x="8082188" y="3881173"/>
              <a:ext cx="178867" cy="18052"/>
            </a:xfrm>
            <a:custGeom>
              <a:avLst/>
              <a:gdLst/>
              <a:ahLst/>
              <a:cxnLst/>
              <a:rect l="l" t="t" r="r" b="b"/>
              <a:pathLst>
                <a:path w="6827" h="689" extrusionOk="0">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61"/>
            <p:cNvSpPr/>
            <p:nvPr/>
          </p:nvSpPr>
          <p:spPr>
            <a:xfrm>
              <a:off x="8083970" y="3999492"/>
              <a:ext cx="183610" cy="28322"/>
            </a:xfrm>
            <a:custGeom>
              <a:avLst/>
              <a:gdLst/>
              <a:ahLst/>
              <a:cxnLst/>
              <a:rect l="l" t="t" r="r" b="b"/>
              <a:pathLst>
                <a:path w="7008" h="1081" extrusionOk="0">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61"/>
            <p:cNvSpPr/>
            <p:nvPr/>
          </p:nvSpPr>
          <p:spPr>
            <a:xfrm>
              <a:off x="8059106" y="3851489"/>
              <a:ext cx="129611" cy="29554"/>
            </a:xfrm>
            <a:custGeom>
              <a:avLst/>
              <a:gdLst/>
              <a:ahLst/>
              <a:cxnLst/>
              <a:rect l="l" t="t" r="r" b="b"/>
              <a:pathLst>
                <a:path w="4947" h="1128" extrusionOk="0">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61"/>
            <p:cNvSpPr/>
            <p:nvPr/>
          </p:nvSpPr>
          <p:spPr>
            <a:xfrm>
              <a:off x="7987790" y="3804695"/>
              <a:ext cx="336041" cy="362005"/>
            </a:xfrm>
            <a:custGeom>
              <a:avLst/>
              <a:gdLst/>
              <a:ahLst/>
              <a:cxnLst/>
              <a:rect l="l" t="t" r="r" b="b"/>
              <a:pathLst>
                <a:path w="12826" h="13817" extrusionOk="0">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61"/>
            <p:cNvSpPr/>
            <p:nvPr/>
          </p:nvSpPr>
          <p:spPr>
            <a:xfrm>
              <a:off x="8018680" y="3869331"/>
              <a:ext cx="51011" cy="251153"/>
            </a:xfrm>
            <a:custGeom>
              <a:avLst/>
              <a:gdLst/>
              <a:ahLst/>
              <a:cxnLst/>
              <a:rect l="l" t="t" r="r" b="b"/>
              <a:pathLst>
                <a:path w="1947" h="9586" extrusionOk="0">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61"/>
            <p:cNvSpPr/>
            <p:nvPr/>
          </p:nvSpPr>
          <p:spPr>
            <a:xfrm>
              <a:off x="8006366" y="3804695"/>
              <a:ext cx="317727" cy="300724"/>
            </a:xfrm>
            <a:custGeom>
              <a:avLst/>
              <a:gdLst/>
              <a:ahLst/>
              <a:cxnLst/>
              <a:rect l="l" t="t" r="r" b="b"/>
              <a:pathLst>
                <a:path w="12127" h="11478" extrusionOk="0">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4" name="Google Shape;7724;p61"/>
          <p:cNvGrpSpPr/>
          <p:nvPr/>
        </p:nvGrpSpPr>
        <p:grpSpPr>
          <a:xfrm>
            <a:off x="5269369" y="2710710"/>
            <a:ext cx="371123" cy="362267"/>
            <a:chOff x="5273444" y="2891285"/>
            <a:chExt cx="371123" cy="362267"/>
          </a:xfrm>
        </p:grpSpPr>
        <p:sp>
          <p:nvSpPr>
            <p:cNvPr id="7725" name="Google Shape;7725;p61"/>
            <p:cNvSpPr/>
            <p:nvPr/>
          </p:nvSpPr>
          <p:spPr>
            <a:xfrm>
              <a:off x="5301373" y="2914996"/>
              <a:ext cx="315186" cy="314452"/>
            </a:xfrm>
            <a:custGeom>
              <a:avLst/>
              <a:gdLst/>
              <a:ahLst/>
              <a:cxnLst/>
              <a:rect l="l" t="t" r="r" b="b"/>
              <a:pathLst>
                <a:path w="12030" h="12002" extrusionOk="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61"/>
            <p:cNvSpPr/>
            <p:nvPr/>
          </p:nvSpPr>
          <p:spPr>
            <a:xfrm>
              <a:off x="5427945" y="2958200"/>
              <a:ext cx="188614" cy="271249"/>
            </a:xfrm>
            <a:custGeom>
              <a:avLst/>
              <a:gdLst/>
              <a:ahLst/>
              <a:cxnLst/>
              <a:rect l="l" t="t" r="r" b="b"/>
              <a:pathLst>
                <a:path w="7199" h="10353" extrusionOk="0">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61"/>
            <p:cNvSpPr/>
            <p:nvPr/>
          </p:nvSpPr>
          <p:spPr>
            <a:xfrm>
              <a:off x="5430539" y="3027210"/>
              <a:ext cx="131786" cy="142318"/>
            </a:xfrm>
            <a:custGeom>
              <a:avLst/>
              <a:gdLst/>
              <a:ahLst/>
              <a:cxnLst/>
              <a:rect l="l" t="t" r="r" b="b"/>
              <a:pathLst>
                <a:path w="5030" h="5432" extrusionOk="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61"/>
            <p:cNvSpPr/>
            <p:nvPr/>
          </p:nvSpPr>
          <p:spPr>
            <a:xfrm>
              <a:off x="5441752" y="3027761"/>
              <a:ext cx="120572" cy="141585"/>
            </a:xfrm>
            <a:custGeom>
              <a:avLst/>
              <a:gdLst/>
              <a:ahLst/>
              <a:cxnLst/>
              <a:rect l="l" t="t" r="r" b="b"/>
              <a:pathLst>
                <a:path w="4602" h="5404" extrusionOk="0">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61"/>
            <p:cNvSpPr/>
            <p:nvPr/>
          </p:nvSpPr>
          <p:spPr>
            <a:xfrm>
              <a:off x="5382986" y="2999779"/>
              <a:ext cx="69640" cy="69587"/>
            </a:xfrm>
            <a:custGeom>
              <a:avLst/>
              <a:gdLst/>
              <a:ahLst/>
              <a:cxnLst/>
              <a:rect l="l" t="t" r="r" b="b"/>
              <a:pathLst>
                <a:path w="2658" h="2656" extrusionOk="0">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61"/>
            <p:cNvSpPr/>
            <p:nvPr/>
          </p:nvSpPr>
          <p:spPr>
            <a:xfrm>
              <a:off x="5390767" y="3000644"/>
              <a:ext cx="61858" cy="68932"/>
            </a:xfrm>
            <a:custGeom>
              <a:avLst/>
              <a:gdLst/>
              <a:ahLst/>
              <a:cxnLst/>
              <a:rect l="l" t="t" r="r" b="b"/>
              <a:pathLst>
                <a:path w="2361" h="2631" extrusionOk="0">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61"/>
            <p:cNvSpPr/>
            <p:nvPr/>
          </p:nvSpPr>
          <p:spPr>
            <a:xfrm>
              <a:off x="5510554" y="2894429"/>
              <a:ext cx="37571" cy="42706"/>
            </a:xfrm>
            <a:custGeom>
              <a:avLst/>
              <a:gdLst/>
              <a:ahLst/>
              <a:cxnLst/>
              <a:rect l="l" t="t" r="r" b="b"/>
              <a:pathLst>
                <a:path w="1434" h="1630" extrusionOk="0">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61"/>
            <p:cNvSpPr/>
            <p:nvPr/>
          </p:nvSpPr>
          <p:spPr>
            <a:xfrm>
              <a:off x="5597721" y="2995928"/>
              <a:ext cx="46846" cy="32619"/>
            </a:xfrm>
            <a:custGeom>
              <a:avLst/>
              <a:gdLst/>
              <a:ahLst/>
              <a:cxnLst/>
              <a:rect l="l" t="t" r="r" b="b"/>
              <a:pathLst>
                <a:path w="1788" h="1245" extrusionOk="0">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61"/>
            <p:cNvSpPr/>
            <p:nvPr/>
          </p:nvSpPr>
          <p:spPr>
            <a:xfrm>
              <a:off x="5594184" y="3123941"/>
              <a:ext cx="47448" cy="33824"/>
            </a:xfrm>
            <a:custGeom>
              <a:avLst/>
              <a:gdLst/>
              <a:ahLst/>
              <a:cxnLst/>
              <a:rect l="l" t="t" r="r" b="b"/>
              <a:pathLst>
                <a:path w="1811" h="1291" extrusionOk="0">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61"/>
            <p:cNvSpPr/>
            <p:nvPr/>
          </p:nvSpPr>
          <p:spPr>
            <a:xfrm>
              <a:off x="5503034" y="3211082"/>
              <a:ext cx="35894" cy="42470"/>
            </a:xfrm>
            <a:custGeom>
              <a:avLst/>
              <a:gdLst/>
              <a:ahLst/>
              <a:cxnLst/>
              <a:rect l="l" t="t" r="r" b="b"/>
              <a:pathLst>
                <a:path w="1370" h="1621" extrusionOk="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61"/>
            <p:cNvSpPr/>
            <p:nvPr/>
          </p:nvSpPr>
          <p:spPr>
            <a:xfrm>
              <a:off x="5369912" y="3207571"/>
              <a:ext cx="37466" cy="42706"/>
            </a:xfrm>
            <a:custGeom>
              <a:avLst/>
              <a:gdLst/>
              <a:ahLst/>
              <a:cxnLst/>
              <a:rect l="l" t="t" r="r" b="b"/>
              <a:pathLst>
                <a:path w="1430" h="1630" extrusionOk="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61"/>
            <p:cNvSpPr/>
            <p:nvPr/>
          </p:nvSpPr>
          <p:spPr>
            <a:xfrm>
              <a:off x="5273444" y="3116159"/>
              <a:ext cx="47029" cy="32698"/>
            </a:xfrm>
            <a:custGeom>
              <a:avLst/>
              <a:gdLst/>
              <a:ahLst/>
              <a:cxnLst/>
              <a:rect l="l" t="t" r="r" b="b"/>
              <a:pathLst>
                <a:path w="1795" h="1248" extrusionOk="0">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61"/>
            <p:cNvSpPr/>
            <p:nvPr/>
          </p:nvSpPr>
          <p:spPr>
            <a:xfrm>
              <a:off x="5277452" y="2987517"/>
              <a:ext cx="46295" cy="33248"/>
            </a:xfrm>
            <a:custGeom>
              <a:avLst/>
              <a:gdLst/>
              <a:ahLst/>
              <a:cxnLst/>
              <a:rect l="l" t="t" r="r" b="b"/>
              <a:pathLst>
                <a:path w="1767" h="1269" extrusionOk="0">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61"/>
            <p:cNvSpPr/>
            <p:nvPr/>
          </p:nvSpPr>
          <p:spPr>
            <a:xfrm>
              <a:off x="5379265" y="2891285"/>
              <a:ext cx="35632" cy="42575"/>
            </a:xfrm>
            <a:custGeom>
              <a:avLst/>
              <a:gdLst/>
              <a:ahLst/>
              <a:cxnLst/>
              <a:rect l="l" t="t" r="r" b="b"/>
              <a:pathLst>
                <a:path w="1360" h="1625" extrusionOk="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9" name="Google Shape;7739;p61"/>
          <p:cNvGrpSpPr/>
          <p:nvPr/>
        </p:nvGrpSpPr>
        <p:grpSpPr>
          <a:xfrm>
            <a:off x="7626322" y="3177824"/>
            <a:ext cx="214759" cy="357030"/>
            <a:chOff x="2235125" y="238075"/>
            <a:chExt cx="3144350" cy="5227375"/>
          </a:xfrm>
        </p:grpSpPr>
        <p:sp>
          <p:nvSpPr>
            <p:cNvPr id="7740" name="Google Shape;7740;p61"/>
            <p:cNvSpPr/>
            <p:nvPr/>
          </p:nvSpPr>
          <p:spPr>
            <a:xfrm>
              <a:off x="2650075" y="593150"/>
              <a:ext cx="2312675" cy="2882350"/>
            </a:xfrm>
            <a:custGeom>
              <a:avLst/>
              <a:gdLst/>
              <a:ahLst/>
              <a:cxnLst/>
              <a:rect l="l" t="t" r="r" b="b"/>
              <a:pathLst>
                <a:path w="92507" h="115294" extrusionOk="0">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61"/>
            <p:cNvSpPr/>
            <p:nvPr/>
          </p:nvSpPr>
          <p:spPr>
            <a:xfrm>
              <a:off x="3257850" y="3360975"/>
              <a:ext cx="269025" cy="1808275"/>
            </a:xfrm>
            <a:custGeom>
              <a:avLst/>
              <a:gdLst/>
              <a:ahLst/>
              <a:cxnLst/>
              <a:rect l="l" t="t" r="r" b="b"/>
              <a:pathLst>
                <a:path w="10761" h="72331" extrusionOk="0">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61"/>
            <p:cNvSpPr/>
            <p:nvPr/>
          </p:nvSpPr>
          <p:spPr>
            <a:xfrm>
              <a:off x="3093300" y="5170300"/>
              <a:ext cx="596675" cy="295150"/>
            </a:xfrm>
            <a:custGeom>
              <a:avLst/>
              <a:gdLst/>
              <a:ahLst/>
              <a:cxnLst/>
              <a:rect l="l" t="t" r="r" b="b"/>
              <a:pathLst>
                <a:path w="23867" h="11806" extrusionOk="0">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61"/>
            <p:cNvSpPr/>
            <p:nvPr/>
          </p:nvSpPr>
          <p:spPr>
            <a:xfrm>
              <a:off x="3921750" y="5170300"/>
              <a:ext cx="596700" cy="295150"/>
            </a:xfrm>
            <a:custGeom>
              <a:avLst/>
              <a:gdLst/>
              <a:ahLst/>
              <a:cxnLst/>
              <a:rect l="l" t="t" r="r" b="b"/>
              <a:pathLst>
                <a:path w="23868" h="11806" extrusionOk="0">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61"/>
            <p:cNvSpPr/>
            <p:nvPr/>
          </p:nvSpPr>
          <p:spPr>
            <a:xfrm>
              <a:off x="2235125" y="238575"/>
              <a:ext cx="2312300" cy="451450"/>
            </a:xfrm>
            <a:custGeom>
              <a:avLst/>
              <a:gdLst/>
              <a:ahLst/>
              <a:cxnLst/>
              <a:rect l="l" t="t" r="r" b="b"/>
              <a:pathLst>
                <a:path w="92492" h="18058" extrusionOk="0">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61"/>
            <p:cNvSpPr/>
            <p:nvPr/>
          </p:nvSpPr>
          <p:spPr>
            <a:xfrm>
              <a:off x="2251950" y="243125"/>
              <a:ext cx="2337325" cy="448250"/>
            </a:xfrm>
            <a:custGeom>
              <a:avLst/>
              <a:gdLst/>
              <a:ahLst/>
              <a:cxnLst/>
              <a:rect l="l" t="t" r="r" b="b"/>
              <a:pathLst>
                <a:path w="93493" h="17930" extrusionOk="0">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61"/>
            <p:cNvSpPr/>
            <p:nvPr/>
          </p:nvSpPr>
          <p:spPr>
            <a:xfrm>
              <a:off x="3807650" y="238075"/>
              <a:ext cx="1571825" cy="453150"/>
            </a:xfrm>
            <a:custGeom>
              <a:avLst/>
              <a:gdLst/>
              <a:ahLst/>
              <a:cxnLst/>
              <a:rect l="l" t="t" r="r" b="b"/>
              <a:pathLst>
                <a:path w="62873" h="18126" extrusionOk="0">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61"/>
            <p:cNvSpPr/>
            <p:nvPr/>
          </p:nvSpPr>
          <p:spPr>
            <a:xfrm>
              <a:off x="3805500" y="298575"/>
              <a:ext cx="1011300" cy="385275"/>
            </a:xfrm>
            <a:custGeom>
              <a:avLst/>
              <a:gdLst/>
              <a:ahLst/>
              <a:cxnLst/>
              <a:rect l="l" t="t" r="r" b="b"/>
              <a:pathLst>
                <a:path w="40452" h="15411" extrusionOk="0">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61"/>
            <p:cNvSpPr/>
            <p:nvPr/>
          </p:nvSpPr>
          <p:spPr>
            <a:xfrm>
              <a:off x="4086300" y="3360975"/>
              <a:ext cx="269025" cy="1808275"/>
            </a:xfrm>
            <a:custGeom>
              <a:avLst/>
              <a:gdLst/>
              <a:ahLst/>
              <a:cxnLst/>
              <a:rect l="l" t="t" r="r" b="b"/>
              <a:pathLst>
                <a:path w="10761" h="72331" extrusionOk="0">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9" name="Google Shape;7749;p61"/>
          <p:cNvGrpSpPr/>
          <p:nvPr/>
        </p:nvGrpSpPr>
        <p:grpSpPr>
          <a:xfrm>
            <a:off x="2818791" y="4097368"/>
            <a:ext cx="342496" cy="351944"/>
            <a:chOff x="2810729" y="4267107"/>
            <a:chExt cx="342496" cy="351944"/>
          </a:xfrm>
        </p:grpSpPr>
        <p:sp>
          <p:nvSpPr>
            <p:cNvPr id="7750" name="Google Shape;7750;p61"/>
            <p:cNvSpPr/>
            <p:nvPr/>
          </p:nvSpPr>
          <p:spPr>
            <a:xfrm>
              <a:off x="2890682" y="4267422"/>
              <a:ext cx="35575" cy="23627"/>
            </a:xfrm>
            <a:custGeom>
              <a:avLst/>
              <a:gdLst/>
              <a:ahLst/>
              <a:cxnLst/>
              <a:rect l="l" t="t" r="r" b="b"/>
              <a:pathLst>
                <a:path w="2376" h="1578" extrusionOk="0">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61"/>
            <p:cNvSpPr/>
            <p:nvPr/>
          </p:nvSpPr>
          <p:spPr>
            <a:xfrm>
              <a:off x="2890996" y="4390181"/>
              <a:ext cx="34946" cy="36533"/>
            </a:xfrm>
            <a:custGeom>
              <a:avLst/>
              <a:gdLst/>
              <a:ahLst/>
              <a:cxnLst/>
              <a:rect l="l" t="t" r="r" b="b"/>
              <a:pathLst>
                <a:path w="2334" h="2440" extrusionOk="0">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61"/>
            <p:cNvSpPr/>
            <p:nvPr/>
          </p:nvSpPr>
          <p:spPr>
            <a:xfrm>
              <a:off x="2886579" y="4287245"/>
              <a:ext cx="43780" cy="105466"/>
            </a:xfrm>
            <a:custGeom>
              <a:avLst/>
              <a:gdLst/>
              <a:ahLst/>
              <a:cxnLst/>
              <a:rect l="l" t="t" r="r" b="b"/>
              <a:pathLst>
                <a:path w="2924" h="7044" extrusionOk="0">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61"/>
            <p:cNvSpPr/>
            <p:nvPr/>
          </p:nvSpPr>
          <p:spPr>
            <a:xfrm>
              <a:off x="2909248" y="4287245"/>
              <a:ext cx="20797" cy="105466"/>
            </a:xfrm>
            <a:custGeom>
              <a:avLst/>
              <a:gdLst/>
              <a:ahLst/>
              <a:cxnLst/>
              <a:rect l="l" t="t" r="r" b="b"/>
              <a:pathLst>
                <a:path w="1389" h="7044" extrusionOk="0">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61"/>
            <p:cNvSpPr/>
            <p:nvPr/>
          </p:nvSpPr>
          <p:spPr>
            <a:xfrm>
              <a:off x="2819532" y="4267496"/>
              <a:ext cx="38419" cy="39917"/>
            </a:xfrm>
            <a:custGeom>
              <a:avLst/>
              <a:gdLst/>
              <a:ahLst/>
              <a:cxnLst/>
              <a:rect l="l" t="t" r="r" b="b"/>
              <a:pathLst>
                <a:path w="2566" h="2666" extrusionOk="0">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61"/>
            <p:cNvSpPr/>
            <p:nvPr/>
          </p:nvSpPr>
          <p:spPr>
            <a:xfrm>
              <a:off x="2815130" y="4306140"/>
              <a:ext cx="46924" cy="230442"/>
            </a:xfrm>
            <a:custGeom>
              <a:avLst/>
              <a:gdLst/>
              <a:ahLst/>
              <a:cxnLst/>
              <a:rect l="l" t="t" r="r" b="b"/>
              <a:pathLst>
                <a:path w="3134" h="15391" extrusionOk="0">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61"/>
            <p:cNvSpPr/>
            <p:nvPr/>
          </p:nvSpPr>
          <p:spPr>
            <a:xfrm>
              <a:off x="2838742" y="4306140"/>
              <a:ext cx="23312" cy="230442"/>
            </a:xfrm>
            <a:custGeom>
              <a:avLst/>
              <a:gdLst/>
              <a:ahLst/>
              <a:cxnLst/>
              <a:rect l="l" t="t" r="r" b="b"/>
              <a:pathLst>
                <a:path w="1557" h="15391" extrusionOk="0">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61"/>
            <p:cNvSpPr/>
            <p:nvPr/>
          </p:nvSpPr>
          <p:spPr>
            <a:xfrm>
              <a:off x="2815130" y="4505080"/>
              <a:ext cx="46924" cy="31502"/>
            </a:xfrm>
            <a:custGeom>
              <a:avLst/>
              <a:gdLst/>
              <a:ahLst/>
              <a:cxnLst/>
              <a:rect l="l" t="t" r="r" b="b"/>
              <a:pathLst>
                <a:path w="3134" h="2104" extrusionOk="0">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61"/>
            <p:cNvSpPr/>
            <p:nvPr/>
          </p:nvSpPr>
          <p:spPr>
            <a:xfrm>
              <a:off x="2888795" y="4455970"/>
              <a:ext cx="39677" cy="54799"/>
            </a:xfrm>
            <a:custGeom>
              <a:avLst/>
              <a:gdLst/>
              <a:ahLst/>
              <a:cxnLst/>
              <a:rect l="l" t="t" r="r" b="b"/>
              <a:pathLst>
                <a:path w="2650" h="3660" extrusionOk="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61"/>
            <p:cNvSpPr/>
            <p:nvPr/>
          </p:nvSpPr>
          <p:spPr>
            <a:xfrm>
              <a:off x="2883435" y="4475180"/>
              <a:ext cx="50068" cy="61402"/>
            </a:xfrm>
            <a:custGeom>
              <a:avLst/>
              <a:gdLst/>
              <a:ahLst/>
              <a:cxnLst/>
              <a:rect l="l" t="t" r="r" b="b"/>
              <a:pathLst>
                <a:path w="3344" h="4101" extrusionOk="0">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61"/>
            <p:cNvSpPr/>
            <p:nvPr/>
          </p:nvSpPr>
          <p:spPr>
            <a:xfrm>
              <a:off x="2912077" y="4475180"/>
              <a:ext cx="21426" cy="61402"/>
            </a:xfrm>
            <a:custGeom>
              <a:avLst/>
              <a:gdLst/>
              <a:ahLst/>
              <a:cxnLst/>
              <a:rect l="l" t="t" r="r" b="b"/>
              <a:pathLst>
                <a:path w="1431" h="4101" extrusionOk="0">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61"/>
            <p:cNvSpPr/>
            <p:nvPr/>
          </p:nvSpPr>
          <p:spPr>
            <a:xfrm>
              <a:off x="2955842" y="4272767"/>
              <a:ext cx="192666" cy="259399"/>
            </a:xfrm>
            <a:custGeom>
              <a:avLst/>
              <a:gdLst/>
              <a:ahLst/>
              <a:cxnLst/>
              <a:rect l="l" t="t" r="r" b="b"/>
              <a:pathLst>
                <a:path w="12868" h="17325" extrusionOk="0">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61"/>
            <p:cNvSpPr/>
            <p:nvPr/>
          </p:nvSpPr>
          <p:spPr>
            <a:xfrm>
              <a:off x="3116063" y="4273081"/>
              <a:ext cx="32445" cy="259084"/>
            </a:xfrm>
            <a:custGeom>
              <a:avLst/>
              <a:gdLst/>
              <a:ahLst/>
              <a:cxnLst/>
              <a:rect l="l" t="t" r="r" b="b"/>
              <a:pathLst>
                <a:path w="2167" h="17304" extrusionOk="0">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61"/>
            <p:cNvSpPr/>
            <p:nvPr/>
          </p:nvSpPr>
          <p:spPr>
            <a:xfrm>
              <a:off x="2984484" y="4267107"/>
              <a:ext cx="18266" cy="270733"/>
            </a:xfrm>
            <a:custGeom>
              <a:avLst/>
              <a:gdLst/>
              <a:ahLst/>
              <a:cxnLst/>
              <a:rect l="l" t="t" r="r" b="b"/>
              <a:pathLst>
                <a:path w="1220" h="18082" extrusionOk="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61"/>
            <p:cNvSpPr/>
            <p:nvPr/>
          </p:nvSpPr>
          <p:spPr>
            <a:xfrm>
              <a:off x="3091193" y="4499106"/>
              <a:ext cx="32445" cy="10705"/>
            </a:xfrm>
            <a:custGeom>
              <a:avLst/>
              <a:gdLst/>
              <a:ahLst/>
              <a:cxnLst/>
              <a:rect l="l" t="t" r="r" b="b"/>
              <a:pathLst>
                <a:path w="2167" h="715" extrusionOk="0">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61"/>
            <p:cNvSpPr/>
            <p:nvPr/>
          </p:nvSpPr>
          <p:spPr>
            <a:xfrm>
              <a:off x="3110718" y="4485571"/>
              <a:ext cx="12292" cy="10705"/>
            </a:xfrm>
            <a:custGeom>
              <a:avLst/>
              <a:gdLst/>
              <a:ahLst/>
              <a:cxnLst/>
              <a:rect l="l" t="t" r="r" b="b"/>
              <a:pathLst>
                <a:path w="821" h="715" extrusionOk="0">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61"/>
            <p:cNvSpPr/>
            <p:nvPr/>
          </p:nvSpPr>
          <p:spPr>
            <a:xfrm>
              <a:off x="2810729" y="4557334"/>
              <a:ext cx="342496" cy="61717"/>
            </a:xfrm>
            <a:custGeom>
              <a:avLst/>
              <a:gdLst/>
              <a:ahLst/>
              <a:cxnLst/>
              <a:rect l="l" t="t" r="r" b="b"/>
              <a:pathLst>
                <a:path w="22875" h="4122" extrusionOk="0">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61"/>
            <p:cNvSpPr/>
            <p:nvPr/>
          </p:nvSpPr>
          <p:spPr>
            <a:xfrm>
              <a:off x="3129598" y="4557334"/>
              <a:ext cx="23627" cy="61717"/>
            </a:xfrm>
            <a:custGeom>
              <a:avLst/>
              <a:gdLst/>
              <a:ahLst/>
              <a:cxnLst/>
              <a:rect l="l" t="t" r="r" b="b"/>
              <a:pathLst>
                <a:path w="1578" h="4122" extrusionOk="0">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61"/>
            <p:cNvSpPr/>
            <p:nvPr/>
          </p:nvSpPr>
          <p:spPr>
            <a:xfrm>
              <a:off x="2838428" y="4553711"/>
              <a:ext cx="10720" cy="22219"/>
            </a:xfrm>
            <a:custGeom>
              <a:avLst/>
              <a:gdLst/>
              <a:ahLst/>
              <a:cxnLst/>
              <a:rect l="l" t="t" r="r" b="b"/>
              <a:pathLst>
                <a:path w="716"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61"/>
            <p:cNvSpPr/>
            <p:nvPr/>
          </p:nvSpPr>
          <p:spPr>
            <a:xfrm>
              <a:off x="2863611" y="4553711"/>
              <a:ext cx="10705" cy="22219"/>
            </a:xfrm>
            <a:custGeom>
              <a:avLst/>
              <a:gdLst/>
              <a:ahLst/>
              <a:cxnLst/>
              <a:rect l="l" t="t" r="r" b="b"/>
              <a:pathLst>
                <a:path w="715"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61"/>
            <p:cNvSpPr/>
            <p:nvPr/>
          </p:nvSpPr>
          <p:spPr>
            <a:xfrm>
              <a:off x="2888795" y="4553711"/>
              <a:ext cx="10705" cy="22219"/>
            </a:xfrm>
            <a:custGeom>
              <a:avLst/>
              <a:gdLst/>
              <a:ahLst/>
              <a:cxnLst/>
              <a:rect l="l" t="t" r="r" b="b"/>
              <a:pathLst>
                <a:path w="715" h="1484" extrusionOk="0">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61"/>
            <p:cNvSpPr/>
            <p:nvPr/>
          </p:nvSpPr>
          <p:spPr>
            <a:xfrm>
              <a:off x="2913664" y="4553711"/>
              <a:ext cx="10705" cy="22219"/>
            </a:xfrm>
            <a:custGeom>
              <a:avLst/>
              <a:gdLst/>
              <a:ahLst/>
              <a:cxnLst/>
              <a:rect l="l" t="t" r="r" b="b"/>
              <a:pathLst>
                <a:path w="715" h="1484" extrusionOk="0">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61"/>
            <p:cNvSpPr/>
            <p:nvPr/>
          </p:nvSpPr>
          <p:spPr>
            <a:xfrm>
              <a:off x="2938833" y="4553711"/>
              <a:ext cx="10720" cy="22219"/>
            </a:xfrm>
            <a:custGeom>
              <a:avLst/>
              <a:gdLst/>
              <a:ahLst/>
              <a:cxnLst/>
              <a:rect l="l" t="t" r="r" b="b"/>
              <a:pathLst>
                <a:path w="716" h="1484" extrusionOk="0">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61"/>
            <p:cNvSpPr/>
            <p:nvPr/>
          </p:nvSpPr>
          <p:spPr>
            <a:xfrm>
              <a:off x="2964017" y="4553711"/>
              <a:ext cx="10720" cy="22219"/>
            </a:xfrm>
            <a:custGeom>
              <a:avLst/>
              <a:gdLst/>
              <a:ahLst/>
              <a:cxnLst/>
              <a:rect l="l" t="t" r="r" b="b"/>
              <a:pathLst>
                <a:path w="716" h="1484" extrusionOk="0">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61"/>
            <p:cNvSpPr/>
            <p:nvPr/>
          </p:nvSpPr>
          <p:spPr>
            <a:xfrm>
              <a:off x="2989201" y="4553711"/>
              <a:ext cx="10406" cy="22219"/>
            </a:xfrm>
            <a:custGeom>
              <a:avLst/>
              <a:gdLst/>
              <a:ahLst/>
              <a:cxnLst/>
              <a:rect l="l" t="t" r="r" b="b"/>
              <a:pathLst>
                <a:path w="695" h="1484" extrusionOk="0">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61"/>
            <p:cNvSpPr/>
            <p:nvPr/>
          </p:nvSpPr>
          <p:spPr>
            <a:xfrm>
              <a:off x="3014070"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61"/>
            <p:cNvSpPr/>
            <p:nvPr/>
          </p:nvSpPr>
          <p:spPr>
            <a:xfrm>
              <a:off x="3039254"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61"/>
            <p:cNvSpPr/>
            <p:nvPr/>
          </p:nvSpPr>
          <p:spPr>
            <a:xfrm>
              <a:off x="3064438"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61"/>
            <p:cNvSpPr/>
            <p:nvPr/>
          </p:nvSpPr>
          <p:spPr>
            <a:xfrm>
              <a:off x="3089472" y="4553711"/>
              <a:ext cx="10556" cy="22219"/>
            </a:xfrm>
            <a:custGeom>
              <a:avLst/>
              <a:gdLst/>
              <a:ahLst/>
              <a:cxnLst/>
              <a:rect l="l" t="t" r="r" b="b"/>
              <a:pathLst>
                <a:path w="705" h="1484" extrusionOk="0">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61"/>
            <p:cNvSpPr/>
            <p:nvPr/>
          </p:nvSpPr>
          <p:spPr>
            <a:xfrm>
              <a:off x="3114491"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0" name="Google Shape;7780;p61"/>
          <p:cNvGrpSpPr/>
          <p:nvPr/>
        </p:nvGrpSpPr>
        <p:grpSpPr>
          <a:xfrm>
            <a:off x="1787231" y="3635885"/>
            <a:ext cx="282381" cy="343454"/>
            <a:chOff x="1779168" y="3805625"/>
            <a:chExt cx="282381" cy="343454"/>
          </a:xfrm>
        </p:grpSpPr>
        <p:sp>
          <p:nvSpPr>
            <p:cNvPr id="7781" name="Google Shape;7781;p61"/>
            <p:cNvSpPr/>
            <p:nvPr/>
          </p:nvSpPr>
          <p:spPr>
            <a:xfrm>
              <a:off x="1798048" y="3814758"/>
              <a:ext cx="243662" cy="314797"/>
            </a:xfrm>
            <a:custGeom>
              <a:avLst/>
              <a:gdLst/>
              <a:ahLst/>
              <a:cxnLst/>
              <a:rect l="l" t="t" r="r" b="b"/>
              <a:pathLst>
                <a:path w="16274" h="21025" extrusionOk="0">
                  <a:moveTo>
                    <a:pt x="1" y="0"/>
                  </a:moveTo>
                  <a:lnTo>
                    <a:pt x="1" y="21025"/>
                  </a:lnTo>
                  <a:lnTo>
                    <a:pt x="16274" y="21025"/>
                  </a:lnTo>
                  <a:lnTo>
                    <a:pt x="16274"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61"/>
            <p:cNvSpPr/>
            <p:nvPr/>
          </p:nvSpPr>
          <p:spPr>
            <a:xfrm>
              <a:off x="1798048" y="3814758"/>
              <a:ext cx="54485" cy="314797"/>
            </a:xfrm>
            <a:custGeom>
              <a:avLst/>
              <a:gdLst/>
              <a:ahLst/>
              <a:cxnLst/>
              <a:rect l="l" t="t" r="r" b="b"/>
              <a:pathLst>
                <a:path w="3639" h="21025" extrusionOk="0">
                  <a:moveTo>
                    <a:pt x="1" y="0"/>
                  </a:moveTo>
                  <a:lnTo>
                    <a:pt x="1" y="21025"/>
                  </a:lnTo>
                  <a:lnTo>
                    <a:pt x="3638" y="21025"/>
                  </a:lnTo>
                  <a:lnTo>
                    <a:pt x="36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61"/>
            <p:cNvSpPr/>
            <p:nvPr/>
          </p:nvSpPr>
          <p:spPr>
            <a:xfrm>
              <a:off x="1779168" y="4116319"/>
              <a:ext cx="282381" cy="32760"/>
            </a:xfrm>
            <a:custGeom>
              <a:avLst/>
              <a:gdLst/>
              <a:ahLst/>
              <a:cxnLst/>
              <a:rect l="l" t="t" r="r" b="b"/>
              <a:pathLst>
                <a:path w="18860" h="2188" extrusionOk="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61"/>
            <p:cNvSpPr/>
            <p:nvPr/>
          </p:nvSpPr>
          <p:spPr>
            <a:xfrm>
              <a:off x="1930585" y="3847488"/>
              <a:ext cx="90359" cy="247750"/>
            </a:xfrm>
            <a:custGeom>
              <a:avLst/>
              <a:gdLst/>
              <a:ahLst/>
              <a:cxnLst/>
              <a:rect l="l" t="t" r="r" b="b"/>
              <a:pathLst>
                <a:path w="6035" h="16547" extrusionOk="0">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61"/>
            <p:cNvSpPr/>
            <p:nvPr/>
          </p:nvSpPr>
          <p:spPr>
            <a:xfrm>
              <a:off x="1818830" y="3847488"/>
              <a:ext cx="90988" cy="147659"/>
            </a:xfrm>
            <a:custGeom>
              <a:avLst/>
              <a:gdLst/>
              <a:ahLst/>
              <a:cxnLst/>
              <a:rect l="l" t="t" r="r" b="b"/>
              <a:pathLst>
                <a:path w="6077" h="9862" extrusionOk="0">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61"/>
            <p:cNvSpPr/>
            <p:nvPr/>
          </p:nvSpPr>
          <p:spPr>
            <a:xfrm>
              <a:off x="1818830" y="3847802"/>
              <a:ext cx="33703" cy="147344"/>
            </a:xfrm>
            <a:custGeom>
              <a:avLst/>
              <a:gdLst/>
              <a:ahLst/>
              <a:cxnLst/>
              <a:rect l="l" t="t" r="r" b="b"/>
              <a:pathLst>
                <a:path w="2251" h="9841" extrusionOk="0">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61"/>
            <p:cNvSpPr/>
            <p:nvPr/>
          </p:nvSpPr>
          <p:spPr>
            <a:xfrm>
              <a:off x="1831737" y="3916107"/>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61"/>
            <p:cNvSpPr/>
            <p:nvPr/>
          </p:nvSpPr>
          <p:spPr>
            <a:xfrm>
              <a:off x="1831737" y="3916107"/>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61"/>
            <p:cNvSpPr/>
            <p:nvPr/>
          </p:nvSpPr>
          <p:spPr>
            <a:xfrm>
              <a:off x="1831737" y="3892510"/>
              <a:ext cx="63603" cy="10391"/>
            </a:xfrm>
            <a:custGeom>
              <a:avLst/>
              <a:gdLst/>
              <a:ahLst/>
              <a:cxnLst/>
              <a:rect l="l" t="t" r="r" b="b"/>
              <a:pathLst>
                <a:path w="4248" h="694"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61"/>
            <p:cNvSpPr/>
            <p:nvPr/>
          </p:nvSpPr>
          <p:spPr>
            <a:xfrm>
              <a:off x="1831737" y="3892510"/>
              <a:ext cx="20797" cy="10391"/>
            </a:xfrm>
            <a:custGeom>
              <a:avLst/>
              <a:gdLst/>
              <a:ahLst/>
              <a:cxnLst/>
              <a:rect l="l" t="t" r="r" b="b"/>
              <a:pathLst>
                <a:path w="1389" h="694"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61"/>
            <p:cNvSpPr/>
            <p:nvPr/>
          </p:nvSpPr>
          <p:spPr>
            <a:xfrm>
              <a:off x="1831737" y="3868584"/>
              <a:ext cx="63603" cy="10406"/>
            </a:xfrm>
            <a:custGeom>
              <a:avLst/>
              <a:gdLst/>
              <a:ahLst/>
              <a:cxnLst/>
              <a:rect l="l" t="t" r="r" b="b"/>
              <a:pathLst>
                <a:path w="4248" h="695"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61"/>
            <p:cNvSpPr/>
            <p:nvPr/>
          </p:nvSpPr>
          <p:spPr>
            <a:xfrm>
              <a:off x="1831737" y="3868584"/>
              <a:ext cx="20797" cy="10406"/>
            </a:xfrm>
            <a:custGeom>
              <a:avLst/>
              <a:gdLst/>
              <a:ahLst/>
              <a:cxnLst/>
              <a:rect l="l" t="t" r="r" b="b"/>
              <a:pathLst>
                <a:path w="1389" h="695"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61"/>
            <p:cNvSpPr/>
            <p:nvPr/>
          </p:nvSpPr>
          <p:spPr>
            <a:xfrm>
              <a:off x="1831737" y="3940033"/>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61"/>
            <p:cNvSpPr/>
            <p:nvPr/>
          </p:nvSpPr>
          <p:spPr>
            <a:xfrm>
              <a:off x="1831737" y="3940033"/>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61"/>
            <p:cNvSpPr/>
            <p:nvPr/>
          </p:nvSpPr>
          <p:spPr>
            <a:xfrm>
              <a:off x="1831737" y="3963644"/>
              <a:ext cx="63603" cy="10406"/>
            </a:xfrm>
            <a:custGeom>
              <a:avLst/>
              <a:gdLst/>
              <a:ahLst/>
              <a:cxnLst/>
              <a:rect l="l" t="t" r="r" b="b"/>
              <a:pathLst>
                <a:path w="4248" h="695" extrusionOk="0">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61"/>
            <p:cNvSpPr/>
            <p:nvPr/>
          </p:nvSpPr>
          <p:spPr>
            <a:xfrm>
              <a:off x="1831737" y="3963644"/>
              <a:ext cx="20797" cy="10406"/>
            </a:xfrm>
            <a:custGeom>
              <a:avLst/>
              <a:gdLst/>
              <a:ahLst/>
              <a:cxnLst/>
              <a:rect l="l" t="t" r="r" b="b"/>
              <a:pathLst>
                <a:path w="1389" h="695" extrusionOk="0">
                  <a:moveTo>
                    <a:pt x="463" y="1"/>
                  </a:moveTo>
                  <a:cubicBezTo>
                    <a:pt x="0" y="1"/>
                    <a:pt x="0" y="694"/>
                    <a:pt x="463" y="694"/>
                  </a:cubicBezTo>
                  <a:lnTo>
                    <a:pt x="1388" y="694"/>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61"/>
            <p:cNvSpPr/>
            <p:nvPr/>
          </p:nvSpPr>
          <p:spPr>
            <a:xfrm>
              <a:off x="1818830" y="4022202"/>
              <a:ext cx="22369" cy="58557"/>
            </a:xfrm>
            <a:custGeom>
              <a:avLst/>
              <a:gdLst/>
              <a:ahLst/>
              <a:cxnLst/>
              <a:rect l="l" t="t" r="r" b="b"/>
              <a:pathLst>
                <a:path w="1494" h="3911" extrusionOk="0">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61"/>
            <p:cNvSpPr/>
            <p:nvPr/>
          </p:nvSpPr>
          <p:spPr>
            <a:xfrm>
              <a:off x="1865739" y="4039510"/>
              <a:ext cx="19839" cy="20168"/>
            </a:xfrm>
            <a:custGeom>
              <a:avLst/>
              <a:gdLst/>
              <a:ahLst/>
              <a:cxnLst/>
              <a:rect l="l" t="t" r="r" b="b"/>
              <a:pathLst>
                <a:path w="1325" h="1347" extrusionOk="0">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61"/>
            <p:cNvSpPr/>
            <p:nvPr/>
          </p:nvSpPr>
          <p:spPr>
            <a:xfrm>
              <a:off x="1813800" y="4009760"/>
              <a:ext cx="10391" cy="83277"/>
            </a:xfrm>
            <a:custGeom>
              <a:avLst/>
              <a:gdLst/>
              <a:ahLst/>
              <a:cxnLst/>
              <a:rect l="l" t="t" r="r" b="b"/>
              <a:pathLst>
                <a:path w="694" h="5562" extrusionOk="0">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61"/>
            <p:cNvSpPr/>
            <p:nvPr/>
          </p:nvSpPr>
          <p:spPr>
            <a:xfrm>
              <a:off x="1930585" y="3967732"/>
              <a:ext cx="90359" cy="20797"/>
            </a:xfrm>
            <a:custGeom>
              <a:avLst/>
              <a:gdLst/>
              <a:ahLst/>
              <a:cxnLst/>
              <a:rect l="l" t="t" r="r" b="b"/>
              <a:pathLst>
                <a:path w="6035" h="1389" extrusionOk="0">
                  <a:moveTo>
                    <a:pt x="0" y="1"/>
                  </a:moveTo>
                  <a:lnTo>
                    <a:pt x="0" y="1389"/>
                  </a:lnTo>
                  <a:lnTo>
                    <a:pt x="6034" y="1389"/>
                  </a:lnTo>
                  <a:lnTo>
                    <a:pt x="6034"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61"/>
            <p:cNvSpPr/>
            <p:nvPr/>
          </p:nvSpPr>
          <p:spPr>
            <a:xfrm>
              <a:off x="1992901" y="3889351"/>
              <a:ext cx="28043" cy="78396"/>
            </a:xfrm>
            <a:custGeom>
              <a:avLst/>
              <a:gdLst/>
              <a:ahLst/>
              <a:cxnLst/>
              <a:rect l="l" t="t" r="r" b="b"/>
              <a:pathLst>
                <a:path w="1873" h="5236" extrusionOk="0">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61"/>
            <p:cNvSpPr/>
            <p:nvPr/>
          </p:nvSpPr>
          <p:spPr>
            <a:xfrm>
              <a:off x="1972134" y="3913591"/>
              <a:ext cx="20782" cy="54156"/>
            </a:xfrm>
            <a:custGeom>
              <a:avLst/>
              <a:gdLst/>
              <a:ahLst/>
              <a:cxnLst/>
              <a:rect l="l" t="t" r="r" b="b"/>
              <a:pathLst>
                <a:path w="1388" h="3617" extrusionOk="0">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61"/>
            <p:cNvSpPr/>
            <p:nvPr/>
          </p:nvSpPr>
          <p:spPr>
            <a:xfrm>
              <a:off x="1930585" y="3889980"/>
              <a:ext cx="20782" cy="77767"/>
            </a:xfrm>
            <a:custGeom>
              <a:avLst/>
              <a:gdLst/>
              <a:ahLst/>
              <a:cxnLst/>
              <a:rect l="l" t="t" r="r" b="b"/>
              <a:pathLst>
                <a:path w="1388" h="5194" extrusionOk="0">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61"/>
            <p:cNvSpPr/>
            <p:nvPr/>
          </p:nvSpPr>
          <p:spPr>
            <a:xfrm>
              <a:off x="1951352" y="3921467"/>
              <a:ext cx="20797" cy="46280"/>
            </a:xfrm>
            <a:custGeom>
              <a:avLst/>
              <a:gdLst/>
              <a:ahLst/>
              <a:cxnLst/>
              <a:rect l="l" t="t" r="r" b="b"/>
              <a:pathLst>
                <a:path w="1389" h="3091" extrusionOk="0">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61"/>
            <p:cNvSpPr/>
            <p:nvPr/>
          </p:nvSpPr>
          <p:spPr>
            <a:xfrm>
              <a:off x="1974964" y="4026289"/>
              <a:ext cx="44393" cy="68948"/>
            </a:xfrm>
            <a:custGeom>
              <a:avLst/>
              <a:gdLst/>
              <a:ahLst/>
              <a:cxnLst/>
              <a:rect l="l" t="t" r="r" b="b"/>
              <a:pathLst>
                <a:path w="2965" h="4605" extrusionOk="0">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61"/>
            <p:cNvSpPr/>
            <p:nvPr/>
          </p:nvSpPr>
          <p:spPr>
            <a:xfrm>
              <a:off x="1930585" y="4017770"/>
              <a:ext cx="20782" cy="77782"/>
            </a:xfrm>
            <a:custGeom>
              <a:avLst/>
              <a:gdLst/>
              <a:ahLst/>
              <a:cxnLst/>
              <a:rect l="l" t="t" r="r" b="b"/>
              <a:pathLst>
                <a:path w="1388" h="5195" extrusionOk="0">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61"/>
            <p:cNvSpPr/>
            <p:nvPr/>
          </p:nvSpPr>
          <p:spPr>
            <a:xfrm>
              <a:off x="1951352" y="4044855"/>
              <a:ext cx="20797" cy="50697"/>
            </a:xfrm>
            <a:custGeom>
              <a:avLst/>
              <a:gdLst/>
              <a:ahLst/>
              <a:cxnLst/>
              <a:rect l="l" t="t" r="r" b="b"/>
              <a:pathLst>
                <a:path w="1389" h="3386" extrusionOk="0">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61"/>
            <p:cNvSpPr/>
            <p:nvPr/>
          </p:nvSpPr>
          <p:spPr>
            <a:xfrm>
              <a:off x="1789245" y="3805625"/>
              <a:ext cx="261914" cy="21426"/>
            </a:xfrm>
            <a:custGeom>
              <a:avLst/>
              <a:gdLst/>
              <a:ahLst/>
              <a:cxnLst/>
              <a:rect l="l" t="t" r="r" b="b"/>
              <a:pathLst>
                <a:path w="17493" h="1431" extrusionOk="0">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9" name="Google Shape;7809;p61"/>
          <p:cNvGrpSpPr/>
          <p:nvPr/>
        </p:nvGrpSpPr>
        <p:grpSpPr>
          <a:xfrm>
            <a:off x="2601585" y="2237289"/>
            <a:ext cx="391606" cy="364535"/>
            <a:chOff x="2593522" y="2407029"/>
            <a:chExt cx="391606" cy="364535"/>
          </a:xfrm>
        </p:grpSpPr>
        <p:sp>
          <p:nvSpPr>
            <p:cNvPr id="7810" name="Google Shape;7810;p61"/>
            <p:cNvSpPr/>
            <p:nvPr/>
          </p:nvSpPr>
          <p:spPr>
            <a:xfrm>
              <a:off x="2602641" y="2573867"/>
              <a:ext cx="97291" cy="197697"/>
            </a:xfrm>
            <a:custGeom>
              <a:avLst/>
              <a:gdLst/>
              <a:ahLst/>
              <a:cxnLst/>
              <a:rect l="l" t="t" r="r" b="b"/>
              <a:pathLst>
                <a:path w="6498" h="13204" extrusionOk="0">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61"/>
            <p:cNvSpPr/>
            <p:nvPr/>
          </p:nvSpPr>
          <p:spPr>
            <a:xfrm>
              <a:off x="2680078" y="2573867"/>
              <a:ext cx="19854" cy="156148"/>
            </a:xfrm>
            <a:custGeom>
              <a:avLst/>
              <a:gdLst/>
              <a:ahLst/>
              <a:cxnLst/>
              <a:rect l="l" t="t" r="r" b="b"/>
              <a:pathLst>
                <a:path w="1326" h="10429" extrusionOk="0">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61"/>
            <p:cNvSpPr/>
            <p:nvPr/>
          </p:nvSpPr>
          <p:spPr>
            <a:xfrm>
              <a:off x="2602641" y="2742907"/>
              <a:ext cx="57629" cy="28657"/>
            </a:xfrm>
            <a:custGeom>
              <a:avLst/>
              <a:gdLst/>
              <a:ahLst/>
              <a:cxnLst/>
              <a:rect l="l" t="t" r="r" b="b"/>
              <a:pathLst>
                <a:path w="3849" h="1914" extrusionOk="0">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61"/>
            <p:cNvSpPr/>
            <p:nvPr/>
          </p:nvSpPr>
          <p:spPr>
            <a:xfrm>
              <a:off x="2593522" y="2516552"/>
              <a:ext cx="106410" cy="57330"/>
            </a:xfrm>
            <a:custGeom>
              <a:avLst/>
              <a:gdLst/>
              <a:ahLst/>
              <a:cxnLst/>
              <a:rect l="l" t="t" r="r" b="b"/>
              <a:pathLst>
                <a:path w="7107" h="3829" extrusionOk="0">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61"/>
            <p:cNvSpPr/>
            <p:nvPr/>
          </p:nvSpPr>
          <p:spPr>
            <a:xfrm>
              <a:off x="2593522" y="2516567"/>
              <a:ext cx="106410" cy="56985"/>
            </a:xfrm>
            <a:custGeom>
              <a:avLst/>
              <a:gdLst/>
              <a:ahLst/>
              <a:cxnLst/>
              <a:rect l="l" t="t" r="r" b="b"/>
              <a:pathLst>
                <a:path w="7107" h="3806" extrusionOk="0">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61"/>
            <p:cNvSpPr/>
            <p:nvPr/>
          </p:nvSpPr>
          <p:spPr>
            <a:xfrm>
              <a:off x="2629726" y="2602794"/>
              <a:ext cx="43136" cy="61432"/>
            </a:xfrm>
            <a:custGeom>
              <a:avLst/>
              <a:gdLst/>
              <a:ahLst/>
              <a:cxnLst/>
              <a:rect l="l" t="t" r="r" b="b"/>
              <a:pathLst>
                <a:path w="2881" h="4103" extrusionOk="0">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61"/>
            <p:cNvSpPr/>
            <p:nvPr/>
          </p:nvSpPr>
          <p:spPr>
            <a:xfrm>
              <a:off x="2646091" y="2602704"/>
              <a:ext cx="26771" cy="61522"/>
            </a:xfrm>
            <a:custGeom>
              <a:avLst/>
              <a:gdLst/>
              <a:ahLst/>
              <a:cxnLst/>
              <a:rect l="l" t="t" r="r" b="b"/>
              <a:pathLst>
                <a:path w="1788" h="4109" extrusionOk="0">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61"/>
            <p:cNvSpPr/>
            <p:nvPr/>
          </p:nvSpPr>
          <p:spPr>
            <a:xfrm>
              <a:off x="2878719" y="2573867"/>
              <a:ext cx="97276" cy="197697"/>
            </a:xfrm>
            <a:custGeom>
              <a:avLst/>
              <a:gdLst/>
              <a:ahLst/>
              <a:cxnLst/>
              <a:rect l="l" t="t" r="r" b="b"/>
              <a:pathLst>
                <a:path w="6497" h="13204" extrusionOk="0">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61"/>
            <p:cNvSpPr/>
            <p:nvPr/>
          </p:nvSpPr>
          <p:spPr>
            <a:xfrm>
              <a:off x="2959929" y="2573867"/>
              <a:ext cx="15751" cy="197697"/>
            </a:xfrm>
            <a:custGeom>
              <a:avLst/>
              <a:gdLst/>
              <a:ahLst/>
              <a:cxnLst/>
              <a:rect l="l" t="t" r="r" b="b"/>
              <a:pathLst>
                <a:path w="1052" h="13204" extrusionOk="0">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61"/>
            <p:cNvSpPr/>
            <p:nvPr/>
          </p:nvSpPr>
          <p:spPr>
            <a:xfrm>
              <a:off x="2878719" y="2573867"/>
              <a:ext cx="20782" cy="156148"/>
            </a:xfrm>
            <a:custGeom>
              <a:avLst/>
              <a:gdLst/>
              <a:ahLst/>
              <a:cxnLst/>
              <a:rect l="l" t="t" r="r" b="b"/>
              <a:pathLst>
                <a:path w="1388" h="10429" extrusionOk="0">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61"/>
            <p:cNvSpPr/>
            <p:nvPr/>
          </p:nvSpPr>
          <p:spPr>
            <a:xfrm>
              <a:off x="2918381" y="2742907"/>
              <a:ext cx="57614" cy="28657"/>
            </a:xfrm>
            <a:custGeom>
              <a:avLst/>
              <a:gdLst/>
              <a:ahLst/>
              <a:cxnLst/>
              <a:rect l="l" t="t" r="r" b="b"/>
              <a:pathLst>
                <a:path w="3848" h="1914" extrusionOk="0">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61"/>
            <p:cNvSpPr/>
            <p:nvPr/>
          </p:nvSpPr>
          <p:spPr>
            <a:xfrm>
              <a:off x="2959929" y="2742907"/>
              <a:ext cx="15751" cy="28657"/>
            </a:xfrm>
            <a:custGeom>
              <a:avLst/>
              <a:gdLst/>
              <a:ahLst/>
              <a:cxnLst/>
              <a:rect l="l" t="t" r="r" b="b"/>
              <a:pathLst>
                <a:path w="1052" h="1914" extrusionOk="0">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61"/>
            <p:cNvSpPr/>
            <p:nvPr/>
          </p:nvSpPr>
          <p:spPr>
            <a:xfrm>
              <a:off x="2878719" y="2516552"/>
              <a:ext cx="106410" cy="57330"/>
            </a:xfrm>
            <a:custGeom>
              <a:avLst/>
              <a:gdLst/>
              <a:ahLst/>
              <a:cxnLst/>
              <a:rect l="l" t="t" r="r" b="b"/>
              <a:pathLst>
                <a:path w="7107" h="3829" extrusionOk="0">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61"/>
            <p:cNvSpPr/>
            <p:nvPr/>
          </p:nvSpPr>
          <p:spPr>
            <a:xfrm>
              <a:off x="2878719" y="2516552"/>
              <a:ext cx="106410" cy="57330"/>
            </a:xfrm>
            <a:custGeom>
              <a:avLst/>
              <a:gdLst/>
              <a:ahLst/>
              <a:cxnLst/>
              <a:rect l="l" t="t" r="r" b="b"/>
              <a:pathLst>
                <a:path w="7107" h="3829" extrusionOk="0">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61"/>
            <p:cNvSpPr/>
            <p:nvPr/>
          </p:nvSpPr>
          <p:spPr>
            <a:xfrm>
              <a:off x="2675991" y="2714249"/>
              <a:ext cx="226669" cy="28672"/>
            </a:xfrm>
            <a:custGeom>
              <a:avLst/>
              <a:gdLst/>
              <a:ahLst/>
              <a:cxnLst/>
              <a:rect l="l" t="t" r="r" b="b"/>
              <a:pathLst>
                <a:path w="15139" h="1915" extrusionOk="0">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61"/>
            <p:cNvSpPr/>
            <p:nvPr/>
          </p:nvSpPr>
          <p:spPr>
            <a:xfrm>
              <a:off x="2676305" y="2714249"/>
              <a:ext cx="226354" cy="28672"/>
            </a:xfrm>
            <a:custGeom>
              <a:avLst/>
              <a:gdLst/>
              <a:ahLst/>
              <a:cxnLst/>
              <a:rect l="l" t="t" r="r" b="b"/>
              <a:pathLst>
                <a:path w="15118" h="1915" extrusionOk="0">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61"/>
            <p:cNvSpPr/>
            <p:nvPr/>
          </p:nvSpPr>
          <p:spPr>
            <a:xfrm>
              <a:off x="2660255" y="2742907"/>
              <a:ext cx="258141" cy="28657"/>
            </a:xfrm>
            <a:custGeom>
              <a:avLst/>
              <a:gdLst/>
              <a:ahLst/>
              <a:cxnLst/>
              <a:rect l="l" t="t" r="r" b="b"/>
              <a:pathLst>
                <a:path w="17241" h="1914" extrusionOk="0">
                  <a:moveTo>
                    <a:pt x="0" y="0"/>
                  </a:moveTo>
                  <a:lnTo>
                    <a:pt x="0" y="1913"/>
                  </a:lnTo>
                  <a:lnTo>
                    <a:pt x="17240" y="1913"/>
                  </a:lnTo>
                  <a:lnTo>
                    <a:pt x="17240"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61"/>
            <p:cNvSpPr/>
            <p:nvPr/>
          </p:nvSpPr>
          <p:spPr>
            <a:xfrm>
              <a:off x="2660255" y="2742907"/>
              <a:ext cx="258141" cy="28657"/>
            </a:xfrm>
            <a:custGeom>
              <a:avLst/>
              <a:gdLst/>
              <a:ahLst/>
              <a:cxnLst/>
              <a:rect l="l" t="t" r="r" b="b"/>
              <a:pathLst>
                <a:path w="17241" h="1914" extrusionOk="0">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61"/>
            <p:cNvSpPr/>
            <p:nvPr/>
          </p:nvSpPr>
          <p:spPr>
            <a:xfrm>
              <a:off x="2715968" y="2516567"/>
              <a:ext cx="147344" cy="197697"/>
            </a:xfrm>
            <a:custGeom>
              <a:avLst/>
              <a:gdLst/>
              <a:ahLst/>
              <a:cxnLst/>
              <a:rect l="l" t="t" r="r" b="b"/>
              <a:pathLst>
                <a:path w="9841" h="13204" extrusionOk="0">
                  <a:moveTo>
                    <a:pt x="1" y="1"/>
                  </a:moveTo>
                  <a:lnTo>
                    <a:pt x="1" y="13204"/>
                  </a:lnTo>
                  <a:lnTo>
                    <a:pt x="9840" y="13204"/>
                  </a:lnTo>
                  <a:lnTo>
                    <a:pt x="9840"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61"/>
            <p:cNvSpPr/>
            <p:nvPr/>
          </p:nvSpPr>
          <p:spPr>
            <a:xfrm>
              <a:off x="2763191" y="2618560"/>
              <a:ext cx="52583" cy="95704"/>
            </a:xfrm>
            <a:custGeom>
              <a:avLst/>
              <a:gdLst/>
              <a:ahLst/>
              <a:cxnLst/>
              <a:rect l="l" t="t" r="r" b="b"/>
              <a:pathLst>
                <a:path w="3512" h="6392" extrusionOk="0">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61"/>
            <p:cNvSpPr/>
            <p:nvPr/>
          </p:nvSpPr>
          <p:spPr>
            <a:xfrm>
              <a:off x="2783329" y="2618515"/>
              <a:ext cx="32445" cy="95749"/>
            </a:xfrm>
            <a:custGeom>
              <a:avLst/>
              <a:gdLst/>
              <a:ahLst/>
              <a:cxnLst/>
              <a:rect l="l" t="t" r="r" b="b"/>
              <a:pathLst>
                <a:path w="2167" h="6395" extrusionOk="0">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61"/>
            <p:cNvSpPr/>
            <p:nvPr/>
          </p:nvSpPr>
          <p:spPr>
            <a:xfrm>
              <a:off x="2692041" y="2516253"/>
              <a:ext cx="47867" cy="32131"/>
            </a:xfrm>
            <a:custGeom>
              <a:avLst/>
              <a:gdLst/>
              <a:ahLst/>
              <a:cxnLst/>
              <a:rect l="l" t="t" r="r" b="b"/>
              <a:pathLst>
                <a:path w="3197" h="2146" extrusionOk="0">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61"/>
            <p:cNvSpPr/>
            <p:nvPr/>
          </p:nvSpPr>
          <p:spPr>
            <a:xfrm>
              <a:off x="2719112" y="2516253"/>
              <a:ext cx="20797" cy="31817"/>
            </a:xfrm>
            <a:custGeom>
              <a:avLst/>
              <a:gdLst/>
              <a:ahLst/>
              <a:cxnLst/>
              <a:rect l="l" t="t" r="r" b="b"/>
              <a:pathLst>
                <a:path w="1389" h="2125" extrusionOk="0">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61"/>
            <p:cNvSpPr/>
            <p:nvPr/>
          </p:nvSpPr>
          <p:spPr>
            <a:xfrm>
              <a:off x="2692041" y="2682148"/>
              <a:ext cx="47867" cy="32116"/>
            </a:xfrm>
            <a:custGeom>
              <a:avLst/>
              <a:gdLst/>
              <a:ahLst/>
              <a:cxnLst/>
              <a:rect l="l" t="t" r="r" b="b"/>
              <a:pathLst>
                <a:path w="3197" h="2145" extrusionOk="0">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61"/>
            <p:cNvSpPr/>
            <p:nvPr/>
          </p:nvSpPr>
          <p:spPr>
            <a:xfrm>
              <a:off x="2719112" y="2682148"/>
              <a:ext cx="20797" cy="31802"/>
            </a:xfrm>
            <a:custGeom>
              <a:avLst/>
              <a:gdLst/>
              <a:ahLst/>
              <a:cxnLst/>
              <a:rect l="l" t="t" r="r" b="b"/>
              <a:pathLst>
                <a:path w="1389" h="2124" extrusionOk="0">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61"/>
            <p:cNvSpPr/>
            <p:nvPr/>
          </p:nvSpPr>
          <p:spPr>
            <a:xfrm>
              <a:off x="2699917" y="2548369"/>
              <a:ext cx="31802" cy="133794"/>
            </a:xfrm>
            <a:custGeom>
              <a:avLst/>
              <a:gdLst/>
              <a:ahLst/>
              <a:cxnLst/>
              <a:rect l="l" t="t" r="r" b="b"/>
              <a:pathLst>
                <a:path w="2124" h="8936" extrusionOk="0">
                  <a:moveTo>
                    <a:pt x="0" y="0"/>
                  </a:moveTo>
                  <a:lnTo>
                    <a:pt x="0" y="8935"/>
                  </a:lnTo>
                  <a:lnTo>
                    <a:pt x="2124" y="8935"/>
                  </a:lnTo>
                  <a:lnTo>
                    <a:pt x="2124"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61"/>
            <p:cNvSpPr/>
            <p:nvPr/>
          </p:nvSpPr>
          <p:spPr>
            <a:xfrm>
              <a:off x="2838742" y="2516253"/>
              <a:ext cx="47852" cy="32131"/>
            </a:xfrm>
            <a:custGeom>
              <a:avLst/>
              <a:gdLst/>
              <a:ahLst/>
              <a:cxnLst/>
              <a:rect l="l" t="t" r="r" b="b"/>
              <a:pathLst>
                <a:path w="3196" h="2146" extrusionOk="0">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61"/>
            <p:cNvSpPr/>
            <p:nvPr/>
          </p:nvSpPr>
          <p:spPr>
            <a:xfrm>
              <a:off x="2838742" y="2682148"/>
              <a:ext cx="47852" cy="32116"/>
            </a:xfrm>
            <a:custGeom>
              <a:avLst/>
              <a:gdLst/>
              <a:ahLst/>
              <a:cxnLst/>
              <a:rect l="l" t="t" r="r" b="b"/>
              <a:pathLst>
                <a:path w="3196" h="2145" extrusionOk="0">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61"/>
            <p:cNvSpPr/>
            <p:nvPr/>
          </p:nvSpPr>
          <p:spPr>
            <a:xfrm>
              <a:off x="2866127" y="2516253"/>
              <a:ext cx="20467" cy="31817"/>
            </a:xfrm>
            <a:custGeom>
              <a:avLst/>
              <a:gdLst/>
              <a:ahLst/>
              <a:cxnLst/>
              <a:rect l="l" t="t" r="r" b="b"/>
              <a:pathLst>
                <a:path w="1367" h="2125" extrusionOk="0">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61"/>
            <p:cNvSpPr/>
            <p:nvPr/>
          </p:nvSpPr>
          <p:spPr>
            <a:xfrm>
              <a:off x="2865812" y="2682148"/>
              <a:ext cx="20782" cy="31802"/>
            </a:xfrm>
            <a:custGeom>
              <a:avLst/>
              <a:gdLst/>
              <a:ahLst/>
              <a:cxnLst/>
              <a:rect l="l" t="t" r="r" b="b"/>
              <a:pathLst>
                <a:path w="1388" h="2124" extrusionOk="0">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61"/>
            <p:cNvSpPr/>
            <p:nvPr/>
          </p:nvSpPr>
          <p:spPr>
            <a:xfrm>
              <a:off x="2846603" y="2548369"/>
              <a:ext cx="32131" cy="133794"/>
            </a:xfrm>
            <a:custGeom>
              <a:avLst/>
              <a:gdLst/>
              <a:ahLst/>
              <a:cxnLst/>
              <a:rect l="l" t="t" r="r" b="b"/>
              <a:pathLst>
                <a:path w="2146" h="8936" extrusionOk="0">
                  <a:moveTo>
                    <a:pt x="1" y="0"/>
                  </a:moveTo>
                  <a:lnTo>
                    <a:pt x="1" y="8935"/>
                  </a:lnTo>
                  <a:lnTo>
                    <a:pt x="2145" y="8935"/>
                  </a:lnTo>
                  <a:lnTo>
                    <a:pt x="2145"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61"/>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61"/>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61"/>
            <p:cNvSpPr/>
            <p:nvPr/>
          </p:nvSpPr>
          <p:spPr>
            <a:xfrm>
              <a:off x="2668130" y="2487925"/>
              <a:ext cx="242390" cy="28657"/>
            </a:xfrm>
            <a:custGeom>
              <a:avLst/>
              <a:gdLst/>
              <a:ahLst/>
              <a:cxnLst/>
              <a:rect l="l" t="t" r="r" b="b"/>
              <a:pathLst>
                <a:path w="16189" h="1914" extrusionOk="0">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61"/>
            <p:cNvSpPr/>
            <p:nvPr/>
          </p:nvSpPr>
          <p:spPr>
            <a:xfrm>
              <a:off x="2668130" y="2487611"/>
              <a:ext cx="242390" cy="28657"/>
            </a:xfrm>
            <a:custGeom>
              <a:avLst/>
              <a:gdLst/>
              <a:ahLst/>
              <a:cxnLst/>
              <a:rect l="l" t="t" r="r" b="b"/>
              <a:pathLst>
                <a:path w="16189" h="1914" extrusionOk="0">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61"/>
            <p:cNvSpPr/>
            <p:nvPr/>
          </p:nvSpPr>
          <p:spPr>
            <a:xfrm>
              <a:off x="2905789" y="2602495"/>
              <a:ext cx="43136" cy="61432"/>
            </a:xfrm>
            <a:custGeom>
              <a:avLst/>
              <a:gdLst/>
              <a:ahLst/>
              <a:cxnLst/>
              <a:rect l="l" t="t" r="r" b="b"/>
              <a:pathLst>
                <a:path w="2881" h="4103" extrusionOk="0">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61"/>
            <p:cNvSpPr/>
            <p:nvPr/>
          </p:nvSpPr>
          <p:spPr>
            <a:xfrm>
              <a:off x="2922154" y="2602704"/>
              <a:ext cx="26456" cy="61522"/>
            </a:xfrm>
            <a:custGeom>
              <a:avLst/>
              <a:gdLst/>
              <a:ahLst/>
              <a:cxnLst/>
              <a:rect l="l" t="t" r="r" b="b"/>
              <a:pathLst>
                <a:path w="1767" h="4109" extrusionOk="0">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61"/>
            <p:cNvSpPr/>
            <p:nvPr/>
          </p:nvSpPr>
          <p:spPr>
            <a:xfrm>
              <a:off x="2758789" y="2542066"/>
              <a:ext cx="54156" cy="46115"/>
            </a:xfrm>
            <a:custGeom>
              <a:avLst/>
              <a:gdLst/>
              <a:ahLst/>
              <a:cxnLst/>
              <a:rect l="l" t="t" r="r" b="b"/>
              <a:pathLst>
                <a:path w="3617" h="3080" extrusionOk="0">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61"/>
            <p:cNvSpPr/>
            <p:nvPr/>
          </p:nvSpPr>
          <p:spPr>
            <a:xfrm>
              <a:off x="2769794" y="2545210"/>
              <a:ext cx="46924" cy="43046"/>
            </a:xfrm>
            <a:custGeom>
              <a:avLst/>
              <a:gdLst/>
              <a:ahLst/>
              <a:cxnLst/>
              <a:rect l="l" t="t" r="r" b="b"/>
              <a:pathLst>
                <a:path w="3134" h="2875" extrusionOk="0">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9" name="Google Shape;7849;p61"/>
          <p:cNvGrpSpPr/>
          <p:nvPr/>
        </p:nvGrpSpPr>
        <p:grpSpPr>
          <a:xfrm>
            <a:off x="3963109" y="2262503"/>
            <a:ext cx="322912" cy="334396"/>
            <a:chOff x="3955047" y="2432242"/>
            <a:chExt cx="322912" cy="334396"/>
          </a:xfrm>
        </p:grpSpPr>
        <p:sp>
          <p:nvSpPr>
            <p:cNvPr id="7850" name="Google Shape;7850;p61"/>
            <p:cNvSpPr/>
            <p:nvPr/>
          </p:nvSpPr>
          <p:spPr>
            <a:xfrm>
              <a:off x="3955047" y="2432242"/>
              <a:ext cx="322912" cy="334291"/>
            </a:xfrm>
            <a:custGeom>
              <a:avLst/>
              <a:gdLst/>
              <a:ahLst/>
              <a:cxnLst/>
              <a:rect l="l" t="t" r="r" b="b"/>
              <a:pathLst>
                <a:path w="21567" h="22327" extrusionOk="0">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61"/>
            <p:cNvSpPr/>
            <p:nvPr/>
          </p:nvSpPr>
          <p:spPr>
            <a:xfrm>
              <a:off x="4009741" y="2515624"/>
              <a:ext cx="67361" cy="251014"/>
            </a:xfrm>
            <a:custGeom>
              <a:avLst/>
              <a:gdLst/>
              <a:ahLst/>
              <a:cxnLst/>
              <a:rect l="l" t="t" r="r" b="b"/>
              <a:pathLst>
                <a:path w="4499" h="16765" extrusionOk="0">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61"/>
            <p:cNvSpPr/>
            <p:nvPr/>
          </p:nvSpPr>
          <p:spPr>
            <a:xfrm>
              <a:off x="4210582" y="2432317"/>
              <a:ext cx="67346" cy="293087"/>
            </a:xfrm>
            <a:custGeom>
              <a:avLst/>
              <a:gdLst/>
              <a:ahLst/>
              <a:cxnLst/>
              <a:rect l="l" t="t" r="r" b="b"/>
              <a:pathLst>
                <a:path w="4498" h="19575" extrusionOk="0">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3" name="Google Shape;7853;p61"/>
          <p:cNvGrpSpPr/>
          <p:nvPr/>
        </p:nvGrpSpPr>
        <p:grpSpPr>
          <a:xfrm>
            <a:off x="1810528" y="1793115"/>
            <a:ext cx="265373" cy="351944"/>
            <a:chOff x="1802465" y="1962854"/>
            <a:chExt cx="265373" cy="351944"/>
          </a:xfrm>
        </p:grpSpPr>
        <p:sp>
          <p:nvSpPr>
            <p:cNvPr id="7854" name="Google Shape;7854;p61"/>
            <p:cNvSpPr/>
            <p:nvPr/>
          </p:nvSpPr>
          <p:spPr>
            <a:xfrm>
              <a:off x="1802465" y="2243020"/>
              <a:ext cx="265373" cy="71778"/>
            </a:xfrm>
            <a:custGeom>
              <a:avLst/>
              <a:gdLst/>
              <a:ahLst/>
              <a:cxnLst/>
              <a:rect l="l" t="t" r="r" b="b"/>
              <a:pathLst>
                <a:path w="17724" h="4794" extrusionOk="0">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61"/>
            <p:cNvSpPr/>
            <p:nvPr/>
          </p:nvSpPr>
          <p:spPr>
            <a:xfrm>
              <a:off x="1802465" y="2208074"/>
              <a:ext cx="265373" cy="83442"/>
            </a:xfrm>
            <a:custGeom>
              <a:avLst/>
              <a:gdLst/>
              <a:ahLst/>
              <a:cxnLst/>
              <a:rect l="l" t="t" r="r" b="b"/>
              <a:pathLst>
                <a:path w="17724" h="5573" extrusionOk="0">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61"/>
            <p:cNvSpPr/>
            <p:nvPr/>
          </p:nvSpPr>
          <p:spPr>
            <a:xfrm>
              <a:off x="1802465" y="1962854"/>
              <a:ext cx="35889" cy="316069"/>
            </a:xfrm>
            <a:custGeom>
              <a:avLst/>
              <a:gdLst/>
              <a:ahLst/>
              <a:cxnLst/>
              <a:rect l="l" t="t" r="r" b="b"/>
              <a:pathLst>
                <a:path w="2397" h="21110" extrusionOk="0">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61"/>
            <p:cNvSpPr/>
            <p:nvPr/>
          </p:nvSpPr>
          <p:spPr>
            <a:xfrm>
              <a:off x="1837082" y="2286141"/>
              <a:ext cx="230756" cy="8834"/>
            </a:xfrm>
            <a:custGeom>
              <a:avLst/>
              <a:gdLst/>
              <a:ahLst/>
              <a:cxnLst/>
              <a:rect l="l" t="t" r="r" b="b"/>
              <a:pathLst>
                <a:path w="15412" h="590" extrusionOk="0">
                  <a:moveTo>
                    <a:pt x="1" y="1"/>
                  </a:moveTo>
                  <a:lnTo>
                    <a:pt x="1" y="589"/>
                  </a:lnTo>
                  <a:lnTo>
                    <a:pt x="15412" y="589"/>
                  </a:lnTo>
                  <a:lnTo>
                    <a:pt x="15412"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61"/>
            <p:cNvSpPr/>
            <p:nvPr/>
          </p:nvSpPr>
          <p:spPr>
            <a:xfrm>
              <a:off x="1900041" y="2262843"/>
              <a:ext cx="167797" cy="9148"/>
            </a:xfrm>
            <a:custGeom>
              <a:avLst/>
              <a:gdLst/>
              <a:ahLst/>
              <a:cxnLst/>
              <a:rect l="l" t="t" r="r" b="b"/>
              <a:pathLst>
                <a:path w="11207" h="611" extrusionOk="0">
                  <a:moveTo>
                    <a:pt x="1" y="1"/>
                  </a:moveTo>
                  <a:lnTo>
                    <a:pt x="1" y="611"/>
                  </a:lnTo>
                  <a:lnTo>
                    <a:pt x="11207" y="611"/>
                  </a:lnTo>
                  <a:lnTo>
                    <a:pt x="11207"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61"/>
            <p:cNvSpPr/>
            <p:nvPr/>
          </p:nvSpPr>
          <p:spPr>
            <a:xfrm>
              <a:off x="1838339" y="1962854"/>
              <a:ext cx="229498" cy="280180"/>
            </a:xfrm>
            <a:custGeom>
              <a:avLst/>
              <a:gdLst/>
              <a:ahLst/>
              <a:cxnLst/>
              <a:rect l="l" t="t" r="r" b="b"/>
              <a:pathLst>
                <a:path w="15328" h="18713" extrusionOk="0">
                  <a:moveTo>
                    <a:pt x="1" y="1"/>
                  </a:moveTo>
                  <a:lnTo>
                    <a:pt x="1" y="18712"/>
                  </a:lnTo>
                  <a:lnTo>
                    <a:pt x="15328" y="18712"/>
                  </a:lnTo>
                  <a:lnTo>
                    <a:pt x="15328"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61"/>
            <p:cNvSpPr/>
            <p:nvPr/>
          </p:nvSpPr>
          <p:spPr>
            <a:xfrm>
              <a:off x="1854091" y="1978905"/>
              <a:ext cx="197697" cy="248394"/>
            </a:xfrm>
            <a:custGeom>
              <a:avLst/>
              <a:gdLst/>
              <a:ahLst/>
              <a:cxnLst/>
              <a:rect l="l" t="t" r="r" b="b"/>
              <a:pathLst>
                <a:path w="13204" h="16590" extrusionOk="0">
                  <a:moveTo>
                    <a:pt x="0" y="1"/>
                  </a:moveTo>
                  <a:lnTo>
                    <a:pt x="0" y="16589"/>
                  </a:lnTo>
                  <a:lnTo>
                    <a:pt x="13203" y="16589"/>
                  </a:lnTo>
                  <a:lnTo>
                    <a:pt x="13203"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1" name="Google Shape;7861;p61"/>
          <p:cNvGrpSpPr/>
          <p:nvPr/>
        </p:nvGrpSpPr>
        <p:grpSpPr>
          <a:xfrm>
            <a:off x="3520133" y="1786482"/>
            <a:ext cx="373983" cy="363622"/>
            <a:chOff x="3512070" y="1956222"/>
            <a:chExt cx="373983" cy="363622"/>
          </a:xfrm>
        </p:grpSpPr>
        <p:sp>
          <p:nvSpPr>
            <p:cNvPr id="7862" name="Google Shape;7862;p61"/>
            <p:cNvSpPr/>
            <p:nvPr/>
          </p:nvSpPr>
          <p:spPr>
            <a:xfrm>
              <a:off x="3547316" y="2232314"/>
              <a:ext cx="316069" cy="53841"/>
            </a:xfrm>
            <a:custGeom>
              <a:avLst/>
              <a:gdLst/>
              <a:ahLst/>
              <a:cxnLst/>
              <a:rect l="l" t="t" r="r" b="b"/>
              <a:pathLst>
                <a:path w="21110" h="3596" extrusionOk="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61"/>
            <p:cNvSpPr/>
            <p:nvPr/>
          </p:nvSpPr>
          <p:spPr>
            <a:xfrm>
              <a:off x="3548903" y="2232314"/>
              <a:ext cx="314482" cy="53841"/>
            </a:xfrm>
            <a:custGeom>
              <a:avLst/>
              <a:gdLst/>
              <a:ahLst/>
              <a:cxnLst/>
              <a:rect l="l" t="t" r="r" b="b"/>
              <a:pathLst>
                <a:path w="21004" h="3596" extrusionOk="0">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61"/>
            <p:cNvSpPr/>
            <p:nvPr/>
          </p:nvSpPr>
          <p:spPr>
            <a:xfrm>
              <a:off x="3515215" y="2198312"/>
              <a:ext cx="370524" cy="121217"/>
            </a:xfrm>
            <a:custGeom>
              <a:avLst/>
              <a:gdLst/>
              <a:ahLst/>
              <a:cxnLst/>
              <a:rect l="l" t="t" r="r" b="b"/>
              <a:pathLst>
                <a:path w="24747" h="8096" extrusionOk="0">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61"/>
            <p:cNvSpPr/>
            <p:nvPr/>
          </p:nvSpPr>
          <p:spPr>
            <a:xfrm>
              <a:off x="3864628" y="2198626"/>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61"/>
            <p:cNvSpPr/>
            <p:nvPr/>
          </p:nvSpPr>
          <p:spPr>
            <a:xfrm>
              <a:off x="3864628" y="2286141"/>
              <a:ext cx="21426" cy="33703"/>
            </a:xfrm>
            <a:custGeom>
              <a:avLst/>
              <a:gdLst/>
              <a:ahLst/>
              <a:cxnLst/>
              <a:rect l="l" t="t" r="r" b="b"/>
              <a:pathLst>
                <a:path w="1431" h="2251" extrusionOk="0">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61"/>
            <p:cNvSpPr/>
            <p:nvPr/>
          </p:nvSpPr>
          <p:spPr>
            <a:xfrm>
              <a:off x="3574401" y="2259070"/>
              <a:ext cx="52583" cy="52838"/>
            </a:xfrm>
            <a:custGeom>
              <a:avLst/>
              <a:gdLst/>
              <a:ahLst/>
              <a:cxnLst/>
              <a:rect l="l" t="t" r="r" b="b"/>
              <a:pathLst>
                <a:path w="3512" h="3529" extrusionOk="0">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61"/>
            <p:cNvSpPr/>
            <p:nvPr/>
          </p:nvSpPr>
          <p:spPr>
            <a:xfrm>
              <a:off x="3547316" y="1990239"/>
              <a:ext cx="316069" cy="53841"/>
            </a:xfrm>
            <a:custGeom>
              <a:avLst/>
              <a:gdLst/>
              <a:ahLst/>
              <a:cxnLst/>
              <a:rect l="l" t="t" r="r" b="b"/>
              <a:pathLst>
                <a:path w="21110" h="3596" extrusionOk="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61"/>
            <p:cNvSpPr/>
            <p:nvPr/>
          </p:nvSpPr>
          <p:spPr>
            <a:xfrm>
              <a:off x="3548903" y="1990239"/>
              <a:ext cx="314482" cy="53841"/>
            </a:xfrm>
            <a:custGeom>
              <a:avLst/>
              <a:gdLst/>
              <a:ahLst/>
              <a:cxnLst/>
              <a:rect l="l" t="t" r="r" b="b"/>
              <a:pathLst>
                <a:path w="21004" h="3596" extrusionOk="0">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61"/>
            <p:cNvSpPr/>
            <p:nvPr/>
          </p:nvSpPr>
          <p:spPr>
            <a:xfrm>
              <a:off x="3512070" y="1956222"/>
              <a:ext cx="373669" cy="121247"/>
            </a:xfrm>
            <a:custGeom>
              <a:avLst/>
              <a:gdLst/>
              <a:ahLst/>
              <a:cxnLst/>
              <a:rect l="l" t="t" r="r" b="b"/>
              <a:pathLst>
                <a:path w="24957" h="8098" extrusionOk="0">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61"/>
            <p:cNvSpPr/>
            <p:nvPr/>
          </p:nvSpPr>
          <p:spPr>
            <a:xfrm>
              <a:off x="3864628" y="1956566"/>
              <a:ext cx="21426" cy="33688"/>
            </a:xfrm>
            <a:custGeom>
              <a:avLst/>
              <a:gdLst/>
              <a:ahLst/>
              <a:cxnLst/>
              <a:rect l="l" t="t" r="r" b="b"/>
              <a:pathLst>
                <a:path w="1431" h="2250" extrusionOk="0">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61"/>
            <p:cNvSpPr/>
            <p:nvPr/>
          </p:nvSpPr>
          <p:spPr>
            <a:xfrm>
              <a:off x="3864628" y="2044065"/>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61"/>
            <p:cNvSpPr/>
            <p:nvPr/>
          </p:nvSpPr>
          <p:spPr>
            <a:xfrm>
              <a:off x="3574401" y="2016995"/>
              <a:ext cx="52583" cy="52733"/>
            </a:xfrm>
            <a:custGeom>
              <a:avLst/>
              <a:gdLst/>
              <a:ahLst/>
              <a:cxnLst/>
              <a:rect l="l" t="t" r="r" b="b"/>
              <a:pathLst>
                <a:path w="3512" h="3522" extrusionOk="0">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61"/>
            <p:cNvSpPr/>
            <p:nvPr/>
          </p:nvSpPr>
          <p:spPr>
            <a:xfrm>
              <a:off x="3536311" y="2111127"/>
              <a:ext cx="315740" cy="53841"/>
            </a:xfrm>
            <a:custGeom>
              <a:avLst/>
              <a:gdLst/>
              <a:ahLst/>
              <a:cxnLst/>
              <a:rect l="l" t="t" r="r" b="b"/>
              <a:pathLst>
                <a:path w="21088" h="3596" extrusionOk="0">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61"/>
            <p:cNvSpPr/>
            <p:nvPr/>
          </p:nvSpPr>
          <p:spPr>
            <a:xfrm>
              <a:off x="3536311" y="2111127"/>
              <a:ext cx="315740" cy="53841"/>
            </a:xfrm>
            <a:custGeom>
              <a:avLst/>
              <a:gdLst/>
              <a:ahLst/>
              <a:cxnLst/>
              <a:rect l="l" t="t" r="r" b="b"/>
              <a:pathLst>
                <a:path w="21088" h="3596" extrusionOk="0">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61"/>
            <p:cNvSpPr/>
            <p:nvPr/>
          </p:nvSpPr>
          <p:spPr>
            <a:xfrm>
              <a:off x="3513642" y="2077439"/>
              <a:ext cx="370509" cy="120888"/>
            </a:xfrm>
            <a:custGeom>
              <a:avLst/>
              <a:gdLst/>
              <a:ahLst/>
              <a:cxnLst/>
              <a:rect l="l" t="t" r="r" b="b"/>
              <a:pathLst>
                <a:path w="24746" h="8074" extrusionOk="0">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61"/>
            <p:cNvSpPr/>
            <p:nvPr/>
          </p:nvSpPr>
          <p:spPr>
            <a:xfrm>
              <a:off x="3806385" y="2077753"/>
              <a:ext cx="77767" cy="120888"/>
            </a:xfrm>
            <a:custGeom>
              <a:avLst/>
              <a:gdLst/>
              <a:ahLst/>
              <a:cxnLst/>
              <a:rect l="l" t="t" r="r" b="b"/>
              <a:pathLst>
                <a:path w="5194" h="8074" extrusionOk="0">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61"/>
            <p:cNvSpPr/>
            <p:nvPr/>
          </p:nvSpPr>
          <p:spPr>
            <a:xfrm>
              <a:off x="3772397" y="2138182"/>
              <a:ext cx="52898" cy="52568"/>
            </a:xfrm>
            <a:custGeom>
              <a:avLst/>
              <a:gdLst/>
              <a:ahLst/>
              <a:cxnLst/>
              <a:rect l="l" t="t" r="r" b="b"/>
              <a:pathLst>
                <a:path w="3533" h="3511" extrusionOk="0">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9" name="Google Shape;7879;p61"/>
          <p:cNvGrpSpPr/>
          <p:nvPr/>
        </p:nvGrpSpPr>
        <p:grpSpPr>
          <a:xfrm>
            <a:off x="850746" y="2225012"/>
            <a:ext cx="345640" cy="356660"/>
            <a:chOff x="842683" y="2394751"/>
            <a:chExt cx="345640" cy="356660"/>
          </a:xfrm>
        </p:grpSpPr>
        <p:sp>
          <p:nvSpPr>
            <p:cNvPr id="7880" name="Google Shape;7880;p61"/>
            <p:cNvSpPr/>
            <p:nvPr/>
          </p:nvSpPr>
          <p:spPr>
            <a:xfrm>
              <a:off x="1099042" y="2499888"/>
              <a:ext cx="89266" cy="107353"/>
            </a:xfrm>
            <a:custGeom>
              <a:avLst/>
              <a:gdLst/>
              <a:ahLst/>
              <a:cxnLst/>
              <a:rect l="l" t="t" r="r" b="b"/>
              <a:pathLst>
                <a:path w="5962" h="7170" extrusionOk="0">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61"/>
            <p:cNvSpPr/>
            <p:nvPr/>
          </p:nvSpPr>
          <p:spPr>
            <a:xfrm>
              <a:off x="1098908" y="2603138"/>
              <a:ext cx="89416" cy="47852"/>
            </a:xfrm>
            <a:custGeom>
              <a:avLst/>
              <a:gdLst/>
              <a:ahLst/>
              <a:cxnLst/>
              <a:rect l="l" t="t" r="r" b="b"/>
              <a:pathLst>
                <a:path w="5972" h="3196" extrusionOk="0">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61"/>
            <p:cNvSpPr/>
            <p:nvPr/>
          </p:nvSpPr>
          <p:spPr>
            <a:xfrm>
              <a:off x="1127236" y="2603138"/>
              <a:ext cx="61088" cy="48182"/>
            </a:xfrm>
            <a:custGeom>
              <a:avLst/>
              <a:gdLst/>
              <a:ahLst/>
              <a:cxnLst/>
              <a:rect l="l" t="t" r="r" b="b"/>
              <a:pathLst>
                <a:path w="4080" h="3218" extrusionOk="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61"/>
            <p:cNvSpPr/>
            <p:nvPr/>
          </p:nvSpPr>
          <p:spPr>
            <a:xfrm>
              <a:off x="842803" y="2499888"/>
              <a:ext cx="89281" cy="107353"/>
            </a:xfrm>
            <a:custGeom>
              <a:avLst/>
              <a:gdLst/>
              <a:ahLst/>
              <a:cxnLst/>
              <a:rect l="l" t="t" r="r" b="b"/>
              <a:pathLst>
                <a:path w="5963" h="7170" extrusionOk="0">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61"/>
            <p:cNvSpPr/>
            <p:nvPr/>
          </p:nvSpPr>
          <p:spPr>
            <a:xfrm>
              <a:off x="842683" y="2603138"/>
              <a:ext cx="89715" cy="47867"/>
            </a:xfrm>
            <a:custGeom>
              <a:avLst/>
              <a:gdLst/>
              <a:ahLst/>
              <a:cxnLst/>
              <a:rect l="l" t="t" r="r" b="b"/>
              <a:pathLst>
                <a:path w="5992" h="3197" extrusionOk="0">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61"/>
            <p:cNvSpPr/>
            <p:nvPr/>
          </p:nvSpPr>
          <p:spPr>
            <a:xfrm>
              <a:off x="871011" y="2603138"/>
              <a:ext cx="61073" cy="48182"/>
            </a:xfrm>
            <a:custGeom>
              <a:avLst/>
              <a:gdLst/>
              <a:ahLst/>
              <a:cxnLst/>
              <a:rect l="l" t="t" r="r" b="b"/>
              <a:pathLst>
                <a:path w="4079" h="3218" extrusionOk="0">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61"/>
            <p:cNvSpPr/>
            <p:nvPr/>
          </p:nvSpPr>
          <p:spPr>
            <a:xfrm>
              <a:off x="1003533" y="2433470"/>
              <a:ext cx="23941" cy="274506"/>
            </a:xfrm>
            <a:custGeom>
              <a:avLst/>
              <a:gdLst/>
              <a:ahLst/>
              <a:cxnLst/>
              <a:rect l="l" t="t" r="r" b="b"/>
              <a:pathLst>
                <a:path w="1599" h="18334" extrusionOk="0">
                  <a:moveTo>
                    <a:pt x="0" y="0"/>
                  </a:moveTo>
                  <a:lnTo>
                    <a:pt x="0" y="18333"/>
                  </a:lnTo>
                  <a:lnTo>
                    <a:pt x="1598" y="18333"/>
                  </a:lnTo>
                  <a:lnTo>
                    <a:pt x="159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61"/>
            <p:cNvSpPr/>
            <p:nvPr/>
          </p:nvSpPr>
          <p:spPr>
            <a:xfrm>
              <a:off x="1015496" y="2433470"/>
              <a:ext cx="11978" cy="274506"/>
            </a:xfrm>
            <a:custGeom>
              <a:avLst/>
              <a:gdLst/>
              <a:ahLst/>
              <a:cxnLst/>
              <a:rect l="l" t="t" r="r" b="b"/>
              <a:pathLst>
                <a:path w="800" h="18334" extrusionOk="0">
                  <a:moveTo>
                    <a:pt x="0" y="0"/>
                  </a:moveTo>
                  <a:lnTo>
                    <a:pt x="0" y="18333"/>
                  </a:lnTo>
                  <a:lnTo>
                    <a:pt x="799" y="18333"/>
                  </a:lnTo>
                  <a:lnTo>
                    <a:pt x="799"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61"/>
            <p:cNvSpPr/>
            <p:nvPr/>
          </p:nvSpPr>
          <p:spPr>
            <a:xfrm>
              <a:off x="932698" y="2697570"/>
              <a:ext cx="165910" cy="34646"/>
            </a:xfrm>
            <a:custGeom>
              <a:avLst/>
              <a:gdLst/>
              <a:ahLst/>
              <a:cxnLst/>
              <a:rect l="l" t="t" r="r" b="b"/>
              <a:pathLst>
                <a:path w="11081" h="2314" extrusionOk="0">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61"/>
            <p:cNvSpPr/>
            <p:nvPr/>
          </p:nvSpPr>
          <p:spPr>
            <a:xfrm>
              <a:off x="993771" y="2394751"/>
              <a:ext cx="43465" cy="43450"/>
            </a:xfrm>
            <a:custGeom>
              <a:avLst/>
              <a:gdLst/>
              <a:ahLst/>
              <a:cxnLst/>
              <a:rect l="l" t="t" r="r" b="b"/>
              <a:pathLst>
                <a:path w="2903" h="2902" extrusionOk="0">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61"/>
            <p:cNvSpPr/>
            <p:nvPr/>
          </p:nvSpPr>
          <p:spPr>
            <a:xfrm>
              <a:off x="996286" y="2397266"/>
              <a:ext cx="45037" cy="40950"/>
            </a:xfrm>
            <a:custGeom>
              <a:avLst/>
              <a:gdLst/>
              <a:ahLst/>
              <a:cxnLst/>
              <a:rect l="l" t="t" r="r" b="b"/>
              <a:pathLst>
                <a:path w="3008" h="2735" extrusionOk="0">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61"/>
            <p:cNvSpPr/>
            <p:nvPr/>
          </p:nvSpPr>
          <p:spPr>
            <a:xfrm>
              <a:off x="844570" y="2454237"/>
              <a:ext cx="341867" cy="50068"/>
            </a:xfrm>
            <a:custGeom>
              <a:avLst/>
              <a:gdLst/>
              <a:ahLst/>
              <a:cxnLst/>
              <a:rect l="l" t="t" r="r" b="b"/>
              <a:pathLst>
                <a:path w="22833" h="3344" extrusionOk="0">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61"/>
            <p:cNvSpPr/>
            <p:nvPr/>
          </p:nvSpPr>
          <p:spPr>
            <a:xfrm>
              <a:off x="844570" y="2466499"/>
              <a:ext cx="341867" cy="37821"/>
            </a:xfrm>
            <a:custGeom>
              <a:avLst/>
              <a:gdLst/>
              <a:ahLst/>
              <a:cxnLst/>
              <a:rect l="l" t="t" r="r" b="b"/>
              <a:pathLst>
                <a:path w="22833" h="2526" extrusionOk="0">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61"/>
            <p:cNvSpPr/>
            <p:nvPr/>
          </p:nvSpPr>
          <p:spPr>
            <a:xfrm>
              <a:off x="932698" y="2697555"/>
              <a:ext cx="165910" cy="34661"/>
            </a:xfrm>
            <a:custGeom>
              <a:avLst/>
              <a:gdLst/>
              <a:ahLst/>
              <a:cxnLst/>
              <a:rect l="l" t="t" r="r" b="b"/>
              <a:pathLst>
                <a:path w="11081" h="2315" extrusionOk="0">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61"/>
            <p:cNvSpPr/>
            <p:nvPr/>
          </p:nvSpPr>
          <p:spPr>
            <a:xfrm>
              <a:off x="906885" y="2723068"/>
              <a:ext cx="217221" cy="28343"/>
            </a:xfrm>
            <a:custGeom>
              <a:avLst/>
              <a:gdLst/>
              <a:ahLst/>
              <a:cxnLst/>
              <a:rect l="l" t="t" r="r" b="b"/>
              <a:pathLst>
                <a:path w="14508" h="1893" extrusionOk="0">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61"/>
            <p:cNvSpPr/>
            <p:nvPr/>
          </p:nvSpPr>
          <p:spPr>
            <a:xfrm>
              <a:off x="907200" y="2723068"/>
              <a:ext cx="216907" cy="28029"/>
            </a:xfrm>
            <a:custGeom>
              <a:avLst/>
              <a:gdLst/>
              <a:ahLst/>
              <a:cxnLst/>
              <a:rect l="l" t="t" r="r" b="b"/>
              <a:pathLst>
                <a:path w="14487" h="1872" extrusionOk="0">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6" name="Google Shape;7896;p61"/>
          <p:cNvGrpSpPr/>
          <p:nvPr/>
        </p:nvGrpSpPr>
        <p:grpSpPr>
          <a:xfrm>
            <a:off x="1298678" y="2229728"/>
            <a:ext cx="336836" cy="342511"/>
            <a:chOff x="1290615" y="2399467"/>
            <a:chExt cx="336836" cy="342511"/>
          </a:xfrm>
        </p:grpSpPr>
        <p:sp>
          <p:nvSpPr>
            <p:cNvPr id="7897" name="Google Shape;7897;p61"/>
            <p:cNvSpPr/>
            <p:nvPr/>
          </p:nvSpPr>
          <p:spPr>
            <a:xfrm>
              <a:off x="1399226" y="2683720"/>
              <a:ext cx="119316" cy="39363"/>
            </a:xfrm>
            <a:custGeom>
              <a:avLst/>
              <a:gdLst/>
              <a:ahLst/>
              <a:cxnLst/>
              <a:rect l="l" t="t" r="r" b="b"/>
              <a:pathLst>
                <a:path w="7969" h="2629" extrusionOk="0">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61"/>
            <p:cNvSpPr/>
            <p:nvPr/>
          </p:nvSpPr>
          <p:spPr>
            <a:xfrm>
              <a:off x="1321788" y="2662624"/>
              <a:ext cx="58872" cy="79354"/>
            </a:xfrm>
            <a:custGeom>
              <a:avLst/>
              <a:gdLst/>
              <a:ahLst/>
              <a:cxnLst/>
              <a:rect l="l" t="t" r="r" b="b"/>
              <a:pathLst>
                <a:path w="3932" h="5300" extrusionOk="0">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61"/>
            <p:cNvSpPr/>
            <p:nvPr/>
          </p:nvSpPr>
          <p:spPr>
            <a:xfrm>
              <a:off x="1540866" y="2676159"/>
              <a:ext cx="58887" cy="65819"/>
            </a:xfrm>
            <a:custGeom>
              <a:avLst/>
              <a:gdLst/>
              <a:ahLst/>
              <a:cxnLst/>
              <a:rect l="l" t="t" r="r" b="b"/>
              <a:pathLst>
                <a:path w="3933" h="4396" extrusionOk="0">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61"/>
            <p:cNvSpPr/>
            <p:nvPr/>
          </p:nvSpPr>
          <p:spPr>
            <a:xfrm>
              <a:off x="1290615" y="2471560"/>
              <a:ext cx="115857" cy="80283"/>
            </a:xfrm>
            <a:custGeom>
              <a:avLst/>
              <a:gdLst/>
              <a:ahLst/>
              <a:cxnLst/>
              <a:rect l="l" t="t" r="r" b="b"/>
              <a:pathLst>
                <a:path w="7738" h="5362" extrusionOk="0">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61"/>
            <p:cNvSpPr/>
            <p:nvPr/>
          </p:nvSpPr>
          <p:spPr>
            <a:xfrm>
              <a:off x="1555045" y="2471859"/>
              <a:ext cx="72407" cy="79983"/>
            </a:xfrm>
            <a:custGeom>
              <a:avLst/>
              <a:gdLst/>
              <a:ahLst/>
              <a:cxnLst/>
              <a:rect l="l" t="t" r="r" b="b"/>
              <a:pathLst>
                <a:path w="4836" h="5342" extrusionOk="0">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61"/>
            <p:cNvSpPr/>
            <p:nvPr/>
          </p:nvSpPr>
          <p:spPr>
            <a:xfrm>
              <a:off x="1313598" y="2399467"/>
              <a:ext cx="290871" cy="263172"/>
            </a:xfrm>
            <a:custGeom>
              <a:avLst/>
              <a:gdLst/>
              <a:ahLst/>
              <a:cxnLst/>
              <a:rect l="l" t="t" r="r" b="b"/>
              <a:pathLst>
                <a:path w="19427" h="17577" extrusionOk="0">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61"/>
            <p:cNvSpPr/>
            <p:nvPr/>
          </p:nvSpPr>
          <p:spPr>
            <a:xfrm>
              <a:off x="1313598" y="2399467"/>
              <a:ext cx="77138" cy="263172"/>
            </a:xfrm>
            <a:custGeom>
              <a:avLst/>
              <a:gdLst/>
              <a:ahLst/>
              <a:cxnLst/>
              <a:rect l="l" t="t" r="r" b="b"/>
              <a:pathLst>
                <a:path w="5152" h="17577" extrusionOk="0">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61"/>
            <p:cNvSpPr/>
            <p:nvPr/>
          </p:nvSpPr>
          <p:spPr>
            <a:xfrm>
              <a:off x="1332793" y="2446376"/>
              <a:ext cx="252481" cy="129392"/>
            </a:xfrm>
            <a:custGeom>
              <a:avLst/>
              <a:gdLst/>
              <a:ahLst/>
              <a:cxnLst/>
              <a:rect l="l" t="t" r="r" b="b"/>
              <a:pathLst>
                <a:path w="16863" h="8642" extrusionOk="0">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61"/>
            <p:cNvSpPr/>
            <p:nvPr/>
          </p:nvSpPr>
          <p:spPr>
            <a:xfrm>
              <a:off x="1332479" y="2446376"/>
              <a:ext cx="44094" cy="129392"/>
            </a:xfrm>
            <a:custGeom>
              <a:avLst/>
              <a:gdLst/>
              <a:ahLst/>
              <a:cxnLst/>
              <a:rect l="l" t="t" r="r" b="b"/>
              <a:pathLst>
                <a:path w="2945" h="8642" extrusionOk="0">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61"/>
            <p:cNvSpPr/>
            <p:nvPr/>
          </p:nvSpPr>
          <p:spPr>
            <a:xfrm>
              <a:off x="1332479" y="2446376"/>
              <a:ext cx="252796" cy="38105"/>
            </a:xfrm>
            <a:custGeom>
              <a:avLst/>
              <a:gdLst/>
              <a:ahLst/>
              <a:cxnLst/>
              <a:rect l="l" t="t" r="r" b="b"/>
              <a:pathLst>
                <a:path w="16884" h="2545" extrusionOk="0">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61"/>
            <p:cNvSpPr/>
            <p:nvPr/>
          </p:nvSpPr>
          <p:spPr>
            <a:xfrm>
              <a:off x="1335323" y="2597464"/>
              <a:ext cx="40935" cy="40620"/>
            </a:xfrm>
            <a:custGeom>
              <a:avLst/>
              <a:gdLst/>
              <a:ahLst/>
              <a:cxnLst/>
              <a:rect l="l" t="t" r="r" b="b"/>
              <a:pathLst>
                <a:path w="2734" h="2713" extrusionOk="0">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61"/>
            <p:cNvSpPr/>
            <p:nvPr/>
          </p:nvSpPr>
          <p:spPr>
            <a:xfrm>
              <a:off x="1541824" y="2597464"/>
              <a:ext cx="40620" cy="40620"/>
            </a:xfrm>
            <a:custGeom>
              <a:avLst/>
              <a:gdLst/>
              <a:ahLst/>
              <a:cxnLst/>
              <a:rect l="l" t="t" r="r" b="b"/>
              <a:pathLst>
                <a:path w="2713" h="2713" extrusionOk="0">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61"/>
            <p:cNvSpPr/>
            <p:nvPr/>
          </p:nvSpPr>
          <p:spPr>
            <a:xfrm>
              <a:off x="1327448" y="2441331"/>
              <a:ext cx="263172" cy="139783"/>
            </a:xfrm>
            <a:custGeom>
              <a:avLst/>
              <a:gdLst/>
              <a:ahLst/>
              <a:cxnLst/>
              <a:rect l="l" t="t" r="r" b="b"/>
              <a:pathLst>
                <a:path w="17577" h="9336" extrusionOk="0">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61"/>
            <p:cNvSpPr/>
            <p:nvPr/>
          </p:nvSpPr>
          <p:spPr>
            <a:xfrm>
              <a:off x="1321459"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61"/>
            <p:cNvSpPr/>
            <p:nvPr/>
          </p:nvSpPr>
          <p:spPr>
            <a:xfrm>
              <a:off x="1527960"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61"/>
            <p:cNvSpPr/>
            <p:nvPr/>
          </p:nvSpPr>
          <p:spPr>
            <a:xfrm>
              <a:off x="1401427" y="2594005"/>
              <a:ext cx="115228" cy="84385"/>
            </a:xfrm>
            <a:custGeom>
              <a:avLst/>
              <a:gdLst/>
              <a:ahLst/>
              <a:cxnLst/>
              <a:rect l="l" t="t" r="r" b="b"/>
              <a:pathLst>
                <a:path w="7696" h="5636" extrusionOk="0">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61"/>
            <p:cNvSpPr/>
            <p:nvPr/>
          </p:nvSpPr>
          <p:spPr>
            <a:xfrm>
              <a:off x="1396067" y="2588660"/>
              <a:ext cx="125619" cy="70520"/>
            </a:xfrm>
            <a:custGeom>
              <a:avLst/>
              <a:gdLst/>
              <a:ahLst/>
              <a:cxnLst/>
              <a:rect l="l" t="t" r="r" b="b"/>
              <a:pathLst>
                <a:path w="8390" h="4710" extrusionOk="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61"/>
            <p:cNvSpPr/>
            <p:nvPr/>
          </p:nvSpPr>
          <p:spPr>
            <a:xfrm>
              <a:off x="1301950" y="2659165"/>
              <a:ext cx="317956" cy="49125"/>
            </a:xfrm>
            <a:custGeom>
              <a:avLst/>
              <a:gdLst/>
              <a:ahLst/>
              <a:cxnLst/>
              <a:rect l="l" t="t" r="r" b="b"/>
              <a:pathLst>
                <a:path w="21236" h="3281" extrusionOk="0">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61"/>
            <p:cNvSpPr/>
            <p:nvPr/>
          </p:nvSpPr>
          <p:spPr>
            <a:xfrm>
              <a:off x="1301950" y="2659165"/>
              <a:ext cx="45666" cy="49125"/>
            </a:xfrm>
            <a:custGeom>
              <a:avLst/>
              <a:gdLst/>
              <a:ahLst/>
              <a:cxnLst/>
              <a:rect l="l" t="t" r="r" b="b"/>
              <a:pathLst>
                <a:path w="3050" h="3281" extrusionOk="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6" name="Google Shape;7916;p61"/>
          <p:cNvGrpSpPr/>
          <p:nvPr/>
        </p:nvGrpSpPr>
        <p:grpSpPr>
          <a:xfrm>
            <a:off x="1756372" y="2238861"/>
            <a:ext cx="308508" cy="333378"/>
            <a:chOff x="1748310" y="2408601"/>
            <a:chExt cx="308508" cy="333378"/>
          </a:xfrm>
        </p:grpSpPr>
        <p:sp>
          <p:nvSpPr>
            <p:cNvPr id="7917" name="Google Shape;7917;p61"/>
            <p:cNvSpPr/>
            <p:nvPr/>
          </p:nvSpPr>
          <p:spPr>
            <a:xfrm>
              <a:off x="1748310" y="2433470"/>
              <a:ext cx="308508" cy="308508"/>
            </a:xfrm>
            <a:custGeom>
              <a:avLst/>
              <a:gdLst/>
              <a:ahLst/>
              <a:cxnLst/>
              <a:rect l="l" t="t" r="r" b="b"/>
              <a:pathLst>
                <a:path w="20605" h="20605" extrusionOk="0">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61"/>
            <p:cNvSpPr/>
            <p:nvPr/>
          </p:nvSpPr>
          <p:spPr>
            <a:xfrm>
              <a:off x="2022187" y="2433470"/>
              <a:ext cx="34631" cy="308508"/>
            </a:xfrm>
            <a:custGeom>
              <a:avLst/>
              <a:gdLst/>
              <a:ahLst/>
              <a:cxnLst/>
              <a:rect l="l" t="t" r="r" b="b"/>
              <a:pathLst>
                <a:path w="2313" h="20605" extrusionOk="0">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61"/>
            <p:cNvSpPr/>
            <p:nvPr/>
          </p:nvSpPr>
          <p:spPr>
            <a:xfrm>
              <a:off x="1748310" y="2433470"/>
              <a:ext cx="308508" cy="55728"/>
            </a:xfrm>
            <a:custGeom>
              <a:avLst/>
              <a:gdLst/>
              <a:ahLst/>
              <a:cxnLst/>
              <a:rect l="l" t="t" r="r" b="b"/>
              <a:pathLst>
                <a:path w="20605" h="3722" extrusionOk="0">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61"/>
            <p:cNvSpPr/>
            <p:nvPr/>
          </p:nvSpPr>
          <p:spPr>
            <a:xfrm>
              <a:off x="2022187" y="2433470"/>
              <a:ext cx="34631" cy="55728"/>
            </a:xfrm>
            <a:custGeom>
              <a:avLst/>
              <a:gdLst/>
              <a:ahLst/>
              <a:cxnLst/>
              <a:rect l="l" t="t" r="r" b="b"/>
              <a:pathLst>
                <a:path w="2313" h="3722" extrusionOk="0">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61"/>
            <p:cNvSpPr/>
            <p:nvPr/>
          </p:nvSpPr>
          <p:spPr>
            <a:xfrm>
              <a:off x="1780111" y="2408601"/>
              <a:ext cx="28657" cy="49754"/>
            </a:xfrm>
            <a:custGeom>
              <a:avLst/>
              <a:gdLst/>
              <a:ahLst/>
              <a:cxnLst/>
              <a:rect l="l" t="t" r="r" b="b"/>
              <a:pathLst>
                <a:path w="1914" h="3323" extrusionOk="0">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61"/>
            <p:cNvSpPr/>
            <p:nvPr/>
          </p:nvSpPr>
          <p:spPr>
            <a:xfrm>
              <a:off x="1852189" y="2408601"/>
              <a:ext cx="28358" cy="49754"/>
            </a:xfrm>
            <a:custGeom>
              <a:avLst/>
              <a:gdLst/>
              <a:ahLst/>
              <a:cxnLst/>
              <a:rect l="l" t="t" r="r" b="b"/>
              <a:pathLst>
                <a:path w="1894" h="3323" extrusionOk="0">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61"/>
            <p:cNvSpPr/>
            <p:nvPr/>
          </p:nvSpPr>
          <p:spPr>
            <a:xfrm>
              <a:off x="1924282" y="2408601"/>
              <a:ext cx="28343" cy="49754"/>
            </a:xfrm>
            <a:custGeom>
              <a:avLst/>
              <a:gdLst/>
              <a:ahLst/>
              <a:cxnLst/>
              <a:rect l="l" t="t" r="r" b="b"/>
              <a:pathLst>
                <a:path w="1893" h="3323" extrusionOk="0">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61"/>
            <p:cNvSpPr/>
            <p:nvPr/>
          </p:nvSpPr>
          <p:spPr>
            <a:xfrm>
              <a:off x="1996060" y="2408601"/>
              <a:ext cx="28657" cy="49754"/>
            </a:xfrm>
            <a:custGeom>
              <a:avLst/>
              <a:gdLst/>
              <a:ahLst/>
              <a:cxnLst/>
              <a:rect l="l" t="t" r="r" b="b"/>
              <a:pathLst>
                <a:path w="1914" h="3323" extrusionOk="0">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5" name="Google Shape;7925;p61"/>
          <p:cNvGrpSpPr/>
          <p:nvPr/>
        </p:nvGrpSpPr>
        <p:grpSpPr>
          <a:xfrm>
            <a:off x="3052676" y="2248294"/>
            <a:ext cx="376184" cy="315141"/>
            <a:chOff x="3044614" y="2418033"/>
            <a:chExt cx="376184" cy="315141"/>
          </a:xfrm>
        </p:grpSpPr>
        <p:sp>
          <p:nvSpPr>
            <p:cNvPr id="7926" name="Google Shape;7926;p61"/>
            <p:cNvSpPr/>
            <p:nvPr/>
          </p:nvSpPr>
          <p:spPr>
            <a:xfrm>
              <a:off x="3326965" y="2418033"/>
              <a:ext cx="93833" cy="233601"/>
            </a:xfrm>
            <a:custGeom>
              <a:avLst/>
              <a:gdLst/>
              <a:ahLst/>
              <a:cxnLst/>
              <a:rect l="l" t="t" r="r" b="b"/>
              <a:pathLst>
                <a:path w="6267" h="15602" extrusionOk="0">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61"/>
            <p:cNvSpPr/>
            <p:nvPr/>
          </p:nvSpPr>
          <p:spPr>
            <a:xfrm>
              <a:off x="3393398" y="2639656"/>
              <a:ext cx="27400" cy="29286"/>
            </a:xfrm>
            <a:custGeom>
              <a:avLst/>
              <a:gdLst/>
              <a:ahLst/>
              <a:cxnLst/>
              <a:rect l="l" t="t" r="r" b="b"/>
              <a:pathLst>
                <a:path w="1830" h="1956" extrusionOk="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61"/>
            <p:cNvSpPr/>
            <p:nvPr/>
          </p:nvSpPr>
          <p:spPr>
            <a:xfrm>
              <a:off x="3044928" y="2418033"/>
              <a:ext cx="93503" cy="233601"/>
            </a:xfrm>
            <a:custGeom>
              <a:avLst/>
              <a:gdLst/>
              <a:ahLst/>
              <a:cxnLst/>
              <a:rect l="l" t="t" r="r" b="b"/>
              <a:pathLst>
                <a:path w="6245" h="15602" extrusionOk="0">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61"/>
            <p:cNvSpPr/>
            <p:nvPr/>
          </p:nvSpPr>
          <p:spPr>
            <a:xfrm>
              <a:off x="3044614" y="2639641"/>
              <a:ext cx="27400" cy="29301"/>
            </a:xfrm>
            <a:custGeom>
              <a:avLst/>
              <a:gdLst/>
              <a:ahLst/>
              <a:cxnLst/>
              <a:rect l="l" t="t" r="r" b="b"/>
              <a:pathLst>
                <a:path w="1830" h="1957" extrusionOk="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61"/>
            <p:cNvSpPr/>
            <p:nvPr/>
          </p:nvSpPr>
          <p:spPr>
            <a:xfrm>
              <a:off x="3061922" y="2599275"/>
              <a:ext cx="341238" cy="133899"/>
            </a:xfrm>
            <a:custGeom>
              <a:avLst/>
              <a:gdLst/>
              <a:ahLst/>
              <a:cxnLst/>
              <a:rect l="l" t="t" r="r" b="b"/>
              <a:pathLst>
                <a:path w="22791" h="8943" extrusionOk="0">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61"/>
            <p:cNvSpPr/>
            <p:nvPr/>
          </p:nvSpPr>
          <p:spPr>
            <a:xfrm>
              <a:off x="3261176" y="2611628"/>
              <a:ext cx="129707" cy="108625"/>
            </a:xfrm>
            <a:custGeom>
              <a:avLst/>
              <a:gdLst/>
              <a:ahLst/>
              <a:cxnLst/>
              <a:rect l="l" t="t" r="r" b="b"/>
              <a:pathLst>
                <a:path w="8663" h="7255" extrusionOk="0">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61"/>
            <p:cNvSpPr/>
            <p:nvPr/>
          </p:nvSpPr>
          <p:spPr>
            <a:xfrm>
              <a:off x="3074828" y="2611628"/>
              <a:ext cx="129707" cy="108625"/>
            </a:xfrm>
            <a:custGeom>
              <a:avLst/>
              <a:gdLst/>
              <a:ahLst/>
              <a:cxnLst/>
              <a:rect l="l" t="t" r="r" b="b"/>
              <a:pathLst>
                <a:path w="8663" h="7255" extrusionOk="0">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61"/>
            <p:cNvSpPr/>
            <p:nvPr/>
          </p:nvSpPr>
          <p:spPr>
            <a:xfrm>
              <a:off x="3090250" y="2617302"/>
              <a:ext cx="102322" cy="95704"/>
            </a:xfrm>
            <a:custGeom>
              <a:avLst/>
              <a:gdLst/>
              <a:ahLst/>
              <a:cxnLst/>
              <a:rect l="l" t="t" r="r" b="b"/>
              <a:pathLst>
                <a:path w="6834" h="6392" extrusionOk="0">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61"/>
            <p:cNvSpPr/>
            <p:nvPr/>
          </p:nvSpPr>
          <p:spPr>
            <a:xfrm>
              <a:off x="3276613" y="2617302"/>
              <a:ext cx="102307" cy="95704"/>
            </a:xfrm>
            <a:custGeom>
              <a:avLst/>
              <a:gdLst/>
              <a:ahLst/>
              <a:cxnLst/>
              <a:rect l="l" t="t" r="r" b="b"/>
              <a:pathLst>
                <a:path w="6833" h="6392" extrusionOk="0">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5" name="Google Shape;7935;p61"/>
          <p:cNvGrpSpPr/>
          <p:nvPr/>
        </p:nvGrpSpPr>
        <p:grpSpPr>
          <a:xfrm>
            <a:off x="3951700" y="3645333"/>
            <a:ext cx="357933" cy="342676"/>
            <a:chOff x="3943638" y="3815072"/>
            <a:chExt cx="357933" cy="342676"/>
          </a:xfrm>
        </p:grpSpPr>
        <p:sp>
          <p:nvSpPr>
            <p:cNvPr id="7936" name="Google Shape;7936;p61"/>
            <p:cNvSpPr/>
            <p:nvPr/>
          </p:nvSpPr>
          <p:spPr>
            <a:xfrm>
              <a:off x="4136918" y="3996389"/>
              <a:ext cx="87215" cy="87514"/>
            </a:xfrm>
            <a:custGeom>
              <a:avLst/>
              <a:gdLst/>
              <a:ahLst/>
              <a:cxnLst/>
              <a:rect l="l" t="t" r="r" b="b"/>
              <a:pathLst>
                <a:path w="5825" h="5845" extrusionOk="0">
                  <a:moveTo>
                    <a:pt x="1073" y="0"/>
                  </a:moveTo>
                  <a:lnTo>
                    <a:pt x="1" y="1072"/>
                  </a:lnTo>
                  <a:lnTo>
                    <a:pt x="4752" y="5845"/>
                  </a:lnTo>
                  <a:lnTo>
                    <a:pt x="5824" y="4752"/>
                  </a:lnTo>
                  <a:lnTo>
                    <a:pt x="1073" y="0"/>
                  </a:ln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61"/>
            <p:cNvSpPr/>
            <p:nvPr/>
          </p:nvSpPr>
          <p:spPr>
            <a:xfrm>
              <a:off x="4173750" y="4034240"/>
              <a:ext cx="127820" cy="123508"/>
            </a:xfrm>
            <a:custGeom>
              <a:avLst/>
              <a:gdLst/>
              <a:ahLst/>
              <a:cxnLst/>
              <a:rect l="l" t="t" r="r" b="b"/>
              <a:pathLst>
                <a:path w="8537" h="8249" extrusionOk="0">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61"/>
            <p:cNvSpPr/>
            <p:nvPr/>
          </p:nvSpPr>
          <p:spPr>
            <a:xfrm>
              <a:off x="4173750" y="4042969"/>
              <a:ext cx="122460" cy="114779"/>
            </a:xfrm>
            <a:custGeom>
              <a:avLst/>
              <a:gdLst/>
              <a:ahLst/>
              <a:cxnLst/>
              <a:rect l="l" t="t" r="r" b="b"/>
              <a:pathLst>
                <a:path w="8179" h="7666" extrusionOk="0">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61"/>
            <p:cNvSpPr/>
            <p:nvPr/>
          </p:nvSpPr>
          <p:spPr>
            <a:xfrm>
              <a:off x="3943638" y="3815072"/>
              <a:ext cx="268846" cy="245235"/>
            </a:xfrm>
            <a:custGeom>
              <a:avLst/>
              <a:gdLst/>
              <a:ahLst/>
              <a:cxnLst/>
              <a:rect l="l" t="t" r="r" b="b"/>
              <a:pathLst>
                <a:path w="17956" h="16379" extrusionOk="0">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61"/>
            <p:cNvSpPr/>
            <p:nvPr/>
          </p:nvSpPr>
          <p:spPr>
            <a:xfrm>
              <a:off x="3974795" y="3843715"/>
              <a:ext cx="206516" cy="187860"/>
            </a:xfrm>
            <a:custGeom>
              <a:avLst/>
              <a:gdLst/>
              <a:ahLst/>
              <a:cxnLst/>
              <a:rect l="l" t="t" r="r" b="b"/>
              <a:pathLst>
                <a:path w="13793" h="12547" extrusionOk="0">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61"/>
            <p:cNvSpPr/>
            <p:nvPr/>
          </p:nvSpPr>
          <p:spPr>
            <a:xfrm>
              <a:off x="3973538" y="3863538"/>
              <a:ext cx="178817" cy="167857"/>
            </a:xfrm>
            <a:custGeom>
              <a:avLst/>
              <a:gdLst/>
              <a:ahLst/>
              <a:cxnLst/>
              <a:rect l="l" t="t" r="r" b="b"/>
              <a:pathLst>
                <a:path w="11943" h="11211" extrusionOk="0">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61"/>
            <p:cNvSpPr/>
            <p:nvPr/>
          </p:nvSpPr>
          <p:spPr>
            <a:xfrm>
              <a:off x="4028008" y="3869842"/>
              <a:ext cx="102202" cy="29017"/>
            </a:xfrm>
            <a:custGeom>
              <a:avLst/>
              <a:gdLst/>
              <a:ahLst/>
              <a:cxnLst/>
              <a:rect l="l" t="t" r="r" b="b"/>
              <a:pathLst>
                <a:path w="6826" h="1938" extrusionOk="0">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61"/>
            <p:cNvSpPr/>
            <p:nvPr/>
          </p:nvSpPr>
          <p:spPr>
            <a:xfrm>
              <a:off x="4173750" y="4034240"/>
              <a:ext cx="51640" cy="50936"/>
            </a:xfrm>
            <a:custGeom>
              <a:avLst/>
              <a:gdLst/>
              <a:ahLst/>
              <a:cxnLst/>
              <a:rect l="l" t="t" r="r" b="b"/>
              <a:pathLst>
                <a:path w="3449" h="3402" extrusionOk="0">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61"/>
            <p:cNvSpPr/>
            <p:nvPr/>
          </p:nvSpPr>
          <p:spPr>
            <a:xfrm>
              <a:off x="4173750" y="4042969"/>
              <a:ext cx="36533" cy="42207"/>
            </a:xfrm>
            <a:custGeom>
              <a:avLst/>
              <a:gdLst/>
              <a:ahLst/>
              <a:cxnLst/>
              <a:rect l="l" t="t" r="r" b="b"/>
              <a:pathLst>
                <a:path w="2440" h="2819" extrusionOk="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5" name="Google Shape;7945;p61"/>
          <p:cNvGrpSpPr/>
          <p:nvPr/>
        </p:nvGrpSpPr>
        <p:grpSpPr>
          <a:xfrm>
            <a:off x="3516345" y="3640602"/>
            <a:ext cx="351644" cy="351959"/>
            <a:chOff x="3508282" y="3810341"/>
            <a:chExt cx="351644" cy="351959"/>
          </a:xfrm>
        </p:grpSpPr>
        <p:sp>
          <p:nvSpPr>
            <p:cNvPr id="7946" name="Google Shape;7946;p61"/>
            <p:cNvSpPr/>
            <p:nvPr/>
          </p:nvSpPr>
          <p:spPr>
            <a:xfrm>
              <a:off x="3508282" y="3810341"/>
              <a:ext cx="133180" cy="64232"/>
            </a:xfrm>
            <a:custGeom>
              <a:avLst/>
              <a:gdLst/>
              <a:ahLst/>
              <a:cxnLst/>
              <a:rect l="l" t="t" r="r" b="b"/>
              <a:pathLst>
                <a:path w="8895" h="4290" extrusionOk="0">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61"/>
            <p:cNvSpPr/>
            <p:nvPr/>
          </p:nvSpPr>
          <p:spPr>
            <a:xfrm>
              <a:off x="3535053" y="3847802"/>
              <a:ext cx="58872" cy="26771"/>
            </a:xfrm>
            <a:custGeom>
              <a:avLst/>
              <a:gdLst/>
              <a:ahLst/>
              <a:cxnLst/>
              <a:rect l="l" t="t" r="r" b="b"/>
              <a:pathLst>
                <a:path w="3932" h="1788" extrusionOk="0">
                  <a:moveTo>
                    <a:pt x="1808" y="1"/>
                  </a:moveTo>
                  <a:cubicBezTo>
                    <a:pt x="1808" y="989"/>
                    <a:pt x="1009" y="1788"/>
                    <a:pt x="0" y="1788"/>
                  </a:cubicBezTo>
                  <a:lnTo>
                    <a:pt x="3932" y="1788"/>
                  </a:lnTo>
                  <a:lnTo>
                    <a:pt x="3932"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61"/>
            <p:cNvSpPr/>
            <p:nvPr/>
          </p:nvSpPr>
          <p:spPr>
            <a:xfrm>
              <a:off x="3545743" y="3810341"/>
              <a:ext cx="239261" cy="351959"/>
            </a:xfrm>
            <a:custGeom>
              <a:avLst/>
              <a:gdLst/>
              <a:ahLst/>
              <a:cxnLst/>
              <a:rect l="l" t="t" r="r" b="b"/>
              <a:pathLst>
                <a:path w="15980" h="23507" extrusionOk="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61"/>
            <p:cNvSpPr/>
            <p:nvPr/>
          </p:nvSpPr>
          <p:spPr>
            <a:xfrm>
              <a:off x="3583205" y="4082317"/>
              <a:ext cx="201799" cy="79983"/>
            </a:xfrm>
            <a:custGeom>
              <a:avLst/>
              <a:gdLst/>
              <a:ahLst/>
              <a:cxnLst/>
              <a:rect l="l" t="t" r="r" b="b"/>
              <a:pathLst>
                <a:path w="13478" h="5342" extrusionOk="0">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61"/>
            <p:cNvSpPr/>
            <p:nvPr/>
          </p:nvSpPr>
          <p:spPr>
            <a:xfrm>
              <a:off x="3545429" y="3810341"/>
              <a:ext cx="232328" cy="15437"/>
            </a:xfrm>
            <a:custGeom>
              <a:avLst/>
              <a:gdLst/>
              <a:ahLst/>
              <a:cxnLst/>
              <a:rect l="l" t="t" r="r" b="b"/>
              <a:pathLst>
                <a:path w="15517" h="1031" extrusionOk="0">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61"/>
            <p:cNvSpPr/>
            <p:nvPr/>
          </p:nvSpPr>
          <p:spPr>
            <a:xfrm>
              <a:off x="3620666" y="4097753"/>
              <a:ext cx="239261" cy="64546"/>
            </a:xfrm>
            <a:custGeom>
              <a:avLst/>
              <a:gdLst/>
              <a:ahLst/>
              <a:cxnLst/>
              <a:rect l="l" t="t" r="r" b="b"/>
              <a:pathLst>
                <a:path w="15980" h="4311" extrusionOk="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61"/>
            <p:cNvSpPr/>
            <p:nvPr/>
          </p:nvSpPr>
          <p:spPr>
            <a:xfrm>
              <a:off x="3620666" y="4147791"/>
              <a:ext cx="231385" cy="14508"/>
            </a:xfrm>
            <a:custGeom>
              <a:avLst/>
              <a:gdLst/>
              <a:ahLst/>
              <a:cxnLst/>
              <a:rect l="l" t="t" r="r" b="b"/>
              <a:pathLst>
                <a:path w="15454" h="969" extrusionOk="0">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61"/>
            <p:cNvSpPr/>
            <p:nvPr/>
          </p:nvSpPr>
          <p:spPr>
            <a:xfrm>
              <a:off x="3604301" y="4097753"/>
              <a:ext cx="53841" cy="27085"/>
            </a:xfrm>
            <a:custGeom>
              <a:avLst/>
              <a:gdLst/>
              <a:ahLst/>
              <a:cxnLst/>
              <a:rect l="l" t="t" r="r" b="b"/>
              <a:pathLst>
                <a:path w="3596" h="1809" extrusionOk="0">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61"/>
            <p:cNvSpPr/>
            <p:nvPr/>
          </p:nvSpPr>
          <p:spPr>
            <a:xfrm>
              <a:off x="3606187" y="3867401"/>
              <a:ext cx="159292" cy="25124"/>
            </a:xfrm>
            <a:custGeom>
              <a:avLst/>
              <a:gdLst/>
              <a:ahLst/>
              <a:cxnLst/>
              <a:rect l="l" t="t" r="r" b="b"/>
              <a:pathLst>
                <a:path w="10639" h="1678" extrusionOk="0">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61"/>
            <p:cNvSpPr/>
            <p:nvPr/>
          </p:nvSpPr>
          <p:spPr>
            <a:xfrm>
              <a:off x="3606187" y="3904159"/>
              <a:ext cx="159292" cy="25184"/>
            </a:xfrm>
            <a:custGeom>
              <a:avLst/>
              <a:gdLst/>
              <a:ahLst/>
              <a:cxnLst/>
              <a:rect l="l" t="t" r="r" b="b"/>
              <a:pathLst>
                <a:path w="10639" h="1682" extrusionOk="0">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61"/>
            <p:cNvSpPr/>
            <p:nvPr/>
          </p:nvSpPr>
          <p:spPr>
            <a:xfrm>
              <a:off x="3606187" y="3940976"/>
              <a:ext cx="159292" cy="25199"/>
            </a:xfrm>
            <a:custGeom>
              <a:avLst/>
              <a:gdLst/>
              <a:ahLst/>
              <a:cxnLst/>
              <a:rect l="l" t="t" r="r" b="b"/>
              <a:pathLst>
                <a:path w="10639" h="1683" extrusionOk="0">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61"/>
            <p:cNvSpPr/>
            <p:nvPr/>
          </p:nvSpPr>
          <p:spPr>
            <a:xfrm>
              <a:off x="3711639" y="3882434"/>
              <a:ext cx="147030" cy="147015"/>
            </a:xfrm>
            <a:custGeom>
              <a:avLst/>
              <a:gdLst/>
              <a:ahLst/>
              <a:cxnLst/>
              <a:rect l="l" t="t" r="r" b="b"/>
              <a:pathLst>
                <a:path w="9820" h="9819" extrusionOk="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61"/>
            <p:cNvSpPr/>
            <p:nvPr/>
          </p:nvSpPr>
          <p:spPr>
            <a:xfrm>
              <a:off x="3682996" y="3930915"/>
              <a:ext cx="127191" cy="127176"/>
            </a:xfrm>
            <a:custGeom>
              <a:avLst/>
              <a:gdLst/>
              <a:ahLst/>
              <a:cxnLst/>
              <a:rect l="l" t="t" r="r" b="b"/>
              <a:pathLst>
                <a:path w="8495" h="8494" extrusionOk="0">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9" name="Google Shape;7959;p61"/>
          <p:cNvGrpSpPr/>
          <p:nvPr/>
        </p:nvGrpSpPr>
        <p:grpSpPr>
          <a:xfrm>
            <a:off x="2232648" y="1793115"/>
            <a:ext cx="303163" cy="351809"/>
            <a:chOff x="2224585" y="1962854"/>
            <a:chExt cx="303163" cy="351809"/>
          </a:xfrm>
        </p:grpSpPr>
        <p:sp>
          <p:nvSpPr>
            <p:cNvPr id="7960" name="Google Shape;7960;p61"/>
            <p:cNvSpPr/>
            <p:nvPr/>
          </p:nvSpPr>
          <p:spPr>
            <a:xfrm>
              <a:off x="2283143" y="1962854"/>
              <a:ext cx="181018" cy="81870"/>
            </a:xfrm>
            <a:custGeom>
              <a:avLst/>
              <a:gdLst/>
              <a:ahLst/>
              <a:cxnLst/>
              <a:rect l="l" t="t" r="r" b="b"/>
              <a:pathLst>
                <a:path w="12090" h="5468" extrusionOk="0">
                  <a:moveTo>
                    <a:pt x="652" y="1"/>
                  </a:moveTo>
                  <a:lnTo>
                    <a:pt x="0" y="5467"/>
                  </a:lnTo>
                  <a:lnTo>
                    <a:pt x="12089" y="5467"/>
                  </a:lnTo>
                  <a:lnTo>
                    <a:pt x="11774"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61"/>
            <p:cNvSpPr/>
            <p:nvPr/>
          </p:nvSpPr>
          <p:spPr>
            <a:xfrm>
              <a:off x="2224899" y="1962854"/>
              <a:ext cx="141355" cy="186378"/>
            </a:xfrm>
            <a:custGeom>
              <a:avLst/>
              <a:gdLst/>
              <a:ahLst/>
              <a:cxnLst/>
              <a:rect l="l" t="t" r="r" b="b"/>
              <a:pathLst>
                <a:path w="9441" h="12448" extrusionOk="0">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61"/>
            <p:cNvSpPr/>
            <p:nvPr/>
          </p:nvSpPr>
          <p:spPr>
            <a:xfrm>
              <a:off x="2386393" y="1962854"/>
              <a:ext cx="141355" cy="186378"/>
            </a:xfrm>
            <a:custGeom>
              <a:avLst/>
              <a:gdLst/>
              <a:ahLst/>
              <a:cxnLst/>
              <a:rect l="l" t="t" r="r" b="b"/>
              <a:pathLst>
                <a:path w="9441" h="12448" extrusionOk="0">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61"/>
            <p:cNvSpPr/>
            <p:nvPr/>
          </p:nvSpPr>
          <p:spPr>
            <a:xfrm>
              <a:off x="2279684" y="2074609"/>
              <a:ext cx="86571" cy="74623"/>
            </a:xfrm>
            <a:custGeom>
              <a:avLst/>
              <a:gdLst/>
              <a:ahLst/>
              <a:cxnLst/>
              <a:rect l="l" t="t" r="r" b="b"/>
              <a:pathLst>
                <a:path w="5782" h="4984" extrusionOk="0">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61"/>
            <p:cNvSpPr/>
            <p:nvPr/>
          </p:nvSpPr>
          <p:spPr>
            <a:xfrm>
              <a:off x="2386393" y="2074609"/>
              <a:ext cx="86571" cy="74623"/>
            </a:xfrm>
            <a:custGeom>
              <a:avLst/>
              <a:gdLst/>
              <a:ahLst/>
              <a:cxnLst/>
              <a:rect l="l" t="t" r="r" b="b"/>
              <a:pathLst>
                <a:path w="5782" h="4984" extrusionOk="0">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61"/>
            <p:cNvSpPr/>
            <p:nvPr/>
          </p:nvSpPr>
          <p:spPr>
            <a:xfrm>
              <a:off x="2224585" y="2087830"/>
              <a:ext cx="265073" cy="226833"/>
            </a:xfrm>
            <a:custGeom>
              <a:avLst/>
              <a:gdLst/>
              <a:ahLst/>
              <a:cxnLst/>
              <a:rect l="l" t="t" r="r" b="b"/>
              <a:pathLst>
                <a:path w="17704" h="15150" extrusionOk="0">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61"/>
            <p:cNvSpPr/>
            <p:nvPr/>
          </p:nvSpPr>
          <p:spPr>
            <a:xfrm>
              <a:off x="2274953" y="2125605"/>
              <a:ext cx="177244" cy="151627"/>
            </a:xfrm>
            <a:custGeom>
              <a:avLst/>
              <a:gdLst/>
              <a:ahLst/>
              <a:cxnLst/>
              <a:rect l="l" t="t" r="r" b="b"/>
              <a:pathLst>
                <a:path w="11838" h="10127" extrusionOk="0">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61"/>
            <p:cNvSpPr/>
            <p:nvPr/>
          </p:nvSpPr>
          <p:spPr>
            <a:xfrm>
              <a:off x="2326263" y="2154053"/>
              <a:ext cx="99492" cy="89191"/>
            </a:xfrm>
            <a:custGeom>
              <a:avLst/>
              <a:gdLst/>
              <a:ahLst/>
              <a:cxnLst/>
              <a:rect l="l" t="t" r="r" b="b"/>
              <a:pathLst>
                <a:path w="6645" h="5957" extrusionOk="0">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8" name="Google Shape;7968;p61"/>
          <p:cNvGrpSpPr/>
          <p:nvPr/>
        </p:nvGrpSpPr>
        <p:grpSpPr>
          <a:xfrm>
            <a:off x="2630856" y="1821128"/>
            <a:ext cx="389090" cy="296231"/>
            <a:chOff x="2622794" y="1990868"/>
            <a:chExt cx="389090" cy="296231"/>
          </a:xfrm>
        </p:grpSpPr>
        <p:sp>
          <p:nvSpPr>
            <p:cNvPr id="7969" name="Google Shape;7969;p61"/>
            <p:cNvSpPr/>
            <p:nvPr/>
          </p:nvSpPr>
          <p:spPr>
            <a:xfrm>
              <a:off x="2654910" y="1990868"/>
              <a:ext cx="324873" cy="224468"/>
            </a:xfrm>
            <a:custGeom>
              <a:avLst/>
              <a:gdLst/>
              <a:ahLst/>
              <a:cxnLst/>
              <a:rect l="l" t="t" r="r" b="b"/>
              <a:pathLst>
                <a:path w="21698" h="14992" extrusionOk="0">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61"/>
            <p:cNvSpPr/>
            <p:nvPr/>
          </p:nvSpPr>
          <p:spPr>
            <a:xfrm>
              <a:off x="2654910" y="1990868"/>
              <a:ext cx="324873" cy="224468"/>
            </a:xfrm>
            <a:custGeom>
              <a:avLst/>
              <a:gdLst/>
              <a:ahLst/>
              <a:cxnLst/>
              <a:rect l="l" t="t" r="r" b="b"/>
              <a:pathLst>
                <a:path w="21698" h="14992" extrusionOk="0">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61"/>
            <p:cNvSpPr/>
            <p:nvPr/>
          </p:nvSpPr>
          <p:spPr>
            <a:xfrm>
              <a:off x="2679135" y="2015108"/>
              <a:ext cx="276407" cy="162137"/>
            </a:xfrm>
            <a:custGeom>
              <a:avLst/>
              <a:gdLst/>
              <a:ahLst/>
              <a:cxnLst/>
              <a:rect l="l" t="t" r="r" b="b"/>
              <a:pathLst>
                <a:path w="18461" h="10829" extrusionOk="0">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61"/>
            <p:cNvSpPr/>
            <p:nvPr/>
          </p:nvSpPr>
          <p:spPr>
            <a:xfrm>
              <a:off x="2679135" y="2015108"/>
              <a:ext cx="276722" cy="162137"/>
            </a:xfrm>
            <a:custGeom>
              <a:avLst/>
              <a:gdLst/>
              <a:ahLst/>
              <a:cxnLst/>
              <a:rect l="l" t="t" r="r" b="b"/>
              <a:pathLst>
                <a:path w="18482" h="10829" extrusionOk="0">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61"/>
            <p:cNvSpPr/>
            <p:nvPr/>
          </p:nvSpPr>
          <p:spPr>
            <a:xfrm>
              <a:off x="2622794" y="2264430"/>
              <a:ext cx="388776" cy="22668"/>
            </a:xfrm>
            <a:custGeom>
              <a:avLst/>
              <a:gdLst/>
              <a:ahLst/>
              <a:cxnLst/>
              <a:rect l="l" t="t" r="r" b="b"/>
              <a:pathLst>
                <a:path w="25966" h="1514" extrusionOk="0">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61"/>
            <p:cNvSpPr/>
            <p:nvPr/>
          </p:nvSpPr>
          <p:spPr>
            <a:xfrm>
              <a:off x="2623108" y="2201471"/>
              <a:ext cx="388776" cy="62974"/>
            </a:xfrm>
            <a:custGeom>
              <a:avLst/>
              <a:gdLst/>
              <a:ahLst/>
              <a:cxnLst/>
              <a:rect l="l" t="t" r="r" b="b"/>
              <a:pathLst>
                <a:path w="25966" h="4206" extrusionOk="0">
                  <a:moveTo>
                    <a:pt x="2124" y="0"/>
                  </a:moveTo>
                  <a:lnTo>
                    <a:pt x="1" y="4205"/>
                  </a:lnTo>
                  <a:lnTo>
                    <a:pt x="25966" y="4205"/>
                  </a:lnTo>
                  <a:lnTo>
                    <a:pt x="23821" y="0"/>
                  </a:lnTo>
                  <a:close/>
                </a:path>
              </a:pathLst>
            </a:custGeom>
            <a:solidFill>
              <a:srgbClr val="A1B4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61"/>
            <p:cNvSpPr/>
            <p:nvPr/>
          </p:nvSpPr>
          <p:spPr>
            <a:xfrm>
              <a:off x="2623108" y="2201471"/>
              <a:ext cx="388776" cy="62974"/>
            </a:xfrm>
            <a:custGeom>
              <a:avLst/>
              <a:gdLst/>
              <a:ahLst/>
              <a:cxnLst/>
              <a:rect l="l" t="t" r="r" b="b"/>
              <a:pathLst>
                <a:path w="25966" h="4206" extrusionOk="0">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61"/>
            <p:cNvSpPr/>
            <p:nvPr/>
          </p:nvSpPr>
          <p:spPr>
            <a:xfrm>
              <a:off x="2766021" y="2232943"/>
              <a:ext cx="102951" cy="31502"/>
            </a:xfrm>
            <a:custGeom>
              <a:avLst/>
              <a:gdLst/>
              <a:ahLst/>
              <a:cxnLst/>
              <a:rect l="l" t="t" r="r" b="b"/>
              <a:pathLst>
                <a:path w="6876" h="2104" extrusionOk="0">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61"/>
            <p:cNvSpPr/>
            <p:nvPr/>
          </p:nvSpPr>
          <p:spPr>
            <a:xfrm>
              <a:off x="2766021" y="2253096"/>
              <a:ext cx="102951" cy="11349"/>
            </a:xfrm>
            <a:custGeom>
              <a:avLst/>
              <a:gdLst/>
              <a:ahLst/>
              <a:cxnLst/>
              <a:rect l="l" t="t" r="r" b="b"/>
              <a:pathLst>
                <a:path w="6876" h="758" extrusionOk="0">
                  <a:moveTo>
                    <a:pt x="211" y="0"/>
                  </a:moveTo>
                  <a:lnTo>
                    <a:pt x="1" y="757"/>
                  </a:lnTo>
                  <a:lnTo>
                    <a:pt x="6876" y="757"/>
                  </a:lnTo>
                  <a:lnTo>
                    <a:pt x="6665"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8" name="Google Shape;7978;p61"/>
          <p:cNvGrpSpPr/>
          <p:nvPr/>
        </p:nvGrpSpPr>
        <p:grpSpPr>
          <a:xfrm>
            <a:off x="3985388" y="1782409"/>
            <a:ext cx="327074" cy="375241"/>
            <a:chOff x="3977326" y="1952149"/>
            <a:chExt cx="327074" cy="375241"/>
          </a:xfrm>
        </p:grpSpPr>
        <p:sp>
          <p:nvSpPr>
            <p:cNvPr id="7979" name="Google Shape;7979;p61"/>
            <p:cNvSpPr/>
            <p:nvPr/>
          </p:nvSpPr>
          <p:spPr>
            <a:xfrm>
              <a:off x="4035868" y="2103566"/>
              <a:ext cx="209974" cy="49754"/>
            </a:xfrm>
            <a:custGeom>
              <a:avLst/>
              <a:gdLst/>
              <a:ahLst/>
              <a:cxnLst/>
              <a:rect l="l" t="t" r="r" b="b"/>
              <a:pathLst>
                <a:path w="14024" h="3323" extrusionOk="0">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61"/>
            <p:cNvSpPr/>
            <p:nvPr/>
          </p:nvSpPr>
          <p:spPr>
            <a:xfrm>
              <a:off x="4035868" y="2142285"/>
              <a:ext cx="209974" cy="185105"/>
            </a:xfrm>
            <a:custGeom>
              <a:avLst/>
              <a:gdLst/>
              <a:ahLst/>
              <a:cxnLst/>
              <a:rect l="l" t="t" r="r" b="b"/>
              <a:pathLst>
                <a:path w="14024" h="12363" extrusionOk="0">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61"/>
            <p:cNvSpPr/>
            <p:nvPr/>
          </p:nvSpPr>
          <p:spPr>
            <a:xfrm>
              <a:off x="4064825" y="2171242"/>
              <a:ext cx="41264" cy="156148"/>
            </a:xfrm>
            <a:custGeom>
              <a:avLst/>
              <a:gdLst/>
              <a:ahLst/>
              <a:cxnLst/>
              <a:rect l="l" t="t" r="r" b="b"/>
              <a:pathLst>
                <a:path w="2756" h="10429" extrusionOk="0">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61"/>
            <p:cNvSpPr/>
            <p:nvPr/>
          </p:nvSpPr>
          <p:spPr>
            <a:xfrm>
              <a:off x="4120553" y="2171242"/>
              <a:ext cx="40935" cy="156148"/>
            </a:xfrm>
            <a:custGeom>
              <a:avLst/>
              <a:gdLst/>
              <a:ahLst/>
              <a:cxnLst/>
              <a:rect l="l" t="t" r="r" b="b"/>
              <a:pathLst>
                <a:path w="2734" h="10429" extrusionOk="0">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61"/>
            <p:cNvSpPr/>
            <p:nvPr/>
          </p:nvSpPr>
          <p:spPr>
            <a:xfrm>
              <a:off x="4175951" y="2171242"/>
              <a:ext cx="41249" cy="156148"/>
            </a:xfrm>
            <a:custGeom>
              <a:avLst/>
              <a:gdLst/>
              <a:ahLst/>
              <a:cxnLst/>
              <a:rect l="l" t="t" r="r" b="b"/>
              <a:pathLst>
                <a:path w="2755" h="10429" extrusionOk="0">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61"/>
            <p:cNvSpPr/>
            <p:nvPr/>
          </p:nvSpPr>
          <p:spPr>
            <a:xfrm>
              <a:off x="3977326" y="1952149"/>
              <a:ext cx="327074" cy="64232"/>
            </a:xfrm>
            <a:custGeom>
              <a:avLst/>
              <a:gdLst/>
              <a:ahLst/>
              <a:cxnLst/>
              <a:rect l="l" t="t" r="r" b="b"/>
              <a:pathLst>
                <a:path w="21845" h="4290" extrusionOk="0">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61"/>
            <p:cNvSpPr/>
            <p:nvPr/>
          </p:nvSpPr>
          <p:spPr>
            <a:xfrm>
              <a:off x="4223489" y="2103566"/>
              <a:ext cx="22354" cy="49754"/>
            </a:xfrm>
            <a:custGeom>
              <a:avLst/>
              <a:gdLst/>
              <a:ahLst/>
              <a:cxnLst/>
              <a:rect l="l" t="t" r="r" b="b"/>
              <a:pathLst>
                <a:path w="1493" h="3323" extrusionOk="0">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61"/>
            <p:cNvSpPr/>
            <p:nvPr/>
          </p:nvSpPr>
          <p:spPr>
            <a:xfrm>
              <a:off x="4223489" y="2142285"/>
              <a:ext cx="22354" cy="185105"/>
            </a:xfrm>
            <a:custGeom>
              <a:avLst/>
              <a:gdLst/>
              <a:ahLst/>
              <a:cxnLst/>
              <a:rect l="l" t="t" r="r" b="b"/>
              <a:pathLst>
                <a:path w="1493" h="12363" extrusionOk="0">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61"/>
            <p:cNvSpPr/>
            <p:nvPr/>
          </p:nvSpPr>
          <p:spPr>
            <a:xfrm>
              <a:off x="4077103" y="2171242"/>
              <a:ext cx="28987" cy="156148"/>
            </a:xfrm>
            <a:custGeom>
              <a:avLst/>
              <a:gdLst/>
              <a:ahLst/>
              <a:cxnLst/>
              <a:rect l="l" t="t" r="r" b="b"/>
              <a:pathLst>
                <a:path w="1936" h="10429" extrusionOk="0">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61"/>
            <p:cNvSpPr/>
            <p:nvPr/>
          </p:nvSpPr>
          <p:spPr>
            <a:xfrm>
              <a:off x="4132516" y="2171242"/>
              <a:ext cx="28972" cy="156148"/>
            </a:xfrm>
            <a:custGeom>
              <a:avLst/>
              <a:gdLst/>
              <a:ahLst/>
              <a:cxnLst/>
              <a:rect l="l" t="t" r="r" b="b"/>
              <a:pathLst>
                <a:path w="1935" h="10429" extrusionOk="0">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61"/>
            <p:cNvSpPr/>
            <p:nvPr/>
          </p:nvSpPr>
          <p:spPr>
            <a:xfrm>
              <a:off x="4188228" y="2171242"/>
              <a:ext cx="28657" cy="156148"/>
            </a:xfrm>
            <a:custGeom>
              <a:avLst/>
              <a:gdLst/>
              <a:ahLst/>
              <a:cxnLst/>
              <a:rect l="l" t="t" r="r" b="b"/>
              <a:pathLst>
                <a:path w="1914" h="10429" extrusionOk="0">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61"/>
            <p:cNvSpPr/>
            <p:nvPr/>
          </p:nvSpPr>
          <p:spPr>
            <a:xfrm>
              <a:off x="4255590" y="1952149"/>
              <a:ext cx="48810" cy="64232"/>
            </a:xfrm>
            <a:custGeom>
              <a:avLst/>
              <a:gdLst/>
              <a:ahLst/>
              <a:cxnLst/>
              <a:rect l="l" t="t" r="r" b="b"/>
              <a:pathLst>
                <a:path w="3260" h="4290" extrusionOk="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61"/>
            <p:cNvSpPr/>
            <p:nvPr/>
          </p:nvSpPr>
          <p:spPr>
            <a:xfrm>
              <a:off x="3988346" y="2010706"/>
              <a:ext cx="307865" cy="98235"/>
            </a:xfrm>
            <a:custGeom>
              <a:avLst/>
              <a:gdLst/>
              <a:ahLst/>
              <a:cxnLst/>
              <a:rect l="l" t="t" r="r" b="b"/>
              <a:pathLst>
                <a:path w="20562" h="6561" extrusionOk="0">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61"/>
            <p:cNvSpPr/>
            <p:nvPr/>
          </p:nvSpPr>
          <p:spPr>
            <a:xfrm>
              <a:off x="4230092" y="2010706"/>
              <a:ext cx="66119" cy="98549"/>
            </a:xfrm>
            <a:custGeom>
              <a:avLst/>
              <a:gdLst/>
              <a:ahLst/>
              <a:cxnLst/>
              <a:rect l="l" t="t" r="r" b="b"/>
              <a:pathLst>
                <a:path w="4416" h="6582" extrusionOk="0">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61"/>
            <p:cNvSpPr/>
            <p:nvPr/>
          </p:nvSpPr>
          <p:spPr>
            <a:xfrm>
              <a:off x="3982671" y="2005346"/>
              <a:ext cx="318899" cy="109254"/>
            </a:xfrm>
            <a:custGeom>
              <a:avLst/>
              <a:gdLst/>
              <a:ahLst/>
              <a:cxnLst/>
              <a:rect l="l" t="t" r="r" b="b"/>
              <a:pathLst>
                <a:path w="21299" h="7297" extrusionOk="0">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61"/>
            <p:cNvSpPr/>
            <p:nvPr/>
          </p:nvSpPr>
          <p:spPr>
            <a:xfrm>
              <a:off x="4014158" y="2043871"/>
              <a:ext cx="65175" cy="71045"/>
            </a:xfrm>
            <a:custGeom>
              <a:avLst/>
              <a:gdLst/>
              <a:ahLst/>
              <a:cxnLst/>
              <a:rect l="l" t="t" r="r" b="b"/>
              <a:pathLst>
                <a:path w="4353" h="4745" extrusionOk="0">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61"/>
            <p:cNvSpPr/>
            <p:nvPr/>
          </p:nvSpPr>
          <p:spPr>
            <a:xfrm>
              <a:off x="4204908" y="2043751"/>
              <a:ext cx="65490" cy="71164"/>
            </a:xfrm>
            <a:custGeom>
              <a:avLst/>
              <a:gdLst/>
              <a:ahLst/>
              <a:cxnLst/>
              <a:rect l="l" t="t" r="r" b="b"/>
              <a:pathLst>
                <a:path w="4374" h="4753" extrusionOk="0">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6" name="Google Shape;7996;p61"/>
          <p:cNvGrpSpPr/>
          <p:nvPr/>
        </p:nvGrpSpPr>
        <p:grpSpPr>
          <a:xfrm>
            <a:off x="1349674" y="3170315"/>
            <a:ext cx="259399" cy="370524"/>
            <a:chOff x="1341612" y="3340055"/>
            <a:chExt cx="259399" cy="370524"/>
          </a:xfrm>
        </p:grpSpPr>
        <p:sp>
          <p:nvSpPr>
            <p:cNvPr id="7997" name="Google Shape;7997;p61"/>
            <p:cNvSpPr/>
            <p:nvPr/>
          </p:nvSpPr>
          <p:spPr>
            <a:xfrm>
              <a:off x="1383954" y="3340055"/>
              <a:ext cx="43615" cy="35664"/>
            </a:xfrm>
            <a:custGeom>
              <a:avLst/>
              <a:gdLst/>
              <a:ahLst/>
              <a:cxnLst/>
              <a:rect l="l" t="t" r="r" b="b"/>
              <a:pathLst>
                <a:path w="2913" h="2382" extrusionOk="0">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61"/>
            <p:cNvSpPr/>
            <p:nvPr/>
          </p:nvSpPr>
          <p:spPr>
            <a:xfrm>
              <a:off x="1363966" y="3403329"/>
              <a:ext cx="237045" cy="307251"/>
            </a:xfrm>
            <a:custGeom>
              <a:avLst/>
              <a:gdLst/>
              <a:ahLst/>
              <a:cxnLst/>
              <a:rect l="l" t="t" r="r" b="b"/>
              <a:pathLst>
                <a:path w="15832" h="20521" extrusionOk="0">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61"/>
            <p:cNvSpPr/>
            <p:nvPr/>
          </p:nvSpPr>
          <p:spPr>
            <a:xfrm>
              <a:off x="1341612" y="3371841"/>
              <a:ext cx="237045" cy="306936"/>
            </a:xfrm>
            <a:custGeom>
              <a:avLst/>
              <a:gdLst/>
              <a:ahLst/>
              <a:cxnLst/>
              <a:rect l="l" t="t" r="r" b="b"/>
              <a:pathLst>
                <a:path w="15832" h="20500" extrusionOk="0">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61"/>
            <p:cNvSpPr/>
            <p:nvPr/>
          </p:nvSpPr>
          <p:spPr>
            <a:xfrm>
              <a:off x="1556303" y="3371841"/>
              <a:ext cx="22354" cy="306936"/>
            </a:xfrm>
            <a:custGeom>
              <a:avLst/>
              <a:gdLst/>
              <a:ahLst/>
              <a:cxnLst/>
              <a:rect l="l" t="t" r="r" b="b"/>
              <a:pathLst>
                <a:path w="1493" h="20500" extrusionOk="0">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61"/>
            <p:cNvSpPr/>
            <p:nvPr/>
          </p:nvSpPr>
          <p:spPr>
            <a:xfrm>
              <a:off x="1379387" y="3455583"/>
              <a:ext cx="44708" cy="44708"/>
            </a:xfrm>
            <a:custGeom>
              <a:avLst/>
              <a:gdLst/>
              <a:ahLst/>
              <a:cxnLst/>
              <a:rect l="l" t="t" r="r" b="b"/>
              <a:pathLst>
                <a:path w="2986" h="2986" extrusionOk="0">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61"/>
            <p:cNvSpPr/>
            <p:nvPr/>
          </p:nvSpPr>
          <p:spPr>
            <a:xfrm>
              <a:off x="1379387" y="3527975"/>
              <a:ext cx="44708" cy="44723"/>
            </a:xfrm>
            <a:custGeom>
              <a:avLst/>
              <a:gdLst/>
              <a:ahLst/>
              <a:cxnLst/>
              <a:rect l="l" t="t" r="r" b="b"/>
              <a:pathLst>
                <a:path w="2986" h="2987" extrusionOk="0">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61"/>
            <p:cNvSpPr/>
            <p:nvPr/>
          </p:nvSpPr>
          <p:spPr>
            <a:xfrm>
              <a:off x="1379387" y="3600067"/>
              <a:ext cx="44708" cy="44708"/>
            </a:xfrm>
            <a:custGeom>
              <a:avLst/>
              <a:gdLst/>
              <a:ahLst/>
              <a:cxnLst/>
              <a:rect l="l" t="t" r="r" b="b"/>
              <a:pathLst>
                <a:path w="2986" h="2986" extrusionOk="0">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61"/>
            <p:cNvSpPr/>
            <p:nvPr/>
          </p:nvSpPr>
          <p:spPr>
            <a:xfrm>
              <a:off x="1444233" y="3459041"/>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61"/>
            <p:cNvSpPr/>
            <p:nvPr/>
          </p:nvSpPr>
          <p:spPr>
            <a:xfrm>
              <a:off x="1444233" y="3482967"/>
              <a:ext cx="103894" cy="10720"/>
            </a:xfrm>
            <a:custGeom>
              <a:avLst/>
              <a:gdLst/>
              <a:ahLst/>
              <a:cxnLst/>
              <a:rect l="l" t="t" r="r" b="b"/>
              <a:pathLst>
                <a:path w="6939" h="716" extrusionOk="0">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61"/>
            <p:cNvSpPr/>
            <p:nvPr/>
          </p:nvSpPr>
          <p:spPr>
            <a:xfrm>
              <a:off x="1444233" y="3531433"/>
              <a:ext cx="103894" cy="10735"/>
            </a:xfrm>
            <a:custGeom>
              <a:avLst/>
              <a:gdLst/>
              <a:ahLst/>
              <a:cxnLst/>
              <a:rect l="l" t="t" r="r" b="b"/>
              <a:pathLst>
                <a:path w="6939" h="717"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61"/>
            <p:cNvSpPr/>
            <p:nvPr/>
          </p:nvSpPr>
          <p:spPr>
            <a:xfrm>
              <a:off x="1444233" y="3555359"/>
              <a:ext cx="103894" cy="10720"/>
            </a:xfrm>
            <a:custGeom>
              <a:avLst/>
              <a:gdLst/>
              <a:ahLst/>
              <a:cxnLst/>
              <a:rect l="l" t="t" r="r" b="b"/>
              <a:pathLst>
                <a:path w="6939" h="716"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61"/>
            <p:cNvSpPr/>
            <p:nvPr/>
          </p:nvSpPr>
          <p:spPr>
            <a:xfrm>
              <a:off x="1444233" y="3603526"/>
              <a:ext cx="103894" cy="11035"/>
            </a:xfrm>
            <a:custGeom>
              <a:avLst/>
              <a:gdLst/>
              <a:ahLst/>
              <a:cxnLst/>
              <a:rect l="l" t="t" r="r" b="b"/>
              <a:pathLst>
                <a:path w="6939" h="737" extrusionOk="0">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61"/>
            <p:cNvSpPr/>
            <p:nvPr/>
          </p:nvSpPr>
          <p:spPr>
            <a:xfrm>
              <a:off x="1444233" y="3627452"/>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61"/>
            <p:cNvSpPr/>
            <p:nvPr/>
          </p:nvSpPr>
          <p:spPr>
            <a:xfrm>
              <a:off x="1390183" y="3448845"/>
              <a:ext cx="55413" cy="37087"/>
            </a:xfrm>
            <a:custGeom>
              <a:avLst/>
              <a:gdLst/>
              <a:ahLst/>
              <a:cxnLst/>
              <a:rect l="l" t="t" r="r" b="b"/>
              <a:pathLst>
                <a:path w="3701" h="2477" extrusionOk="0">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61"/>
            <p:cNvSpPr/>
            <p:nvPr/>
          </p:nvSpPr>
          <p:spPr>
            <a:xfrm>
              <a:off x="1390183" y="3521686"/>
              <a:ext cx="54874" cy="37147"/>
            </a:xfrm>
            <a:custGeom>
              <a:avLst/>
              <a:gdLst/>
              <a:ahLst/>
              <a:cxnLst/>
              <a:rect l="l" t="t" r="r" b="b"/>
              <a:pathLst>
                <a:path w="3665" h="2481" extrusionOk="0">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61"/>
            <p:cNvSpPr/>
            <p:nvPr/>
          </p:nvSpPr>
          <p:spPr>
            <a:xfrm>
              <a:off x="1390183" y="3595216"/>
              <a:ext cx="55413" cy="37267"/>
            </a:xfrm>
            <a:custGeom>
              <a:avLst/>
              <a:gdLst/>
              <a:ahLst/>
              <a:cxnLst/>
              <a:rect l="l" t="t" r="r" b="b"/>
              <a:pathLst>
                <a:path w="3701" h="2489" extrusionOk="0">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61"/>
            <p:cNvSpPr/>
            <p:nvPr/>
          </p:nvSpPr>
          <p:spPr>
            <a:xfrm>
              <a:off x="1368682" y="3362409"/>
              <a:ext cx="74309" cy="38734"/>
            </a:xfrm>
            <a:custGeom>
              <a:avLst/>
              <a:gdLst/>
              <a:ahLst/>
              <a:cxnLst/>
              <a:rect l="l" t="t" r="r" b="b"/>
              <a:pathLst>
                <a:path w="4963" h="2587" extrusionOk="0">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61"/>
            <p:cNvSpPr/>
            <p:nvPr/>
          </p:nvSpPr>
          <p:spPr>
            <a:xfrm>
              <a:off x="1409602" y="3362409"/>
              <a:ext cx="33389" cy="38734"/>
            </a:xfrm>
            <a:custGeom>
              <a:avLst/>
              <a:gdLst/>
              <a:ahLst/>
              <a:cxnLst/>
              <a:rect l="l" t="t" r="r" b="b"/>
              <a:pathLst>
                <a:path w="2230" h="2587" extrusionOk="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5" name="Google Shape;8015;p61"/>
          <p:cNvGrpSpPr/>
          <p:nvPr/>
        </p:nvGrpSpPr>
        <p:grpSpPr>
          <a:xfrm>
            <a:off x="2187955" y="3675233"/>
            <a:ext cx="351629" cy="282381"/>
            <a:chOff x="2179892" y="3844972"/>
            <a:chExt cx="351629" cy="282381"/>
          </a:xfrm>
        </p:grpSpPr>
        <p:sp>
          <p:nvSpPr>
            <p:cNvPr id="8016" name="Google Shape;8016;p61"/>
            <p:cNvSpPr/>
            <p:nvPr/>
          </p:nvSpPr>
          <p:spPr>
            <a:xfrm>
              <a:off x="2179892"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61"/>
            <p:cNvSpPr/>
            <p:nvPr/>
          </p:nvSpPr>
          <p:spPr>
            <a:xfrm>
              <a:off x="2179892" y="3844972"/>
              <a:ext cx="15751" cy="282381"/>
            </a:xfrm>
            <a:custGeom>
              <a:avLst/>
              <a:gdLst/>
              <a:ahLst/>
              <a:cxnLst/>
              <a:rect l="l" t="t" r="r" b="b"/>
              <a:pathLst>
                <a:path w="1052" h="18860" extrusionOk="0">
                  <a:moveTo>
                    <a:pt x="0" y="0"/>
                  </a:moveTo>
                  <a:lnTo>
                    <a:pt x="0" y="18859"/>
                  </a:lnTo>
                  <a:lnTo>
                    <a:pt x="1052" y="18859"/>
                  </a:lnTo>
                  <a:lnTo>
                    <a:pt x="1052"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61"/>
            <p:cNvSpPr/>
            <p:nvPr/>
          </p:nvSpPr>
          <p:spPr>
            <a:xfrm>
              <a:off x="2250083" y="3844972"/>
              <a:ext cx="70535" cy="282381"/>
            </a:xfrm>
            <a:custGeom>
              <a:avLst/>
              <a:gdLst/>
              <a:ahLst/>
              <a:cxnLst/>
              <a:rect l="l" t="t" r="r" b="b"/>
              <a:pathLst>
                <a:path w="4711" h="18860" extrusionOk="0">
                  <a:moveTo>
                    <a:pt x="1" y="0"/>
                  </a:moveTo>
                  <a:lnTo>
                    <a:pt x="1" y="11732"/>
                  </a:lnTo>
                  <a:lnTo>
                    <a:pt x="1" y="18859"/>
                  </a:lnTo>
                  <a:lnTo>
                    <a:pt x="4710" y="18859"/>
                  </a:lnTo>
                  <a:lnTo>
                    <a:pt x="4710"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61"/>
            <p:cNvSpPr/>
            <p:nvPr/>
          </p:nvSpPr>
          <p:spPr>
            <a:xfrm>
              <a:off x="2250083"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61"/>
            <p:cNvSpPr/>
            <p:nvPr/>
          </p:nvSpPr>
          <p:spPr>
            <a:xfrm>
              <a:off x="2320604"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61"/>
            <p:cNvSpPr/>
            <p:nvPr/>
          </p:nvSpPr>
          <p:spPr>
            <a:xfrm>
              <a:off x="2390795" y="3844972"/>
              <a:ext cx="70535" cy="282381"/>
            </a:xfrm>
            <a:custGeom>
              <a:avLst/>
              <a:gdLst/>
              <a:ahLst/>
              <a:cxnLst/>
              <a:rect l="l" t="t" r="r" b="b"/>
              <a:pathLst>
                <a:path w="4711" h="18860" extrusionOk="0">
                  <a:moveTo>
                    <a:pt x="1" y="0"/>
                  </a:moveTo>
                  <a:lnTo>
                    <a:pt x="1" y="18859"/>
                  </a:lnTo>
                  <a:lnTo>
                    <a:pt x="4710" y="18859"/>
                  </a:lnTo>
                  <a:lnTo>
                    <a:pt x="4710"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61"/>
            <p:cNvSpPr/>
            <p:nvPr/>
          </p:nvSpPr>
          <p:spPr>
            <a:xfrm>
              <a:off x="2461315" y="3844972"/>
              <a:ext cx="70206" cy="282381"/>
            </a:xfrm>
            <a:custGeom>
              <a:avLst/>
              <a:gdLst/>
              <a:ahLst/>
              <a:cxnLst/>
              <a:rect l="l" t="t" r="r" b="b"/>
              <a:pathLst>
                <a:path w="4689" h="18860" extrusionOk="0">
                  <a:moveTo>
                    <a:pt x="0" y="0"/>
                  </a:moveTo>
                  <a:lnTo>
                    <a:pt x="0" y="11732"/>
                  </a:lnTo>
                  <a:lnTo>
                    <a:pt x="0" y="18859"/>
                  </a:lnTo>
                  <a:lnTo>
                    <a:pt x="4688" y="18859"/>
                  </a:lnTo>
                  <a:lnTo>
                    <a:pt x="4688"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61"/>
            <p:cNvSpPr/>
            <p:nvPr/>
          </p:nvSpPr>
          <p:spPr>
            <a:xfrm>
              <a:off x="2320604"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61"/>
            <p:cNvSpPr/>
            <p:nvPr/>
          </p:nvSpPr>
          <p:spPr>
            <a:xfrm>
              <a:off x="2390795"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61"/>
            <p:cNvSpPr/>
            <p:nvPr/>
          </p:nvSpPr>
          <p:spPr>
            <a:xfrm>
              <a:off x="2461315"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61"/>
            <p:cNvSpPr/>
            <p:nvPr/>
          </p:nvSpPr>
          <p:spPr>
            <a:xfrm>
              <a:off x="2229631"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61"/>
            <p:cNvSpPr/>
            <p:nvPr/>
          </p:nvSpPr>
          <p:spPr>
            <a:xfrm>
              <a:off x="2229631"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61"/>
            <p:cNvSpPr/>
            <p:nvPr/>
          </p:nvSpPr>
          <p:spPr>
            <a:xfrm>
              <a:off x="2370342"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61"/>
            <p:cNvSpPr/>
            <p:nvPr/>
          </p:nvSpPr>
          <p:spPr>
            <a:xfrm>
              <a:off x="2370342"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61"/>
            <p:cNvSpPr/>
            <p:nvPr/>
          </p:nvSpPr>
          <p:spPr>
            <a:xfrm>
              <a:off x="2440533" y="3844972"/>
              <a:ext cx="41249" cy="175672"/>
            </a:xfrm>
            <a:custGeom>
              <a:avLst/>
              <a:gdLst/>
              <a:ahLst/>
              <a:cxnLst/>
              <a:rect l="l" t="t" r="r" b="b"/>
              <a:pathLst>
                <a:path w="2755" h="11733" extrusionOk="0">
                  <a:moveTo>
                    <a:pt x="0" y="0"/>
                  </a:moveTo>
                  <a:lnTo>
                    <a:pt x="0" y="11732"/>
                  </a:lnTo>
                  <a:lnTo>
                    <a:pt x="2755" y="11732"/>
                  </a:lnTo>
                  <a:lnTo>
                    <a:pt x="275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61"/>
            <p:cNvSpPr/>
            <p:nvPr/>
          </p:nvSpPr>
          <p:spPr>
            <a:xfrm>
              <a:off x="2440533" y="3844972"/>
              <a:ext cx="13550" cy="175672"/>
            </a:xfrm>
            <a:custGeom>
              <a:avLst/>
              <a:gdLst/>
              <a:ahLst/>
              <a:cxnLst/>
              <a:rect l="l" t="t" r="r" b="b"/>
              <a:pathLst>
                <a:path w="905" h="11733" extrusionOk="0">
                  <a:moveTo>
                    <a:pt x="0" y="0"/>
                  </a:moveTo>
                  <a:lnTo>
                    <a:pt x="0" y="11732"/>
                  </a:lnTo>
                  <a:lnTo>
                    <a:pt x="905" y="11732"/>
                  </a:lnTo>
                  <a:lnTo>
                    <a:pt x="905"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61"/>
            <p:cNvSpPr/>
            <p:nvPr/>
          </p:nvSpPr>
          <p:spPr>
            <a:xfrm>
              <a:off x="2244738"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61"/>
            <p:cNvSpPr/>
            <p:nvPr/>
          </p:nvSpPr>
          <p:spPr>
            <a:xfrm>
              <a:off x="2315244" y="3844972"/>
              <a:ext cx="10720" cy="282381"/>
            </a:xfrm>
            <a:custGeom>
              <a:avLst/>
              <a:gdLst/>
              <a:ahLst/>
              <a:cxnLst/>
              <a:rect l="l" t="t" r="r" b="b"/>
              <a:pathLst>
                <a:path w="716" h="18860" extrusionOk="0">
                  <a:moveTo>
                    <a:pt x="1" y="0"/>
                  </a:moveTo>
                  <a:lnTo>
                    <a:pt x="1" y="18859"/>
                  </a:lnTo>
                  <a:lnTo>
                    <a:pt x="716" y="18859"/>
                  </a:lnTo>
                  <a:lnTo>
                    <a:pt x="716"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61"/>
            <p:cNvSpPr/>
            <p:nvPr/>
          </p:nvSpPr>
          <p:spPr>
            <a:xfrm>
              <a:off x="2385450"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61"/>
            <p:cNvSpPr/>
            <p:nvPr/>
          </p:nvSpPr>
          <p:spPr>
            <a:xfrm>
              <a:off x="2455955" y="3985684"/>
              <a:ext cx="10720" cy="141670"/>
            </a:xfrm>
            <a:custGeom>
              <a:avLst/>
              <a:gdLst/>
              <a:ahLst/>
              <a:cxnLst/>
              <a:rect l="l" t="t" r="r" b="b"/>
              <a:pathLst>
                <a:path w="716" h="9462" extrusionOk="0">
                  <a:moveTo>
                    <a:pt x="1" y="0"/>
                  </a:moveTo>
                  <a:lnTo>
                    <a:pt x="1"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6" name="Google Shape;8036;p61"/>
          <p:cNvGrpSpPr/>
          <p:nvPr/>
        </p:nvGrpSpPr>
        <p:grpSpPr>
          <a:xfrm>
            <a:off x="3139232" y="3647145"/>
            <a:ext cx="220051" cy="338169"/>
            <a:chOff x="3131170" y="3816884"/>
            <a:chExt cx="220051" cy="338169"/>
          </a:xfrm>
        </p:grpSpPr>
        <p:sp>
          <p:nvSpPr>
            <p:cNvPr id="8037" name="Google Shape;8037;p61"/>
            <p:cNvSpPr/>
            <p:nvPr/>
          </p:nvSpPr>
          <p:spPr>
            <a:xfrm>
              <a:off x="3131170" y="3816884"/>
              <a:ext cx="220051" cy="258530"/>
            </a:xfrm>
            <a:custGeom>
              <a:avLst/>
              <a:gdLst/>
              <a:ahLst/>
              <a:cxnLst/>
              <a:rect l="l" t="t" r="r" b="b"/>
              <a:pathLst>
                <a:path w="14697"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61"/>
            <p:cNvSpPr/>
            <p:nvPr/>
          </p:nvSpPr>
          <p:spPr>
            <a:xfrm>
              <a:off x="3131170" y="3816884"/>
              <a:ext cx="118373" cy="258530"/>
            </a:xfrm>
            <a:custGeom>
              <a:avLst/>
              <a:gdLst/>
              <a:ahLst/>
              <a:cxnLst/>
              <a:rect l="l" t="t" r="r" b="b"/>
              <a:pathLst>
                <a:path w="7906"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61"/>
            <p:cNvSpPr/>
            <p:nvPr/>
          </p:nvSpPr>
          <p:spPr>
            <a:xfrm>
              <a:off x="3235049" y="3816884"/>
              <a:ext cx="12292" cy="179041"/>
            </a:xfrm>
            <a:custGeom>
              <a:avLst/>
              <a:gdLst/>
              <a:ahLst/>
              <a:cxnLst/>
              <a:rect l="l" t="t" r="r" b="b"/>
              <a:pathLst>
                <a:path w="821" h="11958" extrusionOk="0">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61"/>
            <p:cNvSpPr/>
            <p:nvPr/>
          </p:nvSpPr>
          <p:spPr>
            <a:xfrm>
              <a:off x="3212396" y="3974350"/>
              <a:ext cx="57929" cy="30858"/>
            </a:xfrm>
            <a:custGeom>
              <a:avLst/>
              <a:gdLst/>
              <a:ahLst/>
              <a:cxnLst/>
              <a:rect l="l" t="t" r="r" b="b"/>
              <a:pathLst>
                <a:path w="3869" h="2061" extrusionOk="0">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61"/>
            <p:cNvSpPr/>
            <p:nvPr/>
          </p:nvSpPr>
          <p:spPr>
            <a:xfrm>
              <a:off x="3213339" y="3981597"/>
              <a:ext cx="56042" cy="23612"/>
            </a:xfrm>
            <a:custGeom>
              <a:avLst/>
              <a:gdLst/>
              <a:ahLst/>
              <a:cxnLst/>
              <a:rect l="l" t="t" r="r" b="b"/>
              <a:pathLst>
                <a:path w="3743" h="1577" extrusionOk="0">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61"/>
            <p:cNvSpPr/>
            <p:nvPr/>
          </p:nvSpPr>
          <p:spPr>
            <a:xfrm>
              <a:off x="3199804" y="4118834"/>
              <a:ext cx="83112" cy="36218"/>
            </a:xfrm>
            <a:custGeom>
              <a:avLst/>
              <a:gdLst/>
              <a:ahLst/>
              <a:cxnLst/>
              <a:rect l="l" t="t" r="r" b="b"/>
              <a:pathLst>
                <a:path w="5551" h="2419" extrusionOk="0">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61"/>
            <p:cNvSpPr/>
            <p:nvPr/>
          </p:nvSpPr>
          <p:spPr>
            <a:xfrm>
              <a:off x="3199804" y="4118834"/>
              <a:ext cx="25199" cy="36218"/>
            </a:xfrm>
            <a:custGeom>
              <a:avLst/>
              <a:gdLst/>
              <a:ahLst/>
              <a:cxnLst/>
              <a:rect l="l" t="t" r="r" b="b"/>
              <a:pathLst>
                <a:path w="1683" h="2419" extrusionOk="0">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61"/>
            <p:cNvSpPr/>
            <p:nvPr/>
          </p:nvSpPr>
          <p:spPr>
            <a:xfrm>
              <a:off x="3176192" y="4074770"/>
              <a:ext cx="130021" cy="44708"/>
            </a:xfrm>
            <a:custGeom>
              <a:avLst/>
              <a:gdLst/>
              <a:ahLst/>
              <a:cxnLst/>
              <a:rect l="l" t="t" r="r" b="b"/>
              <a:pathLst>
                <a:path w="8684" h="2986" extrusionOk="0">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61"/>
            <p:cNvSpPr/>
            <p:nvPr/>
          </p:nvSpPr>
          <p:spPr>
            <a:xfrm>
              <a:off x="3176192" y="4093336"/>
              <a:ext cx="130021" cy="26142"/>
            </a:xfrm>
            <a:custGeom>
              <a:avLst/>
              <a:gdLst/>
              <a:ahLst/>
              <a:cxnLst/>
              <a:rect l="l" t="t" r="r" b="b"/>
              <a:pathLst>
                <a:path w="8684" h="1746" extrusionOk="0">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6" name="Google Shape;8046;p61"/>
          <p:cNvGrpSpPr/>
          <p:nvPr/>
        </p:nvGrpSpPr>
        <p:grpSpPr>
          <a:xfrm>
            <a:off x="911564" y="3189824"/>
            <a:ext cx="247990" cy="333393"/>
            <a:chOff x="903502" y="3359564"/>
            <a:chExt cx="247990" cy="333393"/>
          </a:xfrm>
        </p:grpSpPr>
        <p:sp>
          <p:nvSpPr>
            <p:cNvPr id="8047" name="Google Shape;8047;p61"/>
            <p:cNvSpPr/>
            <p:nvPr/>
          </p:nvSpPr>
          <p:spPr>
            <a:xfrm>
              <a:off x="903502" y="3364610"/>
              <a:ext cx="247930" cy="328347"/>
            </a:xfrm>
            <a:custGeom>
              <a:avLst/>
              <a:gdLst/>
              <a:ahLst/>
              <a:cxnLst/>
              <a:rect l="l" t="t" r="r" b="b"/>
              <a:pathLst>
                <a:path w="16559" h="21930" extrusionOk="0">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61"/>
            <p:cNvSpPr/>
            <p:nvPr/>
          </p:nvSpPr>
          <p:spPr>
            <a:xfrm>
              <a:off x="1032175" y="3364610"/>
              <a:ext cx="119316" cy="328347"/>
            </a:xfrm>
            <a:custGeom>
              <a:avLst/>
              <a:gdLst/>
              <a:ahLst/>
              <a:cxnLst/>
              <a:rect l="l" t="t" r="r" b="b"/>
              <a:pathLst>
                <a:path w="7969" h="21930" extrusionOk="0">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61"/>
            <p:cNvSpPr/>
            <p:nvPr/>
          </p:nvSpPr>
          <p:spPr>
            <a:xfrm>
              <a:off x="953480" y="3587460"/>
              <a:ext cx="147958" cy="77782"/>
            </a:xfrm>
            <a:custGeom>
              <a:avLst/>
              <a:gdLst/>
              <a:ahLst/>
              <a:cxnLst/>
              <a:rect l="l" t="t" r="r" b="b"/>
              <a:pathLst>
                <a:path w="9882" h="5195" extrusionOk="0">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61"/>
            <p:cNvSpPr/>
            <p:nvPr/>
          </p:nvSpPr>
          <p:spPr>
            <a:xfrm>
              <a:off x="1013295" y="3587490"/>
              <a:ext cx="88473" cy="77752"/>
            </a:xfrm>
            <a:custGeom>
              <a:avLst/>
              <a:gdLst/>
              <a:ahLst/>
              <a:cxnLst/>
              <a:rect l="l" t="t" r="r" b="b"/>
              <a:pathLst>
                <a:path w="5909" h="5193" extrusionOk="0">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61"/>
            <p:cNvSpPr/>
            <p:nvPr/>
          </p:nvSpPr>
          <p:spPr>
            <a:xfrm>
              <a:off x="1048226" y="3630282"/>
              <a:ext cx="19854" cy="17323"/>
            </a:xfrm>
            <a:custGeom>
              <a:avLst/>
              <a:gdLst/>
              <a:ahLst/>
              <a:cxnLst/>
              <a:rect l="l" t="t" r="r" b="b"/>
              <a:pathLst>
                <a:path w="1326" h="1157" extrusionOk="0">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61"/>
            <p:cNvSpPr/>
            <p:nvPr/>
          </p:nvSpPr>
          <p:spPr>
            <a:xfrm>
              <a:off x="1056101" y="3630282"/>
              <a:ext cx="12682" cy="17173"/>
            </a:xfrm>
            <a:custGeom>
              <a:avLst/>
              <a:gdLst/>
              <a:ahLst/>
              <a:cxnLst/>
              <a:rect l="l" t="t" r="r" b="b"/>
              <a:pathLst>
                <a:path w="847" h="1147" extrusionOk="0">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61"/>
            <p:cNvSpPr/>
            <p:nvPr/>
          </p:nvSpPr>
          <p:spPr>
            <a:xfrm>
              <a:off x="981493" y="3635013"/>
              <a:ext cx="19854" cy="16994"/>
            </a:xfrm>
            <a:custGeom>
              <a:avLst/>
              <a:gdLst/>
              <a:ahLst/>
              <a:cxnLst/>
              <a:rect l="l" t="t" r="r" b="b"/>
              <a:pathLst>
                <a:path w="1326" h="1135" extrusionOk="0">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61"/>
            <p:cNvSpPr/>
            <p:nvPr/>
          </p:nvSpPr>
          <p:spPr>
            <a:xfrm>
              <a:off x="989369" y="3635013"/>
              <a:ext cx="12682" cy="16844"/>
            </a:xfrm>
            <a:custGeom>
              <a:avLst/>
              <a:gdLst/>
              <a:ahLst/>
              <a:cxnLst/>
              <a:rect l="l" t="t" r="r" b="b"/>
              <a:pathLst>
                <a:path w="847" h="1125" extrusionOk="0">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61"/>
            <p:cNvSpPr/>
            <p:nvPr/>
          </p:nvSpPr>
          <p:spPr>
            <a:xfrm>
              <a:off x="1008249" y="3606041"/>
              <a:ext cx="24255" cy="20602"/>
            </a:xfrm>
            <a:custGeom>
              <a:avLst/>
              <a:gdLst/>
              <a:ahLst/>
              <a:cxnLst/>
              <a:rect l="l" t="t" r="r" b="b"/>
              <a:pathLst>
                <a:path w="1620" h="1376" extrusionOk="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61"/>
            <p:cNvSpPr/>
            <p:nvPr/>
          </p:nvSpPr>
          <p:spPr>
            <a:xfrm>
              <a:off x="1018011" y="3606041"/>
              <a:ext cx="14179" cy="20662"/>
            </a:xfrm>
            <a:custGeom>
              <a:avLst/>
              <a:gdLst/>
              <a:ahLst/>
              <a:cxnLst/>
              <a:rect l="l" t="t" r="r" b="b"/>
              <a:pathLst>
                <a:path w="947" h="1380" extrusionOk="0">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61"/>
            <p:cNvSpPr/>
            <p:nvPr/>
          </p:nvSpPr>
          <p:spPr>
            <a:xfrm>
              <a:off x="995657" y="3550329"/>
              <a:ext cx="24255" cy="20602"/>
            </a:xfrm>
            <a:custGeom>
              <a:avLst/>
              <a:gdLst/>
              <a:ahLst/>
              <a:cxnLst/>
              <a:rect l="l" t="t" r="r" b="b"/>
              <a:pathLst>
                <a:path w="1620" h="1376" extrusionOk="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61"/>
            <p:cNvSpPr/>
            <p:nvPr/>
          </p:nvSpPr>
          <p:spPr>
            <a:xfrm>
              <a:off x="1004790" y="3550329"/>
              <a:ext cx="15751" cy="20363"/>
            </a:xfrm>
            <a:custGeom>
              <a:avLst/>
              <a:gdLst/>
              <a:ahLst/>
              <a:cxnLst/>
              <a:rect l="l" t="t" r="r" b="b"/>
              <a:pathLst>
                <a:path w="1052" h="1360" extrusionOk="0">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61"/>
            <p:cNvSpPr/>
            <p:nvPr/>
          </p:nvSpPr>
          <p:spPr>
            <a:xfrm>
              <a:off x="1026830" y="3523558"/>
              <a:ext cx="23941" cy="20437"/>
            </a:xfrm>
            <a:custGeom>
              <a:avLst/>
              <a:gdLst/>
              <a:ahLst/>
              <a:cxnLst/>
              <a:rect l="l" t="t" r="r" b="b"/>
              <a:pathLst>
                <a:path w="1599" h="1365" extrusionOk="0">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61"/>
            <p:cNvSpPr/>
            <p:nvPr/>
          </p:nvSpPr>
          <p:spPr>
            <a:xfrm>
              <a:off x="1035948" y="3523258"/>
              <a:ext cx="15766" cy="20677"/>
            </a:xfrm>
            <a:custGeom>
              <a:avLst/>
              <a:gdLst/>
              <a:ahLst/>
              <a:cxnLst/>
              <a:rect l="l" t="t" r="r" b="b"/>
              <a:pathLst>
                <a:path w="1053" h="1381" extrusionOk="0">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61"/>
            <p:cNvSpPr/>
            <p:nvPr/>
          </p:nvSpPr>
          <p:spPr>
            <a:xfrm>
              <a:off x="1012666" y="3484854"/>
              <a:ext cx="19839" cy="17144"/>
            </a:xfrm>
            <a:custGeom>
              <a:avLst/>
              <a:gdLst/>
              <a:ahLst/>
              <a:cxnLst/>
              <a:rect l="l" t="t" r="r" b="b"/>
              <a:pathLst>
                <a:path w="1325" h="1145" extrusionOk="0">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61"/>
            <p:cNvSpPr/>
            <p:nvPr/>
          </p:nvSpPr>
          <p:spPr>
            <a:xfrm>
              <a:off x="1020527" y="3484854"/>
              <a:ext cx="12622" cy="16934"/>
            </a:xfrm>
            <a:custGeom>
              <a:avLst/>
              <a:gdLst/>
              <a:ahLst/>
              <a:cxnLst/>
              <a:rect l="l" t="t" r="r" b="b"/>
              <a:pathLst>
                <a:path w="843" h="1131" extrusionOk="0">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61"/>
            <p:cNvSpPr/>
            <p:nvPr/>
          </p:nvSpPr>
          <p:spPr>
            <a:xfrm>
              <a:off x="918534" y="3642559"/>
              <a:ext cx="24884" cy="10091"/>
            </a:xfrm>
            <a:custGeom>
              <a:avLst/>
              <a:gdLst/>
              <a:ahLst/>
              <a:cxnLst/>
              <a:rect l="l" t="t" r="r" b="b"/>
              <a:pathLst>
                <a:path w="1662" h="674" extrusionOk="0">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61"/>
            <p:cNvSpPr/>
            <p:nvPr/>
          </p:nvSpPr>
          <p:spPr>
            <a:xfrm>
              <a:off x="933342" y="3615175"/>
              <a:ext cx="24555" cy="10091"/>
            </a:xfrm>
            <a:custGeom>
              <a:avLst/>
              <a:gdLst/>
              <a:ahLst/>
              <a:cxnLst/>
              <a:rect l="l" t="t" r="r" b="b"/>
              <a:pathLst>
                <a:path w="1640" h="674" extrusionOk="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61"/>
            <p:cNvSpPr/>
            <p:nvPr/>
          </p:nvSpPr>
          <p:spPr>
            <a:xfrm>
              <a:off x="947820" y="3587790"/>
              <a:ext cx="24884" cy="10091"/>
            </a:xfrm>
            <a:custGeom>
              <a:avLst/>
              <a:gdLst/>
              <a:ahLst/>
              <a:cxnLst/>
              <a:rect l="l" t="t" r="r" b="b"/>
              <a:pathLst>
                <a:path w="1662" h="674" extrusionOk="0">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61"/>
            <p:cNvSpPr/>
            <p:nvPr/>
          </p:nvSpPr>
          <p:spPr>
            <a:xfrm>
              <a:off x="962299" y="3560405"/>
              <a:ext cx="24884" cy="10406"/>
            </a:xfrm>
            <a:custGeom>
              <a:avLst/>
              <a:gdLst/>
              <a:ahLst/>
              <a:cxnLst/>
              <a:rect l="l" t="t" r="r" b="b"/>
              <a:pathLst>
                <a:path w="1662" h="695" extrusionOk="0">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61"/>
            <p:cNvSpPr/>
            <p:nvPr/>
          </p:nvSpPr>
          <p:spPr>
            <a:xfrm>
              <a:off x="984637" y="3359564"/>
              <a:ext cx="85957" cy="26456"/>
            </a:xfrm>
            <a:custGeom>
              <a:avLst/>
              <a:gdLst/>
              <a:ahLst/>
              <a:cxnLst/>
              <a:rect l="l" t="t" r="r" b="b"/>
              <a:pathLst>
                <a:path w="5741" h="1767" extrusionOk="0">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61"/>
            <p:cNvSpPr/>
            <p:nvPr/>
          </p:nvSpPr>
          <p:spPr>
            <a:xfrm>
              <a:off x="1037535" y="3359564"/>
              <a:ext cx="33059" cy="26456"/>
            </a:xfrm>
            <a:custGeom>
              <a:avLst/>
              <a:gdLst/>
              <a:ahLst/>
              <a:cxnLst/>
              <a:rect l="l" t="t" r="r" b="b"/>
              <a:pathLst>
                <a:path w="2208" h="1767" extrusionOk="0">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9" name="Google Shape;8069;p61"/>
          <p:cNvGrpSpPr/>
          <p:nvPr/>
        </p:nvGrpSpPr>
        <p:grpSpPr>
          <a:xfrm>
            <a:off x="2624253" y="2720721"/>
            <a:ext cx="365793" cy="361152"/>
            <a:chOff x="2616191" y="2890461"/>
            <a:chExt cx="365793" cy="361152"/>
          </a:xfrm>
        </p:grpSpPr>
        <p:sp>
          <p:nvSpPr>
            <p:cNvPr id="8070" name="Google Shape;8070;p61"/>
            <p:cNvSpPr/>
            <p:nvPr/>
          </p:nvSpPr>
          <p:spPr>
            <a:xfrm>
              <a:off x="2616191" y="3225545"/>
              <a:ext cx="30604" cy="26067"/>
            </a:xfrm>
            <a:custGeom>
              <a:avLst/>
              <a:gdLst/>
              <a:ahLst/>
              <a:cxnLst/>
              <a:rect l="l" t="t" r="r" b="b"/>
              <a:pathLst>
                <a:path w="2044" h="1741" extrusionOk="0">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61"/>
            <p:cNvSpPr/>
            <p:nvPr/>
          </p:nvSpPr>
          <p:spPr>
            <a:xfrm>
              <a:off x="2627196" y="3189506"/>
              <a:ext cx="53527" cy="51326"/>
            </a:xfrm>
            <a:custGeom>
              <a:avLst/>
              <a:gdLst/>
              <a:ahLst/>
              <a:cxnLst/>
              <a:rect l="l" t="t" r="r" b="b"/>
              <a:pathLst>
                <a:path w="3575" h="3428" extrusionOk="0">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61"/>
            <p:cNvSpPr/>
            <p:nvPr/>
          </p:nvSpPr>
          <p:spPr>
            <a:xfrm>
              <a:off x="2631298" y="3201544"/>
              <a:ext cx="49424" cy="39288"/>
            </a:xfrm>
            <a:custGeom>
              <a:avLst/>
              <a:gdLst/>
              <a:ahLst/>
              <a:cxnLst/>
              <a:rect l="l" t="t" r="r" b="b"/>
              <a:pathLst>
                <a:path w="3301" h="2624" extrusionOk="0">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61"/>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61"/>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61"/>
            <p:cNvSpPr/>
            <p:nvPr/>
          </p:nvSpPr>
          <p:spPr>
            <a:xfrm>
              <a:off x="2663085" y="2897153"/>
              <a:ext cx="318899" cy="327314"/>
            </a:xfrm>
            <a:custGeom>
              <a:avLst/>
              <a:gdLst/>
              <a:ahLst/>
              <a:cxnLst/>
              <a:rect l="l" t="t" r="r" b="b"/>
              <a:pathLst>
                <a:path w="21299" h="21861" extrusionOk="0">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61"/>
            <p:cNvSpPr/>
            <p:nvPr/>
          </p:nvSpPr>
          <p:spPr>
            <a:xfrm>
              <a:off x="2643576" y="3148033"/>
              <a:ext cx="78082" cy="76435"/>
            </a:xfrm>
            <a:custGeom>
              <a:avLst/>
              <a:gdLst/>
              <a:ahLst/>
              <a:cxnLst/>
              <a:rect l="l" t="t" r="r" b="b"/>
              <a:pathLst>
                <a:path w="5215" h="5105" extrusionOk="0">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61"/>
            <p:cNvSpPr/>
            <p:nvPr/>
          </p:nvSpPr>
          <p:spPr>
            <a:xfrm>
              <a:off x="2815759" y="2931141"/>
              <a:ext cx="122774" cy="122789"/>
            </a:xfrm>
            <a:custGeom>
              <a:avLst/>
              <a:gdLst/>
              <a:ahLst/>
              <a:cxnLst/>
              <a:rect l="l" t="t" r="r" b="b"/>
              <a:pathLst>
                <a:path w="8200" h="8201" extrusionOk="0">
                  <a:moveTo>
                    <a:pt x="4962" y="1"/>
                  </a:moveTo>
                  <a:lnTo>
                    <a:pt x="0" y="4962"/>
                  </a:lnTo>
                  <a:lnTo>
                    <a:pt x="3238" y="8200"/>
                  </a:lnTo>
                  <a:lnTo>
                    <a:pt x="8200" y="3238"/>
                  </a:lnTo>
                  <a:lnTo>
                    <a:pt x="4962"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61"/>
            <p:cNvSpPr/>
            <p:nvPr/>
          </p:nvSpPr>
          <p:spPr>
            <a:xfrm>
              <a:off x="2663085" y="3185179"/>
              <a:ext cx="58572" cy="39288"/>
            </a:xfrm>
            <a:custGeom>
              <a:avLst/>
              <a:gdLst/>
              <a:ahLst/>
              <a:cxnLst/>
              <a:rect l="l" t="t" r="r" b="b"/>
              <a:pathLst>
                <a:path w="3912" h="2624" extrusionOk="0">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61"/>
            <p:cNvSpPr/>
            <p:nvPr/>
          </p:nvSpPr>
          <p:spPr>
            <a:xfrm>
              <a:off x="2852906" y="2968288"/>
              <a:ext cx="85628" cy="85643"/>
            </a:xfrm>
            <a:custGeom>
              <a:avLst/>
              <a:gdLst/>
              <a:ahLst/>
              <a:cxnLst/>
              <a:rect l="l" t="t" r="r" b="b"/>
              <a:pathLst>
                <a:path w="5719" h="5720" extrusionOk="0">
                  <a:moveTo>
                    <a:pt x="4962" y="1"/>
                  </a:moveTo>
                  <a:lnTo>
                    <a:pt x="0" y="4962"/>
                  </a:lnTo>
                  <a:lnTo>
                    <a:pt x="757" y="5719"/>
                  </a:lnTo>
                  <a:lnTo>
                    <a:pt x="5719" y="757"/>
                  </a:lnTo>
                  <a:lnTo>
                    <a:pt x="4962"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61"/>
            <p:cNvSpPr/>
            <p:nvPr/>
          </p:nvSpPr>
          <p:spPr>
            <a:xfrm>
              <a:off x="2874302" y="2921783"/>
              <a:ext cx="82813" cy="146311"/>
            </a:xfrm>
            <a:custGeom>
              <a:avLst/>
              <a:gdLst/>
              <a:ahLst/>
              <a:cxnLst/>
              <a:rect l="l" t="t" r="r" b="b"/>
              <a:pathLst>
                <a:path w="5531" h="9772" extrusionOk="0">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1" name="Google Shape;8081;p61"/>
          <p:cNvGrpSpPr/>
          <p:nvPr/>
        </p:nvGrpSpPr>
        <p:grpSpPr>
          <a:xfrm>
            <a:off x="3058022" y="1776121"/>
            <a:ext cx="402940" cy="388536"/>
            <a:chOff x="3049959" y="1945861"/>
            <a:chExt cx="402940" cy="388536"/>
          </a:xfrm>
        </p:grpSpPr>
        <p:sp>
          <p:nvSpPr>
            <p:cNvPr id="8082" name="Google Shape;8082;p61"/>
            <p:cNvSpPr/>
            <p:nvPr/>
          </p:nvSpPr>
          <p:spPr>
            <a:xfrm>
              <a:off x="3049959" y="1993398"/>
              <a:ext cx="355402" cy="340999"/>
            </a:xfrm>
            <a:custGeom>
              <a:avLst/>
              <a:gdLst/>
              <a:ahLst/>
              <a:cxnLst/>
              <a:rect l="l" t="t" r="r" b="b"/>
              <a:pathLst>
                <a:path w="23737" h="22775" extrusionOk="0">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61"/>
            <p:cNvSpPr/>
            <p:nvPr/>
          </p:nvSpPr>
          <p:spPr>
            <a:xfrm>
              <a:off x="3093080" y="2196350"/>
              <a:ext cx="12607" cy="11184"/>
            </a:xfrm>
            <a:custGeom>
              <a:avLst/>
              <a:gdLst/>
              <a:ahLst/>
              <a:cxnLst/>
              <a:rect l="l" t="t" r="r" b="b"/>
              <a:pathLst>
                <a:path w="842" h="747" extrusionOk="0">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61"/>
            <p:cNvSpPr/>
            <p:nvPr/>
          </p:nvSpPr>
          <p:spPr>
            <a:xfrm>
              <a:off x="3093080" y="2164564"/>
              <a:ext cx="12607" cy="11184"/>
            </a:xfrm>
            <a:custGeom>
              <a:avLst/>
              <a:gdLst/>
              <a:ahLst/>
              <a:cxnLst/>
              <a:rect l="l" t="t" r="r" b="b"/>
              <a:pathLst>
                <a:path w="842" h="747" extrusionOk="0">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61"/>
            <p:cNvSpPr/>
            <p:nvPr/>
          </p:nvSpPr>
          <p:spPr>
            <a:xfrm>
              <a:off x="3336413" y="2211458"/>
              <a:ext cx="12292" cy="11514"/>
            </a:xfrm>
            <a:custGeom>
              <a:avLst/>
              <a:gdLst/>
              <a:ahLst/>
              <a:cxnLst/>
              <a:rect l="l" t="t" r="r" b="b"/>
              <a:pathLst>
                <a:path w="821" h="769" extrusionOk="0">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61"/>
            <p:cNvSpPr/>
            <p:nvPr/>
          </p:nvSpPr>
          <p:spPr>
            <a:xfrm>
              <a:off x="3196330" y="1945861"/>
              <a:ext cx="116172" cy="116486"/>
            </a:xfrm>
            <a:custGeom>
              <a:avLst/>
              <a:gdLst/>
              <a:ahLst/>
              <a:cxnLst/>
              <a:rect l="l" t="t" r="r" b="b"/>
              <a:pathLst>
                <a:path w="7759" h="7780" extrusionOk="0">
                  <a:moveTo>
                    <a:pt x="3176" y="0"/>
                  </a:moveTo>
                  <a:lnTo>
                    <a:pt x="1" y="3175"/>
                  </a:lnTo>
                  <a:lnTo>
                    <a:pt x="4584" y="7779"/>
                  </a:lnTo>
                  <a:lnTo>
                    <a:pt x="7759" y="4584"/>
                  </a:lnTo>
                  <a:lnTo>
                    <a:pt x="3176"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61"/>
            <p:cNvSpPr/>
            <p:nvPr/>
          </p:nvSpPr>
          <p:spPr>
            <a:xfrm>
              <a:off x="3336413" y="2085943"/>
              <a:ext cx="116486" cy="116486"/>
            </a:xfrm>
            <a:custGeom>
              <a:avLst/>
              <a:gdLst/>
              <a:ahLst/>
              <a:cxnLst/>
              <a:rect l="l" t="t" r="r" b="b"/>
              <a:pathLst>
                <a:path w="7780" h="7780" extrusionOk="0">
                  <a:moveTo>
                    <a:pt x="3175" y="0"/>
                  </a:moveTo>
                  <a:lnTo>
                    <a:pt x="1" y="3196"/>
                  </a:lnTo>
                  <a:lnTo>
                    <a:pt x="4605" y="7779"/>
                  </a:lnTo>
                  <a:lnTo>
                    <a:pt x="7780" y="4605"/>
                  </a:lnTo>
                  <a:lnTo>
                    <a:pt x="317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8" name="Google Shape;8088;p61"/>
          <p:cNvGrpSpPr/>
          <p:nvPr/>
        </p:nvGrpSpPr>
        <p:grpSpPr>
          <a:xfrm>
            <a:off x="2491088" y="4098940"/>
            <a:ext cx="202428" cy="349114"/>
            <a:chOff x="2483025" y="4268679"/>
            <a:chExt cx="202428" cy="349114"/>
          </a:xfrm>
        </p:grpSpPr>
        <p:sp>
          <p:nvSpPr>
            <p:cNvPr id="8089" name="Google Shape;8089;p61"/>
            <p:cNvSpPr/>
            <p:nvPr/>
          </p:nvSpPr>
          <p:spPr>
            <a:xfrm>
              <a:off x="2497818" y="4274339"/>
              <a:ext cx="172528" cy="337780"/>
            </a:xfrm>
            <a:custGeom>
              <a:avLst/>
              <a:gdLst/>
              <a:ahLst/>
              <a:cxnLst/>
              <a:rect l="l" t="t" r="r" b="b"/>
              <a:pathLst>
                <a:path w="11523" h="22560" extrusionOk="0">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61"/>
            <p:cNvSpPr/>
            <p:nvPr/>
          </p:nvSpPr>
          <p:spPr>
            <a:xfrm>
              <a:off x="2599811" y="4274339"/>
              <a:ext cx="76195" cy="337780"/>
            </a:xfrm>
            <a:custGeom>
              <a:avLst/>
              <a:gdLst/>
              <a:ahLst/>
              <a:cxnLst/>
              <a:rect l="l" t="t" r="r" b="b"/>
              <a:pathLst>
                <a:path w="5089" h="22560" extrusionOk="0">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61"/>
            <p:cNvSpPr/>
            <p:nvPr/>
          </p:nvSpPr>
          <p:spPr>
            <a:xfrm>
              <a:off x="2492159" y="4274339"/>
              <a:ext cx="76195" cy="337780"/>
            </a:xfrm>
            <a:custGeom>
              <a:avLst/>
              <a:gdLst/>
              <a:ahLst/>
              <a:cxnLst/>
              <a:rect l="l" t="t" r="r" b="b"/>
              <a:pathLst>
                <a:path w="5089" h="22560" extrusionOk="0">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61"/>
            <p:cNvSpPr/>
            <p:nvPr/>
          </p:nvSpPr>
          <p:spPr>
            <a:xfrm>
              <a:off x="2483025" y="4606444"/>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61"/>
            <p:cNvSpPr/>
            <p:nvPr/>
          </p:nvSpPr>
          <p:spPr>
            <a:xfrm>
              <a:off x="2483025" y="4268679"/>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61"/>
            <p:cNvSpPr/>
            <p:nvPr/>
          </p:nvSpPr>
          <p:spPr>
            <a:xfrm>
              <a:off x="2520487" y="4378847"/>
              <a:ext cx="127506" cy="210933"/>
            </a:xfrm>
            <a:custGeom>
              <a:avLst/>
              <a:gdLst/>
              <a:ahLst/>
              <a:cxnLst/>
              <a:rect l="l" t="t" r="r" b="b"/>
              <a:pathLst>
                <a:path w="8516" h="14088" extrusionOk="0">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5" name="Google Shape;8095;p61"/>
          <p:cNvGrpSpPr/>
          <p:nvPr/>
        </p:nvGrpSpPr>
        <p:grpSpPr>
          <a:xfrm>
            <a:off x="870569" y="2716244"/>
            <a:ext cx="329590" cy="365000"/>
            <a:chOff x="862507" y="2885984"/>
            <a:chExt cx="329590" cy="365000"/>
          </a:xfrm>
        </p:grpSpPr>
        <p:sp>
          <p:nvSpPr>
            <p:cNvPr id="8096" name="Google Shape;8096;p61"/>
            <p:cNvSpPr/>
            <p:nvPr/>
          </p:nvSpPr>
          <p:spPr>
            <a:xfrm>
              <a:off x="862821" y="2975834"/>
              <a:ext cx="313854" cy="275150"/>
            </a:xfrm>
            <a:custGeom>
              <a:avLst/>
              <a:gdLst/>
              <a:ahLst/>
              <a:cxnLst/>
              <a:rect l="l" t="t" r="r" b="b"/>
              <a:pathLst>
                <a:path w="20962" h="18377" extrusionOk="0">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61"/>
            <p:cNvSpPr/>
            <p:nvPr/>
          </p:nvSpPr>
          <p:spPr>
            <a:xfrm>
              <a:off x="862507" y="2975819"/>
              <a:ext cx="250894" cy="275165"/>
            </a:xfrm>
            <a:custGeom>
              <a:avLst/>
              <a:gdLst/>
              <a:ahLst/>
              <a:cxnLst/>
              <a:rect l="l" t="t" r="r" b="b"/>
              <a:pathLst>
                <a:path w="16757" h="18378" extrusionOk="0">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61"/>
            <p:cNvSpPr/>
            <p:nvPr/>
          </p:nvSpPr>
          <p:spPr>
            <a:xfrm>
              <a:off x="1034691" y="2885984"/>
              <a:ext cx="157406" cy="87050"/>
            </a:xfrm>
            <a:custGeom>
              <a:avLst/>
              <a:gdLst/>
              <a:ahLst/>
              <a:cxnLst/>
              <a:rect l="l" t="t" r="r" b="b"/>
              <a:pathLst>
                <a:path w="10513" h="5814" extrusionOk="0">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61"/>
            <p:cNvSpPr/>
            <p:nvPr/>
          </p:nvSpPr>
          <p:spPr>
            <a:xfrm>
              <a:off x="1034691" y="2885984"/>
              <a:ext cx="157406" cy="58707"/>
            </a:xfrm>
            <a:custGeom>
              <a:avLst/>
              <a:gdLst/>
              <a:ahLst/>
              <a:cxnLst/>
              <a:rect l="l" t="t" r="r" b="b"/>
              <a:pathLst>
                <a:path w="10513" h="3921" extrusionOk="0">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61"/>
            <p:cNvSpPr/>
            <p:nvPr/>
          </p:nvSpPr>
          <p:spPr>
            <a:xfrm>
              <a:off x="1103639" y="3030843"/>
              <a:ext cx="44393" cy="63139"/>
            </a:xfrm>
            <a:custGeom>
              <a:avLst/>
              <a:gdLst/>
              <a:ahLst/>
              <a:cxnLst/>
              <a:rect l="l" t="t" r="r" b="b"/>
              <a:pathLst>
                <a:path w="2965" h="4217" extrusionOk="0">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61"/>
            <p:cNvSpPr/>
            <p:nvPr/>
          </p:nvSpPr>
          <p:spPr>
            <a:xfrm>
              <a:off x="986853" y="3004491"/>
              <a:ext cx="65804" cy="14808"/>
            </a:xfrm>
            <a:custGeom>
              <a:avLst/>
              <a:gdLst/>
              <a:ahLst/>
              <a:cxnLst/>
              <a:rect l="l" t="t" r="r" b="b"/>
              <a:pathLst>
                <a:path w="4395" h="989" extrusionOk="0">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61"/>
            <p:cNvSpPr/>
            <p:nvPr/>
          </p:nvSpPr>
          <p:spPr>
            <a:xfrm>
              <a:off x="991330" y="2933641"/>
              <a:ext cx="56356" cy="85972"/>
            </a:xfrm>
            <a:custGeom>
              <a:avLst/>
              <a:gdLst/>
              <a:ahLst/>
              <a:cxnLst/>
              <a:rect l="l" t="t" r="r" b="b"/>
              <a:pathLst>
                <a:path w="3764" h="5742" extrusionOk="0">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3" name="Google Shape;8103;p61"/>
          <p:cNvGrpSpPr/>
          <p:nvPr/>
        </p:nvGrpSpPr>
        <p:grpSpPr>
          <a:xfrm>
            <a:off x="3090138" y="2702065"/>
            <a:ext cx="318884" cy="379807"/>
            <a:chOff x="3082075" y="2871805"/>
            <a:chExt cx="318884" cy="379807"/>
          </a:xfrm>
        </p:grpSpPr>
        <p:sp>
          <p:nvSpPr>
            <p:cNvPr id="8104" name="Google Shape;8104;p61"/>
            <p:cNvSpPr/>
            <p:nvPr/>
          </p:nvSpPr>
          <p:spPr>
            <a:xfrm>
              <a:off x="3105357" y="2915584"/>
              <a:ext cx="248708" cy="281887"/>
            </a:xfrm>
            <a:custGeom>
              <a:avLst/>
              <a:gdLst/>
              <a:ahLst/>
              <a:cxnLst/>
              <a:rect l="l" t="t" r="r" b="b"/>
              <a:pathLst>
                <a:path w="16611" h="18827" extrusionOk="0">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61"/>
            <p:cNvSpPr/>
            <p:nvPr/>
          </p:nvSpPr>
          <p:spPr>
            <a:xfrm>
              <a:off x="3210180" y="2990956"/>
              <a:ext cx="62974" cy="68005"/>
            </a:xfrm>
            <a:custGeom>
              <a:avLst/>
              <a:gdLst/>
              <a:ahLst/>
              <a:cxnLst/>
              <a:rect l="l" t="t" r="r" b="b"/>
              <a:pathLst>
                <a:path w="4206" h="4542" extrusionOk="0">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61"/>
            <p:cNvSpPr/>
            <p:nvPr/>
          </p:nvSpPr>
          <p:spPr>
            <a:xfrm>
              <a:off x="3241667" y="3020542"/>
              <a:ext cx="31487" cy="163709"/>
            </a:xfrm>
            <a:custGeom>
              <a:avLst/>
              <a:gdLst/>
              <a:ahLst/>
              <a:cxnLst/>
              <a:rect l="l" t="t" r="r" b="b"/>
              <a:pathLst>
                <a:path w="2103" h="10934" extrusionOk="0">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61"/>
            <p:cNvSpPr/>
            <p:nvPr/>
          </p:nvSpPr>
          <p:spPr>
            <a:xfrm>
              <a:off x="3210180" y="3020542"/>
              <a:ext cx="31502" cy="163709"/>
            </a:xfrm>
            <a:custGeom>
              <a:avLst/>
              <a:gdLst/>
              <a:ahLst/>
              <a:cxnLst/>
              <a:rect l="l" t="t" r="r" b="b"/>
              <a:pathLst>
                <a:path w="2104" h="10934" extrusionOk="0">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61"/>
            <p:cNvSpPr/>
            <p:nvPr/>
          </p:nvSpPr>
          <p:spPr>
            <a:xfrm>
              <a:off x="3236307" y="3026845"/>
              <a:ext cx="10720" cy="157406"/>
            </a:xfrm>
            <a:custGeom>
              <a:avLst/>
              <a:gdLst/>
              <a:ahLst/>
              <a:cxnLst/>
              <a:rect l="l" t="t" r="r" b="b"/>
              <a:pathLst>
                <a:path w="716" h="10513" extrusionOk="0">
                  <a:moveTo>
                    <a:pt x="1" y="0"/>
                  </a:moveTo>
                  <a:lnTo>
                    <a:pt x="1" y="10512"/>
                  </a:lnTo>
                  <a:lnTo>
                    <a:pt x="716" y="10512"/>
                  </a:lnTo>
                  <a:lnTo>
                    <a:pt x="716"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61"/>
            <p:cNvSpPr/>
            <p:nvPr/>
          </p:nvSpPr>
          <p:spPr>
            <a:xfrm>
              <a:off x="3224673" y="2973318"/>
              <a:ext cx="33688" cy="30080"/>
            </a:xfrm>
            <a:custGeom>
              <a:avLst/>
              <a:gdLst/>
              <a:ahLst/>
              <a:cxnLst/>
              <a:rect l="l" t="t" r="r" b="b"/>
              <a:pathLst>
                <a:path w="2250" h="2009" extrusionOk="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61"/>
            <p:cNvSpPr/>
            <p:nvPr/>
          </p:nvSpPr>
          <p:spPr>
            <a:xfrm>
              <a:off x="3255651" y="2935558"/>
              <a:ext cx="81720" cy="99477"/>
            </a:xfrm>
            <a:custGeom>
              <a:avLst/>
              <a:gdLst/>
              <a:ahLst/>
              <a:cxnLst/>
              <a:rect l="l" t="t" r="r" b="b"/>
              <a:pathLst>
                <a:path w="5458" h="6644" extrusionOk="0">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61"/>
            <p:cNvSpPr/>
            <p:nvPr/>
          </p:nvSpPr>
          <p:spPr>
            <a:xfrm>
              <a:off x="3230752" y="2932399"/>
              <a:ext cx="25304" cy="13880"/>
            </a:xfrm>
            <a:custGeom>
              <a:avLst/>
              <a:gdLst/>
              <a:ahLst/>
              <a:cxnLst/>
              <a:rect l="l" t="t" r="r" b="b"/>
              <a:pathLst>
                <a:path w="1690" h="927" extrusionOk="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61"/>
            <p:cNvSpPr/>
            <p:nvPr/>
          </p:nvSpPr>
          <p:spPr>
            <a:xfrm>
              <a:off x="3374817" y="3024629"/>
              <a:ext cx="26142" cy="10091"/>
            </a:xfrm>
            <a:custGeom>
              <a:avLst/>
              <a:gdLst/>
              <a:ahLst/>
              <a:cxnLst/>
              <a:rect l="l" t="t" r="r" b="b"/>
              <a:pathLst>
                <a:path w="1746" h="674" extrusionOk="0">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61"/>
            <p:cNvSpPr/>
            <p:nvPr/>
          </p:nvSpPr>
          <p:spPr>
            <a:xfrm>
              <a:off x="3082075" y="3024629"/>
              <a:ext cx="26142" cy="10091"/>
            </a:xfrm>
            <a:custGeom>
              <a:avLst/>
              <a:gdLst/>
              <a:ahLst/>
              <a:cxnLst/>
              <a:rect l="l" t="t" r="r" b="b"/>
              <a:pathLst>
                <a:path w="1746" h="674" extrusionOk="0">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61"/>
            <p:cNvSpPr/>
            <p:nvPr/>
          </p:nvSpPr>
          <p:spPr>
            <a:xfrm>
              <a:off x="3355623" y="2948000"/>
              <a:ext cx="25528" cy="16844"/>
            </a:xfrm>
            <a:custGeom>
              <a:avLst/>
              <a:gdLst/>
              <a:ahLst/>
              <a:cxnLst/>
              <a:rect l="l" t="t" r="r" b="b"/>
              <a:pathLst>
                <a:path w="1705" h="1125" extrusionOk="0">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61"/>
            <p:cNvSpPr/>
            <p:nvPr/>
          </p:nvSpPr>
          <p:spPr>
            <a:xfrm>
              <a:off x="3102213" y="3094371"/>
              <a:ext cx="25528" cy="16844"/>
            </a:xfrm>
            <a:custGeom>
              <a:avLst/>
              <a:gdLst/>
              <a:ahLst/>
              <a:cxnLst/>
              <a:rect l="l" t="t" r="r" b="b"/>
              <a:pathLst>
                <a:path w="1705" h="1125" extrusionOk="0">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61"/>
            <p:cNvSpPr/>
            <p:nvPr/>
          </p:nvSpPr>
          <p:spPr>
            <a:xfrm>
              <a:off x="3305001" y="2892257"/>
              <a:ext cx="19629" cy="20976"/>
            </a:xfrm>
            <a:custGeom>
              <a:avLst/>
              <a:gdLst/>
              <a:ahLst/>
              <a:cxnLst/>
              <a:rect l="l" t="t" r="r" b="b"/>
              <a:pathLst>
                <a:path w="1311" h="1401" extrusionOk="0">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61"/>
            <p:cNvSpPr/>
            <p:nvPr/>
          </p:nvSpPr>
          <p:spPr>
            <a:xfrm>
              <a:off x="3236307" y="2871805"/>
              <a:ext cx="10406" cy="22833"/>
            </a:xfrm>
            <a:custGeom>
              <a:avLst/>
              <a:gdLst/>
              <a:ahLst/>
              <a:cxnLst/>
              <a:rect l="l" t="t" r="r" b="b"/>
              <a:pathLst>
                <a:path w="695" h="1525" extrusionOk="0">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61"/>
            <p:cNvSpPr/>
            <p:nvPr/>
          </p:nvSpPr>
          <p:spPr>
            <a:xfrm>
              <a:off x="3158405" y="2892257"/>
              <a:ext cx="19689" cy="21276"/>
            </a:xfrm>
            <a:custGeom>
              <a:avLst/>
              <a:gdLst/>
              <a:ahLst/>
              <a:cxnLst/>
              <a:rect l="l" t="t" r="r" b="b"/>
              <a:pathLst>
                <a:path w="1315" h="1421" extrusionOk="0">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61"/>
            <p:cNvSpPr/>
            <p:nvPr/>
          </p:nvSpPr>
          <p:spPr>
            <a:xfrm>
              <a:off x="3101884" y="2948000"/>
              <a:ext cx="25528" cy="16844"/>
            </a:xfrm>
            <a:custGeom>
              <a:avLst/>
              <a:gdLst/>
              <a:ahLst/>
              <a:cxnLst/>
              <a:rect l="l" t="t" r="r" b="b"/>
              <a:pathLst>
                <a:path w="1705" h="1125" extrusionOk="0">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61"/>
            <p:cNvSpPr/>
            <p:nvPr/>
          </p:nvSpPr>
          <p:spPr>
            <a:xfrm>
              <a:off x="3355278" y="3094371"/>
              <a:ext cx="25543" cy="16844"/>
            </a:xfrm>
            <a:custGeom>
              <a:avLst/>
              <a:gdLst/>
              <a:ahLst/>
              <a:cxnLst/>
              <a:rect l="l" t="t" r="r" b="b"/>
              <a:pathLst>
                <a:path w="1706" h="1125" extrusionOk="0">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61"/>
            <p:cNvSpPr/>
            <p:nvPr/>
          </p:nvSpPr>
          <p:spPr>
            <a:xfrm>
              <a:off x="3223401" y="3230187"/>
              <a:ext cx="36533" cy="21426"/>
            </a:xfrm>
            <a:custGeom>
              <a:avLst/>
              <a:gdLst/>
              <a:ahLst/>
              <a:cxnLst/>
              <a:rect l="l" t="t" r="r" b="b"/>
              <a:pathLst>
                <a:path w="2440" h="1431" extrusionOk="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61"/>
            <p:cNvSpPr/>
            <p:nvPr/>
          </p:nvSpPr>
          <p:spPr>
            <a:xfrm>
              <a:off x="3188470" y="3173531"/>
              <a:ext cx="106095" cy="61088"/>
            </a:xfrm>
            <a:custGeom>
              <a:avLst/>
              <a:gdLst/>
              <a:ahLst/>
              <a:cxnLst/>
              <a:rect l="l" t="t" r="r" b="b"/>
              <a:pathLst>
                <a:path w="7086" h="4080" extrusionOk="0">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61"/>
            <p:cNvSpPr/>
            <p:nvPr/>
          </p:nvSpPr>
          <p:spPr>
            <a:xfrm>
              <a:off x="3188470" y="3191153"/>
              <a:ext cx="106095" cy="13865"/>
            </a:xfrm>
            <a:custGeom>
              <a:avLst/>
              <a:gdLst/>
              <a:ahLst/>
              <a:cxnLst/>
              <a:rect l="l" t="t" r="r" b="b"/>
              <a:pathLst>
                <a:path w="7086" h="926" extrusionOk="0">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4" name="Google Shape;8124;p61"/>
          <p:cNvGrpSpPr/>
          <p:nvPr/>
        </p:nvGrpSpPr>
        <p:grpSpPr>
          <a:xfrm>
            <a:off x="2602843" y="1346755"/>
            <a:ext cx="410187" cy="324244"/>
            <a:chOff x="2594780" y="1516494"/>
            <a:chExt cx="410187" cy="324244"/>
          </a:xfrm>
        </p:grpSpPr>
        <p:sp>
          <p:nvSpPr>
            <p:cNvPr id="8125" name="Google Shape;8125;p61"/>
            <p:cNvSpPr/>
            <p:nvPr/>
          </p:nvSpPr>
          <p:spPr>
            <a:xfrm>
              <a:off x="2594780" y="1641455"/>
              <a:ext cx="241776" cy="199284"/>
            </a:xfrm>
            <a:custGeom>
              <a:avLst/>
              <a:gdLst/>
              <a:ahLst/>
              <a:cxnLst/>
              <a:rect l="l" t="t" r="r" b="b"/>
              <a:pathLst>
                <a:path w="16148" h="13310" extrusionOk="0">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61"/>
            <p:cNvSpPr/>
            <p:nvPr/>
          </p:nvSpPr>
          <p:spPr>
            <a:xfrm>
              <a:off x="2632556" y="1738731"/>
              <a:ext cx="204000" cy="102008"/>
            </a:xfrm>
            <a:custGeom>
              <a:avLst/>
              <a:gdLst/>
              <a:ahLst/>
              <a:cxnLst/>
              <a:rect l="l" t="t" r="r" b="b"/>
              <a:pathLst>
                <a:path w="13625" h="6813" extrusionOk="0">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61"/>
            <p:cNvSpPr/>
            <p:nvPr/>
          </p:nvSpPr>
          <p:spPr>
            <a:xfrm>
              <a:off x="2721957" y="1516494"/>
              <a:ext cx="241132" cy="239560"/>
            </a:xfrm>
            <a:custGeom>
              <a:avLst/>
              <a:gdLst/>
              <a:ahLst/>
              <a:cxnLst/>
              <a:rect l="l" t="t" r="r" b="b"/>
              <a:pathLst>
                <a:path w="16105" h="16000" extrusionOk="0">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61"/>
            <p:cNvSpPr/>
            <p:nvPr/>
          </p:nvSpPr>
          <p:spPr>
            <a:xfrm>
              <a:off x="2881234" y="1828446"/>
              <a:ext cx="40306" cy="12292"/>
            </a:xfrm>
            <a:custGeom>
              <a:avLst/>
              <a:gdLst/>
              <a:ahLst/>
              <a:cxnLst/>
              <a:rect l="l" t="t" r="r" b="b"/>
              <a:pathLst>
                <a:path w="2692" h="821" extrusionOk="0">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61"/>
            <p:cNvSpPr/>
            <p:nvPr/>
          </p:nvSpPr>
          <p:spPr>
            <a:xfrm>
              <a:off x="2735177" y="1828446"/>
              <a:ext cx="89101" cy="12292"/>
            </a:xfrm>
            <a:custGeom>
              <a:avLst/>
              <a:gdLst/>
              <a:ahLst/>
              <a:cxnLst/>
              <a:rect l="l" t="t" r="r" b="b"/>
              <a:pathLst>
                <a:path w="5951" h="821" extrusionOk="0">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61"/>
            <p:cNvSpPr/>
            <p:nvPr/>
          </p:nvSpPr>
          <p:spPr>
            <a:xfrm>
              <a:off x="2832439" y="1828446"/>
              <a:ext cx="14179" cy="12203"/>
            </a:xfrm>
            <a:custGeom>
              <a:avLst/>
              <a:gdLst/>
              <a:ahLst/>
              <a:cxnLst/>
              <a:rect l="l" t="t" r="r" b="b"/>
              <a:pathLst>
                <a:path w="947" h="815" extrusionOk="0">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61"/>
            <p:cNvSpPr/>
            <p:nvPr/>
          </p:nvSpPr>
          <p:spPr>
            <a:xfrm>
              <a:off x="2990773" y="1828446"/>
              <a:ext cx="14194" cy="12203"/>
            </a:xfrm>
            <a:custGeom>
              <a:avLst/>
              <a:gdLst/>
              <a:ahLst/>
              <a:cxnLst/>
              <a:rect l="l" t="t" r="r" b="b"/>
              <a:pathLst>
                <a:path w="948" h="815" extrusionOk="0">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61"/>
            <p:cNvSpPr/>
            <p:nvPr/>
          </p:nvSpPr>
          <p:spPr>
            <a:xfrm>
              <a:off x="2928143" y="1828446"/>
              <a:ext cx="45022" cy="12292"/>
            </a:xfrm>
            <a:custGeom>
              <a:avLst/>
              <a:gdLst/>
              <a:ahLst/>
              <a:cxnLst/>
              <a:rect l="l" t="t" r="r" b="b"/>
              <a:pathLst>
                <a:path w="3007" h="821" extrusionOk="0">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3" name="Google Shape;8133;p61"/>
          <p:cNvGrpSpPr/>
          <p:nvPr/>
        </p:nvGrpSpPr>
        <p:grpSpPr>
          <a:xfrm>
            <a:off x="1751027" y="1333220"/>
            <a:ext cx="333692" cy="333363"/>
            <a:chOff x="1742965" y="1502959"/>
            <a:chExt cx="333692" cy="333363"/>
          </a:xfrm>
        </p:grpSpPr>
        <p:sp>
          <p:nvSpPr>
            <p:cNvPr id="8134" name="Google Shape;8134;p61"/>
            <p:cNvSpPr/>
            <p:nvPr/>
          </p:nvSpPr>
          <p:spPr>
            <a:xfrm>
              <a:off x="1742965" y="1502959"/>
              <a:ext cx="333692" cy="333363"/>
            </a:xfrm>
            <a:custGeom>
              <a:avLst/>
              <a:gdLst/>
              <a:ahLst/>
              <a:cxnLst/>
              <a:rect l="l" t="t" r="r" b="b"/>
              <a:pathLst>
                <a:path w="22287" h="22265" extrusionOk="0">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61"/>
            <p:cNvSpPr/>
            <p:nvPr/>
          </p:nvSpPr>
          <p:spPr>
            <a:xfrm>
              <a:off x="1854719" y="1629492"/>
              <a:ext cx="22040" cy="21740"/>
            </a:xfrm>
            <a:custGeom>
              <a:avLst/>
              <a:gdLst/>
              <a:ahLst/>
              <a:cxnLst/>
              <a:rect l="l" t="t" r="r" b="b"/>
              <a:pathLst>
                <a:path w="1472" h="1452" extrusionOk="0">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61"/>
            <p:cNvSpPr/>
            <p:nvPr/>
          </p:nvSpPr>
          <p:spPr>
            <a:xfrm>
              <a:off x="1898783" y="1629492"/>
              <a:ext cx="22054" cy="21740"/>
            </a:xfrm>
            <a:custGeom>
              <a:avLst/>
              <a:gdLst/>
              <a:ahLst/>
              <a:cxnLst/>
              <a:rect l="l" t="t" r="r" b="b"/>
              <a:pathLst>
                <a:path w="1473" h="1452" extrusionOk="0">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61"/>
            <p:cNvSpPr/>
            <p:nvPr/>
          </p:nvSpPr>
          <p:spPr>
            <a:xfrm>
              <a:off x="1942863" y="1629492"/>
              <a:ext cx="21725" cy="21740"/>
            </a:xfrm>
            <a:custGeom>
              <a:avLst/>
              <a:gdLst/>
              <a:ahLst/>
              <a:cxnLst/>
              <a:rect l="l" t="t" r="r" b="b"/>
              <a:pathLst>
                <a:path w="1451" h="1452" extrusionOk="0">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8" name="Google Shape;8138;p61"/>
          <p:cNvGrpSpPr/>
          <p:nvPr/>
        </p:nvGrpSpPr>
        <p:grpSpPr>
          <a:xfrm>
            <a:off x="3059594" y="1347069"/>
            <a:ext cx="390034" cy="296545"/>
            <a:chOff x="3051531" y="1516809"/>
            <a:chExt cx="390034" cy="296545"/>
          </a:xfrm>
        </p:grpSpPr>
        <p:sp>
          <p:nvSpPr>
            <p:cNvPr id="8139" name="Google Shape;8139;p61"/>
            <p:cNvSpPr/>
            <p:nvPr/>
          </p:nvSpPr>
          <p:spPr>
            <a:xfrm>
              <a:off x="3051531" y="1516809"/>
              <a:ext cx="389719" cy="296545"/>
            </a:xfrm>
            <a:custGeom>
              <a:avLst/>
              <a:gdLst/>
              <a:ahLst/>
              <a:cxnLst/>
              <a:rect l="l" t="t" r="r" b="b"/>
              <a:pathLst>
                <a:path w="26029" h="19806" extrusionOk="0">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61"/>
            <p:cNvSpPr/>
            <p:nvPr/>
          </p:nvSpPr>
          <p:spPr>
            <a:xfrm>
              <a:off x="3051531" y="1744391"/>
              <a:ext cx="389719" cy="68963"/>
            </a:xfrm>
            <a:custGeom>
              <a:avLst/>
              <a:gdLst/>
              <a:ahLst/>
              <a:cxnLst/>
              <a:rect l="l" t="t" r="r" b="b"/>
              <a:pathLst>
                <a:path w="26029" h="4606" extrusionOk="0">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61"/>
            <p:cNvSpPr/>
            <p:nvPr/>
          </p:nvSpPr>
          <p:spPr>
            <a:xfrm>
              <a:off x="3051531" y="1753838"/>
              <a:ext cx="389719" cy="59516"/>
            </a:xfrm>
            <a:custGeom>
              <a:avLst/>
              <a:gdLst/>
              <a:ahLst/>
              <a:cxnLst/>
              <a:rect l="l" t="t" r="r" b="b"/>
              <a:pathLst>
                <a:path w="26029" h="3975" extrusionOk="0">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61"/>
            <p:cNvSpPr/>
            <p:nvPr/>
          </p:nvSpPr>
          <p:spPr>
            <a:xfrm>
              <a:off x="3051846" y="1516809"/>
              <a:ext cx="389405" cy="65804"/>
            </a:xfrm>
            <a:custGeom>
              <a:avLst/>
              <a:gdLst/>
              <a:ahLst/>
              <a:cxnLst/>
              <a:rect l="l" t="t" r="r" b="b"/>
              <a:pathLst>
                <a:path w="26008" h="4395" extrusionOk="0">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61"/>
            <p:cNvSpPr/>
            <p:nvPr/>
          </p:nvSpPr>
          <p:spPr>
            <a:xfrm>
              <a:off x="3051846" y="1516809"/>
              <a:ext cx="389719" cy="56356"/>
            </a:xfrm>
            <a:custGeom>
              <a:avLst/>
              <a:gdLst/>
              <a:ahLst/>
              <a:cxnLst/>
              <a:rect l="l" t="t" r="r" b="b"/>
              <a:pathLst>
                <a:path w="26029" h="3764" extrusionOk="0">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61"/>
            <p:cNvSpPr/>
            <p:nvPr/>
          </p:nvSpPr>
          <p:spPr>
            <a:xfrm>
              <a:off x="3077973" y="1539148"/>
              <a:ext cx="15751" cy="11978"/>
            </a:xfrm>
            <a:custGeom>
              <a:avLst/>
              <a:gdLst/>
              <a:ahLst/>
              <a:cxnLst/>
              <a:rect l="l" t="t" r="r" b="b"/>
              <a:pathLst>
                <a:path w="1052" h="800" extrusionOk="0">
                  <a:moveTo>
                    <a:pt x="526" y="1"/>
                  </a:moveTo>
                  <a:cubicBezTo>
                    <a:pt x="1" y="1"/>
                    <a:pt x="1" y="779"/>
                    <a:pt x="526" y="800"/>
                  </a:cubicBezTo>
                  <a:cubicBezTo>
                    <a:pt x="1052" y="779"/>
                    <a:pt x="1052" y="1"/>
                    <a:pt x="526"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61"/>
            <p:cNvSpPr/>
            <p:nvPr/>
          </p:nvSpPr>
          <p:spPr>
            <a:xfrm>
              <a:off x="3100012" y="1539148"/>
              <a:ext cx="15751" cy="11978"/>
            </a:xfrm>
            <a:custGeom>
              <a:avLst/>
              <a:gdLst/>
              <a:ahLst/>
              <a:cxnLst/>
              <a:rect l="l" t="t" r="r" b="b"/>
              <a:pathLst>
                <a:path w="1052" h="800" extrusionOk="0">
                  <a:moveTo>
                    <a:pt x="526" y="1"/>
                  </a:moveTo>
                  <a:cubicBezTo>
                    <a:pt x="0" y="1"/>
                    <a:pt x="0" y="779"/>
                    <a:pt x="526" y="800"/>
                  </a:cubicBezTo>
                  <a:cubicBezTo>
                    <a:pt x="1052" y="779"/>
                    <a:pt x="1052" y="1"/>
                    <a:pt x="526"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61"/>
            <p:cNvSpPr/>
            <p:nvPr/>
          </p:nvSpPr>
          <p:spPr>
            <a:xfrm>
              <a:off x="3121737" y="1539148"/>
              <a:ext cx="15751" cy="11978"/>
            </a:xfrm>
            <a:custGeom>
              <a:avLst/>
              <a:gdLst/>
              <a:ahLst/>
              <a:cxnLst/>
              <a:rect l="l" t="t" r="r" b="b"/>
              <a:pathLst>
                <a:path w="1052" h="800" extrusionOk="0">
                  <a:moveTo>
                    <a:pt x="526" y="1"/>
                  </a:moveTo>
                  <a:cubicBezTo>
                    <a:pt x="0" y="1"/>
                    <a:pt x="0" y="800"/>
                    <a:pt x="526" y="800"/>
                  </a:cubicBezTo>
                  <a:cubicBezTo>
                    <a:pt x="1051" y="800"/>
                    <a:pt x="1051" y="1"/>
                    <a:pt x="52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61"/>
            <p:cNvSpPr/>
            <p:nvPr/>
          </p:nvSpPr>
          <p:spPr>
            <a:xfrm>
              <a:off x="3336727" y="1539148"/>
              <a:ext cx="81226" cy="11978"/>
            </a:xfrm>
            <a:custGeom>
              <a:avLst/>
              <a:gdLst/>
              <a:ahLst/>
              <a:cxnLst/>
              <a:rect l="l" t="t" r="r" b="b"/>
              <a:pathLst>
                <a:path w="5425" h="800" extrusionOk="0">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61"/>
            <p:cNvSpPr/>
            <p:nvPr/>
          </p:nvSpPr>
          <p:spPr>
            <a:xfrm>
              <a:off x="3301153" y="1539148"/>
              <a:ext cx="30244" cy="11978"/>
            </a:xfrm>
            <a:custGeom>
              <a:avLst/>
              <a:gdLst/>
              <a:ahLst/>
              <a:cxnLst/>
              <a:rect l="l" t="t" r="r" b="b"/>
              <a:pathLst>
                <a:path w="2020" h="800" extrusionOk="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61"/>
            <p:cNvSpPr/>
            <p:nvPr/>
          </p:nvSpPr>
          <p:spPr>
            <a:xfrm>
              <a:off x="3170832" y="1608096"/>
              <a:ext cx="151432" cy="107667"/>
            </a:xfrm>
            <a:custGeom>
              <a:avLst/>
              <a:gdLst/>
              <a:ahLst/>
              <a:cxnLst/>
              <a:rect l="l" t="t" r="r" b="b"/>
              <a:pathLst>
                <a:path w="10114" h="7191" extrusionOk="0">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61"/>
            <p:cNvSpPr/>
            <p:nvPr/>
          </p:nvSpPr>
          <p:spPr>
            <a:xfrm>
              <a:off x="3170832" y="1608096"/>
              <a:ext cx="151432" cy="44079"/>
            </a:xfrm>
            <a:custGeom>
              <a:avLst/>
              <a:gdLst/>
              <a:ahLst/>
              <a:cxnLst/>
              <a:rect l="l" t="t" r="r" b="b"/>
              <a:pathLst>
                <a:path w="10114" h="2944" extrusionOk="0">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61"/>
            <p:cNvSpPr/>
            <p:nvPr/>
          </p:nvSpPr>
          <p:spPr>
            <a:xfrm>
              <a:off x="3227503" y="1642084"/>
              <a:ext cx="41878" cy="40007"/>
            </a:xfrm>
            <a:custGeom>
              <a:avLst/>
              <a:gdLst/>
              <a:ahLst/>
              <a:cxnLst/>
              <a:rect l="l" t="t" r="r" b="b"/>
              <a:pathLst>
                <a:path w="2797" h="2672" extrusionOk="0">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61"/>
            <p:cNvSpPr/>
            <p:nvPr/>
          </p:nvSpPr>
          <p:spPr>
            <a:xfrm>
              <a:off x="3087106" y="1776177"/>
              <a:ext cx="160865" cy="11679"/>
            </a:xfrm>
            <a:custGeom>
              <a:avLst/>
              <a:gdLst/>
              <a:ahLst/>
              <a:cxnLst/>
              <a:rect l="l" t="t" r="r" b="b"/>
              <a:pathLst>
                <a:path w="10744" h="780" extrusionOk="0">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61"/>
            <p:cNvSpPr/>
            <p:nvPr/>
          </p:nvSpPr>
          <p:spPr>
            <a:xfrm>
              <a:off x="3362540" y="1775563"/>
              <a:ext cx="46295" cy="11978"/>
            </a:xfrm>
            <a:custGeom>
              <a:avLst/>
              <a:gdLst/>
              <a:ahLst/>
              <a:cxnLst/>
              <a:rect l="l" t="t" r="r" b="b"/>
              <a:pathLst>
                <a:path w="3092" h="800" extrusionOk="0">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4" name="Google Shape;8154;p61"/>
          <p:cNvGrpSpPr/>
          <p:nvPr/>
        </p:nvGrpSpPr>
        <p:grpSpPr>
          <a:xfrm>
            <a:off x="3522963" y="1319280"/>
            <a:ext cx="354145" cy="351869"/>
            <a:chOff x="3514900" y="1489020"/>
            <a:chExt cx="354145" cy="351869"/>
          </a:xfrm>
        </p:grpSpPr>
        <p:sp>
          <p:nvSpPr>
            <p:cNvPr id="8155" name="Google Shape;8155;p61"/>
            <p:cNvSpPr/>
            <p:nvPr/>
          </p:nvSpPr>
          <p:spPr>
            <a:xfrm>
              <a:off x="3514900" y="1489020"/>
              <a:ext cx="354145" cy="351869"/>
            </a:xfrm>
            <a:custGeom>
              <a:avLst/>
              <a:gdLst/>
              <a:ahLst/>
              <a:cxnLst/>
              <a:rect l="l" t="t" r="r" b="b"/>
              <a:pathLst>
                <a:path w="23653" h="23501" extrusionOk="0">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61"/>
            <p:cNvSpPr/>
            <p:nvPr/>
          </p:nvSpPr>
          <p:spPr>
            <a:xfrm>
              <a:off x="3619094" y="1759498"/>
              <a:ext cx="24570" cy="24884"/>
            </a:xfrm>
            <a:custGeom>
              <a:avLst/>
              <a:gdLst/>
              <a:ahLst/>
              <a:cxnLst/>
              <a:rect l="l" t="t" r="r" b="b"/>
              <a:pathLst>
                <a:path w="1641" h="1662" extrusionOk="0">
                  <a:moveTo>
                    <a:pt x="526" y="1"/>
                  </a:moveTo>
                  <a:lnTo>
                    <a:pt x="1"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61"/>
            <p:cNvSpPr/>
            <p:nvPr/>
          </p:nvSpPr>
          <p:spPr>
            <a:xfrm>
              <a:off x="3623181" y="1722052"/>
              <a:ext cx="41249" cy="41249"/>
            </a:xfrm>
            <a:custGeom>
              <a:avLst/>
              <a:gdLst/>
              <a:ahLst/>
              <a:cxnLst/>
              <a:rect l="l" t="t" r="r" b="b"/>
              <a:pathLst>
                <a:path w="2755" h="2755" extrusionOk="0">
                  <a:moveTo>
                    <a:pt x="526" y="0"/>
                  </a:moveTo>
                  <a:lnTo>
                    <a:pt x="1" y="526"/>
                  </a:lnTo>
                  <a:lnTo>
                    <a:pt x="2229" y="2754"/>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61"/>
            <p:cNvSpPr/>
            <p:nvPr/>
          </p:nvSpPr>
          <p:spPr>
            <a:xfrm>
              <a:off x="3560536" y="1784682"/>
              <a:ext cx="41264" cy="41579"/>
            </a:xfrm>
            <a:custGeom>
              <a:avLst/>
              <a:gdLst/>
              <a:ahLst/>
              <a:cxnLst/>
              <a:rect l="l" t="t" r="r" b="b"/>
              <a:pathLst>
                <a:path w="2756" h="2777" extrusionOk="0">
                  <a:moveTo>
                    <a:pt x="527" y="1"/>
                  </a:moveTo>
                  <a:lnTo>
                    <a:pt x="1" y="548"/>
                  </a:lnTo>
                  <a:lnTo>
                    <a:pt x="2230" y="2776"/>
                  </a:lnTo>
                  <a:lnTo>
                    <a:pt x="2755" y="2251"/>
                  </a:lnTo>
                  <a:lnTo>
                    <a:pt x="527"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61"/>
            <p:cNvSpPr/>
            <p:nvPr/>
          </p:nvSpPr>
          <p:spPr>
            <a:xfrm>
              <a:off x="3660957" y="1717635"/>
              <a:ext cx="24570" cy="24884"/>
            </a:xfrm>
            <a:custGeom>
              <a:avLst/>
              <a:gdLst/>
              <a:ahLst/>
              <a:cxnLst/>
              <a:rect l="l" t="t" r="r" b="b"/>
              <a:pathLst>
                <a:path w="1641" h="1662" extrusionOk="0">
                  <a:moveTo>
                    <a:pt x="526" y="1"/>
                  </a:moveTo>
                  <a:lnTo>
                    <a:pt x="1" y="547"/>
                  </a:lnTo>
                  <a:lnTo>
                    <a:pt x="1115" y="1662"/>
                  </a:lnTo>
                  <a:lnTo>
                    <a:pt x="1641"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61"/>
            <p:cNvSpPr/>
            <p:nvPr/>
          </p:nvSpPr>
          <p:spPr>
            <a:xfrm>
              <a:off x="3681739" y="1696868"/>
              <a:ext cx="24570" cy="24555"/>
            </a:xfrm>
            <a:custGeom>
              <a:avLst/>
              <a:gdLst/>
              <a:ahLst/>
              <a:cxnLst/>
              <a:rect l="l" t="t" r="r" b="b"/>
              <a:pathLst>
                <a:path w="1641" h="1640" extrusionOk="0">
                  <a:moveTo>
                    <a:pt x="526" y="0"/>
                  </a:moveTo>
                  <a:lnTo>
                    <a:pt x="0" y="526"/>
                  </a:lnTo>
                  <a:lnTo>
                    <a:pt x="1115" y="1640"/>
                  </a:lnTo>
                  <a:lnTo>
                    <a:pt x="1640" y="1114"/>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61"/>
            <p:cNvSpPr/>
            <p:nvPr/>
          </p:nvSpPr>
          <p:spPr>
            <a:xfrm>
              <a:off x="3686141" y="1659092"/>
              <a:ext cx="41249" cy="41564"/>
            </a:xfrm>
            <a:custGeom>
              <a:avLst/>
              <a:gdLst/>
              <a:ahLst/>
              <a:cxnLst/>
              <a:rect l="l" t="t" r="r" b="b"/>
              <a:pathLst>
                <a:path w="2755" h="2776" extrusionOk="0">
                  <a:moveTo>
                    <a:pt x="526" y="0"/>
                  </a:moveTo>
                  <a:lnTo>
                    <a:pt x="1" y="547"/>
                  </a:lnTo>
                  <a:lnTo>
                    <a:pt x="2229" y="2775"/>
                  </a:lnTo>
                  <a:lnTo>
                    <a:pt x="2755" y="2250"/>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61"/>
            <p:cNvSpPr/>
            <p:nvPr/>
          </p:nvSpPr>
          <p:spPr>
            <a:xfrm>
              <a:off x="3723602" y="1654990"/>
              <a:ext cx="24884" cy="24570"/>
            </a:xfrm>
            <a:custGeom>
              <a:avLst/>
              <a:gdLst/>
              <a:ahLst/>
              <a:cxnLst/>
              <a:rect l="l" t="t" r="r" b="b"/>
              <a:pathLst>
                <a:path w="1662" h="1641" extrusionOk="0">
                  <a:moveTo>
                    <a:pt x="526" y="1"/>
                  </a:moveTo>
                  <a:lnTo>
                    <a:pt x="1" y="526"/>
                  </a:lnTo>
                  <a:lnTo>
                    <a:pt x="1115" y="1641"/>
                  </a:lnTo>
                  <a:lnTo>
                    <a:pt x="1662"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61"/>
            <p:cNvSpPr/>
            <p:nvPr/>
          </p:nvSpPr>
          <p:spPr>
            <a:xfrm>
              <a:off x="3744698" y="1633909"/>
              <a:ext cx="24570" cy="24884"/>
            </a:xfrm>
            <a:custGeom>
              <a:avLst/>
              <a:gdLst/>
              <a:ahLst/>
              <a:cxnLst/>
              <a:rect l="l" t="t" r="r" b="b"/>
              <a:pathLst>
                <a:path w="1641" h="1662" extrusionOk="0">
                  <a:moveTo>
                    <a:pt x="526" y="0"/>
                  </a:moveTo>
                  <a:lnTo>
                    <a:pt x="0" y="547"/>
                  </a:lnTo>
                  <a:lnTo>
                    <a:pt x="1115" y="1661"/>
                  </a:lnTo>
                  <a:lnTo>
                    <a:pt x="1640"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61"/>
            <p:cNvSpPr/>
            <p:nvPr/>
          </p:nvSpPr>
          <p:spPr>
            <a:xfrm>
              <a:off x="3748786" y="1596447"/>
              <a:ext cx="41564" cy="41249"/>
            </a:xfrm>
            <a:custGeom>
              <a:avLst/>
              <a:gdLst/>
              <a:ahLst/>
              <a:cxnLst/>
              <a:rect l="l" t="t" r="r" b="b"/>
              <a:pathLst>
                <a:path w="2776" h="2755" extrusionOk="0">
                  <a:moveTo>
                    <a:pt x="526" y="0"/>
                  </a:moveTo>
                  <a:lnTo>
                    <a:pt x="1" y="526"/>
                  </a:lnTo>
                  <a:lnTo>
                    <a:pt x="2229" y="2755"/>
                  </a:lnTo>
                  <a:lnTo>
                    <a:pt x="2776"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61"/>
            <p:cNvSpPr/>
            <p:nvPr/>
          </p:nvSpPr>
          <p:spPr>
            <a:xfrm>
              <a:off x="3786561" y="1592030"/>
              <a:ext cx="24570" cy="24884"/>
            </a:xfrm>
            <a:custGeom>
              <a:avLst/>
              <a:gdLst/>
              <a:ahLst/>
              <a:cxnLst/>
              <a:rect l="l" t="t" r="r" b="b"/>
              <a:pathLst>
                <a:path w="1641" h="1662" extrusionOk="0">
                  <a:moveTo>
                    <a:pt x="526" y="1"/>
                  </a:moveTo>
                  <a:lnTo>
                    <a:pt x="0"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61"/>
            <p:cNvSpPr/>
            <p:nvPr/>
          </p:nvSpPr>
          <p:spPr>
            <a:xfrm>
              <a:off x="3807343" y="1571264"/>
              <a:ext cx="24869" cy="24570"/>
            </a:xfrm>
            <a:custGeom>
              <a:avLst/>
              <a:gdLst/>
              <a:ahLst/>
              <a:cxnLst/>
              <a:rect l="l" t="t" r="r" b="b"/>
              <a:pathLst>
                <a:path w="1661" h="1641" extrusionOk="0">
                  <a:moveTo>
                    <a:pt x="526" y="0"/>
                  </a:moveTo>
                  <a:lnTo>
                    <a:pt x="0" y="526"/>
                  </a:lnTo>
                  <a:lnTo>
                    <a:pt x="1114" y="1640"/>
                  </a:lnTo>
                  <a:lnTo>
                    <a:pt x="1661"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61"/>
            <p:cNvSpPr/>
            <p:nvPr/>
          </p:nvSpPr>
          <p:spPr>
            <a:xfrm>
              <a:off x="3811745" y="1533488"/>
              <a:ext cx="41249" cy="41564"/>
            </a:xfrm>
            <a:custGeom>
              <a:avLst/>
              <a:gdLst/>
              <a:ahLst/>
              <a:cxnLst/>
              <a:rect l="l" t="t" r="r" b="b"/>
              <a:pathLst>
                <a:path w="2755" h="2776" extrusionOk="0">
                  <a:moveTo>
                    <a:pt x="526" y="0"/>
                  </a:moveTo>
                  <a:lnTo>
                    <a:pt x="0" y="526"/>
                  </a:lnTo>
                  <a:lnTo>
                    <a:pt x="2229" y="2776"/>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61"/>
            <p:cNvSpPr/>
            <p:nvPr/>
          </p:nvSpPr>
          <p:spPr>
            <a:xfrm>
              <a:off x="3597998" y="1780594"/>
              <a:ext cx="24570" cy="24570"/>
            </a:xfrm>
            <a:custGeom>
              <a:avLst/>
              <a:gdLst/>
              <a:ahLst/>
              <a:cxnLst/>
              <a:rect l="l" t="t" r="r" b="b"/>
              <a:pathLst>
                <a:path w="1641" h="1641" extrusionOk="0">
                  <a:moveTo>
                    <a:pt x="526" y="1"/>
                  </a:moveTo>
                  <a:lnTo>
                    <a:pt x="1" y="526"/>
                  </a:lnTo>
                  <a:lnTo>
                    <a:pt x="1115" y="1640"/>
                  </a:lnTo>
                  <a:lnTo>
                    <a:pt x="1641"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61"/>
            <p:cNvSpPr/>
            <p:nvPr/>
          </p:nvSpPr>
          <p:spPr>
            <a:xfrm>
              <a:off x="3623181" y="1625090"/>
              <a:ext cx="108940" cy="108925"/>
            </a:xfrm>
            <a:custGeom>
              <a:avLst/>
              <a:gdLst/>
              <a:ahLst/>
              <a:cxnLst/>
              <a:rect l="l" t="t" r="r" b="b"/>
              <a:pathLst>
                <a:path w="7276" h="7275" extrusionOk="0">
                  <a:moveTo>
                    <a:pt x="3070" y="1"/>
                  </a:moveTo>
                  <a:lnTo>
                    <a:pt x="1" y="3049"/>
                  </a:lnTo>
                  <a:lnTo>
                    <a:pt x="4206" y="7275"/>
                  </a:lnTo>
                  <a:lnTo>
                    <a:pt x="7275" y="4205"/>
                  </a:lnTo>
                  <a:lnTo>
                    <a:pt x="3070" y="1"/>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61"/>
            <p:cNvSpPr/>
            <p:nvPr/>
          </p:nvSpPr>
          <p:spPr>
            <a:xfrm>
              <a:off x="3517416" y="1493826"/>
              <a:ext cx="316698" cy="313225"/>
            </a:xfrm>
            <a:custGeom>
              <a:avLst/>
              <a:gdLst/>
              <a:ahLst/>
              <a:cxnLst/>
              <a:rect l="l" t="t" r="r" b="b"/>
              <a:pathLst>
                <a:path w="21152" h="20920" extrusionOk="0">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61"/>
            <p:cNvSpPr/>
            <p:nvPr/>
          </p:nvSpPr>
          <p:spPr>
            <a:xfrm>
              <a:off x="3788133" y="1761399"/>
              <a:ext cx="73230" cy="72287"/>
            </a:xfrm>
            <a:custGeom>
              <a:avLst/>
              <a:gdLst/>
              <a:ahLst/>
              <a:cxnLst/>
              <a:rect l="l" t="t" r="r" b="b"/>
              <a:pathLst>
                <a:path w="4891" h="4828" extrusionOk="0">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61"/>
            <p:cNvSpPr/>
            <p:nvPr/>
          </p:nvSpPr>
          <p:spPr>
            <a:xfrm>
              <a:off x="3822136" y="1761399"/>
              <a:ext cx="39198" cy="72407"/>
            </a:xfrm>
            <a:custGeom>
              <a:avLst/>
              <a:gdLst/>
              <a:ahLst/>
              <a:cxnLst/>
              <a:rect l="l" t="t" r="r" b="b"/>
              <a:pathLst>
                <a:path w="2618" h="4836" extrusionOk="0">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61"/>
            <p:cNvSpPr/>
            <p:nvPr/>
          </p:nvSpPr>
          <p:spPr>
            <a:xfrm>
              <a:off x="3541656" y="1493781"/>
              <a:ext cx="292458" cy="313270"/>
            </a:xfrm>
            <a:custGeom>
              <a:avLst/>
              <a:gdLst/>
              <a:ahLst/>
              <a:cxnLst/>
              <a:rect l="l" t="t" r="r" b="b"/>
              <a:pathLst>
                <a:path w="19533" h="20923" extrusionOk="0">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61"/>
            <p:cNvSpPr/>
            <p:nvPr/>
          </p:nvSpPr>
          <p:spPr>
            <a:xfrm>
              <a:off x="3834728" y="1807979"/>
              <a:ext cx="26636" cy="25708"/>
            </a:xfrm>
            <a:custGeom>
              <a:avLst/>
              <a:gdLst/>
              <a:ahLst/>
              <a:cxnLst/>
              <a:rect l="l" t="t" r="r" b="b"/>
              <a:pathLst>
                <a:path w="1779" h="1717" extrusionOk="0">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61"/>
            <p:cNvSpPr/>
            <p:nvPr/>
          </p:nvSpPr>
          <p:spPr>
            <a:xfrm>
              <a:off x="3552047" y="1524984"/>
              <a:ext cx="68320" cy="68334"/>
            </a:xfrm>
            <a:custGeom>
              <a:avLst/>
              <a:gdLst/>
              <a:ahLst/>
              <a:cxnLst/>
              <a:rect l="l" t="t" r="r" b="b"/>
              <a:pathLst>
                <a:path w="4563" h="4564" extrusionOk="0">
                  <a:moveTo>
                    <a:pt x="3049" y="1"/>
                  </a:moveTo>
                  <a:lnTo>
                    <a:pt x="0" y="3070"/>
                  </a:lnTo>
                  <a:lnTo>
                    <a:pt x="1493" y="4563"/>
                  </a:lnTo>
                  <a:lnTo>
                    <a:pt x="4563" y="1494"/>
                  </a:lnTo>
                  <a:lnTo>
                    <a:pt x="3049" y="1"/>
                  </a:ln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61"/>
            <p:cNvSpPr/>
            <p:nvPr/>
          </p:nvSpPr>
          <p:spPr>
            <a:xfrm>
              <a:off x="3593281" y="1566218"/>
              <a:ext cx="221623" cy="221952"/>
            </a:xfrm>
            <a:custGeom>
              <a:avLst/>
              <a:gdLst/>
              <a:ahLst/>
              <a:cxnLst/>
              <a:rect l="l" t="t" r="r" b="b"/>
              <a:pathLst>
                <a:path w="14802" h="14824" extrusionOk="0">
                  <a:moveTo>
                    <a:pt x="526" y="1"/>
                  </a:moveTo>
                  <a:lnTo>
                    <a:pt x="1" y="548"/>
                  </a:lnTo>
                  <a:lnTo>
                    <a:pt x="14276" y="14823"/>
                  </a:lnTo>
                  <a:lnTo>
                    <a:pt x="14802" y="14298"/>
                  </a:lnTo>
                  <a:lnTo>
                    <a:pt x="526"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7" name="Google Shape;8177;p61"/>
          <p:cNvGrpSpPr/>
          <p:nvPr/>
        </p:nvGrpSpPr>
        <p:grpSpPr>
          <a:xfrm>
            <a:off x="3074387" y="3180706"/>
            <a:ext cx="346598" cy="333183"/>
            <a:chOff x="3066324" y="3350446"/>
            <a:chExt cx="346598" cy="333183"/>
          </a:xfrm>
        </p:grpSpPr>
        <p:sp>
          <p:nvSpPr>
            <p:cNvPr id="8178" name="Google Shape;8178;p61"/>
            <p:cNvSpPr/>
            <p:nvPr/>
          </p:nvSpPr>
          <p:spPr>
            <a:xfrm>
              <a:off x="3077658" y="3672759"/>
              <a:ext cx="297174" cy="10735"/>
            </a:xfrm>
            <a:custGeom>
              <a:avLst/>
              <a:gdLst/>
              <a:ahLst/>
              <a:cxnLst/>
              <a:rect l="l" t="t" r="r" b="b"/>
              <a:pathLst>
                <a:path w="19848" h="717" extrusionOk="0">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61"/>
            <p:cNvSpPr/>
            <p:nvPr/>
          </p:nvSpPr>
          <p:spPr>
            <a:xfrm>
              <a:off x="3066324" y="3350446"/>
              <a:ext cx="346598" cy="333183"/>
            </a:xfrm>
            <a:custGeom>
              <a:avLst/>
              <a:gdLst/>
              <a:ahLst/>
              <a:cxnLst/>
              <a:rect l="l" t="t" r="r" b="b"/>
              <a:pathLst>
                <a:path w="23149" h="22253" extrusionOk="0">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61"/>
            <p:cNvSpPr/>
            <p:nvPr/>
          </p:nvSpPr>
          <p:spPr>
            <a:xfrm>
              <a:off x="3079545" y="3516970"/>
              <a:ext cx="333378" cy="166524"/>
            </a:xfrm>
            <a:custGeom>
              <a:avLst/>
              <a:gdLst/>
              <a:ahLst/>
              <a:cxnLst/>
              <a:rect l="l" t="t" r="r" b="b"/>
              <a:pathLst>
                <a:path w="22266" h="11122" extrusionOk="0">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61"/>
            <p:cNvSpPr/>
            <p:nvPr/>
          </p:nvSpPr>
          <p:spPr>
            <a:xfrm>
              <a:off x="3079545" y="3371841"/>
              <a:ext cx="333378" cy="145143"/>
            </a:xfrm>
            <a:custGeom>
              <a:avLst/>
              <a:gdLst/>
              <a:ahLst/>
              <a:cxnLst/>
              <a:rect l="l" t="t" r="r" b="b"/>
              <a:pathLst>
                <a:path w="22266" h="9694" extrusionOk="0">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61"/>
            <p:cNvSpPr/>
            <p:nvPr/>
          </p:nvSpPr>
          <p:spPr>
            <a:xfrm>
              <a:off x="3188784" y="3371841"/>
              <a:ext cx="224138" cy="145143"/>
            </a:xfrm>
            <a:custGeom>
              <a:avLst/>
              <a:gdLst/>
              <a:ahLst/>
              <a:cxnLst/>
              <a:rect l="l" t="t" r="r" b="b"/>
              <a:pathLst>
                <a:path w="14970" h="9694" extrusionOk="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61"/>
            <p:cNvSpPr/>
            <p:nvPr/>
          </p:nvSpPr>
          <p:spPr>
            <a:xfrm>
              <a:off x="3079545" y="3516970"/>
              <a:ext cx="333378" cy="144814"/>
            </a:xfrm>
            <a:custGeom>
              <a:avLst/>
              <a:gdLst/>
              <a:ahLst/>
              <a:cxnLst/>
              <a:rect l="l" t="t" r="r" b="b"/>
              <a:pathLst>
                <a:path w="22266" h="9672" extrusionOk="0">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61"/>
            <p:cNvSpPr/>
            <p:nvPr/>
          </p:nvSpPr>
          <p:spPr>
            <a:xfrm>
              <a:off x="3079545" y="3516970"/>
              <a:ext cx="181018" cy="136938"/>
            </a:xfrm>
            <a:custGeom>
              <a:avLst/>
              <a:gdLst/>
              <a:ahLst/>
              <a:cxnLst/>
              <a:rect l="l" t="t" r="r" b="b"/>
              <a:pathLst>
                <a:path w="12090" h="9146" extrusionOk="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61"/>
            <p:cNvSpPr/>
            <p:nvPr/>
          </p:nvSpPr>
          <p:spPr>
            <a:xfrm>
              <a:off x="3079545" y="3430084"/>
              <a:ext cx="333378" cy="173771"/>
            </a:xfrm>
            <a:custGeom>
              <a:avLst/>
              <a:gdLst/>
              <a:ahLst/>
              <a:cxnLst/>
              <a:rect l="l" t="t" r="r" b="b"/>
              <a:pathLst>
                <a:path w="22266" h="11606" extrusionOk="0">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61"/>
            <p:cNvSpPr/>
            <p:nvPr/>
          </p:nvSpPr>
          <p:spPr>
            <a:xfrm>
              <a:off x="3079545" y="3444563"/>
              <a:ext cx="333378" cy="144814"/>
            </a:xfrm>
            <a:custGeom>
              <a:avLst/>
              <a:gdLst/>
              <a:ahLst/>
              <a:cxnLst/>
              <a:rect l="l" t="t" r="r" b="b"/>
              <a:pathLst>
                <a:path w="22266" h="9672" extrusionOk="0">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61"/>
            <p:cNvSpPr/>
            <p:nvPr/>
          </p:nvSpPr>
          <p:spPr>
            <a:xfrm>
              <a:off x="3079545" y="3444563"/>
              <a:ext cx="186692" cy="144814"/>
            </a:xfrm>
            <a:custGeom>
              <a:avLst/>
              <a:gdLst/>
              <a:ahLst/>
              <a:cxnLst/>
              <a:rect l="l" t="t" r="r" b="b"/>
              <a:pathLst>
                <a:path w="12469" h="9672" extrusionOk="0">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8" name="Google Shape;8188;p61"/>
          <p:cNvGrpSpPr/>
          <p:nvPr/>
        </p:nvGrpSpPr>
        <p:grpSpPr>
          <a:xfrm>
            <a:off x="1290817" y="1782350"/>
            <a:ext cx="363278" cy="363338"/>
            <a:chOff x="1282755" y="1952089"/>
            <a:chExt cx="363278" cy="363338"/>
          </a:xfrm>
        </p:grpSpPr>
        <p:sp>
          <p:nvSpPr>
            <p:cNvPr id="8189" name="Google Shape;8189;p61"/>
            <p:cNvSpPr/>
            <p:nvPr/>
          </p:nvSpPr>
          <p:spPr>
            <a:xfrm>
              <a:off x="1282755" y="1952089"/>
              <a:ext cx="359924" cy="363338"/>
            </a:xfrm>
            <a:custGeom>
              <a:avLst/>
              <a:gdLst/>
              <a:ahLst/>
              <a:cxnLst/>
              <a:rect l="l" t="t" r="r" b="b"/>
              <a:pathLst>
                <a:path w="24039" h="24267" extrusionOk="0">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61"/>
            <p:cNvSpPr/>
            <p:nvPr/>
          </p:nvSpPr>
          <p:spPr>
            <a:xfrm>
              <a:off x="1437900" y="2104404"/>
              <a:ext cx="61118" cy="57644"/>
            </a:xfrm>
            <a:custGeom>
              <a:avLst/>
              <a:gdLst/>
              <a:ahLst/>
              <a:cxnLst/>
              <a:rect l="l" t="t" r="r" b="b"/>
              <a:pathLst>
                <a:path w="4082" h="3850" extrusionOk="0">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61"/>
            <p:cNvSpPr/>
            <p:nvPr/>
          </p:nvSpPr>
          <p:spPr>
            <a:xfrm>
              <a:off x="1286214" y="2015019"/>
              <a:ext cx="61148" cy="47313"/>
            </a:xfrm>
            <a:custGeom>
              <a:avLst/>
              <a:gdLst/>
              <a:ahLst/>
              <a:cxnLst/>
              <a:rect l="l" t="t" r="r" b="b"/>
              <a:pathLst>
                <a:path w="4084" h="3160" extrusionOk="0">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61"/>
            <p:cNvSpPr/>
            <p:nvPr/>
          </p:nvSpPr>
          <p:spPr>
            <a:xfrm>
              <a:off x="1595396" y="2201696"/>
              <a:ext cx="50637" cy="47253"/>
            </a:xfrm>
            <a:custGeom>
              <a:avLst/>
              <a:gdLst/>
              <a:ahLst/>
              <a:cxnLst/>
              <a:rect l="l" t="t" r="r" b="b"/>
              <a:pathLst>
                <a:path w="3382" h="3156" extrusionOk="0">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61"/>
            <p:cNvSpPr/>
            <p:nvPr/>
          </p:nvSpPr>
          <p:spPr>
            <a:xfrm>
              <a:off x="1452034" y="2121653"/>
              <a:ext cx="46984" cy="40276"/>
            </a:xfrm>
            <a:custGeom>
              <a:avLst/>
              <a:gdLst/>
              <a:ahLst/>
              <a:cxnLst/>
              <a:rect l="l" t="t" r="r" b="b"/>
              <a:pathLst>
                <a:path w="3138" h="2690" extrusionOk="0">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61"/>
            <p:cNvSpPr/>
            <p:nvPr/>
          </p:nvSpPr>
          <p:spPr>
            <a:xfrm>
              <a:off x="1307445" y="2032701"/>
              <a:ext cx="33868" cy="29631"/>
            </a:xfrm>
            <a:custGeom>
              <a:avLst/>
              <a:gdLst/>
              <a:ahLst/>
              <a:cxnLst/>
              <a:rect l="l" t="t" r="r" b="b"/>
              <a:pathLst>
                <a:path w="2262" h="1979" extrusionOk="0">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61"/>
            <p:cNvSpPr/>
            <p:nvPr/>
          </p:nvSpPr>
          <p:spPr>
            <a:xfrm>
              <a:off x="1612464" y="2219064"/>
              <a:ext cx="33568" cy="29750"/>
            </a:xfrm>
            <a:custGeom>
              <a:avLst/>
              <a:gdLst/>
              <a:ahLst/>
              <a:cxnLst/>
              <a:rect l="l" t="t" r="r" b="b"/>
              <a:pathLst>
                <a:path w="2242" h="1987" extrusionOk="0">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6" name="Google Shape;8196;p61"/>
          <p:cNvGrpSpPr/>
          <p:nvPr/>
        </p:nvGrpSpPr>
        <p:grpSpPr>
          <a:xfrm>
            <a:off x="3518156" y="2739542"/>
            <a:ext cx="355133" cy="343574"/>
            <a:chOff x="3510094" y="2909281"/>
            <a:chExt cx="355133" cy="343574"/>
          </a:xfrm>
        </p:grpSpPr>
        <p:sp>
          <p:nvSpPr>
            <p:cNvPr id="8197" name="Google Shape;8197;p61"/>
            <p:cNvSpPr/>
            <p:nvPr/>
          </p:nvSpPr>
          <p:spPr>
            <a:xfrm>
              <a:off x="3583205" y="3134527"/>
              <a:ext cx="50652" cy="47523"/>
            </a:xfrm>
            <a:custGeom>
              <a:avLst/>
              <a:gdLst/>
              <a:ahLst/>
              <a:cxnLst/>
              <a:rect l="l" t="t" r="r" b="b"/>
              <a:pathLst>
                <a:path w="3383" h="3174" extrusionOk="0">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61"/>
            <p:cNvSpPr/>
            <p:nvPr/>
          </p:nvSpPr>
          <p:spPr>
            <a:xfrm>
              <a:off x="3655746" y="2909281"/>
              <a:ext cx="209480" cy="192127"/>
            </a:xfrm>
            <a:custGeom>
              <a:avLst/>
              <a:gdLst/>
              <a:ahLst/>
              <a:cxnLst/>
              <a:rect l="l" t="t" r="r" b="b"/>
              <a:pathLst>
                <a:path w="13991" h="12832" extrusionOk="0">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61"/>
            <p:cNvSpPr/>
            <p:nvPr/>
          </p:nvSpPr>
          <p:spPr>
            <a:xfrm>
              <a:off x="3673863" y="2923430"/>
              <a:ext cx="184806" cy="179550"/>
            </a:xfrm>
            <a:custGeom>
              <a:avLst/>
              <a:gdLst/>
              <a:ahLst/>
              <a:cxnLst/>
              <a:rect l="l" t="t" r="r" b="b"/>
              <a:pathLst>
                <a:path w="12343" h="11992" extrusionOk="0">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61"/>
            <p:cNvSpPr/>
            <p:nvPr/>
          </p:nvSpPr>
          <p:spPr>
            <a:xfrm>
              <a:off x="3541970" y="3007531"/>
              <a:ext cx="218793" cy="216383"/>
            </a:xfrm>
            <a:custGeom>
              <a:avLst/>
              <a:gdLst/>
              <a:ahLst/>
              <a:cxnLst/>
              <a:rect l="l" t="t" r="r" b="b"/>
              <a:pathLst>
                <a:path w="14613" h="14452" extrusionOk="0">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61"/>
            <p:cNvSpPr/>
            <p:nvPr/>
          </p:nvSpPr>
          <p:spPr>
            <a:xfrm>
              <a:off x="3562123" y="3027504"/>
              <a:ext cx="198640" cy="196409"/>
            </a:xfrm>
            <a:custGeom>
              <a:avLst/>
              <a:gdLst/>
              <a:ahLst/>
              <a:cxnLst/>
              <a:rect l="l" t="t" r="r" b="b"/>
              <a:pathLst>
                <a:path w="13267" h="13118" extrusionOk="0">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61"/>
            <p:cNvSpPr/>
            <p:nvPr/>
          </p:nvSpPr>
          <p:spPr>
            <a:xfrm>
              <a:off x="3516562" y="3033523"/>
              <a:ext cx="217446" cy="210304"/>
            </a:xfrm>
            <a:custGeom>
              <a:avLst/>
              <a:gdLst/>
              <a:ahLst/>
              <a:cxnLst/>
              <a:rect l="l" t="t" r="r" b="b"/>
              <a:pathLst>
                <a:path w="14523" h="14046" extrusionOk="0">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61"/>
            <p:cNvSpPr/>
            <p:nvPr/>
          </p:nvSpPr>
          <p:spPr>
            <a:xfrm>
              <a:off x="3524033" y="3056041"/>
              <a:ext cx="202413" cy="188100"/>
            </a:xfrm>
            <a:custGeom>
              <a:avLst/>
              <a:gdLst/>
              <a:ahLst/>
              <a:cxnLst/>
              <a:rect l="l" t="t" r="r" b="b"/>
              <a:pathLst>
                <a:path w="13519" h="12563" extrusionOk="0">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61"/>
            <p:cNvSpPr/>
            <p:nvPr/>
          </p:nvSpPr>
          <p:spPr>
            <a:xfrm>
              <a:off x="3556389" y="3171360"/>
              <a:ext cx="39108" cy="35620"/>
            </a:xfrm>
            <a:custGeom>
              <a:avLst/>
              <a:gdLst/>
              <a:ahLst/>
              <a:cxnLst/>
              <a:rect l="l" t="t" r="r" b="b"/>
              <a:pathLst>
                <a:path w="2612" h="2379" extrusionOk="0">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61"/>
            <p:cNvSpPr/>
            <p:nvPr/>
          </p:nvSpPr>
          <p:spPr>
            <a:xfrm>
              <a:off x="3573413" y="3180268"/>
              <a:ext cx="22084" cy="21920"/>
            </a:xfrm>
            <a:custGeom>
              <a:avLst/>
              <a:gdLst/>
              <a:ahLst/>
              <a:cxnLst/>
              <a:rect l="l" t="t" r="r" b="b"/>
              <a:pathLst>
                <a:path w="1475" h="1464" extrusionOk="0">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61"/>
            <p:cNvSpPr/>
            <p:nvPr/>
          </p:nvSpPr>
          <p:spPr>
            <a:xfrm>
              <a:off x="3510094" y="2969111"/>
              <a:ext cx="174534" cy="41549"/>
            </a:xfrm>
            <a:custGeom>
              <a:avLst/>
              <a:gdLst/>
              <a:ahLst/>
              <a:cxnLst/>
              <a:rect l="l" t="t" r="r" b="b"/>
              <a:pathLst>
                <a:path w="11657" h="2775" extrusionOk="0">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61"/>
            <p:cNvSpPr/>
            <p:nvPr/>
          </p:nvSpPr>
          <p:spPr>
            <a:xfrm>
              <a:off x="3529948" y="2930572"/>
              <a:ext cx="133270" cy="33928"/>
            </a:xfrm>
            <a:custGeom>
              <a:avLst/>
              <a:gdLst/>
              <a:ahLst/>
              <a:cxnLst/>
              <a:rect l="l" t="t" r="r" b="b"/>
              <a:pathLst>
                <a:path w="8901" h="2266" extrusionOk="0">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61"/>
            <p:cNvSpPr/>
            <p:nvPr/>
          </p:nvSpPr>
          <p:spPr>
            <a:xfrm>
              <a:off x="3753292" y="3083980"/>
              <a:ext cx="52793" cy="168875"/>
            </a:xfrm>
            <a:custGeom>
              <a:avLst/>
              <a:gdLst/>
              <a:ahLst/>
              <a:cxnLst/>
              <a:rect l="l" t="t" r="r" b="b"/>
              <a:pathLst>
                <a:path w="3526" h="11279" extrusionOk="0">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61"/>
            <p:cNvSpPr/>
            <p:nvPr/>
          </p:nvSpPr>
          <p:spPr>
            <a:xfrm>
              <a:off x="3799243" y="3105481"/>
              <a:ext cx="43046" cy="127700"/>
            </a:xfrm>
            <a:custGeom>
              <a:avLst/>
              <a:gdLst/>
              <a:ahLst/>
              <a:cxnLst/>
              <a:rect l="l" t="t" r="r" b="b"/>
              <a:pathLst>
                <a:path w="2875" h="8529" extrusionOk="0">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10" name="Google Shape;8210;p61"/>
          <p:cNvSpPr/>
          <p:nvPr/>
        </p:nvSpPr>
        <p:spPr>
          <a:xfrm>
            <a:off x="2521946" y="1642342"/>
            <a:ext cx="32745" cy="26456"/>
          </a:xfrm>
          <a:custGeom>
            <a:avLst/>
            <a:gdLst/>
            <a:ahLst/>
            <a:cxnLst/>
            <a:rect l="l" t="t" r="r" b="b"/>
            <a:pathLst>
              <a:path w="2187" h="1767" extrusionOk="0">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11" name="Google Shape;8211;p61"/>
          <p:cNvGrpSpPr/>
          <p:nvPr/>
        </p:nvGrpSpPr>
        <p:grpSpPr>
          <a:xfrm>
            <a:off x="2171904" y="1337232"/>
            <a:ext cx="382787" cy="331566"/>
            <a:chOff x="2163842" y="1506972"/>
            <a:chExt cx="382787" cy="331566"/>
          </a:xfrm>
        </p:grpSpPr>
        <p:sp>
          <p:nvSpPr>
            <p:cNvPr id="8212" name="Google Shape;8212;p61"/>
            <p:cNvSpPr/>
            <p:nvPr/>
          </p:nvSpPr>
          <p:spPr>
            <a:xfrm>
              <a:off x="2247253" y="1506972"/>
              <a:ext cx="214152" cy="101768"/>
            </a:xfrm>
            <a:custGeom>
              <a:avLst/>
              <a:gdLst/>
              <a:ahLst/>
              <a:cxnLst/>
              <a:rect l="l" t="t" r="r" b="b"/>
              <a:pathLst>
                <a:path w="14303" h="6797" extrusionOk="0">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61"/>
            <p:cNvSpPr/>
            <p:nvPr/>
          </p:nvSpPr>
          <p:spPr>
            <a:xfrm>
              <a:off x="2163842" y="1812081"/>
              <a:ext cx="382787" cy="26456"/>
            </a:xfrm>
            <a:custGeom>
              <a:avLst/>
              <a:gdLst/>
              <a:ahLst/>
              <a:cxnLst/>
              <a:rect l="l" t="t" r="r" b="b"/>
              <a:pathLst>
                <a:path w="25566" h="1767" extrusionOk="0">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61"/>
            <p:cNvSpPr/>
            <p:nvPr/>
          </p:nvSpPr>
          <p:spPr>
            <a:xfrm>
              <a:off x="2178634" y="1592030"/>
              <a:ext cx="353201" cy="220066"/>
            </a:xfrm>
            <a:custGeom>
              <a:avLst/>
              <a:gdLst/>
              <a:ahLst/>
              <a:cxnLst/>
              <a:rect l="l" t="t" r="r" b="b"/>
              <a:pathLst>
                <a:path w="23590" h="14698" extrusionOk="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61"/>
            <p:cNvSpPr/>
            <p:nvPr/>
          </p:nvSpPr>
          <p:spPr>
            <a:xfrm>
              <a:off x="2178634" y="1592030"/>
              <a:ext cx="353201" cy="220066"/>
            </a:xfrm>
            <a:custGeom>
              <a:avLst/>
              <a:gdLst/>
              <a:ahLst/>
              <a:cxnLst/>
              <a:rect l="l" t="t" r="r" b="b"/>
              <a:pathLst>
                <a:path w="23590" h="14698" extrusionOk="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61"/>
            <p:cNvSpPr/>
            <p:nvPr/>
          </p:nvSpPr>
          <p:spPr>
            <a:xfrm>
              <a:off x="2201602" y="1615013"/>
              <a:ext cx="307251" cy="174100"/>
            </a:xfrm>
            <a:custGeom>
              <a:avLst/>
              <a:gdLst/>
              <a:ahLst/>
              <a:cxnLst/>
              <a:rect l="l" t="t" r="r" b="b"/>
              <a:pathLst>
                <a:path w="20521" h="11628" extrusionOk="0">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61"/>
            <p:cNvSpPr/>
            <p:nvPr/>
          </p:nvSpPr>
          <p:spPr>
            <a:xfrm>
              <a:off x="2201932" y="1615013"/>
              <a:ext cx="306921" cy="173786"/>
            </a:xfrm>
            <a:custGeom>
              <a:avLst/>
              <a:gdLst/>
              <a:ahLst/>
              <a:cxnLst/>
              <a:rect l="l" t="t" r="r" b="b"/>
              <a:pathLst>
                <a:path w="20499" h="11607" extrusionOk="0">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61"/>
            <p:cNvSpPr/>
            <p:nvPr/>
          </p:nvSpPr>
          <p:spPr>
            <a:xfrm>
              <a:off x="2254500" y="1777450"/>
              <a:ext cx="76824" cy="34646"/>
            </a:xfrm>
            <a:custGeom>
              <a:avLst/>
              <a:gdLst/>
              <a:ahLst/>
              <a:cxnLst/>
              <a:rect l="l" t="t" r="r" b="b"/>
              <a:pathLst>
                <a:path w="5131" h="2314" extrusionOk="0">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61"/>
            <p:cNvSpPr/>
            <p:nvPr/>
          </p:nvSpPr>
          <p:spPr>
            <a:xfrm>
              <a:off x="2300765" y="1777450"/>
              <a:ext cx="30873" cy="34646"/>
            </a:xfrm>
            <a:custGeom>
              <a:avLst/>
              <a:gdLst/>
              <a:ahLst/>
              <a:cxnLst/>
              <a:rect l="l" t="t" r="r" b="b"/>
              <a:pathLst>
                <a:path w="2062" h="2314" extrusionOk="0">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0" name="Google Shape;8220;p61"/>
          <p:cNvGrpSpPr/>
          <p:nvPr/>
        </p:nvGrpSpPr>
        <p:grpSpPr>
          <a:xfrm>
            <a:off x="1746940" y="3179913"/>
            <a:ext cx="357918" cy="350536"/>
            <a:chOff x="1738877" y="3349652"/>
            <a:chExt cx="357918" cy="350536"/>
          </a:xfrm>
        </p:grpSpPr>
        <p:sp>
          <p:nvSpPr>
            <p:cNvPr id="8221" name="Google Shape;8221;p61"/>
            <p:cNvSpPr/>
            <p:nvPr/>
          </p:nvSpPr>
          <p:spPr>
            <a:xfrm>
              <a:off x="1814114" y="3407461"/>
              <a:ext cx="154516" cy="282965"/>
            </a:xfrm>
            <a:custGeom>
              <a:avLst/>
              <a:gdLst/>
              <a:ahLst/>
              <a:cxnLst/>
              <a:rect l="l" t="t" r="r" b="b"/>
              <a:pathLst>
                <a:path w="10320" h="18899" extrusionOk="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61"/>
            <p:cNvSpPr/>
            <p:nvPr/>
          </p:nvSpPr>
          <p:spPr>
            <a:xfrm>
              <a:off x="1813800" y="3521057"/>
              <a:ext cx="47538" cy="80402"/>
            </a:xfrm>
            <a:custGeom>
              <a:avLst/>
              <a:gdLst/>
              <a:ahLst/>
              <a:cxnLst/>
              <a:rect l="l" t="t" r="r" b="b"/>
              <a:pathLst>
                <a:path w="3175" h="5370" extrusionOk="0">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61"/>
            <p:cNvSpPr/>
            <p:nvPr/>
          </p:nvSpPr>
          <p:spPr>
            <a:xfrm>
              <a:off x="1900041" y="3407506"/>
              <a:ext cx="61402" cy="56896"/>
            </a:xfrm>
            <a:custGeom>
              <a:avLst/>
              <a:gdLst/>
              <a:ahLst/>
              <a:cxnLst/>
              <a:rect l="l" t="t" r="r" b="b"/>
              <a:pathLst>
                <a:path w="4101" h="3800" extrusionOk="0">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61"/>
            <p:cNvSpPr/>
            <p:nvPr/>
          </p:nvSpPr>
          <p:spPr>
            <a:xfrm>
              <a:off x="1738877" y="3658310"/>
              <a:ext cx="215320" cy="41878"/>
            </a:xfrm>
            <a:custGeom>
              <a:avLst/>
              <a:gdLst/>
              <a:ahLst/>
              <a:cxnLst/>
              <a:rect l="l" t="t" r="r" b="b"/>
              <a:pathLst>
                <a:path w="14381" h="2797" extrusionOk="0">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61"/>
            <p:cNvSpPr/>
            <p:nvPr/>
          </p:nvSpPr>
          <p:spPr>
            <a:xfrm>
              <a:off x="1901928" y="3658310"/>
              <a:ext cx="52269" cy="41878"/>
            </a:xfrm>
            <a:custGeom>
              <a:avLst/>
              <a:gdLst/>
              <a:ahLst/>
              <a:cxnLst/>
              <a:rect l="l" t="t" r="r" b="b"/>
              <a:pathLst>
                <a:path w="3491" h="2797" extrusionOk="0">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61"/>
            <p:cNvSpPr/>
            <p:nvPr/>
          </p:nvSpPr>
          <p:spPr>
            <a:xfrm>
              <a:off x="1781369" y="3503749"/>
              <a:ext cx="93818" cy="80402"/>
            </a:xfrm>
            <a:custGeom>
              <a:avLst/>
              <a:gdLst/>
              <a:ahLst/>
              <a:cxnLst/>
              <a:rect l="l" t="t" r="r" b="b"/>
              <a:pathLst>
                <a:path w="6266" h="5370" extrusionOk="0">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61"/>
            <p:cNvSpPr/>
            <p:nvPr/>
          </p:nvSpPr>
          <p:spPr>
            <a:xfrm>
              <a:off x="1829221" y="3503749"/>
              <a:ext cx="45966" cy="80283"/>
            </a:xfrm>
            <a:custGeom>
              <a:avLst/>
              <a:gdLst/>
              <a:ahLst/>
              <a:cxnLst/>
              <a:rect l="l" t="t" r="r" b="b"/>
              <a:pathLst>
                <a:path w="3070" h="5362" extrusionOk="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61"/>
            <p:cNvSpPr/>
            <p:nvPr/>
          </p:nvSpPr>
          <p:spPr>
            <a:xfrm>
              <a:off x="1813800" y="3528289"/>
              <a:ext cx="36832" cy="31337"/>
            </a:xfrm>
            <a:custGeom>
              <a:avLst/>
              <a:gdLst/>
              <a:ahLst/>
              <a:cxnLst/>
              <a:rect l="l" t="t" r="r" b="b"/>
              <a:pathLst>
                <a:path w="2460" h="2093" extrusionOk="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61"/>
            <p:cNvSpPr/>
            <p:nvPr/>
          </p:nvSpPr>
          <p:spPr>
            <a:xfrm>
              <a:off x="1881475" y="3351479"/>
              <a:ext cx="95075" cy="97186"/>
            </a:xfrm>
            <a:custGeom>
              <a:avLst/>
              <a:gdLst/>
              <a:ahLst/>
              <a:cxnLst/>
              <a:rect l="l" t="t" r="r" b="b"/>
              <a:pathLst>
                <a:path w="6350" h="6491" extrusionOk="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61"/>
            <p:cNvSpPr/>
            <p:nvPr/>
          </p:nvSpPr>
          <p:spPr>
            <a:xfrm>
              <a:off x="1914834" y="3370584"/>
              <a:ext cx="61717" cy="78082"/>
            </a:xfrm>
            <a:custGeom>
              <a:avLst/>
              <a:gdLst/>
              <a:ahLst/>
              <a:cxnLst/>
              <a:rect l="l" t="t" r="r" b="b"/>
              <a:pathLst>
                <a:path w="4122" h="5215" extrusionOk="0">
                  <a:moveTo>
                    <a:pt x="2755" y="1"/>
                  </a:moveTo>
                  <a:lnTo>
                    <a:pt x="1" y="4374"/>
                  </a:lnTo>
                  <a:lnTo>
                    <a:pt x="1346" y="5215"/>
                  </a:lnTo>
                  <a:lnTo>
                    <a:pt x="4122" y="821"/>
                  </a:lnTo>
                  <a:lnTo>
                    <a:pt x="2818"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61"/>
            <p:cNvSpPr/>
            <p:nvPr/>
          </p:nvSpPr>
          <p:spPr>
            <a:xfrm>
              <a:off x="1934987" y="3382861"/>
              <a:ext cx="140412" cy="147255"/>
            </a:xfrm>
            <a:custGeom>
              <a:avLst/>
              <a:gdLst/>
              <a:ahLst/>
              <a:cxnLst/>
              <a:rect l="l" t="t" r="r" b="b"/>
              <a:pathLst>
                <a:path w="9378" h="9835" extrusionOk="0">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61"/>
            <p:cNvSpPr/>
            <p:nvPr/>
          </p:nvSpPr>
          <p:spPr>
            <a:xfrm>
              <a:off x="1974020" y="3389165"/>
              <a:ext cx="101379" cy="140801"/>
            </a:xfrm>
            <a:custGeom>
              <a:avLst/>
              <a:gdLst/>
              <a:ahLst/>
              <a:cxnLst/>
              <a:rect l="l" t="t" r="r" b="b"/>
              <a:pathLst>
                <a:path w="6771" h="9404" extrusionOk="0">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61"/>
            <p:cNvSpPr/>
            <p:nvPr/>
          </p:nvSpPr>
          <p:spPr>
            <a:xfrm>
              <a:off x="2010538" y="3427884"/>
              <a:ext cx="86257" cy="88937"/>
            </a:xfrm>
            <a:custGeom>
              <a:avLst/>
              <a:gdLst/>
              <a:ahLst/>
              <a:cxnLst/>
              <a:rect l="l" t="t" r="r" b="b"/>
              <a:pathLst>
                <a:path w="5761" h="5940" extrusionOk="0">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61"/>
            <p:cNvSpPr/>
            <p:nvPr/>
          </p:nvSpPr>
          <p:spPr>
            <a:xfrm>
              <a:off x="2020929" y="3432600"/>
              <a:ext cx="75866" cy="84370"/>
            </a:xfrm>
            <a:custGeom>
              <a:avLst/>
              <a:gdLst/>
              <a:ahLst/>
              <a:cxnLst/>
              <a:rect l="l" t="t" r="r" b="b"/>
              <a:pathLst>
                <a:path w="5067" h="5635" extrusionOk="0">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61"/>
            <p:cNvSpPr/>
            <p:nvPr/>
          </p:nvSpPr>
          <p:spPr>
            <a:xfrm>
              <a:off x="1861322" y="3349652"/>
              <a:ext cx="46924" cy="44873"/>
            </a:xfrm>
            <a:custGeom>
              <a:avLst/>
              <a:gdLst/>
              <a:ahLst/>
              <a:cxnLst/>
              <a:rect l="l" t="t" r="r" b="b"/>
              <a:pathLst>
                <a:path w="3134" h="2997" extrusionOk="0">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61"/>
            <p:cNvSpPr/>
            <p:nvPr/>
          </p:nvSpPr>
          <p:spPr>
            <a:xfrm>
              <a:off x="1877687" y="3358306"/>
              <a:ext cx="30559" cy="36218"/>
            </a:xfrm>
            <a:custGeom>
              <a:avLst/>
              <a:gdLst/>
              <a:ahLst/>
              <a:cxnLst/>
              <a:rect l="l" t="t" r="r" b="b"/>
              <a:pathLst>
                <a:path w="2041" h="2419" extrusionOk="0">
                  <a:moveTo>
                    <a:pt x="1136" y="1"/>
                  </a:moveTo>
                  <a:lnTo>
                    <a:pt x="1" y="1851"/>
                  </a:lnTo>
                  <a:lnTo>
                    <a:pt x="863" y="2419"/>
                  </a:lnTo>
                  <a:lnTo>
                    <a:pt x="2040" y="547"/>
                  </a:lnTo>
                  <a:lnTo>
                    <a:pt x="1136"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61"/>
            <p:cNvSpPr/>
            <p:nvPr/>
          </p:nvSpPr>
          <p:spPr>
            <a:xfrm>
              <a:off x="1872656" y="3625880"/>
              <a:ext cx="42193" cy="32430"/>
            </a:xfrm>
            <a:custGeom>
              <a:avLst/>
              <a:gdLst/>
              <a:ahLst/>
              <a:cxnLst/>
              <a:rect l="l" t="t" r="r" b="b"/>
              <a:pathLst>
                <a:path w="2818" h="2166" extrusionOk="0">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61"/>
            <p:cNvSpPr/>
            <p:nvPr/>
          </p:nvSpPr>
          <p:spPr>
            <a:xfrm>
              <a:off x="1885563" y="3625745"/>
              <a:ext cx="28972" cy="32565"/>
            </a:xfrm>
            <a:custGeom>
              <a:avLst/>
              <a:gdLst/>
              <a:ahLst/>
              <a:cxnLst/>
              <a:rect l="l" t="t" r="r" b="b"/>
              <a:pathLst>
                <a:path w="1935" h="2175" extrusionOk="0">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9" name="Google Shape;8239;p61"/>
          <p:cNvGrpSpPr/>
          <p:nvPr/>
        </p:nvGrpSpPr>
        <p:grpSpPr>
          <a:xfrm>
            <a:off x="1979882" y="4107115"/>
            <a:ext cx="383281" cy="333947"/>
            <a:chOff x="1971819" y="4276854"/>
            <a:chExt cx="383281" cy="333947"/>
          </a:xfrm>
        </p:grpSpPr>
        <p:sp>
          <p:nvSpPr>
            <p:cNvPr id="8240" name="Google Shape;8240;p61"/>
            <p:cNvSpPr/>
            <p:nvPr/>
          </p:nvSpPr>
          <p:spPr>
            <a:xfrm>
              <a:off x="1971819" y="4277094"/>
              <a:ext cx="383281" cy="333707"/>
            </a:xfrm>
            <a:custGeom>
              <a:avLst/>
              <a:gdLst/>
              <a:ahLst/>
              <a:cxnLst/>
              <a:rect l="l" t="t" r="r" b="b"/>
              <a:pathLst>
                <a:path w="25599" h="22288" extrusionOk="0">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61"/>
            <p:cNvSpPr/>
            <p:nvPr/>
          </p:nvSpPr>
          <p:spPr>
            <a:xfrm>
              <a:off x="2071910" y="4276854"/>
              <a:ext cx="281124" cy="183233"/>
            </a:xfrm>
            <a:custGeom>
              <a:avLst/>
              <a:gdLst/>
              <a:ahLst/>
              <a:cxnLst/>
              <a:rect l="l" t="t" r="r" b="b"/>
              <a:pathLst>
                <a:path w="18776" h="12238" extrusionOk="0">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61"/>
            <p:cNvSpPr/>
            <p:nvPr/>
          </p:nvSpPr>
          <p:spPr>
            <a:xfrm>
              <a:off x="2169187" y="4328644"/>
              <a:ext cx="141984" cy="106574"/>
            </a:xfrm>
            <a:custGeom>
              <a:avLst/>
              <a:gdLst/>
              <a:ahLst/>
              <a:cxnLst/>
              <a:rect l="l" t="t" r="r" b="b"/>
              <a:pathLst>
                <a:path w="9483" h="7118" extrusionOk="0">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61"/>
            <p:cNvSpPr/>
            <p:nvPr/>
          </p:nvSpPr>
          <p:spPr>
            <a:xfrm>
              <a:off x="2194685" y="4328959"/>
              <a:ext cx="103894" cy="98699"/>
            </a:xfrm>
            <a:custGeom>
              <a:avLst/>
              <a:gdLst/>
              <a:ahLst/>
              <a:cxnLst/>
              <a:rect l="l" t="t" r="r" b="b"/>
              <a:pathLst>
                <a:path w="6939" h="6592" extrusionOk="0">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61"/>
            <p:cNvSpPr/>
            <p:nvPr/>
          </p:nvSpPr>
          <p:spPr>
            <a:xfrm>
              <a:off x="2061849" y="4499810"/>
              <a:ext cx="81226" cy="60684"/>
            </a:xfrm>
            <a:custGeom>
              <a:avLst/>
              <a:gdLst/>
              <a:ahLst/>
              <a:cxnLst/>
              <a:rect l="l" t="t" r="r" b="b"/>
              <a:pathLst>
                <a:path w="5425" h="4053" extrusionOk="0">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61"/>
            <p:cNvSpPr/>
            <p:nvPr/>
          </p:nvSpPr>
          <p:spPr>
            <a:xfrm>
              <a:off x="2075384" y="4499600"/>
              <a:ext cx="62660" cy="57435"/>
            </a:xfrm>
            <a:custGeom>
              <a:avLst/>
              <a:gdLst/>
              <a:ahLst/>
              <a:cxnLst/>
              <a:rect l="l" t="t" r="r" b="b"/>
              <a:pathLst>
                <a:path w="4185" h="3836" extrusionOk="0">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61"/>
            <p:cNvSpPr/>
            <p:nvPr/>
          </p:nvSpPr>
          <p:spPr>
            <a:xfrm>
              <a:off x="2030047" y="4417027"/>
              <a:ext cx="81241" cy="60684"/>
            </a:xfrm>
            <a:custGeom>
              <a:avLst/>
              <a:gdLst/>
              <a:ahLst/>
              <a:cxnLst/>
              <a:rect l="l" t="t" r="r" b="b"/>
              <a:pathLst>
                <a:path w="5426" h="4053" extrusionOk="0">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61"/>
            <p:cNvSpPr/>
            <p:nvPr/>
          </p:nvSpPr>
          <p:spPr>
            <a:xfrm>
              <a:off x="2043897" y="4416937"/>
              <a:ext cx="62345" cy="57315"/>
            </a:xfrm>
            <a:custGeom>
              <a:avLst/>
              <a:gdLst/>
              <a:ahLst/>
              <a:cxnLst/>
              <a:rect l="l" t="t" r="r" b="b"/>
              <a:pathLst>
                <a:path w="4164" h="3828" extrusionOk="0">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61"/>
            <p:cNvSpPr/>
            <p:nvPr/>
          </p:nvSpPr>
          <p:spPr>
            <a:xfrm>
              <a:off x="2067194" y="4330845"/>
              <a:ext cx="80911" cy="60609"/>
            </a:xfrm>
            <a:custGeom>
              <a:avLst/>
              <a:gdLst/>
              <a:ahLst/>
              <a:cxnLst/>
              <a:rect l="l" t="t" r="r" b="b"/>
              <a:pathLst>
                <a:path w="5404" h="4048" extrusionOk="0">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61"/>
            <p:cNvSpPr/>
            <p:nvPr/>
          </p:nvSpPr>
          <p:spPr>
            <a:xfrm>
              <a:off x="2080415" y="4330845"/>
              <a:ext cx="62974" cy="57464"/>
            </a:xfrm>
            <a:custGeom>
              <a:avLst/>
              <a:gdLst/>
              <a:ahLst/>
              <a:cxnLst/>
              <a:rect l="l" t="t" r="r" b="b"/>
              <a:pathLst>
                <a:path w="4206" h="3838" extrusionOk="0">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0" name="Google Shape;8250;p61"/>
          <p:cNvGrpSpPr/>
          <p:nvPr/>
        </p:nvGrpSpPr>
        <p:grpSpPr>
          <a:xfrm>
            <a:off x="1833181" y="2716080"/>
            <a:ext cx="175987" cy="361391"/>
            <a:chOff x="1825119" y="2885819"/>
            <a:chExt cx="175987" cy="361391"/>
          </a:xfrm>
        </p:grpSpPr>
        <p:sp>
          <p:nvSpPr>
            <p:cNvPr id="8251" name="Google Shape;8251;p61"/>
            <p:cNvSpPr/>
            <p:nvPr/>
          </p:nvSpPr>
          <p:spPr>
            <a:xfrm>
              <a:off x="1825119" y="2885819"/>
              <a:ext cx="175987" cy="56356"/>
            </a:xfrm>
            <a:custGeom>
              <a:avLst/>
              <a:gdLst/>
              <a:ahLst/>
              <a:cxnLst/>
              <a:rect l="l" t="t" r="r" b="b"/>
              <a:pathLst>
                <a:path w="11754" h="3764" extrusionOk="0">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61"/>
            <p:cNvSpPr/>
            <p:nvPr/>
          </p:nvSpPr>
          <p:spPr>
            <a:xfrm>
              <a:off x="1951666" y="2886119"/>
              <a:ext cx="49439" cy="56371"/>
            </a:xfrm>
            <a:custGeom>
              <a:avLst/>
              <a:gdLst/>
              <a:ahLst/>
              <a:cxnLst/>
              <a:rect l="l" t="t" r="r" b="b"/>
              <a:pathLst>
                <a:path w="3302" h="3765" extrusionOk="0">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61"/>
            <p:cNvSpPr/>
            <p:nvPr/>
          </p:nvSpPr>
          <p:spPr>
            <a:xfrm>
              <a:off x="1853776" y="2942161"/>
              <a:ext cx="118058" cy="304735"/>
            </a:xfrm>
            <a:custGeom>
              <a:avLst/>
              <a:gdLst/>
              <a:ahLst/>
              <a:cxnLst/>
              <a:rect l="l" t="t" r="r" b="b"/>
              <a:pathLst>
                <a:path w="7885" h="20353" extrusionOk="0">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61"/>
            <p:cNvSpPr/>
            <p:nvPr/>
          </p:nvSpPr>
          <p:spPr>
            <a:xfrm>
              <a:off x="1853776" y="2942161"/>
              <a:ext cx="118058" cy="305050"/>
            </a:xfrm>
            <a:custGeom>
              <a:avLst/>
              <a:gdLst/>
              <a:ahLst/>
              <a:cxnLst/>
              <a:rect l="l" t="t" r="r" b="b"/>
              <a:pathLst>
                <a:path w="7885" h="20374" extrusionOk="0">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61"/>
            <p:cNvSpPr/>
            <p:nvPr/>
          </p:nvSpPr>
          <p:spPr>
            <a:xfrm>
              <a:off x="1933100" y="2963257"/>
              <a:ext cx="38419" cy="10705"/>
            </a:xfrm>
            <a:custGeom>
              <a:avLst/>
              <a:gdLst/>
              <a:ahLst/>
              <a:cxnLst/>
              <a:rect l="l" t="t" r="r" b="b"/>
              <a:pathLst>
                <a:path w="2566" h="715" extrusionOk="0">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61"/>
            <p:cNvSpPr/>
            <p:nvPr/>
          </p:nvSpPr>
          <p:spPr>
            <a:xfrm>
              <a:off x="1933100" y="300134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61"/>
            <p:cNvSpPr/>
            <p:nvPr/>
          </p:nvSpPr>
          <p:spPr>
            <a:xfrm>
              <a:off x="1933100" y="303943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61"/>
            <p:cNvSpPr/>
            <p:nvPr/>
          </p:nvSpPr>
          <p:spPr>
            <a:xfrm>
              <a:off x="1933100" y="3077527"/>
              <a:ext cx="38419" cy="11020"/>
            </a:xfrm>
            <a:custGeom>
              <a:avLst/>
              <a:gdLst/>
              <a:ahLst/>
              <a:cxnLst/>
              <a:rect l="l" t="t" r="r" b="b"/>
              <a:pathLst>
                <a:path w="2566" h="736" extrusionOk="0">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61"/>
            <p:cNvSpPr/>
            <p:nvPr/>
          </p:nvSpPr>
          <p:spPr>
            <a:xfrm>
              <a:off x="1933100" y="3115931"/>
              <a:ext cx="38419" cy="10705"/>
            </a:xfrm>
            <a:custGeom>
              <a:avLst/>
              <a:gdLst/>
              <a:ahLst/>
              <a:cxnLst/>
              <a:rect l="l" t="t" r="r" b="b"/>
              <a:pathLst>
                <a:path w="2566" h="715" extrusionOk="0">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61"/>
            <p:cNvSpPr/>
            <p:nvPr/>
          </p:nvSpPr>
          <p:spPr>
            <a:xfrm>
              <a:off x="1933100" y="3154007"/>
              <a:ext cx="38419" cy="10720"/>
            </a:xfrm>
            <a:custGeom>
              <a:avLst/>
              <a:gdLst/>
              <a:ahLst/>
              <a:cxnLst/>
              <a:rect l="l" t="t" r="r" b="b"/>
              <a:pathLst>
                <a:path w="2566" h="716" extrusionOk="0">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1" name="Google Shape;8261;p61"/>
          <p:cNvGrpSpPr/>
          <p:nvPr/>
        </p:nvGrpSpPr>
        <p:grpSpPr>
          <a:xfrm>
            <a:off x="3512886" y="3236104"/>
            <a:ext cx="369896" cy="226339"/>
            <a:chOff x="3504824" y="3405844"/>
            <a:chExt cx="369896" cy="226339"/>
          </a:xfrm>
        </p:grpSpPr>
        <p:sp>
          <p:nvSpPr>
            <p:cNvPr id="8262" name="Google Shape;8262;p61"/>
            <p:cNvSpPr/>
            <p:nvPr/>
          </p:nvSpPr>
          <p:spPr>
            <a:xfrm>
              <a:off x="3504824" y="3461871"/>
              <a:ext cx="369896" cy="141984"/>
            </a:xfrm>
            <a:custGeom>
              <a:avLst/>
              <a:gdLst/>
              <a:ahLst/>
              <a:cxnLst/>
              <a:rect l="l" t="t" r="r" b="b"/>
              <a:pathLst>
                <a:path w="24705" h="9483" extrusionOk="0">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61"/>
            <p:cNvSpPr/>
            <p:nvPr/>
          </p:nvSpPr>
          <p:spPr>
            <a:xfrm>
              <a:off x="3835357" y="3461557"/>
              <a:ext cx="39363" cy="142299"/>
            </a:xfrm>
            <a:custGeom>
              <a:avLst/>
              <a:gdLst/>
              <a:ahLst/>
              <a:cxnLst/>
              <a:rect l="l" t="t" r="r" b="b"/>
              <a:pathLst>
                <a:path w="2629" h="9504" extrusionOk="0">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61"/>
            <p:cNvSpPr/>
            <p:nvPr/>
          </p:nvSpPr>
          <p:spPr>
            <a:xfrm>
              <a:off x="3554877" y="3603840"/>
              <a:ext cx="73051" cy="28343"/>
            </a:xfrm>
            <a:custGeom>
              <a:avLst/>
              <a:gdLst/>
              <a:ahLst/>
              <a:cxnLst/>
              <a:rect l="l" t="t" r="r" b="b"/>
              <a:pathLst>
                <a:path w="4879" h="1893" extrusionOk="0">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61"/>
            <p:cNvSpPr/>
            <p:nvPr/>
          </p:nvSpPr>
          <p:spPr>
            <a:xfrm>
              <a:off x="3595797" y="3603840"/>
              <a:ext cx="32131" cy="28343"/>
            </a:xfrm>
            <a:custGeom>
              <a:avLst/>
              <a:gdLst/>
              <a:ahLst/>
              <a:cxnLst/>
              <a:rect l="l" t="t" r="r" b="b"/>
              <a:pathLst>
                <a:path w="2146" h="1893" extrusionOk="0">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61"/>
            <p:cNvSpPr/>
            <p:nvPr/>
          </p:nvSpPr>
          <p:spPr>
            <a:xfrm>
              <a:off x="3751930" y="3603840"/>
              <a:ext cx="73051" cy="28343"/>
            </a:xfrm>
            <a:custGeom>
              <a:avLst/>
              <a:gdLst/>
              <a:ahLst/>
              <a:cxnLst/>
              <a:rect l="l" t="t" r="r" b="b"/>
              <a:pathLst>
                <a:path w="4879" h="1893" extrusionOk="0">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61"/>
            <p:cNvSpPr/>
            <p:nvPr/>
          </p:nvSpPr>
          <p:spPr>
            <a:xfrm>
              <a:off x="3796638" y="3603840"/>
              <a:ext cx="28343" cy="28343"/>
            </a:xfrm>
            <a:custGeom>
              <a:avLst/>
              <a:gdLst/>
              <a:ahLst/>
              <a:cxnLst/>
              <a:rect l="l" t="t" r="r" b="b"/>
              <a:pathLst>
                <a:path w="1893" h="1893" extrusionOk="0">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61"/>
            <p:cNvSpPr/>
            <p:nvPr/>
          </p:nvSpPr>
          <p:spPr>
            <a:xfrm>
              <a:off x="3510813" y="3405844"/>
              <a:ext cx="184791" cy="158229"/>
            </a:xfrm>
            <a:custGeom>
              <a:avLst/>
              <a:gdLst/>
              <a:ahLst/>
              <a:cxnLst/>
              <a:rect l="l" t="t" r="r" b="b"/>
              <a:pathLst>
                <a:path w="12342" h="10568" extrusionOk="0">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61"/>
            <p:cNvSpPr/>
            <p:nvPr/>
          </p:nvSpPr>
          <p:spPr>
            <a:xfrm>
              <a:off x="3600528" y="3405844"/>
              <a:ext cx="99792" cy="158110"/>
            </a:xfrm>
            <a:custGeom>
              <a:avLst/>
              <a:gdLst/>
              <a:ahLst/>
              <a:cxnLst/>
              <a:rect l="l" t="t" r="r" b="b"/>
              <a:pathLst>
                <a:path w="6665" h="10560" extrusionOk="0">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61"/>
            <p:cNvSpPr/>
            <p:nvPr/>
          </p:nvSpPr>
          <p:spPr>
            <a:xfrm>
              <a:off x="3548274" y="3433543"/>
              <a:ext cx="119630" cy="102562"/>
            </a:xfrm>
            <a:custGeom>
              <a:avLst/>
              <a:gdLst/>
              <a:ahLst/>
              <a:cxnLst/>
              <a:rect l="l" t="t" r="r" b="b"/>
              <a:pathLst>
                <a:path w="7990" h="6850" extrusionOk="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61"/>
            <p:cNvSpPr/>
            <p:nvPr/>
          </p:nvSpPr>
          <p:spPr>
            <a:xfrm>
              <a:off x="3603987" y="3433543"/>
              <a:ext cx="65490" cy="102322"/>
            </a:xfrm>
            <a:custGeom>
              <a:avLst/>
              <a:gdLst/>
              <a:ahLst/>
              <a:cxnLst/>
              <a:rect l="l" t="t" r="r" b="b"/>
              <a:pathLst>
                <a:path w="4374" h="6834" extrusionOk="0">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61"/>
            <p:cNvSpPr/>
            <p:nvPr/>
          </p:nvSpPr>
          <p:spPr>
            <a:xfrm>
              <a:off x="3705979" y="3507208"/>
              <a:ext cx="59815" cy="50981"/>
            </a:xfrm>
            <a:custGeom>
              <a:avLst/>
              <a:gdLst/>
              <a:ahLst/>
              <a:cxnLst/>
              <a:rect l="l" t="t" r="r" b="b"/>
              <a:pathLst>
                <a:path w="3995" h="3405" extrusionOk="0">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61"/>
            <p:cNvSpPr/>
            <p:nvPr/>
          </p:nvSpPr>
          <p:spPr>
            <a:xfrm>
              <a:off x="3730849" y="3507208"/>
              <a:ext cx="37476" cy="50966"/>
            </a:xfrm>
            <a:custGeom>
              <a:avLst/>
              <a:gdLst/>
              <a:ahLst/>
              <a:cxnLst/>
              <a:rect l="l" t="t" r="r" b="b"/>
              <a:pathLst>
                <a:path w="2503" h="3404" extrusionOk="0">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61"/>
            <p:cNvSpPr/>
            <p:nvPr/>
          </p:nvSpPr>
          <p:spPr>
            <a:xfrm>
              <a:off x="3779943" y="3507208"/>
              <a:ext cx="59516" cy="50981"/>
            </a:xfrm>
            <a:custGeom>
              <a:avLst/>
              <a:gdLst/>
              <a:ahLst/>
              <a:cxnLst/>
              <a:rect l="l" t="t" r="r" b="b"/>
              <a:pathLst>
                <a:path w="3975" h="3405" extrusionOk="0">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61"/>
            <p:cNvSpPr/>
            <p:nvPr/>
          </p:nvSpPr>
          <p:spPr>
            <a:xfrm>
              <a:off x="3804498" y="3506893"/>
              <a:ext cx="37476" cy="51281"/>
            </a:xfrm>
            <a:custGeom>
              <a:avLst/>
              <a:gdLst/>
              <a:ahLst/>
              <a:cxnLst/>
              <a:rect l="l" t="t" r="r" b="b"/>
              <a:pathLst>
                <a:path w="2503" h="3425" extrusionOk="0">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61"/>
            <p:cNvSpPr/>
            <p:nvPr/>
          </p:nvSpPr>
          <p:spPr>
            <a:xfrm>
              <a:off x="3751930" y="3436059"/>
              <a:ext cx="65175" cy="25513"/>
            </a:xfrm>
            <a:custGeom>
              <a:avLst/>
              <a:gdLst/>
              <a:ahLst/>
              <a:cxnLst/>
              <a:rect l="l" t="t" r="r" b="b"/>
              <a:pathLst>
                <a:path w="4353" h="1704" extrusionOk="0">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61"/>
            <p:cNvSpPr/>
            <p:nvPr/>
          </p:nvSpPr>
          <p:spPr>
            <a:xfrm>
              <a:off x="3777428" y="3436059"/>
              <a:ext cx="39677" cy="25513"/>
            </a:xfrm>
            <a:custGeom>
              <a:avLst/>
              <a:gdLst/>
              <a:ahLst/>
              <a:cxnLst/>
              <a:rect l="l" t="t" r="r" b="b"/>
              <a:pathLst>
                <a:path w="2650" h="1704" extrusionOk="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8" name="Google Shape;8278;p61"/>
          <p:cNvGrpSpPr/>
          <p:nvPr/>
        </p:nvGrpSpPr>
        <p:grpSpPr>
          <a:xfrm>
            <a:off x="1303724" y="3649855"/>
            <a:ext cx="345640" cy="342900"/>
            <a:chOff x="1295661" y="3819594"/>
            <a:chExt cx="345640" cy="342900"/>
          </a:xfrm>
        </p:grpSpPr>
        <p:sp>
          <p:nvSpPr>
            <p:cNvPr id="8279" name="Google Shape;8279;p61"/>
            <p:cNvSpPr/>
            <p:nvPr/>
          </p:nvSpPr>
          <p:spPr>
            <a:xfrm>
              <a:off x="1465015" y="4073902"/>
              <a:ext cx="10391" cy="88233"/>
            </a:xfrm>
            <a:custGeom>
              <a:avLst/>
              <a:gdLst/>
              <a:ahLst/>
              <a:cxnLst/>
              <a:rect l="l" t="t" r="r" b="b"/>
              <a:pathLst>
                <a:path w="694" h="5893" extrusionOk="0">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61"/>
            <p:cNvSpPr/>
            <p:nvPr/>
          </p:nvSpPr>
          <p:spPr>
            <a:xfrm>
              <a:off x="1465015" y="4011961"/>
              <a:ext cx="10391" cy="60773"/>
            </a:xfrm>
            <a:custGeom>
              <a:avLst/>
              <a:gdLst/>
              <a:ahLst/>
              <a:cxnLst/>
              <a:rect l="l" t="t" r="r" b="b"/>
              <a:pathLst>
                <a:path w="694" h="4059" extrusionOk="0">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61"/>
            <p:cNvSpPr/>
            <p:nvPr/>
          </p:nvSpPr>
          <p:spPr>
            <a:xfrm>
              <a:off x="1497610" y="4073947"/>
              <a:ext cx="71434" cy="88547"/>
            </a:xfrm>
            <a:custGeom>
              <a:avLst/>
              <a:gdLst/>
              <a:ahLst/>
              <a:cxnLst/>
              <a:rect l="l" t="t" r="r" b="b"/>
              <a:pathLst>
                <a:path w="4771" h="5914" extrusionOk="0">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61"/>
            <p:cNvSpPr/>
            <p:nvPr/>
          </p:nvSpPr>
          <p:spPr>
            <a:xfrm>
              <a:off x="1372455" y="4073797"/>
              <a:ext cx="70341" cy="88428"/>
            </a:xfrm>
            <a:custGeom>
              <a:avLst/>
              <a:gdLst/>
              <a:ahLst/>
              <a:cxnLst/>
              <a:rect l="l" t="t" r="r" b="b"/>
              <a:pathLst>
                <a:path w="4698" h="5906" extrusionOk="0">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61"/>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61"/>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61"/>
            <p:cNvSpPr/>
            <p:nvPr/>
          </p:nvSpPr>
          <p:spPr>
            <a:xfrm>
              <a:off x="1359549" y="3850318"/>
              <a:ext cx="205572" cy="136639"/>
            </a:xfrm>
            <a:custGeom>
              <a:avLst/>
              <a:gdLst/>
              <a:ahLst/>
              <a:cxnLst/>
              <a:rect l="l" t="t" r="r" b="b"/>
              <a:pathLst>
                <a:path w="13730" h="9126" extrusionOk="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61"/>
            <p:cNvSpPr/>
            <p:nvPr/>
          </p:nvSpPr>
          <p:spPr>
            <a:xfrm>
              <a:off x="1359549" y="3850318"/>
              <a:ext cx="188893" cy="136639"/>
            </a:xfrm>
            <a:custGeom>
              <a:avLst/>
              <a:gdLst/>
              <a:ahLst/>
              <a:cxnLst/>
              <a:rect l="l" t="t" r="r" b="b"/>
              <a:pathLst>
                <a:path w="12616" h="9126" extrusionOk="0">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61"/>
            <p:cNvSpPr/>
            <p:nvPr/>
          </p:nvSpPr>
          <p:spPr>
            <a:xfrm>
              <a:off x="1323360" y="3819594"/>
              <a:ext cx="68005" cy="151507"/>
            </a:xfrm>
            <a:custGeom>
              <a:avLst/>
              <a:gdLst/>
              <a:ahLst/>
              <a:cxnLst/>
              <a:rect l="l" t="t" r="r" b="b"/>
              <a:pathLst>
                <a:path w="4542" h="10119" extrusionOk="0">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61"/>
            <p:cNvSpPr/>
            <p:nvPr/>
          </p:nvSpPr>
          <p:spPr>
            <a:xfrm>
              <a:off x="1324304" y="3819774"/>
              <a:ext cx="55099" cy="151132"/>
            </a:xfrm>
            <a:custGeom>
              <a:avLst/>
              <a:gdLst/>
              <a:ahLst/>
              <a:cxnLst/>
              <a:rect l="l" t="t" r="r" b="b"/>
              <a:pathLst>
                <a:path w="3680" h="10094" extrusionOk="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61"/>
            <p:cNvSpPr/>
            <p:nvPr/>
          </p:nvSpPr>
          <p:spPr>
            <a:xfrm>
              <a:off x="1295976" y="3845482"/>
              <a:ext cx="57929" cy="89850"/>
            </a:xfrm>
            <a:custGeom>
              <a:avLst/>
              <a:gdLst/>
              <a:ahLst/>
              <a:cxnLst/>
              <a:rect l="l" t="t" r="r" b="b"/>
              <a:pathLst>
                <a:path w="3869" h="6001" extrusionOk="0">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61"/>
            <p:cNvSpPr/>
            <p:nvPr/>
          </p:nvSpPr>
          <p:spPr>
            <a:xfrm>
              <a:off x="1295661" y="3845332"/>
              <a:ext cx="55728" cy="90000"/>
            </a:xfrm>
            <a:custGeom>
              <a:avLst/>
              <a:gdLst/>
              <a:ahLst/>
              <a:cxnLst/>
              <a:rect l="l" t="t" r="r" b="b"/>
              <a:pathLst>
                <a:path w="3722" h="6011" extrusionOk="0">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61"/>
            <p:cNvSpPr/>
            <p:nvPr/>
          </p:nvSpPr>
          <p:spPr>
            <a:xfrm>
              <a:off x="1549999" y="3927755"/>
              <a:ext cx="65175" cy="56057"/>
            </a:xfrm>
            <a:custGeom>
              <a:avLst/>
              <a:gdLst/>
              <a:ahLst/>
              <a:cxnLst/>
              <a:rect l="l" t="t" r="r" b="b"/>
              <a:pathLst>
                <a:path w="4353" h="3744" extrusionOk="0">
                  <a:moveTo>
                    <a:pt x="737" y="1"/>
                  </a:moveTo>
                  <a:lnTo>
                    <a:pt x="1" y="2776"/>
                  </a:lnTo>
                  <a:lnTo>
                    <a:pt x="3617" y="3743"/>
                  </a:lnTo>
                  <a:lnTo>
                    <a:pt x="4353" y="968"/>
                  </a:lnTo>
                  <a:lnTo>
                    <a:pt x="73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61"/>
            <p:cNvSpPr/>
            <p:nvPr/>
          </p:nvSpPr>
          <p:spPr>
            <a:xfrm>
              <a:off x="1549999" y="3927755"/>
              <a:ext cx="28972" cy="46295"/>
            </a:xfrm>
            <a:custGeom>
              <a:avLst/>
              <a:gdLst/>
              <a:ahLst/>
              <a:cxnLst/>
              <a:rect l="l" t="t" r="r" b="b"/>
              <a:pathLst>
                <a:path w="1935" h="3092" extrusionOk="0">
                  <a:moveTo>
                    <a:pt x="737" y="1"/>
                  </a:moveTo>
                  <a:lnTo>
                    <a:pt x="1" y="2776"/>
                  </a:lnTo>
                  <a:lnTo>
                    <a:pt x="1178" y="3091"/>
                  </a:lnTo>
                  <a:lnTo>
                    <a:pt x="1935" y="316"/>
                  </a:lnTo>
                  <a:lnTo>
                    <a:pt x="737"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61"/>
            <p:cNvSpPr/>
            <p:nvPr/>
          </p:nvSpPr>
          <p:spPr>
            <a:xfrm>
              <a:off x="1600995" y="3929477"/>
              <a:ext cx="40306" cy="73710"/>
            </a:xfrm>
            <a:custGeom>
              <a:avLst/>
              <a:gdLst/>
              <a:ahLst/>
              <a:cxnLst/>
              <a:rect l="l" t="t" r="r" b="b"/>
              <a:pathLst>
                <a:path w="2692" h="4923" extrusionOk="0">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61"/>
            <p:cNvSpPr/>
            <p:nvPr/>
          </p:nvSpPr>
          <p:spPr>
            <a:xfrm>
              <a:off x="1403942" y="4059663"/>
              <a:ext cx="132537" cy="23926"/>
            </a:xfrm>
            <a:custGeom>
              <a:avLst/>
              <a:gdLst/>
              <a:ahLst/>
              <a:cxnLst/>
              <a:rect l="l" t="t" r="r" b="b"/>
              <a:pathLst>
                <a:path w="8852" h="1598" extrusionOk="0">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61"/>
            <p:cNvSpPr/>
            <p:nvPr/>
          </p:nvSpPr>
          <p:spPr>
            <a:xfrm>
              <a:off x="1403942" y="4059663"/>
              <a:ext cx="33688" cy="24240"/>
            </a:xfrm>
            <a:custGeom>
              <a:avLst/>
              <a:gdLst/>
              <a:ahLst/>
              <a:cxnLst/>
              <a:rect l="l" t="t" r="r" b="b"/>
              <a:pathLst>
                <a:path w="2250" h="1619" extrusionOk="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6" name="Google Shape;8296;p61"/>
          <p:cNvGrpSpPr/>
          <p:nvPr/>
        </p:nvGrpSpPr>
        <p:grpSpPr>
          <a:xfrm>
            <a:off x="3494635" y="2263730"/>
            <a:ext cx="379328" cy="281738"/>
            <a:chOff x="3486572" y="2433470"/>
            <a:chExt cx="379328" cy="281738"/>
          </a:xfrm>
        </p:grpSpPr>
        <p:sp>
          <p:nvSpPr>
            <p:cNvPr id="8297" name="Google Shape;8297;p61"/>
            <p:cNvSpPr/>
            <p:nvPr/>
          </p:nvSpPr>
          <p:spPr>
            <a:xfrm>
              <a:off x="3549217" y="2556544"/>
              <a:ext cx="253724" cy="139858"/>
            </a:xfrm>
            <a:custGeom>
              <a:avLst/>
              <a:gdLst/>
              <a:ahLst/>
              <a:cxnLst/>
              <a:rect l="l" t="t" r="r" b="b"/>
              <a:pathLst>
                <a:path w="16946" h="9341" extrusionOk="0">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61"/>
            <p:cNvSpPr/>
            <p:nvPr/>
          </p:nvSpPr>
          <p:spPr>
            <a:xfrm>
              <a:off x="3549532" y="2556544"/>
              <a:ext cx="62016" cy="129392"/>
            </a:xfrm>
            <a:custGeom>
              <a:avLst/>
              <a:gdLst/>
              <a:ahLst/>
              <a:cxnLst/>
              <a:rect l="l" t="t" r="r" b="b"/>
              <a:pathLst>
                <a:path w="4142" h="8642" extrusionOk="0">
                  <a:moveTo>
                    <a:pt x="0" y="1"/>
                  </a:moveTo>
                  <a:lnTo>
                    <a:pt x="0" y="6371"/>
                  </a:lnTo>
                  <a:cubicBezTo>
                    <a:pt x="1241" y="7359"/>
                    <a:pt x="2649" y="8137"/>
                    <a:pt x="4142" y="8642"/>
                  </a:cubicBezTo>
                  <a:lnTo>
                    <a:pt x="414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61"/>
            <p:cNvSpPr/>
            <p:nvPr/>
          </p:nvSpPr>
          <p:spPr>
            <a:xfrm>
              <a:off x="3746734" y="2570079"/>
              <a:ext cx="12921" cy="113342"/>
            </a:xfrm>
            <a:custGeom>
              <a:avLst/>
              <a:gdLst/>
              <a:ahLst/>
              <a:cxnLst/>
              <a:rect l="l" t="t" r="r" b="b"/>
              <a:pathLst>
                <a:path w="863" h="7570" extrusionOk="0">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61"/>
            <p:cNvSpPr/>
            <p:nvPr/>
          </p:nvSpPr>
          <p:spPr>
            <a:xfrm>
              <a:off x="3549532" y="2556544"/>
              <a:ext cx="253410" cy="56057"/>
            </a:xfrm>
            <a:custGeom>
              <a:avLst/>
              <a:gdLst/>
              <a:ahLst/>
              <a:cxnLst/>
              <a:rect l="l" t="t" r="r" b="b"/>
              <a:pathLst>
                <a:path w="16925" h="3744" extrusionOk="0">
                  <a:moveTo>
                    <a:pt x="0" y="1"/>
                  </a:moveTo>
                  <a:lnTo>
                    <a:pt x="0" y="526"/>
                  </a:lnTo>
                  <a:lnTo>
                    <a:pt x="8452" y="3743"/>
                  </a:lnTo>
                  <a:lnTo>
                    <a:pt x="16925" y="526"/>
                  </a:lnTo>
                  <a:lnTo>
                    <a:pt x="1692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61"/>
            <p:cNvSpPr/>
            <p:nvPr/>
          </p:nvSpPr>
          <p:spPr>
            <a:xfrm>
              <a:off x="3486572" y="2433470"/>
              <a:ext cx="379328" cy="171255"/>
            </a:xfrm>
            <a:custGeom>
              <a:avLst/>
              <a:gdLst/>
              <a:ahLst/>
              <a:cxnLst/>
              <a:rect l="l" t="t" r="r" b="b"/>
              <a:pathLst>
                <a:path w="25335" h="11438" extrusionOk="0">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61"/>
            <p:cNvSpPr/>
            <p:nvPr/>
          </p:nvSpPr>
          <p:spPr>
            <a:xfrm>
              <a:off x="3486572" y="2505862"/>
              <a:ext cx="189507" cy="98863"/>
            </a:xfrm>
            <a:custGeom>
              <a:avLst/>
              <a:gdLst/>
              <a:ahLst/>
              <a:cxnLst/>
              <a:rect l="l" t="t" r="r" b="b"/>
              <a:pathLst>
                <a:path w="12657" h="6603" extrusionOk="0">
                  <a:moveTo>
                    <a:pt x="0" y="1"/>
                  </a:moveTo>
                  <a:lnTo>
                    <a:pt x="0" y="1788"/>
                  </a:lnTo>
                  <a:lnTo>
                    <a:pt x="12657" y="6602"/>
                  </a:lnTo>
                  <a:lnTo>
                    <a:pt x="12657" y="4836"/>
                  </a:lnTo>
                  <a:lnTo>
                    <a:pt x="0"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61"/>
            <p:cNvSpPr/>
            <p:nvPr/>
          </p:nvSpPr>
          <p:spPr>
            <a:xfrm>
              <a:off x="3667994" y="2491294"/>
              <a:ext cx="111650" cy="223914"/>
            </a:xfrm>
            <a:custGeom>
              <a:avLst/>
              <a:gdLst/>
              <a:ahLst/>
              <a:cxnLst/>
              <a:rect l="l" t="t" r="r" b="b"/>
              <a:pathLst>
                <a:path w="7457" h="14955" extrusionOk="0">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04" name="Google Shape;8304;p61"/>
          <p:cNvSpPr/>
          <p:nvPr/>
        </p:nvSpPr>
        <p:spPr>
          <a:xfrm>
            <a:off x="3759992" y="2539793"/>
            <a:ext cx="38105" cy="32535"/>
          </a:xfrm>
          <a:custGeom>
            <a:avLst/>
            <a:gdLst/>
            <a:ahLst/>
            <a:cxnLst/>
            <a:rect l="l" t="t" r="r" b="b"/>
            <a:pathLst>
              <a:path w="2545" h="2173" extrusionOk="0">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05" name="Google Shape;8305;p61"/>
          <p:cNvGrpSpPr/>
          <p:nvPr/>
        </p:nvGrpSpPr>
        <p:grpSpPr>
          <a:xfrm>
            <a:off x="4005212" y="3159894"/>
            <a:ext cx="270733" cy="355762"/>
            <a:chOff x="3997149" y="3329634"/>
            <a:chExt cx="270733" cy="355762"/>
          </a:xfrm>
        </p:grpSpPr>
        <p:sp>
          <p:nvSpPr>
            <p:cNvPr id="8306" name="Google Shape;8306;p61"/>
            <p:cNvSpPr/>
            <p:nvPr/>
          </p:nvSpPr>
          <p:spPr>
            <a:xfrm>
              <a:off x="4161787" y="3488627"/>
              <a:ext cx="32430" cy="32445"/>
            </a:xfrm>
            <a:custGeom>
              <a:avLst/>
              <a:gdLst/>
              <a:ahLst/>
              <a:cxnLst/>
              <a:rect l="l" t="t" r="r" b="b"/>
              <a:pathLst>
                <a:path w="2166" h="2167" extrusionOk="0">
                  <a:moveTo>
                    <a:pt x="0" y="1"/>
                  </a:moveTo>
                  <a:lnTo>
                    <a:pt x="0" y="2166"/>
                  </a:lnTo>
                  <a:lnTo>
                    <a:pt x="2166" y="2166"/>
                  </a:lnTo>
                  <a:lnTo>
                    <a:pt x="1346"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61"/>
            <p:cNvSpPr/>
            <p:nvPr/>
          </p:nvSpPr>
          <p:spPr>
            <a:xfrm>
              <a:off x="4181925" y="3488627"/>
              <a:ext cx="20168" cy="55114"/>
            </a:xfrm>
            <a:custGeom>
              <a:avLst/>
              <a:gdLst/>
              <a:ahLst/>
              <a:cxnLst/>
              <a:rect l="l" t="t" r="r" b="b"/>
              <a:pathLst>
                <a:path w="1347" h="3681" extrusionOk="0">
                  <a:moveTo>
                    <a:pt x="1" y="1"/>
                  </a:moveTo>
                  <a:lnTo>
                    <a:pt x="1" y="3680"/>
                  </a:lnTo>
                  <a:lnTo>
                    <a:pt x="1347" y="3680"/>
                  </a:lnTo>
                  <a:lnTo>
                    <a:pt x="1347"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61"/>
            <p:cNvSpPr/>
            <p:nvPr/>
          </p:nvSpPr>
          <p:spPr>
            <a:xfrm>
              <a:off x="4181925" y="3488627"/>
              <a:ext cx="20168" cy="17338"/>
            </a:xfrm>
            <a:custGeom>
              <a:avLst/>
              <a:gdLst/>
              <a:ahLst/>
              <a:cxnLst/>
              <a:rect l="l" t="t" r="r" b="b"/>
              <a:pathLst>
                <a:path w="1347" h="1158" extrusionOk="0">
                  <a:moveTo>
                    <a:pt x="1" y="1"/>
                  </a:moveTo>
                  <a:lnTo>
                    <a:pt x="1" y="1157"/>
                  </a:lnTo>
                  <a:lnTo>
                    <a:pt x="1347" y="1157"/>
                  </a:lnTo>
                  <a:lnTo>
                    <a:pt x="1347"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61"/>
            <p:cNvSpPr/>
            <p:nvPr/>
          </p:nvSpPr>
          <p:spPr>
            <a:xfrm>
              <a:off x="4181925" y="3488627"/>
              <a:ext cx="7576" cy="55114"/>
            </a:xfrm>
            <a:custGeom>
              <a:avLst/>
              <a:gdLst/>
              <a:ahLst/>
              <a:cxnLst/>
              <a:rect l="l" t="t" r="r" b="b"/>
              <a:pathLst>
                <a:path w="506" h="3681" extrusionOk="0">
                  <a:moveTo>
                    <a:pt x="1" y="1"/>
                  </a:moveTo>
                  <a:lnTo>
                    <a:pt x="1" y="3680"/>
                  </a:lnTo>
                  <a:lnTo>
                    <a:pt x="506" y="3680"/>
                  </a:lnTo>
                  <a:lnTo>
                    <a:pt x="506"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61"/>
            <p:cNvSpPr/>
            <p:nvPr/>
          </p:nvSpPr>
          <p:spPr>
            <a:xfrm>
              <a:off x="4161787" y="3493673"/>
              <a:ext cx="20153" cy="8819"/>
            </a:xfrm>
            <a:custGeom>
              <a:avLst/>
              <a:gdLst/>
              <a:ahLst/>
              <a:cxnLst/>
              <a:rect l="l" t="t" r="r" b="b"/>
              <a:pathLst>
                <a:path w="1346" h="589" extrusionOk="0">
                  <a:moveTo>
                    <a:pt x="0" y="0"/>
                  </a:moveTo>
                  <a:lnTo>
                    <a:pt x="0" y="589"/>
                  </a:lnTo>
                  <a:lnTo>
                    <a:pt x="1346" y="589"/>
                  </a:lnTo>
                  <a:lnTo>
                    <a:pt x="134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61"/>
            <p:cNvSpPr/>
            <p:nvPr/>
          </p:nvSpPr>
          <p:spPr>
            <a:xfrm>
              <a:off x="4161787" y="3493673"/>
              <a:ext cx="7576" cy="27400"/>
            </a:xfrm>
            <a:custGeom>
              <a:avLst/>
              <a:gdLst/>
              <a:ahLst/>
              <a:cxnLst/>
              <a:rect l="l" t="t" r="r" b="b"/>
              <a:pathLst>
                <a:path w="506" h="1830" extrusionOk="0">
                  <a:moveTo>
                    <a:pt x="0" y="0"/>
                  </a:moveTo>
                  <a:lnTo>
                    <a:pt x="0" y="1829"/>
                  </a:lnTo>
                  <a:lnTo>
                    <a:pt x="505" y="1829"/>
                  </a:lnTo>
                  <a:lnTo>
                    <a:pt x="505"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61"/>
            <p:cNvSpPr/>
            <p:nvPr/>
          </p:nvSpPr>
          <p:spPr>
            <a:xfrm>
              <a:off x="4163988" y="3331550"/>
              <a:ext cx="35904" cy="33389"/>
            </a:xfrm>
            <a:custGeom>
              <a:avLst/>
              <a:gdLst/>
              <a:ahLst/>
              <a:cxnLst/>
              <a:rect l="l" t="t" r="r" b="b"/>
              <a:pathLst>
                <a:path w="2398" h="2230" extrusionOk="0">
                  <a:moveTo>
                    <a:pt x="1" y="1"/>
                  </a:moveTo>
                  <a:lnTo>
                    <a:pt x="1" y="2229"/>
                  </a:lnTo>
                  <a:lnTo>
                    <a:pt x="2397" y="2229"/>
                  </a:lnTo>
                  <a:lnTo>
                    <a:pt x="2397"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61"/>
            <p:cNvSpPr/>
            <p:nvPr/>
          </p:nvSpPr>
          <p:spPr>
            <a:xfrm>
              <a:off x="4163988" y="3331550"/>
              <a:ext cx="13550" cy="33389"/>
            </a:xfrm>
            <a:custGeom>
              <a:avLst/>
              <a:gdLst/>
              <a:ahLst/>
              <a:cxnLst/>
              <a:rect l="l" t="t" r="r" b="b"/>
              <a:pathLst>
                <a:path w="905" h="2230" extrusionOk="0">
                  <a:moveTo>
                    <a:pt x="1" y="1"/>
                  </a:moveTo>
                  <a:lnTo>
                    <a:pt x="1" y="2229"/>
                  </a:lnTo>
                  <a:lnTo>
                    <a:pt x="905" y="2229"/>
                  </a:lnTo>
                  <a:lnTo>
                    <a:pt x="90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61"/>
            <p:cNvSpPr/>
            <p:nvPr/>
          </p:nvSpPr>
          <p:spPr>
            <a:xfrm>
              <a:off x="3997149" y="3374342"/>
              <a:ext cx="180074" cy="268577"/>
            </a:xfrm>
            <a:custGeom>
              <a:avLst/>
              <a:gdLst/>
              <a:ahLst/>
              <a:cxnLst/>
              <a:rect l="l" t="t" r="r" b="b"/>
              <a:pathLst>
                <a:path w="12027" h="17938" extrusionOk="0">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61"/>
            <p:cNvSpPr/>
            <p:nvPr/>
          </p:nvSpPr>
          <p:spPr>
            <a:xfrm>
              <a:off x="4133459" y="3631539"/>
              <a:ext cx="52269" cy="42207"/>
            </a:xfrm>
            <a:custGeom>
              <a:avLst/>
              <a:gdLst/>
              <a:ahLst/>
              <a:cxnLst/>
              <a:rect l="l" t="t" r="r" b="b"/>
              <a:pathLst>
                <a:path w="3491" h="2819" extrusionOk="0">
                  <a:moveTo>
                    <a:pt x="0" y="1"/>
                  </a:moveTo>
                  <a:lnTo>
                    <a:pt x="0" y="2818"/>
                  </a:lnTo>
                  <a:lnTo>
                    <a:pt x="3490" y="2818"/>
                  </a:lnTo>
                  <a:lnTo>
                    <a:pt x="349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61"/>
            <p:cNvSpPr/>
            <p:nvPr/>
          </p:nvSpPr>
          <p:spPr>
            <a:xfrm>
              <a:off x="4152339" y="3354219"/>
              <a:ext cx="59201" cy="141355"/>
            </a:xfrm>
            <a:custGeom>
              <a:avLst/>
              <a:gdLst/>
              <a:ahLst/>
              <a:cxnLst/>
              <a:rect l="l" t="t" r="r" b="b"/>
              <a:pathLst>
                <a:path w="3954" h="9441" extrusionOk="0">
                  <a:moveTo>
                    <a:pt x="1" y="0"/>
                  </a:moveTo>
                  <a:lnTo>
                    <a:pt x="1" y="9440"/>
                  </a:lnTo>
                  <a:lnTo>
                    <a:pt x="3953" y="9440"/>
                  </a:lnTo>
                  <a:lnTo>
                    <a:pt x="3953"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61"/>
            <p:cNvSpPr/>
            <p:nvPr/>
          </p:nvSpPr>
          <p:spPr>
            <a:xfrm>
              <a:off x="4152339" y="3354219"/>
              <a:ext cx="21111" cy="141355"/>
            </a:xfrm>
            <a:custGeom>
              <a:avLst/>
              <a:gdLst/>
              <a:ahLst/>
              <a:cxnLst/>
              <a:rect l="l" t="t" r="r" b="b"/>
              <a:pathLst>
                <a:path w="1410" h="9441" extrusionOk="0">
                  <a:moveTo>
                    <a:pt x="1" y="0"/>
                  </a:moveTo>
                  <a:lnTo>
                    <a:pt x="1" y="9440"/>
                  </a:lnTo>
                  <a:lnTo>
                    <a:pt x="1409" y="9440"/>
                  </a:lnTo>
                  <a:lnTo>
                    <a:pt x="1409"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61"/>
            <p:cNvSpPr/>
            <p:nvPr/>
          </p:nvSpPr>
          <p:spPr>
            <a:xfrm>
              <a:off x="4133459" y="3577713"/>
              <a:ext cx="99477" cy="36533"/>
            </a:xfrm>
            <a:custGeom>
              <a:avLst/>
              <a:gdLst/>
              <a:ahLst/>
              <a:cxnLst/>
              <a:rect l="l" t="t" r="r" b="b"/>
              <a:pathLst>
                <a:path w="6644" h="2440" extrusionOk="0">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61"/>
            <p:cNvSpPr/>
            <p:nvPr/>
          </p:nvSpPr>
          <p:spPr>
            <a:xfrm>
              <a:off x="4133459" y="3577713"/>
              <a:ext cx="97276" cy="19225"/>
            </a:xfrm>
            <a:custGeom>
              <a:avLst/>
              <a:gdLst/>
              <a:ahLst/>
              <a:cxnLst/>
              <a:rect l="l" t="t" r="r" b="b"/>
              <a:pathLst>
                <a:path w="6497" h="1284" extrusionOk="0">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61"/>
            <p:cNvSpPr/>
            <p:nvPr/>
          </p:nvSpPr>
          <p:spPr>
            <a:xfrm>
              <a:off x="4133459" y="3614231"/>
              <a:ext cx="73979" cy="28657"/>
            </a:xfrm>
            <a:custGeom>
              <a:avLst/>
              <a:gdLst/>
              <a:ahLst/>
              <a:cxnLst/>
              <a:rect l="l" t="t" r="r" b="b"/>
              <a:pathLst>
                <a:path w="4941" h="1914" extrusionOk="0">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61"/>
            <p:cNvSpPr/>
            <p:nvPr/>
          </p:nvSpPr>
          <p:spPr>
            <a:xfrm>
              <a:off x="4145736" y="3329664"/>
              <a:ext cx="71149" cy="11035"/>
            </a:xfrm>
            <a:custGeom>
              <a:avLst/>
              <a:gdLst/>
              <a:ahLst/>
              <a:cxnLst/>
              <a:rect l="l" t="t" r="r" b="b"/>
              <a:pathLst>
                <a:path w="4752" h="737" extrusionOk="0">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61"/>
            <p:cNvSpPr/>
            <p:nvPr/>
          </p:nvSpPr>
          <p:spPr>
            <a:xfrm>
              <a:off x="4161667" y="3329634"/>
              <a:ext cx="55219" cy="11080"/>
            </a:xfrm>
            <a:custGeom>
              <a:avLst/>
              <a:gdLst/>
              <a:ahLst/>
              <a:cxnLst/>
              <a:rect l="l" t="t" r="r" b="b"/>
              <a:pathLst>
                <a:path w="3688" h="740" extrusionOk="0">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61"/>
            <p:cNvSpPr/>
            <p:nvPr/>
          </p:nvSpPr>
          <p:spPr>
            <a:xfrm>
              <a:off x="4043744" y="3662712"/>
              <a:ext cx="224138" cy="22683"/>
            </a:xfrm>
            <a:custGeom>
              <a:avLst/>
              <a:gdLst/>
              <a:ahLst/>
              <a:cxnLst/>
              <a:rect l="l" t="t" r="r" b="b"/>
              <a:pathLst>
                <a:path w="14970" h="1515" extrusionOk="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61"/>
            <p:cNvSpPr/>
            <p:nvPr/>
          </p:nvSpPr>
          <p:spPr>
            <a:xfrm>
              <a:off x="4084035" y="3662712"/>
              <a:ext cx="183847" cy="22683"/>
            </a:xfrm>
            <a:custGeom>
              <a:avLst/>
              <a:gdLst/>
              <a:ahLst/>
              <a:cxnLst/>
              <a:rect l="l" t="t" r="r" b="b"/>
              <a:pathLst>
                <a:path w="12279" h="1515" extrusionOk="0">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61"/>
            <p:cNvSpPr/>
            <p:nvPr/>
          </p:nvSpPr>
          <p:spPr>
            <a:xfrm>
              <a:off x="4105131" y="3396396"/>
              <a:ext cx="30544" cy="25917"/>
            </a:xfrm>
            <a:custGeom>
              <a:avLst/>
              <a:gdLst/>
              <a:ahLst/>
              <a:cxnLst/>
              <a:rect l="l" t="t" r="r" b="b"/>
              <a:pathLst>
                <a:path w="2040" h="1731" extrusionOk="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61"/>
            <p:cNvSpPr/>
            <p:nvPr/>
          </p:nvSpPr>
          <p:spPr>
            <a:xfrm>
              <a:off x="4087179" y="3593135"/>
              <a:ext cx="30559" cy="25917"/>
            </a:xfrm>
            <a:custGeom>
              <a:avLst/>
              <a:gdLst/>
              <a:ahLst/>
              <a:cxnLst/>
              <a:rect l="l" t="t" r="r" b="b"/>
              <a:pathLst>
                <a:path w="2041" h="1731" extrusionOk="0">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7" name="Google Shape;8327;p61"/>
          <p:cNvGrpSpPr/>
          <p:nvPr/>
        </p:nvGrpSpPr>
        <p:grpSpPr>
          <a:xfrm>
            <a:off x="3962406" y="2729615"/>
            <a:ext cx="345655" cy="343529"/>
            <a:chOff x="3954343" y="2899354"/>
            <a:chExt cx="345655" cy="343529"/>
          </a:xfrm>
        </p:grpSpPr>
        <p:sp>
          <p:nvSpPr>
            <p:cNvPr id="8328" name="Google Shape;8328;p61"/>
            <p:cNvSpPr/>
            <p:nvPr/>
          </p:nvSpPr>
          <p:spPr>
            <a:xfrm>
              <a:off x="3954343" y="2899354"/>
              <a:ext cx="345655" cy="343529"/>
            </a:xfrm>
            <a:custGeom>
              <a:avLst/>
              <a:gdLst/>
              <a:ahLst/>
              <a:cxnLst/>
              <a:rect l="l" t="t" r="r" b="b"/>
              <a:pathLst>
                <a:path w="23086" h="22944" extrusionOk="0">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61"/>
            <p:cNvSpPr/>
            <p:nvPr/>
          </p:nvSpPr>
          <p:spPr>
            <a:xfrm>
              <a:off x="4210897" y="2911946"/>
              <a:ext cx="33434" cy="31502"/>
            </a:xfrm>
            <a:custGeom>
              <a:avLst/>
              <a:gdLst/>
              <a:ahLst/>
              <a:cxnLst/>
              <a:rect l="l" t="t" r="r" b="b"/>
              <a:pathLst>
                <a:path w="2233" h="2104" extrusionOk="0">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61"/>
            <p:cNvSpPr/>
            <p:nvPr/>
          </p:nvSpPr>
          <p:spPr>
            <a:xfrm>
              <a:off x="4186656" y="2936501"/>
              <a:ext cx="27834" cy="25049"/>
            </a:xfrm>
            <a:custGeom>
              <a:avLst/>
              <a:gdLst/>
              <a:ahLst/>
              <a:cxnLst/>
              <a:rect l="l" t="t" r="r" b="b"/>
              <a:pathLst>
                <a:path w="1859" h="1673" extrusionOk="0">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61"/>
            <p:cNvSpPr/>
            <p:nvPr/>
          </p:nvSpPr>
          <p:spPr>
            <a:xfrm>
              <a:off x="4162101" y="2960727"/>
              <a:ext cx="26501" cy="24600"/>
            </a:xfrm>
            <a:custGeom>
              <a:avLst/>
              <a:gdLst/>
              <a:ahLst/>
              <a:cxnLst/>
              <a:rect l="l" t="t" r="r" b="b"/>
              <a:pathLst>
                <a:path w="1770" h="1643" extrusionOk="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61"/>
            <p:cNvSpPr/>
            <p:nvPr/>
          </p:nvSpPr>
          <p:spPr>
            <a:xfrm>
              <a:off x="4137861" y="2985281"/>
              <a:ext cx="27834" cy="25064"/>
            </a:xfrm>
            <a:custGeom>
              <a:avLst/>
              <a:gdLst/>
              <a:ahLst/>
              <a:cxnLst/>
              <a:rect l="l" t="t" r="r" b="b"/>
              <a:pathLst>
                <a:path w="1859" h="1674" extrusionOk="0">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61"/>
            <p:cNvSpPr/>
            <p:nvPr/>
          </p:nvSpPr>
          <p:spPr>
            <a:xfrm>
              <a:off x="4113306" y="3009522"/>
              <a:ext cx="33434" cy="31517"/>
            </a:xfrm>
            <a:custGeom>
              <a:avLst/>
              <a:gdLst/>
              <a:ahLst/>
              <a:cxnLst/>
              <a:rect l="l" t="t" r="r" b="b"/>
              <a:pathLst>
                <a:path w="2233" h="2105" extrusionOk="0">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61"/>
            <p:cNvSpPr/>
            <p:nvPr/>
          </p:nvSpPr>
          <p:spPr>
            <a:xfrm>
              <a:off x="4089066" y="3034077"/>
              <a:ext cx="27504" cy="25184"/>
            </a:xfrm>
            <a:custGeom>
              <a:avLst/>
              <a:gdLst/>
              <a:ahLst/>
              <a:cxnLst/>
              <a:rect l="l" t="t" r="r" b="b"/>
              <a:pathLst>
                <a:path w="1837" h="1682" extrusionOk="0">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61"/>
            <p:cNvSpPr/>
            <p:nvPr/>
          </p:nvSpPr>
          <p:spPr>
            <a:xfrm>
              <a:off x="4064511" y="3058317"/>
              <a:ext cx="26516" cy="24585"/>
            </a:xfrm>
            <a:custGeom>
              <a:avLst/>
              <a:gdLst/>
              <a:ahLst/>
              <a:cxnLst/>
              <a:rect l="l" t="t" r="r" b="b"/>
              <a:pathLst>
                <a:path w="1771" h="1642" extrusionOk="0">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61"/>
            <p:cNvSpPr/>
            <p:nvPr/>
          </p:nvSpPr>
          <p:spPr>
            <a:xfrm>
              <a:off x="4040285" y="3082872"/>
              <a:ext cx="27729" cy="25184"/>
            </a:xfrm>
            <a:custGeom>
              <a:avLst/>
              <a:gdLst/>
              <a:ahLst/>
              <a:cxnLst/>
              <a:rect l="l" t="t" r="r" b="b"/>
              <a:pathLst>
                <a:path w="1852" h="1682" extrusionOk="0">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61"/>
            <p:cNvSpPr/>
            <p:nvPr/>
          </p:nvSpPr>
          <p:spPr>
            <a:xfrm>
              <a:off x="4015730" y="3107113"/>
              <a:ext cx="34751" cy="32281"/>
            </a:xfrm>
            <a:custGeom>
              <a:avLst/>
              <a:gdLst/>
              <a:ahLst/>
              <a:cxnLst/>
              <a:rect l="l" t="t" r="r" b="b"/>
              <a:pathLst>
                <a:path w="2321" h="2156" extrusionOk="0">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61"/>
            <p:cNvSpPr/>
            <p:nvPr/>
          </p:nvSpPr>
          <p:spPr>
            <a:xfrm>
              <a:off x="3991490" y="3131668"/>
              <a:ext cx="27789" cy="25318"/>
            </a:xfrm>
            <a:custGeom>
              <a:avLst/>
              <a:gdLst/>
              <a:ahLst/>
              <a:cxnLst/>
              <a:rect l="l" t="t" r="r" b="b"/>
              <a:pathLst>
                <a:path w="1856" h="1691" extrusionOk="0">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61"/>
            <p:cNvSpPr/>
            <p:nvPr/>
          </p:nvSpPr>
          <p:spPr>
            <a:xfrm>
              <a:off x="3966935" y="3155908"/>
              <a:ext cx="27834" cy="25348"/>
            </a:xfrm>
            <a:custGeom>
              <a:avLst/>
              <a:gdLst/>
              <a:ahLst/>
              <a:cxnLst/>
              <a:rect l="l" t="t" r="r" b="b"/>
              <a:pathLst>
                <a:path w="1859" h="1693" extrusionOk="0">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0" name="Google Shape;8340;p61"/>
          <p:cNvGrpSpPr/>
          <p:nvPr/>
        </p:nvGrpSpPr>
        <p:grpSpPr>
          <a:xfrm>
            <a:off x="2174105" y="3181605"/>
            <a:ext cx="369566" cy="349803"/>
            <a:chOff x="2166043" y="3351344"/>
            <a:chExt cx="369566" cy="349803"/>
          </a:xfrm>
        </p:grpSpPr>
        <p:sp>
          <p:nvSpPr>
            <p:cNvPr id="8341" name="Google Shape;8341;p61"/>
            <p:cNvSpPr/>
            <p:nvPr/>
          </p:nvSpPr>
          <p:spPr>
            <a:xfrm>
              <a:off x="2166357" y="3351344"/>
              <a:ext cx="369252" cy="349803"/>
            </a:xfrm>
            <a:custGeom>
              <a:avLst/>
              <a:gdLst/>
              <a:ahLst/>
              <a:cxnLst/>
              <a:rect l="l" t="t" r="r" b="b"/>
              <a:pathLst>
                <a:path w="24662" h="23363" extrusionOk="0">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61"/>
            <p:cNvSpPr/>
            <p:nvPr/>
          </p:nvSpPr>
          <p:spPr>
            <a:xfrm>
              <a:off x="2166043" y="3351344"/>
              <a:ext cx="353516" cy="335624"/>
            </a:xfrm>
            <a:custGeom>
              <a:avLst/>
              <a:gdLst/>
              <a:ahLst/>
              <a:cxnLst/>
              <a:rect l="l" t="t" r="r" b="b"/>
              <a:pathLst>
                <a:path w="23611" h="22416" extrusionOk="0">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61"/>
            <p:cNvSpPr/>
            <p:nvPr/>
          </p:nvSpPr>
          <p:spPr>
            <a:xfrm>
              <a:off x="2373487" y="3352332"/>
              <a:ext cx="159292" cy="158978"/>
            </a:xfrm>
            <a:custGeom>
              <a:avLst/>
              <a:gdLst/>
              <a:ahLst/>
              <a:cxnLst/>
              <a:rect l="l" t="t" r="r" b="b"/>
              <a:pathLst>
                <a:path w="10639" h="10618" extrusionOk="0">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61"/>
            <p:cNvSpPr/>
            <p:nvPr/>
          </p:nvSpPr>
          <p:spPr>
            <a:xfrm>
              <a:off x="2373487" y="3352332"/>
              <a:ext cx="71149" cy="45337"/>
            </a:xfrm>
            <a:custGeom>
              <a:avLst/>
              <a:gdLst/>
              <a:ahLst/>
              <a:cxnLst/>
              <a:rect l="l" t="t" r="r" b="b"/>
              <a:pathLst>
                <a:path w="4752" h="3028" extrusionOk="0">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61"/>
            <p:cNvSpPr/>
            <p:nvPr/>
          </p:nvSpPr>
          <p:spPr>
            <a:xfrm>
              <a:off x="2275596" y="3447587"/>
              <a:ext cx="166195" cy="157032"/>
            </a:xfrm>
            <a:custGeom>
              <a:avLst/>
              <a:gdLst/>
              <a:ahLst/>
              <a:cxnLst/>
              <a:rect l="l" t="t" r="r" b="b"/>
              <a:pathLst>
                <a:path w="11100" h="10488" extrusionOk="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61"/>
            <p:cNvSpPr/>
            <p:nvPr/>
          </p:nvSpPr>
          <p:spPr>
            <a:xfrm>
              <a:off x="2284191" y="3555853"/>
              <a:ext cx="46774" cy="42657"/>
            </a:xfrm>
            <a:custGeom>
              <a:avLst/>
              <a:gdLst/>
              <a:ahLst/>
              <a:cxnLst/>
              <a:rect l="l" t="t" r="r" b="b"/>
              <a:pathLst>
                <a:path w="3124" h="2849" extrusionOk="0">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61"/>
            <p:cNvSpPr/>
            <p:nvPr/>
          </p:nvSpPr>
          <p:spPr>
            <a:xfrm>
              <a:off x="2317235" y="3521342"/>
              <a:ext cx="47418" cy="43166"/>
            </a:xfrm>
            <a:custGeom>
              <a:avLst/>
              <a:gdLst/>
              <a:ahLst/>
              <a:cxnLst/>
              <a:rect l="l" t="t" r="r" b="b"/>
              <a:pathLst>
                <a:path w="3167" h="2883" extrusionOk="0">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61"/>
            <p:cNvSpPr/>
            <p:nvPr/>
          </p:nvSpPr>
          <p:spPr>
            <a:xfrm>
              <a:off x="2352121" y="3487863"/>
              <a:ext cx="46475" cy="42657"/>
            </a:xfrm>
            <a:custGeom>
              <a:avLst/>
              <a:gdLst/>
              <a:ahLst/>
              <a:cxnLst/>
              <a:rect l="l" t="t" r="r" b="b"/>
              <a:pathLst>
                <a:path w="3104" h="2849" extrusionOk="0">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61"/>
            <p:cNvSpPr/>
            <p:nvPr/>
          </p:nvSpPr>
          <p:spPr>
            <a:xfrm>
              <a:off x="2386108" y="3453861"/>
              <a:ext cx="46475" cy="42732"/>
            </a:xfrm>
            <a:custGeom>
              <a:avLst/>
              <a:gdLst/>
              <a:ahLst/>
              <a:cxnLst/>
              <a:rect l="l" t="t" r="r" b="b"/>
              <a:pathLst>
                <a:path w="3104" h="2854" extrusionOk="0">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0" name="Google Shape;8350;p61"/>
          <p:cNvGrpSpPr/>
          <p:nvPr/>
        </p:nvGrpSpPr>
        <p:grpSpPr>
          <a:xfrm>
            <a:off x="2627712" y="3182593"/>
            <a:ext cx="365793" cy="329275"/>
            <a:chOff x="2619649" y="3352332"/>
            <a:chExt cx="365793" cy="329275"/>
          </a:xfrm>
        </p:grpSpPr>
        <p:sp>
          <p:nvSpPr>
            <p:cNvPr id="8351" name="Google Shape;8351;p61"/>
            <p:cNvSpPr/>
            <p:nvPr/>
          </p:nvSpPr>
          <p:spPr>
            <a:xfrm>
              <a:off x="2707164" y="3352332"/>
              <a:ext cx="190765" cy="72437"/>
            </a:xfrm>
            <a:custGeom>
              <a:avLst/>
              <a:gdLst/>
              <a:ahLst/>
              <a:cxnLst/>
              <a:rect l="l" t="t" r="r" b="b"/>
              <a:pathLst>
                <a:path w="12741" h="4838" extrusionOk="0">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61"/>
            <p:cNvSpPr/>
            <p:nvPr/>
          </p:nvSpPr>
          <p:spPr>
            <a:xfrm>
              <a:off x="2743038" y="3358306"/>
              <a:ext cx="118687" cy="29301"/>
            </a:xfrm>
            <a:custGeom>
              <a:avLst/>
              <a:gdLst/>
              <a:ahLst/>
              <a:cxnLst/>
              <a:rect l="l" t="t" r="r" b="b"/>
              <a:pathLst>
                <a:path w="7927" h="1957" extrusionOk="0">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61"/>
            <p:cNvSpPr/>
            <p:nvPr/>
          </p:nvSpPr>
          <p:spPr>
            <a:xfrm>
              <a:off x="2632556" y="3552530"/>
              <a:ext cx="339666" cy="129078"/>
            </a:xfrm>
            <a:custGeom>
              <a:avLst/>
              <a:gdLst/>
              <a:ahLst/>
              <a:cxnLst/>
              <a:rect l="l" t="t" r="r" b="b"/>
              <a:pathLst>
                <a:path w="22686" h="8621" extrusionOk="0">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61"/>
            <p:cNvSpPr/>
            <p:nvPr/>
          </p:nvSpPr>
          <p:spPr>
            <a:xfrm>
              <a:off x="2632556" y="3552530"/>
              <a:ext cx="48810" cy="129078"/>
            </a:xfrm>
            <a:custGeom>
              <a:avLst/>
              <a:gdLst/>
              <a:ahLst/>
              <a:cxnLst/>
              <a:rect l="l" t="t" r="r" b="b"/>
              <a:pathLst>
                <a:path w="3260" h="8621" extrusionOk="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61"/>
            <p:cNvSpPr/>
            <p:nvPr/>
          </p:nvSpPr>
          <p:spPr>
            <a:xfrm>
              <a:off x="2632870" y="3552530"/>
              <a:ext cx="339352" cy="69907"/>
            </a:xfrm>
            <a:custGeom>
              <a:avLst/>
              <a:gdLst/>
              <a:ahLst/>
              <a:cxnLst/>
              <a:rect l="l" t="t" r="r" b="b"/>
              <a:pathLst>
                <a:path w="22665" h="4669" extrusionOk="0">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61"/>
            <p:cNvSpPr/>
            <p:nvPr/>
          </p:nvSpPr>
          <p:spPr>
            <a:xfrm>
              <a:off x="2619649" y="3415606"/>
              <a:ext cx="365793" cy="177544"/>
            </a:xfrm>
            <a:custGeom>
              <a:avLst/>
              <a:gdLst/>
              <a:ahLst/>
              <a:cxnLst/>
              <a:rect l="l" t="t" r="r" b="b"/>
              <a:pathLst>
                <a:path w="24431" h="11858" extrusionOk="0">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61"/>
            <p:cNvSpPr/>
            <p:nvPr/>
          </p:nvSpPr>
          <p:spPr>
            <a:xfrm>
              <a:off x="2619649" y="3415591"/>
              <a:ext cx="48167" cy="140113"/>
            </a:xfrm>
            <a:custGeom>
              <a:avLst/>
              <a:gdLst/>
              <a:ahLst/>
              <a:cxnLst/>
              <a:rect l="l" t="t" r="r" b="b"/>
              <a:pathLst>
                <a:path w="3217" h="9358" extrusionOk="0">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61"/>
            <p:cNvSpPr/>
            <p:nvPr/>
          </p:nvSpPr>
          <p:spPr>
            <a:xfrm>
              <a:off x="2726358" y="3508151"/>
              <a:ext cx="152061" cy="81540"/>
            </a:xfrm>
            <a:custGeom>
              <a:avLst/>
              <a:gdLst/>
              <a:ahLst/>
              <a:cxnLst/>
              <a:rect l="l" t="t" r="r" b="b"/>
              <a:pathLst>
                <a:path w="10156" h="5446" extrusionOk="0">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61"/>
            <p:cNvSpPr/>
            <p:nvPr/>
          </p:nvSpPr>
          <p:spPr>
            <a:xfrm>
              <a:off x="2770108" y="3553473"/>
              <a:ext cx="64861" cy="80926"/>
            </a:xfrm>
            <a:custGeom>
              <a:avLst/>
              <a:gdLst/>
              <a:ahLst/>
              <a:cxnLst/>
              <a:rect l="l" t="t" r="r" b="b"/>
              <a:pathLst>
                <a:path w="4332" h="5405" extrusionOk="0">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61"/>
            <p:cNvSpPr/>
            <p:nvPr/>
          </p:nvSpPr>
          <p:spPr>
            <a:xfrm>
              <a:off x="2787431" y="3572368"/>
              <a:ext cx="29915" cy="42821"/>
            </a:xfrm>
            <a:custGeom>
              <a:avLst/>
              <a:gdLst/>
              <a:ahLst/>
              <a:cxnLst/>
              <a:rect l="l" t="t" r="r" b="b"/>
              <a:pathLst>
                <a:path w="1998" h="2860" extrusionOk="0">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1" name="Google Shape;8361;p61"/>
          <p:cNvGrpSpPr/>
          <p:nvPr/>
        </p:nvGrpSpPr>
        <p:grpSpPr>
          <a:xfrm>
            <a:off x="1304197" y="1345501"/>
            <a:ext cx="340624" cy="351944"/>
            <a:chOff x="1293760" y="1498228"/>
            <a:chExt cx="340624" cy="351944"/>
          </a:xfrm>
        </p:grpSpPr>
        <p:sp>
          <p:nvSpPr>
            <p:cNvPr id="8362" name="Google Shape;8362;p61"/>
            <p:cNvSpPr/>
            <p:nvPr/>
          </p:nvSpPr>
          <p:spPr>
            <a:xfrm>
              <a:off x="1331535" y="1498228"/>
              <a:ext cx="265388" cy="71164"/>
            </a:xfrm>
            <a:custGeom>
              <a:avLst/>
              <a:gdLst/>
              <a:ahLst/>
              <a:cxnLst/>
              <a:rect l="l" t="t" r="r" b="b"/>
              <a:pathLst>
                <a:path w="17725" h="4753" extrusionOk="0">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61"/>
            <p:cNvSpPr/>
            <p:nvPr/>
          </p:nvSpPr>
          <p:spPr>
            <a:xfrm>
              <a:off x="1337839" y="1585353"/>
              <a:ext cx="69263" cy="67212"/>
            </a:xfrm>
            <a:custGeom>
              <a:avLst/>
              <a:gdLst/>
              <a:ahLst/>
              <a:cxnLst/>
              <a:rect l="l" t="t" r="r" b="b"/>
              <a:pathLst>
                <a:path w="4626" h="4489" extrusionOk="0">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61"/>
            <p:cNvSpPr/>
            <p:nvPr/>
          </p:nvSpPr>
          <p:spPr>
            <a:xfrm>
              <a:off x="1521042" y="1585353"/>
              <a:ext cx="69577" cy="67212"/>
            </a:xfrm>
            <a:custGeom>
              <a:avLst/>
              <a:gdLst/>
              <a:ahLst/>
              <a:cxnLst/>
              <a:rect l="l" t="t" r="r" b="b"/>
              <a:pathLst>
                <a:path w="4647" h="4489" extrusionOk="0">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61"/>
            <p:cNvSpPr/>
            <p:nvPr/>
          </p:nvSpPr>
          <p:spPr>
            <a:xfrm>
              <a:off x="1349173" y="1766505"/>
              <a:ext cx="87514" cy="83666"/>
            </a:xfrm>
            <a:custGeom>
              <a:avLst/>
              <a:gdLst/>
              <a:ahLst/>
              <a:cxnLst/>
              <a:rect l="l" t="t" r="r" b="b"/>
              <a:pathLst>
                <a:path w="5845" h="5588" extrusionOk="0">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61"/>
            <p:cNvSpPr/>
            <p:nvPr/>
          </p:nvSpPr>
          <p:spPr>
            <a:xfrm>
              <a:off x="1491457" y="1766505"/>
              <a:ext cx="87829" cy="83666"/>
            </a:xfrm>
            <a:custGeom>
              <a:avLst/>
              <a:gdLst/>
              <a:ahLst/>
              <a:cxnLst/>
              <a:rect l="l" t="t" r="r" b="b"/>
              <a:pathLst>
                <a:path w="5866" h="5588" extrusionOk="0">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61"/>
            <p:cNvSpPr/>
            <p:nvPr/>
          </p:nvSpPr>
          <p:spPr>
            <a:xfrm>
              <a:off x="1342870" y="1588257"/>
              <a:ext cx="242405" cy="242405"/>
            </a:xfrm>
            <a:custGeom>
              <a:avLst/>
              <a:gdLst/>
              <a:ahLst/>
              <a:cxnLst/>
              <a:rect l="l" t="t" r="r" b="b"/>
              <a:pathLst>
                <a:path w="16190" h="16190" extrusionOk="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61"/>
            <p:cNvSpPr/>
            <p:nvPr/>
          </p:nvSpPr>
          <p:spPr>
            <a:xfrm>
              <a:off x="1364205" y="1611420"/>
              <a:ext cx="208792" cy="196334"/>
            </a:xfrm>
            <a:custGeom>
              <a:avLst/>
              <a:gdLst/>
              <a:ahLst/>
              <a:cxnLst/>
              <a:rect l="l" t="t" r="r" b="b"/>
              <a:pathLst>
                <a:path w="13945" h="13113" extrusionOk="0">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61"/>
            <p:cNvSpPr/>
            <p:nvPr/>
          </p:nvSpPr>
          <p:spPr>
            <a:xfrm>
              <a:off x="1402370" y="1612812"/>
              <a:ext cx="187620" cy="192981"/>
            </a:xfrm>
            <a:custGeom>
              <a:avLst/>
              <a:gdLst/>
              <a:ahLst/>
              <a:cxnLst/>
              <a:rect l="l" t="t" r="r" b="b"/>
              <a:pathLst>
                <a:path w="12531" h="12889" extrusionOk="0">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61"/>
            <p:cNvSpPr/>
            <p:nvPr/>
          </p:nvSpPr>
          <p:spPr>
            <a:xfrm>
              <a:off x="1449893" y="1635795"/>
              <a:ext cx="26456" cy="94447"/>
            </a:xfrm>
            <a:custGeom>
              <a:avLst/>
              <a:gdLst/>
              <a:ahLst/>
              <a:cxnLst/>
              <a:rect l="l" t="t" r="r" b="b"/>
              <a:pathLst>
                <a:path w="1767" h="6308" extrusionOk="0">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61"/>
            <p:cNvSpPr/>
            <p:nvPr/>
          </p:nvSpPr>
          <p:spPr>
            <a:xfrm>
              <a:off x="1448635" y="1704414"/>
              <a:ext cx="65175" cy="62660"/>
            </a:xfrm>
            <a:custGeom>
              <a:avLst/>
              <a:gdLst/>
              <a:ahLst/>
              <a:cxnLst/>
              <a:rect l="l" t="t" r="r" b="b"/>
              <a:pathLst>
                <a:path w="4353" h="4185" extrusionOk="0">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61"/>
            <p:cNvSpPr/>
            <p:nvPr/>
          </p:nvSpPr>
          <p:spPr>
            <a:xfrm>
              <a:off x="1293760" y="1542382"/>
              <a:ext cx="95405" cy="89655"/>
            </a:xfrm>
            <a:custGeom>
              <a:avLst/>
              <a:gdLst/>
              <a:ahLst/>
              <a:cxnLst/>
              <a:rect l="l" t="t" r="r" b="b"/>
              <a:pathLst>
                <a:path w="6372" h="5988" extrusionOk="0">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61"/>
            <p:cNvSpPr/>
            <p:nvPr/>
          </p:nvSpPr>
          <p:spPr>
            <a:xfrm>
              <a:off x="1309511" y="1542382"/>
              <a:ext cx="77453" cy="61552"/>
            </a:xfrm>
            <a:custGeom>
              <a:avLst/>
              <a:gdLst/>
              <a:ahLst/>
              <a:cxnLst/>
              <a:rect l="l" t="t" r="r" b="b"/>
              <a:pathLst>
                <a:path w="5173" h="4111" extrusionOk="0">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61"/>
            <p:cNvSpPr/>
            <p:nvPr/>
          </p:nvSpPr>
          <p:spPr>
            <a:xfrm>
              <a:off x="1538350" y="1542546"/>
              <a:ext cx="96034" cy="89551"/>
            </a:xfrm>
            <a:custGeom>
              <a:avLst/>
              <a:gdLst/>
              <a:ahLst/>
              <a:cxnLst/>
              <a:rect l="l" t="t" r="r" b="b"/>
              <a:pathLst>
                <a:path w="6414" h="5981" extrusionOk="0">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61"/>
            <p:cNvSpPr/>
            <p:nvPr/>
          </p:nvSpPr>
          <p:spPr>
            <a:xfrm>
              <a:off x="1565735" y="1550167"/>
              <a:ext cx="68649" cy="80283"/>
            </a:xfrm>
            <a:custGeom>
              <a:avLst/>
              <a:gdLst/>
              <a:ahLst/>
              <a:cxnLst/>
              <a:rect l="l" t="t" r="r" b="b"/>
              <a:pathLst>
                <a:path w="4585" h="5362" extrusionOk="0">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6" name="Google Shape;8376;p61"/>
          <p:cNvGrpSpPr/>
          <p:nvPr/>
        </p:nvGrpSpPr>
        <p:grpSpPr>
          <a:xfrm>
            <a:off x="857663" y="1782335"/>
            <a:ext cx="406713" cy="383745"/>
            <a:chOff x="849601" y="1952074"/>
            <a:chExt cx="406713" cy="383745"/>
          </a:xfrm>
        </p:grpSpPr>
        <p:sp>
          <p:nvSpPr>
            <p:cNvPr id="8377" name="Google Shape;8377;p61"/>
            <p:cNvSpPr/>
            <p:nvPr/>
          </p:nvSpPr>
          <p:spPr>
            <a:xfrm>
              <a:off x="849601" y="2240819"/>
              <a:ext cx="130650" cy="95001"/>
            </a:xfrm>
            <a:custGeom>
              <a:avLst/>
              <a:gdLst/>
              <a:ahLst/>
              <a:cxnLst/>
              <a:rect l="l" t="t" r="r" b="b"/>
              <a:pathLst>
                <a:path w="8726" h="6345" extrusionOk="0">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61"/>
            <p:cNvSpPr/>
            <p:nvPr/>
          </p:nvSpPr>
          <p:spPr>
            <a:xfrm>
              <a:off x="875728" y="2284494"/>
              <a:ext cx="75252" cy="51326"/>
            </a:xfrm>
            <a:custGeom>
              <a:avLst/>
              <a:gdLst/>
              <a:ahLst/>
              <a:cxnLst/>
              <a:rect l="l" t="t" r="r" b="b"/>
              <a:pathLst>
                <a:path w="5026" h="3428" extrusionOk="0">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61"/>
            <p:cNvSpPr/>
            <p:nvPr/>
          </p:nvSpPr>
          <p:spPr>
            <a:xfrm>
              <a:off x="890520" y="2158335"/>
              <a:ext cx="156777" cy="155519"/>
            </a:xfrm>
            <a:custGeom>
              <a:avLst/>
              <a:gdLst/>
              <a:ahLst/>
              <a:cxnLst/>
              <a:rect l="l" t="t" r="r" b="b"/>
              <a:pathLst>
                <a:path w="10471" h="10387" extrusionOk="0">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61"/>
            <p:cNvSpPr/>
            <p:nvPr/>
          </p:nvSpPr>
          <p:spPr>
            <a:xfrm>
              <a:off x="890206" y="2158335"/>
              <a:ext cx="157091" cy="138840"/>
            </a:xfrm>
            <a:custGeom>
              <a:avLst/>
              <a:gdLst/>
              <a:ahLst/>
              <a:cxnLst/>
              <a:rect l="l" t="t" r="r" b="b"/>
              <a:pathLst>
                <a:path w="10492" h="9273" extrusionOk="0">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61"/>
            <p:cNvSpPr/>
            <p:nvPr/>
          </p:nvSpPr>
          <p:spPr>
            <a:xfrm>
              <a:off x="903741" y="1952074"/>
              <a:ext cx="352572" cy="349817"/>
            </a:xfrm>
            <a:custGeom>
              <a:avLst/>
              <a:gdLst/>
              <a:ahLst/>
              <a:cxnLst/>
              <a:rect l="l" t="t" r="r" b="b"/>
              <a:pathLst>
                <a:path w="23548" h="23364" extrusionOk="0">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61"/>
            <p:cNvSpPr/>
            <p:nvPr/>
          </p:nvSpPr>
          <p:spPr>
            <a:xfrm>
              <a:off x="903741" y="1952074"/>
              <a:ext cx="258141" cy="227372"/>
            </a:xfrm>
            <a:custGeom>
              <a:avLst/>
              <a:gdLst/>
              <a:ahLst/>
              <a:cxnLst/>
              <a:rect l="l" t="t" r="r" b="b"/>
              <a:pathLst>
                <a:path w="17241" h="15186" extrusionOk="0">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61"/>
            <p:cNvSpPr/>
            <p:nvPr/>
          </p:nvSpPr>
          <p:spPr>
            <a:xfrm>
              <a:off x="989054" y="2039274"/>
              <a:ext cx="178817" cy="175268"/>
            </a:xfrm>
            <a:custGeom>
              <a:avLst/>
              <a:gdLst/>
              <a:ahLst/>
              <a:cxnLst/>
              <a:rect l="l" t="t" r="r" b="b"/>
              <a:pathLst>
                <a:path w="11943" h="11706" extrusionOk="0">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4" name="Google Shape;8384;p61"/>
          <p:cNvGrpSpPr/>
          <p:nvPr/>
        </p:nvGrpSpPr>
        <p:grpSpPr>
          <a:xfrm>
            <a:off x="2261934" y="2723626"/>
            <a:ext cx="203985" cy="355417"/>
            <a:chOff x="2253871" y="2893365"/>
            <a:chExt cx="203985" cy="355417"/>
          </a:xfrm>
        </p:grpSpPr>
        <p:sp>
          <p:nvSpPr>
            <p:cNvPr id="8385" name="Google Shape;8385;p61"/>
            <p:cNvSpPr/>
            <p:nvPr/>
          </p:nvSpPr>
          <p:spPr>
            <a:xfrm>
              <a:off x="2329722" y="3200915"/>
              <a:ext cx="51326" cy="47553"/>
            </a:xfrm>
            <a:custGeom>
              <a:avLst/>
              <a:gdLst/>
              <a:ahLst/>
              <a:cxnLst/>
              <a:rect l="l" t="t" r="r" b="b"/>
              <a:pathLst>
                <a:path w="3428" h="3176" extrusionOk="0">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61"/>
            <p:cNvSpPr/>
            <p:nvPr/>
          </p:nvSpPr>
          <p:spPr>
            <a:xfrm>
              <a:off x="2342628" y="3200915"/>
              <a:ext cx="38419" cy="47867"/>
            </a:xfrm>
            <a:custGeom>
              <a:avLst/>
              <a:gdLst/>
              <a:ahLst/>
              <a:cxnLst/>
              <a:rect l="l" t="t" r="r" b="b"/>
              <a:pathLst>
                <a:path w="2566" h="3197" extrusionOk="0">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61"/>
            <p:cNvSpPr/>
            <p:nvPr/>
          </p:nvSpPr>
          <p:spPr>
            <a:xfrm>
              <a:off x="2253871" y="2893365"/>
              <a:ext cx="203985" cy="326775"/>
            </a:xfrm>
            <a:custGeom>
              <a:avLst/>
              <a:gdLst/>
              <a:ahLst/>
              <a:cxnLst/>
              <a:rect l="l" t="t" r="r" b="b"/>
              <a:pathLst>
                <a:path w="13624" h="21825" extrusionOk="0">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61"/>
            <p:cNvSpPr/>
            <p:nvPr/>
          </p:nvSpPr>
          <p:spPr>
            <a:xfrm>
              <a:off x="2326578" y="2893365"/>
              <a:ext cx="131279" cy="326775"/>
            </a:xfrm>
            <a:custGeom>
              <a:avLst/>
              <a:gdLst/>
              <a:ahLst/>
              <a:cxnLst/>
              <a:rect l="l" t="t" r="r" b="b"/>
              <a:pathLst>
                <a:path w="8768" h="21825" extrusionOk="0">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61"/>
            <p:cNvSpPr/>
            <p:nvPr/>
          </p:nvSpPr>
          <p:spPr>
            <a:xfrm>
              <a:off x="2350504" y="2893365"/>
              <a:ext cx="10720" cy="58093"/>
            </a:xfrm>
            <a:custGeom>
              <a:avLst/>
              <a:gdLst/>
              <a:ahLst/>
              <a:cxnLst/>
              <a:rect l="l" t="t" r="r" b="b"/>
              <a:pathLst>
                <a:path w="716" h="3880" extrusionOk="0">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61"/>
            <p:cNvSpPr/>
            <p:nvPr/>
          </p:nvSpPr>
          <p:spPr>
            <a:xfrm>
              <a:off x="2330036" y="2946248"/>
              <a:ext cx="51326" cy="50068"/>
            </a:xfrm>
            <a:custGeom>
              <a:avLst/>
              <a:gdLst/>
              <a:ahLst/>
              <a:cxnLst/>
              <a:rect l="l" t="t" r="r" b="b"/>
              <a:pathLst>
                <a:path w="3428" h="3344" extrusionOk="0">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61"/>
            <p:cNvSpPr/>
            <p:nvPr/>
          </p:nvSpPr>
          <p:spPr>
            <a:xfrm>
              <a:off x="2342943" y="2946248"/>
              <a:ext cx="38419" cy="49754"/>
            </a:xfrm>
            <a:custGeom>
              <a:avLst/>
              <a:gdLst/>
              <a:ahLst/>
              <a:cxnLst/>
              <a:rect l="l" t="t" r="r" b="b"/>
              <a:pathLst>
                <a:path w="2566" h="3323" extrusionOk="0">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61"/>
            <p:cNvSpPr/>
            <p:nvPr/>
          </p:nvSpPr>
          <p:spPr>
            <a:xfrm>
              <a:off x="2254186" y="3012037"/>
              <a:ext cx="32116" cy="118073"/>
            </a:xfrm>
            <a:custGeom>
              <a:avLst/>
              <a:gdLst/>
              <a:ahLst/>
              <a:cxnLst/>
              <a:rect l="l" t="t" r="r" b="b"/>
              <a:pathLst>
                <a:path w="2145" h="7886" extrusionOk="0">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61"/>
            <p:cNvSpPr/>
            <p:nvPr/>
          </p:nvSpPr>
          <p:spPr>
            <a:xfrm>
              <a:off x="2255758" y="3012037"/>
              <a:ext cx="30544" cy="117759"/>
            </a:xfrm>
            <a:custGeom>
              <a:avLst/>
              <a:gdLst/>
              <a:ahLst/>
              <a:cxnLst/>
              <a:rect l="l" t="t" r="r" b="b"/>
              <a:pathLst>
                <a:path w="2040" h="7865" extrusionOk="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61"/>
            <p:cNvSpPr/>
            <p:nvPr/>
          </p:nvSpPr>
          <p:spPr>
            <a:xfrm>
              <a:off x="2425426" y="3012037"/>
              <a:ext cx="32430" cy="118073"/>
            </a:xfrm>
            <a:custGeom>
              <a:avLst/>
              <a:gdLst/>
              <a:ahLst/>
              <a:cxnLst/>
              <a:rect l="l" t="t" r="r" b="b"/>
              <a:pathLst>
                <a:path w="2166" h="7886" extrusionOk="0">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61"/>
            <p:cNvSpPr/>
            <p:nvPr/>
          </p:nvSpPr>
          <p:spPr>
            <a:xfrm>
              <a:off x="2441791" y="3012037"/>
              <a:ext cx="16065" cy="118073"/>
            </a:xfrm>
            <a:custGeom>
              <a:avLst/>
              <a:gdLst/>
              <a:ahLst/>
              <a:cxnLst/>
              <a:rect l="l" t="t" r="r" b="b"/>
              <a:pathLst>
                <a:path w="1073" h="7886" extrusionOk="0">
                  <a:moveTo>
                    <a:pt x="1" y="1"/>
                  </a:moveTo>
                  <a:lnTo>
                    <a:pt x="1" y="7885"/>
                  </a:lnTo>
                  <a:lnTo>
                    <a:pt x="1073" y="7885"/>
                  </a:lnTo>
                  <a:lnTo>
                    <a:pt x="1073" y="1"/>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6" name="Google Shape;8396;p61"/>
          <p:cNvGrpSpPr/>
          <p:nvPr/>
        </p:nvGrpSpPr>
        <p:grpSpPr>
          <a:xfrm>
            <a:off x="2199603" y="2238861"/>
            <a:ext cx="308823" cy="342571"/>
            <a:chOff x="2191541" y="2408601"/>
            <a:chExt cx="308823" cy="342571"/>
          </a:xfrm>
        </p:grpSpPr>
        <p:sp>
          <p:nvSpPr>
            <p:cNvPr id="8397" name="Google Shape;8397;p61"/>
            <p:cNvSpPr/>
            <p:nvPr/>
          </p:nvSpPr>
          <p:spPr>
            <a:xfrm>
              <a:off x="2222384" y="2722754"/>
              <a:ext cx="22054" cy="28418"/>
            </a:xfrm>
            <a:custGeom>
              <a:avLst/>
              <a:gdLst/>
              <a:ahLst/>
              <a:cxnLst/>
              <a:rect l="l" t="t" r="r" b="b"/>
              <a:pathLst>
                <a:path w="1473" h="1898" extrusionOk="0">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61"/>
            <p:cNvSpPr/>
            <p:nvPr/>
          </p:nvSpPr>
          <p:spPr>
            <a:xfrm>
              <a:off x="2447451" y="2724640"/>
              <a:ext cx="22054" cy="26456"/>
            </a:xfrm>
            <a:custGeom>
              <a:avLst/>
              <a:gdLst/>
              <a:ahLst/>
              <a:cxnLst/>
              <a:rect l="l" t="t" r="r" b="b"/>
              <a:pathLst>
                <a:path w="1473" h="1767" extrusionOk="0">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61"/>
            <p:cNvSpPr/>
            <p:nvPr/>
          </p:nvSpPr>
          <p:spPr>
            <a:xfrm>
              <a:off x="2191541" y="2611313"/>
              <a:ext cx="308823" cy="16709"/>
            </a:xfrm>
            <a:custGeom>
              <a:avLst/>
              <a:gdLst/>
              <a:ahLst/>
              <a:cxnLst/>
              <a:rect l="l" t="t" r="r" b="b"/>
              <a:pathLst>
                <a:path w="20626" h="1116" extrusionOk="0">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61"/>
            <p:cNvSpPr/>
            <p:nvPr/>
          </p:nvSpPr>
          <p:spPr>
            <a:xfrm>
              <a:off x="2211993" y="2470287"/>
              <a:ext cx="140412" cy="263052"/>
            </a:xfrm>
            <a:custGeom>
              <a:avLst/>
              <a:gdLst/>
              <a:ahLst/>
              <a:cxnLst/>
              <a:rect l="l" t="t" r="r" b="b"/>
              <a:pathLst>
                <a:path w="9378" h="17569" extrusionOk="0">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61"/>
            <p:cNvSpPr/>
            <p:nvPr/>
          </p:nvSpPr>
          <p:spPr>
            <a:xfrm>
              <a:off x="2233718" y="2470287"/>
              <a:ext cx="118687" cy="262917"/>
            </a:xfrm>
            <a:custGeom>
              <a:avLst/>
              <a:gdLst/>
              <a:ahLst/>
              <a:cxnLst/>
              <a:rect l="l" t="t" r="r" b="b"/>
              <a:pathLst>
                <a:path w="7927" h="17560" extrusionOk="0">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61"/>
            <p:cNvSpPr/>
            <p:nvPr/>
          </p:nvSpPr>
          <p:spPr>
            <a:xfrm>
              <a:off x="2339484" y="2470287"/>
              <a:ext cx="140098" cy="263052"/>
            </a:xfrm>
            <a:custGeom>
              <a:avLst/>
              <a:gdLst/>
              <a:ahLst/>
              <a:cxnLst/>
              <a:rect l="l" t="t" r="r" b="b"/>
              <a:pathLst>
                <a:path w="9357" h="17569" extrusionOk="0">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61"/>
            <p:cNvSpPr/>
            <p:nvPr/>
          </p:nvSpPr>
          <p:spPr>
            <a:xfrm>
              <a:off x="2339484" y="2470287"/>
              <a:ext cx="140412" cy="257512"/>
            </a:xfrm>
            <a:custGeom>
              <a:avLst/>
              <a:gdLst/>
              <a:ahLst/>
              <a:cxnLst/>
              <a:rect l="l" t="t" r="r" b="b"/>
              <a:pathLst>
                <a:path w="9378" h="17199" extrusionOk="0">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61"/>
            <p:cNvSpPr/>
            <p:nvPr/>
          </p:nvSpPr>
          <p:spPr>
            <a:xfrm>
              <a:off x="2328150" y="2408601"/>
              <a:ext cx="35275" cy="32116"/>
            </a:xfrm>
            <a:custGeom>
              <a:avLst/>
              <a:gdLst/>
              <a:ahLst/>
              <a:cxnLst/>
              <a:rect l="l" t="t" r="r" b="b"/>
              <a:pathLst>
                <a:path w="2356" h="2145" extrusionOk="0">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61"/>
            <p:cNvSpPr/>
            <p:nvPr/>
          </p:nvSpPr>
          <p:spPr>
            <a:xfrm>
              <a:off x="2291632" y="2434728"/>
              <a:ext cx="94776" cy="80911"/>
            </a:xfrm>
            <a:custGeom>
              <a:avLst/>
              <a:gdLst/>
              <a:ahLst/>
              <a:cxnLst/>
              <a:rect l="l" t="t" r="r" b="b"/>
              <a:pathLst>
                <a:path w="6330" h="5404" extrusionOk="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61"/>
            <p:cNvSpPr/>
            <p:nvPr/>
          </p:nvSpPr>
          <p:spPr>
            <a:xfrm>
              <a:off x="2336025" y="2434728"/>
              <a:ext cx="53212" cy="80911"/>
            </a:xfrm>
            <a:custGeom>
              <a:avLst/>
              <a:gdLst/>
              <a:ahLst/>
              <a:cxnLst/>
              <a:rect l="l" t="t" r="r" b="b"/>
              <a:pathLst>
                <a:path w="3554" h="5404" extrusionOk="0">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61"/>
            <p:cNvSpPr/>
            <p:nvPr/>
          </p:nvSpPr>
          <p:spPr>
            <a:xfrm>
              <a:off x="2324691" y="2459283"/>
              <a:ext cx="36847" cy="31637"/>
            </a:xfrm>
            <a:custGeom>
              <a:avLst/>
              <a:gdLst/>
              <a:ahLst/>
              <a:cxnLst/>
              <a:rect l="l" t="t" r="r" b="b"/>
              <a:pathLst>
                <a:path w="2461" h="2113" extrusionOk="0">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61"/>
            <p:cNvSpPr/>
            <p:nvPr/>
          </p:nvSpPr>
          <p:spPr>
            <a:xfrm>
              <a:off x="2328464" y="2591804"/>
              <a:ext cx="34961" cy="56042"/>
            </a:xfrm>
            <a:custGeom>
              <a:avLst/>
              <a:gdLst/>
              <a:ahLst/>
              <a:cxnLst/>
              <a:rect l="l" t="t" r="r" b="b"/>
              <a:pathLst>
                <a:path w="2335" h="3743" extrusionOk="0">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61"/>
            <p:cNvSpPr/>
            <p:nvPr/>
          </p:nvSpPr>
          <p:spPr>
            <a:xfrm>
              <a:off x="2339484" y="2591804"/>
              <a:ext cx="23941" cy="56042"/>
            </a:xfrm>
            <a:custGeom>
              <a:avLst/>
              <a:gdLst/>
              <a:ahLst/>
              <a:cxnLst/>
              <a:rect l="l" t="t" r="r" b="b"/>
              <a:pathLst>
                <a:path w="1599" h="3743" extrusionOk="0">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0" name="Google Shape;8410;p61"/>
          <p:cNvGrpSpPr/>
          <p:nvPr/>
        </p:nvGrpSpPr>
        <p:grpSpPr>
          <a:xfrm>
            <a:off x="855462" y="1333848"/>
            <a:ext cx="342496" cy="341553"/>
            <a:chOff x="847400" y="1503588"/>
            <a:chExt cx="342496" cy="341553"/>
          </a:xfrm>
        </p:grpSpPr>
        <p:sp>
          <p:nvSpPr>
            <p:cNvPr id="8411" name="Google Shape;8411;p61"/>
            <p:cNvSpPr/>
            <p:nvPr/>
          </p:nvSpPr>
          <p:spPr>
            <a:xfrm>
              <a:off x="989998" y="1503588"/>
              <a:ext cx="57300" cy="31487"/>
            </a:xfrm>
            <a:custGeom>
              <a:avLst/>
              <a:gdLst/>
              <a:ahLst/>
              <a:cxnLst/>
              <a:rect l="l" t="t" r="r" b="b"/>
              <a:pathLst>
                <a:path w="3827" h="2103" extrusionOk="0">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61"/>
            <p:cNvSpPr/>
            <p:nvPr/>
          </p:nvSpPr>
          <p:spPr>
            <a:xfrm>
              <a:off x="1025572" y="1503588"/>
              <a:ext cx="21725" cy="31487"/>
            </a:xfrm>
            <a:custGeom>
              <a:avLst/>
              <a:gdLst/>
              <a:ahLst/>
              <a:cxnLst/>
              <a:rect l="l" t="t" r="r" b="b"/>
              <a:pathLst>
                <a:path w="1451" h="2103" extrusionOk="0">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61"/>
            <p:cNvSpPr/>
            <p:nvPr/>
          </p:nvSpPr>
          <p:spPr>
            <a:xfrm>
              <a:off x="867538" y="1552368"/>
              <a:ext cx="302220" cy="183233"/>
            </a:xfrm>
            <a:custGeom>
              <a:avLst/>
              <a:gdLst/>
              <a:ahLst/>
              <a:cxnLst/>
              <a:rect l="l" t="t" r="r" b="b"/>
              <a:pathLst>
                <a:path w="20185" h="12238" extrusionOk="0">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61"/>
            <p:cNvSpPr/>
            <p:nvPr/>
          </p:nvSpPr>
          <p:spPr>
            <a:xfrm>
              <a:off x="1149275" y="1552368"/>
              <a:ext cx="20482" cy="183233"/>
            </a:xfrm>
            <a:custGeom>
              <a:avLst/>
              <a:gdLst/>
              <a:ahLst/>
              <a:cxnLst/>
              <a:rect l="l" t="t" r="r" b="b"/>
              <a:pathLst>
                <a:path w="1368" h="12238" extrusionOk="0">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61"/>
            <p:cNvSpPr/>
            <p:nvPr/>
          </p:nvSpPr>
          <p:spPr>
            <a:xfrm>
              <a:off x="847400" y="1524984"/>
              <a:ext cx="342496" cy="37476"/>
            </a:xfrm>
            <a:custGeom>
              <a:avLst/>
              <a:gdLst/>
              <a:ahLst/>
              <a:cxnLst/>
              <a:rect l="l" t="t" r="r" b="b"/>
              <a:pathLst>
                <a:path w="22875" h="2503" extrusionOk="0">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61"/>
            <p:cNvSpPr/>
            <p:nvPr/>
          </p:nvSpPr>
          <p:spPr>
            <a:xfrm>
              <a:off x="950964" y="1790042"/>
              <a:ext cx="135366" cy="31487"/>
            </a:xfrm>
            <a:custGeom>
              <a:avLst/>
              <a:gdLst/>
              <a:ahLst/>
              <a:cxnLst/>
              <a:rect l="l" t="t" r="r" b="b"/>
              <a:pathLst>
                <a:path w="9041" h="2103" extrusionOk="0">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61"/>
            <p:cNvSpPr/>
            <p:nvPr/>
          </p:nvSpPr>
          <p:spPr>
            <a:xfrm>
              <a:off x="911931" y="1752581"/>
              <a:ext cx="82798" cy="92560"/>
            </a:xfrm>
            <a:custGeom>
              <a:avLst/>
              <a:gdLst/>
              <a:ahLst/>
              <a:cxnLst/>
              <a:rect l="l" t="t" r="r" b="b"/>
              <a:pathLst>
                <a:path w="5530" h="6182" extrusionOk="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61"/>
            <p:cNvSpPr/>
            <p:nvPr/>
          </p:nvSpPr>
          <p:spPr>
            <a:xfrm>
              <a:off x="1041623" y="1752850"/>
              <a:ext cx="83741" cy="92290"/>
            </a:xfrm>
            <a:custGeom>
              <a:avLst/>
              <a:gdLst/>
              <a:ahLst/>
              <a:cxnLst/>
              <a:rect l="l" t="t" r="r" b="b"/>
              <a:pathLst>
                <a:path w="5593" h="6164" extrusionOk="0">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61"/>
            <p:cNvSpPr/>
            <p:nvPr/>
          </p:nvSpPr>
          <p:spPr>
            <a:xfrm>
              <a:off x="949392" y="1752850"/>
              <a:ext cx="46535" cy="20198"/>
            </a:xfrm>
            <a:custGeom>
              <a:avLst/>
              <a:gdLst/>
              <a:ahLst/>
              <a:cxnLst/>
              <a:rect l="l" t="t" r="r" b="b"/>
              <a:pathLst>
                <a:path w="3108" h="1349" extrusionOk="0">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61"/>
            <p:cNvSpPr/>
            <p:nvPr/>
          </p:nvSpPr>
          <p:spPr>
            <a:xfrm>
              <a:off x="1041623" y="1752850"/>
              <a:ext cx="46280" cy="20198"/>
            </a:xfrm>
            <a:custGeom>
              <a:avLst/>
              <a:gdLst/>
              <a:ahLst/>
              <a:cxnLst/>
              <a:rect l="l" t="t" r="r" b="b"/>
              <a:pathLst>
                <a:path w="3091" h="1349" extrusionOk="0">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61"/>
            <p:cNvSpPr/>
            <p:nvPr/>
          </p:nvSpPr>
          <p:spPr>
            <a:xfrm>
              <a:off x="847400" y="1725510"/>
              <a:ext cx="342496" cy="37162"/>
            </a:xfrm>
            <a:custGeom>
              <a:avLst/>
              <a:gdLst/>
              <a:ahLst/>
              <a:cxnLst/>
              <a:rect l="l" t="t" r="r" b="b"/>
              <a:pathLst>
                <a:path w="22875" h="2482" extrusionOk="0">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61"/>
            <p:cNvSpPr/>
            <p:nvPr/>
          </p:nvSpPr>
          <p:spPr>
            <a:xfrm>
              <a:off x="1168799" y="1524984"/>
              <a:ext cx="21096" cy="37476"/>
            </a:xfrm>
            <a:custGeom>
              <a:avLst/>
              <a:gdLst/>
              <a:ahLst/>
              <a:cxnLst/>
              <a:rect l="l" t="t" r="r" b="b"/>
              <a:pathLst>
                <a:path w="1409" h="2503" extrusionOk="0">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61"/>
            <p:cNvSpPr/>
            <p:nvPr/>
          </p:nvSpPr>
          <p:spPr>
            <a:xfrm>
              <a:off x="1168799" y="1725510"/>
              <a:ext cx="21096" cy="37162"/>
            </a:xfrm>
            <a:custGeom>
              <a:avLst/>
              <a:gdLst/>
              <a:ahLst/>
              <a:cxnLst/>
              <a:rect l="l" t="t" r="r" b="b"/>
              <a:pathLst>
                <a:path w="1409" h="2482" extrusionOk="0">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61"/>
            <p:cNvSpPr/>
            <p:nvPr/>
          </p:nvSpPr>
          <p:spPr>
            <a:xfrm>
              <a:off x="1046339" y="1601703"/>
              <a:ext cx="47418" cy="50787"/>
            </a:xfrm>
            <a:custGeom>
              <a:avLst/>
              <a:gdLst/>
              <a:ahLst/>
              <a:cxnLst/>
              <a:rect l="l" t="t" r="r" b="b"/>
              <a:pathLst>
                <a:path w="3167" h="3392" extrusionOk="0">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61"/>
            <p:cNvSpPr/>
            <p:nvPr/>
          </p:nvSpPr>
          <p:spPr>
            <a:xfrm>
              <a:off x="990567" y="1630091"/>
              <a:ext cx="48556" cy="29331"/>
            </a:xfrm>
            <a:custGeom>
              <a:avLst/>
              <a:gdLst/>
              <a:ahLst/>
              <a:cxnLst/>
              <a:rect l="l" t="t" r="r" b="b"/>
              <a:pathLst>
                <a:path w="3243" h="1959" extrusionOk="0">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61"/>
            <p:cNvSpPr/>
            <p:nvPr/>
          </p:nvSpPr>
          <p:spPr>
            <a:xfrm>
              <a:off x="940573" y="1633983"/>
              <a:ext cx="44543" cy="51565"/>
            </a:xfrm>
            <a:custGeom>
              <a:avLst/>
              <a:gdLst/>
              <a:ahLst/>
              <a:cxnLst/>
              <a:rect l="l" t="t" r="r" b="b"/>
              <a:pathLst>
                <a:path w="2975" h="3444" extrusionOk="0">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61"/>
            <p:cNvSpPr/>
            <p:nvPr/>
          </p:nvSpPr>
          <p:spPr>
            <a:xfrm>
              <a:off x="912560" y="1673256"/>
              <a:ext cx="45966" cy="39408"/>
            </a:xfrm>
            <a:custGeom>
              <a:avLst/>
              <a:gdLst/>
              <a:ahLst/>
              <a:cxnLst/>
              <a:rect l="l" t="t" r="r" b="b"/>
              <a:pathLst>
                <a:path w="3070" h="2632" extrusionOk="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61"/>
            <p:cNvSpPr/>
            <p:nvPr/>
          </p:nvSpPr>
          <p:spPr>
            <a:xfrm>
              <a:off x="960502" y="1606823"/>
              <a:ext cx="45876" cy="39318"/>
            </a:xfrm>
            <a:custGeom>
              <a:avLst/>
              <a:gdLst/>
              <a:ahLst/>
              <a:cxnLst/>
              <a:rect l="l" t="t" r="r" b="b"/>
              <a:pathLst>
                <a:path w="3064" h="2626" extrusionOk="0">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61"/>
            <p:cNvSpPr/>
            <p:nvPr/>
          </p:nvSpPr>
          <p:spPr>
            <a:xfrm>
              <a:off x="1019269" y="1640197"/>
              <a:ext cx="45981" cy="39423"/>
            </a:xfrm>
            <a:custGeom>
              <a:avLst/>
              <a:gdLst/>
              <a:ahLst/>
              <a:cxnLst/>
              <a:rect l="l" t="t" r="r" b="b"/>
              <a:pathLst>
                <a:path w="3071" h="2633" extrusionOk="0">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61"/>
            <p:cNvSpPr/>
            <p:nvPr/>
          </p:nvSpPr>
          <p:spPr>
            <a:xfrm>
              <a:off x="1067750" y="1575037"/>
              <a:ext cx="46280" cy="39318"/>
            </a:xfrm>
            <a:custGeom>
              <a:avLst/>
              <a:gdLst/>
              <a:ahLst/>
              <a:cxnLst/>
              <a:rect l="l" t="t" r="r" b="b"/>
              <a:pathLst>
                <a:path w="3091" h="2626" extrusionOk="0">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1" name="Google Shape;8431;p61"/>
          <p:cNvGrpSpPr/>
          <p:nvPr/>
        </p:nvGrpSpPr>
        <p:grpSpPr>
          <a:xfrm>
            <a:off x="1338026" y="2729929"/>
            <a:ext cx="280495" cy="361077"/>
            <a:chOff x="1329963" y="2899669"/>
            <a:chExt cx="280495" cy="361077"/>
          </a:xfrm>
        </p:grpSpPr>
        <p:sp>
          <p:nvSpPr>
            <p:cNvPr id="8432" name="Google Shape;8432;p61"/>
            <p:cNvSpPr/>
            <p:nvPr/>
          </p:nvSpPr>
          <p:spPr>
            <a:xfrm>
              <a:off x="1329963" y="2899669"/>
              <a:ext cx="280495" cy="361077"/>
            </a:xfrm>
            <a:custGeom>
              <a:avLst/>
              <a:gdLst/>
              <a:ahLst/>
              <a:cxnLst/>
              <a:rect l="l" t="t" r="r" b="b"/>
              <a:pathLst>
                <a:path w="18734" h="24116" extrusionOk="0">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61"/>
            <p:cNvSpPr/>
            <p:nvPr/>
          </p:nvSpPr>
          <p:spPr>
            <a:xfrm>
              <a:off x="1537722" y="2899669"/>
              <a:ext cx="72736" cy="361077"/>
            </a:xfrm>
            <a:custGeom>
              <a:avLst/>
              <a:gdLst/>
              <a:ahLst/>
              <a:cxnLst/>
              <a:rect l="l" t="t" r="r" b="b"/>
              <a:pathLst>
                <a:path w="4858" h="24116" extrusionOk="0">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61"/>
            <p:cNvSpPr/>
            <p:nvPr/>
          </p:nvSpPr>
          <p:spPr>
            <a:xfrm>
              <a:off x="1402685" y="3004806"/>
              <a:ext cx="135052" cy="255940"/>
            </a:xfrm>
            <a:custGeom>
              <a:avLst/>
              <a:gdLst/>
              <a:ahLst/>
              <a:cxnLst/>
              <a:rect l="l" t="t" r="r" b="b"/>
              <a:pathLst>
                <a:path w="9020" h="17094" extrusionOk="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61"/>
            <p:cNvSpPr/>
            <p:nvPr/>
          </p:nvSpPr>
          <p:spPr>
            <a:xfrm>
              <a:off x="1459655" y="3004806"/>
              <a:ext cx="57315" cy="255940"/>
            </a:xfrm>
            <a:custGeom>
              <a:avLst/>
              <a:gdLst/>
              <a:ahLst/>
              <a:cxnLst/>
              <a:rect l="l" t="t" r="r" b="b"/>
              <a:pathLst>
                <a:path w="3828" h="17094" extrusionOk="0">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61"/>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61"/>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61"/>
            <p:cNvSpPr/>
            <p:nvPr/>
          </p:nvSpPr>
          <p:spPr>
            <a:xfrm>
              <a:off x="1425024" y="3119390"/>
              <a:ext cx="31502" cy="26906"/>
            </a:xfrm>
            <a:custGeom>
              <a:avLst/>
              <a:gdLst/>
              <a:ahLst/>
              <a:cxnLst/>
              <a:rect l="l" t="t" r="r" b="b"/>
              <a:pathLst>
                <a:path w="2104" h="1797" extrusionOk="0">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9" name="Google Shape;8439;p61"/>
          <p:cNvGrpSpPr/>
          <p:nvPr/>
        </p:nvGrpSpPr>
        <p:grpSpPr>
          <a:xfrm>
            <a:off x="945492" y="3631169"/>
            <a:ext cx="195496" cy="343439"/>
            <a:chOff x="937429" y="3800908"/>
            <a:chExt cx="195496" cy="343439"/>
          </a:xfrm>
        </p:grpSpPr>
        <p:sp>
          <p:nvSpPr>
            <p:cNvPr id="8440" name="Google Shape;8440;p61"/>
            <p:cNvSpPr/>
            <p:nvPr/>
          </p:nvSpPr>
          <p:spPr>
            <a:xfrm>
              <a:off x="1010450" y="3957356"/>
              <a:ext cx="49439" cy="88473"/>
            </a:xfrm>
            <a:custGeom>
              <a:avLst/>
              <a:gdLst/>
              <a:ahLst/>
              <a:cxnLst/>
              <a:rect l="l" t="t" r="r" b="b"/>
              <a:pathLst>
                <a:path w="3302" h="5909" extrusionOk="0">
                  <a:moveTo>
                    <a:pt x="1" y="0"/>
                  </a:moveTo>
                  <a:lnTo>
                    <a:pt x="1" y="5908"/>
                  </a:lnTo>
                  <a:lnTo>
                    <a:pt x="3302" y="5908"/>
                  </a:lnTo>
                  <a:lnTo>
                    <a:pt x="3302"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61"/>
            <p:cNvSpPr/>
            <p:nvPr/>
          </p:nvSpPr>
          <p:spPr>
            <a:xfrm>
              <a:off x="1035005" y="3957356"/>
              <a:ext cx="24570" cy="88473"/>
            </a:xfrm>
            <a:custGeom>
              <a:avLst/>
              <a:gdLst/>
              <a:ahLst/>
              <a:cxnLst/>
              <a:rect l="l" t="t" r="r" b="b"/>
              <a:pathLst>
                <a:path w="1641" h="5909" extrusionOk="0">
                  <a:moveTo>
                    <a:pt x="1" y="0"/>
                  </a:moveTo>
                  <a:lnTo>
                    <a:pt x="1" y="5908"/>
                  </a:lnTo>
                  <a:lnTo>
                    <a:pt x="1641" y="5908"/>
                  </a:lnTo>
                  <a:lnTo>
                    <a:pt x="1641"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61"/>
            <p:cNvSpPr/>
            <p:nvPr/>
          </p:nvSpPr>
          <p:spPr>
            <a:xfrm>
              <a:off x="967015" y="3818845"/>
              <a:ext cx="136325" cy="164653"/>
            </a:xfrm>
            <a:custGeom>
              <a:avLst/>
              <a:gdLst/>
              <a:ahLst/>
              <a:cxnLst/>
              <a:rect l="l" t="t" r="r" b="b"/>
              <a:pathLst>
                <a:path w="9105" h="10997" extrusionOk="0">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61"/>
            <p:cNvSpPr/>
            <p:nvPr/>
          </p:nvSpPr>
          <p:spPr>
            <a:xfrm>
              <a:off x="986225" y="3818845"/>
              <a:ext cx="117115" cy="146925"/>
            </a:xfrm>
            <a:custGeom>
              <a:avLst/>
              <a:gdLst/>
              <a:ahLst/>
              <a:cxnLst/>
              <a:rect l="l" t="t" r="r" b="b"/>
              <a:pathLst>
                <a:path w="7822" h="9813" extrusionOk="0">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61"/>
            <p:cNvSpPr/>
            <p:nvPr/>
          </p:nvSpPr>
          <p:spPr>
            <a:xfrm>
              <a:off x="937429" y="3800908"/>
              <a:ext cx="195496" cy="37776"/>
            </a:xfrm>
            <a:custGeom>
              <a:avLst/>
              <a:gdLst/>
              <a:ahLst/>
              <a:cxnLst/>
              <a:rect l="l" t="t" r="r" b="b"/>
              <a:pathLst>
                <a:path w="13057" h="2523" extrusionOk="0">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61"/>
            <p:cNvSpPr/>
            <p:nvPr/>
          </p:nvSpPr>
          <p:spPr>
            <a:xfrm>
              <a:off x="961984" y="3800908"/>
              <a:ext cx="170941" cy="37776"/>
            </a:xfrm>
            <a:custGeom>
              <a:avLst/>
              <a:gdLst/>
              <a:ahLst/>
              <a:cxnLst/>
              <a:rect l="l" t="t" r="r" b="b"/>
              <a:pathLst>
                <a:path w="11417" h="2523" extrusionOk="0">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61"/>
            <p:cNvSpPr/>
            <p:nvPr/>
          </p:nvSpPr>
          <p:spPr>
            <a:xfrm>
              <a:off x="988740" y="3858987"/>
              <a:ext cx="92560" cy="85493"/>
            </a:xfrm>
            <a:custGeom>
              <a:avLst/>
              <a:gdLst/>
              <a:ahLst/>
              <a:cxnLst/>
              <a:rect l="l" t="t" r="r" b="b"/>
              <a:pathLst>
                <a:path w="6182" h="5710" extrusionOk="0">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61"/>
            <p:cNvSpPr/>
            <p:nvPr/>
          </p:nvSpPr>
          <p:spPr>
            <a:xfrm>
              <a:off x="988426" y="4031320"/>
              <a:ext cx="93818" cy="37162"/>
            </a:xfrm>
            <a:custGeom>
              <a:avLst/>
              <a:gdLst/>
              <a:ahLst/>
              <a:cxnLst/>
              <a:rect l="l" t="t" r="r" b="b"/>
              <a:pathLst>
                <a:path w="6266" h="2482" extrusionOk="0">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61"/>
            <p:cNvSpPr/>
            <p:nvPr/>
          </p:nvSpPr>
          <p:spPr>
            <a:xfrm>
              <a:off x="967015" y="4057762"/>
              <a:ext cx="136325" cy="38734"/>
            </a:xfrm>
            <a:custGeom>
              <a:avLst/>
              <a:gdLst/>
              <a:ahLst/>
              <a:cxnLst/>
              <a:rect l="l" t="t" r="r" b="b"/>
              <a:pathLst>
                <a:path w="9105" h="2587" extrusionOk="0">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61"/>
            <p:cNvSpPr/>
            <p:nvPr/>
          </p:nvSpPr>
          <p:spPr>
            <a:xfrm>
              <a:off x="937429" y="4076971"/>
              <a:ext cx="195496" cy="67376"/>
            </a:xfrm>
            <a:custGeom>
              <a:avLst/>
              <a:gdLst/>
              <a:ahLst/>
              <a:cxnLst/>
              <a:rect l="l" t="t" r="r" b="b"/>
              <a:pathLst>
                <a:path w="13057" h="4500" extrusionOk="0">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61"/>
            <p:cNvSpPr/>
            <p:nvPr/>
          </p:nvSpPr>
          <p:spPr>
            <a:xfrm>
              <a:off x="961984" y="4076971"/>
              <a:ext cx="170941" cy="67376"/>
            </a:xfrm>
            <a:custGeom>
              <a:avLst/>
              <a:gdLst/>
              <a:ahLst/>
              <a:cxnLst/>
              <a:rect l="l" t="t" r="r" b="b"/>
              <a:pathLst>
                <a:path w="11417" h="4500" extrusionOk="0">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61"/>
            <p:cNvSpPr/>
            <p:nvPr/>
          </p:nvSpPr>
          <p:spPr>
            <a:xfrm>
              <a:off x="992513" y="4093336"/>
              <a:ext cx="85328" cy="10406"/>
            </a:xfrm>
            <a:custGeom>
              <a:avLst/>
              <a:gdLst/>
              <a:ahLst/>
              <a:cxnLst/>
              <a:rect l="l" t="t" r="r" b="b"/>
              <a:pathLst>
                <a:path w="5699" h="695" extrusionOk="0">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61"/>
            <p:cNvSpPr/>
            <p:nvPr/>
          </p:nvSpPr>
          <p:spPr>
            <a:xfrm>
              <a:off x="992513" y="4116319"/>
              <a:ext cx="85328" cy="10406"/>
            </a:xfrm>
            <a:custGeom>
              <a:avLst/>
              <a:gdLst/>
              <a:ahLst/>
              <a:cxnLst/>
              <a:rect l="l" t="t" r="r" b="b"/>
              <a:pathLst>
                <a:path w="5699" h="695" extrusionOk="0">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3" name="Google Shape;8453;p61"/>
          <p:cNvGrpSpPr/>
          <p:nvPr/>
        </p:nvGrpSpPr>
        <p:grpSpPr>
          <a:xfrm>
            <a:off x="2695722" y="3640916"/>
            <a:ext cx="365164" cy="342511"/>
            <a:chOff x="2611459" y="3810655"/>
            <a:chExt cx="365164" cy="342511"/>
          </a:xfrm>
        </p:grpSpPr>
        <p:sp>
          <p:nvSpPr>
            <p:cNvPr id="8454" name="Google Shape;8454;p61"/>
            <p:cNvSpPr/>
            <p:nvPr/>
          </p:nvSpPr>
          <p:spPr>
            <a:xfrm>
              <a:off x="2901073" y="3962941"/>
              <a:ext cx="56042" cy="160640"/>
            </a:xfrm>
            <a:custGeom>
              <a:avLst/>
              <a:gdLst/>
              <a:ahLst/>
              <a:cxnLst/>
              <a:rect l="l" t="t" r="r" b="b"/>
              <a:pathLst>
                <a:path w="3743" h="10729" extrusionOk="0">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61"/>
            <p:cNvSpPr/>
            <p:nvPr/>
          </p:nvSpPr>
          <p:spPr>
            <a:xfrm>
              <a:off x="2879976" y="4089249"/>
              <a:ext cx="39677" cy="54470"/>
            </a:xfrm>
            <a:custGeom>
              <a:avLst/>
              <a:gdLst/>
              <a:ahLst/>
              <a:cxnLst/>
              <a:rect l="l" t="t" r="r" b="b"/>
              <a:pathLst>
                <a:path w="2650" h="3638" extrusionOk="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61"/>
            <p:cNvSpPr/>
            <p:nvPr/>
          </p:nvSpPr>
          <p:spPr>
            <a:xfrm>
              <a:off x="2901073" y="4089249"/>
              <a:ext cx="18581" cy="54470"/>
            </a:xfrm>
            <a:custGeom>
              <a:avLst/>
              <a:gdLst/>
              <a:ahLst/>
              <a:cxnLst/>
              <a:rect l="l" t="t" r="r" b="b"/>
              <a:pathLst>
                <a:path w="1241" h="3638" extrusionOk="0">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61"/>
            <p:cNvSpPr/>
            <p:nvPr/>
          </p:nvSpPr>
          <p:spPr>
            <a:xfrm>
              <a:off x="2622479" y="4021573"/>
              <a:ext cx="269475" cy="131593"/>
            </a:xfrm>
            <a:custGeom>
              <a:avLst/>
              <a:gdLst/>
              <a:ahLst/>
              <a:cxnLst/>
              <a:rect l="l" t="t" r="r" b="b"/>
              <a:pathLst>
                <a:path w="17998" h="8789" extrusionOk="0">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61"/>
            <p:cNvSpPr/>
            <p:nvPr/>
          </p:nvSpPr>
          <p:spPr>
            <a:xfrm>
              <a:off x="2642947" y="4021573"/>
              <a:ext cx="248693" cy="131279"/>
            </a:xfrm>
            <a:custGeom>
              <a:avLst/>
              <a:gdLst/>
              <a:ahLst/>
              <a:cxnLst/>
              <a:rect l="l" t="t" r="r" b="b"/>
              <a:pathLst>
                <a:path w="16610" h="8768" extrusionOk="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61"/>
            <p:cNvSpPr/>
            <p:nvPr/>
          </p:nvSpPr>
          <p:spPr>
            <a:xfrm>
              <a:off x="2921525" y="3936889"/>
              <a:ext cx="52898" cy="45352"/>
            </a:xfrm>
            <a:custGeom>
              <a:avLst/>
              <a:gdLst/>
              <a:ahLst/>
              <a:cxnLst/>
              <a:rect l="l" t="t" r="r" b="b"/>
              <a:pathLst>
                <a:path w="3533" h="3029" extrusionOk="0">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61"/>
            <p:cNvSpPr/>
            <p:nvPr/>
          </p:nvSpPr>
          <p:spPr>
            <a:xfrm>
              <a:off x="2942621" y="3936889"/>
              <a:ext cx="34003" cy="45307"/>
            </a:xfrm>
            <a:custGeom>
              <a:avLst/>
              <a:gdLst/>
              <a:ahLst/>
              <a:cxnLst/>
              <a:rect l="l" t="t" r="r" b="b"/>
              <a:pathLst>
                <a:path w="2271" h="3026" extrusionOk="0">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61"/>
            <p:cNvSpPr/>
            <p:nvPr/>
          </p:nvSpPr>
          <p:spPr>
            <a:xfrm>
              <a:off x="2611459" y="3810655"/>
              <a:ext cx="295288" cy="284163"/>
            </a:xfrm>
            <a:custGeom>
              <a:avLst/>
              <a:gdLst/>
              <a:ahLst/>
              <a:cxnLst/>
              <a:rect l="l" t="t" r="r" b="b"/>
              <a:pathLst>
                <a:path w="19722" h="18979" extrusionOk="0">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61"/>
            <p:cNvSpPr/>
            <p:nvPr/>
          </p:nvSpPr>
          <p:spPr>
            <a:xfrm>
              <a:off x="2744924" y="3810655"/>
              <a:ext cx="166854" cy="284313"/>
            </a:xfrm>
            <a:custGeom>
              <a:avLst/>
              <a:gdLst/>
              <a:ahLst/>
              <a:cxnLst/>
              <a:rect l="l" t="t" r="r" b="b"/>
              <a:pathLst>
                <a:path w="11144" h="18989" extrusionOk="0">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61"/>
            <p:cNvSpPr/>
            <p:nvPr/>
          </p:nvSpPr>
          <p:spPr>
            <a:xfrm>
              <a:off x="2722900" y="3921467"/>
              <a:ext cx="73036" cy="62540"/>
            </a:xfrm>
            <a:custGeom>
              <a:avLst/>
              <a:gdLst/>
              <a:ahLst/>
              <a:cxnLst/>
              <a:rect l="l" t="t" r="r" b="b"/>
              <a:pathLst>
                <a:path w="4878" h="4177" extrusionOk="0">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61"/>
            <p:cNvSpPr/>
            <p:nvPr/>
          </p:nvSpPr>
          <p:spPr>
            <a:xfrm>
              <a:off x="2752800" y="3921467"/>
              <a:ext cx="46295" cy="62540"/>
            </a:xfrm>
            <a:custGeom>
              <a:avLst/>
              <a:gdLst/>
              <a:ahLst/>
              <a:cxnLst/>
              <a:rect l="l" t="t" r="r" b="b"/>
              <a:pathLst>
                <a:path w="3092" h="4177" extrusionOk="0">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5" name="Google Shape;8465;p61"/>
          <p:cNvGrpSpPr/>
          <p:nvPr/>
        </p:nvGrpSpPr>
        <p:grpSpPr>
          <a:xfrm>
            <a:off x="3960519" y="1354540"/>
            <a:ext cx="370195" cy="300154"/>
            <a:chOff x="3952456" y="1524280"/>
            <a:chExt cx="370195" cy="300154"/>
          </a:xfrm>
        </p:grpSpPr>
        <p:sp>
          <p:nvSpPr>
            <p:cNvPr id="8466" name="Google Shape;8466;p61"/>
            <p:cNvSpPr/>
            <p:nvPr/>
          </p:nvSpPr>
          <p:spPr>
            <a:xfrm>
              <a:off x="3952456" y="1550482"/>
              <a:ext cx="370195" cy="248064"/>
            </a:xfrm>
            <a:custGeom>
              <a:avLst/>
              <a:gdLst/>
              <a:ahLst/>
              <a:cxnLst/>
              <a:rect l="l" t="t" r="r" b="b"/>
              <a:pathLst>
                <a:path w="24725" h="16568" extrusionOk="0">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61"/>
            <p:cNvSpPr/>
            <p:nvPr/>
          </p:nvSpPr>
          <p:spPr>
            <a:xfrm>
              <a:off x="3977955" y="1550482"/>
              <a:ext cx="344697" cy="226669"/>
            </a:xfrm>
            <a:custGeom>
              <a:avLst/>
              <a:gdLst/>
              <a:ahLst/>
              <a:cxnLst/>
              <a:rect l="l" t="t" r="r" b="b"/>
              <a:pathLst>
                <a:path w="23022" h="15139" extrusionOk="0">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61"/>
            <p:cNvSpPr/>
            <p:nvPr/>
          </p:nvSpPr>
          <p:spPr>
            <a:xfrm>
              <a:off x="3990232" y="1524280"/>
              <a:ext cx="294644" cy="251613"/>
            </a:xfrm>
            <a:custGeom>
              <a:avLst/>
              <a:gdLst/>
              <a:ahLst/>
              <a:cxnLst/>
              <a:rect l="l" t="t" r="r" b="b"/>
              <a:pathLst>
                <a:path w="19679" h="16805" extrusionOk="0">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61"/>
            <p:cNvSpPr/>
            <p:nvPr/>
          </p:nvSpPr>
          <p:spPr>
            <a:xfrm>
              <a:off x="4003138" y="1524430"/>
              <a:ext cx="281738" cy="230367"/>
            </a:xfrm>
            <a:custGeom>
              <a:avLst/>
              <a:gdLst/>
              <a:ahLst/>
              <a:cxnLst/>
              <a:rect l="l" t="t" r="r" b="b"/>
              <a:pathLst>
                <a:path w="18817" h="15386" extrusionOk="0">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61"/>
            <p:cNvSpPr/>
            <p:nvPr/>
          </p:nvSpPr>
          <p:spPr>
            <a:xfrm>
              <a:off x="4137547" y="1524280"/>
              <a:ext cx="147329" cy="230517"/>
            </a:xfrm>
            <a:custGeom>
              <a:avLst/>
              <a:gdLst/>
              <a:ahLst/>
              <a:cxnLst/>
              <a:rect l="l" t="t" r="r" b="b"/>
              <a:pathLst>
                <a:path w="9840" h="15396" extrusionOk="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61"/>
            <p:cNvSpPr/>
            <p:nvPr/>
          </p:nvSpPr>
          <p:spPr>
            <a:xfrm>
              <a:off x="4137547" y="1766430"/>
              <a:ext cx="25828" cy="58003"/>
            </a:xfrm>
            <a:custGeom>
              <a:avLst/>
              <a:gdLst/>
              <a:ahLst/>
              <a:cxnLst/>
              <a:rect l="l" t="t" r="r" b="b"/>
              <a:pathLst>
                <a:path w="1725" h="3874" extrusionOk="0">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72" name="Google Shape;8472;p61"/>
          <p:cNvSpPr txBox="1"/>
          <p:nvPr/>
        </p:nvSpPr>
        <p:spPr>
          <a:xfrm>
            <a:off x="849675"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Educational Icons</a:t>
            </a:r>
            <a:endParaRPr sz="2400">
              <a:solidFill>
                <a:schemeClr val="lt1"/>
              </a:solidFill>
            </a:endParaRPr>
          </a:p>
        </p:txBody>
      </p:sp>
      <p:sp>
        <p:nvSpPr>
          <p:cNvPr id="8473" name="Google Shape;8473;p61"/>
          <p:cNvSpPr txBox="1"/>
          <p:nvPr/>
        </p:nvSpPr>
        <p:spPr>
          <a:xfrm>
            <a:off x="4858400"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477"/>
        <p:cNvGrpSpPr/>
        <p:nvPr/>
      </p:nvGrpSpPr>
      <p:grpSpPr>
        <a:xfrm>
          <a:off x="0" y="0"/>
          <a:ext cx="0" cy="0"/>
          <a:chOff x="0" y="0"/>
          <a:chExt cx="0" cy="0"/>
        </a:xfrm>
      </p:grpSpPr>
      <p:grpSp>
        <p:nvGrpSpPr>
          <p:cNvPr id="8478" name="Google Shape;8478;p62"/>
          <p:cNvGrpSpPr/>
          <p:nvPr/>
        </p:nvGrpSpPr>
        <p:grpSpPr>
          <a:xfrm>
            <a:off x="894207" y="1345785"/>
            <a:ext cx="257112" cy="362808"/>
            <a:chOff x="908482" y="1502585"/>
            <a:chExt cx="257112" cy="362808"/>
          </a:xfrm>
        </p:grpSpPr>
        <p:sp>
          <p:nvSpPr>
            <p:cNvPr id="8479" name="Google Shape;8479;p62"/>
            <p:cNvSpPr/>
            <p:nvPr/>
          </p:nvSpPr>
          <p:spPr>
            <a:xfrm>
              <a:off x="908482" y="1526088"/>
              <a:ext cx="257112" cy="339305"/>
            </a:xfrm>
            <a:custGeom>
              <a:avLst/>
              <a:gdLst/>
              <a:ahLst/>
              <a:cxnLst/>
              <a:rect l="l" t="t" r="r" b="b"/>
              <a:pathLst>
                <a:path w="9791" h="12921" extrusionOk="0">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62"/>
            <p:cNvSpPr/>
            <p:nvPr/>
          </p:nvSpPr>
          <p:spPr>
            <a:xfrm>
              <a:off x="920036" y="1526088"/>
              <a:ext cx="234003" cy="315671"/>
            </a:xfrm>
            <a:custGeom>
              <a:avLst/>
              <a:gdLst/>
              <a:ahLst/>
              <a:cxnLst/>
              <a:rect l="l" t="t" r="r" b="b"/>
              <a:pathLst>
                <a:path w="8911" h="12021" extrusionOk="0">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62"/>
            <p:cNvSpPr/>
            <p:nvPr/>
          </p:nvSpPr>
          <p:spPr>
            <a:xfrm>
              <a:off x="931853" y="1549459"/>
              <a:ext cx="210631" cy="280746"/>
            </a:xfrm>
            <a:custGeom>
              <a:avLst/>
              <a:gdLst/>
              <a:ahLst/>
              <a:cxnLst/>
              <a:rect l="l" t="t" r="r" b="b"/>
              <a:pathLst>
                <a:path w="8021" h="10691" extrusionOk="0">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62"/>
            <p:cNvSpPr/>
            <p:nvPr/>
          </p:nvSpPr>
          <p:spPr>
            <a:xfrm>
              <a:off x="984373" y="1502585"/>
              <a:ext cx="105329" cy="52678"/>
            </a:xfrm>
            <a:custGeom>
              <a:avLst/>
              <a:gdLst/>
              <a:ahLst/>
              <a:cxnLst/>
              <a:rect l="l" t="t" r="r" b="b"/>
              <a:pathLst>
                <a:path w="4011" h="2006" extrusionOk="0">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62"/>
            <p:cNvSpPr/>
            <p:nvPr/>
          </p:nvSpPr>
          <p:spPr>
            <a:xfrm>
              <a:off x="964022" y="1663559"/>
              <a:ext cx="29175" cy="29175"/>
            </a:xfrm>
            <a:custGeom>
              <a:avLst/>
              <a:gdLst/>
              <a:ahLst/>
              <a:cxnLst/>
              <a:rect l="l" t="t" r="r" b="b"/>
              <a:pathLst>
                <a:path w="1111" h="1111" extrusionOk="0">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62"/>
            <p:cNvSpPr/>
            <p:nvPr/>
          </p:nvSpPr>
          <p:spPr>
            <a:xfrm>
              <a:off x="964022" y="1716079"/>
              <a:ext cx="29175" cy="29437"/>
            </a:xfrm>
            <a:custGeom>
              <a:avLst/>
              <a:gdLst/>
              <a:ahLst/>
              <a:cxnLst/>
              <a:rect l="l" t="t" r="r" b="b"/>
              <a:pathLst>
                <a:path w="1111" h="1121" extrusionOk="0">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62"/>
            <p:cNvSpPr/>
            <p:nvPr/>
          </p:nvSpPr>
          <p:spPr>
            <a:xfrm>
              <a:off x="964022" y="1768862"/>
              <a:ext cx="29175" cy="29175"/>
            </a:xfrm>
            <a:custGeom>
              <a:avLst/>
              <a:gdLst/>
              <a:ahLst/>
              <a:cxnLst/>
              <a:rect l="l" t="t" r="r" b="b"/>
              <a:pathLst>
                <a:path w="1111" h="1111" extrusionOk="0">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62"/>
            <p:cNvSpPr/>
            <p:nvPr/>
          </p:nvSpPr>
          <p:spPr>
            <a:xfrm>
              <a:off x="1005985" y="1660539"/>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62"/>
            <p:cNvSpPr/>
            <p:nvPr/>
          </p:nvSpPr>
          <p:spPr>
            <a:xfrm>
              <a:off x="1005985" y="1683910"/>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62"/>
            <p:cNvSpPr/>
            <p:nvPr/>
          </p:nvSpPr>
          <p:spPr>
            <a:xfrm>
              <a:off x="1005985" y="1713322"/>
              <a:ext cx="68145" cy="11581"/>
            </a:xfrm>
            <a:custGeom>
              <a:avLst/>
              <a:gdLst/>
              <a:ahLst/>
              <a:cxnLst/>
              <a:rect l="l" t="t" r="r" b="b"/>
              <a:pathLst>
                <a:path w="2595" h="441" extrusionOk="0">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62"/>
            <p:cNvSpPr/>
            <p:nvPr/>
          </p:nvSpPr>
          <p:spPr>
            <a:xfrm>
              <a:off x="1005985" y="1736693"/>
              <a:ext cx="109110" cy="11581"/>
            </a:xfrm>
            <a:custGeom>
              <a:avLst/>
              <a:gdLst/>
              <a:ahLst/>
              <a:cxnLst/>
              <a:rect l="l" t="t" r="r" b="b"/>
              <a:pathLst>
                <a:path w="4155" h="441" extrusionOk="0">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62"/>
            <p:cNvSpPr/>
            <p:nvPr/>
          </p:nvSpPr>
          <p:spPr>
            <a:xfrm>
              <a:off x="1005985" y="1765842"/>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62"/>
            <p:cNvSpPr/>
            <p:nvPr/>
          </p:nvSpPr>
          <p:spPr>
            <a:xfrm>
              <a:off x="1005985" y="1789213"/>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62"/>
            <p:cNvSpPr/>
            <p:nvPr/>
          </p:nvSpPr>
          <p:spPr>
            <a:xfrm>
              <a:off x="1005985" y="1572831"/>
              <a:ext cx="103333" cy="11843"/>
            </a:xfrm>
            <a:custGeom>
              <a:avLst/>
              <a:gdLst/>
              <a:ahLst/>
              <a:cxnLst/>
              <a:rect l="l" t="t" r="r" b="b"/>
              <a:pathLst>
                <a:path w="3935" h="451" extrusionOk="0">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62"/>
            <p:cNvSpPr/>
            <p:nvPr/>
          </p:nvSpPr>
          <p:spPr>
            <a:xfrm>
              <a:off x="959243" y="1625613"/>
              <a:ext cx="155853" cy="11581"/>
            </a:xfrm>
            <a:custGeom>
              <a:avLst/>
              <a:gdLst/>
              <a:ahLst/>
              <a:cxnLst/>
              <a:rect l="l" t="t" r="r" b="b"/>
              <a:pathLst>
                <a:path w="5935" h="441" extrusionOk="0">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62"/>
            <p:cNvSpPr/>
            <p:nvPr/>
          </p:nvSpPr>
          <p:spPr>
            <a:xfrm>
              <a:off x="1005985" y="1596202"/>
              <a:ext cx="27179" cy="11843"/>
            </a:xfrm>
            <a:custGeom>
              <a:avLst/>
              <a:gdLst/>
              <a:ahLst/>
              <a:cxnLst/>
              <a:rect l="l" t="t" r="r" b="b"/>
              <a:pathLst>
                <a:path w="1035" h="451" extrusionOk="0">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62"/>
            <p:cNvSpPr/>
            <p:nvPr/>
          </p:nvSpPr>
          <p:spPr>
            <a:xfrm>
              <a:off x="1040911" y="1596202"/>
              <a:ext cx="38996" cy="11843"/>
            </a:xfrm>
            <a:custGeom>
              <a:avLst/>
              <a:gdLst/>
              <a:ahLst/>
              <a:cxnLst/>
              <a:rect l="l" t="t" r="r" b="b"/>
              <a:pathLst>
                <a:path w="1485" h="451" extrusionOk="0">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62"/>
            <p:cNvSpPr/>
            <p:nvPr/>
          </p:nvSpPr>
          <p:spPr>
            <a:xfrm>
              <a:off x="961002" y="1572831"/>
              <a:ext cx="35215" cy="35215"/>
            </a:xfrm>
            <a:custGeom>
              <a:avLst/>
              <a:gdLst/>
              <a:ahLst/>
              <a:cxnLst/>
              <a:rect l="l" t="t" r="r" b="b"/>
              <a:pathLst>
                <a:path w="1341" h="1341" extrusionOk="0">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62"/>
            <p:cNvSpPr/>
            <p:nvPr/>
          </p:nvSpPr>
          <p:spPr>
            <a:xfrm>
              <a:off x="984373" y="1543682"/>
              <a:ext cx="105329" cy="11581"/>
            </a:xfrm>
            <a:custGeom>
              <a:avLst/>
              <a:gdLst/>
              <a:ahLst/>
              <a:cxnLst/>
              <a:rect l="l" t="t" r="r" b="b"/>
              <a:pathLst>
                <a:path w="4011" h="441" extrusionOk="0">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62"/>
            <p:cNvSpPr/>
            <p:nvPr/>
          </p:nvSpPr>
          <p:spPr>
            <a:xfrm>
              <a:off x="969799" y="1581628"/>
              <a:ext cx="17620" cy="17620"/>
            </a:xfrm>
            <a:custGeom>
              <a:avLst/>
              <a:gdLst/>
              <a:ahLst/>
              <a:cxnLst/>
              <a:rect l="l" t="t" r="r" b="b"/>
              <a:pathLst>
                <a:path w="671" h="671" extrusionOk="0">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9" name="Google Shape;8499;p62"/>
          <p:cNvGrpSpPr/>
          <p:nvPr/>
        </p:nvGrpSpPr>
        <p:grpSpPr>
          <a:xfrm>
            <a:off x="1289262" y="1345916"/>
            <a:ext cx="362939" cy="362677"/>
            <a:chOff x="1303537" y="1502716"/>
            <a:chExt cx="362939" cy="362677"/>
          </a:xfrm>
        </p:grpSpPr>
        <p:sp>
          <p:nvSpPr>
            <p:cNvPr id="8500" name="Google Shape;8500;p62"/>
            <p:cNvSpPr/>
            <p:nvPr/>
          </p:nvSpPr>
          <p:spPr>
            <a:xfrm>
              <a:off x="1426697" y="1695727"/>
              <a:ext cx="116883" cy="99552"/>
            </a:xfrm>
            <a:custGeom>
              <a:avLst/>
              <a:gdLst/>
              <a:ahLst/>
              <a:cxnLst/>
              <a:rect l="l" t="t" r="r" b="b"/>
              <a:pathLst>
                <a:path w="4451" h="3791" extrusionOk="0">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62"/>
            <p:cNvSpPr/>
            <p:nvPr/>
          </p:nvSpPr>
          <p:spPr>
            <a:xfrm>
              <a:off x="1464643" y="1695727"/>
              <a:ext cx="40992" cy="17620"/>
            </a:xfrm>
            <a:custGeom>
              <a:avLst/>
              <a:gdLst/>
              <a:ahLst/>
              <a:cxnLst/>
              <a:rect l="l" t="t" r="r" b="b"/>
              <a:pathLst>
                <a:path w="1561" h="671" extrusionOk="0">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62"/>
            <p:cNvSpPr/>
            <p:nvPr/>
          </p:nvSpPr>
          <p:spPr>
            <a:xfrm>
              <a:off x="1426697" y="1710538"/>
              <a:ext cx="116883" cy="84741"/>
            </a:xfrm>
            <a:custGeom>
              <a:avLst/>
              <a:gdLst/>
              <a:ahLst/>
              <a:cxnLst/>
              <a:rect l="l" t="t" r="r" b="b"/>
              <a:pathLst>
                <a:path w="4451" h="3227" extrusionOk="0">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62"/>
            <p:cNvSpPr/>
            <p:nvPr/>
          </p:nvSpPr>
          <p:spPr>
            <a:xfrm>
              <a:off x="1444291" y="1613796"/>
              <a:ext cx="29437" cy="64363"/>
            </a:xfrm>
            <a:custGeom>
              <a:avLst/>
              <a:gdLst/>
              <a:ahLst/>
              <a:cxnLst/>
              <a:rect l="l" t="t" r="r" b="b"/>
              <a:pathLst>
                <a:path w="1121" h="2451" extrusionOk="0">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62"/>
            <p:cNvSpPr/>
            <p:nvPr/>
          </p:nvSpPr>
          <p:spPr>
            <a:xfrm>
              <a:off x="1456108" y="1608019"/>
              <a:ext cx="69878" cy="70140"/>
            </a:xfrm>
            <a:custGeom>
              <a:avLst/>
              <a:gdLst/>
              <a:ahLst/>
              <a:cxnLst/>
              <a:rect l="l" t="t" r="r" b="b"/>
              <a:pathLst>
                <a:path w="2661" h="2671" extrusionOk="0">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62"/>
            <p:cNvSpPr/>
            <p:nvPr/>
          </p:nvSpPr>
          <p:spPr>
            <a:xfrm>
              <a:off x="1450068" y="1637168"/>
              <a:ext cx="70140" cy="64363"/>
            </a:xfrm>
            <a:custGeom>
              <a:avLst/>
              <a:gdLst/>
              <a:ahLst/>
              <a:cxnLst/>
              <a:rect l="l" t="t" r="r" b="b"/>
              <a:pathLst>
                <a:path w="2671" h="2451" extrusionOk="0">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62"/>
            <p:cNvSpPr/>
            <p:nvPr/>
          </p:nvSpPr>
          <p:spPr>
            <a:xfrm>
              <a:off x="1450068" y="1637168"/>
              <a:ext cx="70140" cy="63103"/>
            </a:xfrm>
            <a:custGeom>
              <a:avLst/>
              <a:gdLst/>
              <a:ahLst/>
              <a:cxnLst/>
              <a:rect l="l" t="t" r="r" b="b"/>
              <a:pathLst>
                <a:path w="2671" h="2403" extrusionOk="0">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62"/>
            <p:cNvSpPr/>
            <p:nvPr/>
          </p:nvSpPr>
          <p:spPr>
            <a:xfrm>
              <a:off x="1426697" y="1725638"/>
              <a:ext cx="23398" cy="69642"/>
            </a:xfrm>
            <a:custGeom>
              <a:avLst/>
              <a:gdLst/>
              <a:ahLst/>
              <a:cxnLst/>
              <a:rect l="l" t="t" r="r" b="b"/>
              <a:pathLst>
                <a:path w="891" h="2652" extrusionOk="0">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62"/>
            <p:cNvSpPr/>
            <p:nvPr/>
          </p:nvSpPr>
          <p:spPr>
            <a:xfrm>
              <a:off x="1520182" y="1725638"/>
              <a:ext cx="23398" cy="69642"/>
            </a:xfrm>
            <a:custGeom>
              <a:avLst/>
              <a:gdLst/>
              <a:ahLst/>
              <a:cxnLst/>
              <a:rect l="l" t="t" r="r" b="b"/>
              <a:pathLst>
                <a:path w="891" h="2652" extrusionOk="0">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62"/>
            <p:cNvSpPr/>
            <p:nvPr/>
          </p:nvSpPr>
          <p:spPr>
            <a:xfrm>
              <a:off x="1303537" y="1502716"/>
              <a:ext cx="362939" cy="362677"/>
            </a:xfrm>
            <a:custGeom>
              <a:avLst/>
              <a:gdLst/>
              <a:ahLst/>
              <a:cxnLst/>
              <a:rect l="l" t="t" r="r" b="b"/>
              <a:pathLst>
                <a:path w="13821" h="13811" extrusionOk="0">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62"/>
            <p:cNvSpPr/>
            <p:nvPr/>
          </p:nvSpPr>
          <p:spPr>
            <a:xfrm>
              <a:off x="1346262" y="1555236"/>
              <a:ext cx="267694" cy="257742"/>
            </a:xfrm>
            <a:custGeom>
              <a:avLst/>
              <a:gdLst/>
              <a:ahLst/>
              <a:cxnLst/>
              <a:rect l="l" t="t" r="r" b="b"/>
              <a:pathLst>
                <a:path w="10194" h="9815" extrusionOk="0">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1" name="Google Shape;8511;p62"/>
          <p:cNvGrpSpPr/>
          <p:nvPr/>
        </p:nvGrpSpPr>
        <p:grpSpPr>
          <a:xfrm>
            <a:off x="1737626" y="1345916"/>
            <a:ext cx="362677" cy="362677"/>
            <a:chOff x="1751901" y="1502716"/>
            <a:chExt cx="362677" cy="362677"/>
          </a:xfrm>
        </p:grpSpPr>
        <p:sp>
          <p:nvSpPr>
            <p:cNvPr id="8512" name="Google Shape;8512;p62"/>
            <p:cNvSpPr/>
            <p:nvPr/>
          </p:nvSpPr>
          <p:spPr>
            <a:xfrm>
              <a:off x="1751901" y="1502716"/>
              <a:ext cx="362677" cy="362677"/>
            </a:xfrm>
            <a:custGeom>
              <a:avLst/>
              <a:gdLst/>
              <a:ahLst/>
              <a:cxnLst/>
              <a:rect l="l" t="t" r="r" b="b"/>
              <a:pathLst>
                <a:path w="13811" h="13811" extrusionOk="0">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62"/>
            <p:cNvSpPr/>
            <p:nvPr/>
          </p:nvSpPr>
          <p:spPr>
            <a:xfrm>
              <a:off x="1779027" y="1529843"/>
              <a:ext cx="308397" cy="308397"/>
            </a:xfrm>
            <a:custGeom>
              <a:avLst/>
              <a:gdLst/>
              <a:ahLst/>
              <a:cxnLst/>
              <a:rect l="l" t="t" r="r" b="b"/>
              <a:pathLst>
                <a:path w="11744" h="11744" extrusionOk="0">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62"/>
            <p:cNvSpPr/>
            <p:nvPr/>
          </p:nvSpPr>
          <p:spPr>
            <a:xfrm>
              <a:off x="1927816" y="1551035"/>
              <a:ext cx="10845" cy="138416"/>
            </a:xfrm>
            <a:custGeom>
              <a:avLst/>
              <a:gdLst/>
              <a:ahLst/>
              <a:cxnLst/>
              <a:rect l="l" t="t" r="r" b="b"/>
              <a:pathLst>
                <a:path w="413" h="5271" extrusionOk="0">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62"/>
            <p:cNvSpPr/>
            <p:nvPr/>
          </p:nvSpPr>
          <p:spPr>
            <a:xfrm>
              <a:off x="1925821" y="1678632"/>
              <a:ext cx="142014" cy="10819"/>
            </a:xfrm>
            <a:custGeom>
              <a:avLst/>
              <a:gdLst/>
              <a:ahLst/>
              <a:cxnLst/>
              <a:rect l="l" t="t" r="r" b="b"/>
              <a:pathLst>
                <a:path w="5408" h="412" extrusionOk="0">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62"/>
            <p:cNvSpPr/>
            <p:nvPr/>
          </p:nvSpPr>
          <p:spPr>
            <a:xfrm>
              <a:off x="1816999" y="1567789"/>
              <a:ext cx="288020" cy="270215"/>
            </a:xfrm>
            <a:custGeom>
              <a:avLst/>
              <a:gdLst/>
              <a:ahLst/>
              <a:cxnLst/>
              <a:rect l="l" t="t" r="r" b="b"/>
              <a:pathLst>
                <a:path w="10968" h="10290" extrusionOk="0">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62"/>
            <p:cNvSpPr/>
            <p:nvPr/>
          </p:nvSpPr>
          <p:spPr>
            <a:xfrm>
              <a:off x="1798644" y="1678632"/>
              <a:ext cx="22400" cy="10819"/>
            </a:xfrm>
            <a:custGeom>
              <a:avLst/>
              <a:gdLst/>
              <a:ahLst/>
              <a:cxnLst/>
              <a:rect l="l" t="t" r="r" b="b"/>
              <a:pathLst>
                <a:path w="853" h="412" extrusionOk="0">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62"/>
            <p:cNvSpPr/>
            <p:nvPr/>
          </p:nvSpPr>
          <p:spPr>
            <a:xfrm>
              <a:off x="1927816" y="1798063"/>
              <a:ext cx="10845" cy="18828"/>
            </a:xfrm>
            <a:custGeom>
              <a:avLst/>
              <a:gdLst/>
              <a:ahLst/>
              <a:cxnLst/>
              <a:rect l="l" t="t" r="r" b="b"/>
              <a:pathLst>
                <a:path w="413" h="717" extrusionOk="0">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62"/>
            <p:cNvSpPr/>
            <p:nvPr/>
          </p:nvSpPr>
          <p:spPr>
            <a:xfrm>
              <a:off x="1835486" y="1588508"/>
              <a:ext cx="20667" cy="16518"/>
            </a:xfrm>
            <a:custGeom>
              <a:avLst/>
              <a:gdLst/>
              <a:ahLst/>
              <a:cxnLst/>
              <a:rect l="l" t="t" r="r" b="b"/>
              <a:pathLst>
                <a:path w="787" h="629" extrusionOk="0">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62"/>
            <p:cNvSpPr/>
            <p:nvPr/>
          </p:nvSpPr>
          <p:spPr>
            <a:xfrm>
              <a:off x="2009958" y="1763189"/>
              <a:ext cx="20667" cy="16491"/>
            </a:xfrm>
            <a:custGeom>
              <a:avLst/>
              <a:gdLst/>
              <a:ahLst/>
              <a:cxnLst/>
              <a:rect l="l" t="t" r="r" b="b"/>
              <a:pathLst>
                <a:path w="787" h="628" extrusionOk="0">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62"/>
            <p:cNvSpPr/>
            <p:nvPr/>
          </p:nvSpPr>
          <p:spPr>
            <a:xfrm>
              <a:off x="2010247" y="1588193"/>
              <a:ext cx="21113" cy="16833"/>
            </a:xfrm>
            <a:custGeom>
              <a:avLst/>
              <a:gdLst/>
              <a:ahLst/>
              <a:cxnLst/>
              <a:rect l="l" t="t" r="r" b="b"/>
              <a:pathLst>
                <a:path w="804" h="641" extrusionOk="0">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62"/>
            <p:cNvSpPr/>
            <p:nvPr/>
          </p:nvSpPr>
          <p:spPr>
            <a:xfrm>
              <a:off x="1835591" y="1762927"/>
              <a:ext cx="20719" cy="16754"/>
            </a:xfrm>
            <a:custGeom>
              <a:avLst/>
              <a:gdLst/>
              <a:ahLst/>
              <a:cxnLst/>
              <a:rect l="l" t="t" r="r" b="b"/>
              <a:pathLst>
                <a:path w="789" h="638" extrusionOk="0">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62"/>
            <p:cNvSpPr/>
            <p:nvPr/>
          </p:nvSpPr>
          <p:spPr>
            <a:xfrm>
              <a:off x="1808018" y="1628581"/>
              <a:ext cx="22820" cy="14128"/>
            </a:xfrm>
            <a:custGeom>
              <a:avLst/>
              <a:gdLst/>
              <a:ahLst/>
              <a:cxnLst/>
              <a:rect l="l" t="t" r="r" b="b"/>
              <a:pathLst>
                <a:path w="869" h="538" extrusionOk="0">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62"/>
            <p:cNvSpPr/>
            <p:nvPr/>
          </p:nvSpPr>
          <p:spPr>
            <a:xfrm>
              <a:off x="2035194" y="1725139"/>
              <a:ext cx="23004" cy="14102"/>
            </a:xfrm>
            <a:custGeom>
              <a:avLst/>
              <a:gdLst/>
              <a:ahLst/>
              <a:cxnLst/>
              <a:rect l="l" t="t" r="r" b="b"/>
              <a:pathLst>
                <a:path w="876" h="537" extrusionOk="0">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62"/>
            <p:cNvSpPr/>
            <p:nvPr/>
          </p:nvSpPr>
          <p:spPr>
            <a:xfrm>
              <a:off x="1973299" y="1561276"/>
              <a:ext cx="16649" cy="18119"/>
            </a:xfrm>
            <a:custGeom>
              <a:avLst/>
              <a:gdLst/>
              <a:ahLst/>
              <a:cxnLst/>
              <a:rect l="l" t="t" r="r" b="b"/>
              <a:pathLst>
                <a:path w="634" h="690" extrusionOk="0">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62"/>
            <p:cNvSpPr/>
            <p:nvPr/>
          </p:nvSpPr>
          <p:spPr>
            <a:xfrm>
              <a:off x="1876557" y="1788557"/>
              <a:ext cx="16623" cy="18277"/>
            </a:xfrm>
            <a:custGeom>
              <a:avLst/>
              <a:gdLst/>
              <a:ahLst/>
              <a:cxnLst/>
              <a:rect l="l" t="t" r="r" b="b"/>
              <a:pathLst>
                <a:path w="633" h="696" extrusionOk="0">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62"/>
            <p:cNvSpPr/>
            <p:nvPr/>
          </p:nvSpPr>
          <p:spPr>
            <a:xfrm>
              <a:off x="1878710" y="1560541"/>
              <a:ext cx="15966" cy="18093"/>
            </a:xfrm>
            <a:custGeom>
              <a:avLst/>
              <a:gdLst/>
              <a:ahLst/>
              <a:cxnLst/>
              <a:rect l="l" t="t" r="r" b="b"/>
              <a:pathLst>
                <a:path w="608" h="689" extrusionOk="0">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62"/>
            <p:cNvSpPr/>
            <p:nvPr/>
          </p:nvSpPr>
          <p:spPr>
            <a:xfrm>
              <a:off x="1971014" y="1789292"/>
              <a:ext cx="16386" cy="18277"/>
            </a:xfrm>
            <a:custGeom>
              <a:avLst/>
              <a:gdLst/>
              <a:ahLst/>
              <a:cxnLst/>
              <a:rect l="l" t="t" r="r" b="b"/>
              <a:pathLst>
                <a:path w="624" h="696" extrusionOk="0">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62"/>
            <p:cNvSpPr/>
            <p:nvPr/>
          </p:nvSpPr>
          <p:spPr>
            <a:xfrm>
              <a:off x="2036375" y="1630734"/>
              <a:ext cx="22951" cy="13997"/>
            </a:xfrm>
            <a:custGeom>
              <a:avLst/>
              <a:gdLst/>
              <a:ahLst/>
              <a:cxnLst/>
              <a:rect l="l" t="t" r="r" b="b"/>
              <a:pathLst>
                <a:path w="874" h="533" extrusionOk="0">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62"/>
            <p:cNvSpPr/>
            <p:nvPr/>
          </p:nvSpPr>
          <p:spPr>
            <a:xfrm>
              <a:off x="1807441" y="1723143"/>
              <a:ext cx="22846" cy="14075"/>
            </a:xfrm>
            <a:custGeom>
              <a:avLst/>
              <a:gdLst/>
              <a:ahLst/>
              <a:cxnLst/>
              <a:rect l="l" t="t" r="r" b="b"/>
              <a:pathLst>
                <a:path w="870" h="536" extrusionOk="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1" name="Google Shape;8531;p62"/>
          <p:cNvGrpSpPr/>
          <p:nvPr/>
        </p:nvGrpSpPr>
        <p:grpSpPr>
          <a:xfrm>
            <a:off x="3080903" y="1345916"/>
            <a:ext cx="334290" cy="362677"/>
            <a:chOff x="3095178" y="1502716"/>
            <a:chExt cx="334290" cy="362677"/>
          </a:xfrm>
        </p:grpSpPr>
        <p:sp>
          <p:nvSpPr>
            <p:cNvPr id="8532" name="Google Shape;8532;p62"/>
            <p:cNvSpPr/>
            <p:nvPr/>
          </p:nvSpPr>
          <p:spPr>
            <a:xfrm>
              <a:off x="3125351" y="1502716"/>
              <a:ext cx="304117" cy="304117"/>
            </a:xfrm>
            <a:custGeom>
              <a:avLst/>
              <a:gdLst/>
              <a:ahLst/>
              <a:cxnLst/>
              <a:rect l="l" t="t" r="r" b="b"/>
              <a:pathLst>
                <a:path w="11581" h="11581" extrusionOk="0">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62"/>
            <p:cNvSpPr/>
            <p:nvPr/>
          </p:nvSpPr>
          <p:spPr>
            <a:xfrm>
              <a:off x="3095178" y="1505973"/>
              <a:ext cx="289306" cy="300887"/>
            </a:xfrm>
            <a:custGeom>
              <a:avLst/>
              <a:gdLst/>
              <a:ahLst/>
              <a:cxnLst/>
              <a:rect l="l" t="t" r="r" b="b"/>
              <a:pathLst>
                <a:path w="11017" h="11458" extrusionOk="0">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62"/>
            <p:cNvSpPr/>
            <p:nvPr/>
          </p:nvSpPr>
          <p:spPr>
            <a:xfrm>
              <a:off x="3125351" y="1503215"/>
              <a:ext cx="303854" cy="303356"/>
            </a:xfrm>
            <a:custGeom>
              <a:avLst/>
              <a:gdLst/>
              <a:ahLst/>
              <a:cxnLst/>
              <a:rect l="l" t="t" r="r" b="b"/>
              <a:pathLst>
                <a:path w="11571" h="11552" extrusionOk="0">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62"/>
            <p:cNvSpPr/>
            <p:nvPr/>
          </p:nvSpPr>
          <p:spPr>
            <a:xfrm>
              <a:off x="3125351" y="1505973"/>
              <a:ext cx="229224" cy="300598"/>
            </a:xfrm>
            <a:custGeom>
              <a:avLst/>
              <a:gdLst/>
              <a:ahLst/>
              <a:cxnLst/>
              <a:rect l="l" t="t" r="r" b="b"/>
              <a:pathLst>
                <a:path w="8729" h="11447" extrusionOk="0">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62"/>
            <p:cNvSpPr/>
            <p:nvPr/>
          </p:nvSpPr>
          <p:spPr>
            <a:xfrm>
              <a:off x="3177871" y="1795253"/>
              <a:ext cx="198814" cy="70140"/>
            </a:xfrm>
            <a:custGeom>
              <a:avLst/>
              <a:gdLst/>
              <a:ahLst/>
              <a:cxnLst/>
              <a:rect l="l" t="t" r="r" b="b"/>
              <a:pathLst>
                <a:path w="7571" h="2671" extrusionOk="0">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62"/>
            <p:cNvSpPr/>
            <p:nvPr/>
          </p:nvSpPr>
          <p:spPr>
            <a:xfrm>
              <a:off x="3265580" y="1818624"/>
              <a:ext cx="23398" cy="46769"/>
            </a:xfrm>
            <a:custGeom>
              <a:avLst/>
              <a:gdLst/>
              <a:ahLst/>
              <a:cxnLst/>
              <a:rect l="l" t="t" r="r" b="b"/>
              <a:pathLst>
                <a:path w="891" h="1781" extrusionOk="0">
                  <a:moveTo>
                    <a:pt x="211" y="0"/>
                  </a:moveTo>
                  <a:lnTo>
                    <a:pt x="0" y="1780"/>
                  </a:lnTo>
                  <a:lnTo>
                    <a:pt x="890" y="1780"/>
                  </a:lnTo>
                  <a:lnTo>
                    <a:pt x="680"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62"/>
            <p:cNvSpPr/>
            <p:nvPr/>
          </p:nvSpPr>
          <p:spPr>
            <a:xfrm>
              <a:off x="3267076" y="1806807"/>
              <a:ext cx="20378" cy="19879"/>
            </a:xfrm>
            <a:custGeom>
              <a:avLst/>
              <a:gdLst/>
              <a:ahLst/>
              <a:cxnLst/>
              <a:rect l="l" t="t" r="r" b="b"/>
              <a:pathLst>
                <a:path w="776" h="757" extrusionOk="0">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62"/>
            <p:cNvSpPr/>
            <p:nvPr/>
          </p:nvSpPr>
          <p:spPr>
            <a:xfrm>
              <a:off x="3341734" y="1818861"/>
              <a:ext cx="34952" cy="46533"/>
            </a:xfrm>
            <a:custGeom>
              <a:avLst/>
              <a:gdLst/>
              <a:ahLst/>
              <a:cxnLst/>
              <a:rect l="l" t="t" r="r" b="b"/>
              <a:pathLst>
                <a:path w="1331" h="1772" extrusionOk="0">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62"/>
            <p:cNvSpPr/>
            <p:nvPr/>
          </p:nvSpPr>
          <p:spPr>
            <a:xfrm>
              <a:off x="3213060" y="1614033"/>
              <a:ext cx="128700" cy="93538"/>
            </a:xfrm>
            <a:custGeom>
              <a:avLst/>
              <a:gdLst/>
              <a:ahLst/>
              <a:cxnLst/>
              <a:rect l="l" t="t" r="r" b="b"/>
              <a:pathLst>
                <a:path w="4901" h="3562" extrusionOk="0">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62"/>
            <p:cNvSpPr/>
            <p:nvPr/>
          </p:nvSpPr>
          <p:spPr>
            <a:xfrm>
              <a:off x="3242208" y="1614033"/>
              <a:ext cx="99552" cy="93276"/>
            </a:xfrm>
            <a:custGeom>
              <a:avLst/>
              <a:gdLst/>
              <a:ahLst/>
              <a:cxnLst/>
              <a:rect l="l" t="t" r="r" b="b"/>
              <a:pathLst>
                <a:path w="3791" h="3552" extrusionOk="0">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62"/>
            <p:cNvSpPr/>
            <p:nvPr/>
          </p:nvSpPr>
          <p:spPr>
            <a:xfrm>
              <a:off x="3242208" y="1754287"/>
              <a:ext cx="70140" cy="52546"/>
            </a:xfrm>
            <a:custGeom>
              <a:avLst/>
              <a:gdLst/>
              <a:ahLst/>
              <a:cxnLst/>
              <a:rect l="l" t="t" r="r" b="b"/>
              <a:pathLst>
                <a:path w="2671" h="2001" extrusionOk="0">
                  <a:moveTo>
                    <a:pt x="0" y="0"/>
                  </a:moveTo>
                  <a:lnTo>
                    <a:pt x="0" y="2000"/>
                  </a:lnTo>
                  <a:lnTo>
                    <a:pt x="2670" y="2000"/>
                  </a:lnTo>
                  <a:lnTo>
                    <a:pt x="2670"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62"/>
            <p:cNvSpPr/>
            <p:nvPr/>
          </p:nvSpPr>
          <p:spPr>
            <a:xfrm>
              <a:off x="3242208" y="1754287"/>
              <a:ext cx="70140" cy="29044"/>
            </a:xfrm>
            <a:custGeom>
              <a:avLst/>
              <a:gdLst/>
              <a:ahLst/>
              <a:cxnLst/>
              <a:rect l="l" t="t" r="r" b="b"/>
              <a:pathLst>
                <a:path w="2671" h="1106" extrusionOk="0">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62"/>
            <p:cNvSpPr/>
            <p:nvPr/>
          </p:nvSpPr>
          <p:spPr>
            <a:xfrm>
              <a:off x="3230654" y="1785379"/>
              <a:ext cx="46769" cy="41780"/>
            </a:xfrm>
            <a:custGeom>
              <a:avLst/>
              <a:gdLst/>
              <a:ahLst/>
              <a:cxnLst/>
              <a:rect l="l" t="t" r="r" b="b"/>
              <a:pathLst>
                <a:path w="1781" h="1591" extrusionOk="0">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62"/>
            <p:cNvSpPr/>
            <p:nvPr/>
          </p:nvSpPr>
          <p:spPr>
            <a:xfrm>
              <a:off x="3277397" y="1785379"/>
              <a:ext cx="46769" cy="41780"/>
            </a:xfrm>
            <a:custGeom>
              <a:avLst/>
              <a:gdLst/>
              <a:ahLst/>
              <a:cxnLst/>
              <a:rect l="l" t="t" r="r" b="b"/>
              <a:pathLst>
                <a:path w="1781" h="1591" extrusionOk="0">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62"/>
            <p:cNvSpPr/>
            <p:nvPr/>
          </p:nvSpPr>
          <p:spPr>
            <a:xfrm>
              <a:off x="3218837" y="1661327"/>
              <a:ext cx="116883" cy="110318"/>
            </a:xfrm>
            <a:custGeom>
              <a:avLst/>
              <a:gdLst/>
              <a:ahLst/>
              <a:cxnLst/>
              <a:rect l="l" t="t" r="r" b="b"/>
              <a:pathLst>
                <a:path w="4451" h="4201" extrusionOk="0">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62"/>
            <p:cNvSpPr/>
            <p:nvPr/>
          </p:nvSpPr>
          <p:spPr>
            <a:xfrm>
              <a:off x="3218837" y="1661327"/>
              <a:ext cx="105329" cy="110056"/>
            </a:xfrm>
            <a:custGeom>
              <a:avLst/>
              <a:gdLst/>
              <a:ahLst/>
              <a:cxnLst/>
              <a:rect l="l" t="t" r="r" b="b"/>
              <a:pathLst>
                <a:path w="4011" h="4191" extrusionOk="0">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62"/>
            <p:cNvSpPr/>
            <p:nvPr/>
          </p:nvSpPr>
          <p:spPr>
            <a:xfrm>
              <a:off x="3177871" y="1818861"/>
              <a:ext cx="35215" cy="46533"/>
            </a:xfrm>
            <a:custGeom>
              <a:avLst/>
              <a:gdLst/>
              <a:ahLst/>
              <a:cxnLst/>
              <a:rect l="l" t="t" r="r" b="b"/>
              <a:pathLst>
                <a:path w="1341" h="1772" extrusionOk="0">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9" name="Google Shape;8549;p62"/>
          <p:cNvGrpSpPr/>
          <p:nvPr/>
        </p:nvGrpSpPr>
        <p:grpSpPr>
          <a:xfrm>
            <a:off x="3528006" y="1348805"/>
            <a:ext cx="366196" cy="357005"/>
            <a:chOff x="3542281" y="1505605"/>
            <a:chExt cx="366196" cy="357005"/>
          </a:xfrm>
        </p:grpSpPr>
        <p:sp>
          <p:nvSpPr>
            <p:cNvPr id="8550" name="Google Shape;8550;p62"/>
            <p:cNvSpPr/>
            <p:nvPr/>
          </p:nvSpPr>
          <p:spPr>
            <a:xfrm>
              <a:off x="3612133" y="1573592"/>
              <a:ext cx="226466" cy="226703"/>
            </a:xfrm>
            <a:custGeom>
              <a:avLst/>
              <a:gdLst/>
              <a:ahLst/>
              <a:cxnLst/>
              <a:rect l="l" t="t" r="r" b="b"/>
              <a:pathLst>
                <a:path w="8624" h="8633" extrusionOk="0">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62"/>
            <p:cNvSpPr/>
            <p:nvPr/>
          </p:nvSpPr>
          <p:spPr>
            <a:xfrm>
              <a:off x="3657379" y="1652740"/>
              <a:ext cx="135974" cy="136001"/>
            </a:xfrm>
            <a:custGeom>
              <a:avLst/>
              <a:gdLst/>
              <a:ahLst/>
              <a:cxnLst/>
              <a:rect l="l" t="t" r="r" b="b"/>
              <a:pathLst>
                <a:path w="5178" h="5179" extrusionOk="0">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62"/>
            <p:cNvSpPr/>
            <p:nvPr/>
          </p:nvSpPr>
          <p:spPr>
            <a:xfrm>
              <a:off x="3542281" y="1681153"/>
              <a:ext cx="54805" cy="11318"/>
            </a:xfrm>
            <a:custGeom>
              <a:avLst/>
              <a:gdLst/>
              <a:ahLst/>
              <a:cxnLst/>
              <a:rect l="l" t="t" r="r" b="b"/>
              <a:pathLst>
                <a:path w="2087" h="431" extrusionOk="0">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62"/>
            <p:cNvSpPr/>
            <p:nvPr/>
          </p:nvSpPr>
          <p:spPr>
            <a:xfrm>
              <a:off x="3853909" y="1681153"/>
              <a:ext cx="54568" cy="11318"/>
            </a:xfrm>
            <a:custGeom>
              <a:avLst/>
              <a:gdLst/>
              <a:ahLst/>
              <a:cxnLst/>
              <a:rect l="l" t="t" r="r" b="b"/>
              <a:pathLst>
                <a:path w="2078" h="431" extrusionOk="0">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62"/>
            <p:cNvSpPr/>
            <p:nvPr/>
          </p:nvSpPr>
          <p:spPr>
            <a:xfrm>
              <a:off x="3719694" y="1505605"/>
              <a:ext cx="11344" cy="50918"/>
            </a:xfrm>
            <a:custGeom>
              <a:avLst/>
              <a:gdLst/>
              <a:ahLst/>
              <a:cxnLst/>
              <a:rect l="l" t="t" r="r" b="b"/>
              <a:pathLst>
                <a:path w="432" h="1939" extrusionOk="0">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62"/>
            <p:cNvSpPr/>
            <p:nvPr/>
          </p:nvSpPr>
          <p:spPr>
            <a:xfrm>
              <a:off x="3639023" y="1798850"/>
              <a:ext cx="25814" cy="31092"/>
            </a:xfrm>
            <a:custGeom>
              <a:avLst/>
              <a:gdLst/>
              <a:ahLst/>
              <a:cxnLst/>
              <a:rect l="l" t="t" r="r" b="b"/>
              <a:pathLst>
                <a:path w="983" h="1184" extrusionOk="0">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62"/>
            <p:cNvSpPr/>
            <p:nvPr/>
          </p:nvSpPr>
          <p:spPr>
            <a:xfrm>
              <a:off x="3786053" y="1543761"/>
              <a:ext cx="25971" cy="31092"/>
            </a:xfrm>
            <a:custGeom>
              <a:avLst/>
              <a:gdLst/>
              <a:ahLst/>
              <a:cxnLst/>
              <a:rect l="l" t="t" r="r" b="b"/>
              <a:pathLst>
                <a:path w="989" h="1184" extrusionOk="0">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62"/>
            <p:cNvSpPr/>
            <p:nvPr/>
          </p:nvSpPr>
          <p:spPr>
            <a:xfrm>
              <a:off x="3579728" y="1601874"/>
              <a:ext cx="35950" cy="22741"/>
            </a:xfrm>
            <a:custGeom>
              <a:avLst/>
              <a:gdLst/>
              <a:ahLst/>
              <a:cxnLst/>
              <a:rect l="l" t="t" r="r" b="b"/>
              <a:pathLst>
                <a:path w="1369" h="866" extrusionOk="0">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62"/>
            <p:cNvSpPr/>
            <p:nvPr/>
          </p:nvSpPr>
          <p:spPr>
            <a:xfrm>
              <a:off x="3834818" y="1749167"/>
              <a:ext cx="35687" cy="22741"/>
            </a:xfrm>
            <a:custGeom>
              <a:avLst/>
              <a:gdLst/>
              <a:ahLst/>
              <a:cxnLst/>
              <a:rect l="l" t="t" r="r" b="b"/>
              <a:pathLst>
                <a:path w="1359" h="866" extrusionOk="0">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62"/>
            <p:cNvSpPr/>
            <p:nvPr/>
          </p:nvSpPr>
          <p:spPr>
            <a:xfrm>
              <a:off x="3786000" y="1798850"/>
              <a:ext cx="25709" cy="31092"/>
            </a:xfrm>
            <a:custGeom>
              <a:avLst/>
              <a:gdLst/>
              <a:ahLst/>
              <a:cxnLst/>
              <a:rect l="l" t="t" r="r" b="b"/>
              <a:pathLst>
                <a:path w="979" h="1184" extrusionOk="0">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62"/>
            <p:cNvSpPr/>
            <p:nvPr/>
          </p:nvSpPr>
          <p:spPr>
            <a:xfrm>
              <a:off x="3638472" y="1543761"/>
              <a:ext cx="25971" cy="31092"/>
            </a:xfrm>
            <a:custGeom>
              <a:avLst/>
              <a:gdLst/>
              <a:ahLst/>
              <a:cxnLst/>
              <a:rect l="l" t="t" r="r" b="b"/>
              <a:pathLst>
                <a:path w="989" h="1184" extrusionOk="0">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62"/>
            <p:cNvSpPr/>
            <p:nvPr/>
          </p:nvSpPr>
          <p:spPr>
            <a:xfrm>
              <a:off x="3835317" y="1601507"/>
              <a:ext cx="36291" cy="23109"/>
            </a:xfrm>
            <a:custGeom>
              <a:avLst/>
              <a:gdLst/>
              <a:ahLst/>
              <a:cxnLst/>
              <a:rect l="l" t="t" r="r" b="b"/>
              <a:pathLst>
                <a:path w="1382" h="880" extrusionOk="0">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62"/>
            <p:cNvSpPr/>
            <p:nvPr/>
          </p:nvSpPr>
          <p:spPr>
            <a:xfrm>
              <a:off x="3579964" y="1749167"/>
              <a:ext cx="35950" cy="22741"/>
            </a:xfrm>
            <a:custGeom>
              <a:avLst/>
              <a:gdLst/>
              <a:ahLst/>
              <a:cxnLst/>
              <a:rect l="l" t="t" r="r" b="b"/>
              <a:pathLst>
                <a:path w="1369" h="866" extrusionOk="0">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62"/>
            <p:cNvSpPr/>
            <p:nvPr/>
          </p:nvSpPr>
          <p:spPr>
            <a:xfrm>
              <a:off x="3737209" y="1591764"/>
              <a:ext cx="80776" cy="68302"/>
            </a:xfrm>
            <a:custGeom>
              <a:avLst/>
              <a:gdLst/>
              <a:ahLst/>
              <a:cxnLst/>
              <a:rect l="l" t="t" r="r" b="b"/>
              <a:pathLst>
                <a:path w="3076" h="2601" extrusionOk="0">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62"/>
            <p:cNvSpPr/>
            <p:nvPr/>
          </p:nvSpPr>
          <p:spPr>
            <a:xfrm>
              <a:off x="3691307" y="1732150"/>
              <a:ext cx="68118" cy="102073"/>
            </a:xfrm>
            <a:custGeom>
              <a:avLst/>
              <a:gdLst/>
              <a:ahLst/>
              <a:cxnLst/>
              <a:rect l="l" t="t" r="r" b="b"/>
              <a:pathLst>
                <a:path w="2594" h="3887" extrusionOk="0">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62"/>
            <p:cNvSpPr/>
            <p:nvPr/>
          </p:nvSpPr>
          <p:spPr>
            <a:xfrm>
              <a:off x="3691307" y="1751267"/>
              <a:ext cx="68118" cy="82955"/>
            </a:xfrm>
            <a:custGeom>
              <a:avLst/>
              <a:gdLst/>
              <a:ahLst/>
              <a:cxnLst/>
              <a:rect l="l" t="t" r="r" b="b"/>
              <a:pathLst>
                <a:path w="2594" h="3159" extrusionOk="0">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62"/>
            <p:cNvSpPr/>
            <p:nvPr/>
          </p:nvSpPr>
          <p:spPr>
            <a:xfrm>
              <a:off x="3712656" y="1732150"/>
              <a:ext cx="25420" cy="17122"/>
            </a:xfrm>
            <a:custGeom>
              <a:avLst/>
              <a:gdLst/>
              <a:ahLst/>
              <a:cxnLst/>
              <a:rect l="l" t="t" r="r" b="b"/>
              <a:pathLst>
                <a:path w="968" h="652" extrusionOk="0">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62"/>
            <p:cNvSpPr/>
            <p:nvPr/>
          </p:nvSpPr>
          <p:spPr>
            <a:xfrm>
              <a:off x="3702625" y="1686930"/>
              <a:ext cx="45509" cy="51049"/>
            </a:xfrm>
            <a:custGeom>
              <a:avLst/>
              <a:gdLst/>
              <a:ahLst/>
              <a:cxnLst/>
              <a:rect l="l" t="t" r="r" b="b"/>
              <a:pathLst>
                <a:path w="1733" h="1944" extrusionOk="0">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62"/>
            <p:cNvSpPr/>
            <p:nvPr/>
          </p:nvSpPr>
          <p:spPr>
            <a:xfrm>
              <a:off x="3702625" y="1686930"/>
              <a:ext cx="31171" cy="50944"/>
            </a:xfrm>
            <a:custGeom>
              <a:avLst/>
              <a:gdLst/>
              <a:ahLst/>
              <a:cxnLst/>
              <a:rect l="l" t="t" r="r" b="b"/>
              <a:pathLst>
                <a:path w="1187" h="1940" extrusionOk="0">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62"/>
            <p:cNvSpPr/>
            <p:nvPr/>
          </p:nvSpPr>
          <p:spPr>
            <a:xfrm>
              <a:off x="3702625" y="1834196"/>
              <a:ext cx="45509" cy="28177"/>
            </a:xfrm>
            <a:custGeom>
              <a:avLst/>
              <a:gdLst/>
              <a:ahLst/>
              <a:cxnLst/>
              <a:rect l="l" t="t" r="r" b="b"/>
              <a:pathLst>
                <a:path w="1733" h="1073" extrusionOk="0">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62"/>
            <p:cNvSpPr/>
            <p:nvPr/>
          </p:nvSpPr>
          <p:spPr>
            <a:xfrm>
              <a:off x="3691307" y="1759303"/>
              <a:ext cx="11344" cy="74920"/>
            </a:xfrm>
            <a:custGeom>
              <a:avLst/>
              <a:gdLst/>
              <a:ahLst/>
              <a:cxnLst/>
              <a:rect l="l" t="t" r="r" b="b"/>
              <a:pathLst>
                <a:path w="432" h="2853" extrusionOk="0">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62"/>
            <p:cNvSpPr/>
            <p:nvPr/>
          </p:nvSpPr>
          <p:spPr>
            <a:xfrm>
              <a:off x="3748107" y="1759303"/>
              <a:ext cx="11318" cy="74920"/>
            </a:xfrm>
            <a:custGeom>
              <a:avLst/>
              <a:gdLst/>
              <a:ahLst/>
              <a:cxnLst/>
              <a:rect l="l" t="t" r="r" b="b"/>
              <a:pathLst>
                <a:path w="431" h="2853" extrusionOk="0">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62"/>
            <p:cNvSpPr/>
            <p:nvPr/>
          </p:nvSpPr>
          <p:spPr>
            <a:xfrm>
              <a:off x="3722477" y="1845514"/>
              <a:ext cx="5803" cy="17095"/>
            </a:xfrm>
            <a:custGeom>
              <a:avLst/>
              <a:gdLst/>
              <a:ahLst/>
              <a:cxnLst/>
              <a:rect l="l" t="t" r="r" b="b"/>
              <a:pathLst>
                <a:path w="221" h="651" extrusionOk="0">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62"/>
            <p:cNvSpPr/>
            <p:nvPr/>
          </p:nvSpPr>
          <p:spPr>
            <a:xfrm>
              <a:off x="3702625" y="1686930"/>
              <a:ext cx="45509" cy="22662"/>
            </a:xfrm>
            <a:custGeom>
              <a:avLst/>
              <a:gdLst/>
              <a:ahLst/>
              <a:cxnLst/>
              <a:rect l="l" t="t" r="r" b="b"/>
              <a:pathLst>
                <a:path w="1733" h="863" extrusionOk="0">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62"/>
            <p:cNvSpPr/>
            <p:nvPr/>
          </p:nvSpPr>
          <p:spPr>
            <a:xfrm>
              <a:off x="3702625" y="1686930"/>
              <a:ext cx="31171" cy="20640"/>
            </a:xfrm>
            <a:custGeom>
              <a:avLst/>
              <a:gdLst/>
              <a:ahLst/>
              <a:cxnLst/>
              <a:rect l="l" t="t" r="r" b="b"/>
              <a:pathLst>
                <a:path w="1187" h="786" extrusionOk="0">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5" name="Google Shape;8575;p62"/>
          <p:cNvGrpSpPr/>
          <p:nvPr/>
        </p:nvGrpSpPr>
        <p:grpSpPr>
          <a:xfrm>
            <a:off x="1734107" y="3227997"/>
            <a:ext cx="364673" cy="340067"/>
            <a:chOff x="1748382" y="3384797"/>
            <a:chExt cx="364673" cy="340067"/>
          </a:xfrm>
        </p:grpSpPr>
        <p:sp>
          <p:nvSpPr>
            <p:cNvPr id="8576" name="Google Shape;8576;p62"/>
            <p:cNvSpPr/>
            <p:nvPr/>
          </p:nvSpPr>
          <p:spPr>
            <a:xfrm>
              <a:off x="1805182" y="3628332"/>
              <a:ext cx="45509" cy="45509"/>
            </a:xfrm>
            <a:custGeom>
              <a:avLst/>
              <a:gdLst/>
              <a:ahLst/>
              <a:cxnLst/>
              <a:rect l="l" t="t" r="r" b="b"/>
              <a:pathLst>
                <a:path w="1733" h="1733" extrusionOk="0">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62"/>
            <p:cNvSpPr/>
            <p:nvPr/>
          </p:nvSpPr>
          <p:spPr>
            <a:xfrm>
              <a:off x="1954208" y="3509453"/>
              <a:ext cx="105828" cy="90728"/>
            </a:xfrm>
            <a:custGeom>
              <a:avLst/>
              <a:gdLst/>
              <a:ahLst/>
              <a:cxnLst/>
              <a:rect l="l" t="t" r="r" b="b"/>
              <a:pathLst>
                <a:path w="4030" h="3455" extrusionOk="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62"/>
            <p:cNvSpPr/>
            <p:nvPr/>
          </p:nvSpPr>
          <p:spPr>
            <a:xfrm>
              <a:off x="1964764" y="3546165"/>
              <a:ext cx="100051" cy="54043"/>
            </a:xfrm>
            <a:custGeom>
              <a:avLst/>
              <a:gdLst/>
              <a:ahLst/>
              <a:cxnLst/>
              <a:rect l="l" t="t" r="r" b="b"/>
              <a:pathLst>
                <a:path w="3810" h="2058" extrusionOk="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62"/>
            <p:cNvSpPr/>
            <p:nvPr/>
          </p:nvSpPr>
          <p:spPr>
            <a:xfrm>
              <a:off x="1833569" y="3407433"/>
              <a:ext cx="153096" cy="294585"/>
            </a:xfrm>
            <a:custGeom>
              <a:avLst/>
              <a:gdLst/>
              <a:ahLst/>
              <a:cxnLst/>
              <a:rect l="l" t="t" r="r" b="b"/>
              <a:pathLst>
                <a:path w="5830" h="11218" extrusionOk="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62"/>
            <p:cNvSpPr/>
            <p:nvPr/>
          </p:nvSpPr>
          <p:spPr>
            <a:xfrm>
              <a:off x="1833569" y="3583086"/>
              <a:ext cx="152991" cy="118932"/>
            </a:xfrm>
            <a:custGeom>
              <a:avLst/>
              <a:gdLst/>
              <a:ahLst/>
              <a:cxnLst/>
              <a:rect l="l" t="t" r="r" b="b"/>
              <a:pathLst>
                <a:path w="5826" h="4529" extrusionOk="0">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62"/>
            <p:cNvSpPr/>
            <p:nvPr/>
          </p:nvSpPr>
          <p:spPr>
            <a:xfrm>
              <a:off x="1975058" y="3384797"/>
              <a:ext cx="45535" cy="340067"/>
            </a:xfrm>
            <a:custGeom>
              <a:avLst/>
              <a:gdLst/>
              <a:ahLst/>
              <a:cxnLst/>
              <a:rect l="l" t="t" r="r" b="b"/>
              <a:pathLst>
                <a:path w="1734" h="12950" extrusionOk="0">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62"/>
            <p:cNvSpPr/>
            <p:nvPr/>
          </p:nvSpPr>
          <p:spPr>
            <a:xfrm>
              <a:off x="1975058" y="3696451"/>
              <a:ext cx="45535" cy="28413"/>
            </a:xfrm>
            <a:custGeom>
              <a:avLst/>
              <a:gdLst/>
              <a:ahLst/>
              <a:cxnLst/>
              <a:rect l="l" t="t" r="r" b="b"/>
              <a:pathLst>
                <a:path w="1734" h="1082" extrusionOk="0">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62"/>
            <p:cNvSpPr/>
            <p:nvPr/>
          </p:nvSpPr>
          <p:spPr>
            <a:xfrm>
              <a:off x="1748618" y="3503676"/>
              <a:ext cx="45272" cy="102073"/>
            </a:xfrm>
            <a:custGeom>
              <a:avLst/>
              <a:gdLst/>
              <a:ahLst/>
              <a:cxnLst/>
              <a:rect l="l" t="t" r="r" b="b"/>
              <a:pathLst>
                <a:path w="1724" h="3887" extrusionOk="0">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62"/>
            <p:cNvSpPr/>
            <p:nvPr/>
          </p:nvSpPr>
          <p:spPr>
            <a:xfrm>
              <a:off x="1748382" y="3508954"/>
              <a:ext cx="45509" cy="96794"/>
            </a:xfrm>
            <a:custGeom>
              <a:avLst/>
              <a:gdLst/>
              <a:ahLst/>
              <a:cxnLst/>
              <a:rect l="l" t="t" r="r" b="b"/>
              <a:pathLst>
                <a:path w="1733" h="3686" extrusionOk="0">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62"/>
            <p:cNvSpPr/>
            <p:nvPr/>
          </p:nvSpPr>
          <p:spPr>
            <a:xfrm>
              <a:off x="1788087" y="3503676"/>
              <a:ext cx="56827" cy="102073"/>
            </a:xfrm>
            <a:custGeom>
              <a:avLst/>
              <a:gdLst/>
              <a:ahLst/>
              <a:cxnLst/>
              <a:rect l="l" t="t" r="r" b="b"/>
              <a:pathLst>
                <a:path w="2164"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62"/>
            <p:cNvSpPr/>
            <p:nvPr/>
          </p:nvSpPr>
          <p:spPr>
            <a:xfrm>
              <a:off x="1788087" y="3588627"/>
              <a:ext cx="56827" cy="17122"/>
            </a:xfrm>
            <a:custGeom>
              <a:avLst/>
              <a:gdLst/>
              <a:ahLst/>
              <a:cxnLst/>
              <a:rect l="l" t="t" r="r" b="b"/>
              <a:pathLst>
                <a:path w="2164" h="652" extrusionOk="0">
                  <a:moveTo>
                    <a:pt x="0" y="0"/>
                  </a:moveTo>
                  <a:lnTo>
                    <a:pt x="0" y="651"/>
                  </a:lnTo>
                  <a:lnTo>
                    <a:pt x="2163" y="651"/>
                  </a:lnTo>
                  <a:lnTo>
                    <a:pt x="2163"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62"/>
            <p:cNvSpPr/>
            <p:nvPr/>
          </p:nvSpPr>
          <p:spPr>
            <a:xfrm>
              <a:off x="1788087" y="3605722"/>
              <a:ext cx="56827" cy="90755"/>
            </a:xfrm>
            <a:custGeom>
              <a:avLst/>
              <a:gdLst/>
              <a:ahLst/>
              <a:cxnLst/>
              <a:rect l="l" t="t" r="r" b="b"/>
              <a:pathLst>
                <a:path w="2164" h="3456" extrusionOk="0">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62"/>
            <p:cNvSpPr/>
            <p:nvPr/>
          </p:nvSpPr>
          <p:spPr>
            <a:xfrm>
              <a:off x="2080860" y="3548922"/>
              <a:ext cx="32195" cy="11581"/>
            </a:xfrm>
            <a:custGeom>
              <a:avLst/>
              <a:gdLst/>
              <a:ahLst/>
              <a:cxnLst/>
              <a:rect l="l" t="t" r="r" b="b"/>
              <a:pathLst>
                <a:path w="1226" h="441" extrusionOk="0">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62"/>
            <p:cNvSpPr/>
            <p:nvPr/>
          </p:nvSpPr>
          <p:spPr>
            <a:xfrm>
              <a:off x="2059510" y="3484874"/>
              <a:ext cx="27468" cy="23345"/>
            </a:xfrm>
            <a:custGeom>
              <a:avLst/>
              <a:gdLst/>
              <a:ahLst/>
              <a:cxnLst/>
              <a:rect l="l" t="t" r="r" b="b"/>
              <a:pathLst>
                <a:path w="1046" h="889" extrusionOk="0">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62"/>
            <p:cNvSpPr/>
            <p:nvPr/>
          </p:nvSpPr>
          <p:spPr>
            <a:xfrm>
              <a:off x="2058723" y="3600969"/>
              <a:ext cx="27704" cy="23608"/>
            </a:xfrm>
            <a:custGeom>
              <a:avLst/>
              <a:gdLst/>
              <a:ahLst/>
              <a:cxnLst/>
              <a:rect l="l" t="t" r="r" b="b"/>
              <a:pathLst>
                <a:path w="1055" h="899" extrusionOk="0">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1" name="Google Shape;8591;p62"/>
          <p:cNvGrpSpPr/>
          <p:nvPr/>
        </p:nvGrpSpPr>
        <p:grpSpPr>
          <a:xfrm>
            <a:off x="2168368" y="3229520"/>
            <a:ext cx="382030" cy="320451"/>
            <a:chOff x="2182643" y="3386320"/>
            <a:chExt cx="382030" cy="320451"/>
          </a:xfrm>
        </p:grpSpPr>
        <p:sp>
          <p:nvSpPr>
            <p:cNvPr id="8592" name="Google Shape;8592;p62"/>
            <p:cNvSpPr/>
            <p:nvPr/>
          </p:nvSpPr>
          <p:spPr>
            <a:xfrm>
              <a:off x="2182643" y="3386320"/>
              <a:ext cx="382030" cy="320451"/>
            </a:xfrm>
            <a:custGeom>
              <a:avLst/>
              <a:gdLst/>
              <a:ahLst/>
              <a:cxnLst/>
              <a:rect l="l" t="t" r="r" b="b"/>
              <a:pathLst>
                <a:path w="14548" h="12203" extrusionOk="0">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62"/>
            <p:cNvSpPr/>
            <p:nvPr/>
          </p:nvSpPr>
          <p:spPr>
            <a:xfrm>
              <a:off x="2281171" y="3466492"/>
              <a:ext cx="185002" cy="184739"/>
            </a:xfrm>
            <a:custGeom>
              <a:avLst/>
              <a:gdLst/>
              <a:ahLst/>
              <a:cxnLst/>
              <a:rect l="l" t="t" r="r" b="b"/>
              <a:pathLst>
                <a:path w="7045" h="7035" extrusionOk="0">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62"/>
            <p:cNvSpPr/>
            <p:nvPr/>
          </p:nvSpPr>
          <p:spPr>
            <a:xfrm>
              <a:off x="2299763" y="3484821"/>
              <a:ext cx="147791" cy="148054"/>
            </a:xfrm>
            <a:custGeom>
              <a:avLst/>
              <a:gdLst/>
              <a:ahLst/>
              <a:cxnLst/>
              <a:rect l="l" t="t" r="r" b="b"/>
              <a:pathLst>
                <a:path w="5628" h="5638" extrusionOk="0">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62"/>
            <p:cNvSpPr/>
            <p:nvPr/>
          </p:nvSpPr>
          <p:spPr>
            <a:xfrm>
              <a:off x="2336711" y="3564993"/>
              <a:ext cx="73922" cy="67830"/>
            </a:xfrm>
            <a:custGeom>
              <a:avLst/>
              <a:gdLst/>
              <a:ahLst/>
              <a:cxnLst/>
              <a:rect l="l" t="t" r="r" b="b"/>
              <a:pathLst>
                <a:path w="2815" h="2583" extrusionOk="0">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62"/>
            <p:cNvSpPr/>
            <p:nvPr/>
          </p:nvSpPr>
          <p:spPr>
            <a:xfrm>
              <a:off x="2295745" y="3386320"/>
              <a:ext cx="139519" cy="36974"/>
            </a:xfrm>
            <a:custGeom>
              <a:avLst/>
              <a:gdLst/>
              <a:ahLst/>
              <a:cxnLst/>
              <a:rect l="l" t="t" r="r" b="b"/>
              <a:pathLst>
                <a:path w="5313" h="1408" extrusionOk="0">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62"/>
            <p:cNvSpPr/>
            <p:nvPr/>
          </p:nvSpPr>
          <p:spPr>
            <a:xfrm>
              <a:off x="2342987" y="3386320"/>
              <a:ext cx="92514" cy="36974"/>
            </a:xfrm>
            <a:custGeom>
              <a:avLst/>
              <a:gdLst/>
              <a:ahLst/>
              <a:cxnLst/>
              <a:rect l="l" t="t" r="r" b="b"/>
              <a:pathLst>
                <a:path w="3523" h="1408" extrusionOk="0">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62"/>
            <p:cNvSpPr/>
            <p:nvPr/>
          </p:nvSpPr>
          <p:spPr>
            <a:xfrm>
              <a:off x="2182643" y="3676073"/>
              <a:ext cx="382030" cy="30698"/>
            </a:xfrm>
            <a:custGeom>
              <a:avLst/>
              <a:gdLst/>
              <a:ahLst/>
              <a:cxnLst/>
              <a:rect l="l" t="t" r="r" b="b"/>
              <a:pathLst>
                <a:path w="14548" h="1169" extrusionOk="0">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62"/>
            <p:cNvSpPr/>
            <p:nvPr/>
          </p:nvSpPr>
          <p:spPr>
            <a:xfrm>
              <a:off x="2336711" y="3584609"/>
              <a:ext cx="74158" cy="48213"/>
            </a:xfrm>
            <a:custGeom>
              <a:avLst/>
              <a:gdLst/>
              <a:ahLst/>
              <a:cxnLst/>
              <a:rect l="l" t="t" r="r" b="b"/>
              <a:pathLst>
                <a:path w="2824" h="1836" extrusionOk="0">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62"/>
            <p:cNvSpPr/>
            <p:nvPr/>
          </p:nvSpPr>
          <p:spPr>
            <a:xfrm>
              <a:off x="2360082" y="3564993"/>
              <a:ext cx="27179" cy="18513"/>
            </a:xfrm>
            <a:custGeom>
              <a:avLst/>
              <a:gdLst/>
              <a:ahLst/>
              <a:cxnLst/>
              <a:rect l="l" t="t" r="r" b="b"/>
              <a:pathLst>
                <a:path w="1035" h="705" extrusionOk="0">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62"/>
            <p:cNvSpPr/>
            <p:nvPr/>
          </p:nvSpPr>
          <p:spPr>
            <a:xfrm>
              <a:off x="2349027" y="3515756"/>
              <a:ext cx="49290" cy="55566"/>
            </a:xfrm>
            <a:custGeom>
              <a:avLst/>
              <a:gdLst/>
              <a:ahLst/>
              <a:cxnLst/>
              <a:rect l="l" t="t" r="r" b="b"/>
              <a:pathLst>
                <a:path w="1877" h="2116" extrusionOk="0">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62"/>
            <p:cNvSpPr/>
            <p:nvPr/>
          </p:nvSpPr>
          <p:spPr>
            <a:xfrm>
              <a:off x="2349027" y="3515756"/>
              <a:ext cx="33954" cy="55461"/>
            </a:xfrm>
            <a:custGeom>
              <a:avLst/>
              <a:gdLst/>
              <a:ahLst/>
              <a:cxnLst/>
              <a:rect l="l" t="t" r="r" b="b"/>
              <a:pathLst>
                <a:path w="1293" h="2112" extrusionOk="0">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62"/>
            <p:cNvSpPr/>
            <p:nvPr/>
          </p:nvSpPr>
          <p:spPr>
            <a:xfrm>
              <a:off x="2349027" y="3515756"/>
              <a:ext cx="49290" cy="24894"/>
            </a:xfrm>
            <a:custGeom>
              <a:avLst/>
              <a:gdLst/>
              <a:ahLst/>
              <a:cxnLst/>
              <a:rect l="l" t="t" r="r" b="b"/>
              <a:pathLst>
                <a:path w="1877" h="948" extrusionOk="0">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62"/>
            <p:cNvSpPr/>
            <p:nvPr/>
          </p:nvSpPr>
          <p:spPr>
            <a:xfrm>
              <a:off x="2349027" y="3515755"/>
              <a:ext cx="33954" cy="22374"/>
            </a:xfrm>
            <a:custGeom>
              <a:avLst/>
              <a:gdLst/>
              <a:ahLst/>
              <a:cxnLst/>
              <a:rect l="l" t="t" r="r" b="b"/>
              <a:pathLst>
                <a:path w="1293" h="852" extrusionOk="0">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62"/>
            <p:cNvSpPr/>
            <p:nvPr/>
          </p:nvSpPr>
          <p:spPr>
            <a:xfrm>
              <a:off x="2336711" y="3595402"/>
              <a:ext cx="18382" cy="34978"/>
            </a:xfrm>
            <a:custGeom>
              <a:avLst/>
              <a:gdLst/>
              <a:ahLst/>
              <a:cxnLst/>
              <a:rect l="l" t="t" r="r" b="b"/>
              <a:pathLst>
                <a:path w="700" h="1332" extrusionOk="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62"/>
            <p:cNvSpPr/>
            <p:nvPr/>
          </p:nvSpPr>
          <p:spPr>
            <a:xfrm>
              <a:off x="2392251" y="3595402"/>
              <a:ext cx="18382" cy="34978"/>
            </a:xfrm>
            <a:custGeom>
              <a:avLst/>
              <a:gdLst/>
              <a:ahLst/>
              <a:cxnLst/>
              <a:rect l="l" t="t" r="r" b="b"/>
              <a:pathLst>
                <a:path w="700" h="1332" extrusionOk="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7" name="Google Shape;8607;p62"/>
          <p:cNvGrpSpPr/>
          <p:nvPr/>
        </p:nvGrpSpPr>
        <p:grpSpPr>
          <a:xfrm>
            <a:off x="3070111" y="3232540"/>
            <a:ext cx="353880" cy="330745"/>
            <a:chOff x="3084386" y="3389340"/>
            <a:chExt cx="353880" cy="330745"/>
          </a:xfrm>
        </p:grpSpPr>
        <p:sp>
          <p:nvSpPr>
            <p:cNvPr id="8608" name="Google Shape;8608;p62"/>
            <p:cNvSpPr/>
            <p:nvPr/>
          </p:nvSpPr>
          <p:spPr>
            <a:xfrm>
              <a:off x="3084386" y="3458430"/>
              <a:ext cx="353880" cy="261655"/>
            </a:xfrm>
            <a:custGeom>
              <a:avLst/>
              <a:gdLst/>
              <a:ahLst/>
              <a:cxnLst/>
              <a:rect l="l" t="t" r="r" b="b"/>
              <a:pathLst>
                <a:path w="13476" h="9964" extrusionOk="0">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62"/>
            <p:cNvSpPr/>
            <p:nvPr/>
          </p:nvSpPr>
          <p:spPr>
            <a:xfrm>
              <a:off x="3084386" y="3458430"/>
              <a:ext cx="176940" cy="261655"/>
            </a:xfrm>
            <a:custGeom>
              <a:avLst/>
              <a:gdLst/>
              <a:ahLst/>
              <a:cxnLst/>
              <a:rect l="l" t="t" r="r" b="b"/>
              <a:pathLst>
                <a:path w="6738" h="9964" extrusionOk="0">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62"/>
            <p:cNvSpPr/>
            <p:nvPr/>
          </p:nvSpPr>
          <p:spPr>
            <a:xfrm>
              <a:off x="3115031" y="3489102"/>
              <a:ext cx="292825" cy="200574"/>
            </a:xfrm>
            <a:custGeom>
              <a:avLst/>
              <a:gdLst/>
              <a:ahLst/>
              <a:cxnLst/>
              <a:rect l="l" t="t" r="r" b="b"/>
              <a:pathLst>
                <a:path w="11151" h="7638" extrusionOk="0">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62"/>
            <p:cNvSpPr/>
            <p:nvPr/>
          </p:nvSpPr>
          <p:spPr>
            <a:xfrm>
              <a:off x="3115031" y="3489102"/>
              <a:ext cx="146294" cy="200338"/>
            </a:xfrm>
            <a:custGeom>
              <a:avLst/>
              <a:gdLst/>
              <a:ahLst/>
              <a:cxnLst/>
              <a:rect l="l" t="t" r="r" b="b"/>
              <a:pathLst>
                <a:path w="5571" h="7629" extrusionOk="0">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62"/>
            <p:cNvSpPr/>
            <p:nvPr/>
          </p:nvSpPr>
          <p:spPr>
            <a:xfrm>
              <a:off x="3191947" y="3389340"/>
              <a:ext cx="138994" cy="115885"/>
            </a:xfrm>
            <a:custGeom>
              <a:avLst/>
              <a:gdLst/>
              <a:ahLst/>
              <a:cxnLst/>
              <a:rect l="l" t="t" r="r" b="b"/>
              <a:pathLst>
                <a:path w="5293"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62"/>
            <p:cNvSpPr/>
            <p:nvPr/>
          </p:nvSpPr>
          <p:spPr>
            <a:xfrm>
              <a:off x="3223091" y="3538103"/>
              <a:ext cx="137261" cy="97792"/>
            </a:xfrm>
            <a:custGeom>
              <a:avLst/>
              <a:gdLst/>
              <a:ahLst/>
              <a:cxnLst/>
              <a:rect l="l" t="t" r="r" b="b"/>
              <a:pathLst>
                <a:path w="5227" h="3724" extrusionOk="0">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62"/>
            <p:cNvSpPr/>
            <p:nvPr/>
          </p:nvSpPr>
          <p:spPr>
            <a:xfrm>
              <a:off x="3182651" y="3610475"/>
              <a:ext cx="40467" cy="34532"/>
            </a:xfrm>
            <a:custGeom>
              <a:avLst/>
              <a:gdLst/>
              <a:ahLst/>
              <a:cxnLst/>
              <a:rect l="l" t="t" r="r" b="b"/>
              <a:pathLst>
                <a:path w="1541" h="1315" extrusionOk="0">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62"/>
            <p:cNvSpPr/>
            <p:nvPr/>
          </p:nvSpPr>
          <p:spPr>
            <a:xfrm>
              <a:off x="3145729" y="3529489"/>
              <a:ext cx="39495" cy="35005"/>
            </a:xfrm>
            <a:custGeom>
              <a:avLst/>
              <a:gdLst/>
              <a:ahLst/>
              <a:cxnLst/>
              <a:rect l="l" t="t" r="r" b="b"/>
              <a:pathLst>
                <a:path w="1504" h="1333" extrusionOk="0">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62"/>
            <p:cNvSpPr/>
            <p:nvPr/>
          </p:nvSpPr>
          <p:spPr>
            <a:xfrm>
              <a:off x="3345252" y="3621741"/>
              <a:ext cx="39521" cy="34978"/>
            </a:xfrm>
            <a:custGeom>
              <a:avLst/>
              <a:gdLst/>
              <a:ahLst/>
              <a:cxnLst/>
              <a:rect l="l" t="t" r="r" b="b"/>
              <a:pathLst>
                <a:path w="1505" h="1332" extrusionOk="0">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62"/>
            <p:cNvSpPr/>
            <p:nvPr/>
          </p:nvSpPr>
          <p:spPr>
            <a:xfrm>
              <a:off x="3245491" y="3544930"/>
              <a:ext cx="39705" cy="34873"/>
            </a:xfrm>
            <a:custGeom>
              <a:avLst/>
              <a:gdLst/>
              <a:ahLst/>
              <a:cxnLst/>
              <a:rect l="l" t="t" r="r" b="b"/>
              <a:pathLst>
                <a:path w="1512" h="1328" extrusionOk="0">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62"/>
            <p:cNvSpPr/>
            <p:nvPr/>
          </p:nvSpPr>
          <p:spPr>
            <a:xfrm>
              <a:off x="3191947" y="3389340"/>
              <a:ext cx="69642" cy="115885"/>
            </a:xfrm>
            <a:custGeom>
              <a:avLst/>
              <a:gdLst/>
              <a:ahLst/>
              <a:cxnLst/>
              <a:rect l="l" t="t" r="r" b="b"/>
              <a:pathLst>
                <a:path w="2652"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62"/>
            <p:cNvSpPr/>
            <p:nvPr/>
          </p:nvSpPr>
          <p:spPr>
            <a:xfrm>
              <a:off x="3240449" y="3450683"/>
              <a:ext cx="36711" cy="31670"/>
            </a:xfrm>
            <a:custGeom>
              <a:avLst/>
              <a:gdLst/>
              <a:ahLst/>
              <a:cxnLst/>
              <a:rect l="l" t="t" r="r" b="b"/>
              <a:pathLst>
                <a:path w="1398" h="1206" extrusionOk="0">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0" name="Google Shape;8620;p62"/>
          <p:cNvGrpSpPr/>
          <p:nvPr/>
        </p:nvGrpSpPr>
        <p:grpSpPr>
          <a:xfrm>
            <a:off x="849224" y="1814106"/>
            <a:ext cx="347078" cy="364016"/>
            <a:chOff x="863499" y="1970906"/>
            <a:chExt cx="347078" cy="364016"/>
          </a:xfrm>
        </p:grpSpPr>
        <p:sp>
          <p:nvSpPr>
            <p:cNvPr id="8621" name="Google Shape;8621;p62"/>
            <p:cNvSpPr/>
            <p:nvPr/>
          </p:nvSpPr>
          <p:spPr>
            <a:xfrm>
              <a:off x="984872" y="1970906"/>
              <a:ext cx="225705" cy="173447"/>
            </a:xfrm>
            <a:custGeom>
              <a:avLst/>
              <a:gdLst/>
              <a:ahLst/>
              <a:cxnLst/>
              <a:rect l="l" t="t" r="r" b="b"/>
              <a:pathLst>
                <a:path w="8595" h="6605" extrusionOk="0">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62"/>
            <p:cNvSpPr/>
            <p:nvPr/>
          </p:nvSpPr>
          <p:spPr>
            <a:xfrm>
              <a:off x="1020822" y="1970906"/>
              <a:ext cx="159871" cy="173447"/>
            </a:xfrm>
            <a:custGeom>
              <a:avLst/>
              <a:gdLst/>
              <a:ahLst/>
              <a:cxnLst/>
              <a:rect l="l" t="t" r="r" b="b"/>
              <a:pathLst>
                <a:path w="6088" h="6605" extrusionOk="0">
                  <a:moveTo>
                    <a:pt x="4728" y="1"/>
                  </a:moveTo>
                  <a:lnTo>
                    <a:pt x="0" y="6604"/>
                  </a:lnTo>
                  <a:lnTo>
                    <a:pt x="1369" y="6604"/>
                  </a:lnTo>
                  <a:lnTo>
                    <a:pt x="6087"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62"/>
            <p:cNvSpPr/>
            <p:nvPr/>
          </p:nvSpPr>
          <p:spPr>
            <a:xfrm>
              <a:off x="1056746" y="1970906"/>
              <a:ext cx="153831" cy="173447"/>
            </a:xfrm>
            <a:custGeom>
              <a:avLst/>
              <a:gdLst/>
              <a:ahLst/>
              <a:cxnLst/>
              <a:rect l="l" t="t" r="r" b="b"/>
              <a:pathLst>
                <a:path w="5858" h="6605" extrusionOk="0">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62"/>
            <p:cNvSpPr/>
            <p:nvPr/>
          </p:nvSpPr>
          <p:spPr>
            <a:xfrm>
              <a:off x="863499" y="1970906"/>
              <a:ext cx="225967" cy="173447"/>
            </a:xfrm>
            <a:custGeom>
              <a:avLst/>
              <a:gdLst/>
              <a:ahLst/>
              <a:cxnLst/>
              <a:rect l="l" t="t" r="r" b="b"/>
              <a:pathLst>
                <a:path w="8605" h="6605" extrusionOk="0">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62"/>
            <p:cNvSpPr/>
            <p:nvPr/>
          </p:nvSpPr>
          <p:spPr>
            <a:xfrm>
              <a:off x="895405" y="1970906"/>
              <a:ext cx="159871" cy="173447"/>
            </a:xfrm>
            <a:custGeom>
              <a:avLst/>
              <a:gdLst/>
              <a:ahLst/>
              <a:cxnLst/>
              <a:rect l="l" t="t" r="r" b="b"/>
              <a:pathLst>
                <a:path w="6088" h="6605" extrusionOk="0">
                  <a:moveTo>
                    <a:pt x="1" y="1"/>
                  </a:moveTo>
                  <a:lnTo>
                    <a:pt x="4719" y="6604"/>
                  </a:lnTo>
                  <a:lnTo>
                    <a:pt x="6088" y="6604"/>
                  </a:lnTo>
                  <a:lnTo>
                    <a:pt x="1360"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62"/>
            <p:cNvSpPr/>
            <p:nvPr/>
          </p:nvSpPr>
          <p:spPr>
            <a:xfrm>
              <a:off x="863499" y="1970906"/>
              <a:ext cx="155827" cy="173185"/>
            </a:xfrm>
            <a:custGeom>
              <a:avLst/>
              <a:gdLst/>
              <a:ahLst/>
              <a:cxnLst/>
              <a:rect l="l" t="t" r="r" b="b"/>
              <a:pathLst>
                <a:path w="5934" h="6595" extrusionOk="0">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62"/>
            <p:cNvSpPr/>
            <p:nvPr/>
          </p:nvSpPr>
          <p:spPr>
            <a:xfrm>
              <a:off x="1073080" y="2094302"/>
              <a:ext cx="35714" cy="49789"/>
            </a:xfrm>
            <a:custGeom>
              <a:avLst/>
              <a:gdLst/>
              <a:ahLst/>
              <a:cxnLst/>
              <a:rect l="l" t="t" r="r" b="b"/>
              <a:pathLst>
                <a:path w="1360" h="1896" extrusionOk="0">
                  <a:moveTo>
                    <a:pt x="738" y="1"/>
                  </a:moveTo>
                  <a:lnTo>
                    <a:pt x="1" y="1034"/>
                  </a:lnTo>
                  <a:lnTo>
                    <a:pt x="613" y="1896"/>
                  </a:lnTo>
                  <a:lnTo>
                    <a:pt x="1130" y="1187"/>
                  </a:lnTo>
                  <a:lnTo>
                    <a:pt x="1360" y="862"/>
                  </a:lnTo>
                  <a:lnTo>
                    <a:pt x="738"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62"/>
            <p:cNvSpPr/>
            <p:nvPr/>
          </p:nvSpPr>
          <p:spPr>
            <a:xfrm>
              <a:off x="1054987" y="2069171"/>
              <a:ext cx="37473" cy="52310"/>
            </a:xfrm>
            <a:custGeom>
              <a:avLst/>
              <a:gdLst/>
              <a:ahLst/>
              <a:cxnLst/>
              <a:rect l="l" t="t" r="r" b="b"/>
              <a:pathLst>
                <a:path w="1427" h="1992" extrusionOk="0">
                  <a:moveTo>
                    <a:pt x="747" y="1"/>
                  </a:moveTo>
                  <a:lnTo>
                    <a:pt x="1" y="1034"/>
                  </a:lnTo>
                  <a:lnTo>
                    <a:pt x="690" y="1991"/>
                  </a:lnTo>
                  <a:lnTo>
                    <a:pt x="1427" y="958"/>
                  </a:lnTo>
                  <a:lnTo>
                    <a:pt x="747"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62"/>
            <p:cNvSpPr/>
            <p:nvPr/>
          </p:nvSpPr>
          <p:spPr>
            <a:xfrm>
              <a:off x="1037156" y="2044040"/>
              <a:ext cx="37473" cy="52310"/>
            </a:xfrm>
            <a:custGeom>
              <a:avLst/>
              <a:gdLst/>
              <a:ahLst/>
              <a:cxnLst/>
              <a:rect l="l" t="t" r="r" b="b"/>
              <a:pathLst>
                <a:path w="1427" h="1992" extrusionOk="0">
                  <a:moveTo>
                    <a:pt x="737" y="1"/>
                  </a:moveTo>
                  <a:lnTo>
                    <a:pt x="0" y="1034"/>
                  </a:lnTo>
                  <a:lnTo>
                    <a:pt x="680" y="1991"/>
                  </a:lnTo>
                  <a:lnTo>
                    <a:pt x="1426" y="958"/>
                  </a:lnTo>
                  <a:lnTo>
                    <a:pt x="73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62"/>
            <p:cNvSpPr/>
            <p:nvPr/>
          </p:nvSpPr>
          <p:spPr>
            <a:xfrm>
              <a:off x="924317" y="2114890"/>
              <a:ext cx="225442" cy="220033"/>
            </a:xfrm>
            <a:custGeom>
              <a:avLst/>
              <a:gdLst/>
              <a:ahLst/>
              <a:cxnLst/>
              <a:rect l="l" t="t" r="r" b="b"/>
              <a:pathLst>
                <a:path w="8585" h="8379" extrusionOk="0">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62"/>
            <p:cNvSpPr/>
            <p:nvPr/>
          </p:nvSpPr>
          <p:spPr>
            <a:xfrm>
              <a:off x="1020822" y="2115100"/>
              <a:ext cx="128937" cy="219822"/>
            </a:xfrm>
            <a:custGeom>
              <a:avLst/>
              <a:gdLst/>
              <a:ahLst/>
              <a:cxnLst/>
              <a:rect l="l" t="t" r="r" b="b"/>
              <a:pathLst>
                <a:path w="4910" h="8371" extrusionOk="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62"/>
            <p:cNvSpPr/>
            <p:nvPr/>
          </p:nvSpPr>
          <p:spPr>
            <a:xfrm>
              <a:off x="953964" y="2141806"/>
              <a:ext cx="166147" cy="166147"/>
            </a:xfrm>
            <a:custGeom>
              <a:avLst/>
              <a:gdLst/>
              <a:ahLst/>
              <a:cxnLst/>
              <a:rect l="l" t="t" r="r" b="b"/>
              <a:pathLst>
                <a:path w="6327" h="6327" extrusionOk="0">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62"/>
            <p:cNvSpPr/>
            <p:nvPr/>
          </p:nvSpPr>
          <p:spPr>
            <a:xfrm>
              <a:off x="1020560" y="2141806"/>
              <a:ext cx="104068" cy="166252"/>
            </a:xfrm>
            <a:custGeom>
              <a:avLst/>
              <a:gdLst/>
              <a:ahLst/>
              <a:cxnLst/>
              <a:rect l="l" t="t" r="r" b="b"/>
              <a:pathLst>
                <a:path w="3963" h="6331" extrusionOk="0">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62"/>
            <p:cNvSpPr/>
            <p:nvPr/>
          </p:nvSpPr>
          <p:spPr>
            <a:xfrm>
              <a:off x="1020560" y="2187551"/>
              <a:ext cx="20378" cy="74657"/>
            </a:xfrm>
            <a:custGeom>
              <a:avLst/>
              <a:gdLst/>
              <a:ahLst/>
              <a:cxnLst/>
              <a:rect l="l" t="t" r="r" b="b"/>
              <a:pathLst>
                <a:path w="776" h="2843" extrusionOk="0">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5" name="Google Shape;8635;p62"/>
          <p:cNvGrpSpPr/>
          <p:nvPr/>
        </p:nvGrpSpPr>
        <p:grpSpPr>
          <a:xfrm>
            <a:off x="1735604" y="1814106"/>
            <a:ext cx="364436" cy="364174"/>
            <a:chOff x="1749879" y="1970906"/>
            <a:chExt cx="364436" cy="364174"/>
          </a:xfrm>
        </p:grpSpPr>
        <p:sp>
          <p:nvSpPr>
            <p:cNvPr id="8636" name="Google Shape;8636;p62"/>
            <p:cNvSpPr/>
            <p:nvPr/>
          </p:nvSpPr>
          <p:spPr>
            <a:xfrm>
              <a:off x="1750141" y="1970906"/>
              <a:ext cx="276124" cy="181982"/>
            </a:xfrm>
            <a:custGeom>
              <a:avLst/>
              <a:gdLst/>
              <a:ahLst/>
              <a:cxnLst/>
              <a:rect l="l" t="t" r="r" b="b"/>
              <a:pathLst>
                <a:path w="10515" h="6930" extrusionOk="0">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62"/>
            <p:cNvSpPr/>
            <p:nvPr/>
          </p:nvSpPr>
          <p:spPr>
            <a:xfrm>
              <a:off x="1932097" y="1970906"/>
              <a:ext cx="182218" cy="275966"/>
            </a:xfrm>
            <a:custGeom>
              <a:avLst/>
              <a:gdLst/>
              <a:ahLst/>
              <a:cxnLst/>
              <a:rect l="l" t="t" r="r" b="b"/>
              <a:pathLst>
                <a:path w="6939" h="10509" extrusionOk="0">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62"/>
            <p:cNvSpPr/>
            <p:nvPr/>
          </p:nvSpPr>
          <p:spPr>
            <a:xfrm>
              <a:off x="1838086" y="2152862"/>
              <a:ext cx="276229" cy="182218"/>
            </a:xfrm>
            <a:custGeom>
              <a:avLst/>
              <a:gdLst/>
              <a:ahLst/>
              <a:cxnLst/>
              <a:rect l="l" t="t" r="r" b="b"/>
              <a:pathLst>
                <a:path w="10519" h="6939" extrusionOk="0">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62"/>
            <p:cNvSpPr/>
            <p:nvPr/>
          </p:nvSpPr>
          <p:spPr>
            <a:xfrm>
              <a:off x="1749879" y="2058877"/>
              <a:ext cx="182244" cy="276203"/>
            </a:xfrm>
            <a:custGeom>
              <a:avLst/>
              <a:gdLst/>
              <a:ahLst/>
              <a:cxnLst/>
              <a:rect l="l" t="t" r="r" b="b"/>
              <a:pathLst>
                <a:path w="6940" h="10518" extrusionOk="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62"/>
            <p:cNvSpPr/>
            <p:nvPr/>
          </p:nvSpPr>
          <p:spPr>
            <a:xfrm>
              <a:off x="1750141" y="2152862"/>
              <a:ext cx="41228" cy="182218"/>
            </a:xfrm>
            <a:custGeom>
              <a:avLst/>
              <a:gdLst/>
              <a:ahLst/>
              <a:cxnLst/>
              <a:rect l="l" t="t" r="r" b="b"/>
              <a:pathLst>
                <a:path w="1570" h="6939" extrusionOk="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62"/>
            <p:cNvSpPr/>
            <p:nvPr/>
          </p:nvSpPr>
          <p:spPr>
            <a:xfrm>
              <a:off x="1796832" y="2059035"/>
              <a:ext cx="50340" cy="93853"/>
            </a:xfrm>
            <a:custGeom>
              <a:avLst/>
              <a:gdLst/>
              <a:ahLst/>
              <a:cxnLst/>
              <a:rect l="l" t="t" r="r" b="b"/>
              <a:pathLst>
                <a:path w="1917" h="3574" extrusionOk="0">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62"/>
            <p:cNvSpPr/>
            <p:nvPr/>
          </p:nvSpPr>
          <p:spPr>
            <a:xfrm>
              <a:off x="1750141" y="1970906"/>
              <a:ext cx="41228" cy="181982"/>
            </a:xfrm>
            <a:custGeom>
              <a:avLst/>
              <a:gdLst/>
              <a:ahLst/>
              <a:cxnLst/>
              <a:rect l="l" t="t" r="r" b="b"/>
              <a:pathLst>
                <a:path w="1570" h="6930" extrusionOk="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62"/>
            <p:cNvSpPr/>
            <p:nvPr/>
          </p:nvSpPr>
          <p:spPr>
            <a:xfrm>
              <a:off x="1999953" y="2029518"/>
              <a:ext cx="41990" cy="64678"/>
            </a:xfrm>
            <a:custGeom>
              <a:avLst/>
              <a:gdLst/>
              <a:ahLst/>
              <a:cxnLst/>
              <a:rect l="l" t="t" r="r" b="b"/>
              <a:pathLst>
                <a:path w="1599" h="2463" extrusionOk="0">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62"/>
            <p:cNvSpPr/>
            <p:nvPr/>
          </p:nvSpPr>
          <p:spPr>
            <a:xfrm>
              <a:off x="1932097" y="1970906"/>
              <a:ext cx="23634" cy="76443"/>
            </a:xfrm>
            <a:custGeom>
              <a:avLst/>
              <a:gdLst/>
              <a:ahLst/>
              <a:cxnLst/>
              <a:rect l="l" t="t" r="r" b="b"/>
              <a:pathLst>
                <a:path w="900" h="2911" extrusionOk="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62"/>
            <p:cNvSpPr/>
            <p:nvPr/>
          </p:nvSpPr>
          <p:spPr>
            <a:xfrm>
              <a:off x="1932097" y="2076708"/>
              <a:ext cx="23634" cy="76180"/>
            </a:xfrm>
            <a:custGeom>
              <a:avLst/>
              <a:gdLst/>
              <a:ahLst/>
              <a:cxnLst/>
              <a:rect l="l" t="t" r="r" b="b"/>
              <a:pathLst>
                <a:path w="900" h="2901" extrusionOk="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62"/>
            <p:cNvSpPr/>
            <p:nvPr/>
          </p:nvSpPr>
          <p:spPr>
            <a:xfrm>
              <a:off x="1981860" y="2152862"/>
              <a:ext cx="47268" cy="94011"/>
            </a:xfrm>
            <a:custGeom>
              <a:avLst/>
              <a:gdLst/>
              <a:ahLst/>
              <a:cxnLst/>
              <a:rect l="l" t="t" r="r" b="b"/>
              <a:pathLst>
                <a:path w="1800" h="3580" extrusionOk="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62"/>
            <p:cNvSpPr/>
            <p:nvPr/>
          </p:nvSpPr>
          <p:spPr>
            <a:xfrm>
              <a:off x="1920542" y="2152862"/>
              <a:ext cx="23398" cy="76417"/>
            </a:xfrm>
            <a:custGeom>
              <a:avLst/>
              <a:gdLst/>
              <a:ahLst/>
              <a:cxnLst/>
              <a:rect l="l" t="t" r="r" b="b"/>
              <a:pathLst>
                <a:path w="891" h="2910" extrusionOk="0">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62"/>
            <p:cNvSpPr/>
            <p:nvPr/>
          </p:nvSpPr>
          <p:spPr>
            <a:xfrm>
              <a:off x="1834068" y="2211605"/>
              <a:ext cx="42252" cy="64888"/>
            </a:xfrm>
            <a:custGeom>
              <a:avLst/>
              <a:gdLst/>
              <a:ahLst/>
              <a:cxnLst/>
              <a:rect l="l" t="t" r="r" b="b"/>
              <a:pathLst>
                <a:path w="1609" h="2471" extrusionOk="0">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62"/>
            <p:cNvSpPr/>
            <p:nvPr/>
          </p:nvSpPr>
          <p:spPr>
            <a:xfrm>
              <a:off x="1920542" y="2258663"/>
              <a:ext cx="29175" cy="76417"/>
            </a:xfrm>
            <a:custGeom>
              <a:avLst/>
              <a:gdLst/>
              <a:ahLst/>
              <a:cxnLst/>
              <a:rect l="l" t="t" r="r" b="b"/>
              <a:pathLst>
                <a:path w="1111" h="2910" extrusionOk="0">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0" name="Google Shape;8650;p62"/>
          <p:cNvGrpSpPr/>
          <p:nvPr/>
        </p:nvGrpSpPr>
        <p:grpSpPr>
          <a:xfrm>
            <a:off x="2172150" y="1819358"/>
            <a:ext cx="396106" cy="353985"/>
            <a:chOff x="2186425" y="1976158"/>
            <a:chExt cx="396106" cy="353985"/>
          </a:xfrm>
        </p:grpSpPr>
        <p:sp>
          <p:nvSpPr>
            <p:cNvPr id="8651" name="Google Shape;8651;p62"/>
            <p:cNvSpPr/>
            <p:nvPr/>
          </p:nvSpPr>
          <p:spPr>
            <a:xfrm>
              <a:off x="2256277" y="2024949"/>
              <a:ext cx="255379" cy="255352"/>
            </a:xfrm>
            <a:custGeom>
              <a:avLst/>
              <a:gdLst/>
              <a:ahLst/>
              <a:cxnLst/>
              <a:rect l="l" t="t" r="r" b="b"/>
              <a:pathLst>
                <a:path w="9725" h="9724" extrusionOk="0">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62"/>
            <p:cNvSpPr/>
            <p:nvPr/>
          </p:nvSpPr>
          <p:spPr>
            <a:xfrm>
              <a:off x="2230909" y="2027706"/>
              <a:ext cx="243036" cy="252700"/>
            </a:xfrm>
            <a:custGeom>
              <a:avLst/>
              <a:gdLst/>
              <a:ahLst/>
              <a:cxnLst/>
              <a:rect l="l" t="t" r="r" b="b"/>
              <a:pathLst>
                <a:path w="9255" h="9623" extrusionOk="0">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62"/>
            <p:cNvSpPr/>
            <p:nvPr/>
          </p:nvSpPr>
          <p:spPr>
            <a:xfrm>
              <a:off x="2309322" y="2026210"/>
              <a:ext cx="202570" cy="252332"/>
            </a:xfrm>
            <a:custGeom>
              <a:avLst/>
              <a:gdLst/>
              <a:ahLst/>
              <a:cxnLst/>
              <a:rect l="l" t="t" r="r" b="b"/>
              <a:pathLst>
                <a:path w="7714" h="9609" extrusionOk="0">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62"/>
            <p:cNvSpPr/>
            <p:nvPr/>
          </p:nvSpPr>
          <p:spPr>
            <a:xfrm>
              <a:off x="2339468" y="2073189"/>
              <a:ext cx="16360" cy="26181"/>
            </a:xfrm>
            <a:custGeom>
              <a:avLst/>
              <a:gdLst/>
              <a:ahLst/>
              <a:cxnLst/>
              <a:rect l="l" t="t" r="r" b="b"/>
              <a:pathLst>
                <a:path w="623" h="997" extrusionOk="0">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62"/>
            <p:cNvSpPr/>
            <p:nvPr/>
          </p:nvSpPr>
          <p:spPr>
            <a:xfrm>
              <a:off x="2309322" y="2158901"/>
              <a:ext cx="146531" cy="119641"/>
            </a:xfrm>
            <a:custGeom>
              <a:avLst/>
              <a:gdLst/>
              <a:ahLst/>
              <a:cxnLst/>
              <a:rect l="l" t="t" r="r" b="b"/>
              <a:pathLst>
                <a:path w="5580" h="4556" extrusionOk="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62"/>
            <p:cNvSpPr/>
            <p:nvPr/>
          </p:nvSpPr>
          <p:spPr>
            <a:xfrm>
              <a:off x="2236765" y="2073740"/>
              <a:ext cx="345765" cy="256403"/>
            </a:xfrm>
            <a:custGeom>
              <a:avLst/>
              <a:gdLst/>
              <a:ahLst/>
              <a:cxnLst/>
              <a:rect l="l" t="t" r="r" b="b"/>
              <a:pathLst>
                <a:path w="13167" h="9764" extrusionOk="0">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62"/>
            <p:cNvSpPr/>
            <p:nvPr/>
          </p:nvSpPr>
          <p:spPr>
            <a:xfrm>
              <a:off x="2186425" y="1976158"/>
              <a:ext cx="344820" cy="255510"/>
            </a:xfrm>
            <a:custGeom>
              <a:avLst/>
              <a:gdLst/>
              <a:ahLst/>
              <a:cxnLst/>
              <a:rect l="l" t="t" r="r" b="b"/>
              <a:pathLst>
                <a:path w="13131" h="9730" extrusionOk="0">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8" name="Google Shape;8658;p62"/>
          <p:cNvGrpSpPr/>
          <p:nvPr/>
        </p:nvGrpSpPr>
        <p:grpSpPr>
          <a:xfrm>
            <a:off x="2644882" y="1860612"/>
            <a:ext cx="319190" cy="271240"/>
            <a:chOff x="2659157" y="2017412"/>
            <a:chExt cx="319190" cy="271240"/>
          </a:xfrm>
        </p:grpSpPr>
        <p:sp>
          <p:nvSpPr>
            <p:cNvPr id="8659" name="Google Shape;8659;p62"/>
            <p:cNvSpPr/>
            <p:nvPr/>
          </p:nvSpPr>
          <p:spPr>
            <a:xfrm>
              <a:off x="2808183" y="2086765"/>
              <a:ext cx="164125" cy="149314"/>
            </a:xfrm>
            <a:custGeom>
              <a:avLst/>
              <a:gdLst/>
              <a:ahLst/>
              <a:cxnLst/>
              <a:rect l="l" t="t" r="r" b="b"/>
              <a:pathLst>
                <a:path w="6250" h="5686" extrusionOk="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62"/>
            <p:cNvSpPr/>
            <p:nvPr/>
          </p:nvSpPr>
          <p:spPr>
            <a:xfrm>
              <a:off x="2881816" y="2017412"/>
              <a:ext cx="96532" cy="177334"/>
            </a:xfrm>
            <a:custGeom>
              <a:avLst/>
              <a:gdLst/>
              <a:ahLst/>
              <a:cxnLst/>
              <a:rect l="l" t="t" r="r" b="b"/>
              <a:pathLst>
                <a:path w="3676" h="6753" extrusionOk="0">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62"/>
            <p:cNvSpPr/>
            <p:nvPr/>
          </p:nvSpPr>
          <p:spPr>
            <a:xfrm>
              <a:off x="2947650" y="2150603"/>
              <a:ext cx="30698" cy="44196"/>
            </a:xfrm>
            <a:custGeom>
              <a:avLst/>
              <a:gdLst/>
              <a:ahLst/>
              <a:cxnLst/>
              <a:rect l="l" t="t" r="r" b="b"/>
              <a:pathLst>
                <a:path w="1169" h="1683" extrusionOk="0">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62"/>
            <p:cNvSpPr/>
            <p:nvPr/>
          </p:nvSpPr>
          <p:spPr>
            <a:xfrm>
              <a:off x="2818976" y="2136029"/>
              <a:ext cx="124682" cy="83034"/>
            </a:xfrm>
            <a:custGeom>
              <a:avLst/>
              <a:gdLst/>
              <a:ahLst/>
              <a:cxnLst/>
              <a:rect l="l" t="t" r="r" b="b"/>
              <a:pathLst>
                <a:path w="4748" h="3162" extrusionOk="0">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62"/>
            <p:cNvSpPr/>
            <p:nvPr/>
          </p:nvSpPr>
          <p:spPr>
            <a:xfrm>
              <a:off x="2867741" y="2177730"/>
              <a:ext cx="73160" cy="41360"/>
            </a:xfrm>
            <a:custGeom>
              <a:avLst/>
              <a:gdLst/>
              <a:ahLst/>
              <a:cxnLst/>
              <a:rect l="l" t="t" r="r" b="b"/>
              <a:pathLst>
                <a:path w="2786" h="1575" extrusionOk="0">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62"/>
            <p:cNvSpPr/>
            <p:nvPr/>
          </p:nvSpPr>
          <p:spPr>
            <a:xfrm>
              <a:off x="2795867" y="2157641"/>
              <a:ext cx="124919" cy="82798"/>
            </a:xfrm>
            <a:custGeom>
              <a:avLst/>
              <a:gdLst/>
              <a:ahLst/>
              <a:cxnLst/>
              <a:rect l="l" t="t" r="r" b="b"/>
              <a:pathLst>
                <a:path w="4757" h="3153" extrusionOk="0">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62"/>
            <p:cNvSpPr/>
            <p:nvPr/>
          </p:nvSpPr>
          <p:spPr>
            <a:xfrm>
              <a:off x="2852667" y="2204620"/>
              <a:ext cx="65099" cy="35845"/>
            </a:xfrm>
            <a:custGeom>
              <a:avLst/>
              <a:gdLst/>
              <a:ahLst/>
              <a:cxnLst/>
              <a:rect l="l" t="t" r="r" b="b"/>
              <a:pathLst>
                <a:path w="2479" h="1365" extrusionOk="0">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62"/>
            <p:cNvSpPr/>
            <p:nvPr/>
          </p:nvSpPr>
          <p:spPr>
            <a:xfrm>
              <a:off x="2772732" y="2178990"/>
              <a:ext cx="124945" cy="83060"/>
            </a:xfrm>
            <a:custGeom>
              <a:avLst/>
              <a:gdLst/>
              <a:ahLst/>
              <a:cxnLst/>
              <a:rect l="l" t="t" r="r" b="b"/>
              <a:pathLst>
                <a:path w="4758" h="3163" extrusionOk="0">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62"/>
            <p:cNvSpPr/>
            <p:nvPr/>
          </p:nvSpPr>
          <p:spPr>
            <a:xfrm>
              <a:off x="2837594" y="2231011"/>
              <a:ext cx="56800" cy="31013"/>
            </a:xfrm>
            <a:custGeom>
              <a:avLst/>
              <a:gdLst/>
              <a:ahLst/>
              <a:cxnLst/>
              <a:rect l="l" t="t" r="r" b="b"/>
              <a:pathLst>
                <a:path w="2163" h="1181" extrusionOk="0">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62"/>
            <p:cNvSpPr/>
            <p:nvPr/>
          </p:nvSpPr>
          <p:spPr>
            <a:xfrm>
              <a:off x="2749623" y="2200602"/>
              <a:ext cx="124919" cy="82955"/>
            </a:xfrm>
            <a:custGeom>
              <a:avLst/>
              <a:gdLst/>
              <a:ahLst/>
              <a:cxnLst/>
              <a:rect l="l" t="t" r="r" b="b"/>
              <a:pathLst>
                <a:path w="4757" h="3159" extrusionOk="0">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62"/>
            <p:cNvSpPr/>
            <p:nvPr/>
          </p:nvSpPr>
          <p:spPr>
            <a:xfrm>
              <a:off x="2822495" y="2255906"/>
              <a:ext cx="49054" cy="27494"/>
            </a:xfrm>
            <a:custGeom>
              <a:avLst/>
              <a:gdLst/>
              <a:ahLst/>
              <a:cxnLst/>
              <a:rect l="l" t="t" r="r" b="b"/>
              <a:pathLst>
                <a:path w="1868" h="1047" extrusionOk="0">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62"/>
            <p:cNvSpPr/>
            <p:nvPr/>
          </p:nvSpPr>
          <p:spPr>
            <a:xfrm>
              <a:off x="2673968" y="2097059"/>
              <a:ext cx="159109" cy="144036"/>
            </a:xfrm>
            <a:custGeom>
              <a:avLst/>
              <a:gdLst/>
              <a:ahLst/>
              <a:cxnLst/>
              <a:rect l="l" t="t" r="r" b="b"/>
              <a:pathLst>
                <a:path w="6059" h="5485" extrusionOk="0">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62"/>
            <p:cNvSpPr/>
            <p:nvPr/>
          </p:nvSpPr>
          <p:spPr>
            <a:xfrm>
              <a:off x="2659157" y="2039261"/>
              <a:ext cx="98528" cy="170191"/>
            </a:xfrm>
            <a:custGeom>
              <a:avLst/>
              <a:gdLst/>
              <a:ahLst/>
              <a:cxnLst/>
              <a:rect l="l" t="t" r="r" b="b"/>
              <a:pathLst>
                <a:path w="3752" h="6481" extrusionOk="0">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62"/>
            <p:cNvSpPr/>
            <p:nvPr/>
          </p:nvSpPr>
          <p:spPr>
            <a:xfrm>
              <a:off x="2659157" y="2039261"/>
              <a:ext cx="75918" cy="159109"/>
            </a:xfrm>
            <a:custGeom>
              <a:avLst/>
              <a:gdLst/>
              <a:ahLst/>
              <a:cxnLst/>
              <a:rect l="l" t="t" r="r" b="b"/>
              <a:pathLst>
                <a:path w="2891" h="6059" extrusionOk="0">
                  <a:moveTo>
                    <a:pt x="0" y="1"/>
                  </a:moveTo>
                  <a:lnTo>
                    <a:pt x="0" y="5810"/>
                  </a:lnTo>
                  <a:lnTo>
                    <a:pt x="431" y="6059"/>
                  </a:lnTo>
                  <a:lnTo>
                    <a:pt x="2890" y="1676"/>
                  </a:lnTo>
                  <a:lnTo>
                    <a:pt x="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62"/>
            <p:cNvSpPr/>
            <p:nvPr/>
          </p:nvSpPr>
          <p:spPr>
            <a:xfrm>
              <a:off x="2659157" y="2159138"/>
              <a:ext cx="47268" cy="50314"/>
            </a:xfrm>
            <a:custGeom>
              <a:avLst/>
              <a:gdLst/>
              <a:ahLst/>
              <a:cxnLst/>
              <a:rect l="l" t="t" r="r" b="b"/>
              <a:pathLst>
                <a:path w="1800" h="1916" extrusionOk="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62"/>
            <p:cNvSpPr/>
            <p:nvPr/>
          </p:nvSpPr>
          <p:spPr>
            <a:xfrm>
              <a:off x="2659157" y="2159138"/>
              <a:ext cx="24894" cy="39232"/>
            </a:xfrm>
            <a:custGeom>
              <a:avLst/>
              <a:gdLst/>
              <a:ahLst/>
              <a:cxnLst/>
              <a:rect l="l" t="t" r="r" b="b"/>
              <a:pathLst>
                <a:path w="948" h="1494" extrusionOk="0">
                  <a:moveTo>
                    <a:pt x="0" y="1"/>
                  </a:moveTo>
                  <a:lnTo>
                    <a:pt x="0" y="1245"/>
                  </a:lnTo>
                  <a:lnTo>
                    <a:pt x="431" y="1494"/>
                  </a:lnTo>
                  <a:lnTo>
                    <a:pt x="948" y="575"/>
                  </a:lnTo>
                  <a:lnTo>
                    <a:pt x="0"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62"/>
            <p:cNvSpPr/>
            <p:nvPr/>
          </p:nvSpPr>
          <p:spPr>
            <a:xfrm>
              <a:off x="2706898" y="2179463"/>
              <a:ext cx="67121" cy="53859"/>
            </a:xfrm>
            <a:custGeom>
              <a:avLst/>
              <a:gdLst/>
              <a:ahLst/>
              <a:cxnLst/>
              <a:rect l="l" t="t" r="r" b="b"/>
              <a:pathLst>
                <a:path w="2556" h="2051" extrusionOk="0">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62"/>
            <p:cNvSpPr/>
            <p:nvPr/>
          </p:nvSpPr>
          <p:spPr>
            <a:xfrm>
              <a:off x="2710154" y="2180513"/>
              <a:ext cx="63864" cy="52914"/>
            </a:xfrm>
            <a:custGeom>
              <a:avLst/>
              <a:gdLst/>
              <a:ahLst/>
              <a:cxnLst/>
              <a:rect l="l" t="t" r="r" b="b"/>
              <a:pathLst>
                <a:path w="2432" h="2015" extrusionOk="0">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62"/>
            <p:cNvSpPr/>
            <p:nvPr/>
          </p:nvSpPr>
          <p:spPr>
            <a:xfrm>
              <a:off x="2732528" y="2203254"/>
              <a:ext cx="59847" cy="48528"/>
            </a:xfrm>
            <a:custGeom>
              <a:avLst/>
              <a:gdLst/>
              <a:ahLst/>
              <a:cxnLst/>
              <a:rect l="l" t="t" r="r" b="b"/>
              <a:pathLst>
                <a:path w="2279" h="1848" extrusionOk="0">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62"/>
            <p:cNvSpPr/>
            <p:nvPr/>
          </p:nvSpPr>
          <p:spPr>
            <a:xfrm>
              <a:off x="2735810" y="2204384"/>
              <a:ext cx="56564" cy="47399"/>
            </a:xfrm>
            <a:custGeom>
              <a:avLst/>
              <a:gdLst/>
              <a:ahLst/>
              <a:cxnLst/>
              <a:rect l="l" t="t" r="r" b="b"/>
              <a:pathLst>
                <a:path w="2154" h="1805" extrusionOk="0">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62"/>
            <p:cNvSpPr/>
            <p:nvPr/>
          </p:nvSpPr>
          <p:spPr>
            <a:xfrm>
              <a:off x="2758158" y="2226967"/>
              <a:ext cx="52310" cy="43303"/>
            </a:xfrm>
            <a:custGeom>
              <a:avLst/>
              <a:gdLst/>
              <a:ahLst/>
              <a:cxnLst/>
              <a:rect l="l" t="t" r="r" b="b"/>
              <a:pathLst>
                <a:path w="1992" h="1649" extrusionOk="0">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62"/>
            <p:cNvSpPr/>
            <p:nvPr/>
          </p:nvSpPr>
          <p:spPr>
            <a:xfrm>
              <a:off x="2761178" y="2228018"/>
              <a:ext cx="49290" cy="42252"/>
            </a:xfrm>
            <a:custGeom>
              <a:avLst/>
              <a:gdLst/>
              <a:ahLst/>
              <a:cxnLst/>
              <a:rect l="l" t="t" r="r" b="b"/>
              <a:pathLst>
                <a:path w="1877" h="1609" extrusionOk="0">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62"/>
            <p:cNvSpPr/>
            <p:nvPr/>
          </p:nvSpPr>
          <p:spPr>
            <a:xfrm>
              <a:off x="2783814" y="2250706"/>
              <a:ext cx="45010" cy="37919"/>
            </a:xfrm>
            <a:custGeom>
              <a:avLst/>
              <a:gdLst/>
              <a:ahLst/>
              <a:cxnLst/>
              <a:rect l="l" t="t" r="r" b="b"/>
              <a:pathLst>
                <a:path w="1714" h="1444" extrusionOk="0">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62"/>
            <p:cNvSpPr/>
            <p:nvPr/>
          </p:nvSpPr>
          <p:spPr>
            <a:xfrm>
              <a:off x="2786807" y="2251888"/>
              <a:ext cx="42016" cy="36764"/>
            </a:xfrm>
            <a:custGeom>
              <a:avLst/>
              <a:gdLst/>
              <a:ahLst/>
              <a:cxnLst/>
              <a:rect l="l" t="t" r="r" b="b"/>
              <a:pathLst>
                <a:path w="1600" h="1400" extrusionOk="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62"/>
            <p:cNvSpPr/>
            <p:nvPr/>
          </p:nvSpPr>
          <p:spPr>
            <a:xfrm>
              <a:off x="2788829" y="2102101"/>
              <a:ext cx="64862" cy="99788"/>
            </a:xfrm>
            <a:custGeom>
              <a:avLst/>
              <a:gdLst/>
              <a:ahLst/>
              <a:cxnLst/>
              <a:rect l="l" t="t" r="r" b="b"/>
              <a:pathLst>
                <a:path w="2470" h="3800" extrusionOk="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62"/>
            <p:cNvSpPr/>
            <p:nvPr/>
          </p:nvSpPr>
          <p:spPr>
            <a:xfrm>
              <a:off x="2788829" y="2102101"/>
              <a:ext cx="27415" cy="99788"/>
            </a:xfrm>
            <a:custGeom>
              <a:avLst/>
              <a:gdLst/>
              <a:ahLst/>
              <a:cxnLst/>
              <a:rect l="l" t="t" r="r" b="b"/>
              <a:pathLst>
                <a:path w="1044" h="3800" extrusionOk="0">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5" name="Google Shape;8685;p62"/>
          <p:cNvGrpSpPr/>
          <p:nvPr/>
        </p:nvGrpSpPr>
        <p:grpSpPr>
          <a:xfrm>
            <a:off x="3097500" y="1836716"/>
            <a:ext cx="318928" cy="319217"/>
            <a:chOff x="3111775" y="1993516"/>
            <a:chExt cx="318928" cy="319217"/>
          </a:xfrm>
        </p:grpSpPr>
        <p:sp>
          <p:nvSpPr>
            <p:cNvPr id="8686" name="Google Shape;8686;p62"/>
            <p:cNvSpPr/>
            <p:nvPr/>
          </p:nvSpPr>
          <p:spPr>
            <a:xfrm>
              <a:off x="3204263" y="2013894"/>
              <a:ext cx="154067" cy="140964"/>
            </a:xfrm>
            <a:custGeom>
              <a:avLst/>
              <a:gdLst/>
              <a:ahLst/>
              <a:cxnLst/>
              <a:rect l="l" t="t" r="r" b="b"/>
              <a:pathLst>
                <a:path w="5867" h="5368" extrusionOk="0">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62"/>
            <p:cNvSpPr/>
            <p:nvPr/>
          </p:nvSpPr>
          <p:spPr>
            <a:xfrm>
              <a:off x="3204263" y="2013894"/>
              <a:ext cx="143773" cy="102808"/>
            </a:xfrm>
            <a:custGeom>
              <a:avLst/>
              <a:gdLst/>
              <a:ahLst/>
              <a:cxnLst/>
              <a:rect l="l" t="t" r="r" b="b"/>
              <a:pathLst>
                <a:path w="5475" h="3915" extrusionOk="0">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62"/>
            <p:cNvSpPr/>
            <p:nvPr/>
          </p:nvSpPr>
          <p:spPr>
            <a:xfrm>
              <a:off x="3112773" y="2137788"/>
              <a:ext cx="112865" cy="113102"/>
            </a:xfrm>
            <a:custGeom>
              <a:avLst/>
              <a:gdLst/>
              <a:ahLst/>
              <a:cxnLst/>
              <a:rect l="l" t="t" r="r" b="b"/>
              <a:pathLst>
                <a:path w="4298" h="4307" extrusionOk="0">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62"/>
            <p:cNvSpPr/>
            <p:nvPr/>
          </p:nvSpPr>
          <p:spPr>
            <a:xfrm>
              <a:off x="3143182" y="2138025"/>
              <a:ext cx="82220" cy="112865"/>
            </a:xfrm>
            <a:custGeom>
              <a:avLst/>
              <a:gdLst/>
              <a:ahLst/>
              <a:cxnLst/>
              <a:rect l="l" t="t" r="r" b="b"/>
              <a:pathLst>
                <a:path w="3131" h="4298" extrusionOk="0">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62"/>
            <p:cNvSpPr/>
            <p:nvPr/>
          </p:nvSpPr>
          <p:spPr>
            <a:xfrm>
              <a:off x="3111775" y="2223238"/>
              <a:ext cx="113102" cy="89231"/>
            </a:xfrm>
            <a:custGeom>
              <a:avLst/>
              <a:gdLst/>
              <a:ahLst/>
              <a:cxnLst/>
              <a:rect l="l" t="t" r="r" b="b"/>
              <a:pathLst>
                <a:path w="4307" h="3398" extrusionOk="0">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62"/>
            <p:cNvSpPr/>
            <p:nvPr/>
          </p:nvSpPr>
          <p:spPr>
            <a:xfrm>
              <a:off x="3149222" y="2223238"/>
              <a:ext cx="38208" cy="25157"/>
            </a:xfrm>
            <a:custGeom>
              <a:avLst/>
              <a:gdLst/>
              <a:ahLst/>
              <a:cxnLst/>
              <a:rect l="l" t="t" r="r" b="b"/>
              <a:pathLst>
                <a:path w="1455" h="958" extrusionOk="0">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62"/>
            <p:cNvSpPr/>
            <p:nvPr/>
          </p:nvSpPr>
          <p:spPr>
            <a:xfrm>
              <a:off x="3112011" y="2256142"/>
              <a:ext cx="113128" cy="56328"/>
            </a:xfrm>
            <a:custGeom>
              <a:avLst/>
              <a:gdLst/>
              <a:ahLst/>
              <a:cxnLst/>
              <a:rect l="l" t="t" r="r" b="b"/>
              <a:pathLst>
                <a:path w="4308" h="2145" extrusionOk="0">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62"/>
            <p:cNvSpPr/>
            <p:nvPr/>
          </p:nvSpPr>
          <p:spPr>
            <a:xfrm>
              <a:off x="3130629" y="2174106"/>
              <a:ext cx="75419" cy="61711"/>
            </a:xfrm>
            <a:custGeom>
              <a:avLst/>
              <a:gdLst/>
              <a:ahLst/>
              <a:cxnLst/>
              <a:rect l="l" t="t" r="r" b="b"/>
              <a:pathLst>
                <a:path w="2872" h="2350" extrusionOk="0">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62"/>
            <p:cNvSpPr/>
            <p:nvPr/>
          </p:nvSpPr>
          <p:spPr>
            <a:xfrm>
              <a:off x="3130629" y="2174106"/>
              <a:ext cx="75419" cy="61212"/>
            </a:xfrm>
            <a:custGeom>
              <a:avLst/>
              <a:gdLst/>
              <a:ahLst/>
              <a:cxnLst/>
              <a:rect l="l" t="t" r="r" b="b"/>
              <a:pathLst>
                <a:path w="2872" h="2331" extrusionOk="0">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62"/>
            <p:cNvSpPr/>
            <p:nvPr/>
          </p:nvSpPr>
          <p:spPr>
            <a:xfrm>
              <a:off x="3111775" y="2268957"/>
              <a:ext cx="25157" cy="43513"/>
            </a:xfrm>
            <a:custGeom>
              <a:avLst/>
              <a:gdLst/>
              <a:ahLst/>
              <a:cxnLst/>
              <a:rect l="l" t="t" r="r" b="b"/>
              <a:pathLst>
                <a:path w="958" h="1657" extrusionOk="0">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62"/>
            <p:cNvSpPr/>
            <p:nvPr/>
          </p:nvSpPr>
          <p:spPr>
            <a:xfrm>
              <a:off x="3199720" y="2268957"/>
              <a:ext cx="25157" cy="43513"/>
            </a:xfrm>
            <a:custGeom>
              <a:avLst/>
              <a:gdLst/>
              <a:ahLst/>
              <a:cxnLst/>
              <a:rect l="l" t="t" r="r" b="b"/>
              <a:pathLst>
                <a:path w="958" h="1657" extrusionOk="0">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62"/>
            <p:cNvSpPr/>
            <p:nvPr/>
          </p:nvSpPr>
          <p:spPr>
            <a:xfrm>
              <a:off x="3325636" y="2149343"/>
              <a:ext cx="30934" cy="67882"/>
            </a:xfrm>
            <a:custGeom>
              <a:avLst/>
              <a:gdLst/>
              <a:ahLst/>
              <a:cxnLst/>
              <a:rect l="l" t="t" r="r" b="b"/>
              <a:pathLst>
                <a:path w="1178" h="2585" extrusionOk="0">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62"/>
            <p:cNvSpPr/>
            <p:nvPr/>
          </p:nvSpPr>
          <p:spPr>
            <a:xfrm>
              <a:off x="3337952" y="2143067"/>
              <a:ext cx="73922" cy="73896"/>
            </a:xfrm>
            <a:custGeom>
              <a:avLst/>
              <a:gdLst/>
              <a:ahLst/>
              <a:cxnLst/>
              <a:rect l="l" t="t" r="r" b="b"/>
              <a:pathLst>
                <a:path w="2815" h="2814" extrusionOk="0">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62"/>
            <p:cNvSpPr/>
            <p:nvPr/>
          </p:nvSpPr>
          <p:spPr>
            <a:xfrm>
              <a:off x="3350268" y="2235554"/>
              <a:ext cx="36974" cy="27153"/>
            </a:xfrm>
            <a:custGeom>
              <a:avLst/>
              <a:gdLst/>
              <a:ahLst/>
              <a:cxnLst/>
              <a:rect l="l" t="t" r="r" b="b"/>
              <a:pathLst>
                <a:path w="1408" h="1034" extrusionOk="0">
                  <a:moveTo>
                    <a:pt x="0" y="0"/>
                  </a:moveTo>
                  <a:lnTo>
                    <a:pt x="0" y="1034"/>
                  </a:lnTo>
                  <a:lnTo>
                    <a:pt x="1407" y="1034"/>
                  </a:lnTo>
                  <a:lnTo>
                    <a:pt x="140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62"/>
            <p:cNvSpPr/>
            <p:nvPr/>
          </p:nvSpPr>
          <p:spPr>
            <a:xfrm>
              <a:off x="3350268" y="2235554"/>
              <a:ext cx="36974" cy="14916"/>
            </a:xfrm>
            <a:custGeom>
              <a:avLst/>
              <a:gdLst/>
              <a:ahLst/>
              <a:cxnLst/>
              <a:rect l="l" t="t" r="r" b="b"/>
              <a:pathLst>
                <a:path w="1408" h="568" extrusionOk="0">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62"/>
            <p:cNvSpPr/>
            <p:nvPr/>
          </p:nvSpPr>
          <p:spPr>
            <a:xfrm>
              <a:off x="3307044" y="2250365"/>
              <a:ext cx="123658" cy="62367"/>
            </a:xfrm>
            <a:custGeom>
              <a:avLst/>
              <a:gdLst/>
              <a:ahLst/>
              <a:cxnLst/>
              <a:rect l="l" t="t" r="r" b="b"/>
              <a:pathLst>
                <a:path w="4709" h="2375" extrusionOk="0">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62"/>
            <p:cNvSpPr/>
            <p:nvPr/>
          </p:nvSpPr>
          <p:spPr>
            <a:xfrm>
              <a:off x="3362584" y="2262681"/>
              <a:ext cx="12342" cy="49789"/>
            </a:xfrm>
            <a:custGeom>
              <a:avLst/>
              <a:gdLst/>
              <a:ahLst/>
              <a:cxnLst/>
              <a:rect l="l" t="t" r="r" b="b"/>
              <a:pathLst>
                <a:path w="470" h="1896" extrusionOk="0">
                  <a:moveTo>
                    <a:pt x="115" y="1"/>
                  </a:moveTo>
                  <a:lnTo>
                    <a:pt x="0" y="1896"/>
                  </a:lnTo>
                  <a:lnTo>
                    <a:pt x="469" y="1896"/>
                  </a:lnTo>
                  <a:lnTo>
                    <a:pt x="355"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62"/>
            <p:cNvSpPr/>
            <p:nvPr/>
          </p:nvSpPr>
          <p:spPr>
            <a:xfrm>
              <a:off x="3331676" y="2173948"/>
              <a:ext cx="74158" cy="67646"/>
            </a:xfrm>
            <a:custGeom>
              <a:avLst/>
              <a:gdLst/>
              <a:ahLst/>
              <a:cxnLst/>
              <a:rect l="l" t="t" r="r" b="b"/>
              <a:pathLst>
                <a:path w="2824" h="2576" extrusionOk="0">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62"/>
            <p:cNvSpPr/>
            <p:nvPr/>
          </p:nvSpPr>
          <p:spPr>
            <a:xfrm>
              <a:off x="3331676" y="2173975"/>
              <a:ext cx="73896" cy="66123"/>
            </a:xfrm>
            <a:custGeom>
              <a:avLst/>
              <a:gdLst/>
              <a:ahLst/>
              <a:cxnLst/>
              <a:rect l="l" t="t" r="r" b="b"/>
              <a:pathLst>
                <a:path w="2814" h="2518" extrusionOk="0">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62"/>
            <p:cNvSpPr/>
            <p:nvPr/>
          </p:nvSpPr>
          <p:spPr>
            <a:xfrm>
              <a:off x="3307281" y="2266200"/>
              <a:ext cx="24921" cy="46533"/>
            </a:xfrm>
            <a:custGeom>
              <a:avLst/>
              <a:gdLst/>
              <a:ahLst/>
              <a:cxnLst/>
              <a:rect l="l" t="t" r="r" b="b"/>
              <a:pathLst>
                <a:path w="949" h="1772" extrusionOk="0">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62"/>
            <p:cNvSpPr/>
            <p:nvPr/>
          </p:nvSpPr>
          <p:spPr>
            <a:xfrm>
              <a:off x="3405545" y="2266200"/>
              <a:ext cx="24658" cy="46533"/>
            </a:xfrm>
            <a:custGeom>
              <a:avLst/>
              <a:gdLst/>
              <a:ahLst/>
              <a:cxnLst/>
              <a:rect l="l" t="t" r="r" b="b"/>
              <a:pathLst>
                <a:path w="939" h="1772" extrusionOk="0">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62"/>
            <p:cNvSpPr/>
            <p:nvPr/>
          </p:nvSpPr>
          <p:spPr>
            <a:xfrm>
              <a:off x="3362584" y="2262681"/>
              <a:ext cx="12342" cy="12342"/>
            </a:xfrm>
            <a:custGeom>
              <a:avLst/>
              <a:gdLst/>
              <a:ahLst/>
              <a:cxnLst/>
              <a:rect l="l" t="t" r="r" b="b"/>
              <a:pathLst>
                <a:path w="470" h="470" extrusionOk="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62"/>
            <p:cNvSpPr/>
            <p:nvPr/>
          </p:nvSpPr>
          <p:spPr>
            <a:xfrm>
              <a:off x="3343493" y="2245481"/>
              <a:ext cx="25393" cy="25971"/>
            </a:xfrm>
            <a:custGeom>
              <a:avLst/>
              <a:gdLst/>
              <a:ahLst/>
              <a:cxnLst/>
              <a:rect l="l" t="t" r="r" b="b"/>
              <a:pathLst>
                <a:path w="967" h="989" extrusionOk="0">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62"/>
            <p:cNvSpPr/>
            <p:nvPr/>
          </p:nvSpPr>
          <p:spPr>
            <a:xfrm>
              <a:off x="3368860" y="2245559"/>
              <a:ext cx="25420" cy="26076"/>
            </a:xfrm>
            <a:custGeom>
              <a:avLst/>
              <a:gdLst/>
              <a:ahLst/>
              <a:cxnLst/>
              <a:rect l="l" t="t" r="r" b="b"/>
              <a:pathLst>
                <a:path w="968" h="993" extrusionOk="0">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62"/>
            <p:cNvSpPr/>
            <p:nvPr/>
          </p:nvSpPr>
          <p:spPr>
            <a:xfrm>
              <a:off x="3163297" y="1993516"/>
              <a:ext cx="174419" cy="150233"/>
            </a:xfrm>
            <a:custGeom>
              <a:avLst/>
              <a:gdLst/>
              <a:ahLst/>
              <a:cxnLst/>
              <a:rect l="l" t="t" r="r" b="b"/>
              <a:pathLst>
                <a:path w="6642" h="5721" extrusionOk="0">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62"/>
            <p:cNvSpPr/>
            <p:nvPr/>
          </p:nvSpPr>
          <p:spPr>
            <a:xfrm>
              <a:off x="3192446" y="2019172"/>
              <a:ext cx="28912" cy="10320"/>
            </a:xfrm>
            <a:custGeom>
              <a:avLst/>
              <a:gdLst/>
              <a:ahLst/>
              <a:cxnLst/>
              <a:rect l="l" t="t" r="r" b="b"/>
              <a:pathLst>
                <a:path w="1101" h="393" extrusionOk="0">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62"/>
            <p:cNvSpPr/>
            <p:nvPr/>
          </p:nvSpPr>
          <p:spPr>
            <a:xfrm>
              <a:off x="3228133" y="2019172"/>
              <a:ext cx="80434" cy="10320"/>
            </a:xfrm>
            <a:custGeom>
              <a:avLst/>
              <a:gdLst/>
              <a:ahLst/>
              <a:cxnLst/>
              <a:rect l="l" t="t" r="r" b="b"/>
              <a:pathLst>
                <a:path w="3063" h="393" extrusionOk="0">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62"/>
            <p:cNvSpPr/>
            <p:nvPr/>
          </p:nvSpPr>
          <p:spPr>
            <a:xfrm>
              <a:off x="3192183" y="2044802"/>
              <a:ext cx="116384" cy="10320"/>
            </a:xfrm>
            <a:custGeom>
              <a:avLst/>
              <a:gdLst/>
              <a:ahLst/>
              <a:cxnLst/>
              <a:rect l="l" t="t" r="r" b="b"/>
              <a:pathLst>
                <a:path w="4432" h="393" extrusionOk="0">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62"/>
            <p:cNvSpPr/>
            <p:nvPr/>
          </p:nvSpPr>
          <p:spPr>
            <a:xfrm>
              <a:off x="3192183" y="2070431"/>
              <a:ext cx="80461" cy="10320"/>
            </a:xfrm>
            <a:custGeom>
              <a:avLst/>
              <a:gdLst/>
              <a:ahLst/>
              <a:cxnLst/>
              <a:rect l="l" t="t" r="r" b="b"/>
              <a:pathLst>
                <a:path w="3064" h="393" extrusionOk="0">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62"/>
            <p:cNvSpPr/>
            <p:nvPr/>
          </p:nvSpPr>
          <p:spPr>
            <a:xfrm>
              <a:off x="3279655" y="2070431"/>
              <a:ext cx="28912" cy="10320"/>
            </a:xfrm>
            <a:custGeom>
              <a:avLst/>
              <a:gdLst/>
              <a:ahLst/>
              <a:cxnLst/>
              <a:rect l="l" t="t" r="r" b="b"/>
              <a:pathLst>
                <a:path w="1101" h="393" extrusionOk="0">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6" name="Google Shape;8716;p62"/>
          <p:cNvGrpSpPr/>
          <p:nvPr/>
        </p:nvGrpSpPr>
        <p:grpSpPr>
          <a:xfrm>
            <a:off x="4009510" y="1813607"/>
            <a:ext cx="288807" cy="355377"/>
            <a:chOff x="4023785" y="1970407"/>
            <a:chExt cx="288807" cy="355377"/>
          </a:xfrm>
        </p:grpSpPr>
        <p:sp>
          <p:nvSpPr>
            <p:cNvPr id="8717" name="Google Shape;8717;p62"/>
            <p:cNvSpPr/>
            <p:nvPr/>
          </p:nvSpPr>
          <p:spPr>
            <a:xfrm>
              <a:off x="4062492" y="2036766"/>
              <a:ext cx="31197" cy="34191"/>
            </a:xfrm>
            <a:custGeom>
              <a:avLst/>
              <a:gdLst/>
              <a:ahLst/>
              <a:cxnLst/>
              <a:rect l="l" t="t" r="r" b="b"/>
              <a:pathLst>
                <a:path w="1188" h="1302" extrusionOk="0">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62"/>
            <p:cNvSpPr/>
            <p:nvPr/>
          </p:nvSpPr>
          <p:spPr>
            <a:xfrm>
              <a:off x="4242452" y="2036766"/>
              <a:ext cx="31433" cy="34191"/>
            </a:xfrm>
            <a:custGeom>
              <a:avLst/>
              <a:gdLst/>
              <a:ahLst/>
              <a:cxnLst/>
              <a:rect l="l" t="t" r="r" b="b"/>
              <a:pathLst>
                <a:path w="1197" h="1302" extrusionOk="0">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62"/>
            <p:cNvSpPr/>
            <p:nvPr/>
          </p:nvSpPr>
          <p:spPr>
            <a:xfrm>
              <a:off x="4152222" y="2009613"/>
              <a:ext cx="31932" cy="32457"/>
            </a:xfrm>
            <a:custGeom>
              <a:avLst/>
              <a:gdLst/>
              <a:ahLst/>
              <a:cxnLst/>
              <a:rect l="l" t="t" r="r" b="b"/>
              <a:pathLst>
                <a:path w="1216" h="1236" extrusionOk="0">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62"/>
            <p:cNvSpPr/>
            <p:nvPr/>
          </p:nvSpPr>
          <p:spPr>
            <a:xfrm>
              <a:off x="4152222" y="2009613"/>
              <a:ext cx="21376" cy="32457"/>
            </a:xfrm>
            <a:custGeom>
              <a:avLst/>
              <a:gdLst/>
              <a:ahLst/>
              <a:cxnLst/>
              <a:rect l="l" t="t" r="r" b="b"/>
              <a:pathLst>
                <a:path w="814" h="1236" extrusionOk="0">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62"/>
            <p:cNvSpPr/>
            <p:nvPr/>
          </p:nvSpPr>
          <p:spPr>
            <a:xfrm>
              <a:off x="4023785" y="2036766"/>
              <a:ext cx="288807" cy="288781"/>
            </a:xfrm>
            <a:custGeom>
              <a:avLst/>
              <a:gdLst/>
              <a:ahLst/>
              <a:cxnLst/>
              <a:rect l="l" t="t" r="r" b="b"/>
              <a:pathLst>
                <a:path w="10998" h="10997" extrusionOk="0">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62"/>
            <p:cNvSpPr/>
            <p:nvPr/>
          </p:nvSpPr>
          <p:spPr>
            <a:xfrm>
              <a:off x="4030087" y="2037002"/>
              <a:ext cx="151048" cy="288781"/>
            </a:xfrm>
            <a:custGeom>
              <a:avLst/>
              <a:gdLst/>
              <a:ahLst/>
              <a:cxnLst/>
              <a:rect l="l" t="t" r="r" b="b"/>
              <a:pathLst>
                <a:path w="5752" h="10997" extrusionOk="0">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62"/>
            <p:cNvSpPr/>
            <p:nvPr/>
          </p:nvSpPr>
          <p:spPr>
            <a:xfrm>
              <a:off x="4037624" y="2060111"/>
              <a:ext cx="251597" cy="242065"/>
            </a:xfrm>
            <a:custGeom>
              <a:avLst/>
              <a:gdLst/>
              <a:ahLst/>
              <a:cxnLst/>
              <a:rect l="l" t="t" r="r" b="b"/>
              <a:pathLst>
                <a:path w="9581" h="9218" extrusionOk="0">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62"/>
            <p:cNvSpPr/>
            <p:nvPr/>
          </p:nvSpPr>
          <p:spPr>
            <a:xfrm>
              <a:off x="4049940" y="2060137"/>
              <a:ext cx="125418" cy="242038"/>
            </a:xfrm>
            <a:custGeom>
              <a:avLst/>
              <a:gdLst/>
              <a:ahLst/>
              <a:cxnLst/>
              <a:rect l="l" t="t" r="r" b="b"/>
              <a:pathLst>
                <a:path w="4776" h="9217" extrusionOk="0">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62"/>
            <p:cNvSpPr/>
            <p:nvPr/>
          </p:nvSpPr>
          <p:spPr>
            <a:xfrm>
              <a:off x="4054194" y="2076340"/>
              <a:ext cx="217932" cy="209739"/>
            </a:xfrm>
            <a:custGeom>
              <a:avLst/>
              <a:gdLst/>
              <a:ahLst/>
              <a:cxnLst/>
              <a:rect l="l" t="t" r="r" b="b"/>
              <a:pathLst>
                <a:path w="8299" h="7987" extrusionOk="0">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62"/>
            <p:cNvSpPr/>
            <p:nvPr/>
          </p:nvSpPr>
          <p:spPr>
            <a:xfrm>
              <a:off x="4062492" y="2076340"/>
              <a:ext cx="118144" cy="209607"/>
            </a:xfrm>
            <a:custGeom>
              <a:avLst/>
              <a:gdLst/>
              <a:ahLst/>
              <a:cxnLst/>
              <a:rect l="l" t="t" r="r" b="b"/>
              <a:pathLst>
                <a:path w="4499" h="7982" extrusionOk="0">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62"/>
            <p:cNvSpPr/>
            <p:nvPr/>
          </p:nvSpPr>
          <p:spPr>
            <a:xfrm>
              <a:off x="4162516" y="2109821"/>
              <a:ext cx="11344" cy="74736"/>
            </a:xfrm>
            <a:custGeom>
              <a:avLst/>
              <a:gdLst/>
              <a:ahLst/>
              <a:cxnLst/>
              <a:rect l="l" t="t" r="r" b="b"/>
              <a:pathLst>
                <a:path w="432" h="2846" extrusionOk="0">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62"/>
            <p:cNvSpPr/>
            <p:nvPr/>
          </p:nvSpPr>
          <p:spPr>
            <a:xfrm>
              <a:off x="4245970" y="2009561"/>
              <a:ext cx="55803" cy="47294"/>
            </a:xfrm>
            <a:custGeom>
              <a:avLst/>
              <a:gdLst/>
              <a:ahLst/>
              <a:cxnLst/>
              <a:rect l="l" t="t" r="r" b="b"/>
              <a:pathLst>
                <a:path w="2125" h="1801" extrusionOk="0">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62"/>
            <p:cNvSpPr/>
            <p:nvPr/>
          </p:nvSpPr>
          <p:spPr>
            <a:xfrm>
              <a:off x="4034604" y="2009561"/>
              <a:ext cx="55829" cy="47294"/>
            </a:xfrm>
            <a:custGeom>
              <a:avLst/>
              <a:gdLst/>
              <a:ahLst/>
              <a:cxnLst/>
              <a:rect l="l" t="t" r="r" b="b"/>
              <a:pathLst>
                <a:path w="2126" h="1801" extrusionOk="0">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62"/>
            <p:cNvSpPr/>
            <p:nvPr/>
          </p:nvSpPr>
          <p:spPr>
            <a:xfrm>
              <a:off x="4133368" y="1970407"/>
              <a:ext cx="69642" cy="41753"/>
            </a:xfrm>
            <a:custGeom>
              <a:avLst/>
              <a:gdLst/>
              <a:ahLst/>
              <a:cxnLst/>
              <a:rect l="l" t="t" r="r" b="b"/>
              <a:pathLst>
                <a:path w="2652" h="1590" extrusionOk="0">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62"/>
            <p:cNvSpPr/>
            <p:nvPr/>
          </p:nvSpPr>
          <p:spPr>
            <a:xfrm>
              <a:off x="4245970" y="2009561"/>
              <a:ext cx="49526" cy="47294"/>
            </a:xfrm>
            <a:custGeom>
              <a:avLst/>
              <a:gdLst/>
              <a:ahLst/>
              <a:cxnLst/>
              <a:rect l="l" t="t" r="r" b="b"/>
              <a:pathLst>
                <a:path w="1886" h="1801" extrusionOk="0">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62"/>
            <p:cNvSpPr/>
            <p:nvPr/>
          </p:nvSpPr>
          <p:spPr>
            <a:xfrm>
              <a:off x="4034604" y="2009561"/>
              <a:ext cx="49789" cy="47294"/>
            </a:xfrm>
            <a:custGeom>
              <a:avLst/>
              <a:gdLst/>
              <a:ahLst/>
              <a:cxnLst/>
              <a:rect l="l" t="t" r="r" b="b"/>
              <a:pathLst>
                <a:path w="1896" h="1801" extrusionOk="0">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62"/>
            <p:cNvSpPr/>
            <p:nvPr/>
          </p:nvSpPr>
          <p:spPr>
            <a:xfrm>
              <a:off x="4133368" y="1970407"/>
              <a:ext cx="30435" cy="41990"/>
            </a:xfrm>
            <a:custGeom>
              <a:avLst/>
              <a:gdLst/>
              <a:ahLst/>
              <a:cxnLst/>
              <a:rect l="l" t="t" r="r" b="b"/>
              <a:pathLst>
                <a:path w="1159" h="1599" extrusionOk="0">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62"/>
            <p:cNvSpPr/>
            <p:nvPr/>
          </p:nvSpPr>
          <p:spPr>
            <a:xfrm>
              <a:off x="4049178" y="2070930"/>
              <a:ext cx="229224" cy="220426"/>
            </a:xfrm>
            <a:custGeom>
              <a:avLst/>
              <a:gdLst/>
              <a:ahLst/>
              <a:cxnLst/>
              <a:rect l="l" t="t" r="r" b="b"/>
              <a:pathLst>
                <a:path w="8729" h="8394" extrusionOk="0">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62"/>
            <p:cNvSpPr/>
            <p:nvPr/>
          </p:nvSpPr>
          <p:spPr>
            <a:xfrm>
              <a:off x="4153719" y="2166674"/>
              <a:ext cx="28676" cy="28939"/>
            </a:xfrm>
            <a:custGeom>
              <a:avLst/>
              <a:gdLst/>
              <a:ahLst/>
              <a:cxnLst/>
              <a:rect l="l" t="t" r="r" b="b"/>
              <a:pathLst>
                <a:path w="1092" h="1102" extrusionOk="0">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62"/>
            <p:cNvSpPr/>
            <p:nvPr/>
          </p:nvSpPr>
          <p:spPr>
            <a:xfrm>
              <a:off x="4153982" y="2166832"/>
              <a:ext cx="23398" cy="28833"/>
            </a:xfrm>
            <a:custGeom>
              <a:avLst/>
              <a:gdLst/>
              <a:ahLst/>
              <a:cxnLst/>
              <a:rect l="l" t="t" r="r" b="b"/>
              <a:pathLst>
                <a:path w="891" h="1098" extrusionOk="0">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7" name="Google Shape;8737;p62"/>
          <p:cNvGrpSpPr/>
          <p:nvPr/>
        </p:nvGrpSpPr>
        <p:grpSpPr>
          <a:xfrm>
            <a:off x="3530265" y="3224163"/>
            <a:ext cx="320188" cy="319269"/>
            <a:chOff x="3544540" y="3380963"/>
            <a:chExt cx="320188" cy="319269"/>
          </a:xfrm>
        </p:grpSpPr>
        <p:sp>
          <p:nvSpPr>
            <p:cNvPr id="8738" name="Google Shape;8738;p62"/>
            <p:cNvSpPr/>
            <p:nvPr/>
          </p:nvSpPr>
          <p:spPr>
            <a:xfrm>
              <a:off x="3636528" y="3558218"/>
              <a:ext cx="51023" cy="51049"/>
            </a:xfrm>
            <a:custGeom>
              <a:avLst/>
              <a:gdLst/>
              <a:ahLst/>
              <a:cxnLst/>
              <a:rect l="l" t="t" r="r" b="b"/>
              <a:pathLst>
                <a:path w="1943" h="1944" extrusionOk="0">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62"/>
            <p:cNvSpPr/>
            <p:nvPr/>
          </p:nvSpPr>
          <p:spPr>
            <a:xfrm>
              <a:off x="3636765" y="3558454"/>
              <a:ext cx="40992" cy="50813"/>
            </a:xfrm>
            <a:custGeom>
              <a:avLst/>
              <a:gdLst/>
              <a:ahLst/>
              <a:cxnLst/>
              <a:rect l="l" t="t" r="r" b="b"/>
              <a:pathLst>
                <a:path w="1561" h="1935" extrusionOk="0">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62"/>
            <p:cNvSpPr/>
            <p:nvPr/>
          </p:nvSpPr>
          <p:spPr>
            <a:xfrm>
              <a:off x="3632248" y="3380963"/>
              <a:ext cx="232480" cy="221897"/>
            </a:xfrm>
            <a:custGeom>
              <a:avLst/>
              <a:gdLst/>
              <a:ahLst/>
              <a:cxnLst/>
              <a:rect l="l" t="t" r="r" b="b"/>
              <a:pathLst>
                <a:path w="8853" h="8450" extrusionOk="0">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62"/>
            <p:cNvSpPr/>
            <p:nvPr/>
          </p:nvSpPr>
          <p:spPr>
            <a:xfrm>
              <a:off x="3627731" y="3381094"/>
              <a:ext cx="135738" cy="221792"/>
            </a:xfrm>
            <a:custGeom>
              <a:avLst/>
              <a:gdLst/>
              <a:ahLst/>
              <a:cxnLst/>
              <a:rect l="l" t="t" r="r" b="b"/>
              <a:pathLst>
                <a:path w="5169" h="8446" extrusionOk="0">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62"/>
            <p:cNvSpPr/>
            <p:nvPr/>
          </p:nvSpPr>
          <p:spPr>
            <a:xfrm>
              <a:off x="3664154" y="3402050"/>
              <a:ext cx="188258" cy="179723"/>
            </a:xfrm>
            <a:custGeom>
              <a:avLst/>
              <a:gdLst/>
              <a:ahLst/>
              <a:cxnLst/>
              <a:rect l="l" t="t" r="r" b="b"/>
              <a:pathLst>
                <a:path w="7169" h="6844" extrusionOk="0">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62"/>
            <p:cNvSpPr/>
            <p:nvPr/>
          </p:nvSpPr>
          <p:spPr>
            <a:xfrm>
              <a:off x="3656381" y="3402102"/>
              <a:ext cx="107088" cy="179540"/>
            </a:xfrm>
            <a:custGeom>
              <a:avLst/>
              <a:gdLst/>
              <a:ahLst/>
              <a:cxnLst/>
              <a:rect l="l" t="t" r="r" b="b"/>
              <a:pathLst>
                <a:path w="4078" h="6837" extrusionOk="0">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62"/>
            <p:cNvSpPr/>
            <p:nvPr/>
          </p:nvSpPr>
          <p:spPr>
            <a:xfrm>
              <a:off x="3729252" y="3437579"/>
              <a:ext cx="49290" cy="49027"/>
            </a:xfrm>
            <a:custGeom>
              <a:avLst/>
              <a:gdLst/>
              <a:ahLst/>
              <a:cxnLst/>
              <a:rect l="l" t="t" r="r" b="b"/>
              <a:pathLst>
                <a:path w="1877" h="1867" extrusionOk="0">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62"/>
            <p:cNvSpPr/>
            <p:nvPr/>
          </p:nvSpPr>
          <p:spPr>
            <a:xfrm>
              <a:off x="3729252" y="3437658"/>
              <a:ext cx="34217" cy="49132"/>
            </a:xfrm>
            <a:custGeom>
              <a:avLst/>
              <a:gdLst/>
              <a:ahLst/>
              <a:cxnLst/>
              <a:rect l="l" t="t" r="r" b="b"/>
              <a:pathLst>
                <a:path w="1303" h="1871" extrusionOk="0">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62"/>
            <p:cNvSpPr/>
            <p:nvPr/>
          </p:nvSpPr>
          <p:spPr>
            <a:xfrm>
              <a:off x="3713680" y="3486581"/>
              <a:ext cx="80434" cy="51548"/>
            </a:xfrm>
            <a:custGeom>
              <a:avLst/>
              <a:gdLst/>
              <a:ahLst/>
              <a:cxnLst/>
              <a:rect l="l" t="t" r="r" b="b"/>
              <a:pathLst>
                <a:path w="3063" h="1963" extrusionOk="0">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62"/>
            <p:cNvSpPr/>
            <p:nvPr/>
          </p:nvSpPr>
          <p:spPr>
            <a:xfrm>
              <a:off x="3713680" y="3486581"/>
              <a:ext cx="45745" cy="51548"/>
            </a:xfrm>
            <a:custGeom>
              <a:avLst/>
              <a:gdLst/>
              <a:ahLst/>
              <a:cxnLst/>
              <a:rect l="l" t="t" r="r" b="b"/>
              <a:pathLst>
                <a:path w="1742" h="1963" extrusionOk="0">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62"/>
            <p:cNvSpPr/>
            <p:nvPr/>
          </p:nvSpPr>
          <p:spPr>
            <a:xfrm>
              <a:off x="3728990" y="3507274"/>
              <a:ext cx="9847" cy="30856"/>
            </a:xfrm>
            <a:custGeom>
              <a:avLst/>
              <a:gdLst/>
              <a:ahLst/>
              <a:cxnLst/>
              <a:rect l="l" t="t" r="r" b="b"/>
              <a:pathLst>
                <a:path w="375" h="1175" extrusionOk="0">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62"/>
            <p:cNvSpPr/>
            <p:nvPr/>
          </p:nvSpPr>
          <p:spPr>
            <a:xfrm>
              <a:off x="3768958" y="3507274"/>
              <a:ext cx="9821" cy="30856"/>
            </a:xfrm>
            <a:custGeom>
              <a:avLst/>
              <a:gdLst/>
              <a:ahLst/>
              <a:cxnLst/>
              <a:rect l="l" t="t" r="r" b="b"/>
              <a:pathLst>
                <a:path w="374" h="1175" extrusionOk="0">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62"/>
            <p:cNvSpPr/>
            <p:nvPr/>
          </p:nvSpPr>
          <p:spPr>
            <a:xfrm>
              <a:off x="3544540" y="3586342"/>
              <a:ext cx="116384" cy="113890"/>
            </a:xfrm>
            <a:custGeom>
              <a:avLst/>
              <a:gdLst/>
              <a:ahLst/>
              <a:cxnLst/>
              <a:rect l="l" t="t" r="r" b="b"/>
              <a:pathLst>
                <a:path w="4432" h="4337" extrusionOk="0">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62"/>
            <p:cNvSpPr/>
            <p:nvPr/>
          </p:nvSpPr>
          <p:spPr>
            <a:xfrm>
              <a:off x="3544540" y="3586369"/>
              <a:ext cx="101810" cy="113863"/>
            </a:xfrm>
            <a:custGeom>
              <a:avLst/>
              <a:gdLst/>
              <a:ahLst/>
              <a:cxnLst/>
              <a:rect l="l" t="t" r="r" b="b"/>
              <a:pathLst>
                <a:path w="3877" h="4336" extrusionOk="0">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62"/>
            <p:cNvSpPr/>
            <p:nvPr/>
          </p:nvSpPr>
          <p:spPr>
            <a:xfrm>
              <a:off x="3618409" y="3586106"/>
              <a:ext cx="42515" cy="41491"/>
            </a:xfrm>
            <a:custGeom>
              <a:avLst/>
              <a:gdLst/>
              <a:ahLst/>
              <a:cxnLst/>
              <a:rect l="l" t="t" r="r" b="b"/>
              <a:pathLst>
                <a:path w="1619" h="1580" extrusionOk="0">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62"/>
            <p:cNvSpPr/>
            <p:nvPr/>
          </p:nvSpPr>
          <p:spPr>
            <a:xfrm>
              <a:off x="3618409" y="3586106"/>
              <a:ext cx="27941" cy="22899"/>
            </a:xfrm>
            <a:custGeom>
              <a:avLst/>
              <a:gdLst/>
              <a:ahLst/>
              <a:cxnLst/>
              <a:rect l="l" t="t" r="r" b="b"/>
              <a:pathLst>
                <a:path w="1064" h="872" extrusionOk="0">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4" name="Google Shape;8754;p62"/>
          <p:cNvGrpSpPr/>
          <p:nvPr/>
        </p:nvGrpSpPr>
        <p:grpSpPr>
          <a:xfrm>
            <a:off x="3930362" y="3198034"/>
            <a:ext cx="415696" cy="371605"/>
            <a:chOff x="3944637" y="3354834"/>
            <a:chExt cx="415696" cy="371605"/>
          </a:xfrm>
        </p:grpSpPr>
        <p:sp>
          <p:nvSpPr>
            <p:cNvPr id="8755" name="Google Shape;8755;p62"/>
            <p:cNvSpPr/>
            <p:nvPr/>
          </p:nvSpPr>
          <p:spPr>
            <a:xfrm>
              <a:off x="4069031" y="3391598"/>
              <a:ext cx="126941" cy="126941"/>
            </a:xfrm>
            <a:custGeom>
              <a:avLst/>
              <a:gdLst/>
              <a:ahLst/>
              <a:cxnLst/>
              <a:rect l="l" t="t" r="r" b="b"/>
              <a:pathLst>
                <a:path w="4834" h="4834" extrusionOk="0">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62"/>
            <p:cNvSpPr/>
            <p:nvPr/>
          </p:nvSpPr>
          <p:spPr>
            <a:xfrm>
              <a:off x="4068768" y="3391546"/>
              <a:ext cx="71926" cy="126731"/>
            </a:xfrm>
            <a:custGeom>
              <a:avLst/>
              <a:gdLst/>
              <a:ahLst/>
              <a:cxnLst/>
              <a:rect l="l" t="t" r="r" b="b"/>
              <a:pathLst>
                <a:path w="2739" h="4826" extrusionOk="0">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62"/>
            <p:cNvSpPr/>
            <p:nvPr/>
          </p:nvSpPr>
          <p:spPr>
            <a:xfrm>
              <a:off x="4089382" y="3411950"/>
              <a:ext cx="86238" cy="86238"/>
            </a:xfrm>
            <a:custGeom>
              <a:avLst/>
              <a:gdLst/>
              <a:ahLst/>
              <a:cxnLst/>
              <a:rect l="l" t="t" r="r" b="b"/>
              <a:pathLst>
                <a:path w="3284" h="3284" extrusionOk="0">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62"/>
            <p:cNvSpPr/>
            <p:nvPr/>
          </p:nvSpPr>
          <p:spPr>
            <a:xfrm>
              <a:off x="4088909" y="3411792"/>
              <a:ext cx="51785" cy="86212"/>
            </a:xfrm>
            <a:custGeom>
              <a:avLst/>
              <a:gdLst/>
              <a:ahLst/>
              <a:cxnLst/>
              <a:rect l="l" t="t" r="r" b="b"/>
              <a:pathLst>
                <a:path w="1972" h="3283" extrusionOk="0">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62"/>
            <p:cNvSpPr/>
            <p:nvPr/>
          </p:nvSpPr>
          <p:spPr>
            <a:xfrm>
              <a:off x="4114776" y="3426025"/>
              <a:ext cx="34453" cy="59085"/>
            </a:xfrm>
            <a:custGeom>
              <a:avLst/>
              <a:gdLst/>
              <a:ahLst/>
              <a:cxnLst/>
              <a:rect l="l" t="t" r="r" b="b"/>
              <a:pathLst>
                <a:path w="1312" h="2250" extrusionOk="0">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62"/>
            <p:cNvSpPr/>
            <p:nvPr/>
          </p:nvSpPr>
          <p:spPr>
            <a:xfrm>
              <a:off x="4167296" y="3354913"/>
              <a:ext cx="126941" cy="126678"/>
            </a:xfrm>
            <a:custGeom>
              <a:avLst/>
              <a:gdLst/>
              <a:ahLst/>
              <a:cxnLst/>
              <a:rect l="l" t="t" r="r" b="b"/>
              <a:pathLst>
                <a:path w="4834" h="4824" extrusionOk="0">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62"/>
            <p:cNvSpPr/>
            <p:nvPr/>
          </p:nvSpPr>
          <p:spPr>
            <a:xfrm>
              <a:off x="4167033" y="3354834"/>
              <a:ext cx="71926" cy="126757"/>
            </a:xfrm>
            <a:custGeom>
              <a:avLst/>
              <a:gdLst/>
              <a:ahLst/>
              <a:cxnLst/>
              <a:rect l="l" t="t" r="r" b="b"/>
              <a:pathLst>
                <a:path w="2739" h="4827" extrusionOk="0">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62"/>
            <p:cNvSpPr/>
            <p:nvPr/>
          </p:nvSpPr>
          <p:spPr>
            <a:xfrm>
              <a:off x="4187647" y="3375264"/>
              <a:ext cx="86238" cy="86212"/>
            </a:xfrm>
            <a:custGeom>
              <a:avLst/>
              <a:gdLst/>
              <a:ahLst/>
              <a:cxnLst/>
              <a:rect l="l" t="t" r="r" b="b"/>
              <a:pathLst>
                <a:path w="3284" h="3283" extrusionOk="0">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62"/>
            <p:cNvSpPr/>
            <p:nvPr/>
          </p:nvSpPr>
          <p:spPr>
            <a:xfrm>
              <a:off x="4187174" y="3375107"/>
              <a:ext cx="51785" cy="86212"/>
            </a:xfrm>
            <a:custGeom>
              <a:avLst/>
              <a:gdLst/>
              <a:ahLst/>
              <a:cxnLst/>
              <a:rect l="l" t="t" r="r" b="b"/>
              <a:pathLst>
                <a:path w="1972" h="3283" extrusionOk="0">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62"/>
            <p:cNvSpPr/>
            <p:nvPr/>
          </p:nvSpPr>
          <p:spPr>
            <a:xfrm>
              <a:off x="4213040" y="3389340"/>
              <a:ext cx="34453" cy="59085"/>
            </a:xfrm>
            <a:custGeom>
              <a:avLst/>
              <a:gdLst/>
              <a:ahLst/>
              <a:cxnLst/>
              <a:rect l="l" t="t" r="r" b="b"/>
              <a:pathLst>
                <a:path w="1312" h="2250" extrusionOk="0">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62"/>
            <p:cNvSpPr/>
            <p:nvPr/>
          </p:nvSpPr>
          <p:spPr>
            <a:xfrm>
              <a:off x="3944637" y="3566017"/>
              <a:ext cx="142513" cy="160422"/>
            </a:xfrm>
            <a:custGeom>
              <a:avLst/>
              <a:gdLst/>
              <a:ahLst/>
              <a:cxnLst/>
              <a:rect l="l" t="t" r="r" b="b"/>
              <a:pathLst>
                <a:path w="5427" h="6109" extrusionOk="0">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62"/>
            <p:cNvSpPr/>
            <p:nvPr/>
          </p:nvSpPr>
          <p:spPr>
            <a:xfrm>
              <a:off x="3983843" y="3674313"/>
              <a:ext cx="103307" cy="52126"/>
            </a:xfrm>
            <a:custGeom>
              <a:avLst/>
              <a:gdLst/>
              <a:ahLst/>
              <a:cxnLst/>
              <a:rect l="l" t="t" r="r" b="b"/>
              <a:pathLst>
                <a:path w="3934" h="1985" extrusionOk="0">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62"/>
            <p:cNvSpPr/>
            <p:nvPr/>
          </p:nvSpPr>
          <p:spPr>
            <a:xfrm>
              <a:off x="4082843" y="3493513"/>
              <a:ext cx="277489" cy="171294"/>
            </a:xfrm>
            <a:custGeom>
              <a:avLst/>
              <a:gdLst/>
              <a:ahLst/>
              <a:cxnLst/>
              <a:rect l="l" t="t" r="r" b="b"/>
              <a:pathLst>
                <a:path w="10567" h="6523" extrusionOk="0">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62"/>
            <p:cNvSpPr/>
            <p:nvPr/>
          </p:nvSpPr>
          <p:spPr>
            <a:xfrm>
              <a:off x="4082843" y="3558454"/>
              <a:ext cx="56328" cy="106353"/>
            </a:xfrm>
            <a:custGeom>
              <a:avLst/>
              <a:gdLst/>
              <a:ahLst/>
              <a:cxnLst/>
              <a:rect l="l" t="t" r="r" b="b"/>
              <a:pathLst>
                <a:path w="2145" h="4050" extrusionOk="0">
                  <a:moveTo>
                    <a:pt x="747" y="1"/>
                  </a:moveTo>
                  <a:lnTo>
                    <a:pt x="1" y="307"/>
                  </a:lnTo>
                  <a:lnTo>
                    <a:pt x="1398" y="4049"/>
                  </a:lnTo>
                  <a:lnTo>
                    <a:pt x="2145" y="3743"/>
                  </a:lnTo>
                  <a:lnTo>
                    <a:pt x="74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62"/>
            <p:cNvSpPr/>
            <p:nvPr/>
          </p:nvSpPr>
          <p:spPr>
            <a:xfrm>
              <a:off x="4155977" y="3543880"/>
              <a:ext cx="79962" cy="50944"/>
            </a:xfrm>
            <a:custGeom>
              <a:avLst/>
              <a:gdLst/>
              <a:ahLst/>
              <a:cxnLst/>
              <a:rect l="l" t="t" r="r" b="b"/>
              <a:pathLst>
                <a:path w="3045" h="1940" extrusionOk="0">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62"/>
            <p:cNvSpPr/>
            <p:nvPr/>
          </p:nvSpPr>
          <p:spPr>
            <a:xfrm>
              <a:off x="4038359" y="3553701"/>
              <a:ext cx="86500" cy="139756"/>
            </a:xfrm>
            <a:custGeom>
              <a:avLst/>
              <a:gdLst/>
              <a:ahLst/>
              <a:cxnLst/>
              <a:rect l="l" t="t" r="r" b="b"/>
              <a:pathLst>
                <a:path w="3294" h="5322" extrusionOk="0">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62"/>
            <p:cNvSpPr/>
            <p:nvPr/>
          </p:nvSpPr>
          <p:spPr>
            <a:xfrm>
              <a:off x="4078826" y="3658741"/>
              <a:ext cx="46034" cy="34716"/>
            </a:xfrm>
            <a:custGeom>
              <a:avLst/>
              <a:gdLst/>
              <a:ahLst/>
              <a:cxnLst/>
              <a:rect l="l" t="t" r="r" b="b"/>
              <a:pathLst>
                <a:path w="1753" h="1322" extrusionOk="0">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2" name="Google Shape;8772;p62"/>
          <p:cNvGrpSpPr/>
          <p:nvPr/>
        </p:nvGrpSpPr>
        <p:grpSpPr>
          <a:xfrm>
            <a:off x="1300344" y="3664727"/>
            <a:ext cx="346317" cy="332136"/>
            <a:chOff x="1314619" y="3821527"/>
            <a:chExt cx="346317" cy="332136"/>
          </a:xfrm>
        </p:grpSpPr>
        <p:sp>
          <p:nvSpPr>
            <p:cNvPr id="8773" name="Google Shape;8773;p62"/>
            <p:cNvSpPr/>
            <p:nvPr/>
          </p:nvSpPr>
          <p:spPr>
            <a:xfrm>
              <a:off x="1426198" y="4020893"/>
              <a:ext cx="9060" cy="19117"/>
            </a:xfrm>
            <a:custGeom>
              <a:avLst/>
              <a:gdLst/>
              <a:ahLst/>
              <a:cxnLst/>
              <a:rect l="l" t="t" r="r" b="b"/>
              <a:pathLst>
                <a:path w="345" h="728" extrusionOk="0">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62"/>
            <p:cNvSpPr/>
            <p:nvPr/>
          </p:nvSpPr>
          <p:spPr>
            <a:xfrm>
              <a:off x="1435231" y="3843218"/>
              <a:ext cx="225705" cy="237495"/>
            </a:xfrm>
            <a:custGeom>
              <a:avLst/>
              <a:gdLst/>
              <a:ahLst/>
              <a:cxnLst/>
              <a:rect l="l" t="t" r="r" b="b"/>
              <a:pathLst>
                <a:path w="8595" h="9044" extrusionOk="0">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62"/>
            <p:cNvSpPr/>
            <p:nvPr/>
          </p:nvSpPr>
          <p:spPr>
            <a:xfrm>
              <a:off x="1414381" y="3821527"/>
              <a:ext cx="238021" cy="230195"/>
            </a:xfrm>
            <a:custGeom>
              <a:avLst/>
              <a:gdLst/>
              <a:ahLst/>
              <a:cxnLst/>
              <a:rect l="l" t="t" r="r" b="b"/>
              <a:pathLst>
                <a:path w="9064" h="8766" extrusionOk="0">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62"/>
            <p:cNvSpPr/>
            <p:nvPr/>
          </p:nvSpPr>
          <p:spPr>
            <a:xfrm>
              <a:off x="1536280" y="3935180"/>
              <a:ext cx="22872" cy="55330"/>
            </a:xfrm>
            <a:custGeom>
              <a:avLst/>
              <a:gdLst/>
              <a:ahLst/>
              <a:cxnLst/>
              <a:rect l="l" t="t" r="r" b="b"/>
              <a:pathLst>
                <a:path w="871" h="2107" extrusionOk="0">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62"/>
            <p:cNvSpPr/>
            <p:nvPr/>
          </p:nvSpPr>
          <p:spPr>
            <a:xfrm>
              <a:off x="1343505" y="4079453"/>
              <a:ext cx="153831" cy="74211"/>
            </a:xfrm>
            <a:custGeom>
              <a:avLst/>
              <a:gdLst/>
              <a:ahLst/>
              <a:cxnLst/>
              <a:rect l="l" t="t" r="r" b="b"/>
              <a:pathLst>
                <a:path w="5858" h="2826" extrusionOk="0">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62"/>
            <p:cNvSpPr/>
            <p:nvPr/>
          </p:nvSpPr>
          <p:spPr>
            <a:xfrm>
              <a:off x="1459627" y="4036465"/>
              <a:ext cx="84216" cy="47005"/>
            </a:xfrm>
            <a:custGeom>
              <a:avLst/>
              <a:gdLst/>
              <a:ahLst/>
              <a:cxnLst/>
              <a:rect l="l" t="t" r="r" b="b"/>
              <a:pathLst>
                <a:path w="3207" h="1790" extrusionOk="0">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62"/>
            <p:cNvSpPr/>
            <p:nvPr/>
          </p:nvSpPr>
          <p:spPr>
            <a:xfrm>
              <a:off x="1314619" y="3913516"/>
              <a:ext cx="239019" cy="230195"/>
            </a:xfrm>
            <a:custGeom>
              <a:avLst/>
              <a:gdLst/>
              <a:ahLst/>
              <a:cxnLst/>
              <a:rect l="l" t="t" r="r" b="b"/>
              <a:pathLst>
                <a:path w="9102" h="8766" extrusionOk="0">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62"/>
            <p:cNvSpPr/>
            <p:nvPr/>
          </p:nvSpPr>
          <p:spPr>
            <a:xfrm>
              <a:off x="1450830" y="4059075"/>
              <a:ext cx="36948" cy="22400"/>
            </a:xfrm>
            <a:custGeom>
              <a:avLst/>
              <a:gdLst/>
              <a:ahLst/>
              <a:cxnLst/>
              <a:rect l="l" t="t" r="r" b="b"/>
              <a:pathLst>
                <a:path w="1407" h="853" extrusionOk="0">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1" name="Google Shape;8781;p62"/>
          <p:cNvGrpSpPr/>
          <p:nvPr/>
        </p:nvGrpSpPr>
        <p:grpSpPr>
          <a:xfrm>
            <a:off x="1736864" y="3634134"/>
            <a:ext cx="386258" cy="380507"/>
            <a:chOff x="1751139" y="3790934"/>
            <a:chExt cx="386258" cy="380507"/>
          </a:xfrm>
        </p:grpSpPr>
        <p:sp>
          <p:nvSpPr>
            <p:cNvPr id="8782" name="Google Shape;8782;p62"/>
            <p:cNvSpPr/>
            <p:nvPr/>
          </p:nvSpPr>
          <p:spPr>
            <a:xfrm>
              <a:off x="1751139" y="3913069"/>
              <a:ext cx="195059" cy="195296"/>
            </a:xfrm>
            <a:custGeom>
              <a:avLst/>
              <a:gdLst/>
              <a:ahLst/>
              <a:cxnLst/>
              <a:rect l="l" t="t" r="r" b="b"/>
              <a:pathLst>
                <a:path w="7428" h="7437" extrusionOk="0">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62"/>
            <p:cNvSpPr/>
            <p:nvPr/>
          </p:nvSpPr>
          <p:spPr>
            <a:xfrm>
              <a:off x="1837902" y="3913122"/>
              <a:ext cx="46979" cy="68591"/>
            </a:xfrm>
            <a:custGeom>
              <a:avLst/>
              <a:gdLst/>
              <a:ahLst/>
              <a:cxnLst/>
              <a:rect l="l" t="t" r="r" b="b"/>
              <a:pathLst>
                <a:path w="1789" h="2612" extrusionOk="0">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62"/>
            <p:cNvSpPr/>
            <p:nvPr/>
          </p:nvSpPr>
          <p:spPr>
            <a:xfrm>
              <a:off x="1752137" y="4011597"/>
              <a:ext cx="34217" cy="60319"/>
            </a:xfrm>
            <a:custGeom>
              <a:avLst/>
              <a:gdLst/>
              <a:ahLst/>
              <a:cxnLst/>
              <a:rect l="l" t="t" r="r" b="b"/>
              <a:pathLst>
                <a:path w="1303" h="2297" extrusionOk="0">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62"/>
            <p:cNvSpPr/>
            <p:nvPr/>
          </p:nvSpPr>
          <p:spPr>
            <a:xfrm>
              <a:off x="1813480" y="3981687"/>
              <a:ext cx="9821" cy="42751"/>
            </a:xfrm>
            <a:custGeom>
              <a:avLst/>
              <a:gdLst/>
              <a:ahLst/>
              <a:cxnLst/>
              <a:rect l="l" t="t" r="r" b="b"/>
              <a:pathLst>
                <a:path w="374" h="1628" extrusionOk="0">
                  <a:moveTo>
                    <a:pt x="0" y="0"/>
                  </a:moveTo>
                  <a:lnTo>
                    <a:pt x="0" y="1436"/>
                  </a:lnTo>
                  <a:lnTo>
                    <a:pt x="0" y="1541"/>
                  </a:lnTo>
                  <a:lnTo>
                    <a:pt x="0" y="1627"/>
                  </a:lnTo>
                  <a:lnTo>
                    <a:pt x="373" y="1627"/>
                  </a:lnTo>
                  <a:lnTo>
                    <a:pt x="373"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62"/>
            <p:cNvSpPr/>
            <p:nvPr/>
          </p:nvSpPr>
          <p:spPr>
            <a:xfrm>
              <a:off x="1813480" y="4059075"/>
              <a:ext cx="9821" cy="48030"/>
            </a:xfrm>
            <a:custGeom>
              <a:avLst/>
              <a:gdLst/>
              <a:ahLst/>
              <a:cxnLst/>
              <a:rect l="l" t="t" r="r" b="b"/>
              <a:pathLst>
                <a:path w="374" h="1829" extrusionOk="0">
                  <a:moveTo>
                    <a:pt x="0" y="1"/>
                  </a:moveTo>
                  <a:lnTo>
                    <a:pt x="0" y="1197"/>
                  </a:lnTo>
                  <a:cubicBezTo>
                    <a:pt x="10" y="1599"/>
                    <a:pt x="192" y="1762"/>
                    <a:pt x="373" y="1829"/>
                  </a:cubicBezTo>
                  <a:lnTo>
                    <a:pt x="373"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62"/>
            <p:cNvSpPr/>
            <p:nvPr/>
          </p:nvSpPr>
          <p:spPr>
            <a:xfrm>
              <a:off x="1939870" y="3853748"/>
              <a:ext cx="197528" cy="191042"/>
            </a:xfrm>
            <a:custGeom>
              <a:avLst/>
              <a:gdLst/>
              <a:ahLst/>
              <a:cxnLst/>
              <a:rect l="l" t="t" r="r" b="b"/>
              <a:pathLst>
                <a:path w="7522" h="7275" extrusionOk="0">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62"/>
            <p:cNvSpPr/>
            <p:nvPr/>
          </p:nvSpPr>
          <p:spPr>
            <a:xfrm>
              <a:off x="1981098" y="3893217"/>
              <a:ext cx="29674" cy="49290"/>
            </a:xfrm>
            <a:custGeom>
              <a:avLst/>
              <a:gdLst/>
              <a:ahLst/>
              <a:cxnLst/>
              <a:rect l="l" t="t" r="r" b="b"/>
              <a:pathLst>
                <a:path w="1130" h="1877" extrusionOk="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62"/>
            <p:cNvSpPr/>
            <p:nvPr/>
          </p:nvSpPr>
          <p:spPr>
            <a:xfrm>
              <a:off x="1879052" y="3981687"/>
              <a:ext cx="188783" cy="189755"/>
            </a:xfrm>
            <a:custGeom>
              <a:avLst/>
              <a:gdLst/>
              <a:ahLst/>
              <a:cxnLst/>
              <a:rect l="l" t="t" r="r" b="b"/>
              <a:pathLst>
                <a:path w="7189" h="7226" extrusionOk="0">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62"/>
            <p:cNvSpPr/>
            <p:nvPr/>
          </p:nvSpPr>
          <p:spPr>
            <a:xfrm>
              <a:off x="1878815" y="4016875"/>
              <a:ext cx="33193" cy="56564"/>
            </a:xfrm>
            <a:custGeom>
              <a:avLst/>
              <a:gdLst/>
              <a:ahLst/>
              <a:cxnLst/>
              <a:rect l="l" t="t" r="r" b="b"/>
              <a:pathLst>
                <a:path w="1264" h="2154" extrusionOk="0">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62"/>
            <p:cNvSpPr/>
            <p:nvPr/>
          </p:nvSpPr>
          <p:spPr>
            <a:xfrm>
              <a:off x="1941130" y="3981687"/>
              <a:ext cx="8324" cy="48266"/>
            </a:xfrm>
            <a:custGeom>
              <a:avLst/>
              <a:gdLst/>
              <a:ahLst/>
              <a:cxnLst/>
              <a:rect l="l" t="t" r="r" b="b"/>
              <a:pathLst>
                <a:path w="317" h="1838" extrusionOk="0">
                  <a:moveTo>
                    <a:pt x="1" y="0"/>
                  </a:moveTo>
                  <a:lnTo>
                    <a:pt x="1" y="1838"/>
                  </a:lnTo>
                  <a:lnTo>
                    <a:pt x="317" y="1838"/>
                  </a:lnTo>
                  <a:lnTo>
                    <a:pt x="31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62"/>
            <p:cNvSpPr/>
            <p:nvPr/>
          </p:nvSpPr>
          <p:spPr>
            <a:xfrm>
              <a:off x="1941130" y="4060598"/>
              <a:ext cx="8324" cy="47767"/>
            </a:xfrm>
            <a:custGeom>
              <a:avLst/>
              <a:gdLst/>
              <a:ahLst/>
              <a:cxnLst/>
              <a:rect l="l" t="t" r="r" b="b"/>
              <a:pathLst>
                <a:path w="317" h="1819" extrusionOk="0">
                  <a:moveTo>
                    <a:pt x="1" y="0"/>
                  </a:moveTo>
                  <a:lnTo>
                    <a:pt x="1" y="1819"/>
                  </a:lnTo>
                  <a:lnTo>
                    <a:pt x="317" y="1819"/>
                  </a:lnTo>
                  <a:lnTo>
                    <a:pt x="31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62"/>
            <p:cNvSpPr/>
            <p:nvPr/>
          </p:nvSpPr>
          <p:spPr>
            <a:xfrm>
              <a:off x="1966261" y="4108339"/>
              <a:ext cx="44012" cy="62551"/>
            </a:xfrm>
            <a:custGeom>
              <a:avLst/>
              <a:gdLst/>
              <a:ahLst/>
              <a:cxnLst/>
              <a:rect l="l" t="t" r="r" b="b"/>
              <a:pathLst>
                <a:path w="1676" h="2382" extrusionOk="0">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62"/>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62"/>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62"/>
            <p:cNvSpPr/>
            <p:nvPr/>
          </p:nvSpPr>
          <p:spPr>
            <a:xfrm>
              <a:off x="1838349" y="3791249"/>
              <a:ext cx="44012" cy="62525"/>
            </a:xfrm>
            <a:custGeom>
              <a:avLst/>
              <a:gdLst/>
              <a:ahLst/>
              <a:cxnLst/>
              <a:rect l="l" t="t" r="r" b="b"/>
              <a:pathLst>
                <a:path w="1676" h="2381" extrusionOk="0">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62"/>
            <p:cNvSpPr/>
            <p:nvPr/>
          </p:nvSpPr>
          <p:spPr>
            <a:xfrm>
              <a:off x="1813480" y="3854772"/>
              <a:ext cx="9821" cy="126941"/>
            </a:xfrm>
            <a:custGeom>
              <a:avLst/>
              <a:gdLst/>
              <a:ahLst/>
              <a:cxnLst/>
              <a:rect l="l" t="t" r="r" b="b"/>
              <a:pathLst>
                <a:path w="374" h="4834" extrusionOk="0">
                  <a:moveTo>
                    <a:pt x="373" y="0"/>
                  </a:moveTo>
                  <a:cubicBezTo>
                    <a:pt x="201" y="67"/>
                    <a:pt x="29" y="211"/>
                    <a:pt x="0" y="546"/>
                  </a:cubicBezTo>
                  <a:lnTo>
                    <a:pt x="0" y="4833"/>
                  </a:lnTo>
                  <a:lnTo>
                    <a:pt x="373" y="4833"/>
                  </a:lnTo>
                  <a:lnTo>
                    <a:pt x="37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62"/>
            <p:cNvSpPr/>
            <p:nvPr/>
          </p:nvSpPr>
          <p:spPr>
            <a:xfrm>
              <a:off x="1940894" y="3853748"/>
              <a:ext cx="8823" cy="48791"/>
            </a:xfrm>
            <a:custGeom>
              <a:avLst/>
              <a:gdLst/>
              <a:ahLst/>
              <a:cxnLst/>
              <a:rect l="l" t="t" r="r" b="b"/>
              <a:pathLst>
                <a:path w="336" h="1858" extrusionOk="0">
                  <a:moveTo>
                    <a:pt x="0" y="1"/>
                  </a:moveTo>
                  <a:lnTo>
                    <a:pt x="0" y="1858"/>
                  </a:lnTo>
                  <a:lnTo>
                    <a:pt x="335" y="1858"/>
                  </a:lnTo>
                  <a:lnTo>
                    <a:pt x="335"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62"/>
            <p:cNvSpPr/>
            <p:nvPr/>
          </p:nvSpPr>
          <p:spPr>
            <a:xfrm>
              <a:off x="1940894" y="3933184"/>
              <a:ext cx="8823" cy="48528"/>
            </a:xfrm>
            <a:custGeom>
              <a:avLst/>
              <a:gdLst/>
              <a:ahLst/>
              <a:cxnLst/>
              <a:rect l="l" t="t" r="r" b="b"/>
              <a:pathLst>
                <a:path w="336" h="1848" extrusionOk="0">
                  <a:moveTo>
                    <a:pt x="0" y="0"/>
                  </a:moveTo>
                  <a:lnTo>
                    <a:pt x="0" y="1847"/>
                  </a:lnTo>
                  <a:lnTo>
                    <a:pt x="335" y="1847"/>
                  </a:lnTo>
                  <a:lnTo>
                    <a:pt x="335"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0" name="Google Shape;8800;p62"/>
          <p:cNvGrpSpPr/>
          <p:nvPr/>
        </p:nvGrpSpPr>
        <p:grpSpPr>
          <a:xfrm>
            <a:off x="2175406" y="3664806"/>
            <a:ext cx="395607" cy="318928"/>
            <a:chOff x="2189681" y="3821606"/>
            <a:chExt cx="395607" cy="318928"/>
          </a:xfrm>
        </p:grpSpPr>
        <p:sp>
          <p:nvSpPr>
            <p:cNvPr id="8801" name="Google Shape;8801;p62"/>
            <p:cNvSpPr/>
            <p:nvPr/>
          </p:nvSpPr>
          <p:spPr>
            <a:xfrm>
              <a:off x="2189681" y="3846973"/>
              <a:ext cx="395607" cy="293561"/>
            </a:xfrm>
            <a:custGeom>
              <a:avLst/>
              <a:gdLst/>
              <a:ahLst/>
              <a:cxnLst/>
              <a:rect l="l" t="t" r="r" b="b"/>
              <a:pathLst>
                <a:path w="15065" h="11179" extrusionOk="0">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62"/>
            <p:cNvSpPr/>
            <p:nvPr/>
          </p:nvSpPr>
          <p:spPr>
            <a:xfrm>
              <a:off x="2189681" y="3846973"/>
              <a:ext cx="395607" cy="38235"/>
            </a:xfrm>
            <a:custGeom>
              <a:avLst/>
              <a:gdLst/>
              <a:ahLst/>
              <a:cxnLst/>
              <a:rect l="l" t="t" r="r" b="b"/>
              <a:pathLst>
                <a:path w="15065" h="1456" extrusionOk="0">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62"/>
            <p:cNvSpPr/>
            <p:nvPr/>
          </p:nvSpPr>
          <p:spPr>
            <a:xfrm>
              <a:off x="2215075" y="3847235"/>
              <a:ext cx="51286" cy="25393"/>
            </a:xfrm>
            <a:custGeom>
              <a:avLst/>
              <a:gdLst/>
              <a:ahLst/>
              <a:cxnLst/>
              <a:rect l="l" t="t" r="r" b="b"/>
              <a:pathLst>
                <a:path w="1953" h="967" extrusionOk="0">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62"/>
            <p:cNvSpPr/>
            <p:nvPr/>
          </p:nvSpPr>
          <p:spPr>
            <a:xfrm>
              <a:off x="2508609" y="3847235"/>
              <a:ext cx="51286" cy="25393"/>
            </a:xfrm>
            <a:custGeom>
              <a:avLst/>
              <a:gdLst/>
              <a:ahLst/>
              <a:cxnLst/>
              <a:rect l="l" t="t" r="r" b="b"/>
              <a:pathLst>
                <a:path w="1953" h="967" extrusionOk="0">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62"/>
            <p:cNvSpPr/>
            <p:nvPr/>
          </p:nvSpPr>
          <p:spPr>
            <a:xfrm>
              <a:off x="2228152"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62"/>
            <p:cNvSpPr/>
            <p:nvPr/>
          </p:nvSpPr>
          <p:spPr>
            <a:xfrm>
              <a:off x="2228152"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62"/>
            <p:cNvSpPr/>
            <p:nvPr/>
          </p:nvSpPr>
          <p:spPr>
            <a:xfrm>
              <a:off x="2521686"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62"/>
            <p:cNvSpPr/>
            <p:nvPr/>
          </p:nvSpPr>
          <p:spPr>
            <a:xfrm>
              <a:off x="2521686"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62"/>
            <p:cNvSpPr/>
            <p:nvPr/>
          </p:nvSpPr>
          <p:spPr>
            <a:xfrm>
              <a:off x="2189681" y="3885418"/>
              <a:ext cx="395607" cy="12605"/>
            </a:xfrm>
            <a:custGeom>
              <a:avLst/>
              <a:gdLst/>
              <a:ahLst/>
              <a:cxnLst/>
              <a:rect l="l" t="t" r="r" b="b"/>
              <a:pathLst>
                <a:path w="15065" h="480" extrusionOk="0">
                  <a:moveTo>
                    <a:pt x="1" y="1"/>
                  </a:moveTo>
                  <a:lnTo>
                    <a:pt x="1" y="479"/>
                  </a:lnTo>
                  <a:lnTo>
                    <a:pt x="15064" y="479"/>
                  </a:lnTo>
                  <a:lnTo>
                    <a:pt x="15064"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62"/>
            <p:cNvSpPr/>
            <p:nvPr/>
          </p:nvSpPr>
          <p:spPr>
            <a:xfrm>
              <a:off x="2228152"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62"/>
            <p:cNvSpPr/>
            <p:nvPr/>
          </p:nvSpPr>
          <p:spPr>
            <a:xfrm>
              <a:off x="2228152"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62"/>
            <p:cNvSpPr/>
            <p:nvPr/>
          </p:nvSpPr>
          <p:spPr>
            <a:xfrm>
              <a:off x="2228152"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62"/>
            <p:cNvSpPr/>
            <p:nvPr/>
          </p:nvSpPr>
          <p:spPr>
            <a:xfrm>
              <a:off x="2317357" y="4025672"/>
              <a:ext cx="51049" cy="25656"/>
            </a:xfrm>
            <a:custGeom>
              <a:avLst/>
              <a:gdLst/>
              <a:ahLst/>
              <a:cxnLst/>
              <a:rect l="l" t="t" r="r" b="b"/>
              <a:pathLst>
                <a:path w="1944" h="977" extrusionOk="0">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62"/>
            <p:cNvSpPr/>
            <p:nvPr/>
          </p:nvSpPr>
          <p:spPr>
            <a:xfrm>
              <a:off x="2406825" y="4025672"/>
              <a:ext cx="50787" cy="25656"/>
            </a:xfrm>
            <a:custGeom>
              <a:avLst/>
              <a:gdLst/>
              <a:ahLst/>
              <a:cxnLst/>
              <a:rect l="l" t="t" r="r" b="b"/>
              <a:pathLst>
                <a:path w="1934" h="977" extrusionOk="0">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62"/>
            <p:cNvSpPr/>
            <p:nvPr/>
          </p:nvSpPr>
          <p:spPr>
            <a:xfrm>
              <a:off x="2317357" y="3974885"/>
              <a:ext cx="51049" cy="25420"/>
            </a:xfrm>
            <a:custGeom>
              <a:avLst/>
              <a:gdLst/>
              <a:ahLst/>
              <a:cxnLst/>
              <a:rect l="l" t="t" r="r" b="b"/>
              <a:pathLst>
                <a:path w="1944" h="968" extrusionOk="0">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62"/>
            <p:cNvSpPr/>
            <p:nvPr/>
          </p:nvSpPr>
          <p:spPr>
            <a:xfrm>
              <a:off x="2228152"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62"/>
            <p:cNvSpPr/>
            <p:nvPr/>
          </p:nvSpPr>
          <p:spPr>
            <a:xfrm>
              <a:off x="2317357" y="3923888"/>
              <a:ext cx="51049" cy="25157"/>
            </a:xfrm>
            <a:custGeom>
              <a:avLst/>
              <a:gdLst/>
              <a:ahLst/>
              <a:cxnLst/>
              <a:rect l="l" t="t" r="r" b="b"/>
              <a:pathLst>
                <a:path w="1944" h="958" extrusionOk="0">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62"/>
            <p:cNvSpPr/>
            <p:nvPr/>
          </p:nvSpPr>
          <p:spPr>
            <a:xfrm>
              <a:off x="2317357" y="4076932"/>
              <a:ext cx="51049" cy="25393"/>
            </a:xfrm>
            <a:custGeom>
              <a:avLst/>
              <a:gdLst/>
              <a:ahLst/>
              <a:cxnLst/>
              <a:rect l="l" t="t" r="r" b="b"/>
              <a:pathLst>
                <a:path w="1944" h="967" extrusionOk="0">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62"/>
            <p:cNvSpPr/>
            <p:nvPr/>
          </p:nvSpPr>
          <p:spPr>
            <a:xfrm>
              <a:off x="2496057"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62"/>
            <p:cNvSpPr/>
            <p:nvPr/>
          </p:nvSpPr>
          <p:spPr>
            <a:xfrm>
              <a:off x="2496057"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62"/>
            <p:cNvSpPr/>
            <p:nvPr/>
          </p:nvSpPr>
          <p:spPr>
            <a:xfrm>
              <a:off x="2496057"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62"/>
            <p:cNvSpPr/>
            <p:nvPr/>
          </p:nvSpPr>
          <p:spPr>
            <a:xfrm>
              <a:off x="2406825" y="3974885"/>
              <a:ext cx="50787" cy="25420"/>
            </a:xfrm>
            <a:custGeom>
              <a:avLst/>
              <a:gdLst/>
              <a:ahLst/>
              <a:cxnLst/>
              <a:rect l="l" t="t" r="r" b="b"/>
              <a:pathLst>
                <a:path w="1934" h="968" extrusionOk="0">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62"/>
            <p:cNvSpPr/>
            <p:nvPr/>
          </p:nvSpPr>
          <p:spPr>
            <a:xfrm>
              <a:off x="2406825" y="3923888"/>
              <a:ext cx="50787" cy="25157"/>
            </a:xfrm>
            <a:custGeom>
              <a:avLst/>
              <a:gdLst/>
              <a:ahLst/>
              <a:cxnLst/>
              <a:rect l="l" t="t" r="r" b="b"/>
              <a:pathLst>
                <a:path w="1934" h="958" extrusionOk="0">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62"/>
            <p:cNvSpPr/>
            <p:nvPr/>
          </p:nvSpPr>
          <p:spPr>
            <a:xfrm>
              <a:off x="2496057"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62"/>
            <p:cNvSpPr/>
            <p:nvPr/>
          </p:nvSpPr>
          <p:spPr>
            <a:xfrm>
              <a:off x="2406825" y="4076932"/>
              <a:ext cx="50787" cy="25393"/>
            </a:xfrm>
            <a:custGeom>
              <a:avLst/>
              <a:gdLst/>
              <a:ahLst/>
              <a:cxnLst/>
              <a:rect l="l" t="t" r="r" b="b"/>
              <a:pathLst>
                <a:path w="1934" h="967" extrusionOk="0">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62"/>
            <p:cNvSpPr/>
            <p:nvPr/>
          </p:nvSpPr>
          <p:spPr>
            <a:xfrm>
              <a:off x="2493168" y="3968137"/>
              <a:ext cx="56538" cy="38445"/>
            </a:xfrm>
            <a:custGeom>
              <a:avLst/>
              <a:gdLst/>
              <a:ahLst/>
              <a:cxnLst/>
              <a:rect l="l" t="t" r="r" b="b"/>
              <a:pathLst>
                <a:path w="2153" h="1464" extrusionOk="0">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62"/>
            <p:cNvSpPr/>
            <p:nvPr/>
          </p:nvSpPr>
          <p:spPr>
            <a:xfrm>
              <a:off x="2314495" y="3968137"/>
              <a:ext cx="56590" cy="38445"/>
            </a:xfrm>
            <a:custGeom>
              <a:avLst/>
              <a:gdLst/>
              <a:ahLst/>
              <a:cxnLst/>
              <a:rect l="l" t="t" r="r" b="b"/>
              <a:pathLst>
                <a:path w="2155" h="1464" extrusionOk="0">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62"/>
            <p:cNvSpPr/>
            <p:nvPr/>
          </p:nvSpPr>
          <p:spPr>
            <a:xfrm>
              <a:off x="2403963" y="4019160"/>
              <a:ext cx="56538" cy="38445"/>
            </a:xfrm>
            <a:custGeom>
              <a:avLst/>
              <a:gdLst/>
              <a:ahLst/>
              <a:cxnLst/>
              <a:rect l="l" t="t" r="r" b="b"/>
              <a:pathLst>
                <a:path w="2153" h="1464" extrusionOk="0">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62"/>
            <p:cNvSpPr/>
            <p:nvPr/>
          </p:nvSpPr>
          <p:spPr>
            <a:xfrm>
              <a:off x="2225263" y="4070157"/>
              <a:ext cx="56538" cy="38471"/>
            </a:xfrm>
            <a:custGeom>
              <a:avLst/>
              <a:gdLst/>
              <a:ahLst/>
              <a:cxnLst/>
              <a:rect l="l" t="t" r="r" b="b"/>
              <a:pathLst>
                <a:path w="2153" h="1465" extrusionOk="0">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62"/>
            <p:cNvSpPr/>
            <p:nvPr/>
          </p:nvSpPr>
          <p:spPr>
            <a:xfrm>
              <a:off x="2403963" y="3917113"/>
              <a:ext cx="56538" cy="38445"/>
            </a:xfrm>
            <a:custGeom>
              <a:avLst/>
              <a:gdLst/>
              <a:ahLst/>
              <a:cxnLst/>
              <a:rect l="l" t="t" r="r" b="b"/>
              <a:pathLst>
                <a:path w="2153" h="1464" extrusionOk="0">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31" name="Google Shape;8831;p62"/>
          <p:cNvSpPr/>
          <p:nvPr/>
        </p:nvSpPr>
        <p:spPr>
          <a:xfrm>
            <a:off x="1274189" y="1883249"/>
            <a:ext cx="62341" cy="140885"/>
          </a:xfrm>
          <a:custGeom>
            <a:avLst/>
            <a:gdLst/>
            <a:ahLst/>
            <a:cxnLst/>
            <a:rect l="l" t="t" r="r" b="b"/>
            <a:pathLst>
              <a:path w="2374" h="5365" extrusionOk="0">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32" name="Google Shape;8832;p62"/>
          <p:cNvGrpSpPr/>
          <p:nvPr/>
        </p:nvGrpSpPr>
        <p:grpSpPr>
          <a:xfrm>
            <a:off x="1263134" y="1804547"/>
            <a:ext cx="420475" cy="383055"/>
            <a:chOff x="1277409" y="1961347"/>
            <a:chExt cx="420475" cy="383055"/>
          </a:xfrm>
        </p:grpSpPr>
        <p:sp>
          <p:nvSpPr>
            <p:cNvPr id="8833" name="Google Shape;8833;p62"/>
            <p:cNvSpPr/>
            <p:nvPr/>
          </p:nvSpPr>
          <p:spPr>
            <a:xfrm>
              <a:off x="1293244" y="2187288"/>
              <a:ext cx="108848" cy="47531"/>
            </a:xfrm>
            <a:custGeom>
              <a:avLst/>
              <a:gdLst/>
              <a:ahLst/>
              <a:cxnLst/>
              <a:rect l="l" t="t" r="r" b="b"/>
              <a:pathLst>
                <a:path w="4145" h="1810" extrusionOk="0">
                  <a:moveTo>
                    <a:pt x="1" y="1"/>
                  </a:moveTo>
                  <a:cubicBezTo>
                    <a:pt x="144" y="1034"/>
                    <a:pt x="1025" y="1809"/>
                    <a:pt x="2077" y="1809"/>
                  </a:cubicBezTo>
                  <a:cubicBezTo>
                    <a:pt x="3120" y="1809"/>
                    <a:pt x="4011" y="1034"/>
                    <a:pt x="414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62"/>
            <p:cNvSpPr/>
            <p:nvPr/>
          </p:nvSpPr>
          <p:spPr>
            <a:xfrm>
              <a:off x="1349650" y="2040049"/>
              <a:ext cx="63129" cy="140832"/>
            </a:xfrm>
            <a:custGeom>
              <a:avLst/>
              <a:gdLst/>
              <a:ahLst/>
              <a:cxnLst/>
              <a:rect l="l" t="t" r="r" b="b"/>
              <a:pathLst>
                <a:path w="2404" h="5363" extrusionOk="0">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62"/>
            <p:cNvSpPr/>
            <p:nvPr/>
          </p:nvSpPr>
          <p:spPr>
            <a:xfrm>
              <a:off x="1562907" y="2041493"/>
              <a:ext cx="62499" cy="139441"/>
            </a:xfrm>
            <a:custGeom>
              <a:avLst/>
              <a:gdLst/>
              <a:ahLst/>
              <a:cxnLst/>
              <a:rect l="l" t="t" r="r" b="b"/>
              <a:pathLst>
                <a:path w="2380" h="5310" extrusionOk="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62"/>
            <p:cNvSpPr/>
            <p:nvPr/>
          </p:nvSpPr>
          <p:spPr>
            <a:xfrm>
              <a:off x="1624330" y="2041493"/>
              <a:ext cx="62919" cy="139309"/>
            </a:xfrm>
            <a:custGeom>
              <a:avLst/>
              <a:gdLst/>
              <a:ahLst/>
              <a:cxnLst/>
              <a:rect l="l" t="t" r="r" b="b"/>
              <a:pathLst>
                <a:path w="2396" h="5305" extrusionOk="0">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62"/>
            <p:cNvSpPr/>
            <p:nvPr/>
          </p:nvSpPr>
          <p:spPr>
            <a:xfrm>
              <a:off x="1351725" y="2013106"/>
              <a:ext cx="129357" cy="40257"/>
            </a:xfrm>
            <a:custGeom>
              <a:avLst/>
              <a:gdLst/>
              <a:ahLst/>
              <a:cxnLst/>
              <a:rect l="l" t="t" r="r" b="b"/>
              <a:pathLst>
                <a:path w="4926" h="1533" extrusionOk="0">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62"/>
            <p:cNvSpPr/>
            <p:nvPr/>
          </p:nvSpPr>
          <p:spPr>
            <a:xfrm>
              <a:off x="1491191" y="2012344"/>
              <a:ext cx="133900" cy="41281"/>
            </a:xfrm>
            <a:custGeom>
              <a:avLst/>
              <a:gdLst/>
              <a:ahLst/>
              <a:cxnLst/>
              <a:rect l="l" t="t" r="r" b="b"/>
              <a:pathLst>
                <a:path w="5099" h="1572" extrusionOk="0">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62"/>
            <p:cNvSpPr/>
            <p:nvPr/>
          </p:nvSpPr>
          <p:spPr>
            <a:xfrm>
              <a:off x="1474700" y="1961347"/>
              <a:ext cx="25157" cy="32195"/>
            </a:xfrm>
            <a:custGeom>
              <a:avLst/>
              <a:gdLst/>
              <a:ahLst/>
              <a:cxnLst/>
              <a:rect l="l" t="t" r="r" b="b"/>
              <a:pathLst>
                <a:path w="958" h="1226" extrusionOk="0">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62"/>
            <p:cNvSpPr/>
            <p:nvPr/>
          </p:nvSpPr>
          <p:spPr>
            <a:xfrm>
              <a:off x="1474700" y="2036503"/>
              <a:ext cx="24894" cy="259633"/>
            </a:xfrm>
            <a:custGeom>
              <a:avLst/>
              <a:gdLst/>
              <a:ahLst/>
              <a:cxnLst/>
              <a:rect l="l" t="t" r="r" b="b"/>
              <a:pathLst>
                <a:path w="948" h="9887" extrusionOk="0">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62"/>
            <p:cNvSpPr/>
            <p:nvPr/>
          </p:nvSpPr>
          <p:spPr>
            <a:xfrm>
              <a:off x="1474700" y="1961347"/>
              <a:ext cx="20877" cy="32195"/>
            </a:xfrm>
            <a:custGeom>
              <a:avLst/>
              <a:gdLst/>
              <a:ahLst/>
              <a:cxnLst/>
              <a:rect l="l" t="t" r="r" b="b"/>
              <a:pathLst>
                <a:path w="795" h="1226" extrusionOk="0">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62"/>
            <p:cNvSpPr/>
            <p:nvPr/>
          </p:nvSpPr>
          <p:spPr>
            <a:xfrm>
              <a:off x="1474700" y="2036503"/>
              <a:ext cx="16596" cy="259633"/>
            </a:xfrm>
            <a:custGeom>
              <a:avLst/>
              <a:gdLst/>
              <a:ahLst/>
              <a:cxnLst/>
              <a:rect l="l" t="t" r="r" b="b"/>
              <a:pathLst>
                <a:path w="632" h="9887" extrusionOk="0">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62"/>
            <p:cNvSpPr/>
            <p:nvPr/>
          </p:nvSpPr>
          <p:spPr>
            <a:xfrm>
              <a:off x="1551852" y="2161921"/>
              <a:ext cx="145796" cy="25393"/>
            </a:xfrm>
            <a:custGeom>
              <a:avLst/>
              <a:gdLst/>
              <a:ahLst/>
              <a:cxnLst/>
              <a:rect l="l" t="t" r="r" b="b"/>
              <a:pathLst>
                <a:path w="5552" h="967" extrusionOk="0">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62"/>
            <p:cNvSpPr/>
            <p:nvPr/>
          </p:nvSpPr>
          <p:spPr>
            <a:xfrm>
              <a:off x="1551852" y="2166175"/>
              <a:ext cx="146032" cy="21139"/>
            </a:xfrm>
            <a:custGeom>
              <a:avLst/>
              <a:gdLst/>
              <a:ahLst/>
              <a:cxnLst/>
              <a:rect l="l" t="t" r="r" b="b"/>
              <a:pathLst>
                <a:path w="5561" h="805" extrusionOk="0">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62"/>
            <p:cNvSpPr/>
            <p:nvPr/>
          </p:nvSpPr>
          <p:spPr>
            <a:xfrm>
              <a:off x="1572965" y="2187288"/>
              <a:ext cx="108848" cy="47531"/>
            </a:xfrm>
            <a:custGeom>
              <a:avLst/>
              <a:gdLst/>
              <a:ahLst/>
              <a:cxnLst/>
              <a:rect l="l" t="t" r="r" b="b"/>
              <a:pathLst>
                <a:path w="4145" h="1810" extrusionOk="0">
                  <a:moveTo>
                    <a:pt x="0" y="1"/>
                  </a:moveTo>
                  <a:cubicBezTo>
                    <a:pt x="144" y="1034"/>
                    <a:pt x="1024" y="1809"/>
                    <a:pt x="2077" y="1809"/>
                  </a:cubicBezTo>
                  <a:cubicBezTo>
                    <a:pt x="3120" y="1809"/>
                    <a:pt x="4010" y="1034"/>
                    <a:pt x="4144"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62"/>
            <p:cNvSpPr/>
            <p:nvPr/>
          </p:nvSpPr>
          <p:spPr>
            <a:xfrm>
              <a:off x="1293244" y="2187288"/>
              <a:ext cx="67121" cy="47531"/>
            </a:xfrm>
            <a:custGeom>
              <a:avLst/>
              <a:gdLst/>
              <a:ahLst/>
              <a:cxnLst/>
              <a:rect l="l" t="t" r="r" b="b"/>
              <a:pathLst>
                <a:path w="2556" h="1810" extrusionOk="0">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62"/>
            <p:cNvSpPr/>
            <p:nvPr/>
          </p:nvSpPr>
          <p:spPr>
            <a:xfrm>
              <a:off x="1572965" y="2187288"/>
              <a:ext cx="67121" cy="47531"/>
            </a:xfrm>
            <a:custGeom>
              <a:avLst/>
              <a:gdLst/>
              <a:ahLst/>
              <a:cxnLst/>
              <a:rect l="l" t="t" r="r" b="b"/>
              <a:pathLst>
                <a:path w="2556" h="1810" extrusionOk="0">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62"/>
            <p:cNvSpPr/>
            <p:nvPr/>
          </p:nvSpPr>
          <p:spPr>
            <a:xfrm>
              <a:off x="1333211" y="2029466"/>
              <a:ext cx="34191" cy="33954"/>
            </a:xfrm>
            <a:custGeom>
              <a:avLst/>
              <a:gdLst/>
              <a:ahLst/>
              <a:cxnLst/>
              <a:rect l="l" t="t" r="r" b="b"/>
              <a:pathLst>
                <a:path w="1302" h="1293" extrusionOk="0">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62"/>
            <p:cNvSpPr/>
            <p:nvPr/>
          </p:nvSpPr>
          <p:spPr>
            <a:xfrm>
              <a:off x="1607891" y="2029466"/>
              <a:ext cx="33954" cy="33954"/>
            </a:xfrm>
            <a:custGeom>
              <a:avLst/>
              <a:gdLst/>
              <a:ahLst/>
              <a:cxnLst/>
              <a:rect l="l" t="t" r="r" b="b"/>
              <a:pathLst>
                <a:path w="1293" h="1293" extrusionOk="0">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62"/>
            <p:cNvSpPr/>
            <p:nvPr/>
          </p:nvSpPr>
          <p:spPr>
            <a:xfrm>
              <a:off x="1428456" y="2293589"/>
              <a:ext cx="117382" cy="27941"/>
            </a:xfrm>
            <a:custGeom>
              <a:avLst/>
              <a:gdLst/>
              <a:ahLst/>
              <a:cxnLst/>
              <a:rect l="l" t="t" r="r" b="b"/>
              <a:pathLst>
                <a:path w="4470" h="1064" extrusionOk="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62"/>
            <p:cNvSpPr/>
            <p:nvPr/>
          </p:nvSpPr>
          <p:spPr>
            <a:xfrm>
              <a:off x="1428456" y="2302150"/>
              <a:ext cx="117382" cy="19380"/>
            </a:xfrm>
            <a:custGeom>
              <a:avLst/>
              <a:gdLst/>
              <a:ahLst/>
              <a:cxnLst/>
              <a:rect l="l" t="t" r="r" b="b"/>
              <a:pathLst>
                <a:path w="4470" h="738" extrusionOk="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62"/>
            <p:cNvSpPr/>
            <p:nvPr/>
          </p:nvSpPr>
          <p:spPr>
            <a:xfrm>
              <a:off x="1414381" y="2318982"/>
              <a:ext cx="146032" cy="25420"/>
            </a:xfrm>
            <a:custGeom>
              <a:avLst/>
              <a:gdLst/>
              <a:ahLst/>
              <a:cxnLst/>
              <a:rect l="l" t="t" r="r" b="b"/>
              <a:pathLst>
                <a:path w="5561" h="968" extrusionOk="0">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62"/>
            <p:cNvSpPr/>
            <p:nvPr/>
          </p:nvSpPr>
          <p:spPr>
            <a:xfrm>
              <a:off x="1414381" y="2323263"/>
              <a:ext cx="146032" cy="21139"/>
            </a:xfrm>
            <a:custGeom>
              <a:avLst/>
              <a:gdLst/>
              <a:ahLst/>
              <a:cxnLst/>
              <a:rect l="l" t="t" r="r" b="b"/>
              <a:pathLst>
                <a:path w="5561" h="805" extrusionOk="0">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62"/>
            <p:cNvSpPr/>
            <p:nvPr/>
          </p:nvSpPr>
          <p:spPr>
            <a:xfrm>
              <a:off x="1462384" y="1990260"/>
              <a:ext cx="49526" cy="49526"/>
            </a:xfrm>
            <a:custGeom>
              <a:avLst/>
              <a:gdLst/>
              <a:ahLst/>
              <a:cxnLst/>
              <a:rect l="l" t="t" r="r" b="b"/>
              <a:pathLst>
                <a:path w="1886" h="1886" extrusionOk="0">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62"/>
            <p:cNvSpPr/>
            <p:nvPr/>
          </p:nvSpPr>
          <p:spPr>
            <a:xfrm>
              <a:off x="1333211" y="2029571"/>
              <a:ext cx="29674" cy="33980"/>
            </a:xfrm>
            <a:custGeom>
              <a:avLst/>
              <a:gdLst/>
              <a:ahLst/>
              <a:cxnLst/>
              <a:rect l="l" t="t" r="r" b="b"/>
              <a:pathLst>
                <a:path w="1130" h="1294" extrusionOk="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62"/>
            <p:cNvSpPr/>
            <p:nvPr/>
          </p:nvSpPr>
          <p:spPr>
            <a:xfrm>
              <a:off x="1607891" y="2029571"/>
              <a:ext cx="29674" cy="33980"/>
            </a:xfrm>
            <a:custGeom>
              <a:avLst/>
              <a:gdLst/>
              <a:ahLst/>
              <a:cxnLst/>
              <a:rect l="l" t="t" r="r" b="b"/>
              <a:pathLst>
                <a:path w="1130" h="1294" extrusionOk="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62"/>
            <p:cNvSpPr/>
            <p:nvPr/>
          </p:nvSpPr>
          <p:spPr>
            <a:xfrm>
              <a:off x="1462384" y="1990286"/>
              <a:ext cx="37473" cy="49763"/>
            </a:xfrm>
            <a:custGeom>
              <a:avLst/>
              <a:gdLst/>
              <a:ahLst/>
              <a:cxnLst/>
              <a:rect l="l" t="t" r="r" b="b"/>
              <a:pathLst>
                <a:path w="1427" h="1895" extrusionOk="0">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62"/>
            <p:cNvSpPr/>
            <p:nvPr/>
          </p:nvSpPr>
          <p:spPr>
            <a:xfrm>
              <a:off x="1277409" y="2161921"/>
              <a:ext cx="145796" cy="25393"/>
            </a:xfrm>
            <a:custGeom>
              <a:avLst/>
              <a:gdLst/>
              <a:ahLst/>
              <a:cxnLst/>
              <a:rect l="l" t="t" r="r" b="b"/>
              <a:pathLst>
                <a:path w="5552" h="967" extrusionOk="0">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62"/>
            <p:cNvSpPr/>
            <p:nvPr/>
          </p:nvSpPr>
          <p:spPr>
            <a:xfrm>
              <a:off x="1277409" y="2166175"/>
              <a:ext cx="145796" cy="21139"/>
            </a:xfrm>
            <a:custGeom>
              <a:avLst/>
              <a:gdLst/>
              <a:ahLst/>
              <a:cxnLst/>
              <a:rect l="l" t="t" r="r" b="b"/>
              <a:pathLst>
                <a:path w="5552" h="805" extrusionOk="0">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0" name="Google Shape;8860;p62"/>
          <p:cNvGrpSpPr/>
          <p:nvPr/>
        </p:nvGrpSpPr>
        <p:grpSpPr>
          <a:xfrm>
            <a:off x="2200800" y="2276019"/>
            <a:ext cx="380008" cy="351648"/>
            <a:chOff x="2215075" y="2432819"/>
            <a:chExt cx="380008" cy="351648"/>
          </a:xfrm>
        </p:grpSpPr>
        <p:sp>
          <p:nvSpPr>
            <p:cNvPr id="8861" name="Google Shape;8861;p62"/>
            <p:cNvSpPr/>
            <p:nvPr/>
          </p:nvSpPr>
          <p:spPr>
            <a:xfrm>
              <a:off x="2339311" y="2615536"/>
              <a:ext cx="124499" cy="104725"/>
            </a:xfrm>
            <a:custGeom>
              <a:avLst/>
              <a:gdLst/>
              <a:ahLst/>
              <a:cxnLst/>
              <a:rect l="l" t="t" r="r" b="b"/>
              <a:pathLst>
                <a:path w="4741" h="3988" extrusionOk="0">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62"/>
            <p:cNvSpPr/>
            <p:nvPr/>
          </p:nvSpPr>
          <p:spPr>
            <a:xfrm>
              <a:off x="2472659" y="2719841"/>
              <a:ext cx="122424" cy="64626"/>
            </a:xfrm>
            <a:custGeom>
              <a:avLst/>
              <a:gdLst/>
              <a:ahLst/>
              <a:cxnLst/>
              <a:rect l="l" t="t" r="r" b="b"/>
              <a:pathLst>
                <a:path w="4662" h="2461" extrusionOk="0">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62"/>
            <p:cNvSpPr/>
            <p:nvPr/>
          </p:nvSpPr>
          <p:spPr>
            <a:xfrm>
              <a:off x="2471162" y="2720078"/>
              <a:ext cx="50052" cy="64390"/>
            </a:xfrm>
            <a:custGeom>
              <a:avLst/>
              <a:gdLst/>
              <a:ahLst/>
              <a:cxnLst/>
              <a:rect l="l" t="t" r="r" b="b"/>
              <a:pathLst>
                <a:path w="1906" h="2452" extrusionOk="0">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62"/>
            <p:cNvSpPr/>
            <p:nvPr/>
          </p:nvSpPr>
          <p:spPr>
            <a:xfrm>
              <a:off x="2494035" y="2618294"/>
              <a:ext cx="77178" cy="54805"/>
            </a:xfrm>
            <a:custGeom>
              <a:avLst/>
              <a:gdLst/>
              <a:ahLst/>
              <a:cxnLst/>
              <a:rect l="l" t="t" r="r" b="b"/>
              <a:pathLst>
                <a:path w="2939" h="2087" extrusionOk="0">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62"/>
            <p:cNvSpPr/>
            <p:nvPr/>
          </p:nvSpPr>
          <p:spPr>
            <a:xfrm>
              <a:off x="2494035" y="2618294"/>
              <a:ext cx="41990" cy="54805"/>
            </a:xfrm>
            <a:custGeom>
              <a:avLst/>
              <a:gdLst/>
              <a:ahLst/>
              <a:cxnLst/>
              <a:rect l="l" t="t" r="r" b="b"/>
              <a:pathLst>
                <a:path w="1599" h="2087" extrusionOk="0">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62"/>
            <p:cNvSpPr/>
            <p:nvPr/>
          </p:nvSpPr>
          <p:spPr>
            <a:xfrm>
              <a:off x="2560893" y="2667321"/>
              <a:ext cx="16859" cy="22794"/>
            </a:xfrm>
            <a:custGeom>
              <a:avLst/>
              <a:gdLst/>
              <a:ahLst/>
              <a:cxnLst/>
              <a:rect l="l" t="t" r="r" b="b"/>
              <a:pathLst>
                <a:path w="642" h="868" extrusionOk="0">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62"/>
            <p:cNvSpPr/>
            <p:nvPr/>
          </p:nvSpPr>
          <p:spPr>
            <a:xfrm>
              <a:off x="2487758" y="2667295"/>
              <a:ext cx="17095" cy="22899"/>
            </a:xfrm>
            <a:custGeom>
              <a:avLst/>
              <a:gdLst/>
              <a:ahLst/>
              <a:cxnLst/>
              <a:rect l="l" t="t" r="r" b="b"/>
              <a:pathLst>
                <a:path w="651" h="872" extrusionOk="0">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62"/>
            <p:cNvSpPr/>
            <p:nvPr/>
          </p:nvSpPr>
          <p:spPr>
            <a:xfrm>
              <a:off x="2518666" y="2707184"/>
              <a:ext cx="28413" cy="32536"/>
            </a:xfrm>
            <a:custGeom>
              <a:avLst/>
              <a:gdLst/>
              <a:ahLst/>
              <a:cxnLst/>
              <a:rect l="l" t="t" r="r" b="b"/>
              <a:pathLst>
                <a:path w="1082" h="1239" extrusionOk="0">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62"/>
            <p:cNvSpPr/>
            <p:nvPr/>
          </p:nvSpPr>
          <p:spPr>
            <a:xfrm>
              <a:off x="2518404"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62"/>
            <p:cNvSpPr/>
            <p:nvPr/>
          </p:nvSpPr>
          <p:spPr>
            <a:xfrm>
              <a:off x="2502333" y="2650357"/>
              <a:ext cx="60844" cy="65230"/>
            </a:xfrm>
            <a:custGeom>
              <a:avLst/>
              <a:gdLst/>
              <a:ahLst/>
              <a:cxnLst/>
              <a:rect l="l" t="t" r="r" b="b"/>
              <a:pathLst>
                <a:path w="2317" h="2484" extrusionOk="0">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62"/>
            <p:cNvSpPr/>
            <p:nvPr/>
          </p:nvSpPr>
          <p:spPr>
            <a:xfrm>
              <a:off x="2502569" y="2650331"/>
              <a:ext cx="44012" cy="65256"/>
            </a:xfrm>
            <a:custGeom>
              <a:avLst/>
              <a:gdLst/>
              <a:ahLst/>
              <a:cxnLst/>
              <a:rect l="l" t="t" r="r" b="b"/>
              <a:pathLst>
                <a:path w="1676" h="2485" extrusionOk="0">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62"/>
            <p:cNvSpPr/>
            <p:nvPr/>
          </p:nvSpPr>
          <p:spPr>
            <a:xfrm>
              <a:off x="2345009" y="2534367"/>
              <a:ext cx="122162" cy="64363"/>
            </a:xfrm>
            <a:custGeom>
              <a:avLst/>
              <a:gdLst/>
              <a:ahLst/>
              <a:cxnLst/>
              <a:rect l="l" t="t" r="r" b="b"/>
              <a:pathLst>
                <a:path w="4652" h="2451" extrusionOk="0">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62"/>
            <p:cNvSpPr/>
            <p:nvPr/>
          </p:nvSpPr>
          <p:spPr>
            <a:xfrm>
              <a:off x="2343486" y="2534367"/>
              <a:ext cx="49789" cy="64416"/>
            </a:xfrm>
            <a:custGeom>
              <a:avLst/>
              <a:gdLst/>
              <a:ahLst/>
              <a:cxnLst/>
              <a:rect l="l" t="t" r="r" b="b"/>
              <a:pathLst>
                <a:path w="1896" h="2453" extrusionOk="0">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62"/>
            <p:cNvSpPr/>
            <p:nvPr/>
          </p:nvSpPr>
          <p:spPr>
            <a:xfrm>
              <a:off x="2366122" y="2432819"/>
              <a:ext cx="77414" cy="54831"/>
            </a:xfrm>
            <a:custGeom>
              <a:avLst/>
              <a:gdLst/>
              <a:ahLst/>
              <a:cxnLst/>
              <a:rect l="l" t="t" r="r" b="b"/>
              <a:pathLst>
                <a:path w="2948" h="2088" extrusionOk="0">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62"/>
            <p:cNvSpPr/>
            <p:nvPr/>
          </p:nvSpPr>
          <p:spPr>
            <a:xfrm>
              <a:off x="2366358" y="2433082"/>
              <a:ext cx="41990" cy="54568"/>
            </a:xfrm>
            <a:custGeom>
              <a:avLst/>
              <a:gdLst/>
              <a:ahLst/>
              <a:cxnLst/>
              <a:rect l="l" t="t" r="r" b="b"/>
              <a:pathLst>
                <a:path w="1599" h="2078" extrusionOk="0">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62"/>
            <p:cNvSpPr/>
            <p:nvPr/>
          </p:nvSpPr>
          <p:spPr>
            <a:xfrm>
              <a:off x="2433216" y="2481847"/>
              <a:ext cx="16859" cy="22610"/>
            </a:xfrm>
            <a:custGeom>
              <a:avLst/>
              <a:gdLst/>
              <a:ahLst/>
              <a:cxnLst/>
              <a:rect l="l" t="t" r="r" b="b"/>
              <a:pathLst>
                <a:path w="642" h="861" extrusionOk="0">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62"/>
            <p:cNvSpPr/>
            <p:nvPr/>
          </p:nvSpPr>
          <p:spPr>
            <a:xfrm>
              <a:off x="2360082" y="2481821"/>
              <a:ext cx="16859" cy="22636"/>
            </a:xfrm>
            <a:custGeom>
              <a:avLst/>
              <a:gdLst/>
              <a:ahLst/>
              <a:cxnLst/>
              <a:rect l="l" t="t" r="r" b="b"/>
              <a:pathLst>
                <a:path w="642" h="862" extrusionOk="0">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62"/>
            <p:cNvSpPr/>
            <p:nvPr/>
          </p:nvSpPr>
          <p:spPr>
            <a:xfrm>
              <a:off x="2390754" y="2521657"/>
              <a:ext cx="28413" cy="32326"/>
            </a:xfrm>
            <a:custGeom>
              <a:avLst/>
              <a:gdLst/>
              <a:ahLst/>
              <a:cxnLst/>
              <a:rect l="l" t="t" r="r" b="b"/>
              <a:pathLst>
                <a:path w="1082" h="1231" extrusionOk="0">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62"/>
            <p:cNvSpPr/>
            <p:nvPr/>
          </p:nvSpPr>
          <p:spPr>
            <a:xfrm>
              <a:off x="2390754" y="2521972"/>
              <a:ext cx="17358" cy="32274"/>
            </a:xfrm>
            <a:custGeom>
              <a:avLst/>
              <a:gdLst/>
              <a:ahLst/>
              <a:cxnLst/>
              <a:rect l="l" t="t" r="r" b="b"/>
              <a:pathLst>
                <a:path w="661" h="1229" extrusionOk="0">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62"/>
            <p:cNvSpPr/>
            <p:nvPr/>
          </p:nvSpPr>
          <p:spPr>
            <a:xfrm>
              <a:off x="2374657" y="2464804"/>
              <a:ext cx="60844" cy="65309"/>
            </a:xfrm>
            <a:custGeom>
              <a:avLst/>
              <a:gdLst/>
              <a:ahLst/>
              <a:cxnLst/>
              <a:rect l="l" t="t" r="r" b="b"/>
              <a:pathLst>
                <a:path w="2317" h="2487" extrusionOk="0">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62"/>
            <p:cNvSpPr/>
            <p:nvPr/>
          </p:nvSpPr>
          <p:spPr>
            <a:xfrm>
              <a:off x="2374657" y="2464620"/>
              <a:ext cx="44248" cy="65230"/>
            </a:xfrm>
            <a:custGeom>
              <a:avLst/>
              <a:gdLst/>
              <a:ahLst/>
              <a:cxnLst/>
              <a:rect l="l" t="t" r="r" b="b"/>
              <a:pathLst>
                <a:path w="1685" h="2484" extrusionOk="0">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62"/>
            <p:cNvSpPr/>
            <p:nvPr/>
          </p:nvSpPr>
          <p:spPr>
            <a:xfrm>
              <a:off x="2216072" y="2719579"/>
              <a:ext cx="122424" cy="64888"/>
            </a:xfrm>
            <a:custGeom>
              <a:avLst/>
              <a:gdLst/>
              <a:ahLst/>
              <a:cxnLst/>
              <a:rect l="l" t="t" r="r" b="b"/>
              <a:pathLst>
                <a:path w="4662" h="2471" extrusionOk="0">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62"/>
            <p:cNvSpPr/>
            <p:nvPr/>
          </p:nvSpPr>
          <p:spPr>
            <a:xfrm>
              <a:off x="2215075" y="2720078"/>
              <a:ext cx="50025" cy="64390"/>
            </a:xfrm>
            <a:custGeom>
              <a:avLst/>
              <a:gdLst/>
              <a:ahLst/>
              <a:cxnLst/>
              <a:rect l="l" t="t" r="r" b="b"/>
              <a:pathLst>
                <a:path w="1905" h="2452" extrusionOk="0">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62"/>
            <p:cNvSpPr/>
            <p:nvPr/>
          </p:nvSpPr>
          <p:spPr>
            <a:xfrm>
              <a:off x="2237947" y="2618294"/>
              <a:ext cx="77178" cy="54805"/>
            </a:xfrm>
            <a:custGeom>
              <a:avLst/>
              <a:gdLst/>
              <a:ahLst/>
              <a:cxnLst/>
              <a:rect l="l" t="t" r="r" b="b"/>
              <a:pathLst>
                <a:path w="2939" h="2087" extrusionOk="0">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62"/>
            <p:cNvSpPr/>
            <p:nvPr/>
          </p:nvSpPr>
          <p:spPr>
            <a:xfrm>
              <a:off x="2237947" y="2618294"/>
              <a:ext cx="41990" cy="54805"/>
            </a:xfrm>
            <a:custGeom>
              <a:avLst/>
              <a:gdLst/>
              <a:ahLst/>
              <a:cxnLst/>
              <a:rect l="l" t="t" r="r" b="b"/>
              <a:pathLst>
                <a:path w="1599" h="2087" extrusionOk="0">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62"/>
            <p:cNvSpPr/>
            <p:nvPr/>
          </p:nvSpPr>
          <p:spPr>
            <a:xfrm>
              <a:off x="2304805" y="2667321"/>
              <a:ext cx="16859" cy="22794"/>
            </a:xfrm>
            <a:custGeom>
              <a:avLst/>
              <a:gdLst/>
              <a:ahLst/>
              <a:cxnLst/>
              <a:rect l="l" t="t" r="r" b="b"/>
              <a:pathLst>
                <a:path w="642" h="868" extrusionOk="0">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62"/>
            <p:cNvSpPr/>
            <p:nvPr/>
          </p:nvSpPr>
          <p:spPr>
            <a:xfrm>
              <a:off x="2231671" y="2667295"/>
              <a:ext cx="17095" cy="22899"/>
            </a:xfrm>
            <a:custGeom>
              <a:avLst/>
              <a:gdLst/>
              <a:ahLst/>
              <a:cxnLst/>
              <a:rect l="l" t="t" r="r" b="b"/>
              <a:pathLst>
                <a:path w="651" h="872" extrusionOk="0">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62"/>
            <p:cNvSpPr/>
            <p:nvPr/>
          </p:nvSpPr>
          <p:spPr>
            <a:xfrm>
              <a:off x="2262579" y="2707184"/>
              <a:ext cx="28413" cy="32536"/>
            </a:xfrm>
            <a:custGeom>
              <a:avLst/>
              <a:gdLst/>
              <a:ahLst/>
              <a:cxnLst/>
              <a:rect l="l" t="t" r="r" b="b"/>
              <a:pathLst>
                <a:path w="1082" h="1239" extrusionOk="0">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62"/>
            <p:cNvSpPr/>
            <p:nvPr/>
          </p:nvSpPr>
          <p:spPr>
            <a:xfrm>
              <a:off x="2262316"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62"/>
            <p:cNvSpPr/>
            <p:nvPr/>
          </p:nvSpPr>
          <p:spPr>
            <a:xfrm>
              <a:off x="2246245" y="2650357"/>
              <a:ext cx="60844" cy="65230"/>
            </a:xfrm>
            <a:custGeom>
              <a:avLst/>
              <a:gdLst/>
              <a:ahLst/>
              <a:cxnLst/>
              <a:rect l="l" t="t" r="r" b="b"/>
              <a:pathLst>
                <a:path w="2317" h="2484" extrusionOk="0">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62"/>
            <p:cNvSpPr/>
            <p:nvPr/>
          </p:nvSpPr>
          <p:spPr>
            <a:xfrm>
              <a:off x="2246482" y="2650331"/>
              <a:ext cx="44012" cy="65256"/>
            </a:xfrm>
            <a:custGeom>
              <a:avLst/>
              <a:gdLst/>
              <a:ahLst/>
              <a:cxnLst/>
              <a:rect l="l" t="t" r="r" b="b"/>
              <a:pathLst>
                <a:path w="1676" h="2485" extrusionOk="0">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2" name="Google Shape;8892;p62"/>
          <p:cNvGrpSpPr/>
          <p:nvPr/>
        </p:nvGrpSpPr>
        <p:grpSpPr>
          <a:xfrm>
            <a:off x="2647141" y="2265542"/>
            <a:ext cx="344059" cy="340671"/>
            <a:chOff x="2661416" y="2422342"/>
            <a:chExt cx="344059" cy="340671"/>
          </a:xfrm>
        </p:grpSpPr>
        <p:sp>
          <p:nvSpPr>
            <p:cNvPr id="8893" name="Google Shape;8893;p62"/>
            <p:cNvSpPr/>
            <p:nvPr/>
          </p:nvSpPr>
          <p:spPr>
            <a:xfrm>
              <a:off x="2906947" y="2604481"/>
              <a:ext cx="39994" cy="39469"/>
            </a:xfrm>
            <a:custGeom>
              <a:avLst/>
              <a:gdLst/>
              <a:ahLst/>
              <a:cxnLst/>
              <a:rect l="l" t="t" r="r" b="b"/>
              <a:pathLst>
                <a:path w="1523" h="1503" extrusionOk="0">
                  <a:moveTo>
                    <a:pt x="0" y="0"/>
                  </a:moveTo>
                  <a:lnTo>
                    <a:pt x="977" y="1503"/>
                  </a:lnTo>
                  <a:lnTo>
                    <a:pt x="1522" y="1503"/>
                  </a:lnTo>
                  <a:cubicBezTo>
                    <a:pt x="1513" y="670"/>
                    <a:pt x="833" y="0"/>
                    <a:pt x="0"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62"/>
            <p:cNvSpPr/>
            <p:nvPr/>
          </p:nvSpPr>
          <p:spPr>
            <a:xfrm>
              <a:off x="2866979" y="2604481"/>
              <a:ext cx="65624" cy="39469"/>
            </a:xfrm>
            <a:custGeom>
              <a:avLst/>
              <a:gdLst/>
              <a:ahLst/>
              <a:cxnLst/>
              <a:rect l="l" t="t" r="r" b="b"/>
              <a:pathLst>
                <a:path w="2499" h="1503" extrusionOk="0">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62"/>
            <p:cNvSpPr/>
            <p:nvPr/>
          </p:nvSpPr>
          <p:spPr>
            <a:xfrm>
              <a:off x="2906448" y="2539146"/>
              <a:ext cx="21638" cy="43487"/>
            </a:xfrm>
            <a:custGeom>
              <a:avLst/>
              <a:gdLst/>
              <a:ahLst/>
              <a:cxnLst/>
              <a:rect l="l" t="t" r="r" b="b"/>
              <a:pathLst>
                <a:path w="824" h="1656" extrusionOk="0">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62"/>
            <p:cNvSpPr/>
            <p:nvPr/>
          </p:nvSpPr>
          <p:spPr>
            <a:xfrm>
              <a:off x="2759681" y="2604481"/>
              <a:ext cx="39968" cy="39469"/>
            </a:xfrm>
            <a:custGeom>
              <a:avLst/>
              <a:gdLst/>
              <a:ahLst/>
              <a:cxnLst/>
              <a:rect l="l" t="t" r="r" b="b"/>
              <a:pathLst>
                <a:path w="1522" h="1503" extrusionOk="0">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62"/>
            <p:cNvSpPr/>
            <p:nvPr/>
          </p:nvSpPr>
          <p:spPr>
            <a:xfrm>
              <a:off x="2719713" y="2604481"/>
              <a:ext cx="65361" cy="39469"/>
            </a:xfrm>
            <a:custGeom>
              <a:avLst/>
              <a:gdLst/>
              <a:ahLst/>
              <a:cxnLst/>
              <a:rect l="l" t="t" r="r" b="b"/>
              <a:pathLst>
                <a:path w="2489" h="1503" extrusionOk="0">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62"/>
            <p:cNvSpPr/>
            <p:nvPr/>
          </p:nvSpPr>
          <p:spPr>
            <a:xfrm>
              <a:off x="2759182" y="2539146"/>
              <a:ext cx="21875" cy="43487"/>
            </a:xfrm>
            <a:custGeom>
              <a:avLst/>
              <a:gdLst/>
              <a:ahLst/>
              <a:cxnLst/>
              <a:rect l="l" t="t" r="r" b="b"/>
              <a:pathLst>
                <a:path w="833" h="1656" extrusionOk="0">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62"/>
            <p:cNvSpPr/>
            <p:nvPr/>
          </p:nvSpPr>
          <p:spPr>
            <a:xfrm>
              <a:off x="2833314" y="2606477"/>
              <a:ext cx="53544" cy="53570"/>
            </a:xfrm>
            <a:custGeom>
              <a:avLst/>
              <a:gdLst/>
              <a:ahLst/>
              <a:cxnLst/>
              <a:rect l="l" t="t" r="r" b="b"/>
              <a:pathLst>
                <a:path w="2039" h="2040" extrusionOk="0">
                  <a:moveTo>
                    <a:pt x="0" y="1"/>
                  </a:moveTo>
                  <a:lnTo>
                    <a:pt x="1216" y="2039"/>
                  </a:lnTo>
                  <a:lnTo>
                    <a:pt x="2039" y="2039"/>
                  </a:lnTo>
                  <a:cubicBezTo>
                    <a:pt x="2039" y="910"/>
                    <a:pt x="1130" y="1"/>
                    <a:pt x="0"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62"/>
            <p:cNvSpPr/>
            <p:nvPr/>
          </p:nvSpPr>
          <p:spPr>
            <a:xfrm>
              <a:off x="2779770" y="2606477"/>
              <a:ext cx="85476" cy="53570"/>
            </a:xfrm>
            <a:custGeom>
              <a:avLst/>
              <a:gdLst/>
              <a:ahLst/>
              <a:cxnLst/>
              <a:rect l="l" t="t" r="r" b="b"/>
              <a:pathLst>
                <a:path w="3255" h="2040" extrusionOk="0">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62"/>
            <p:cNvSpPr/>
            <p:nvPr/>
          </p:nvSpPr>
          <p:spPr>
            <a:xfrm>
              <a:off x="2833813" y="2525570"/>
              <a:ext cx="29437" cy="59085"/>
            </a:xfrm>
            <a:custGeom>
              <a:avLst/>
              <a:gdLst/>
              <a:ahLst/>
              <a:cxnLst/>
              <a:rect l="l" t="t" r="r" b="b"/>
              <a:pathLst>
                <a:path w="1121" h="2250" extrusionOk="0">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62"/>
            <p:cNvSpPr/>
            <p:nvPr/>
          </p:nvSpPr>
          <p:spPr>
            <a:xfrm>
              <a:off x="2803404" y="2525570"/>
              <a:ext cx="45010" cy="59085"/>
            </a:xfrm>
            <a:custGeom>
              <a:avLst/>
              <a:gdLst/>
              <a:ahLst/>
              <a:cxnLst/>
              <a:rect l="l" t="t" r="r" b="b"/>
              <a:pathLst>
                <a:path w="1714" h="2250" extrusionOk="0">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62"/>
            <p:cNvSpPr/>
            <p:nvPr/>
          </p:nvSpPr>
          <p:spPr>
            <a:xfrm>
              <a:off x="2737570" y="2539146"/>
              <a:ext cx="28912" cy="43487"/>
            </a:xfrm>
            <a:custGeom>
              <a:avLst/>
              <a:gdLst/>
              <a:ahLst/>
              <a:cxnLst/>
              <a:rect l="l" t="t" r="r" b="b"/>
              <a:pathLst>
                <a:path w="1101" h="1656" extrusionOk="0">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62"/>
            <p:cNvSpPr/>
            <p:nvPr/>
          </p:nvSpPr>
          <p:spPr>
            <a:xfrm>
              <a:off x="2884573" y="2539146"/>
              <a:ext cx="29175" cy="43487"/>
            </a:xfrm>
            <a:custGeom>
              <a:avLst/>
              <a:gdLst/>
              <a:ahLst/>
              <a:cxnLst/>
              <a:rect l="l" t="t" r="r" b="b"/>
              <a:pathLst>
                <a:path w="1111" h="1656" extrusionOk="0">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62"/>
            <p:cNvSpPr/>
            <p:nvPr/>
          </p:nvSpPr>
          <p:spPr>
            <a:xfrm>
              <a:off x="2661416" y="2422342"/>
              <a:ext cx="344059" cy="340671"/>
            </a:xfrm>
            <a:custGeom>
              <a:avLst/>
              <a:gdLst/>
              <a:ahLst/>
              <a:cxnLst/>
              <a:rect l="l" t="t" r="r" b="b"/>
              <a:pathLst>
                <a:path w="13102" h="12973" extrusionOk="0">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6" name="Google Shape;8906;p62"/>
          <p:cNvGrpSpPr/>
          <p:nvPr/>
        </p:nvGrpSpPr>
        <p:grpSpPr>
          <a:xfrm>
            <a:off x="4052235" y="2265542"/>
            <a:ext cx="206876" cy="348470"/>
            <a:chOff x="4066510" y="2422342"/>
            <a:chExt cx="206876" cy="348470"/>
          </a:xfrm>
        </p:grpSpPr>
        <p:sp>
          <p:nvSpPr>
            <p:cNvPr id="8907" name="Google Shape;8907;p62"/>
            <p:cNvSpPr/>
            <p:nvPr/>
          </p:nvSpPr>
          <p:spPr>
            <a:xfrm>
              <a:off x="4093662" y="2737934"/>
              <a:ext cx="152334" cy="11082"/>
            </a:xfrm>
            <a:custGeom>
              <a:avLst/>
              <a:gdLst/>
              <a:ahLst/>
              <a:cxnLst/>
              <a:rect l="l" t="t" r="r" b="b"/>
              <a:pathLst>
                <a:path w="5801" h="422" extrusionOk="0">
                  <a:moveTo>
                    <a:pt x="0" y="0"/>
                  </a:moveTo>
                  <a:lnTo>
                    <a:pt x="0" y="421"/>
                  </a:lnTo>
                  <a:lnTo>
                    <a:pt x="5800" y="421"/>
                  </a:lnTo>
                  <a:lnTo>
                    <a:pt x="5800"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62"/>
            <p:cNvSpPr/>
            <p:nvPr/>
          </p:nvSpPr>
          <p:spPr>
            <a:xfrm>
              <a:off x="4164538" y="2422342"/>
              <a:ext cx="10819" cy="348286"/>
            </a:xfrm>
            <a:custGeom>
              <a:avLst/>
              <a:gdLst/>
              <a:ahLst/>
              <a:cxnLst/>
              <a:rect l="l" t="t" r="r" b="b"/>
              <a:pathLst>
                <a:path w="412" h="13263" extrusionOk="0">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62"/>
            <p:cNvSpPr/>
            <p:nvPr/>
          </p:nvSpPr>
          <p:spPr>
            <a:xfrm>
              <a:off x="4082344" y="2645657"/>
              <a:ext cx="33823" cy="125155"/>
            </a:xfrm>
            <a:custGeom>
              <a:avLst/>
              <a:gdLst/>
              <a:ahLst/>
              <a:cxnLst/>
              <a:rect l="l" t="t" r="r" b="b"/>
              <a:pathLst>
                <a:path w="1288" h="4766" extrusionOk="0">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62"/>
            <p:cNvSpPr/>
            <p:nvPr/>
          </p:nvSpPr>
          <p:spPr>
            <a:xfrm>
              <a:off x="4223623" y="2645578"/>
              <a:ext cx="33665" cy="125050"/>
            </a:xfrm>
            <a:custGeom>
              <a:avLst/>
              <a:gdLst/>
              <a:ahLst/>
              <a:cxnLst/>
              <a:rect l="l" t="t" r="r" b="b"/>
              <a:pathLst>
                <a:path w="1282" h="4762" extrusionOk="0">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62"/>
            <p:cNvSpPr/>
            <p:nvPr/>
          </p:nvSpPr>
          <p:spPr>
            <a:xfrm>
              <a:off x="4164538" y="2645447"/>
              <a:ext cx="10819" cy="21875"/>
            </a:xfrm>
            <a:custGeom>
              <a:avLst/>
              <a:gdLst/>
              <a:ahLst/>
              <a:cxnLst/>
              <a:rect l="l" t="t" r="r" b="b"/>
              <a:pathLst>
                <a:path w="412" h="833" extrusionOk="0">
                  <a:moveTo>
                    <a:pt x="0" y="0"/>
                  </a:moveTo>
                  <a:lnTo>
                    <a:pt x="0" y="833"/>
                  </a:lnTo>
                  <a:lnTo>
                    <a:pt x="412" y="833"/>
                  </a:lnTo>
                  <a:lnTo>
                    <a:pt x="412"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62"/>
            <p:cNvSpPr/>
            <p:nvPr/>
          </p:nvSpPr>
          <p:spPr>
            <a:xfrm>
              <a:off x="4101462" y="2645604"/>
              <a:ext cx="14601" cy="21717"/>
            </a:xfrm>
            <a:custGeom>
              <a:avLst/>
              <a:gdLst/>
              <a:ahLst/>
              <a:cxnLst/>
              <a:rect l="l" t="t" r="r" b="b"/>
              <a:pathLst>
                <a:path w="556" h="827" extrusionOk="0">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62"/>
            <p:cNvSpPr/>
            <p:nvPr/>
          </p:nvSpPr>
          <p:spPr>
            <a:xfrm>
              <a:off x="4223623" y="2645578"/>
              <a:ext cx="14811" cy="21743"/>
            </a:xfrm>
            <a:custGeom>
              <a:avLst/>
              <a:gdLst/>
              <a:ahLst/>
              <a:cxnLst/>
              <a:rect l="l" t="t" r="r" b="b"/>
              <a:pathLst>
                <a:path w="564" h="828" extrusionOk="0">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62"/>
            <p:cNvSpPr/>
            <p:nvPr/>
          </p:nvSpPr>
          <p:spPr>
            <a:xfrm>
              <a:off x="4077329" y="2460471"/>
              <a:ext cx="185002" cy="196057"/>
            </a:xfrm>
            <a:custGeom>
              <a:avLst/>
              <a:gdLst/>
              <a:ahLst/>
              <a:cxnLst/>
              <a:rect l="l" t="t" r="r" b="b"/>
              <a:pathLst>
                <a:path w="7045" h="7466" extrusionOk="0">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62"/>
            <p:cNvSpPr/>
            <p:nvPr/>
          </p:nvSpPr>
          <p:spPr>
            <a:xfrm>
              <a:off x="4077329" y="2460471"/>
              <a:ext cx="185002" cy="16360"/>
            </a:xfrm>
            <a:custGeom>
              <a:avLst/>
              <a:gdLst/>
              <a:ahLst/>
              <a:cxnLst/>
              <a:rect l="l" t="t" r="r" b="b"/>
              <a:pathLst>
                <a:path w="7045" h="623" extrusionOk="0">
                  <a:moveTo>
                    <a:pt x="0" y="1"/>
                  </a:moveTo>
                  <a:lnTo>
                    <a:pt x="0" y="623"/>
                  </a:lnTo>
                  <a:lnTo>
                    <a:pt x="7044" y="623"/>
                  </a:lnTo>
                  <a:lnTo>
                    <a:pt x="7044" y="1"/>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62"/>
            <p:cNvSpPr/>
            <p:nvPr/>
          </p:nvSpPr>
          <p:spPr>
            <a:xfrm>
              <a:off x="4066510" y="2444137"/>
              <a:ext cx="206876" cy="21901"/>
            </a:xfrm>
            <a:custGeom>
              <a:avLst/>
              <a:gdLst/>
              <a:ahLst/>
              <a:cxnLst/>
              <a:rect l="l" t="t" r="r" b="b"/>
              <a:pathLst>
                <a:path w="7878" h="834" extrusionOk="0">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62"/>
            <p:cNvSpPr/>
            <p:nvPr/>
          </p:nvSpPr>
          <p:spPr>
            <a:xfrm>
              <a:off x="4094161" y="2508186"/>
              <a:ext cx="148185" cy="106563"/>
            </a:xfrm>
            <a:custGeom>
              <a:avLst/>
              <a:gdLst/>
              <a:ahLst/>
              <a:cxnLst/>
              <a:rect l="l" t="t" r="r" b="b"/>
              <a:pathLst>
                <a:path w="5643" h="4058" extrusionOk="0">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62"/>
            <p:cNvSpPr/>
            <p:nvPr/>
          </p:nvSpPr>
          <p:spPr>
            <a:xfrm>
              <a:off x="4066510" y="2454930"/>
              <a:ext cx="206876" cy="11108"/>
            </a:xfrm>
            <a:custGeom>
              <a:avLst/>
              <a:gdLst/>
              <a:ahLst/>
              <a:cxnLst/>
              <a:rect l="l" t="t" r="r" b="b"/>
              <a:pathLst>
                <a:path w="7878" h="423" extrusionOk="0">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19" name="Google Shape;8919;p62"/>
          <p:cNvSpPr/>
          <p:nvPr/>
        </p:nvSpPr>
        <p:spPr>
          <a:xfrm>
            <a:off x="2943931" y="3734920"/>
            <a:ext cx="28440" cy="133453"/>
          </a:xfrm>
          <a:custGeom>
            <a:avLst/>
            <a:gdLst/>
            <a:ahLst/>
            <a:cxnLst/>
            <a:rect l="l" t="t" r="r" b="b"/>
            <a:pathLst>
              <a:path w="1083" h="5082" extrusionOk="0">
                <a:moveTo>
                  <a:pt x="1" y="0"/>
                </a:moveTo>
                <a:lnTo>
                  <a:pt x="1" y="5082"/>
                </a:lnTo>
                <a:lnTo>
                  <a:pt x="1082" y="5082"/>
                </a:lnTo>
                <a:lnTo>
                  <a:pt x="1082" y="0"/>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20" name="Google Shape;8920;p62"/>
          <p:cNvGrpSpPr/>
          <p:nvPr/>
        </p:nvGrpSpPr>
        <p:grpSpPr>
          <a:xfrm>
            <a:off x="2603418" y="3660525"/>
            <a:ext cx="420475" cy="326491"/>
            <a:chOff x="2617693" y="3817325"/>
            <a:chExt cx="420475" cy="326491"/>
          </a:xfrm>
        </p:grpSpPr>
        <p:sp>
          <p:nvSpPr>
            <p:cNvPr id="8921" name="Google Shape;8921;p62"/>
            <p:cNvSpPr/>
            <p:nvPr/>
          </p:nvSpPr>
          <p:spPr>
            <a:xfrm>
              <a:off x="2688542" y="3845712"/>
              <a:ext cx="337047" cy="217170"/>
            </a:xfrm>
            <a:custGeom>
              <a:avLst/>
              <a:gdLst/>
              <a:ahLst/>
              <a:cxnLst/>
              <a:rect l="l" t="t" r="r" b="b"/>
              <a:pathLst>
                <a:path w="12835" h="8270" extrusionOk="0">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62"/>
            <p:cNvSpPr/>
            <p:nvPr/>
          </p:nvSpPr>
          <p:spPr>
            <a:xfrm>
              <a:off x="2734786" y="4063119"/>
              <a:ext cx="57089" cy="27153"/>
            </a:xfrm>
            <a:custGeom>
              <a:avLst/>
              <a:gdLst/>
              <a:ahLst/>
              <a:cxnLst/>
              <a:rect l="l" t="t" r="r" b="b"/>
              <a:pathLst>
                <a:path w="2174" h="1034" extrusionOk="0">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62"/>
            <p:cNvSpPr/>
            <p:nvPr/>
          </p:nvSpPr>
          <p:spPr>
            <a:xfrm>
              <a:off x="2747864" y="3991981"/>
              <a:ext cx="44012" cy="70902"/>
            </a:xfrm>
            <a:custGeom>
              <a:avLst/>
              <a:gdLst/>
              <a:ahLst/>
              <a:cxnLst/>
              <a:rect l="l" t="t" r="r" b="b"/>
              <a:pathLst>
                <a:path w="1676" h="2700" extrusionOk="0">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62"/>
            <p:cNvSpPr/>
            <p:nvPr/>
          </p:nvSpPr>
          <p:spPr>
            <a:xfrm>
              <a:off x="2692823" y="3979927"/>
              <a:ext cx="49027" cy="29411"/>
            </a:xfrm>
            <a:custGeom>
              <a:avLst/>
              <a:gdLst/>
              <a:ahLst/>
              <a:cxnLst/>
              <a:rect l="l" t="t" r="r" b="b"/>
              <a:pathLst>
                <a:path w="1867" h="1120" extrusionOk="0">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62"/>
            <p:cNvSpPr/>
            <p:nvPr/>
          </p:nvSpPr>
          <p:spPr>
            <a:xfrm>
              <a:off x="2688542" y="3845975"/>
              <a:ext cx="11344" cy="133979"/>
            </a:xfrm>
            <a:custGeom>
              <a:avLst/>
              <a:gdLst/>
              <a:ahLst/>
              <a:cxnLst/>
              <a:rect l="l" t="t" r="r" b="b"/>
              <a:pathLst>
                <a:path w="432" h="5102" extrusionOk="0">
                  <a:moveTo>
                    <a:pt x="1" y="0"/>
                  </a:moveTo>
                  <a:lnTo>
                    <a:pt x="1" y="5101"/>
                  </a:lnTo>
                  <a:lnTo>
                    <a:pt x="432" y="5101"/>
                  </a:lnTo>
                  <a:lnTo>
                    <a:pt x="432"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62"/>
            <p:cNvSpPr/>
            <p:nvPr/>
          </p:nvSpPr>
          <p:spPr>
            <a:xfrm>
              <a:off x="2688542" y="3844977"/>
              <a:ext cx="337047" cy="11082"/>
            </a:xfrm>
            <a:custGeom>
              <a:avLst/>
              <a:gdLst/>
              <a:ahLst/>
              <a:cxnLst/>
              <a:rect l="l" t="t" r="r" b="b"/>
              <a:pathLst>
                <a:path w="12835" h="422" extrusionOk="0">
                  <a:moveTo>
                    <a:pt x="1" y="0"/>
                  </a:moveTo>
                  <a:lnTo>
                    <a:pt x="1" y="421"/>
                  </a:lnTo>
                  <a:lnTo>
                    <a:pt x="12835" y="421"/>
                  </a:lnTo>
                  <a:lnTo>
                    <a:pt x="12835"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62"/>
            <p:cNvSpPr/>
            <p:nvPr/>
          </p:nvSpPr>
          <p:spPr>
            <a:xfrm>
              <a:off x="2723232" y="4061596"/>
              <a:ext cx="314936" cy="29936"/>
            </a:xfrm>
            <a:custGeom>
              <a:avLst/>
              <a:gdLst/>
              <a:ahLst/>
              <a:cxnLst/>
              <a:rect l="l" t="t" r="r" b="b"/>
              <a:pathLst>
                <a:path w="11993" h="1140" extrusionOk="0">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62"/>
            <p:cNvSpPr/>
            <p:nvPr/>
          </p:nvSpPr>
          <p:spPr>
            <a:xfrm>
              <a:off x="2676226" y="3817325"/>
              <a:ext cx="361679" cy="29936"/>
            </a:xfrm>
            <a:custGeom>
              <a:avLst/>
              <a:gdLst/>
              <a:ahLst/>
              <a:cxnLst/>
              <a:rect l="l" t="t" r="r" b="b"/>
              <a:pathLst>
                <a:path w="13773" h="1140" extrusionOk="0">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62"/>
            <p:cNvSpPr/>
            <p:nvPr/>
          </p:nvSpPr>
          <p:spPr>
            <a:xfrm>
              <a:off x="2812463" y="3959051"/>
              <a:ext cx="28413" cy="66123"/>
            </a:xfrm>
            <a:custGeom>
              <a:avLst/>
              <a:gdLst/>
              <a:ahLst/>
              <a:cxnLst/>
              <a:rect l="l" t="t" r="r" b="b"/>
              <a:pathLst>
                <a:path w="1082" h="2518" extrusionOk="0">
                  <a:moveTo>
                    <a:pt x="0" y="1"/>
                  </a:moveTo>
                  <a:lnTo>
                    <a:pt x="0" y="2518"/>
                  </a:lnTo>
                  <a:lnTo>
                    <a:pt x="1081" y="2518"/>
                  </a:lnTo>
                  <a:lnTo>
                    <a:pt x="1081"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62"/>
            <p:cNvSpPr/>
            <p:nvPr/>
          </p:nvSpPr>
          <p:spPr>
            <a:xfrm>
              <a:off x="2860966" y="3930664"/>
              <a:ext cx="28413" cy="94510"/>
            </a:xfrm>
            <a:custGeom>
              <a:avLst/>
              <a:gdLst/>
              <a:ahLst/>
              <a:cxnLst/>
              <a:rect l="l" t="t" r="r" b="b"/>
              <a:pathLst>
                <a:path w="1082" h="3599" extrusionOk="0">
                  <a:moveTo>
                    <a:pt x="0" y="0"/>
                  </a:moveTo>
                  <a:lnTo>
                    <a:pt x="0" y="3599"/>
                  </a:lnTo>
                  <a:lnTo>
                    <a:pt x="1082" y="3599"/>
                  </a:lnTo>
                  <a:lnTo>
                    <a:pt x="108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62"/>
            <p:cNvSpPr/>
            <p:nvPr/>
          </p:nvSpPr>
          <p:spPr>
            <a:xfrm>
              <a:off x="2908207" y="3947759"/>
              <a:ext cx="28413" cy="77414"/>
            </a:xfrm>
            <a:custGeom>
              <a:avLst/>
              <a:gdLst/>
              <a:ahLst/>
              <a:cxnLst/>
              <a:rect l="l" t="t" r="r" b="b"/>
              <a:pathLst>
                <a:path w="1082" h="2948" extrusionOk="0">
                  <a:moveTo>
                    <a:pt x="0" y="0"/>
                  </a:moveTo>
                  <a:lnTo>
                    <a:pt x="0" y="2948"/>
                  </a:lnTo>
                  <a:lnTo>
                    <a:pt x="1082" y="2948"/>
                  </a:lnTo>
                  <a:lnTo>
                    <a:pt x="1082"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62"/>
            <p:cNvSpPr/>
            <p:nvPr/>
          </p:nvSpPr>
          <p:spPr>
            <a:xfrm>
              <a:off x="2716693" y="3882161"/>
              <a:ext cx="54069" cy="13603"/>
            </a:xfrm>
            <a:custGeom>
              <a:avLst/>
              <a:gdLst/>
              <a:ahLst/>
              <a:cxnLst/>
              <a:rect l="l" t="t" r="r" b="b"/>
              <a:pathLst>
                <a:path w="2059" h="518" extrusionOk="0">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62"/>
            <p:cNvSpPr/>
            <p:nvPr/>
          </p:nvSpPr>
          <p:spPr>
            <a:xfrm>
              <a:off x="2716693" y="3904771"/>
              <a:ext cx="73659" cy="13340"/>
            </a:xfrm>
            <a:custGeom>
              <a:avLst/>
              <a:gdLst/>
              <a:ahLst/>
              <a:cxnLst/>
              <a:rect l="l" t="t" r="r" b="b"/>
              <a:pathLst>
                <a:path w="2805" h="508" extrusionOk="0">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62"/>
            <p:cNvSpPr/>
            <p:nvPr/>
          </p:nvSpPr>
          <p:spPr>
            <a:xfrm>
              <a:off x="2716693" y="3927145"/>
              <a:ext cx="73659" cy="13603"/>
            </a:xfrm>
            <a:custGeom>
              <a:avLst/>
              <a:gdLst/>
              <a:ahLst/>
              <a:cxnLst/>
              <a:rect l="l" t="t" r="r" b="b"/>
              <a:pathLst>
                <a:path w="2805" h="518" extrusionOk="0">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62"/>
            <p:cNvSpPr/>
            <p:nvPr/>
          </p:nvSpPr>
          <p:spPr>
            <a:xfrm>
              <a:off x="2716693" y="3949755"/>
              <a:ext cx="73659" cy="13603"/>
            </a:xfrm>
            <a:custGeom>
              <a:avLst/>
              <a:gdLst/>
              <a:ahLst/>
              <a:cxnLst/>
              <a:rect l="l" t="t" r="r" b="b"/>
              <a:pathLst>
                <a:path w="2805" h="518" extrusionOk="0">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62"/>
            <p:cNvSpPr/>
            <p:nvPr/>
          </p:nvSpPr>
          <p:spPr>
            <a:xfrm>
              <a:off x="2617693" y="3979428"/>
              <a:ext cx="164125" cy="164388"/>
            </a:xfrm>
            <a:custGeom>
              <a:avLst/>
              <a:gdLst/>
              <a:ahLst/>
              <a:cxnLst/>
              <a:rect l="l" t="t" r="r" b="b"/>
              <a:pathLst>
                <a:path w="6250" h="6260" extrusionOk="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62"/>
            <p:cNvSpPr/>
            <p:nvPr/>
          </p:nvSpPr>
          <p:spPr>
            <a:xfrm>
              <a:off x="2658895" y="4028167"/>
              <a:ext cx="36711" cy="66622"/>
            </a:xfrm>
            <a:custGeom>
              <a:avLst/>
              <a:gdLst/>
              <a:ahLst/>
              <a:cxnLst/>
              <a:rect l="l" t="t" r="r" b="b"/>
              <a:pathLst>
                <a:path w="1398" h="2537" extrusionOk="0">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8" name="Google Shape;8938;p62"/>
          <p:cNvGrpSpPr/>
          <p:nvPr/>
        </p:nvGrpSpPr>
        <p:grpSpPr>
          <a:xfrm>
            <a:off x="3531026" y="2266723"/>
            <a:ext cx="358134" cy="356637"/>
            <a:chOff x="3545301" y="2423523"/>
            <a:chExt cx="358134" cy="356637"/>
          </a:xfrm>
        </p:grpSpPr>
        <p:sp>
          <p:nvSpPr>
            <p:cNvPr id="8939" name="Google Shape;8939;p62"/>
            <p:cNvSpPr/>
            <p:nvPr/>
          </p:nvSpPr>
          <p:spPr>
            <a:xfrm>
              <a:off x="3545301" y="2633630"/>
              <a:ext cx="64600" cy="146531"/>
            </a:xfrm>
            <a:custGeom>
              <a:avLst/>
              <a:gdLst/>
              <a:ahLst/>
              <a:cxnLst/>
              <a:rect l="l" t="t" r="r" b="b"/>
              <a:pathLst>
                <a:path w="2460" h="5580" extrusionOk="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62"/>
            <p:cNvSpPr/>
            <p:nvPr/>
          </p:nvSpPr>
          <p:spPr>
            <a:xfrm>
              <a:off x="3545301" y="2633630"/>
              <a:ext cx="30934" cy="146531"/>
            </a:xfrm>
            <a:custGeom>
              <a:avLst/>
              <a:gdLst/>
              <a:ahLst/>
              <a:cxnLst/>
              <a:rect l="l" t="t" r="r" b="b"/>
              <a:pathLst>
                <a:path w="1178" h="5580" extrusionOk="0">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62"/>
            <p:cNvSpPr/>
            <p:nvPr/>
          </p:nvSpPr>
          <p:spPr>
            <a:xfrm>
              <a:off x="3643041" y="2597181"/>
              <a:ext cx="64888" cy="182980"/>
            </a:xfrm>
            <a:custGeom>
              <a:avLst/>
              <a:gdLst/>
              <a:ahLst/>
              <a:cxnLst/>
              <a:rect l="l" t="t" r="r" b="b"/>
              <a:pathLst>
                <a:path w="2471" h="6968" extrusionOk="0">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62"/>
            <p:cNvSpPr/>
            <p:nvPr/>
          </p:nvSpPr>
          <p:spPr>
            <a:xfrm>
              <a:off x="3643041" y="2597181"/>
              <a:ext cx="30961" cy="182980"/>
            </a:xfrm>
            <a:custGeom>
              <a:avLst/>
              <a:gdLst/>
              <a:ahLst/>
              <a:cxnLst/>
              <a:rect l="l" t="t" r="r" b="b"/>
              <a:pathLst>
                <a:path w="1179" h="6968" extrusionOk="0">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62"/>
            <p:cNvSpPr/>
            <p:nvPr/>
          </p:nvSpPr>
          <p:spPr>
            <a:xfrm>
              <a:off x="3740807" y="2560994"/>
              <a:ext cx="65125" cy="219166"/>
            </a:xfrm>
            <a:custGeom>
              <a:avLst/>
              <a:gdLst/>
              <a:ahLst/>
              <a:cxnLst/>
              <a:rect l="l" t="t" r="r" b="b"/>
              <a:pathLst>
                <a:path w="2480" h="8346" extrusionOk="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62"/>
            <p:cNvSpPr/>
            <p:nvPr/>
          </p:nvSpPr>
          <p:spPr>
            <a:xfrm>
              <a:off x="3740807" y="2560994"/>
              <a:ext cx="30934" cy="219166"/>
            </a:xfrm>
            <a:custGeom>
              <a:avLst/>
              <a:gdLst/>
              <a:ahLst/>
              <a:cxnLst/>
              <a:rect l="l" t="t" r="r" b="b"/>
              <a:pathLst>
                <a:path w="1178" h="8346" extrusionOk="0">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62"/>
            <p:cNvSpPr/>
            <p:nvPr/>
          </p:nvSpPr>
          <p:spPr>
            <a:xfrm>
              <a:off x="3838573" y="2524808"/>
              <a:ext cx="64862" cy="255352"/>
            </a:xfrm>
            <a:custGeom>
              <a:avLst/>
              <a:gdLst/>
              <a:ahLst/>
              <a:cxnLst/>
              <a:rect l="l" t="t" r="r" b="b"/>
              <a:pathLst>
                <a:path w="2470" h="9724" extrusionOk="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62"/>
            <p:cNvSpPr/>
            <p:nvPr/>
          </p:nvSpPr>
          <p:spPr>
            <a:xfrm>
              <a:off x="3838835" y="2524808"/>
              <a:ext cx="30934" cy="255352"/>
            </a:xfrm>
            <a:custGeom>
              <a:avLst/>
              <a:gdLst/>
              <a:ahLst/>
              <a:cxnLst/>
              <a:rect l="l" t="t" r="r" b="b"/>
              <a:pathLst>
                <a:path w="1178" h="9724" extrusionOk="0">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62"/>
            <p:cNvSpPr/>
            <p:nvPr/>
          </p:nvSpPr>
          <p:spPr>
            <a:xfrm>
              <a:off x="3560873" y="2423523"/>
              <a:ext cx="332767" cy="134241"/>
            </a:xfrm>
            <a:custGeom>
              <a:avLst/>
              <a:gdLst/>
              <a:ahLst/>
              <a:cxnLst/>
              <a:rect l="l" t="t" r="r" b="b"/>
              <a:pathLst>
                <a:path w="12672" h="5112" extrusionOk="0">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8" name="Google Shape;8948;p62"/>
          <p:cNvGrpSpPr/>
          <p:nvPr/>
        </p:nvGrpSpPr>
        <p:grpSpPr>
          <a:xfrm>
            <a:off x="3517187" y="3667799"/>
            <a:ext cx="377251" cy="324232"/>
            <a:chOff x="3531462" y="3824599"/>
            <a:chExt cx="377251" cy="324232"/>
          </a:xfrm>
        </p:grpSpPr>
        <p:sp>
          <p:nvSpPr>
            <p:cNvPr id="8949" name="Google Shape;8949;p62"/>
            <p:cNvSpPr/>
            <p:nvPr/>
          </p:nvSpPr>
          <p:spPr>
            <a:xfrm>
              <a:off x="3573189" y="3854772"/>
              <a:ext cx="294059" cy="294059"/>
            </a:xfrm>
            <a:custGeom>
              <a:avLst/>
              <a:gdLst/>
              <a:ahLst/>
              <a:cxnLst/>
              <a:rect l="l" t="t" r="r" b="b"/>
              <a:pathLst>
                <a:path w="11198" h="11198" extrusionOk="0">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62"/>
            <p:cNvSpPr/>
            <p:nvPr/>
          </p:nvSpPr>
          <p:spPr>
            <a:xfrm>
              <a:off x="3719457" y="3939461"/>
              <a:ext cx="78439" cy="102808"/>
            </a:xfrm>
            <a:custGeom>
              <a:avLst/>
              <a:gdLst/>
              <a:ahLst/>
              <a:cxnLst/>
              <a:rect l="l" t="t" r="r" b="b"/>
              <a:pathLst>
                <a:path w="2987" h="3915" extrusionOk="0">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62"/>
            <p:cNvSpPr/>
            <p:nvPr/>
          </p:nvSpPr>
          <p:spPr>
            <a:xfrm>
              <a:off x="3719195" y="3878144"/>
              <a:ext cx="156851" cy="203594"/>
            </a:xfrm>
            <a:custGeom>
              <a:avLst/>
              <a:gdLst/>
              <a:ahLst/>
              <a:cxnLst/>
              <a:rect l="l" t="t" r="r" b="b"/>
              <a:pathLst>
                <a:path w="5973" h="7753" extrusionOk="0">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62"/>
            <p:cNvSpPr/>
            <p:nvPr/>
          </p:nvSpPr>
          <p:spPr>
            <a:xfrm>
              <a:off x="3718959" y="3824599"/>
              <a:ext cx="189755" cy="287048"/>
            </a:xfrm>
            <a:custGeom>
              <a:avLst/>
              <a:gdLst/>
              <a:ahLst/>
              <a:cxnLst/>
              <a:rect l="l" t="t" r="r" b="b"/>
              <a:pathLst>
                <a:path w="7226" h="10931" extrusionOk="0">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62"/>
            <p:cNvSpPr/>
            <p:nvPr/>
          </p:nvSpPr>
          <p:spPr>
            <a:xfrm>
              <a:off x="3576708" y="3855008"/>
              <a:ext cx="144036" cy="147555"/>
            </a:xfrm>
            <a:custGeom>
              <a:avLst/>
              <a:gdLst/>
              <a:ahLst/>
              <a:cxnLst/>
              <a:rect l="l" t="t" r="r" b="b"/>
              <a:pathLst>
                <a:path w="5485" h="5619" extrusionOk="0">
                  <a:moveTo>
                    <a:pt x="5455" y="1"/>
                  </a:moveTo>
                  <a:cubicBezTo>
                    <a:pt x="2833" y="1"/>
                    <a:pt x="565" y="1829"/>
                    <a:pt x="0" y="4394"/>
                  </a:cubicBezTo>
                  <a:lnTo>
                    <a:pt x="5484" y="5619"/>
                  </a:lnTo>
                  <a:lnTo>
                    <a:pt x="545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62"/>
            <p:cNvSpPr/>
            <p:nvPr/>
          </p:nvSpPr>
          <p:spPr>
            <a:xfrm>
              <a:off x="3573426" y="3969870"/>
              <a:ext cx="147319" cy="173684"/>
            </a:xfrm>
            <a:custGeom>
              <a:avLst/>
              <a:gdLst/>
              <a:ahLst/>
              <a:cxnLst/>
              <a:rect l="l" t="t" r="r" b="b"/>
              <a:pathLst>
                <a:path w="5610" h="6614" extrusionOk="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62"/>
            <p:cNvSpPr/>
            <p:nvPr/>
          </p:nvSpPr>
          <p:spPr>
            <a:xfrm>
              <a:off x="3664417" y="4122178"/>
              <a:ext cx="77940" cy="26654"/>
            </a:xfrm>
            <a:custGeom>
              <a:avLst/>
              <a:gdLst/>
              <a:ahLst/>
              <a:cxnLst/>
              <a:rect l="l" t="t" r="r" b="b"/>
              <a:pathLst>
                <a:path w="2968" h="1015" extrusionOk="0">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62"/>
            <p:cNvSpPr/>
            <p:nvPr/>
          </p:nvSpPr>
          <p:spPr>
            <a:xfrm>
              <a:off x="3576708" y="3854772"/>
              <a:ext cx="143275" cy="124919"/>
            </a:xfrm>
            <a:custGeom>
              <a:avLst/>
              <a:gdLst/>
              <a:ahLst/>
              <a:cxnLst/>
              <a:rect l="l" t="t" r="r" b="b"/>
              <a:pathLst>
                <a:path w="5456" h="4757" extrusionOk="0">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62"/>
            <p:cNvSpPr/>
            <p:nvPr/>
          </p:nvSpPr>
          <p:spPr>
            <a:xfrm>
              <a:off x="3531462" y="3831217"/>
              <a:ext cx="144561" cy="112393"/>
            </a:xfrm>
            <a:custGeom>
              <a:avLst/>
              <a:gdLst/>
              <a:ahLst/>
              <a:cxnLst/>
              <a:rect l="l" t="t" r="r" b="b"/>
              <a:pathLst>
                <a:path w="5505" h="4280" extrusionOk="0">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62"/>
            <p:cNvSpPr/>
            <p:nvPr/>
          </p:nvSpPr>
          <p:spPr>
            <a:xfrm>
              <a:off x="3653098" y="3932318"/>
              <a:ext cx="36711" cy="31538"/>
            </a:xfrm>
            <a:custGeom>
              <a:avLst/>
              <a:gdLst/>
              <a:ahLst/>
              <a:cxnLst/>
              <a:rect l="l" t="t" r="r" b="b"/>
              <a:pathLst>
                <a:path w="1398" h="1201" extrusionOk="0">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62"/>
            <p:cNvSpPr/>
            <p:nvPr/>
          </p:nvSpPr>
          <p:spPr>
            <a:xfrm>
              <a:off x="3559875" y="3969870"/>
              <a:ext cx="126179" cy="173684"/>
            </a:xfrm>
            <a:custGeom>
              <a:avLst/>
              <a:gdLst/>
              <a:ahLst/>
              <a:cxnLst/>
              <a:rect l="l" t="t" r="r" b="b"/>
              <a:pathLst>
                <a:path w="4805" h="6614" extrusionOk="0">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0" name="Google Shape;8960;p62"/>
          <p:cNvGrpSpPr/>
          <p:nvPr/>
        </p:nvGrpSpPr>
        <p:grpSpPr>
          <a:xfrm>
            <a:off x="4016311" y="3648446"/>
            <a:ext cx="286523" cy="340566"/>
            <a:chOff x="4030586" y="3805246"/>
            <a:chExt cx="286523" cy="340566"/>
          </a:xfrm>
        </p:grpSpPr>
        <p:sp>
          <p:nvSpPr>
            <p:cNvPr id="8961" name="Google Shape;8961;p62"/>
            <p:cNvSpPr/>
            <p:nvPr/>
          </p:nvSpPr>
          <p:spPr>
            <a:xfrm>
              <a:off x="4030586" y="3826122"/>
              <a:ext cx="87735" cy="145533"/>
            </a:xfrm>
            <a:custGeom>
              <a:avLst/>
              <a:gdLst/>
              <a:ahLst/>
              <a:cxnLst/>
              <a:rect l="l" t="t" r="r" b="b"/>
              <a:pathLst>
                <a:path w="3341" h="5542" extrusionOk="0">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62"/>
            <p:cNvSpPr/>
            <p:nvPr/>
          </p:nvSpPr>
          <p:spPr>
            <a:xfrm>
              <a:off x="4229374" y="3825860"/>
              <a:ext cx="87735" cy="145796"/>
            </a:xfrm>
            <a:custGeom>
              <a:avLst/>
              <a:gdLst/>
              <a:ahLst/>
              <a:cxnLst/>
              <a:rect l="l" t="t" r="r" b="b"/>
              <a:pathLst>
                <a:path w="3341" h="5552" extrusionOk="0">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62"/>
            <p:cNvSpPr/>
            <p:nvPr/>
          </p:nvSpPr>
          <p:spPr>
            <a:xfrm>
              <a:off x="4162779" y="3999018"/>
              <a:ext cx="22400" cy="101547"/>
            </a:xfrm>
            <a:custGeom>
              <a:avLst/>
              <a:gdLst/>
              <a:ahLst/>
              <a:cxnLst/>
              <a:rect l="l" t="t" r="r" b="b"/>
              <a:pathLst>
                <a:path w="853" h="3867" extrusionOk="0">
                  <a:moveTo>
                    <a:pt x="0" y="1"/>
                  </a:moveTo>
                  <a:lnTo>
                    <a:pt x="0" y="3867"/>
                  </a:lnTo>
                  <a:lnTo>
                    <a:pt x="852" y="3867"/>
                  </a:lnTo>
                  <a:lnTo>
                    <a:pt x="852"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62"/>
            <p:cNvSpPr/>
            <p:nvPr/>
          </p:nvSpPr>
          <p:spPr>
            <a:xfrm>
              <a:off x="4091903" y="3816564"/>
              <a:ext cx="163889" cy="200836"/>
            </a:xfrm>
            <a:custGeom>
              <a:avLst/>
              <a:gdLst/>
              <a:ahLst/>
              <a:cxnLst/>
              <a:rect l="l" t="t" r="r" b="b"/>
              <a:pathLst>
                <a:path w="6241" h="7648" extrusionOk="0">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62"/>
            <p:cNvSpPr/>
            <p:nvPr/>
          </p:nvSpPr>
          <p:spPr>
            <a:xfrm>
              <a:off x="4158498" y="3816564"/>
              <a:ext cx="97530" cy="200836"/>
            </a:xfrm>
            <a:custGeom>
              <a:avLst/>
              <a:gdLst/>
              <a:ahLst/>
              <a:cxnLst/>
              <a:rect l="l" t="t" r="r" b="b"/>
              <a:pathLst>
                <a:path w="3714" h="7648" extrusionOk="0">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62"/>
            <p:cNvSpPr/>
            <p:nvPr/>
          </p:nvSpPr>
          <p:spPr>
            <a:xfrm>
              <a:off x="4081084" y="3805246"/>
              <a:ext cx="185501" cy="22662"/>
            </a:xfrm>
            <a:custGeom>
              <a:avLst/>
              <a:gdLst/>
              <a:ahLst/>
              <a:cxnLst/>
              <a:rect l="l" t="t" r="r" b="b"/>
              <a:pathLst>
                <a:path w="7064" h="863" extrusionOk="0">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62"/>
            <p:cNvSpPr/>
            <p:nvPr/>
          </p:nvSpPr>
          <p:spPr>
            <a:xfrm>
              <a:off x="4235913" y="3805246"/>
              <a:ext cx="30672" cy="22662"/>
            </a:xfrm>
            <a:custGeom>
              <a:avLst/>
              <a:gdLst/>
              <a:ahLst/>
              <a:cxnLst/>
              <a:rect l="l" t="t" r="r" b="b"/>
              <a:pathLst>
                <a:path w="1168" h="863" extrusionOk="0">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62"/>
            <p:cNvSpPr/>
            <p:nvPr/>
          </p:nvSpPr>
          <p:spPr>
            <a:xfrm>
              <a:off x="4133368" y="3866195"/>
              <a:ext cx="81196" cy="76627"/>
            </a:xfrm>
            <a:custGeom>
              <a:avLst/>
              <a:gdLst/>
              <a:ahLst/>
              <a:cxnLst/>
              <a:rect l="l" t="t" r="r" b="b"/>
              <a:pathLst>
                <a:path w="3092" h="2918" extrusionOk="0">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62"/>
            <p:cNvSpPr/>
            <p:nvPr/>
          </p:nvSpPr>
          <p:spPr>
            <a:xfrm>
              <a:off x="4152721" y="4004060"/>
              <a:ext cx="42489" cy="20877"/>
            </a:xfrm>
            <a:custGeom>
              <a:avLst/>
              <a:gdLst/>
              <a:ahLst/>
              <a:cxnLst/>
              <a:rect l="l" t="t" r="r" b="b"/>
              <a:pathLst>
                <a:path w="1618" h="795" extrusionOk="0">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62"/>
            <p:cNvSpPr/>
            <p:nvPr/>
          </p:nvSpPr>
          <p:spPr>
            <a:xfrm>
              <a:off x="4130348" y="4085466"/>
              <a:ext cx="87236" cy="30199"/>
            </a:xfrm>
            <a:custGeom>
              <a:avLst/>
              <a:gdLst/>
              <a:ahLst/>
              <a:cxnLst/>
              <a:rect l="l" t="t" r="r" b="b"/>
              <a:pathLst>
                <a:path w="3322" h="1150" extrusionOk="0">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62"/>
            <p:cNvSpPr/>
            <p:nvPr/>
          </p:nvSpPr>
          <p:spPr>
            <a:xfrm>
              <a:off x="4186649" y="4085466"/>
              <a:ext cx="30934" cy="29936"/>
            </a:xfrm>
            <a:custGeom>
              <a:avLst/>
              <a:gdLst/>
              <a:ahLst/>
              <a:cxnLst/>
              <a:rect l="l" t="t" r="r" b="b"/>
              <a:pathLst>
                <a:path w="1178" h="1140" extrusionOk="0">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62"/>
            <p:cNvSpPr/>
            <p:nvPr/>
          </p:nvSpPr>
          <p:spPr>
            <a:xfrm>
              <a:off x="4098941" y="4108102"/>
              <a:ext cx="150050" cy="37709"/>
            </a:xfrm>
            <a:custGeom>
              <a:avLst/>
              <a:gdLst/>
              <a:ahLst/>
              <a:cxnLst/>
              <a:rect l="l" t="t" r="r" b="b"/>
              <a:pathLst>
                <a:path w="5714" h="1436" extrusionOk="0">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62"/>
            <p:cNvSpPr/>
            <p:nvPr/>
          </p:nvSpPr>
          <p:spPr>
            <a:xfrm>
              <a:off x="4211018" y="4108102"/>
              <a:ext cx="37736" cy="37709"/>
            </a:xfrm>
            <a:custGeom>
              <a:avLst/>
              <a:gdLst/>
              <a:ahLst/>
              <a:cxnLst/>
              <a:rect l="l" t="t" r="r" b="b"/>
              <a:pathLst>
                <a:path w="1437" h="1436" extrusionOk="0">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4" name="Google Shape;8974;p62"/>
          <p:cNvGrpSpPr/>
          <p:nvPr/>
        </p:nvGrpSpPr>
        <p:grpSpPr>
          <a:xfrm>
            <a:off x="2166609" y="2731919"/>
            <a:ext cx="376752" cy="374468"/>
            <a:chOff x="2180884" y="2888719"/>
            <a:chExt cx="376752" cy="374468"/>
          </a:xfrm>
        </p:grpSpPr>
        <p:sp>
          <p:nvSpPr>
            <p:cNvPr id="8975" name="Google Shape;8975;p62"/>
            <p:cNvSpPr/>
            <p:nvPr/>
          </p:nvSpPr>
          <p:spPr>
            <a:xfrm>
              <a:off x="2180884" y="2954054"/>
              <a:ext cx="309395" cy="309133"/>
            </a:xfrm>
            <a:custGeom>
              <a:avLst/>
              <a:gdLst/>
              <a:ahLst/>
              <a:cxnLst/>
              <a:rect l="l" t="t" r="r" b="b"/>
              <a:pathLst>
                <a:path w="11782" h="11772" extrusionOk="0">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62"/>
            <p:cNvSpPr/>
            <p:nvPr/>
          </p:nvSpPr>
          <p:spPr>
            <a:xfrm>
              <a:off x="2335713" y="3102082"/>
              <a:ext cx="154330" cy="12579"/>
            </a:xfrm>
            <a:custGeom>
              <a:avLst/>
              <a:gdLst/>
              <a:ahLst/>
              <a:cxnLst/>
              <a:rect l="l" t="t" r="r" b="b"/>
              <a:pathLst>
                <a:path w="5877" h="479" extrusionOk="0">
                  <a:moveTo>
                    <a:pt x="0" y="0"/>
                  </a:moveTo>
                  <a:lnTo>
                    <a:pt x="0" y="479"/>
                  </a:lnTo>
                  <a:lnTo>
                    <a:pt x="5876" y="479"/>
                  </a:lnTo>
                  <a:lnTo>
                    <a:pt x="5876" y="240"/>
                  </a:lnTo>
                  <a:lnTo>
                    <a:pt x="5876"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62"/>
            <p:cNvSpPr/>
            <p:nvPr/>
          </p:nvSpPr>
          <p:spPr>
            <a:xfrm>
              <a:off x="2465648" y="2888719"/>
              <a:ext cx="91989" cy="89993"/>
            </a:xfrm>
            <a:custGeom>
              <a:avLst/>
              <a:gdLst/>
              <a:ahLst/>
              <a:cxnLst/>
              <a:rect l="l" t="t" r="r" b="b"/>
              <a:pathLst>
                <a:path w="3503" h="3427" extrusionOk="0">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62"/>
            <p:cNvSpPr/>
            <p:nvPr/>
          </p:nvSpPr>
          <p:spPr>
            <a:xfrm>
              <a:off x="2465648" y="2888719"/>
              <a:ext cx="61842" cy="90229"/>
            </a:xfrm>
            <a:custGeom>
              <a:avLst/>
              <a:gdLst/>
              <a:ahLst/>
              <a:cxnLst/>
              <a:rect l="l" t="t" r="r" b="b"/>
              <a:pathLst>
                <a:path w="2355" h="3436" extrusionOk="0">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62"/>
            <p:cNvSpPr/>
            <p:nvPr/>
          </p:nvSpPr>
          <p:spPr>
            <a:xfrm>
              <a:off x="2218094" y="2991002"/>
              <a:ext cx="235263" cy="235263"/>
            </a:xfrm>
            <a:custGeom>
              <a:avLst/>
              <a:gdLst/>
              <a:ahLst/>
              <a:cxnLst/>
              <a:rect l="l" t="t" r="r" b="b"/>
              <a:pathLst>
                <a:path w="8959" h="8959" extrusionOk="0">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62"/>
            <p:cNvSpPr/>
            <p:nvPr/>
          </p:nvSpPr>
          <p:spPr>
            <a:xfrm>
              <a:off x="2335713" y="3102082"/>
              <a:ext cx="117382" cy="12579"/>
            </a:xfrm>
            <a:custGeom>
              <a:avLst/>
              <a:gdLst/>
              <a:ahLst/>
              <a:cxnLst/>
              <a:rect l="l" t="t" r="r" b="b"/>
              <a:pathLst>
                <a:path w="4470" h="479" extrusionOk="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62"/>
            <p:cNvSpPr/>
            <p:nvPr/>
          </p:nvSpPr>
          <p:spPr>
            <a:xfrm>
              <a:off x="2249003" y="3021910"/>
              <a:ext cx="173185" cy="173421"/>
            </a:xfrm>
            <a:custGeom>
              <a:avLst/>
              <a:gdLst/>
              <a:ahLst/>
              <a:cxnLst/>
              <a:rect l="l" t="t" r="r" b="b"/>
              <a:pathLst>
                <a:path w="6595" h="6604" extrusionOk="0">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62"/>
            <p:cNvSpPr/>
            <p:nvPr/>
          </p:nvSpPr>
          <p:spPr>
            <a:xfrm>
              <a:off x="2335713" y="3102082"/>
              <a:ext cx="86711" cy="12579"/>
            </a:xfrm>
            <a:custGeom>
              <a:avLst/>
              <a:gdLst/>
              <a:ahLst/>
              <a:cxnLst/>
              <a:rect l="l" t="t" r="r" b="b"/>
              <a:pathLst>
                <a:path w="3302" h="479" extrusionOk="0">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62"/>
            <p:cNvSpPr/>
            <p:nvPr/>
          </p:nvSpPr>
          <p:spPr>
            <a:xfrm>
              <a:off x="2286187" y="3059094"/>
              <a:ext cx="99053" cy="99053"/>
            </a:xfrm>
            <a:custGeom>
              <a:avLst/>
              <a:gdLst/>
              <a:ahLst/>
              <a:cxnLst/>
              <a:rect l="l" t="t" r="r" b="b"/>
              <a:pathLst>
                <a:path w="3772" h="3772" extrusionOk="0">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62"/>
            <p:cNvSpPr/>
            <p:nvPr/>
          </p:nvSpPr>
          <p:spPr>
            <a:xfrm>
              <a:off x="2335713" y="3102318"/>
              <a:ext cx="49526" cy="12342"/>
            </a:xfrm>
            <a:custGeom>
              <a:avLst/>
              <a:gdLst/>
              <a:ahLst/>
              <a:cxnLst/>
              <a:rect l="l" t="t" r="r" b="b"/>
              <a:pathLst>
                <a:path w="1886" h="470" extrusionOk="0">
                  <a:moveTo>
                    <a:pt x="0" y="1"/>
                  </a:moveTo>
                  <a:lnTo>
                    <a:pt x="0" y="470"/>
                  </a:lnTo>
                  <a:lnTo>
                    <a:pt x="1866" y="470"/>
                  </a:lnTo>
                  <a:cubicBezTo>
                    <a:pt x="1886" y="317"/>
                    <a:pt x="1886" y="154"/>
                    <a:pt x="1866"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62"/>
            <p:cNvSpPr/>
            <p:nvPr/>
          </p:nvSpPr>
          <p:spPr>
            <a:xfrm>
              <a:off x="2317095" y="3090002"/>
              <a:ext cx="37237" cy="37237"/>
            </a:xfrm>
            <a:custGeom>
              <a:avLst/>
              <a:gdLst/>
              <a:ahLst/>
              <a:cxnLst/>
              <a:rect l="l" t="t" r="r" b="b"/>
              <a:pathLst>
                <a:path w="1418" h="1418" extrusionOk="0">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62"/>
            <p:cNvSpPr/>
            <p:nvPr/>
          </p:nvSpPr>
          <p:spPr>
            <a:xfrm>
              <a:off x="2335713" y="3102318"/>
              <a:ext cx="18855" cy="12342"/>
            </a:xfrm>
            <a:custGeom>
              <a:avLst/>
              <a:gdLst/>
              <a:ahLst/>
              <a:cxnLst/>
              <a:rect l="l" t="t" r="r" b="b"/>
              <a:pathLst>
                <a:path w="718" h="470" extrusionOk="0">
                  <a:moveTo>
                    <a:pt x="0" y="1"/>
                  </a:moveTo>
                  <a:lnTo>
                    <a:pt x="0" y="470"/>
                  </a:lnTo>
                  <a:lnTo>
                    <a:pt x="661" y="470"/>
                  </a:lnTo>
                  <a:cubicBezTo>
                    <a:pt x="718" y="317"/>
                    <a:pt x="718" y="154"/>
                    <a:pt x="66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62"/>
            <p:cNvSpPr/>
            <p:nvPr/>
          </p:nvSpPr>
          <p:spPr>
            <a:xfrm>
              <a:off x="2326496" y="3073169"/>
              <a:ext cx="44668" cy="41570"/>
            </a:xfrm>
            <a:custGeom>
              <a:avLst/>
              <a:gdLst/>
              <a:ahLst/>
              <a:cxnLst/>
              <a:rect l="l" t="t" r="r" b="b"/>
              <a:pathLst>
                <a:path w="1701" h="1583" extrusionOk="0">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62"/>
            <p:cNvSpPr/>
            <p:nvPr/>
          </p:nvSpPr>
          <p:spPr>
            <a:xfrm>
              <a:off x="2355566" y="2901954"/>
              <a:ext cx="188704" cy="185080"/>
            </a:xfrm>
            <a:custGeom>
              <a:avLst/>
              <a:gdLst/>
              <a:ahLst/>
              <a:cxnLst/>
              <a:rect l="l" t="t" r="r" b="b"/>
              <a:pathLst>
                <a:path w="7186" h="7048" extrusionOk="0">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9" name="Google Shape;8989;p62"/>
          <p:cNvGrpSpPr/>
          <p:nvPr/>
        </p:nvGrpSpPr>
        <p:grpSpPr>
          <a:xfrm>
            <a:off x="3940157" y="2786199"/>
            <a:ext cx="378249" cy="265909"/>
            <a:chOff x="3954432" y="2942999"/>
            <a:chExt cx="378249" cy="265909"/>
          </a:xfrm>
        </p:grpSpPr>
        <p:sp>
          <p:nvSpPr>
            <p:cNvPr id="8990" name="Google Shape;8990;p62"/>
            <p:cNvSpPr/>
            <p:nvPr/>
          </p:nvSpPr>
          <p:spPr>
            <a:xfrm>
              <a:off x="3954432" y="2981207"/>
              <a:ext cx="378249" cy="227700"/>
            </a:xfrm>
            <a:custGeom>
              <a:avLst/>
              <a:gdLst/>
              <a:ahLst/>
              <a:cxnLst/>
              <a:rect l="l" t="t" r="r" b="b"/>
              <a:pathLst>
                <a:path w="14404" h="8671" extrusionOk="0">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62"/>
            <p:cNvSpPr/>
            <p:nvPr/>
          </p:nvSpPr>
          <p:spPr>
            <a:xfrm>
              <a:off x="3954432" y="2980944"/>
              <a:ext cx="208111" cy="227727"/>
            </a:xfrm>
            <a:custGeom>
              <a:avLst/>
              <a:gdLst/>
              <a:ahLst/>
              <a:cxnLst/>
              <a:rect l="l" t="t" r="r" b="b"/>
              <a:pathLst>
                <a:path w="7925" h="8672" extrusionOk="0">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62"/>
            <p:cNvSpPr/>
            <p:nvPr/>
          </p:nvSpPr>
          <p:spPr>
            <a:xfrm>
              <a:off x="4034604" y="3013270"/>
              <a:ext cx="190516" cy="163232"/>
            </a:xfrm>
            <a:custGeom>
              <a:avLst/>
              <a:gdLst/>
              <a:ahLst/>
              <a:cxnLst/>
              <a:rect l="l" t="t" r="r" b="b"/>
              <a:pathLst>
                <a:path w="7255" h="6216" extrusionOk="0">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62"/>
            <p:cNvSpPr/>
            <p:nvPr/>
          </p:nvSpPr>
          <p:spPr>
            <a:xfrm>
              <a:off x="4062256" y="3013349"/>
              <a:ext cx="96768" cy="163101"/>
            </a:xfrm>
            <a:custGeom>
              <a:avLst/>
              <a:gdLst/>
              <a:ahLst/>
              <a:cxnLst/>
              <a:rect l="l" t="t" r="r" b="b"/>
              <a:pathLst>
                <a:path w="3685" h="6211" extrusionOk="0">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62"/>
            <p:cNvSpPr/>
            <p:nvPr/>
          </p:nvSpPr>
          <p:spPr>
            <a:xfrm>
              <a:off x="4088647" y="3053763"/>
              <a:ext cx="96007" cy="82273"/>
            </a:xfrm>
            <a:custGeom>
              <a:avLst/>
              <a:gdLst/>
              <a:ahLst/>
              <a:cxnLst/>
              <a:rect l="l" t="t" r="r" b="b"/>
              <a:pathLst>
                <a:path w="3656" h="3133" extrusionOk="0">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62"/>
            <p:cNvSpPr/>
            <p:nvPr/>
          </p:nvSpPr>
          <p:spPr>
            <a:xfrm>
              <a:off x="4102696" y="3053868"/>
              <a:ext cx="57089" cy="82246"/>
            </a:xfrm>
            <a:custGeom>
              <a:avLst/>
              <a:gdLst/>
              <a:ahLst/>
              <a:cxnLst/>
              <a:rect l="l" t="t" r="r" b="b"/>
              <a:pathLst>
                <a:path w="2174" h="3132" extrusionOk="0">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62"/>
            <p:cNvSpPr/>
            <p:nvPr/>
          </p:nvSpPr>
          <p:spPr>
            <a:xfrm>
              <a:off x="4260807" y="2996411"/>
              <a:ext cx="38051" cy="26207"/>
            </a:xfrm>
            <a:custGeom>
              <a:avLst/>
              <a:gdLst/>
              <a:ahLst/>
              <a:cxnLst/>
              <a:rect l="l" t="t" r="r" b="b"/>
              <a:pathLst>
                <a:path w="1449" h="998" extrusionOk="0">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62"/>
            <p:cNvSpPr/>
            <p:nvPr/>
          </p:nvSpPr>
          <p:spPr>
            <a:xfrm>
              <a:off x="4020528" y="2942999"/>
              <a:ext cx="229381" cy="58323"/>
            </a:xfrm>
            <a:custGeom>
              <a:avLst/>
              <a:gdLst/>
              <a:ahLst/>
              <a:cxnLst/>
              <a:rect l="l" t="t" r="r" b="b"/>
              <a:pathLst>
                <a:path w="8735" h="2221" extrusionOk="0">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62"/>
            <p:cNvSpPr/>
            <p:nvPr/>
          </p:nvSpPr>
          <p:spPr>
            <a:xfrm>
              <a:off x="4153719" y="3056337"/>
              <a:ext cx="33193" cy="28440"/>
            </a:xfrm>
            <a:custGeom>
              <a:avLst/>
              <a:gdLst/>
              <a:ahLst/>
              <a:cxnLst/>
              <a:rect l="l" t="t" r="r" b="b"/>
              <a:pathLst>
                <a:path w="1264" h="1083" extrusionOk="0">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9" name="Google Shape;8999;p62"/>
          <p:cNvGrpSpPr/>
          <p:nvPr/>
        </p:nvGrpSpPr>
        <p:grpSpPr>
          <a:xfrm>
            <a:off x="1737862" y="4109808"/>
            <a:ext cx="378512" cy="374756"/>
            <a:chOff x="1752137" y="4266608"/>
            <a:chExt cx="378512" cy="374756"/>
          </a:xfrm>
        </p:grpSpPr>
        <p:sp>
          <p:nvSpPr>
            <p:cNvPr id="9000" name="Google Shape;9000;p62"/>
            <p:cNvSpPr/>
            <p:nvPr/>
          </p:nvSpPr>
          <p:spPr>
            <a:xfrm>
              <a:off x="1752400" y="4382020"/>
              <a:ext cx="171163" cy="82220"/>
            </a:xfrm>
            <a:custGeom>
              <a:avLst/>
              <a:gdLst/>
              <a:ahLst/>
              <a:cxnLst/>
              <a:rect l="l" t="t" r="r" b="b"/>
              <a:pathLst>
                <a:path w="6518" h="3131" extrusionOk="0">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62"/>
            <p:cNvSpPr/>
            <p:nvPr/>
          </p:nvSpPr>
          <p:spPr>
            <a:xfrm>
              <a:off x="1931834" y="4472250"/>
              <a:ext cx="81957" cy="169114"/>
            </a:xfrm>
            <a:custGeom>
              <a:avLst/>
              <a:gdLst/>
              <a:ahLst/>
              <a:cxnLst/>
              <a:rect l="l" t="t" r="r" b="b"/>
              <a:pathLst>
                <a:path w="3121" h="6440" extrusionOk="0">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62"/>
            <p:cNvSpPr/>
            <p:nvPr/>
          </p:nvSpPr>
          <p:spPr>
            <a:xfrm>
              <a:off x="1752137" y="4386537"/>
              <a:ext cx="123685" cy="71664"/>
            </a:xfrm>
            <a:custGeom>
              <a:avLst/>
              <a:gdLst/>
              <a:ahLst/>
              <a:cxnLst/>
              <a:rect l="l" t="t" r="r" b="b"/>
              <a:pathLst>
                <a:path w="4710" h="2729" extrusionOk="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62"/>
            <p:cNvSpPr/>
            <p:nvPr/>
          </p:nvSpPr>
          <p:spPr>
            <a:xfrm>
              <a:off x="1931834" y="4539108"/>
              <a:ext cx="23897" cy="102256"/>
            </a:xfrm>
            <a:custGeom>
              <a:avLst/>
              <a:gdLst/>
              <a:ahLst/>
              <a:cxnLst/>
              <a:rect l="l" t="t" r="r" b="b"/>
              <a:pathLst>
                <a:path w="910" h="3894" extrusionOk="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62"/>
            <p:cNvSpPr/>
            <p:nvPr/>
          </p:nvSpPr>
          <p:spPr>
            <a:xfrm>
              <a:off x="1823512" y="4266608"/>
              <a:ext cx="307137" cy="305115"/>
            </a:xfrm>
            <a:custGeom>
              <a:avLst/>
              <a:gdLst/>
              <a:ahLst/>
              <a:cxnLst/>
              <a:rect l="l" t="t" r="r" b="b"/>
              <a:pathLst>
                <a:path w="11696" h="11619" extrusionOk="0">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62"/>
            <p:cNvSpPr/>
            <p:nvPr/>
          </p:nvSpPr>
          <p:spPr>
            <a:xfrm>
              <a:off x="1823512" y="4266686"/>
              <a:ext cx="306507" cy="227963"/>
            </a:xfrm>
            <a:custGeom>
              <a:avLst/>
              <a:gdLst/>
              <a:ahLst/>
              <a:cxnLst/>
              <a:rect l="l" t="t" r="r" b="b"/>
              <a:pathLst>
                <a:path w="11672" h="8681" extrusionOk="0">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62"/>
            <p:cNvSpPr/>
            <p:nvPr/>
          </p:nvSpPr>
          <p:spPr>
            <a:xfrm>
              <a:off x="1978078" y="4353633"/>
              <a:ext cx="64127" cy="64101"/>
            </a:xfrm>
            <a:custGeom>
              <a:avLst/>
              <a:gdLst/>
              <a:ahLst/>
              <a:cxnLst/>
              <a:rect l="l" t="t" r="r" b="b"/>
              <a:pathLst>
                <a:path w="2442" h="2441" extrusionOk="0">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62"/>
            <p:cNvSpPr/>
            <p:nvPr/>
          </p:nvSpPr>
          <p:spPr>
            <a:xfrm>
              <a:off x="1978078" y="4353660"/>
              <a:ext cx="39731" cy="64206"/>
            </a:xfrm>
            <a:custGeom>
              <a:avLst/>
              <a:gdLst/>
              <a:ahLst/>
              <a:cxnLst/>
              <a:rect l="l" t="t" r="r" b="b"/>
              <a:pathLst>
                <a:path w="1513" h="2445" extrusionOk="0">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62"/>
            <p:cNvSpPr/>
            <p:nvPr/>
          </p:nvSpPr>
          <p:spPr>
            <a:xfrm>
              <a:off x="1815476" y="4497381"/>
              <a:ext cx="82955" cy="82404"/>
            </a:xfrm>
            <a:custGeom>
              <a:avLst/>
              <a:gdLst/>
              <a:ahLst/>
              <a:cxnLst/>
              <a:rect l="l" t="t" r="r" b="b"/>
              <a:pathLst>
                <a:path w="3159" h="3138" extrusionOk="0">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62"/>
            <p:cNvSpPr/>
            <p:nvPr/>
          </p:nvSpPr>
          <p:spPr>
            <a:xfrm>
              <a:off x="1815476" y="4497381"/>
              <a:ext cx="32195" cy="35950"/>
            </a:xfrm>
            <a:custGeom>
              <a:avLst/>
              <a:gdLst/>
              <a:ahLst/>
              <a:cxnLst/>
              <a:rect l="l" t="t" r="r" b="b"/>
              <a:pathLst>
                <a:path w="1226" h="1369" extrusionOk="0">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62"/>
            <p:cNvSpPr/>
            <p:nvPr/>
          </p:nvSpPr>
          <p:spPr>
            <a:xfrm>
              <a:off x="1823512" y="4463952"/>
              <a:ext cx="108349" cy="107719"/>
            </a:xfrm>
            <a:custGeom>
              <a:avLst/>
              <a:gdLst/>
              <a:ahLst/>
              <a:cxnLst/>
              <a:rect l="l" t="t" r="r" b="b"/>
              <a:pathLst>
                <a:path w="4126" h="4102" extrusionOk="0">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62"/>
            <p:cNvSpPr/>
            <p:nvPr/>
          </p:nvSpPr>
          <p:spPr>
            <a:xfrm>
              <a:off x="1823512" y="4463952"/>
              <a:ext cx="28939" cy="30698"/>
            </a:xfrm>
            <a:custGeom>
              <a:avLst/>
              <a:gdLst/>
              <a:ahLst/>
              <a:cxnLst/>
              <a:rect l="l" t="t" r="r" b="b"/>
              <a:pathLst>
                <a:path w="1102" h="1169" extrusionOk="0">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62"/>
            <p:cNvSpPr/>
            <p:nvPr/>
          </p:nvSpPr>
          <p:spPr>
            <a:xfrm>
              <a:off x="1776034" y="4536981"/>
              <a:ext cx="33692" cy="30724"/>
            </a:xfrm>
            <a:custGeom>
              <a:avLst/>
              <a:gdLst/>
              <a:ahLst/>
              <a:cxnLst/>
              <a:rect l="l" t="t" r="r" b="b"/>
              <a:pathLst>
                <a:path w="1283" h="1170" extrusionOk="0">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62"/>
            <p:cNvSpPr/>
            <p:nvPr/>
          </p:nvSpPr>
          <p:spPr>
            <a:xfrm>
              <a:off x="1794862" y="4555730"/>
              <a:ext cx="33508" cy="30567"/>
            </a:xfrm>
            <a:custGeom>
              <a:avLst/>
              <a:gdLst/>
              <a:ahLst/>
              <a:cxnLst/>
              <a:rect l="l" t="t" r="r" b="b"/>
              <a:pathLst>
                <a:path w="1276" h="1164" extrusionOk="0">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62"/>
            <p:cNvSpPr/>
            <p:nvPr/>
          </p:nvSpPr>
          <p:spPr>
            <a:xfrm>
              <a:off x="1832309" y="4593125"/>
              <a:ext cx="33481" cy="30619"/>
            </a:xfrm>
            <a:custGeom>
              <a:avLst/>
              <a:gdLst/>
              <a:ahLst/>
              <a:cxnLst/>
              <a:rect l="l" t="t" r="r" b="b"/>
              <a:pathLst>
                <a:path w="1275" h="1166" extrusionOk="0">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62"/>
            <p:cNvSpPr/>
            <p:nvPr/>
          </p:nvSpPr>
          <p:spPr>
            <a:xfrm>
              <a:off x="1813480" y="4574322"/>
              <a:ext cx="33665" cy="30645"/>
            </a:xfrm>
            <a:custGeom>
              <a:avLst/>
              <a:gdLst/>
              <a:ahLst/>
              <a:cxnLst/>
              <a:rect l="l" t="t" r="r" b="b"/>
              <a:pathLst>
                <a:path w="1282" h="1167" extrusionOk="0">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62"/>
            <p:cNvSpPr/>
            <p:nvPr/>
          </p:nvSpPr>
          <p:spPr>
            <a:xfrm>
              <a:off x="2057751" y="4266686"/>
              <a:ext cx="72241" cy="71375"/>
            </a:xfrm>
            <a:custGeom>
              <a:avLst/>
              <a:gdLst/>
              <a:ahLst/>
              <a:cxnLst/>
              <a:rect l="l" t="t" r="r" b="b"/>
              <a:pathLst>
                <a:path w="2751" h="2718" extrusionOk="0">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62"/>
            <p:cNvSpPr/>
            <p:nvPr/>
          </p:nvSpPr>
          <p:spPr>
            <a:xfrm>
              <a:off x="2057751" y="4266686"/>
              <a:ext cx="72241" cy="31171"/>
            </a:xfrm>
            <a:custGeom>
              <a:avLst/>
              <a:gdLst/>
              <a:ahLst/>
              <a:cxnLst/>
              <a:rect l="l" t="t" r="r" b="b"/>
              <a:pathLst>
                <a:path w="2751" h="1187" extrusionOk="0">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62"/>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62"/>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62"/>
            <p:cNvSpPr/>
            <p:nvPr/>
          </p:nvSpPr>
          <p:spPr>
            <a:xfrm>
              <a:off x="1839609" y="4424378"/>
              <a:ext cx="130696" cy="131090"/>
            </a:xfrm>
            <a:custGeom>
              <a:avLst/>
              <a:gdLst/>
              <a:ahLst/>
              <a:cxnLst/>
              <a:rect l="l" t="t" r="r" b="b"/>
              <a:pathLst>
                <a:path w="4977" h="4992" extrusionOk="0">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1" name="Google Shape;9021;p62"/>
          <p:cNvGrpSpPr/>
          <p:nvPr/>
        </p:nvGrpSpPr>
        <p:grpSpPr>
          <a:xfrm>
            <a:off x="3103513" y="3655746"/>
            <a:ext cx="341065" cy="341065"/>
            <a:chOff x="3117788" y="3812546"/>
            <a:chExt cx="341065" cy="341065"/>
          </a:xfrm>
        </p:grpSpPr>
        <p:sp>
          <p:nvSpPr>
            <p:cNvPr id="9022" name="Google Shape;9022;p62"/>
            <p:cNvSpPr/>
            <p:nvPr/>
          </p:nvSpPr>
          <p:spPr>
            <a:xfrm>
              <a:off x="3117788" y="3812546"/>
              <a:ext cx="259396" cy="259370"/>
            </a:xfrm>
            <a:custGeom>
              <a:avLst/>
              <a:gdLst/>
              <a:ahLst/>
              <a:cxnLst/>
              <a:rect l="l" t="t" r="r" b="b"/>
              <a:pathLst>
                <a:path w="9878" h="9877" extrusionOk="0">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62"/>
            <p:cNvSpPr/>
            <p:nvPr/>
          </p:nvSpPr>
          <p:spPr>
            <a:xfrm>
              <a:off x="3171332" y="3885181"/>
              <a:ext cx="132981" cy="114126"/>
            </a:xfrm>
            <a:custGeom>
              <a:avLst/>
              <a:gdLst/>
              <a:ahLst/>
              <a:cxnLst/>
              <a:rect l="l" t="t" r="r" b="b"/>
              <a:pathLst>
                <a:path w="5064" h="4346" extrusionOk="0">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62"/>
            <p:cNvSpPr/>
            <p:nvPr/>
          </p:nvSpPr>
          <p:spPr>
            <a:xfrm>
              <a:off x="3209541" y="3914067"/>
              <a:ext cx="66123" cy="56485"/>
            </a:xfrm>
            <a:custGeom>
              <a:avLst/>
              <a:gdLst/>
              <a:ahLst/>
              <a:cxnLst/>
              <a:rect l="l" t="t" r="r" b="b"/>
              <a:pathLst>
                <a:path w="2518" h="2151" extrusionOk="0">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62"/>
            <p:cNvSpPr/>
            <p:nvPr/>
          </p:nvSpPr>
          <p:spPr>
            <a:xfrm>
              <a:off x="3288189" y="3982947"/>
              <a:ext cx="170664" cy="170664"/>
            </a:xfrm>
            <a:custGeom>
              <a:avLst/>
              <a:gdLst/>
              <a:ahLst/>
              <a:cxnLst/>
              <a:rect l="l" t="t" r="r" b="b"/>
              <a:pathLst>
                <a:path w="6499" h="6499" extrusionOk="0">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62"/>
            <p:cNvSpPr/>
            <p:nvPr/>
          </p:nvSpPr>
          <p:spPr>
            <a:xfrm>
              <a:off x="3316340" y="4025672"/>
              <a:ext cx="99788" cy="85371"/>
            </a:xfrm>
            <a:custGeom>
              <a:avLst/>
              <a:gdLst/>
              <a:ahLst/>
              <a:cxnLst/>
              <a:rect l="l" t="t" r="r" b="b"/>
              <a:pathLst>
                <a:path w="3800" h="3251" extrusionOk="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62"/>
            <p:cNvSpPr/>
            <p:nvPr/>
          </p:nvSpPr>
          <p:spPr>
            <a:xfrm>
              <a:off x="3339213" y="4042741"/>
              <a:ext cx="59847" cy="51260"/>
            </a:xfrm>
            <a:custGeom>
              <a:avLst/>
              <a:gdLst/>
              <a:ahLst/>
              <a:cxnLst/>
              <a:rect l="l" t="t" r="r" b="b"/>
              <a:pathLst>
                <a:path w="2279" h="1952" extrusionOk="0">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8" name="Google Shape;9028;p62"/>
          <p:cNvGrpSpPr/>
          <p:nvPr/>
        </p:nvGrpSpPr>
        <p:grpSpPr>
          <a:xfrm>
            <a:off x="3980125" y="4143132"/>
            <a:ext cx="338281" cy="322657"/>
            <a:chOff x="3994400" y="4299932"/>
            <a:chExt cx="338281" cy="322657"/>
          </a:xfrm>
        </p:grpSpPr>
        <p:sp>
          <p:nvSpPr>
            <p:cNvPr id="9029" name="Google Shape;9029;p62"/>
            <p:cNvSpPr/>
            <p:nvPr/>
          </p:nvSpPr>
          <p:spPr>
            <a:xfrm>
              <a:off x="3994400" y="4299932"/>
              <a:ext cx="286759" cy="272447"/>
            </a:xfrm>
            <a:custGeom>
              <a:avLst/>
              <a:gdLst/>
              <a:ahLst/>
              <a:cxnLst/>
              <a:rect l="l" t="t" r="r" b="b"/>
              <a:pathLst>
                <a:path w="10920" h="10375" extrusionOk="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62"/>
            <p:cNvSpPr/>
            <p:nvPr/>
          </p:nvSpPr>
          <p:spPr>
            <a:xfrm>
              <a:off x="4027829" y="4330314"/>
              <a:ext cx="223184" cy="211839"/>
            </a:xfrm>
            <a:custGeom>
              <a:avLst/>
              <a:gdLst/>
              <a:ahLst/>
              <a:cxnLst/>
              <a:rect l="l" t="t" r="r" b="b"/>
              <a:pathLst>
                <a:path w="8499" h="8067" extrusionOk="0">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62"/>
            <p:cNvSpPr/>
            <p:nvPr/>
          </p:nvSpPr>
          <p:spPr>
            <a:xfrm>
              <a:off x="4095422" y="4335330"/>
              <a:ext cx="99053" cy="201729"/>
            </a:xfrm>
            <a:custGeom>
              <a:avLst/>
              <a:gdLst/>
              <a:ahLst/>
              <a:cxnLst/>
              <a:rect l="l" t="t" r="r" b="b"/>
              <a:pathLst>
                <a:path w="3772" h="7682" extrusionOk="0">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62"/>
            <p:cNvSpPr/>
            <p:nvPr/>
          </p:nvSpPr>
          <p:spPr>
            <a:xfrm>
              <a:off x="4179611" y="4472250"/>
              <a:ext cx="153070" cy="150339"/>
            </a:xfrm>
            <a:custGeom>
              <a:avLst/>
              <a:gdLst/>
              <a:ahLst/>
              <a:cxnLst/>
              <a:rect l="l" t="t" r="r" b="b"/>
              <a:pathLst>
                <a:path w="5829" h="5725" extrusionOk="0">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62"/>
            <p:cNvSpPr/>
            <p:nvPr/>
          </p:nvSpPr>
          <p:spPr>
            <a:xfrm>
              <a:off x="4238408" y="4472250"/>
              <a:ext cx="18119" cy="23135"/>
            </a:xfrm>
            <a:custGeom>
              <a:avLst/>
              <a:gdLst/>
              <a:ahLst/>
              <a:cxnLst/>
              <a:rect l="l" t="t" r="r" b="b"/>
              <a:pathLst>
                <a:path w="690" h="881" extrusionOk="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62"/>
            <p:cNvSpPr/>
            <p:nvPr/>
          </p:nvSpPr>
          <p:spPr>
            <a:xfrm>
              <a:off x="4217321" y="4590105"/>
              <a:ext cx="28151" cy="32484"/>
            </a:xfrm>
            <a:custGeom>
              <a:avLst/>
              <a:gdLst/>
              <a:ahLst/>
              <a:cxnLst/>
              <a:rect l="l" t="t" r="r" b="b"/>
              <a:pathLst>
                <a:path w="1072" h="1237" extrusionOk="0">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62"/>
            <p:cNvSpPr/>
            <p:nvPr/>
          </p:nvSpPr>
          <p:spPr>
            <a:xfrm>
              <a:off x="4179349" y="4482412"/>
              <a:ext cx="44274" cy="114520"/>
            </a:xfrm>
            <a:custGeom>
              <a:avLst/>
              <a:gdLst/>
              <a:ahLst/>
              <a:cxnLst/>
              <a:rect l="l" t="t" r="r" b="b"/>
              <a:pathLst>
                <a:path w="1686" h="4361" extrusionOk="0">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62"/>
            <p:cNvSpPr/>
            <p:nvPr/>
          </p:nvSpPr>
          <p:spPr>
            <a:xfrm>
              <a:off x="4208760" y="4511955"/>
              <a:ext cx="82456" cy="70639"/>
            </a:xfrm>
            <a:custGeom>
              <a:avLst/>
              <a:gdLst/>
              <a:ahLst/>
              <a:cxnLst/>
              <a:rect l="l" t="t" r="r" b="b"/>
              <a:pathLst>
                <a:path w="3140" h="2690" extrusionOk="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37" name="Google Shape;9037;p62"/>
          <p:cNvSpPr/>
          <p:nvPr/>
        </p:nvSpPr>
        <p:spPr>
          <a:xfrm>
            <a:off x="3686065" y="1808828"/>
            <a:ext cx="48528" cy="24159"/>
          </a:xfrm>
          <a:custGeom>
            <a:avLst/>
            <a:gdLst/>
            <a:ahLst/>
            <a:cxnLst/>
            <a:rect l="l" t="t" r="r" b="b"/>
            <a:pathLst>
              <a:path w="1848" h="920" extrusionOk="0">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62"/>
          <p:cNvSpPr/>
          <p:nvPr/>
        </p:nvSpPr>
        <p:spPr>
          <a:xfrm>
            <a:off x="3686065" y="1808828"/>
            <a:ext cx="33455" cy="21901"/>
          </a:xfrm>
          <a:custGeom>
            <a:avLst/>
            <a:gdLst/>
            <a:ahLst/>
            <a:cxnLst/>
            <a:rect l="l" t="t" r="r" b="b"/>
            <a:pathLst>
              <a:path w="1274" h="834" extrusionOk="0">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39" name="Google Shape;9039;p62"/>
          <p:cNvGrpSpPr/>
          <p:nvPr/>
        </p:nvGrpSpPr>
        <p:grpSpPr>
          <a:xfrm>
            <a:off x="3559151" y="1808828"/>
            <a:ext cx="302358" cy="374993"/>
            <a:chOff x="3573426" y="1965628"/>
            <a:chExt cx="302358" cy="374993"/>
          </a:xfrm>
        </p:grpSpPr>
        <p:sp>
          <p:nvSpPr>
            <p:cNvPr id="9040" name="Google Shape;9040;p62"/>
            <p:cNvSpPr/>
            <p:nvPr/>
          </p:nvSpPr>
          <p:spPr>
            <a:xfrm>
              <a:off x="3688287" y="2013894"/>
              <a:ext cx="72661" cy="60582"/>
            </a:xfrm>
            <a:custGeom>
              <a:avLst/>
              <a:gdLst/>
              <a:ahLst/>
              <a:cxnLst/>
              <a:rect l="l" t="t" r="r" b="b"/>
              <a:pathLst>
                <a:path w="2767" h="2307" extrusionOk="0">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62"/>
            <p:cNvSpPr/>
            <p:nvPr/>
          </p:nvSpPr>
          <p:spPr>
            <a:xfrm>
              <a:off x="3711422" y="2013894"/>
              <a:ext cx="26391" cy="18251"/>
            </a:xfrm>
            <a:custGeom>
              <a:avLst/>
              <a:gdLst/>
              <a:ahLst/>
              <a:cxnLst/>
              <a:rect l="l" t="t" r="r" b="b"/>
              <a:pathLst>
                <a:path w="1005" h="695" extrusionOk="0">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62"/>
            <p:cNvSpPr/>
            <p:nvPr/>
          </p:nvSpPr>
          <p:spPr>
            <a:xfrm>
              <a:off x="3688287" y="2032985"/>
              <a:ext cx="72661" cy="41491"/>
            </a:xfrm>
            <a:custGeom>
              <a:avLst/>
              <a:gdLst/>
              <a:ahLst/>
              <a:cxnLst/>
              <a:rect l="l" t="t" r="r" b="b"/>
              <a:pathLst>
                <a:path w="2767" h="1580" extrusionOk="0">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62"/>
            <p:cNvSpPr/>
            <p:nvPr/>
          </p:nvSpPr>
          <p:spPr>
            <a:xfrm>
              <a:off x="3688287" y="2043804"/>
              <a:ext cx="18119" cy="30672"/>
            </a:xfrm>
            <a:custGeom>
              <a:avLst/>
              <a:gdLst/>
              <a:ahLst/>
              <a:cxnLst/>
              <a:rect l="l" t="t" r="r" b="b"/>
              <a:pathLst>
                <a:path w="690" h="1168" extrusionOk="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62"/>
            <p:cNvSpPr/>
            <p:nvPr/>
          </p:nvSpPr>
          <p:spPr>
            <a:xfrm>
              <a:off x="3742829" y="2043804"/>
              <a:ext cx="18119" cy="30672"/>
            </a:xfrm>
            <a:custGeom>
              <a:avLst/>
              <a:gdLst/>
              <a:ahLst/>
              <a:cxnLst/>
              <a:rect l="l" t="t" r="r" b="b"/>
              <a:pathLst>
                <a:path w="690" h="1168" extrusionOk="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62"/>
            <p:cNvSpPr/>
            <p:nvPr/>
          </p:nvSpPr>
          <p:spPr>
            <a:xfrm>
              <a:off x="3700340" y="1965628"/>
              <a:ext cx="48528" cy="54306"/>
            </a:xfrm>
            <a:custGeom>
              <a:avLst/>
              <a:gdLst/>
              <a:ahLst/>
              <a:cxnLst/>
              <a:rect l="l" t="t" r="r" b="b"/>
              <a:pathLst>
                <a:path w="1848" h="2068" extrusionOk="0">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62"/>
            <p:cNvSpPr/>
            <p:nvPr/>
          </p:nvSpPr>
          <p:spPr>
            <a:xfrm>
              <a:off x="3700156" y="1965628"/>
              <a:ext cx="33639" cy="54621"/>
            </a:xfrm>
            <a:custGeom>
              <a:avLst/>
              <a:gdLst/>
              <a:ahLst/>
              <a:cxnLst/>
              <a:rect l="l" t="t" r="r" b="b"/>
              <a:pathLst>
                <a:path w="1281" h="2080" extrusionOk="0">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62"/>
            <p:cNvSpPr/>
            <p:nvPr/>
          </p:nvSpPr>
          <p:spPr>
            <a:xfrm>
              <a:off x="3682247" y="2086502"/>
              <a:ext cx="84741" cy="145060"/>
            </a:xfrm>
            <a:custGeom>
              <a:avLst/>
              <a:gdLst/>
              <a:ahLst/>
              <a:cxnLst/>
              <a:rect l="l" t="t" r="r" b="b"/>
              <a:pathLst>
                <a:path w="3227" h="5524" extrusionOk="0">
                  <a:moveTo>
                    <a:pt x="1" y="1"/>
                  </a:moveTo>
                  <a:lnTo>
                    <a:pt x="1" y="5523"/>
                  </a:lnTo>
                  <a:lnTo>
                    <a:pt x="3226" y="5523"/>
                  </a:lnTo>
                  <a:lnTo>
                    <a:pt x="3226"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62"/>
            <p:cNvSpPr/>
            <p:nvPr/>
          </p:nvSpPr>
          <p:spPr>
            <a:xfrm>
              <a:off x="3682247" y="2170955"/>
              <a:ext cx="84741" cy="60608"/>
            </a:xfrm>
            <a:custGeom>
              <a:avLst/>
              <a:gdLst/>
              <a:ahLst/>
              <a:cxnLst/>
              <a:rect l="l" t="t" r="r" b="b"/>
              <a:pathLst>
                <a:path w="3227" h="2308" extrusionOk="0">
                  <a:moveTo>
                    <a:pt x="1" y="1"/>
                  </a:moveTo>
                  <a:lnTo>
                    <a:pt x="1" y="2307"/>
                  </a:lnTo>
                  <a:lnTo>
                    <a:pt x="3226" y="2307"/>
                  </a:lnTo>
                  <a:lnTo>
                    <a:pt x="3226"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62"/>
            <p:cNvSpPr/>
            <p:nvPr/>
          </p:nvSpPr>
          <p:spPr>
            <a:xfrm>
              <a:off x="3754882"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62"/>
            <p:cNvSpPr/>
            <p:nvPr/>
          </p:nvSpPr>
          <p:spPr>
            <a:xfrm>
              <a:off x="3754646"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62"/>
            <p:cNvSpPr/>
            <p:nvPr/>
          </p:nvSpPr>
          <p:spPr>
            <a:xfrm>
              <a:off x="3754882"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62"/>
            <p:cNvSpPr/>
            <p:nvPr/>
          </p:nvSpPr>
          <p:spPr>
            <a:xfrm>
              <a:off x="3754882"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62"/>
            <p:cNvSpPr/>
            <p:nvPr/>
          </p:nvSpPr>
          <p:spPr>
            <a:xfrm>
              <a:off x="3736789" y="2219457"/>
              <a:ext cx="84715" cy="96794"/>
            </a:xfrm>
            <a:custGeom>
              <a:avLst/>
              <a:gdLst/>
              <a:ahLst/>
              <a:cxnLst/>
              <a:rect l="l" t="t" r="r" b="b"/>
              <a:pathLst>
                <a:path w="3226"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62"/>
            <p:cNvSpPr/>
            <p:nvPr/>
          </p:nvSpPr>
          <p:spPr>
            <a:xfrm>
              <a:off x="3736789" y="2233296"/>
              <a:ext cx="18119" cy="82955"/>
            </a:xfrm>
            <a:custGeom>
              <a:avLst/>
              <a:gdLst/>
              <a:ahLst/>
              <a:cxnLst/>
              <a:rect l="l" t="t" r="r" b="b"/>
              <a:pathLst>
                <a:path w="690" h="3159" extrusionOk="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62"/>
            <p:cNvSpPr/>
            <p:nvPr/>
          </p:nvSpPr>
          <p:spPr>
            <a:xfrm>
              <a:off x="3803148" y="2233296"/>
              <a:ext cx="18119" cy="82955"/>
            </a:xfrm>
            <a:custGeom>
              <a:avLst/>
              <a:gdLst/>
              <a:ahLst/>
              <a:cxnLst/>
              <a:rect l="l" t="t" r="r" b="b"/>
              <a:pathLst>
                <a:path w="690" h="3159" extrusionOk="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62"/>
            <p:cNvSpPr/>
            <p:nvPr/>
          </p:nvSpPr>
          <p:spPr>
            <a:xfrm>
              <a:off x="3646061"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62"/>
            <p:cNvSpPr/>
            <p:nvPr/>
          </p:nvSpPr>
          <p:spPr>
            <a:xfrm>
              <a:off x="3645824"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62"/>
            <p:cNvSpPr/>
            <p:nvPr/>
          </p:nvSpPr>
          <p:spPr>
            <a:xfrm>
              <a:off x="3646061"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62"/>
            <p:cNvSpPr/>
            <p:nvPr/>
          </p:nvSpPr>
          <p:spPr>
            <a:xfrm>
              <a:off x="3646061"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62"/>
            <p:cNvSpPr/>
            <p:nvPr/>
          </p:nvSpPr>
          <p:spPr>
            <a:xfrm>
              <a:off x="3627968" y="2219457"/>
              <a:ext cx="84478" cy="96794"/>
            </a:xfrm>
            <a:custGeom>
              <a:avLst/>
              <a:gdLst/>
              <a:ahLst/>
              <a:cxnLst/>
              <a:rect l="l" t="t" r="r" b="b"/>
              <a:pathLst>
                <a:path w="3217"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62"/>
            <p:cNvSpPr/>
            <p:nvPr/>
          </p:nvSpPr>
          <p:spPr>
            <a:xfrm>
              <a:off x="3627968" y="2233296"/>
              <a:ext cx="18119" cy="82955"/>
            </a:xfrm>
            <a:custGeom>
              <a:avLst/>
              <a:gdLst/>
              <a:ahLst/>
              <a:cxnLst/>
              <a:rect l="l" t="t" r="r" b="b"/>
              <a:pathLst>
                <a:path w="690" h="3159" extrusionOk="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62"/>
            <p:cNvSpPr/>
            <p:nvPr/>
          </p:nvSpPr>
          <p:spPr>
            <a:xfrm>
              <a:off x="3694327" y="2233296"/>
              <a:ext cx="18119" cy="82955"/>
            </a:xfrm>
            <a:custGeom>
              <a:avLst/>
              <a:gdLst/>
              <a:ahLst/>
              <a:cxnLst/>
              <a:rect l="l" t="t" r="r" b="b"/>
              <a:pathLst>
                <a:path w="690" h="3159" extrusionOk="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62"/>
            <p:cNvSpPr/>
            <p:nvPr/>
          </p:nvSpPr>
          <p:spPr>
            <a:xfrm>
              <a:off x="3809162" y="2213417"/>
              <a:ext cx="48528" cy="72661"/>
            </a:xfrm>
            <a:custGeom>
              <a:avLst/>
              <a:gdLst/>
              <a:ahLst/>
              <a:cxnLst/>
              <a:rect l="l" t="t" r="r" b="b"/>
              <a:pathLst>
                <a:path w="1848" h="2767" extrusionOk="0">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62"/>
            <p:cNvSpPr/>
            <p:nvPr/>
          </p:nvSpPr>
          <p:spPr>
            <a:xfrm>
              <a:off x="3809162"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62"/>
            <p:cNvSpPr/>
            <p:nvPr/>
          </p:nvSpPr>
          <p:spPr>
            <a:xfrm>
              <a:off x="3809162"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62"/>
            <p:cNvSpPr/>
            <p:nvPr/>
          </p:nvSpPr>
          <p:spPr>
            <a:xfrm>
              <a:off x="3809162" y="2213417"/>
              <a:ext cx="27442" cy="54069"/>
            </a:xfrm>
            <a:custGeom>
              <a:avLst/>
              <a:gdLst/>
              <a:ahLst/>
              <a:cxnLst/>
              <a:rect l="l" t="t" r="r" b="b"/>
              <a:pathLst>
                <a:path w="1045" h="2059" extrusionOk="0">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62"/>
            <p:cNvSpPr/>
            <p:nvPr/>
          </p:nvSpPr>
          <p:spPr>
            <a:xfrm>
              <a:off x="3791331" y="2280039"/>
              <a:ext cx="84452" cy="60319"/>
            </a:xfrm>
            <a:custGeom>
              <a:avLst/>
              <a:gdLst/>
              <a:ahLst/>
              <a:cxnLst/>
              <a:rect l="l" t="t" r="r" b="b"/>
              <a:pathLst>
                <a:path w="3216" h="2297" extrusionOk="0">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62"/>
            <p:cNvSpPr/>
            <p:nvPr/>
          </p:nvSpPr>
          <p:spPr>
            <a:xfrm>
              <a:off x="3791068"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62"/>
            <p:cNvSpPr/>
            <p:nvPr/>
          </p:nvSpPr>
          <p:spPr>
            <a:xfrm>
              <a:off x="3857664" y="2293589"/>
              <a:ext cx="17883" cy="47032"/>
            </a:xfrm>
            <a:custGeom>
              <a:avLst/>
              <a:gdLst/>
              <a:ahLst/>
              <a:cxnLst/>
              <a:rect l="l" t="t" r="r" b="b"/>
              <a:pathLst>
                <a:path w="681" h="1791" extrusionOk="0">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62"/>
            <p:cNvSpPr/>
            <p:nvPr/>
          </p:nvSpPr>
          <p:spPr>
            <a:xfrm>
              <a:off x="3700340" y="2213417"/>
              <a:ext cx="48528" cy="72661"/>
            </a:xfrm>
            <a:custGeom>
              <a:avLst/>
              <a:gdLst/>
              <a:ahLst/>
              <a:cxnLst/>
              <a:rect l="l" t="t" r="r" b="b"/>
              <a:pathLst>
                <a:path w="1848"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62"/>
            <p:cNvSpPr/>
            <p:nvPr/>
          </p:nvSpPr>
          <p:spPr>
            <a:xfrm>
              <a:off x="3700340"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62"/>
            <p:cNvSpPr/>
            <p:nvPr/>
          </p:nvSpPr>
          <p:spPr>
            <a:xfrm>
              <a:off x="3700340"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62"/>
            <p:cNvSpPr/>
            <p:nvPr/>
          </p:nvSpPr>
          <p:spPr>
            <a:xfrm>
              <a:off x="3700340" y="2213417"/>
              <a:ext cx="27442" cy="54069"/>
            </a:xfrm>
            <a:custGeom>
              <a:avLst/>
              <a:gdLst/>
              <a:ahLst/>
              <a:cxnLst/>
              <a:rect l="l" t="t" r="r" b="b"/>
              <a:pathLst>
                <a:path w="1045" h="2059" extrusionOk="0">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62"/>
            <p:cNvSpPr/>
            <p:nvPr/>
          </p:nvSpPr>
          <p:spPr>
            <a:xfrm>
              <a:off x="3682247" y="2280039"/>
              <a:ext cx="84741" cy="60319"/>
            </a:xfrm>
            <a:custGeom>
              <a:avLst/>
              <a:gdLst/>
              <a:ahLst/>
              <a:cxnLst/>
              <a:rect l="l" t="t" r="r" b="b"/>
              <a:pathLst>
                <a:path w="3227" h="2297" extrusionOk="0">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62"/>
            <p:cNvSpPr/>
            <p:nvPr/>
          </p:nvSpPr>
          <p:spPr>
            <a:xfrm>
              <a:off x="3682247" y="2293353"/>
              <a:ext cx="18119" cy="47005"/>
            </a:xfrm>
            <a:custGeom>
              <a:avLst/>
              <a:gdLst/>
              <a:ahLst/>
              <a:cxnLst/>
              <a:rect l="l" t="t" r="r" b="b"/>
              <a:pathLst>
                <a:path w="690" h="1790" extrusionOk="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62"/>
            <p:cNvSpPr/>
            <p:nvPr/>
          </p:nvSpPr>
          <p:spPr>
            <a:xfrm>
              <a:off x="3748842" y="2293589"/>
              <a:ext cx="18146" cy="47032"/>
            </a:xfrm>
            <a:custGeom>
              <a:avLst/>
              <a:gdLst/>
              <a:ahLst/>
              <a:cxnLst/>
              <a:rect l="l" t="t" r="r" b="b"/>
              <a:pathLst>
                <a:path w="691" h="1791" extrusionOk="0">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62"/>
            <p:cNvSpPr/>
            <p:nvPr/>
          </p:nvSpPr>
          <p:spPr>
            <a:xfrm>
              <a:off x="3591519" y="2213417"/>
              <a:ext cx="48555" cy="72661"/>
            </a:xfrm>
            <a:custGeom>
              <a:avLst/>
              <a:gdLst/>
              <a:ahLst/>
              <a:cxnLst/>
              <a:rect l="l" t="t" r="r" b="b"/>
              <a:pathLst>
                <a:path w="1849"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62"/>
            <p:cNvSpPr/>
            <p:nvPr/>
          </p:nvSpPr>
          <p:spPr>
            <a:xfrm>
              <a:off x="3591519" y="2213417"/>
              <a:ext cx="27179" cy="72661"/>
            </a:xfrm>
            <a:custGeom>
              <a:avLst/>
              <a:gdLst/>
              <a:ahLst/>
              <a:cxnLst/>
              <a:rect l="l" t="t" r="r" b="b"/>
              <a:pathLst>
                <a:path w="1035" h="2767" extrusionOk="0">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62"/>
            <p:cNvSpPr/>
            <p:nvPr/>
          </p:nvSpPr>
          <p:spPr>
            <a:xfrm>
              <a:off x="3591519" y="2213417"/>
              <a:ext cx="48555" cy="54332"/>
            </a:xfrm>
            <a:custGeom>
              <a:avLst/>
              <a:gdLst/>
              <a:ahLst/>
              <a:cxnLst/>
              <a:rect l="l" t="t" r="r" b="b"/>
              <a:pathLst>
                <a:path w="1849" h="2069" extrusionOk="0">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62"/>
            <p:cNvSpPr/>
            <p:nvPr/>
          </p:nvSpPr>
          <p:spPr>
            <a:xfrm>
              <a:off x="3591519" y="2213417"/>
              <a:ext cx="27442" cy="54069"/>
            </a:xfrm>
            <a:custGeom>
              <a:avLst/>
              <a:gdLst/>
              <a:ahLst/>
              <a:cxnLst/>
              <a:rect l="l" t="t" r="r" b="b"/>
              <a:pathLst>
                <a:path w="1045" h="2059" extrusionOk="0">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62"/>
            <p:cNvSpPr/>
            <p:nvPr/>
          </p:nvSpPr>
          <p:spPr>
            <a:xfrm>
              <a:off x="3573688" y="2280039"/>
              <a:ext cx="84478" cy="60319"/>
            </a:xfrm>
            <a:custGeom>
              <a:avLst/>
              <a:gdLst/>
              <a:ahLst/>
              <a:cxnLst/>
              <a:rect l="l" t="t" r="r" b="b"/>
              <a:pathLst>
                <a:path w="3217" h="2297" extrusionOk="0">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62"/>
            <p:cNvSpPr/>
            <p:nvPr/>
          </p:nvSpPr>
          <p:spPr>
            <a:xfrm>
              <a:off x="3573426"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62"/>
            <p:cNvSpPr/>
            <p:nvPr/>
          </p:nvSpPr>
          <p:spPr>
            <a:xfrm>
              <a:off x="3640047" y="2293353"/>
              <a:ext cx="18119" cy="47005"/>
            </a:xfrm>
            <a:custGeom>
              <a:avLst/>
              <a:gdLst/>
              <a:ahLst/>
              <a:cxnLst/>
              <a:rect l="l" t="t" r="r" b="b"/>
              <a:pathLst>
                <a:path w="690" h="1790" extrusionOk="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62"/>
            <p:cNvSpPr/>
            <p:nvPr/>
          </p:nvSpPr>
          <p:spPr>
            <a:xfrm>
              <a:off x="3666228" y="2068409"/>
              <a:ext cx="117041" cy="24159"/>
            </a:xfrm>
            <a:custGeom>
              <a:avLst/>
              <a:gdLst/>
              <a:ahLst/>
              <a:cxnLst/>
              <a:rect l="l" t="t" r="r" b="b"/>
              <a:pathLst>
                <a:path w="4457" h="920" extrusionOk="0">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62"/>
            <p:cNvSpPr/>
            <p:nvPr/>
          </p:nvSpPr>
          <p:spPr>
            <a:xfrm>
              <a:off x="3706380" y="2110635"/>
              <a:ext cx="36475" cy="18119"/>
            </a:xfrm>
            <a:custGeom>
              <a:avLst/>
              <a:gdLst/>
              <a:ahLst/>
              <a:cxnLst/>
              <a:rect l="l" t="t" r="r" b="b"/>
              <a:pathLst>
                <a:path w="1389" h="690" extrusionOk="0">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62"/>
            <p:cNvSpPr/>
            <p:nvPr/>
          </p:nvSpPr>
          <p:spPr>
            <a:xfrm>
              <a:off x="3682247" y="2080489"/>
              <a:ext cx="84741" cy="12080"/>
            </a:xfrm>
            <a:custGeom>
              <a:avLst/>
              <a:gdLst/>
              <a:ahLst/>
              <a:cxnLst/>
              <a:rect l="l" t="t" r="r" b="b"/>
              <a:pathLst>
                <a:path w="3227" h="460" extrusionOk="0">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7" name="Google Shape;9087;p62"/>
          <p:cNvGrpSpPr/>
          <p:nvPr/>
        </p:nvGrpSpPr>
        <p:grpSpPr>
          <a:xfrm>
            <a:off x="3499357" y="2751772"/>
            <a:ext cx="355876" cy="331007"/>
            <a:chOff x="3513632" y="2908572"/>
            <a:chExt cx="355876" cy="331007"/>
          </a:xfrm>
        </p:grpSpPr>
        <p:sp>
          <p:nvSpPr>
            <p:cNvPr id="9088" name="Google Shape;9088;p62"/>
            <p:cNvSpPr/>
            <p:nvPr/>
          </p:nvSpPr>
          <p:spPr>
            <a:xfrm>
              <a:off x="3576944" y="2916870"/>
              <a:ext cx="187024" cy="322709"/>
            </a:xfrm>
            <a:custGeom>
              <a:avLst/>
              <a:gdLst/>
              <a:ahLst/>
              <a:cxnLst/>
              <a:rect l="l" t="t" r="r" b="b"/>
              <a:pathLst>
                <a:path w="7122" h="12289" extrusionOk="0">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62"/>
            <p:cNvSpPr/>
            <p:nvPr/>
          </p:nvSpPr>
          <p:spPr>
            <a:xfrm>
              <a:off x="3725734" y="2916870"/>
              <a:ext cx="38235" cy="322709"/>
            </a:xfrm>
            <a:custGeom>
              <a:avLst/>
              <a:gdLst/>
              <a:ahLst/>
              <a:cxnLst/>
              <a:rect l="l" t="t" r="r" b="b"/>
              <a:pathLst>
                <a:path w="1456" h="12289" extrusionOk="0">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62"/>
            <p:cNvSpPr/>
            <p:nvPr/>
          </p:nvSpPr>
          <p:spPr>
            <a:xfrm>
              <a:off x="3576944" y="2916870"/>
              <a:ext cx="187024" cy="53544"/>
            </a:xfrm>
            <a:custGeom>
              <a:avLst/>
              <a:gdLst/>
              <a:ahLst/>
              <a:cxnLst/>
              <a:rect l="l" t="t" r="r" b="b"/>
              <a:pathLst>
                <a:path w="7122" h="2039" extrusionOk="0">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62"/>
            <p:cNvSpPr/>
            <p:nvPr/>
          </p:nvSpPr>
          <p:spPr>
            <a:xfrm>
              <a:off x="3725734" y="2916870"/>
              <a:ext cx="38235" cy="53544"/>
            </a:xfrm>
            <a:custGeom>
              <a:avLst/>
              <a:gdLst/>
              <a:ahLst/>
              <a:cxnLst/>
              <a:rect l="l" t="t" r="r" b="b"/>
              <a:pathLst>
                <a:path w="1456" h="2039" extrusionOk="0">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62"/>
            <p:cNvSpPr/>
            <p:nvPr/>
          </p:nvSpPr>
          <p:spPr>
            <a:xfrm>
              <a:off x="3576944" y="3186009"/>
              <a:ext cx="187024" cy="53570"/>
            </a:xfrm>
            <a:custGeom>
              <a:avLst/>
              <a:gdLst/>
              <a:ahLst/>
              <a:cxnLst/>
              <a:rect l="l" t="t" r="r" b="b"/>
              <a:pathLst>
                <a:path w="7122" h="2040" extrusionOk="0">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62"/>
            <p:cNvSpPr/>
            <p:nvPr/>
          </p:nvSpPr>
          <p:spPr>
            <a:xfrm>
              <a:off x="3725734" y="3186009"/>
              <a:ext cx="37972" cy="53570"/>
            </a:xfrm>
            <a:custGeom>
              <a:avLst/>
              <a:gdLst/>
              <a:ahLst/>
              <a:cxnLst/>
              <a:rect l="l" t="t" r="r" b="b"/>
              <a:pathLst>
                <a:path w="1446" h="2040" extrusionOk="0">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62"/>
            <p:cNvSpPr/>
            <p:nvPr/>
          </p:nvSpPr>
          <p:spPr>
            <a:xfrm>
              <a:off x="3664653" y="3010854"/>
              <a:ext cx="204854" cy="134215"/>
            </a:xfrm>
            <a:custGeom>
              <a:avLst/>
              <a:gdLst/>
              <a:ahLst/>
              <a:cxnLst/>
              <a:rect l="l" t="t" r="r" b="b"/>
              <a:pathLst>
                <a:path w="7801" h="5111" extrusionOk="0">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62"/>
            <p:cNvSpPr/>
            <p:nvPr/>
          </p:nvSpPr>
          <p:spPr>
            <a:xfrm>
              <a:off x="3843352" y="3010854"/>
              <a:ext cx="26155" cy="134215"/>
            </a:xfrm>
            <a:custGeom>
              <a:avLst/>
              <a:gdLst/>
              <a:ahLst/>
              <a:cxnLst/>
              <a:rect l="l" t="t" r="r" b="b"/>
              <a:pathLst>
                <a:path w="996" h="5111" extrusionOk="0">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62"/>
            <p:cNvSpPr/>
            <p:nvPr/>
          </p:nvSpPr>
          <p:spPr>
            <a:xfrm>
              <a:off x="3768958" y="3033228"/>
              <a:ext cx="55067" cy="47163"/>
            </a:xfrm>
            <a:custGeom>
              <a:avLst/>
              <a:gdLst/>
              <a:ahLst/>
              <a:cxnLst/>
              <a:rect l="l" t="t" r="r" b="b"/>
              <a:pathLst>
                <a:path w="2097" h="1796" extrusionOk="0">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62"/>
            <p:cNvSpPr/>
            <p:nvPr/>
          </p:nvSpPr>
          <p:spPr>
            <a:xfrm>
              <a:off x="3793589" y="3033228"/>
              <a:ext cx="55067" cy="47163"/>
            </a:xfrm>
            <a:custGeom>
              <a:avLst/>
              <a:gdLst/>
              <a:ahLst/>
              <a:cxnLst/>
              <a:rect l="l" t="t" r="r" b="b"/>
              <a:pathLst>
                <a:path w="2097" h="1796" extrusionOk="0">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62"/>
            <p:cNvSpPr/>
            <p:nvPr/>
          </p:nvSpPr>
          <p:spPr>
            <a:xfrm>
              <a:off x="3688024" y="3034462"/>
              <a:ext cx="65624" cy="44511"/>
            </a:xfrm>
            <a:custGeom>
              <a:avLst/>
              <a:gdLst/>
              <a:ahLst/>
              <a:cxnLst/>
              <a:rect l="l" t="t" r="r" b="b"/>
              <a:pathLst>
                <a:path w="2499" h="1695" extrusionOk="0">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62"/>
            <p:cNvSpPr/>
            <p:nvPr/>
          </p:nvSpPr>
          <p:spPr>
            <a:xfrm>
              <a:off x="3684768" y="3089004"/>
              <a:ext cx="166646" cy="29437"/>
            </a:xfrm>
            <a:custGeom>
              <a:avLst/>
              <a:gdLst/>
              <a:ahLst/>
              <a:cxnLst/>
              <a:rect l="l" t="t" r="r" b="b"/>
              <a:pathLst>
                <a:path w="6346" h="1121" extrusionOk="0">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62"/>
            <p:cNvSpPr/>
            <p:nvPr/>
          </p:nvSpPr>
          <p:spPr>
            <a:xfrm>
              <a:off x="3664653" y="2993628"/>
              <a:ext cx="10084" cy="169036"/>
            </a:xfrm>
            <a:custGeom>
              <a:avLst/>
              <a:gdLst/>
              <a:ahLst/>
              <a:cxnLst/>
              <a:rect l="l" t="t" r="r" b="b"/>
              <a:pathLst>
                <a:path w="384" h="6437" extrusionOk="0">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62"/>
            <p:cNvSpPr/>
            <p:nvPr/>
          </p:nvSpPr>
          <p:spPr>
            <a:xfrm>
              <a:off x="3513632" y="2908572"/>
              <a:ext cx="114126" cy="97687"/>
            </a:xfrm>
            <a:custGeom>
              <a:avLst/>
              <a:gdLst/>
              <a:ahLst/>
              <a:cxnLst/>
              <a:rect l="l" t="t" r="r" b="b"/>
              <a:pathLst>
                <a:path w="4346" h="3720" extrusionOk="0">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62"/>
            <p:cNvSpPr/>
            <p:nvPr/>
          </p:nvSpPr>
          <p:spPr>
            <a:xfrm>
              <a:off x="3571167" y="2908572"/>
              <a:ext cx="58586" cy="97661"/>
            </a:xfrm>
            <a:custGeom>
              <a:avLst/>
              <a:gdLst/>
              <a:ahLst/>
              <a:cxnLst/>
              <a:rect l="l" t="t" r="r" b="b"/>
              <a:pathLst>
                <a:path w="2231" h="3719" extrusionOk="0">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62"/>
            <p:cNvSpPr/>
            <p:nvPr/>
          </p:nvSpPr>
          <p:spPr>
            <a:xfrm>
              <a:off x="3557486" y="2942237"/>
              <a:ext cx="42672" cy="30199"/>
            </a:xfrm>
            <a:custGeom>
              <a:avLst/>
              <a:gdLst/>
              <a:ahLst/>
              <a:cxnLst/>
              <a:rect l="l" t="t" r="r" b="b"/>
              <a:pathLst>
                <a:path w="1625" h="1150" extrusionOk="0">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4" name="Google Shape;9104;p62"/>
          <p:cNvGrpSpPr/>
          <p:nvPr/>
        </p:nvGrpSpPr>
        <p:grpSpPr>
          <a:xfrm>
            <a:off x="2679808" y="2731630"/>
            <a:ext cx="235762" cy="374756"/>
            <a:chOff x="2694083" y="2888430"/>
            <a:chExt cx="235762" cy="374756"/>
          </a:xfrm>
        </p:grpSpPr>
        <p:sp>
          <p:nvSpPr>
            <p:cNvPr id="9105" name="Google Shape;9105;p62"/>
            <p:cNvSpPr/>
            <p:nvPr/>
          </p:nvSpPr>
          <p:spPr>
            <a:xfrm>
              <a:off x="2808682" y="2888430"/>
              <a:ext cx="30173" cy="36002"/>
            </a:xfrm>
            <a:custGeom>
              <a:avLst/>
              <a:gdLst/>
              <a:ahLst/>
              <a:cxnLst/>
              <a:rect l="l" t="t" r="r" b="b"/>
              <a:pathLst>
                <a:path w="1149" h="1371" extrusionOk="0">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62"/>
            <p:cNvSpPr/>
            <p:nvPr/>
          </p:nvSpPr>
          <p:spPr>
            <a:xfrm>
              <a:off x="2784549" y="2912091"/>
              <a:ext cx="139257" cy="266408"/>
            </a:xfrm>
            <a:custGeom>
              <a:avLst/>
              <a:gdLst/>
              <a:ahLst/>
              <a:cxnLst/>
              <a:rect l="l" t="t" r="r" b="b"/>
              <a:pathLst>
                <a:path w="5303" h="10145" extrusionOk="0">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62"/>
            <p:cNvSpPr/>
            <p:nvPr/>
          </p:nvSpPr>
          <p:spPr>
            <a:xfrm>
              <a:off x="2694083" y="2934202"/>
              <a:ext cx="223945" cy="256376"/>
            </a:xfrm>
            <a:custGeom>
              <a:avLst/>
              <a:gdLst/>
              <a:ahLst/>
              <a:cxnLst/>
              <a:rect l="l" t="t" r="r" b="b"/>
              <a:pathLst>
                <a:path w="8528" h="9763" extrusionOk="0">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62"/>
            <p:cNvSpPr/>
            <p:nvPr/>
          </p:nvSpPr>
          <p:spPr>
            <a:xfrm>
              <a:off x="2771997" y="2954238"/>
              <a:ext cx="12710" cy="18461"/>
            </a:xfrm>
            <a:custGeom>
              <a:avLst/>
              <a:gdLst/>
              <a:ahLst/>
              <a:cxnLst/>
              <a:rect l="l" t="t" r="r" b="b"/>
              <a:pathLst>
                <a:path w="484" h="703" extrusionOk="0">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62"/>
            <p:cNvSpPr/>
            <p:nvPr/>
          </p:nvSpPr>
          <p:spPr>
            <a:xfrm>
              <a:off x="2695843" y="2997830"/>
              <a:ext cx="155853" cy="186709"/>
            </a:xfrm>
            <a:custGeom>
              <a:avLst/>
              <a:gdLst/>
              <a:ahLst/>
              <a:cxnLst/>
              <a:rect l="l" t="t" r="r" b="b"/>
              <a:pathLst>
                <a:path w="5935" h="7110" extrusionOk="0">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62"/>
            <p:cNvSpPr/>
            <p:nvPr/>
          </p:nvSpPr>
          <p:spPr>
            <a:xfrm>
              <a:off x="2736047" y="3178735"/>
              <a:ext cx="181719" cy="30173"/>
            </a:xfrm>
            <a:custGeom>
              <a:avLst/>
              <a:gdLst/>
              <a:ahLst/>
              <a:cxnLst/>
              <a:rect l="l" t="t" r="r" b="b"/>
              <a:pathLst>
                <a:path w="6920" h="1149" extrusionOk="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62"/>
            <p:cNvSpPr/>
            <p:nvPr/>
          </p:nvSpPr>
          <p:spPr>
            <a:xfrm>
              <a:off x="2736047" y="3178735"/>
              <a:ext cx="60608" cy="30173"/>
            </a:xfrm>
            <a:custGeom>
              <a:avLst/>
              <a:gdLst/>
              <a:ahLst/>
              <a:cxnLst/>
              <a:rect l="l" t="t" r="r" b="b"/>
              <a:pathLst>
                <a:path w="2308" h="1149" extrusionOk="0">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62"/>
            <p:cNvSpPr/>
            <p:nvPr/>
          </p:nvSpPr>
          <p:spPr>
            <a:xfrm>
              <a:off x="2723993" y="3202605"/>
              <a:ext cx="205852" cy="60582"/>
            </a:xfrm>
            <a:custGeom>
              <a:avLst/>
              <a:gdLst/>
              <a:ahLst/>
              <a:cxnLst/>
              <a:rect l="l" t="t" r="r" b="b"/>
              <a:pathLst>
                <a:path w="7839" h="2307" extrusionOk="0">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62"/>
            <p:cNvSpPr/>
            <p:nvPr/>
          </p:nvSpPr>
          <p:spPr>
            <a:xfrm>
              <a:off x="2723993" y="3202605"/>
              <a:ext cx="78675" cy="60582"/>
            </a:xfrm>
            <a:custGeom>
              <a:avLst/>
              <a:gdLst/>
              <a:ahLst/>
              <a:cxnLst/>
              <a:rect l="l" t="t" r="r" b="b"/>
              <a:pathLst>
                <a:path w="2996" h="2307" extrusionOk="0">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4" name="Google Shape;9114;p62"/>
          <p:cNvGrpSpPr/>
          <p:nvPr/>
        </p:nvGrpSpPr>
        <p:grpSpPr>
          <a:xfrm>
            <a:off x="857259" y="4143788"/>
            <a:ext cx="357661" cy="311155"/>
            <a:chOff x="871534" y="4300588"/>
            <a:chExt cx="357661" cy="311155"/>
          </a:xfrm>
        </p:grpSpPr>
        <p:sp>
          <p:nvSpPr>
            <p:cNvPr id="9115" name="Google Shape;9115;p62"/>
            <p:cNvSpPr/>
            <p:nvPr/>
          </p:nvSpPr>
          <p:spPr>
            <a:xfrm>
              <a:off x="992672" y="4300588"/>
              <a:ext cx="115386" cy="62368"/>
            </a:xfrm>
            <a:custGeom>
              <a:avLst/>
              <a:gdLst/>
              <a:ahLst/>
              <a:cxnLst/>
              <a:rect l="l" t="t" r="r" b="b"/>
              <a:pathLst>
                <a:path w="4394" h="2375" extrusionOk="0">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62"/>
            <p:cNvSpPr/>
            <p:nvPr/>
          </p:nvSpPr>
          <p:spPr>
            <a:xfrm>
              <a:off x="883089" y="4473510"/>
              <a:ext cx="334526" cy="138233"/>
            </a:xfrm>
            <a:custGeom>
              <a:avLst/>
              <a:gdLst/>
              <a:ahLst/>
              <a:cxnLst/>
              <a:rect l="l" t="t" r="r" b="b"/>
              <a:pathLst>
                <a:path w="12739" h="5264" extrusionOk="0">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62"/>
            <p:cNvSpPr/>
            <p:nvPr/>
          </p:nvSpPr>
          <p:spPr>
            <a:xfrm>
              <a:off x="883089" y="4473248"/>
              <a:ext cx="334526" cy="138495"/>
            </a:xfrm>
            <a:custGeom>
              <a:avLst/>
              <a:gdLst/>
              <a:ahLst/>
              <a:cxnLst/>
              <a:rect l="l" t="t" r="r" b="b"/>
              <a:pathLst>
                <a:path w="12739" h="5274" extrusionOk="0">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62"/>
            <p:cNvSpPr/>
            <p:nvPr/>
          </p:nvSpPr>
          <p:spPr>
            <a:xfrm>
              <a:off x="871534" y="4358150"/>
              <a:ext cx="357661" cy="149813"/>
            </a:xfrm>
            <a:custGeom>
              <a:avLst/>
              <a:gdLst/>
              <a:ahLst/>
              <a:cxnLst/>
              <a:rect l="l" t="t" r="r" b="b"/>
              <a:pathLst>
                <a:path w="13620" h="5705" extrusionOk="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62"/>
            <p:cNvSpPr/>
            <p:nvPr/>
          </p:nvSpPr>
          <p:spPr>
            <a:xfrm>
              <a:off x="900446" y="4358150"/>
              <a:ext cx="299837" cy="17358"/>
            </a:xfrm>
            <a:custGeom>
              <a:avLst/>
              <a:gdLst/>
              <a:ahLst/>
              <a:cxnLst/>
              <a:rect l="l" t="t" r="r" b="b"/>
              <a:pathLst>
                <a:path w="11418" h="661" extrusionOk="0">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62"/>
            <p:cNvSpPr/>
            <p:nvPr/>
          </p:nvSpPr>
          <p:spPr>
            <a:xfrm>
              <a:off x="929332" y="4358150"/>
              <a:ext cx="34453" cy="253593"/>
            </a:xfrm>
            <a:custGeom>
              <a:avLst/>
              <a:gdLst/>
              <a:ahLst/>
              <a:cxnLst/>
              <a:rect l="l" t="t" r="r" b="b"/>
              <a:pathLst>
                <a:path w="1312" h="9657" extrusionOk="0">
                  <a:moveTo>
                    <a:pt x="1" y="0"/>
                  </a:moveTo>
                  <a:lnTo>
                    <a:pt x="1" y="9657"/>
                  </a:lnTo>
                  <a:lnTo>
                    <a:pt x="1312" y="9657"/>
                  </a:lnTo>
                  <a:lnTo>
                    <a:pt x="131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62"/>
            <p:cNvSpPr/>
            <p:nvPr/>
          </p:nvSpPr>
          <p:spPr>
            <a:xfrm>
              <a:off x="929332" y="4358150"/>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62"/>
            <p:cNvSpPr/>
            <p:nvPr/>
          </p:nvSpPr>
          <p:spPr>
            <a:xfrm>
              <a:off x="929332" y="4525269"/>
              <a:ext cx="34453" cy="17384"/>
            </a:xfrm>
            <a:custGeom>
              <a:avLst/>
              <a:gdLst/>
              <a:ahLst/>
              <a:cxnLst/>
              <a:rect l="l" t="t" r="r" b="b"/>
              <a:pathLst>
                <a:path w="1312" h="662" extrusionOk="0">
                  <a:moveTo>
                    <a:pt x="1" y="1"/>
                  </a:moveTo>
                  <a:lnTo>
                    <a:pt x="1" y="661"/>
                  </a:lnTo>
                  <a:lnTo>
                    <a:pt x="1312" y="661"/>
                  </a:lnTo>
                  <a:lnTo>
                    <a:pt x="131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62"/>
            <p:cNvSpPr/>
            <p:nvPr/>
          </p:nvSpPr>
          <p:spPr>
            <a:xfrm>
              <a:off x="929332" y="4485065"/>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62"/>
            <p:cNvSpPr/>
            <p:nvPr/>
          </p:nvSpPr>
          <p:spPr>
            <a:xfrm>
              <a:off x="917778" y="4479025"/>
              <a:ext cx="57588" cy="52047"/>
            </a:xfrm>
            <a:custGeom>
              <a:avLst/>
              <a:gdLst/>
              <a:ahLst/>
              <a:cxnLst/>
              <a:rect l="l" t="t" r="r" b="b"/>
              <a:pathLst>
                <a:path w="2193"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62"/>
            <p:cNvSpPr/>
            <p:nvPr/>
          </p:nvSpPr>
          <p:spPr>
            <a:xfrm>
              <a:off x="940651" y="4479603"/>
              <a:ext cx="11581" cy="28361"/>
            </a:xfrm>
            <a:custGeom>
              <a:avLst/>
              <a:gdLst/>
              <a:ahLst/>
              <a:cxnLst/>
              <a:rect l="l" t="t" r="r" b="b"/>
              <a:pathLst>
                <a:path w="441" h="1080" extrusionOk="0">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62"/>
            <p:cNvSpPr/>
            <p:nvPr/>
          </p:nvSpPr>
          <p:spPr>
            <a:xfrm>
              <a:off x="929332" y="4588844"/>
              <a:ext cx="34453" cy="22899"/>
            </a:xfrm>
            <a:custGeom>
              <a:avLst/>
              <a:gdLst/>
              <a:ahLst/>
              <a:cxnLst/>
              <a:rect l="l" t="t" r="r" b="b"/>
              <a:pathLst>
                <a:path w="1312" h="872" extrusionOk="0">
                  <a:moveTo>
                    <a:pt x="1" y="1"/>
                  </a:moveTo>
                  <a:lnTo>
                    <a:pt x="1" y="872"/>
                  </a:lnTo>
                  <a:lnTo>
                    <a:pt x="1312" y="872"/>
                  </a:lnTo>
                  <a:lnTo>
                    <a:pt x="131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62"/>
            <p:cNvSpPr/>
            <p:nvPr/>
          </p:nvSpPr>
          <p:spPr>
            <a:xfrm>
              <a:off x="1136918" y="4358150"/>
              <a:ext cx="34716" cy="253593"/>
            </a:xfrm>
            <a:custGeom>
              <a:avLst/>
              <a:gdLst/>
              <a:ahLst/>
              <a:cxnLst/>
              <a:rect l="l" t="t" r="r" b="b"/>
              <a:pathLst>
                <a:path w="1322" h="9657" extrusionOk="0">
                  <a:moveTo>
                    <a:pt x="1" y="0"/>
                  </a:moveTo>
                  <a:lnTo>
                    <a:pt x="1" y="9657"/>
                  </a:lnTo>
                  <a:lnTo>
                    <a:pt x="1322" y="9657"/>
                  </a:lnTo>
                  <a:lnTo>
                    <a:pt x="132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62"/>
            <p:cNvSpPr/>
            <p:nvPr/>
          </p:nvSpPr>
          <p:spPr>
            <a:xfrm>
              <a:off x="1136918" y="4358150"/>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62"/>
            <p:cNvSpPr/>
            <p:nvPr/>
          </p:nvSpPr>
          <p:spPr>
            <a:xfrm>
              <a:off x="1136918" y="4525269"/>
              <a:ext cx="34716" cy="17384"/>
            </a:xfrm>
            <a:custGeom>
              <a:avLst/>
              <a:gdLst/>
              <a:ahLst/>
              <a:cxnLst/>
              <a:rect l="l" t="t" r="r" b="b"/>
              <a:pathLst>
                <a:path w="1322" h="662" extrusionOk="0">
                  <a:moveTo>
                    <a:pt x="1" y="1"/>
                  </a:moveTo>
                  <a:lnTo>
                    <a:pt x="1" y="661"/>
                  </a:lnTo>
                  <a:lnTo>
                    <a:pt x="1322" y="661"/>
                  </a:lnTo>
                  <a:lnTo>
                    <a:pt x="132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62"/>
            <p:cNvSpPr/>
            <p:nvPr/>
          </p:nvSpPr>
          <p:spPr>
            <a:xfrm>
              <a:off x="1136918" y="4485065"/>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62"/>
            <p:cNvSpPr/>
            <p:nvPr/>
          </p:nvSpPr>
          <p:spPr>
            <a:xfrm>
              <a:off x="1125363" y="4479025"/>
              <a:ext cx="57825" cy="52047"/>
            </a:xfrm>
            <a:custGeom>
              <a:avLst/>
              <a:gdLst/>
              <a:ahLst/>
              <a:cxnLst/>
              <a:rect l="l" t="t" r="r" b="b"/>
              <a:pathLst>
                <a:path w="2202"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62"/>
            <p:cNvSpPr/>
            <p:nvPr/>
          </p:nvSpPr>
          <p:spPr>
            <a:xfrm>
              <a:off x="1148105" y="4478841"/>
              <a:ext cx="12211" cy="29122"/>
            </a:xfrm>
            <a:custGeom>
              <a:avLst/>
              <a:gdLst/>
              <a:ahLst/>
              <a:cxnLst/>
              <a:rect l="l" t="t" r="r" b="b"/>
              <a:pathLst>
                <a:path w="465" h="1109" extrusionOk="0">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62"/>
            <p:cNvSpPr/>
            <p:nvPr/>
          </p:nvSpPr>
          <p:spPr>
            <a:xfrm>
              <a:off x="1136918" y="4588844"/>
              <a:ext cx="34716" cy="22899"/>
            </a:xfrm>
            <a:custGeom>
              <a:avLst/>
              <a:gdLst/>
              <a:ahLst/>
              <a:cxnLst/>
              <a:rect l="l" t="t" r="r" b="b"/>
              <a:pathLst>
                <a:path w="1322" h="872" extrusionOk="0">
                  <a:moveTo>
                    <a:pt x="1" y="1"/>
                  </a:moveTo>
                  <a:lnTo>
                    <a:pt x="1" y="872"/>
                  </a:lnTo>
                  <a:lnTo>
                    <a:pt x="1322" y="872"/>
                  </a:lnTo>
                  <a:lnTo>
                    <a:pt x="132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62"/>
            <p:cNvSpPr/>
            <p:nvPr/>
          </p:nvSpPr>
          <p:spPr>
            <a:xfrm>
              <a:off x="1021584" y="4461956"/>
              <a:ext cx="57562" cy="23135"/>
            </a:xfrm>
            <a:custGeom>
              <a:avLst/>
              <a:gdLst/>
              <a:ahLst/>
              <a:cxnLst/>
              <a:rect l="l" t="t" r="r" b="b"/>
              <a:pathLst>
                <a:path w="2192" h="881" extrusionOk="0">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62"/>
            <p:cNvSpPr/>
            <p:nvPr/>
          </p:nvSpPr>
          <p:spPr>
            <a:xfrm>
              <a:off x="1021584" y="4473510"/>
              <a:ext cx="57562" cy="11581"/>
            </a:xfrm>
            <a:custGeom>
              <a:avLst/>
              <a:gdLst/>
              <a:ahLst/>
              <a:cxnLst/>
              <a:rect l="l" t="t" r="r" b="b"/>
              <a:pathLst>
                <a:path w="2192" h="441" extrusionOk="0">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6" name="Google Shape;9136;p62"/>
          <p:cNvGrpSpPr/>
          <p:nvPr/>
        </p:nvGrpSpPr>
        <p:grpSpPr>
          <a:xfrm>
            <a:off x="901744" y="3664806"/>
            <a:ext cx="250100" cy="336785"/>
            <a:chOff x="916019" y="3821606"/>
            <a:chExt cx="250100" cy="336785"/>
          </a:xfrm>
        </p:grpSpPr>
        <p:sp>
          <p:nvSpPr>
            <p:cNvPr id="9137" name="Google Shape;9137;p62"/>
            <p:cNvSpPr/>
            <p:nvPr/>
          </p:nvSpPr>
          <p:spPr>
            <a:xfrm>
              <a:off x="995429" y="3887676"/>
              <a:ext cx="32694" cy="71926"/>
            </a:xfrm>
            <a:custGeom>
              <a:avLst/>
              <a:gdLst/>
              <a:ahLst/>
              <a:cxnLst/>
              <a:rect l="l" t="t" r="r" b="b"/>
              <a:pathLst>
                <a:path w="1245" h="2739" extrusionOk="0">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62"/>
            <p:cNvSpPr/>
            <p:nvPr/>
          </p:nvSpPr>
          <p:spPr>
            <a:xfrm>
              <a:off x="1008506" y="3881163"/>
              <a:ext cx="78176" cy="78439"/>
            </a:xfrm>
            <a:custGeom>
              <a:avLst/>
              <a:gdLst/>
              <a:ahLst/>
              <a:cxnLst/>
              <a:rect l="l" t="t" r="r" b="b"/>
              <a:pathLst>
                <a:path w="2977" h="2987" extrusionOk="0">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62"/>
            <p:cNvSpPr/>
            <p:nvPr/>
          </p:nvSpPr>
          <p:spPr>
            <a:xfrm>
              <a:off x="1021584" y="3978903"/>
              <a:ext cx="38970" cy="28939"/>
            </a:xfrm>
            <a:custGeom>
              <a:avLst/>
              <a:gdLst/>
              <a:ahLst/>
              <a:cxnLst/>
              <a:rect l="l" t="t" r="r" b="b"/>
              <a:pathLst>
                <a:path w="1484" h="1102" extrusionOk="0">
                  <a:moveTo>
                    <a:pt x="0" y="1"/>
                  </a:moveTo>
                  <a:lnTo>
                    <a:pt x="0" y="1102"/>
                  </a:lnTo>
                  <a:lnTo>
                    <a:pt x="1483" y="1102"/>
                  </a:lnTo>
                  <a:lnTo>
                    <a:pt x="14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62"/>
            <p:cNvSpPr/>
            <p:nvPr/>
          </p:nvSpPr>
          <p:spPr>
            <a:xfrm>
              <a:off x="1021584" y="3979166"/>
              <a:ext cx="39232" cy="15861"/>
            </a:xfrm>
            <a:custGeom>
              <a:avLst/>
              <a:gdLst/>
              <a:ahLst/>
              <a:cxnLst/>
              <a:rect l="l" t="t" r="r" b="b"/>
              <a:pathLst>
                <a:path w="1494" h="604" extrusionOk="0">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62"/>
            <p:cNvSpPr/>
            <p:nvPr/>
          </p:nvSpPr>
          <p:spPr>
            <a:xfrm>
              <a:off x="975839" y="3994738"/>
              <a:ext cx="130460" cy="55067"/>
            </a:xfrm>
            <a:custGeom>
              <a:avLst/>
              <a:gdLst/>
              <a:ahLst/>
              <a:cxnLst/>
              <a:rect l="l" t="t" r="r" b="b"/>
              <a:pathLst>
                <a:path w="4968" h="2097" extrusionOk="0">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62"/>
            <p:cNvSpPr/>
            <p:nvPr/>
          </p:nvSpPr>
          <p:spPr>
            <a:xfrm>
              <a:off x="1034635" y="4007815"/>
              <a:ext cx="13104" cy="52809"/>
            </a:xfrm>
            <a:custGeom>
              <a:avLst/>
              <a:gdLst/>
              <a:ahLst/>
              <a:cxnLst/>
              <a:rect l="l" t="t" r="r" b="b"/>
              <a:pathLst>
                <a:path w="499" h="2011" extrusionOk="0">
                  <a:moveTo>
                    <a:pt x="125" y="1"/>
                  </a:moveTo>
                  <a:lnTo>
                    <a:pt x="1" y="2010"/>
                  </a:lnTo>
                  <a:lnTo>
                    <a:pt x="498" y="2010"/>
                  </a:lnTo>
                  <a:lnTo>
                    <a:pt x="374"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62"/>
            <p:cNvSpPr/>
            <p:nvPr/>
          </p:nvSpPr>
          <p:spPr>
            <a:xfrm>
              <a:off x="1001968" y="3914041"/>
              <a:ext cx="78176" cy="71427"/>
            </a:xfrm>
            <a:custGeom>
              <a:avLst/>
              <a:gdLst/>
              <a:ahLst/>
              <a:cxnLst/>
              <a:rect l="l" t="t" r="r" b="b"/>
              <a:pathLst>
                <a:path w="2977" h="2720" extrusionOk="0">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62"/>
            <p:cNvSpPr/>
            <p:nvPr/>
          </p:nvSpPr>
          <p:spPr>
            <a:xfrm>
              <a:off x="1001968" y="3914041"/>
              <a:ext cx="78176" cy="70167"/>
            </a:xfrm>
            <a:custGeom>
              <a:avLst/>
              <a:gdLst/>
              <a:ahLst/>
              <a:cxnLst/>
              <a:rect l="l" t="t" r="r" b="b"/>
              <a:pathLst>
                <a:path w="2977" h="2672" extrusionOk="0">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62"/>
            <p:cNvSpPr/>
            <p:nvPr/>
          </p:nvSpPr>
          <p:spPr>
            <a:xfrm>
              <a:off x="1034635" y="4007815"/>
              <a:ext cx="13104" cy="13104"/>
            </a:xfrm>
            <a:custGeom>
              <a:avLst/>
              <a:gdLst/>
              <a:ahLst/>
              <a:cxnLst/>
              <a:rect l="l" t="t" r="r" b="b"/>
              <a:pathLst>
                <a:path w="499" h="499" extrusionOk="0">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62"/>
            <p:cNvSpPr/>
            <p:nvPr/>
          </p:nvSpPr>
          <p:spPr>
            <a:xfrm>
              <a:off x="1014284" y="3989643"/>
              <a:ext cx="26917" cy="27442"/>
            </a:xfrm>
            <a:custGeom>
              <a:avLst/>
              <a:gdLst/>
              <a:ahLst/>
              <a:cxnLst/>
              <a:rect l="l" t="t" r="r" b="b"/>
              <a:pathLst>
                <a:path w="1025" h="1045" extrusionOk="0">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62"/>
            <p:cNvSpPr/>
            <p:nvPr/>
          </p:nvSpPr>
          <p:spPr>
            <a:xfrm>
              <a:off x="1041174" y="3989643"/>
              <a:ext cx="26680" cy="27442"/>
            </a:xfrm>
            <a:custGeom>
              <a:avLst/>
              <a:gdLst/>
              <a:ahLst/>
              <a:cxnLst/>
              <a:rect l="l" t="t" r="r" b="b"/>
              <a:pathLst>
                <a:path w="1016" h="1045" extrusionOk="0">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62"/>
            <p:cNvSpPr/>
            <p:nvPr/>
          </p:nvSpPr>
          <p:spPr>
            <a:xfrm>
              <a:off x="916019" y="3821606"/>
              <a:ext cx="250100" cy="336785"/>
            </a:xfrm>
            <a:custGeom>
              <a:avLst/>
              <a:gdLst/>
              <a:ahLst/>
              <a:cxnLst/>
              <a:rect l="l" t="t" r="r" b="b"/>
              <a:pathLst>
                <a:path w="9524" h="12825" extrusionOk="0">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62"/>
            <p:cNvSpPr/>
            <p:nvPr/>
          </p:nvSpPr>
          <p:spPr>
            <a:xfrm>
              <a:off x="916019" y="3821606"/>
              <a:ext cx="241539" cy="336785"/>
            </a:xfrm>
            <a:custGeom>
              <a:avLst/>
              <a:gdLst/>
              <a:ahLst/>
              <a:cxnLst/>
              <a:rect l="l" t="t" r="r" b="b"/>
              <a:pathLst>
                <a:path w="9198" h="12825" extrusionOk="0">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0" name="Google Shape;9150;p62"/>
          <p:cNvGrpSpPr/>
          <p:nvPr/>
        </p:nvGrpSpPr>
        <p:grpSpPr>
          <a:xfrm>
            <a:off x="835411" y="2752770"/>
            <a:ext cx="374730" cy="332504"/>
            <a:chOff x="849686" y="2909570"/>
            <a:chExt cx="374730" cy="332504"/>
          </a:xfrm>
        </p:grpSpPr>
        <p:sp>
          <p:nvSpPr>
            <p:cNvPr id="9151" name="Google Shape;9151;p62"/>
            <p:cNvSpPr/>
            <p:nvPr/>
          </p:nvSpPr>
          <p:spPr>
            <a:xfrm>
              <a:off x="1006747" y="2909570"/>
              <a:ext cx="217669" cy="181483"/>
            </a:xfrm>
            <a:custGeom>
              <a:avLst/>
              <a:gdLst/>
              <a:ahLst/>
              <a:cxnLst/>
              <a:rect l="l" t="t" r="r" b="b"/>
              <a:pathLst>
                <a:path w="8289" h="6911" extrusionOk="0">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62"/>
            <p:cNvSpPr/>
            <p:nvPr/>
          </p:nvSpPr>
          <p:spPr>
            <a:xfrm>
              <a:off x="849686" y="3053580"/>
              <a:ext cx="217905" cy="188494"/>
            </a:xfrm>
            <a:custGeom>
              <a:avLst/>
              <a:gdLst/>
              <a:ahLst/>
              <a:cxnLst/>
              <a:rect l="l" t="t" r="r" b="b"/>
              <a:pathLst>
                <a:path w="8298" h="7178" extrusionOk="0">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62"/>
            <p:cNvSpPr/>
            <p:nvPr/>
          </p:nvSpPr>
          <p:spPr>
            <a:xfrm>
              <a:off x="889391" y="3145306"/>
              <a:ext cx="41491" cy="18119"/>
            </a:xfrm>
            <a:custGeom>
              <a:avLst/>
              <a:gdLst/>
              <a:ahLst/>
              <a:cxnLst/>
              <a:rect l="l" t="t" r="r" b="b"/>
              <a:pathLst>
                <a:path w="1580" h="690" extrusionOk="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62"/>
            <p:cNvSpPr/>
            <p:nvPr/>
          </p:nvSpPr>
          <p:spPr>
            <a:xfrm>
              <a:off x="867779" y="3060617"/>
              <a:ext cx="30435" cy="66622"/>
            </a:xfrm>
            <a:custGeom>
              <a:avLst/>
              <a:gdLst/>
              <a:ahLst/>
              <a:cxnLst/>
              <a:rect l="l" t="t" r="r" b="b"/>
              <a:pathLst>
                <a:path w="1159" h="2537" extrusionOk="0">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62"/>
            <p:cNvSpPr/>
            <p:nvPr/>
          </p:nvSpPr>
          <p:spPr>
            <a:xfrm>
              <a:off x="879832" y="3054577"/>
              <a:ext cx="72661" cy="72661"/>
            </a:xfrm>
            <a:custGeom>
              <a:avLst/>
              <a:gdLst/>
              <a:ahLst/>
              <a:cxnLst/>
              <a:rect l="l" t="t" r="r" b="b"/>
              <a:pathLst>
                <a:path w="2767" h="2767" extrusionOk="0">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62"/>
            <p:cNvSpPr/>
            <p:nvPr/>
          </p:nvSpPr>
          <p:spPr>
            <a:xfrm>
              <a:off x="873793" y="3084986"/>
              <a:ext cx="72661" cy="66385"/>
            </a:xfrm>
            <a:custGeom>
              <a:avLst/>
              <a:gdLst/>
              <a:ahLst/>
              <a:cxnLst/>
              <a:rect l="l" t="t" r="r" b="b"/>
              <a:pathLst>
                <a:path w="2767" h="2528" extrusionOk="0">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62"/>
            <p:cNvSpPr/>
            <p:nvPr/>
          </p:nvSpPr>
          <p:spPr>
            <a:xfrm>
              <a:off x="873793" y="3084986"/>
              <a:ext cx="72399" cy="65125"/>
            </a:xfrm>
            <a:custGeom>
              <a:avLst/>
              <a:gdLst/>
              <a:ahLst/>
              <a:cxnLst/>
              <a:rect l="l" t="t" r="r" b="b"/>
              <a:pathLst>
                <a:path w="2757" h="2480" extrusionOk="0">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62"/>
            <p:cNvSpPr/>
            <p:nvPr/>
          </p:nvSpPr>
          <p:spPr>
            <a:xfrm>
              <a:off x="849686" y="3080706"/>
              <a:ext cx="199313" cy="161368"/>
            </a:xfrm>
            <a:custGeom>
              <a:avLst/>
              <a:gdLst/>
              <a:ahLst/>
              <a:cxnLst/>
              <a:rect l="l" t="t" r="r" b="b"/>
              <a:pathLst>
                <a:path w="7590" h="6145" extrusionOk="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62"/>
            <p:cNvSpPr/>
            <p:nvPr/>
          </p:nvSpPr>
          <p:spPr>
            <a:xfrm>
              <a:off x="849686" y="3175715"/>
              <a:ext cx="24133" cy="66359"/>
            </a:xfrm>
            <a:custGeom>
              <a:avLst/>
              <a:gdLst/>
              <a:ahLst/>
              <a:cxnLst/>
              <a:rect l="l" t="t" r="r" b="b"/>
              <a:pathLst>
                <a:path w="919" h="2527" extrusionOk="0">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62"/>
            <p:cNvSpPr/>
            <p:nvPr/>
          </p:nvSpPr>
          <p:spPr>
            <a:xfrm>
              <a:off x="946428" y="3080706"/>
              <a:ext cx="102572" cy="129199"/>
            </a:xfrm>
            <a:custGeom>
              <a:avLst/>
              <a:gdLst/>
              <a:ahLst/>
              <a:cxnLst/>
              <a:rect l="l" t="t" r="r" b="b"/>
              <a:pathLst>
                <a:path w="3906" h="4920" extrusionOk="0">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62"/>
            <p:cNvSpPr/>
            <p:nvPr/>
          </p:nvSpPr>
          <p:spPr>
            <a:xfrm>
              <a:off x="1023343" y="2936723"/>
              <a:ext cx="180327" cy="115544"/>
            </a:xfrm>
            <a:custGeom>
              <a:avLst/>
              <a:gdLst/>
              <a:ahLst/>
              <a:cxnLst/>
              <a:rect l="l" t="t" r="r" b="b"/>
              <a:pathLst>
                <a:path w="6867" h="4400" extrusionOk="0">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2" name="Google Shape;9162;p62"/>
          <p:cNvGrpSpPr/>
          <p:nvPr/>
        </p:nvGrpSpPr>
        <p:grpSpPr>
          <a:xfrm>
            <a:off x="1721292" y="2263441"/>
            <a:ext cx="417718" cy="372866"/>
            <a:chOff x="1735567" y="2420241"/>
            <a:chExt cx="417718" cy="372866"/>
          </a:xfrm>
        </p:grpSpPr>
        <p:sp>
          <p:nvSpPr>
            <p:cNvPr id="9163" name="Google Shape;9163;p62"/>
            <p:cNvSpPr/>
            <p:nvPr/>
          </p:nvSpPr>
          <p:spPr>
            <a:xfrm>
              <a:off x="1833569" y="2468822"/>
              <a:ext cx="284265" cy="163022"/>
            </a:xfrm>
            <a:custGeom>
              <a:avLst/>
              <a:gdLst/>
              <a:ahLst/>
              <a:cxnLst/>
              <a:rect l="l" t="t" r="r" b="b"/>
              <a:pathLst>
                <a:path w="10825" h="6208" extrusionOk="0">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62"/>
            <p:cNvSpPr/>
            <p:nvPr/>
          </p:nvSpPr>
          <p:spPr>
            <a:xfrm>
              <a:off x="1845124" y="2716821"/>
              <a:ext cx="89258" cy="76285"/>
            </a:xfrm>
            <a:custGeom>
              <a:avLst/>
              <a:gdLst/>
              <a:ahLst/>
              <a:cxnLst/>
              <a:rect l="l" t="t" r="r" b="b"/>
              <a:pathLst>
                <a:path w="3399" h="2905" extrusionOk="0">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62"/>
            <p:cNvSpPr/>
            <p:nvPr/>
          </p:nvSpPr>
          <p:spPr>
            <a:xfrm>
              <a:off x="1873038" y="2737409"/>
              <a:ext cx="40493" cy="34873"/>
            </a:xfrm>
            <a:custGeom>
              <a:avLst/>
              <a:gdLst/>
              <a:ahLst/>
              <a:cxnLst/>
              <a:rect l="l" t="t" r="r" b="b"/>
              <a:pathLst>
                <a:path w="1542" h="1328" extrusionOk="0">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62"/>
            <p:cNvSpPr/>
            <p:nvPr/>
          </p:nvSpPr>
          <p:spPr>
            <a:xfrm>
              <a:off x="1996933" y="2716821"/>
              <a:ext cx="89231" cy="76285"/>
            </a:xfrm>
            <a:custGeom>
              <a:avLst/>
              <a:gdLst/>
              <a:ahLst/>
              <a:cxnLst/>
              <a:rect l="l" t="t" r="r" b="b"/>
              <a:pathLst>
                <a:path w="3398" h="2905" extrusionOk="0">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62"/>
            <p:cNvSpPr/>
            <p:nvPr/>
          </p:nvSpPr>
          <p:spPr>
            <a:xfrm>
              <a:off x="2024585" y="2737672"/>
              <a:ext cx="40729" cy="34689"/>
            </a:xfrm>
            <a:custGeom>
              <a:avLst/>
              <a:gdLst/>
              <a:ahLst/>
              <a:cxnLst/>
              <a:rect l="l" t="t" r="r" b="b"/>
              <a:pathLst>
                <a:path w="1551" h="1321" extrusionOk="0">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62"/>
            <p:cNvSpPr/>
            <p:nvPr/>
          </p:nvSpPr>
          <p:spPr>
            <a:xfrm>
              <a:off x="1818496" y="2447893"/>
              <a:ext cx="333528" cy="174209"/>
            </a:xfrm>
            <a:custGeom>
              <a:avLst/>
              <a:gdLst/>
              <a:ahLst/>
              <a:cxnLst/>
              <a:rect l="l" t="t" r="r" b="b"/>
              <a:pathLst>
                <a:path w="12701" h="6634" extrusionOk="0">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62"/>
            <p:cNvSpPr/>
            <p:nvPr/>
          </p:nvSpPr>
          <p:spPr>
            <a:xfrm>
              <a:off x="2095697" y="2447893"/>
              <a:ext cx="56564" cy="174209"/>
            </a:xfrm>
            <a:custGeom>
              <a:avLst/>
              <a:gdLst/>
              <a:ahLst/>
              <a:cxnLst/>
              <a:rect l="l" t="t" r="r" b="b"/>
              <a:pathLst>
                <a:path w="2154" h="6634" extrusionOk="0">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62"/>
            <p:cNvSpPr/>
            <p:nvPr/>
          </p:nvSpPr>
          <p:spPr>
            <a:xfrm>
              <a:off x="1735567" y="2420241"/>
              <a:ext cx="416457" cy="235027"/>
            </a:xfrm>
            <a:custGeom>
              <a:avLst/>
              <a:gdLst/>
              <a:ahLst/>
              <a:cxnLst/>
              <a:rect l="l" t="t" r="r" b="b"/>
              <a:pathLst>
                <a:path w="15859" h="8950" extrusionOk="0">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62"/>
            <p:cNvSpPr/>
            <p:nvPr/>
          </p:nvSpPr>
          <p:spPr>
            <a:xfrm>
              <a:off x="1849903" y="2622075"/>
              <a:ext cx="303382" cy="33193"/>
            </a:xfrm>
            <a:custGeom>
              <a:avLst/>
              <a:gdLst/>
              <a:ahLst/>
              <a:cxnLst/>
              <a:rect l="l" t="t" r="r" b="b"/>
              <a:pathLst>
                <a:path w="11553" h="1264" extrusionOk="0">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62"/>
            <p:cNvSpPr/>
            <p:nvPr/>
          </p:nvSpPr>
          <p:spPr>
            <a:xfrm>
              <a:off x="1817498" y="2632868"/>
              <a:ext cx="286523" cy="92278"/>
            </a:xfrm>
            <a:custGeom>
              <a:avLst/>
              <a:gdLst/>
              <a:ahLst/>
              <a:cxnLst/>
              <a:rect l="l" t="t" r="r" b="b"/>
              <a:pathLst>
                <a:path w="10911" h="3514" extrusionOk="0">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62"/>
            <p:cNvSpPr/>
            <p:nvPr/>
          </p:nvSpPr>
          <p:spPr>
            <a:xfrm>
              <a:off x="1826794" y="2675856"/>
              <a:ext cx="276465" cy="49106"/>
            </a:xfrm>
            <a:custGeom>
              <a:avLst/>
              <a:gdLst/>
              <a:ahLst/>
              <a:cxnLst/>
              <a:rect l="l" t="t" r="r" b="b"/>
              <a:pathLst>
                <a:path w="10528" h="1870" extrusionOk="0">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62"/>
            <p:cNvSpPr/>
            <p:nvPr/>
          </p:nvSpPr>
          <p:spPr>
            <a:xfrm>
              <a:off x="1843364" y="2632868"/>
              <a:ext cx="38235" cy="32694"/>
            </a:xfrm>
            <a:custGeom>
              <a:avLst/>
              <a:gdLst/>
              <a:ahLst/>
              <a:cxnLst/>
              <a:rect l="l" t="t" r="r" b="b"/>
              <a:pathLst>
                <a:path w="1456" h="1245" extrusionOk="0">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5" name="Google Shape;9175;p62"/>
          <p:cNvGrpSpPr/>
          <p:nvPr/>
        </p:nvGrpSpPr>
        <p:grpSpPr>
          <a:xfrm>
            <a:off x="3585043" y="4142790"/>
            <a:ext cx="251098" cy="309028"/>
            <a:chOff x="3599318" y="4299590"/>
            <a:chExt cx="251098" cy="309028"/>
          </a:xfrm>
        </p:grpSpPr>
        <p:sp>
          <p:nvSpPr>
            <p:cNvPr id="9176" name="Google Shape;9176;p62"/>
            <p:cNvSpPr/>
            <p:nvPr/>
          </p:nvSpPr>
          <p:spPr>
            <a:xfrm>
              <a:off x="3599318" y="4299590"/>
              <a:ext cx="251098" cy="309028"/>
            </a:xfrm>
            <a:custGeom>
              <a:avLst/>
              <a:gdLst/>
              <a:ahLst/>
              <a:cxnLst/>
              <a:rect l="l" t="t" r="r" b="b"/>
              <a:pathLst>
                <a:path w="9562" h="11768" extrusionOk="0">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62"/>
            <p:cNvSpPr/>
            <p:nvPr/>
          </p:nvSpPr>
          <p:spPr>
            <a:xfrm>
              <a:off x="3618672" y="4319206"/>
              <a:ext cx="212391" cy="264018"/>
            </a:xfrm>
            <a:custGeom>
              <a:avLst/>
              <a:gdLst/>
              <a:ahLst/>
              <a:cxnLst/>
              <a:rect l="l" t="t" r="r" b="b"/>
              <a:pathLst>
                <a:path w="8088" h="10054" extrusionOk="0">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62"/>
            <p:cNvSpPr/>
            <p:nvPr/>
          </p:nvSpPr>
          <p:spPr>
            <a:xfrm>
              <a:off x="3618672" y="4335777"/>
              <a:ext cx="118144" cy="247448"/>
            </a:xfrm>
            <a:custGeom>
              <a:avLst/>
              <a:gdLst/>
              <a:ahLst/>
              <a:cxnLst/>
              <a:rect l="l" t="t" r="r" b="b"/>
              <a:pathLst>
                <a:path w="4499" h="9423" extrusionOk="0">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62"/>
            <p:cNvSpPr/>
            <p:nvPr/>
          </p:nvSpPr>
          <p:spPr>
            <a:xfrm>
              <a:off x="3634506" y="4362168"/>
              <a:ext cx="157849" cy="135423"/>
            </a:xfrm>
            <a:custGeom>
              <a:avLst/>
              <a:gdLst/>
              <a:ahLst/>
              <a:cxnLst/>
              <a:rect l="l" t="t" r="r" b="b"/>
              <a:pathLst>
                <a:path w="6011" h="5157" extrusionOk="0">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62"/>
            <p:cNvSpPr/>
            <p:nvPr/>
          </p:nvSpPr>
          <p:spPr>
            <a:xfrm>
              <a:off x="3653860" y="4376742"/>
              <a:ext cx="124184" cy="106353"/>
            </a:xfrm>
            <a:custGeom>
              <a:avLst/>
              <a:gdLst/>
              <a:ahLst/>
              <a:cxnLst/>
              <a:rect l="l" t="t" r="r" b="b"/>
              <a:pathLst>
                <a:path w="4729" h="4050" extrusionOk="0">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62"/>
            <p:cNvSpPr/>
            <p:nvPr/>
          </p:nvSpPr>
          <p:spPr>
            <a:xfrm>
              <a:off x="3700340" y="4377189"/>
              <a:ext cx="50550" cy="105381"/>
            </a:xfrm>
            <a:custGeom>
              <a:avLst/>
              <a:gdLst/>
              <a:ahLst/>
              <a:cxnLst/>
              <a:rect l="l" t="t" r="r" b="b"/>
              <a:pathLst>
                <a:path w="1925" h="4013" extrusionOk="0">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2" name="Google Shape;9182;p62"/>
          <p:cNvGrpSpPr/>
          <p:nvPr/>
        </p:nvGrpSpPr>
        <p:grpSpPr>
          <a:xfrm>
            <a:off x="3091723" y="2276440"/>
            <a:ext cx="345818" cy="345056"/>
            <a:chOff x="3105998" y="2433240"/>
            <a:chExt cx="345818" cy="345056"/>
          </a:xfrm>
        </p:grpSpPr>
        <p:sp>
          <p:nvSpPr>
            <p:cNvPr id="9183" name="Google Shape;9183;p62"/>
            <p:cNvSpPr/>
            <p:nvPr/>
          </p:nvSpPr>
          <p:spPr>
            <a:xfrm>
              <a:off x="3160277" y="2465487"/>
              <a:ext cx="237259" cy="312809"/>
            </a:xfrm>
            <a:custGeom>
              <a:avLst/>
              <a:gdLst/>
              <a:ahLst/>
              <a:cxnLst/>
              <a:rect l="l" t="t" r="r" b="b"/>
              <a:pathLst>
                <a:path w="9035" h="11912" extrusionOk="0">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62"/>
            <p:cNvSpPr/>
            <p:nvPr/>
          </p:nvSpPr>
          <p:spPr>
            <a:xfrm>
              <a:off x="3160277" y="2469268"/>
              <a:ext cx="137996" cy="309028"/>
            </a:xfrm>
            <a:custGeom>
              <a:avLst/>
              <a:gdLst/>
              <a:ahLst/>
              <a:cxnLst/>
              <a:rect l="l" t="t" r="r" b="b"/>
              <a:pathLst>
                <a:path w="5255" h="11768" extrusionOk="0">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62"/>
            <p:cNvSpPr/>
            <p:nvPr/>
          </p:nvSpPr>
          <p:spPr>
            <a:xfrm>
              <a:off x="3156259" y="2492377"/>
              <a:ext cx="214387" cy="183374"/>
            </a:xfrm>
            <a:custGeom>
              <a:avLst/>
              <a:gdLst/>
              <a:ahLst/>
              <a:cxnLst/>
              <a:rect l="l" t="t" r="r" b="b"/>
              <a:pathLst>
                <a:path w="8164" h="6983" extrusionOk="0">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62"/>
            <p:cNvSpPr/>
            <p:nvPr/>
          </p:nvSpPr>
          <p:spPr>
            <a:xfrm>
              <a:off x="3174589" y="2511731"/>
              <a:ext cx="176704" cy="164388"/>
            </a:xfrm>
            <a:custGeom>
              <a:avLst/>
              <a:gdLst/>
              <a:ahLst/>
              <a:cxnLst/>
              <a:rect l="l" t="t" r="r" b="b"/>
              <a:pathLst>
                <a:path w="6729" h="6260" extrusionOk="0">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62"/>
            <p:cNvSpPr/>
            <p:nvPr/>
          </p:nvSpPr>
          <p:spPr>
            <a:xfrm>
              <a:off x="3251005" y="2524493"/>
              <a:ext cx="55802" cy="119536"/>
            </a:xfrm>
            <a:custGeom>
              <a:avLst/>
              <a:gdLst/>
              <a:ahLst/>
              <a:cxnLst/>
              <a:rect l="l" t="t" r="r" b="b"/>
              <a:pathLst>
                <a:path w="2125" h="4552" extrusionOk="0">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62"/>
            <p:cNvSpPr/>
            <p:nvPr/>
          </p:nvSpPr>
          <p:spPr>
            <a:xfrm>
              <a:off x="3398875" y="2433318"/>
              <a:ext cx="52940" cy="86500"/>
            </a:xfrm>
            <a:custGeom>
              <a:avLst/>
              <a:gdLst/>
              <a:ahLst/>
              <a:cxnLst/>
              <a:rect l="l" t="t" r="r" b="b"/>
              <a:pathLst>
                <a:path w="2016" h="3294" extrusionOk="0">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62"/>
            <p:cNvSpPr/>
            <p:nvPr/>
          </p:nvSpPr>
          <p:spPr>
            <a:xfrm>
              <a:off x="3368466" y="2477803"/>
              <a:ext cx="29332" cy="42016"/>
            </a:xfrm>
            <a:custGeom>
              <a:avLst/>
              <a:gdLst/>
              <a:ahLst/>
              <a:cxnLst/>
              <a:rect l="l" t="t" r="r" b="b"/>
              <a:pathLst>
                <a:path w="1117" h="1600" extrusionOk="0">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62"/>
            <p:cNvSpPr/>
            <p:nvPr/>
          </p:nvSpPr>
          <p:spPr>
            <a:xfrm>
              <a:off x="3383802" y="2455587"/>
              <a:ext cx="40887" cy="64232"/>
            </a:xfrm>
            <a:custGeom>
              <a:avLst/>
              <a:gdLst/>
              <a:ahLst/>
              <a:cxnLst/>
              <a:rect l="l" t="t" r="r" b="b"/>
              <a:pathLst>
                <a:path w="1557" h="2446" extrusionOk="0">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62"/>
            <p:cNvSpPr/>
            <p:nvPr/>
          </p:nvSpPr>
          <p:spPr>
            <a:xfrm>
              <a:off x="3105998" y="2433240"/>
              <a:ext cx="52914" cy="86579"/>
            </a:xfrm>
            <a:custGeom>
              <a:avLst/>
              <a:gdLst/>
              <a:ahLst/>
              <a:cxnLst/>
              <a:rect l="l" t="t" r="r" b="b"/>
              <a:pathLst>
                <a:path w="2015" h="3297" extrusionOk="0">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62"/>
            <p:cNvSpPr/>
            <p:nvPr/>
          </p:nvSpPr>
          <p:spPr>
            <a:xfrm>
              <a:off x="3159778" y="2477803"/>
              <a:ext cx="29569" cy="42016"/>
            </a:xfrm>
            <a:custGeom>
              <a:avLst/>
              <a:gdLst/>
              <a:ahLst/>
              <a:cxnLst/>
              <a:rect l="l" t="t" r="r" b="b"/>
              <a:pathLst>
                <a:path w="1126" h="1600" extrusionOk="0">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62"/>
            <p:cNvSpPr/>
            <p:nvPr/>
          </p:nvSpPr>
          <p:spPr>
            <a:xfrm>
              <a:off x="3132888" y="2455587"/>
              <a:ext cx="41071" cy="64232"/>
            </a:xfrm>
            <a:custGeom>
              <a:avLst/>
              <a:gdLst/>
              <a:ahLst/>
              <a:cxnLst/>
              <a:rect l="l" t="t" r="r" b="b"/>
              <a:pathLst>
                <a:path w="1564" h="2446" extrusionOk="0">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4" name="Google Shape;9194;p62"/>
          <p:cNvGrpSpPr/>
          <p:nvPr/>
        </p:nvGrpSpPr>
        <p:grpSpPr>
          <a:xfrm>
            <a:off x="1723051" y="2743973"/>
            <a:ext cx="374730" cy="350361"/>
            <a:chOff x="1737326" y="2900773"/>
            <a:chExt cx="374730" cy="350361"/>
          </a:xfrm>
        </p:grpSpPr>
        <p:sp>
          <p:nvSpPr>
            <p:cNvPr id="9195" name="Google Shape;9195;p62"/>
            <p:cNvSpPr/>
            <p:nvPr/>
          </p:nvSpPr>
          <p:spPr>
            <a:xfrm>
              <a:off x="1942890" y="2936723"/>
              <a:ext cx="169167" cy="176966"/>
            </a:xfrm>
            <a:custGeom>
              <a:avLst/>
              <a:gdLst/>
              <a:ahLst/>
              <a:cxnLst/>
              <a:rect l="l" t="t" r="r" b="b"/>
              <a:pathLst>
                <a:path w="6442" h="6739" extrusionOk="0">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62"/>
            <p:cNvSpPr/>
            <p:nvPr/>
          </p:nvSpPr>
          <p:spPr>
            <a:xfrm>
              <a:off x="2003209" y="2936723"/>
              <a:ext cx="48528" cy="114861"/>
            </a:xfrm>
            <a:custGeom>
              <a:avLst/>
              <a:gdLst/>
              <a:ahLst/>
              <a:cxnLst/>
              <a:rect l="l" t="t" r="r" b="b"/>
              <a:pathLst>
                <a:path w="1848" h="4374" extrusionOk="0">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62"/>
            <p:cNvSpPr/>
            <p:nvPr/>
          </p:nvSpPr>
          <p:spPr>
            <a:xfrm>
              <a:off x="2015525" y="2900773"/>
              <a:ext cx="23660" cy="96532"/>
            </a:xfrm>
            <a:custGeom>
              <a:avLst/>
              <a:gdLst/>
              <a:ahLst/>
              <a:cxnLst/>
              <a:rect l="l" t="t" r="r" b="b"/>
              <a:pathLst>
                <a:path w="901" h="3676" extrusionOk="0">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62"/>
            <p:cNvSpPr/>
            <p:nvPr/>
          </p:nvSpPr>
          <p:spPr>
            <a:xfrm>
              <a:off x="2015289" y="3015371"/>
              <a:ext cx="24396" cy="24159"/>
            </a:xfrm>
            <a:custGeom>
              <a:avLst/>
              <a:gdLst/>
              <a:ahLst/>
              <a:cxnLst/>
              <a:rect l="l" t="t" r="r" b="b"/>
              <a:pathLst>
                <a:path w="929" h="920" extrusionOk="0">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62"/>
            <p:cNvSpPr/>
            <p:nvPr/>
          </p:nvSpPr>
          <p:spPr>
            <a:xfrm>
              <a:off x="1737326" y="3166419"/>
              <a:ext cx="205353" cy="84715"/>
            </a:xfrm>
            <a:custGeom>
              <a:avLst/>
              <a:gdLst/>
              <a:ahLst/>
              <a:cxnLst/>
              <a:rect l="l" t="t" r="r" b="b"/>
              <a:pathLst>
                <a:path w="7820" h="3226" extrusionOk="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62"/>
            <p:cNvSpPr/>
            <p:nvPr/>
          </p:nvSpPr>
          <p:spPr>
            <a:xfrm>
              <a:off x="1827792" y="3190788"/>
              <a:ext cx="24396" cy="60345"/>
            </a:xfrm>
            <a:custGeom>
              <a:avLst/>
              <a:gdLst/>
              <a:ahLst/>
              <a:cxnLst/>
              <a:rect l="l" t="t" r="r" b="b"/>
              <a:pathLst>
                <a:path w="929" h="2298" extrusionOk="0">
                  <a:moveTo>
                    <a:pt x="221" y="1"/>
                  </a:moveTo>
                  <a:lnTo>
                    <a:pt x="1" y="2298"/>
                  </a:lnTo>
                  <a:lnTo>
                    <a:pt x="929" y="2298"/>
                  </a:lnTo>
                  <a:lnTo>
                    <a:pt x="709"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62"/>
            <p:cNvSpPr/>
            <p:nvPr/>
          </p:nvSpPr>
          <p:spPr>
            <a:xfrm>
              <a:off x="1829552" y="3178472"/>
              <a:ext cx="21139" cy="20640"/>
            </a:xfrm>
            <a:custGeom>
              <a:avLst/>
              <a:gdLst/>
              <a:ahLst/>
              <a:cxnLst/>
              <a:rect l="l" t="t" r="r" b="b"/>
              <a:pathLst>
                <a:path w="805" h="786" extrusionOk="0">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62"/>
            <p:cNvSpPr/>
            <p:nvPr/>
          </p:nvSpPr>
          <p:spPr>
            <a:xfrm>
              <a:off x="1906703" y="3191051"/>
              <a:ext cx="36213" cy="60083"/>
            </a:xfrm>
            <a:custGeom>
              <a:avLst/>
              <a:gdLst/>
              <a:ahLst/>
              <a:cxnLst/>
              <a:rect l="l" t="t" r="r" b="b"/>
              <a:pathLst>
                <a:path w="1379" h="2288" extrusionOk="0">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62"/>
            <p:cNvSpPr/>
            <p:nvPr/>
          </p:nvSpPr>
          <p:spPr>
            <a:xfrm>
              <a:off x="1773513" y="2979185"/>
              <a:ext cx="132981" cy="96794"/>
            </a:xfrm>
            <a:custGeom>
              <a:avLst/>
              <a:gdLst/>
              <a:ahLst/>
              <a:cxnLst/>
              <a:rect l="l" t="t" r="r" b="b"/>
              <a:pathLst>
                <a:path w="5064" h="3686" extrusionOk="0">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62"/>
            <p:cNvSpPr/>
            <p:nvPr/>
          </p:nvSpPr>
          <p:spPr>
            <a:xfrm>
              <a:off x="1803659" y="2979185"/>
              <a:ext cx="102834" cy="96794"/>
            </a:xfrm>
            <a:custGeom>
              <a:avLst/>
              <a:gdLst/>
              <a:ahLst/>
              <a:cxnLst/>
              <a:rect l="l" t="t" r="r" b="b"/>
              <a:pathLst>
                <a:path w="3916" h="3686" extrusionOk="0">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62"/>
            <p:cNvSpPr/>
            <p:nvPr/>
          </p:nvSpPr>
          <p:spPr>
            <a:xfrm>
              <a:off x="1803659" y="3124193"/>
              <a:ext cx="72661" cy="54306"/>
            </a:xfrm>
            <a:custGeom>
              <a:avLst/>
              <a:gdLst/>
              <a:ahLst/>
              <a:cxnLst/>
              <a:rect l="l" t="t" r="r" b="b"/>
              <a:pathLst>
                <a:path w="2767" h="2068" extrusionOk="0">
                  <a:moveTo>
                    <a:pt x="1" y="1"/>
                  </a:moveTo>
                  <a:lnTo>
                    <a:pt x="1" y="2068"/>
                  </a:lnTo>
                  <a:lnTo>
                    <a:pt x="2767" y="2068"/>
                  </a:lnTo>
                  <a:lnTo>
                    <a:pt x="2767"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62"/>
            <p:cNvSpPr/>
            <p:nvPr/>
          </p:nvSpPr>
          <p:spPr>
            <a:xfrm>
              <a:off x="1803659" y="3124193"/>
              <a:ext cx="72661" cy="30173"/>
            </a:xfrm>
            <a:custGeom>
              <a:avLst/>
              <a:gdLst/>
              <a:ahLst/>
              <a:cxnLst/>
              <a:rect l="l" t="t" r="r" b="b"/>
              <a:pathLst>
                <a:path w="2767" h="1149" extrusionOk="0">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62"/>
            <p:cNvSpPr/>
            <p:nvPr/>
          </p:nvSpPr>
          <p:spPr>
            <a:xfrm>
              <a:off x="1791606" y="3156387"/>
              <a:ext cx="48528" cy="43198"/>
            </a:xfrm>
            <a:custGeom>
              <a:avLst/>
              <a:gdLst/>
              <a:ahLst/>
              <a:cxnLst/>
              <a:rect l="l" t="t" r="r" b="b"/>
              <a:pathLst>
                <a:path w="1848" h="1645" extrusionOk="0">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62"/>
            <p:cNvSpPr/>
            <p:nvPr/>
          </p:nvSpPr>
          <p:spPr>
            <a:xfrm>
              <a:off x="1840108" y="3156387"/>
              <a:ext cx="48292" cy="43198"/>
            </a:xfrm>
            <a:custGeom>
              <a:avLst/>
              <a:gdLst/>
              <a:ahLst/>
              <a:cxnLst/>
              <a:rect l="l" t="t" r="r" b="b"/>
              <a:pathLst>
                <a:path w="1839" h="1645" extrusionOk="0">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62"/>
            <p:cNvSpPr/>
            <p:nvPr/>
          </p:nvSpPr>
          <p:spPr>
            <a:xfrm>
              <a:off x="1779552" y="3028107"/>
              <a:ext cx="121137" cy="114205"/>
            </a:xfrm>
            <a:custGeom>
              <a:avLst/>
              <a:gdLst/>
              <a:ahLst/>
              <a:cxnLst/>
              <a:rect l="l" t="t" r="r" b="b"/>
              <a:pathLst>
                <a:path w="4613" h="4349" extrusionOk="0">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62"/>
            <p:cNvSpPr/>
            <p:nvPr/>
          </p:nvSpPr>
          <p:spPr>
            <a:xfrm>
              <a:off x="1779552" y="3028107"/>
              <a:ext cx="108848" cy="113706"/>
            </a:xfrm>
            <a:custGeom>
              <a:avLst/>
              <a:gdLst/>
              <a:ahLst/>
              <a:cxnLst/>
              <a:rect l="l" t="t" r="r" b="b"/>
              <a:pathLst>
                <a:path w="4145" h="4330" extrusionOk="0">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62"/>
            <p:cNvSpPr/>
            <p:nvPr/>
          </p:nvSpPr>
          <p:spPr>
            <a:xfrm>
              <a:off x="1737326" y="3191051"/>
              <a:ext cx="36213" cy="60083"/>
            </a:xfrm>
            <a:custGeom>
              <a:avLst/>
              <a:gdLst/>
              <a:ahLst/>
              <a:cxnLst/>
              <a:rect l="l" t="t" r="r" b="b"/>
              <a:pathLst>
                <a:path w="1379" h="2288" extrusionOk="0">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2" name="Google Shape;9212;p62"/>
          <p:cNvGrpSpPr/>
          <p:nvPr/>
        </p:nvGrpSpPr>
        <p:grpSpPr>
          <a:xfrm>
            <a:off x="3986401" y="1422596"/>
            <a:ext cx="327226" cy="211603"/>
            <a:chOff x="4000676" y="1579396"/>
            <a:chExt cx="327226" cy="211603"/>
          </a:xfrm>
        </p:grpSpPr>
        <p:sp>
          <p:nvSpPr>
            <p:cNvPr id="9213" name="Google Shape;9213;p62"/>
            <p:cNvSpPr/>
            <p:nvPr/>
          </p:nvSpPr>
          <p:spPr>
            <a:xfrm>
              <a:off x="4081924" y="1581365"/>
              <a:ext cx="121584" cy="89757"/>
            </a:xfrm>
            <a:custGeom>
              <a:avLst/>
              <a:gdLst/>
              <a:ahLst/>
              <a:cxnLst/>
              <a:rect l="l" t="t" r="r" b="b"/>
              <a:pathLst>
                <a:path w="4630" h="3418" extrusionOk="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62"/>
            <p:cNvSpPr/>
            <p:nvPr/>
          </p:nvSpPr>
          <p:spPr>
            <a:xfrm>
              <a:off x="4083605" y="1581628"/>
              <a:ext cx="119903" cy="89494"/>
            </a:xfrm>
            <a:custGeom>
              <a:avLst/>
              <a:gdLst/>
              <a:ahLst/>
              <a:cxnLst/>
              <a:rect l="l" t="t" r="r" b="b"/>
              <a:pathLst>
                <a:path w="4566" h="3408" extrusionOk="0">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62"/>
            <p:cNvSpPr/>
            <p:nvPr/>
          </p:nvSpPr>
          <p:spPr>
            <a:xfrm>
              <a:off x="4000676" y="1613534"/>
              <a:ext cx="327226" cy="94037"/>
            </a:xfrm>
            <a:custGeom>
              <a:avLst/>
              <a:gdLst/>
              <a:ahLst/>
              <a:cxnLst/>
              <a:rect l="l" t="t" r="r" b="b"/>
              <a:pathLst>
                <a:path w="12461" h="3581" extrusionOk="0">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62"/>
            <p:cNvSpPr/>
            <p:nvPr/>
          </p:nvSpPr>
          <p:spPr>
            <a:xfrm>
              <a:off x="4081924" y="1686169"/>
              <a:ext cx="135922" cy="104830"/>
            </a:xfrm>
            <a:custGeom>
              <a:avLst/>
              <a:gdLst/>
              <a:ahLst/>
              <a:cxnLst/>
              <a:rect l="l" t="t" r="r" b="b"/>
              <a:pathLst>
                <a:path w="5176" h="3992" extrusionOk="0">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62"/>
            <p:cNvSpPr/>
            <p:nvPr/>
          </p:nvSpPr>
          <p:spPr>
            <a:xfrm>
              <a:off x="4193923" y="1579448"/>
              <a:ext cx="132193" cy="49710"/>
            </a:xfrm>
            <a:custGeom>
              <a:avLst/>
              <a:gdLst/>
              <a:ahLst/>
              <a:cxnLst/>
              <a:rect l="l" t="t" r="r" b="b"/>
              <a:pathLst>
                <a:path w="5034" h="1893" extrusionOk="0">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62"/>
            <p:cNvSpPr/>
            <p:nvPr/>
          </p:nvSpPr>
          <p:spPr>
            <a:xfrm>
              <a:off x="4123573"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62"/>
            <p:cNvSpPr/>
            <p:nvPr/>
          </p:nvSpPr>
          <p:spPr>
            <a:xfrm>
              <a:off x="4097418" y="1679551"/>
              <a:ext cx="15362" cy="13183"/>
            </a:xfrm>
            <a:custGeom>
              <a:avLst/>
              <a:gdLst/>
              <a:ahLst/>
              <a:cxnLst/>
              <a:rect l="l" t="t" r="r" b="b"/>
              <a:pathLst>
                <a:path w="585" h="502" extrusionOk="0">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62"/>
            <p:cNvSpPr/>
            <p:nvPr/>
          </p:nvSpPr>
          <p:spPr>
            <a:xfrm>
              <a:off x="4071053" y="1679551"/>
              <a:ext cx="15598" cy="13183"/>
            </a:xfrm>
            <a:custGeom>
              <a:avLst/>
              <a:gdLst/>
              <a:ahLst/>
              <a:cxnLst/>
              <a:rect l="l" t="t" r="r" b="b"/>
              <a:pathLst>
                <a:path w="594" h="502" extrusionOk="0">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62"/>
            <p:cNvSpPr/>
            <p:nvPr/>
          </p:nvSpPr>
          <p:spPr>
            <a:xfrm>
              <a:off x="4044661"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62"/>
            <p:cNvSpPr/>
            <p:nvPr/>
          </p:nvSpPr>
          <p:spPr>
            <a:xfrm>
              <a:off x="4235650" y="1679551"/>
              <a:ext cx="15598" cy="13183"/>
            </a:xfrm>
            <a:custGeom>
              <a:avLst/>
              <a:gdLst/>
              <a:ahLst/>
              <a:cxnLst/>
              <a:rect l="l" t="t" r="r" b="b"/>
              <a:pathLst>
                <a:path w="594" h="502" extrusionOk="0">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62"/>
            <p:cNvSpPr/>
            <p:nvPr/>
          </p:nvSpPr>
          <p:spPr>
            <a:xfrm>
              <a:off x="4249227" y="1579396"/>
              <a:ext cx="76889" cy="49763"/>
            </a:xfrm>
            <a:custGeom>
              <a:avLst/>
              <a:gdLst/>
              <a:ahLst/>
              <a:cxnLst/>
              <a:rect l="l" t="t" r="r" b="b"/>
              <a:pathLst>
                <a:path w="2928" h="1895" extrusionOk="0">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62"/>
            <p:cNvSpPr/>
            <p:nvPr/>
          </p:nvSpPr>
          <p:spPr>
            <a:xfrm>
              <a:off x="4083867" y="1686431"/>
              <a:ext cx="133716" cy="104567"/>
            </a:xfrm>
            <a:custGeom>
              <a:avLst/>
              <a:gdLst/>
              <a:ahLst/>
              <a:cxnLst/>
              <a:rect l="l" t="t" r="r" b="b"/>
              <a:pathLst>
                <a:path w="5092" h="3982" extrusionOk="0">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62"/>
            <p:cNvSpPr/>
            <p:nvPr/>
          </p:nvSpPr>
          <p:spPr>
            <a:xfrm>
              <a:off x="4257525" y="1664819"/>
              <a:ext cx="17620" cy="4280"/>
            </a:xfrm>
            <a:custGeom>
              <a:avLst/>
              <a:gdLst/>
              <a:ahLst/>
              <a:cxnLst/>
              <a:rect l="l" t="t" r="r" b="b"/>
              <a:pathLst>
                <a:path w="671" h="163" extrusionOk="0">
                  <a:moveTo>
                    <a:pt x="0" y="0"/>
                  </a:moveTo>
                  <a:cubicBezTo>
                    <a:pt x="230" y="0"/>
                    <a:pt x="469" y="58"/>
                    <a:pt x="670" y="163"/>
                  </a:cubicBezTo>
                  <a:lnTo>
                    <a:pt x="670"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62"/>
            <p:cNvSpPr/>
            <p:nvPr/>
          </p:nvSpPr>
          <p:spPr>
            <a:xfrm>
              <a:off x="4296731" y="1687666"/>
              <a:ext cx="31171" cy="19905"/>
            </a:xfrm>
            <a:custGeom>
              <a:avLst/>
              <a:gdLst/>
              <a:ahLst/>
              <a:cxnLst/>
              <a:rect l="l" t="t" r="r" b="b"/>
              <a:pathLst>
                <a:path w="1187" h="758" extrusionOk="0">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62"/>
            <p:cNvSpPr/>
            <p:nvPr/>
          </p:nvSpPr>
          <p:spPr>
            <a:xfrm>
              <a:off x="4275355" y="1664819"/>
              <a:ext cx="41254" cy="23135"/>
            </a:xfrm>
            <a:custGeom>
              <a:avLst/>
              <a:gdLst/>
              <a:ahLst/>
              <a:cxnLst/>
              <a:rect l="l" t="t" r="r" b="b"/>
              <a:pathLst>
                <a:path w="1571" h="881" extrusionOk="0">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62"/>
            <p:cNvSpPr/>
            <p:nvPr/>
          </p:nvSpPr>
          <p:spPr>
            <a:xfrm>
              <a:off x="4275119" y="1664819"/>
              <a:ext cx="41491" cy="23135"/>
            </a:xfrm>
            <a:custGeom>
              <a:avLst/>
              <a:gdLst/>
              <a:ahLst/>
              <a:cxnLst/>
              <a:rect l="l" t="t" r="r" b="b"/>
              <a:pathLst>
                <a:path w="1580" h="881" extrusionOk="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9" name="Google Shape;9229;p62"/>
          <p:cNvGrpSpPr/>
          <p:nvPr/>
        </p:nvGrpSpPr>
        <p:grpSpPr>
          <a:xfrm>
            <a:off x="2621248" y="1358784"/>
            <a:ext cx="371054" cy="336469"/>
            <a:chOff x="2635523" y="1515584"/>
            <a:chExt cx="371054" cy="336469"/>
          </a:xfrm>
        </p:grpSpPr>
        <p:sp>
          <p:nvSpPr>
            <p:cNvPr id="9230" name="Google Shape;9230;p62"/>
            <p:cNvSpPr/>
            <p:nvPr/>
          </p:nvSpPr>
          <p:spPr>
            <a:xfrm>
              <a:off x="2680769" y="1825399"/>
              <a:ext cx="310393" cy="26654"/>
            </a:xfrm>
            <a:custGeom>
              <a:avLst/>
              <a:gdLst/>
              <a:ahLst/>
              <a:cxnLst/>
              <a:rect l="l" t="t" r="r" b="b"/>
              <a:pathLst>
                <a:path w="11820" h="1015" extrusionOk="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62"/>
            <p:cNvSpPr/>
            <p:nvPr/>
          </p:nvSpPr>
          <p:spPr>
            <a:xfrm>
              <a:off x="2635523" y="1631627"/>
              <a:ext cx="312153" cy="171163"/>
            </a:xfrm>
            <a:custGeom>
              <a:avLst/>
              <a:gdLst/>
              <a:ahLst/>
              <a:cxnLst/>
              <a:rect l="l" t="t" r="r" b="b"/>
              <a:pathLst>
                <a:path w="11887" h="6518" extrusionOk="0">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62"/>
            <p:cNvSpPr/>
            <p:nvPr/>
          </p:nvSpPr>
          <p:spPr>
            <a:xfrm>
              <a:off x="2828797" y="1679131"/>
              <a:ext cx="94247" cy="99053"/>
            </a:xfrm>
            <a:custGeom>
              <a:avLst/>
              <a:gdLst/>
              <a:ahLst/>
              <a:cxnLst/>
              <a:rect l="l" t="t" r="r" b="b"/>
              <a:pathLst>
                <a:path w="3589" h="3772" extrusionOk="0">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62"/>
            <p:cNvSpPr/>
            <p:nvPr/>
          </p:nvSpPr>
          <p:spPr>
            <a:xfrm>
              <a:off x="2911464" y="1631627"/>
              <a:ext cx="11581" cy="35477"/>
            </a:xfrm>
            <a:custGeom>
              <a:avLst/>
              <a:gdLst/>
              <a:ahLst/>
              <a:cxnLst/>
              <a:rect l="l" t="t" r="r" b="b"/>
              <a:pathLst>
                <a:path w="441" h="1351" extrusionOk="0">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62"/>
            <p:cNvSpPr/>
            <p:nvPr/>
          </p:nvSpPr>
          <p:spPr>
            <a:xfrm>
              <a:off x="2803404" y="1515584"/>
              <a:ext cx="19511" cy="99000"/>
            </a:xfrm>
            <a:custGeom>
              <a:avLst/>
              <a:gdLst/>
              <a:ahLst/>
              <a:cxnLst/>
              <a:rect l="l" t="t" r="r" b="b"/>
              <a:pathLst>
                <a:path w="743" h="3770" extrusionOk="0">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62"/>
            <p:cNvSpPr/>
            <p:nvPr/>
          </p:nvSpPr>
          <p:spPr>
            <a:xfrm>
              <a:off x="2848886" y="1516529"/>
              <a:ext cx="19380" cy="98055"/>
            </a:xfrm>
            <a:custGeom>
              <a:avLst/>
              <a:gdLst/>
              <a:ahLst/>
              <a:cxnLst/>
              <a:rect l="l" t="t" r="r" b="b"/>
              <a:pathLst>
                <a:path w="738" h="3734" extrusionOk="0">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62"/>
            <p:cNvSpPr/>
            <p:nvPr/>
          </p:nvSpPr>
          <p:spPr>
            <a:xfrm>
              <a:off x="2666195" y="1819832"/>
              <a:ext cx="340382" cy="11397"/>
            </a:xfrm>
            <a:custGeom>
              <a:avLst/>
              <a:gdLst/>
              <a:ahLst/>
              <a:cxnLst/>
              <a:rect l="l" t="t" r="r" b="b"/>
              <a:pathLst>
                <a:path w="12962" h="434" extrusionOk="0">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7" name="Google Shape;9237;p62"/>
          <p:cNvGrpSpPr/>
          <p:nvPr/>
        </p:nvGrpSpPr>
        <p:grpSpPr>
          <a:xfrm>
            <a:off x="2217632" y="1363931"/>
            <a:ext cx="311627" cy="326569"/>
            <a:chOff x="2231907" y="1520731"/>
            <a:chExt cx="311627" cy="326569"/>
          </a:xfrm>
        </p:grpSpPr>
        <p:sp>
          <p:nvSpPr>
            <p:cNvPr id="9238" name="Google Shape;9238;p62"/>
            <p:cNvSpPr/>
            <p:nvPr/>
          </p:nvSpPr>
          <p:spPr>
            <a:xfrm>
              <a:off x="2382456" y="1520731"/>
              <a:ext cx="161079" cy="135790"/>
            </a:xfrm>
            <a:custGeom>
              <a:avLst/>
              <a:gdLst/>
              <a:ahLst/>
              <a:cxnLst/>
              <a:rect l="l" t="t" r="r" b="b"/>
              <a:pathLst>
                <a:path w="6134" h="5171" extrusionOk="0">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62"/>
            <p:cNvSpPr/>
            <p:nvPr/>
          </p:nvSpPr>
          <p:spPr>
            <a:xfrm>
              <a:off x="2423421" y="1551140"/>
              <a:ext cx="74920" cy="65335"/>
            </a:xfrm>
            <a:custGeom>
              <a:avLst/>
              <a:gdLst/>
              <a:ahLst/>
              <a:cxnLst/>
              <a:rect l="l" t="t" r="r" b="b"/>
              <a:pathLst>
                <a:path w="2853" h="2488" extrusionOk="0">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62"/>
            <p:cNvSpPr/>
            <p:nvPr/>
          </p:nvSpPr>
          <p:spPr>
            <a:xfrm>
              <a:off x="2248241" y="1565530"/>
              <a:ext cx="266171" cy="266171"/>
            </a:xfrm>
            <a:custGeom>
              <a:avLst/>
              <a:gdLst/>
              <a:ahLst/>
              <a:cxnLst/>
              <a:rect l="l" t="t" r="r" b="b"/>
              <a:pathLst>
                <a:path w="10136" h="10136" extrusionOk="0">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62"/>
            <p:cNvSpPr/>
            <p:nvPr/>
          </p:nvSpPr>
          <p:spPr>
            <a:xfrm>
              <a:off x="2321375" y="1565530"/>
              <a:ext cx="192801" cy="192801"/>
            </a:xfrm>
            <a:custGeom>
              <a:avLst/>
              <a:gdLst/>
              <a:ahLst/>
              <a:cxnLst/>
              <a:rect l="l" t="t" r="r" b="b"/>
              <a:pathLst>
                <a:path w="7342" h="7342" extrusionOk="0">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62"/>
            <p:cNvSpPr/>
            <p:nvPr/>
          </p:nvSpPr>
          <p:spPr>
            <a:xfrm>
              <a:off x="2231907" y="1549748"/>
              <a:ext cx="118643" cy="117592"/>
            </a:xfrm>
            <a:custGeom>
              <a:avLst/>
              <a:gdLst/>
              <a:ahLst/>
              <a:cxnLst/>
              <a:rect l="l" t="t" r="r" b="b"/>
              <a:pathLst>
                <a:path w="4518" h="4478" extrusionOk="0">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62"/>
            <p:cNvSpPr/>
            <p:nvPr/>
          </p:nvSpPr>
          <p:spPr>
            <a:xfrm>
              <a:off x="2239208" y="1556497"/>
              <a:ext cx="111342" cy="110843"/>
            </a:xfrm>
            <a:custGeom>
              <a:avLst/>
              <a:gdLst/>
              <a:ahLst/>
              <a:cxnLst/>
              <a:rect l="l" t="t" r="r" b="b"/>
              <a:pathLst>
                <a:path w="4240" h="4221" extrusionOk="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62"/>
            <p:cNvSpPr/>
            <p:nvPr/>
          </p:nvSpPr>
          <p:spPr>
            <a:xfrm>
              <a:off x="2412103" y="1729892"/>
              <a:ext cx="118406" cy="117408"/>
            </a:xfrm>
            <a:custGeom>
              <a:avLst/>
              <a:gdLst/>
              <a:ahLst/>
              <a:cxnLst/>
              <a:rect l="l" t="t" r="r" b="b"/>
              <a:pathLst>
                <a:path w="4509" h="4471" extrusionOk="0">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62"/>
            <p:cNvSpPr/>
            <p:nvPr/>
          </p:nvSpPr>
          <p:spPr>
            <a:xfrm>
              <a:off x="2419141" y="1736430"/>
              <a:ext cx="111369" cy="110870"/>
            </a:xfrm>
            <a:custGeom>
              <a:avLst/>
              <a:gdLst/>
              <a:ahLst/>
              <a:cxnLst/>
              <a:rect l="l" t="t" r="r" b="b"/>
              <a:pathLst>
                <a:path w="4241" h="4222" extrusionOk="0">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62"/>
            <p:cNvSpPr/>
            <p:nvPr/>
          </p:nvSpPr>
          <p:spPr>
            <a:xfrm>
              <a:off x="2291964" y="1669572"/>
              <a:ext cx="78701" cy="29175"/>
            </a:xfrm>
            <a:custGeom>
              <a:avLst/>
              <a:gdLst/>
              <a:ahLst/>
              <a:cxnLst/>
              <a:rect l="l" t="t" r="r" b="b"/>
              <a:pathLst>
                <a:path w="2997" h="1111" extrusionOk="0">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62"/>
            <p:cNvSpPr/>
            <p:nvPr/>
          </p:nvSpPr>
          <p:spPr>
            <a:xfrm>
              <a:off x="2381694" y="1751005"/>
              <a:ext cx="82456" cy="46769"/>
            </a:xfrm>
            <a:custGeom>
              <a:avLst/>
              <a:gdLst/>
              <a:ahLst/>
              <a:cxnLst/>
              <a:rect l="l" t="t" r="r" b="b"/>
              <a:pathLst>
                <a:path w="3140" h="1781" extrusionOk="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8" name="Google Shape;9248;p62"/>
          <p:cNvGrpSpPr/>
          <p:nvPr/>
        </p:nvGrpSpPr>
        <p:grpSpPr>
          <a:xfrm>
            <a:off x="1325974" y="4144733"/>
            <a:ext cx="311890" cy="304695"/>
            <a:chOff x="1340249" y="4301533"/>
            <a:chExt cx="311890" cy="304695"/>
          </a:xfrm>
        </p:grpSpPr>
        <p:sp>
          <p:nvSpPr>
            <p:cNvPr id="9249" name="Google Shape;9249;p62"/>
            <p:cNvSpPr/>
            <p:nvPr/>
          </p:nvSpPr>
          <p:spPr>
            <a:xfrm>
              <a:off x="1407081" y="4404893"/>
              <a:ext cx="182481" cy="165149"/>
            </a:xfrm>
            <a:custGeom>
              <a:avLst/>
              <a:gdLst/>
              <a:ahLst/>
              <a:cxnLst/>
              <a:rect l="l" t="t" r="r" b="b"/>
              <a:pathLst>
                <a:path w="6949" h="6289" extrusionOk="0">
                  <a:moveTo>
                    <a:pt x="1" y="1"/>
                  </a:moveTo>
                  <a:lnTo>
                    <a:pt x="1" y="6288"/>
                  </a:lnTo>
                  <a:lnTo>
                    <a:pt x="6949" y="6288"/>
                  </a:lnTo>
                  <a:lnTo>
                    <a:pt x="6949" y="1"/>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62"/>
            <p:cNvSpPr/>
            <p:nvPr/>
          </p:nvSpPr>
          <p:spPr>
            <a:xfrm>
              <a:off x="1369896" y="4301533"/>
              <a:ext cx="252359" cy="82772"/>
            </a:xfrm>
            <a:custGeom>
              <a:avLst/>
              <a:gdLst/>
              <a:ahLst/>
              <a:cxnLst/>
              <a:rect l="l" t="t" r="r" b="b"/>
              <a:pathLst>
                <a:path w="9610" h="3152" extrusionOk="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62"/>
            <p:cNvSpPr/>
            <p:nvPr/>
          </p:nvSpPr>
          <p:spPr>
            <a:xfrm>
              <a:off x="1400805" y="4322830"/>
              <a:ext cx="190516" cy="62499"/>
            </a:xfrm>
            <a:custGeom>
              <a:avLst/>
              <a:gdLst/>
              <a:ahLst/>
              <a:cxnLst/>
              <a:rect l="l" t="t" r="r" b="b"/>
              <a:pathLst>
                <a:path w="7255" h="2380" extrusionOk="0">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62"/>
            <p:cNvSpPr/>
            <p:nvPr/>
          </p:nvSpPr>
          <p:spPr>
            <a:xfrm>
              <a:off x="1367874" y="4373985"/>
              <a:ext cx="256376" cy="30934"/>
            </a:xfrm>
            <a:custGeom>
              <a:avLst/>
              <a:gdLst/>
              <a:ahLst/>
              <a:cxnLst/>
              <a:rect l="l" t="t" r="r" b="b"/>
              <a:pathLst>
                <a:path w="9763" h="1178" extrusionOk="0">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62"/>
            <p:cNvSpPr/>
            <p:nvPr/>
          </p:nvSpPr>
          <p:spPr>
            <a:xfrm>
              <a:off x="1407081" y="4404893"/>
              <a:ext cx="182481" cy="160370"/>
            </a:xfrm>
            <a:custGeom>
              <a:avLst/>
              <a:gdLst/>
              <a:ahLst/>
              <a:cxnLst/>
              <a:rect l="l" t="t" r="r" b="b"/>
              <a:pathLst>
                <a:path w="6949" h="6107" extrusionOk="0">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62"/>
            <p:cNvSpPr/>
            <p:nvPr/>
          </p:nvSpPr>
          <p:spPr>
            <a:xfrm>
              <a:off x="1373573" y="4404893"/>
              <a:ext cx="65965" cy="146032"/>
            </a:xfrm>
            <a:custGeom>
              <a:avLst/>
              <a:gdLst/>
              <a:ahLst/>
              <a:cxnLst/>
              <a:rect l="l" t="t" r="r" b="b"/>
              <a:pathLst>
                <a:path w="2512" h="5561" extrusionOk="0">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62"/>
            <p:cNvSpPr/>
            <p:nvPr/>
          </p:nvSpPr>
          <p:spPr>
            <a:xfrm>
              <a:off x="1387753" y="4550898"/>
              <a:ext cx="34689" cy="17883"/>
            </a:xfrm>
            <a:custGeom>
              <a:avLst/>
              <a:gdLst/>
              <a:ahLst/>
              <a:cxnLst/>
              <a:rect l="l" t="t" r="r" b="b"/>
              <a:pathLst>
                <a:path w="1321" h="681" extrusionOk="0">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62"/>
            <p:cNvSpPr/>
            <p:nvPr/>
          </p:nvSpPr>
          <p:spPr>
            <a:xfrm>
              <a:off x="1466323" y="4404893"/>
              <a:ext cx="65939" cy="146032"/>
            </a:xfrm>
            <a:custGeom>
              <a:avLst/>
              <a:gdLst/>
              <a:ahLst/>
              <a:cxnLst/>
              <a:rect l="l" t="t" r="r" b="b"/>
              <a:pathLst>
                <a:path w="2511" h="5561" extrusionOk="0">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62"/>
            <p:cNvSpPr/>
            <p:nvPr/>
          </p:nvSpPr>
          <p:spPr>
            <a:xfrm>
              <a:off x="1480477" y="4550898"/>
              <a:ext cx="34716" cy="17883"/>
            </a:xfrm>
            <a:custGeom>
              <a:avLst/>
              <a:gdLst/>
              <a:ahLst/>
              <a:cxnLst/>
              <a:rect l="l" t="t" r="r" b="b"/>
              <a:pathLst>
                <a:path w="1322" h="681" extrusionOk="0">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62"/>
            <p:cNvSpPr/>
            <p:nvPr/>
          </p:nvSpPr>
          <p:spPr>
            <a:xfrm>
              <a:off x="1559047" y="4404893"/>
              <a:ext cx="65703" cy="146032"/>
            </a:xfrm>
            <a:custGeom>
              <a:avLst/>
              <a:gdLst/>
              <a:ahLst/>
              <a:cxnLst/>
              <a:rect l="l" t="t" r="r" b="b"/>
              <a:pathLst>
                <a:path w="2502" h="5561" extrusionOk="0">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62"/>
            <p:cNvSpPr/>
            <p:nvPr/>
          </p:nvSpPr>
          <p:spPr>
            <a:xfrm>
              <a:off x="1572965" y="4550898"/>
              <a:ext cx="34952" cy="17883"/>
            </a:xfrm>
            <a:custGeom>
              <a:avLst/>
              <a:gdLst/>
              <a:ahLst/>
              <a:cxnLst/>
              <a:rect l="l" t="t" r="r" b="b"/>
              <a:pathLst>
                <a:path w="1331" h="681" extrusionOk="0">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62"/>
            <p:cNvSpPr/>
            <p:nvPr/>
          </p:nvSpPr>
          <p:spPr>
            <a:xfrm>
              <a:off x="1369135" y="4564974"/>
              <a:ext cx="254118" cy="21638"/>
            </a:xfrm>
            <a:custGeom>
              <a:avLst/>
              <a:gdLst/>
              <a:ahLst/>
              <a:cxnLst/>
              <a:rect l="l" t="t" r="r" b="b"/>
              <a:pathLst>
                <a:path w="9677" h="824" extrusionOk="0">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62"/>
            <p:cNvSpPr/>
            <p:nvPr/>
          </p:nvSpPr>
          <p:spPr>
            <a:xfrm>
              <a:off x="1359603" y="4583330"/>
              <a:ext cx="272946" cy="18382"/>
            </a:xfrm>
            <a:custGeom>
              <a:avLst/>
              <a:gdLst/>
              <a:ahLst/>
              <a:cxnLst/>
              <a:rect l="l" t="t" r="r" b="b"/>
              <a:pathLst>
                <a:path w="10394" h="700" extrusionOk="0">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62"/>
            <p:cNvSpPr/>
            <p:nvPr/>
          </p:nvSpPr>
          <p:spPr>
            <a:xfrm>
              <a:off x="1340249" y="4597142"/>
              <a:ext cx="311890" cy="9086"/>
            </a:xfrm>
            <a:custGeom>
              <a:avLst/>
              <a:gdLst/>
              <a:ahLst/>
              <a:cxnLst/>
              <a:rect l="l" t="t" r="r" b="b"/>
              <a:pathLst>
                <a:path w="11877" h="346" extrusionOk="0">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3" name="Google Shape;9263;p62"/>
          <p:cNvGrpSpPr/>
          <p:nvPr/>
        </p:nvGrpSpPr>
        <p:grpSpPr>
          <a:xfrm>
            <a:off x="1316415" y="3220224"/>
            <a:ext cx="306874" cy="332268"/>
            <a:chOff x="1330690" y="3377024"/>
            <a:chExt cx="306874" cy="332268"/>
          </a:xfrm>
        </p:grpSpPr>
        <p:sp>
          <p:nvSpPr>
            <p:cNvPr id="9264" name="Google Shape;9264;p62"/>
            <p:cNvSpPr/>
            <p:nvPr/>
          </p:nvSpPr>
          <p:spPr>
            <a:xfrm>
              <a:off x="1403325" y="3377024"/>
              <a:ext cx="234239" cy="332268"/>
            </a:xfrm>
            <a:custGeom>
              <a:avLst/>
              <a:gdLst/>
              <a:ahLst/>
              <a:cxnLst/>
              <a:rect l="l" t="t" r="r" b="b"/>
              <a:pathLst>
                <a:path w="8920" h="12653" extrusionOk="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62"/>
            <p:cNvSpPr/>
            <p:nvPr/>
          </p:nvSpPr>
          <p:spPr>
            <a:xfrm>
              <a:off x="1381713" y="3397375"/>
              <a:ext cx="234003" cy="291539"/>
            </a:xfrm>
            <a:custGeom>
              <a:avLst/>
              <a:gdLst/>
              <a:ahLst/>
              <a:cxnLst/>
              <a:rect l="l" t="t" r="r" b="b"/>
              <a:pathLst>
                <a:path w="8911" h="11102" extrusionOk="0">
                  <a:moveTo>
                    <a:pt x="0" y="0"/>
                  </a:moveTo>
                  <a:lnTo>
                    <a:pt x="0" y="11102"/>
                  </a:lnTo>
                  <a:lnTo>
                    <a:pt x="8910" y="11102"/>
                  </a:lnTo>
                  <a:lnTo>
                    <a:pt x="8910"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62"/>
            <p:cNvSpPr/>
            <p:nvPr/>
          </p:nvSpPr>
          <p:spPr>
            <a:xfrm>
              <a:off x="1361861" y="3377024"/>
              <a:ext cx="234239" cy="332268"/>
            </a:xfrm>
            <a:custGeom>
              <a:avLst/>
              <a:gdLst/>
              <a:ahLst/>
              <a:cxnLst/>
              <a:rect l="l" t="t" r="r" b="b"/>
              <a:pathLst>
                <a:path w="8920" h="12653" extrusionOk="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62"/>
            <p:cNvSpPr/>
            <p:nvPr/>
          </p:nvSpPr>
          <p:spPr>
            <a:xfrm>
              <a:off x="1559888" y="3377024"/>
              <a:ext cx="36213" cy="332268"/>
            </a:xfrm>
            <a:custGeom>
              <a:avLst/>
              <a:gdLst/>
              <a:ahLst/>
              <a:cxnLst/>
              <a:rect l="l" t="t" r="r" b="b"/>
              <a:pathLst>
                <a:path w="1379" h="12653" extrusionOk="0">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62"/>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62"/>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62"/>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62"/>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62"/>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62"/>
            <p:cNvSpPr/>
            <p:nvPr/>
          </p:nvSpPr>
          <p:spPr>
            <a:xfrm>
              <a:off x="1355060" y="3413945"/>
              <a:ext cx="34217" cy="26706"/>
            </a:xfrm>
            <a:custGeom>
              <a:avLst/>
              <a:gdLst/>
              <a:ahLst/>
              <a:cxnLst/>
              <a:rect l="l" t="t" r="r" b="b"/>
              <a:pathLst>
                <a:path w="1303" h="1017" extrusionOk="0">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62"/>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62"/>
            <p:cNvSpPr/>
            <p:nvPr/>
          </p:nvSpPr>
          <p:spPr>
            <a:xfrm>
              <a:off x="1355585" y="3490861"/>
              <a:ext cx="33954" cy="26706"/>
            </a:xfrm>
            <a:custGeom>
              <a:avLst/>
              <a:gdLst/>
              <a:ahLst/>
              <a:cxnLst/>
              <a:rect l="l" t="t" r="r" b="b"/>
              <a:pathLst>
                <a:path w="1293" h="1017" extrusionOk="0">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62"/>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62"/>
            <p:cNvSpPr/>
            <p:nvPr/>
          </p:nvSpPr>
          <p:spPr>
            <a:xfrm>
              <a:off x="1355821" y="3567750"/>
              <a:ext cx="34217" cy="26706"/>
            </a:xfrm>
            <a:custGeom>
              <a:avLst/>
              <a:gdLst/>
              <a:ahLst/>
              <a:cxnLst/>
              <a:rect l="l" t="t" r="r" b="b"/>
              <a:pathLst>
                <a:path w="1303" h="1017" extrusionOk="0">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62"/>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62"/>
            <p:cNvSpPr/>
            <p:nvPr/>
          </p:nvSpPr>
          <p:spPr>
            <a:xfrm>
              <a:off x="1356084" y="3644640"/>
              <a:ext cx="34191" cy="26733"/>
            </a:xfrm>
            <a:custGeom>
              <a:avLst/>
              <a:gdLst/>
              <a:ahLst/>
              <a:cxnLst/>
              <a:rect l="l" t="t" r="r" b="b"/>
              <a:pathLst>
                <a:path w="1302" h="1018" extrusionOk="0">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62"/>
            <p:cNvSpPr/>
            <p:nvPr/>
          </p:nvSpPr>
          <p:spPr>
            <a:xfrm>
              <a:off x="1419397" y="3626310"/>
              <a:ext cx="133243" cy="9847"/>
            </a:xfrm>
            <a:custGeom>
              <a:avLst/>
              <a:gdLst/>
              <a:ahLst/>
              <a:cxnLst/>
              <a:rect l="l" t="t" r="r" b="b"/>
              <a:pathLst>
                <a:path w="5074" h="375" extrusionOk="0">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62"/>
            <p:cNvSpPr/>
            <p:nvPr/>
          </p:nvSpPr>
          <p:spPr>
            <a:xfrm>
              <a:off x="1419397" y="3647686"/>
              <a:ext cx="133243" cy="9821"/>
            </a:xfrm>
            <a:custGeom>
              <a:avLst/>
              <a:gdLst/>
              <a:ahLst/>
              <a:cxnLst/>
              <a:rect l="l" t="t" r="r" b="b"/>
              <a:pathLst>
                <a:path w="5074" h="374" extrusionOk="0">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62"/>
            <p:cNvSpPr/>
            <p:nvPr/>
          </p:nvSpPr>
          <p:spPr>
            <a:xfrm>
              <a:off x="1444527" y="3433063"/>
              <a:ext cx="68145" cy="169403"/>
            </a:xfrm>
            <a:custGeom>
              <a:avLst/>
              <a:gdLst/>
              <a:ahLst/>
              <a:cxnLst/>
              <a:rect l="l" t="t" r="r" b="b"/>
              <a:pathLst>
                <a:path w="2595" h="6451" extrusionOk="0">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3" name="Google Shape;9283;p62"/>
          <p:cNvGrpSpPr/>
          <p:nvPr/>
        </p:nvGrpSpPr>
        <p:grpSpPr>
          <a:xfrm>
            <a:off x="2636322" y="3224977"/>
            <a:ext cx="341511" cy="324994"/>
            <a:chOff x="2650597" y="3381777"/>
            <a:chExt cx="341511" cy="324994"/>
          </a:xfrm>
        </p:grpSpPr>
        <p:sp>
          <p:nvSpPr>
            <p:cNvPr id="9284" name="Google Shape;9284;p62"/>
            <p:cNvSpPr/>
            <p:nvPr/>
          </p:nvSpPr>
          <p:spPr>
            <a:xfrm>
              <a:off x="2672970" y="3644928"/>
              <a:ext cx="51811" cy="56800"/>
            </a:xfrm>
            <a:custGeom>
              <a:avLst/>
              <a:gdLst/>
              <a:ahLst/>
              <a:cxnLst/>
              <a:rect l="l" t="t" r="r" b="b"/>
              <a:pathLst>
                <a:path w="1973" h="2163" extrusionOk="0">
                  <a:moveTo>
                    <a:pt x="1" y="0"/>
                  </a:moveTo>
                  <a:lnTo>
                    <a:pt x="1" y="2163"/>
                  </a:lnTo>
                  <a:lnTo>
                    <a:pt x="1972" y="2163"/>
                  </a:lnTo>
                  <a:lnTo>
                    <a:pt x="1972" y="0"/>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62"/>
            <p:cNvSpPr/>
            <p:nvPr/>
          </p:nvSpPr>
          <p:spPr>
            <a:xfrm>
              <a:off x="2672970" y="3644928"/>
              <a:ext cx="51811" cy="15336"/>
            </a:xfrm>
            <a:custGeom>
              <a:avLst/>
              <a:gdLst/>
              <a:ahLst/>
              <a:cxnLst/>
              <a:rect l="l" t="t" r="r" b="b"/>
              <a:pathLst>
                <a:path w="1973" h="584" extrusionOk="0">
                  <a:moveTo>
                    <a:pt x="1" y="0"/>
                  </a:moveTo>
                  <a:lnTo>
                    <a:pt x="1" y="584"/>
                  </a:lnTo>
                  <a:lnTo>
                    <a:pt x="1972" y="584"/>
                  </a:lnTo>
                  <a:lnTo>
                    <a:pt x="19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62"/>
            <p:cNvSpPr/>
            <p:nvPr/>
          </p:nvSpPr>
          <p:spPr>
            <a:xfrm>
              <a:off x="2667955" y="3629330"/>
              <a:ext cx="56564" cy="20640"/>
            </a:xfrm>
            <a:custGeom>
              <a:avLst/>
              <a:gdLst/>
              <a:ahLst/>
              <a:cxnLst/>
              <a:rect l="l" t="t" r="r" b="b"/>
              <a:pathLst>
                <a:path w="2154" h="786" extrusionOk="0">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62"/>
            <p:cNvSpPr/>
            <p:nvPr/>
          </p:nvSpPr>
          <p:spPr>
            <a:xfrm>
              <a:off x="2672970" y="3639650"/>
              <a:ext cx="51548" cy="10320"/>
            </a:xfrm>
            <a:custGeom>
              <a:avLst/>
              <a:gdLst/>
              <a:ahLst/>
              <a:cxnLst/>
              <a:rect l="l" t="t" r="r" b="b"/>
              <a:pathLst>
                <a:path w="1963" h="393" extrusionOk="0">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62"/>
            <p:cNvSpPr/>
            <p:nvPr/>
          </p:nvSpPr>
          <p:spPr>
            <a:xfrm>
              <a:off x="2719477" y="3469249"/>
              <a:ext cx="41228" cy="232243"/>
            </a:xfrm>
            <a:custGeom>
              <a:avLst/>
              <a:gdLst/>
              <a:ahLst/>
              <a:cxnLst/>
              <a:rect l="l" t="t" r="r" b="b"/>
              <a:pathLst>
                <a:path w="1570" h="8844" extrusionOk="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62"/>
            <p:cNvSpPr/>
            <p:nvPr/>
          </p:nvSpPr>
          <p:spPr>
            <a:xfrm>
              <a:off x="2781293" y="3526286"/>
              <a:ext cx="31197" cy="82456"/>
            </a:xfrm>
            <a:custGeom>
              <a:avLst/>
              <a:gdLst/>
              <a:ahLst/>
              <a:cxnLst/>
              <a:rect l="l" t="t" r="r" b="b"/>
              <a:pathLst>
                <a:path w="1188" h="3140" extrusionOk="0">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62"/>
            <p:cNvSpPr/>
            <p:nvPr/>
          </p:nvSpPr>
          <p:spPr>
            <a:xfrm>
              <a:off x="2724230" y="3469249"/>
              <a:ext cx="31696" cy="15598"/>
            </a:xfrm>
            <a:custGeom>
              <a:avLst/>
              <a:gdLst/>
              <a:ahLst/>
              <a:cxnLst/>
              <a:rect l="l" t="t" r="r" b="b"/>
              <a:pathLst>
                <a:path w="1207" h="594" extrusionOk="0">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62"/>
            <p:cNvSpPr/>
            <p:nvPr/>
          </p:nvSpPr>
          <p:spPr>
            <a:xfrm>
              <a:off x="2785573" y="3526286"/>
              <a:ext cx="22636" cy="15362"/>
            </a:xfrm>
            <a:custGeom>
              <a:avLst/>
              <a:gdLst/>
              <a:ahLst/>
              <a:cxnLst/>
              <a:rect l="l" t="t" r="r" b="b"/>
              <a:pathLst>
                <a:path w="862" h="585" extrusionOk="0">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62"/>
            <p:cNvSpPr/>
            <p:nvPr/>
          </p:nvSpPr>
          <p:spPr>
            <a:xfrm>
              <a:off x="2833051" y="3526286"/>
              <a:ext cx="30934" cy="82456"/>
            </a:xfrm>
            <a:custGeom>
              <a:avLst/>
              <a:gdLst/>
              <a:ahLst/>
              <a:cxnLst/>
              <a:rect l="l" t="t" r="r" b="b"/>
              <a:pathLst>
                <a:path w="1178" h="3140" extrusionOk="0">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62"/>
            <p:cNvSpPr/>
            <p:nvPr/>
          </p:nvSpPr>
          <p:spPr>
            <a:xfrm>
              <a:off x="2837069" y="3526286"/>
              <a:ext cx="22662" cy="15362"/>
            </a:xfrm>
            <a:custGeom>
              <a:avLst/>
              <a:gdLst/>
              <a:ahLst/>
              <a:cxnLst/>
              <a:rect l="l" t="t" r="r" b="b"/>
              <a:pathLst>
                <a:path w="863" h="585" extrusionOk="0">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62"/>
            <p:cNvSpPr/>
            <p:nvPr/>
          </p:nvSpPr>
          <p:spPr>
            <a:xfrm>
              <a:off x="2884836" y="3526286"/>
              <a:ext cx="30934" cy="82456"/>
            </a:xfrm>
            <a:custGeom>
              <a:avLst/>
              <a:gdLst/>
              <a:ahLst/>
              <a:cxnLst/>
              <a:rect l="l" t="t" r="r" b="b"/>
              <a:pathLst>
                <a:path w="1178" h="3140" extrusionOk="0">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62"/>
            <p:cNvSpPr/>
            <p:nvPr/>
          </p:nvSpPr>
          <p:spPr>
            <a:xfrm>
              <a:off x="2888854" y="3526286"/>
              <a:ext cx="22636" cy="15362"/>
            </a:xfrm>
            <a:custGeom>
              <a:avLst/>
              <a:gdLst/>
              <a:ahLst/>
              <a:cxnLst/>
              <a:rect l="l" t="t" r="r" b="b"/>
              <a:pathLst>
                <a:path w="862" h="585" extrusionOk="0">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62"/>
            <p:cNvSpPr/>
            <p:nvPr/>
          </p:nvSpPr>
          <p:spPr>
            <a:xfrm>
              <a:off x="2740065" y="3624052"/>
              <a:ext cx="216908" cy="77441"/>
            </a:xfrm>
            <a:custGeom>
              <a:avLst/>
              <a:gdLst/>
              <a:ahLst/>
              <a:cxnLst/>
              <a:rect l="l" t="t" r="r" b="b"/>
              <a:pathLst>
                <a:path w="8260" h="2949" extrusionOk="0">
                  <a:moveTo>
                    <a:pt x="1" y="1"/>
                  </a:moveTo>
                  <a:lnTo>
                    <a:pt x="1" y="2948"/>
                  </a:lnTo>
                  <a:lnTo>
                    <a:pt x="8260" y="2948"/>
                  </a:lnTo>
                  <a:lnTo>
                    <a:pt x="8260"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62"/>
            <p:cNvSpPr/>
            <p:nvPr/>
          </p:nvSpPr>
          <p:spPr>
            <a:xfrm>
              <a:off x="2740065" y="3624052"/>
              <a:ext cx="216908" cy="15625"/>
            </a:xfrm>
            <a:custGeom>
              <a:avLst/>
              <a:gdLst/>
              <a:ahLst/>
              <a:cxnLst/>
              <a:rect l="l" t="t" r="r" b="b"/>
              <a:pathLst>
                <a:path w="8260" h="595" extrusionOk="0">
                  <a:moveTo>
                    <a:pt x="1" y="1"/>
                  </a:moveTo>
                  <a:lnTo>
                    <a:pt x="1" y="594"/>
                  </a:lnTo>
                  <a:lnTo>
                    <a:pt x="8260" y="594"/>
                  </a:lnTo>
                  <a:lnTo>
                    <a:pt x="8260"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62"/>
            <p:cNvSpPr/>
            <p:nvPr/>
          </p:nvSpPr>
          <p:spPr>
            <a:xfrm>
              <a:off x="2770973" y="3644850"/>
              <a:ext cx="10583" cy="20693"/>
            </a:xfrm>
            <a:custGeom>
              <a:avLst/>
              <a:gdLst/>
              <a:ahLst/>
              <a:cxnLst/>
              <a:rect l="l" t="t" r="r" b="b"/>
              <a:pathLst>
                <a:path w="403" h="788" extrusionOk="0">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62"/>
            <p:cNvSpPr/>
            <p:nvPr/>
          </p:nvSpPr>
          <p:spPr>
            <a:xfrm>
              <a:off x="2791849"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62"/>
            <p:cNvSpPr/>
            <p:nvPr/>
          </p:nvSpPr>
          <p:spPr>
            <a:xfrm>
              <a:off x="281246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62"/>
            <p:cNvSpPr/>
            <p:nvPr/>
          </p:nvSpPr>
          <p:spPr>
            <a:xfrm>
              <a:off x="2833051" y="3644850"/>
              <a:ext cx="10346" cy="20693"/>
            </a:xfrm>
            <a:custGeom>
              <a:avLst/>
              <a:gdLst/>
              <a:ahLst/>
              <a:cxnLst/>
              <a:rect l="l" t="t" r="r" b="b"/>
              <a:pathLst>
                <a:path w="394" h="788" extrusionOk="0">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62"/>
            <p:cNvSpPr/>
            <p:nvPr/>
          </p:nvSpPr>
          <p:spPr>
            <a:xfrm>
              <a:off x="2853665" y="3644850"/>
              <a:ext cx="10320" cy="20693"/>
            </a:xfrm>
            <a:custGeom>
              <a:avLst/>
              <a:gdLst/>
              <a:ahLst/>
              <a:cxnLst/>
              <a:rect l="l" t="t" r="r" b="b"/>
              <a:pathLst>
                <a:path w="393" h="788" extrusionOk="0">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62"/>
            <p:cNvSpPr/>
            <p:nvPr/>
          </p:nvSpPr>
          <p:spPr>
            <a:xfrm>
              <a:off x="2874279" y="3644850"/>
              <a:ext cx="10320" cy="20693"/>
            </a:xfrm>
            <a:custGeom>
              <a:avLst/>
              <a:gdLst/>
              <a:ahLst/>
              <a:cxnLst/>
              <a:rect l="l" t="t" r="r" b="b"/>
              <a:pathLst>
                <a:path w="393" h="788" extrusionOk="0">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62"/>
            <p:cNvSpPr/>
            <p:nvPr/>
          </p:nvSpPr>
          <p:spPr>
            <a:xfrm>
              <a:off x="289489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62"/>
            <p:cNvSpPr/>
            <p:nvPr/>
          </p:nvSpPr>
          <p:spPr>
            <a:xfrm>
              <a:off x="2915481" y="3644850"/>
              <a:ext cx="10583" cy="20693"/>
            </a:xfrm>
            <a:custGeom>
              <a:avLst/>
              <a:gdLst/>
              <a:ahLst/>
              <a:cxnLst/>
              <a:rect l="l" t="t" r="r" b="b"/>
              <a:pathLst>
                <a:path w="403" h="788" extrusionOk="0">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62"/>
            <p:cNvSpPr/>
            <p:nvPr/>
          </p:nvSpPr>
          <p:spPr>
            <a:xfrm>
              <a:off x="2650597" y="3696451"/>
              <a:ext cx="333791" cy="10320"/>
            </a:xfrm>
            <a:custGeom>
              <a:avLst/>
              <a:gdLst/>
              <a:ahLst/>
              <a:cxnLst/>
              <a:rect l="l" t="t" r="r" b="b"/>
              <a:pathLst>
                <a:path w="12711" h="393" extrusionOk="0">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62"/>
            <p:cNvSpPr/>
            <p:nvPr/>
          </p:nvSpPr>
          <p:spPr>
            <a:xfrm>
              <a:off x="2735049" y="3608742"/>
              <a:ext cx="226965" cy="20614"/>
            </a:xfrm>
            <a:custGeom>
              <a:avLst/>
              <a:gdLst/>
              <a:ahLst/>
              <a:cxnLst/>
              <a:rect l="l" t="t" r="r" b="b"/>
              <a:pathLst>
                <a:path w="8643" h="785" extrusionOk="0">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62"/>
            <p:cNvSpPr/>
            <p:nvPr/>
          </p:nvSpPr>
          <p:spPr>
            <a:xfrm>
              <a:off x="2740065" y="3619036"/>
              <a:ext cx="216908" cy="10320"/>
            </a:xfrm>
            <a:custGeom>
              <a:avLst/>
              <a:gdLst/>
              <a:ahLst/>
              <a:cxnLst/>
              <a:rect l="l" t="t" r="r" b="b"/>
              <a:pathLst>
                <a:path w="8260" h="393" extrusionOk="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62"/>
            <p:cNvSpPr/>
            <p:nvPr/>
          </p:nvSpPr>
          <p:spPr>
            <a:xfrm>
              <a:off x="2770973" y="3644928"/>
              <a:ext cx="10583" cy="10320"/>
            </a:xfrm>
            <a:custGeom>
              <a:avLst/>
              <a:gdLst/>
              <a:ahLst/>
              <a:cxnLst/>
              <a:rect l="l" t="t" r="r" b="b"/>
              <a:pathLst>
                <a:path w="403" h="393" extrusionOk="0">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62"/>
            <p:cNvSpPr/>
            <p:nvPr/>
          </p:nvSpPr>
          <p:spPr>
            <a:xfrm>
              <a:off x="2791849" y="3644928"/>
              <a:ext cx="10320" cy="10320"/>
            </a:xfrm>
            <a:custGeom>
              <a:avLst/>
              <a:gdLst/>
              <a:ahLst/>
              <a:cxnLst/>
              <a:rect l="l" t="t" r="r" b="b"/>
              <a:pathLst>
                <a:path w="393" h="393" extrusionOk="0">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62"/>
            <p:cNvSpPr/>
            <p:nvPr/>
          </p:nvSpPr>
          <p:spPr>
            <a:xfrm>
              <a:off x="2812463" y="3644928"/>
              <a:ext cx="10320" cy="10320"/>
            </a:xfrm>
            <a:custGeom>
              <a:avLst/>
              <a:gdLst/>
              <a:ahLst/>
              <a:cxnLst/>
              <a:rect l="l" t="t" r="r" b="b"/>
              <a:pathLst>
                <a:path w="393" h="393" extrusionOk="0">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62"/>
            <p:cNvSpPr/>
            <p:nvPr/>
          </p:nvSpPr>
          <p:spPr>
            <a:xfrm>
              <a:off x="2833051" y="3644928"/>
              <a:ext cx="10346" cy="10320"/>
            </a:xfrm>
            <a:custGeom>
              <a:avLst/>
              <a:gdLst/>
              <a:ahLst/>
              <a:cxnLst/>
              <a:rect l="l" t="t" r="r" b="b"/>
              <a:pathLst>
                <a:path w="394" h="393" extrusionOk="0">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62"/>
            <p:cNvSpPr/>
            <p:nvPr/>
          </p:nvSpPr>
          <p:spPr>
            <a:xfrm>
              <a:off x="2853665" y="3644928"/>
              <a:ext cx="10320" cy="10320"/>
            </a:xfrm>
            <a:custGeom>
              <a:avLst/>
              <a:gdLst/>
              <a:ahLst/>
              <a:cxnLst/>
              <a:rect l="l" t="t" r="r" b="b"/>
              <a:pathLst>
                <a:path w="393" h="393" extrusionOk="0">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62"/>
            <p:cNvSpPr/>
            <p:nvPr/>
          </p:nvSpPr>
          <p:spPr>
            <a:xfrm>
              <a:off x="2874279" y="3644928"/>
              <a:ext cx="10320" cy="10320"/>
            </a:xfrm>
            <a:custGeom>
              <a:avLst/>
              <a:gdLst/>
              <a:ahLst/>
              <a:cxnLst/>
              <a:rect l="l" t="t" r="r" b="b"/>
              <a:pathLst>
                <a:path w="393" h="393" extrusionOk="0">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62"/>
            <p:cNvSpPr/>
            <p:nvPr/>
          </p:nvSpPr>
          <p:spPr>
            <a:xfrm>
              <a:off x="2894893" y="3644928"/>
              <a:ext cx="10320" cy="10320"/>
            </a:xfrm>
            <a:custGeom>
              <a:avLst/>
              <a:gdLst/>
              <a:ahLst/>
              <a:cxnLst/>
              <a:rect l="l" t="t" r="r" b="b"/>
              <a:pathLst>
                <a:path w="393" h="393" extrusionOk="0">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62"/>
            <p:cNvSpPr/>
            <p:nvPr/>
          </p:nvSpPr>
          <p:spPr>
            <a:xfrm>
              <a:off x="2915481" y="3644928"/>
              <a:ext cx="10583" cy="10320"/>
            </a:xfrm>
            <a:custGeom>
              <a:avLst/>
              <a:gdLst/>
              <a:ahLst/>
              <a:cxnLst/>
              <a:rect l="l" t="t" r="r" b="b"/>
              <a:pathLst>
                <a:path w="403" h="393" extrusionOk="0">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62"/>
            <p:cNvSpPr/>
            <p:nvPr/>
          </p:nvSpPr>
          <p:spPr>
            <a:xfrm>
              <a:off x="2732081" y="3381777"/>
              <a:ext cx="260027" cy="113391"/>
            </a:xfrm>
            <a:custGeom>
              <a:avLst/>
              <a:gdLst/>
              <a:ahLst/>
              <a:cxnLst/>
              <a:rect l="l" t="t" r="r" b="b"/>
              <a:pathLst>
                <a:path w="9902" h="4318" extrusionOk="0">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62"/>
            <p:cNvSpPr/>
            <p:nvPr/>
          </p:nvSpPr>
          <p:spPr>
            <a:xfrm>
              <a:off x="2731845" y="3397612"/>
              <a:ext cx="241487" cy="97320"/>
            </a:xfrm>
            <a:custGeom>
              <a:avLst/>
              <a:gdLst/>
              <a:ahLst/>
              <a:cxnLst/>
              <a:rect l="l" t="t" r="r" b="b"/>
              <a:pathLst>
                <a:path w="9196" h="3706" extrusionOk="0">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9" name="Google Shape;9319;p62"/>
          <p:cNvGrpSpPr/>
          <p:nvPr/>
        </p:nvGrpSpPr>
        <p:grpSpPr>
          <a:xfrm>
            <a:off x="1281227" y="2280562"/>
            <a:ext cx="402645" cy="323917"/>
            <a:chOff x="1295502" y="2437362"/>
            <a:chExt cx="402645" cy="323917"/>
          </a:xfrm>
        </p:grpSpPr>
        <p:sp>
          <p:nvSpPr>
            <p:cNvPr id="9320" name="Google Shape;9320;p62"/>
            <p:cNvSpPr/>
            <p:nvPr/>
          </p:nvSpPr>
          <p:spPr>
            <a:xfrm>
              <a:off x="1295502" y="2437362"/>
              <a:ext cx="402645" cy="278724"/>
            </a:xfrm>
            <a:custGeom>
              <a:avLst/>
              <a:gdLst/>
              <a:ahLst/>
              <a:cxnLst/>
              <a:rect l="l" t="t" r="r" b="b"/>
              <a:pathLst>
                <a:path w="15333" h="10614" extrusionOk="0">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62"/>
            <p:cNvSpPr/>
            <p:nvPr/>
          </p:nvSpPr>
          <p:spPr>
            <a:xfrm>
              <a:off x="1295502" y="2437362"/>
              <a:ext cx="402645" cy="278724"/>
            </a:xfrm>
            <a:custGeom>
              <a:avLst/>
              <a:gdLst/>
              <a:ahLst/>
              <a:cxnLst/>
              <a:rect l="l" t="t" r="r" b="b"/>
              <a:pathLst>
                <a:path w="15333" h="10614" extrusionOk="0">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62"/>
            <p:cNvSpPr/>
            <p:nvPr/>
          </p:nvSpPr>
          <p:spPr>
            <a:xfrm>
              <a:off x="1324651" y="2467771"/>
              <a:ext cx="344347" cy="217905"/>
            </a:xfrm>
            <a:custGeom>
              <a:avLst/>
              <a:gdLst/>
              <a:ahLst/>
              <a:cxnLst/>
              <a:rect l="l" t="t" r="r" b="b"/>
              <a:pathLst>
                <a:path w="13113" h="8298" extrusionOk="0">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62"/>
            <p:cNvSpPr/>
            <p:nvPr/>
          </p:nvSpPr>
          <p:spPr>
            <a:xfrm>
              <a:off x="1600617" y="2467771"/>
              <a:ext cx="68381" cy="217905"/>
            </a:xfrm>
            <a:custGeom>
              <a:avLst/>
              <a:gdLst/>
              <a:ahLst/>
              <a:cxnLst/>
              <a:rect l="l" t="t" r="r" b="b"/>
              <a:pathLst>
                <a:path w="2604" h="8298" extrusionOk="0">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62"/>
            <p:cNvSpPr/>
            <p:nvPr/>
          </p:nvSpPr>
          <p:spPr>
            <a:xfrm>
              <a:off x="1557445" y="2680871"/>
              <a:ext cx="66044" cy="80408"/>
            </a:xfrm>
            <a:custGeom>
              <a:avLst/>
              <a:gdLst/>
              <a:ahLst/>
              <a:cxnLst/>
              <a:rect l="l" t="t" r="r" b="b"/>
              <a:pathLst>
                <a:path w="2515" h="3062" extrusionOk="0">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62"/>
            <p:cNvSpPr/>
            <p:nvPr/>
          </p:nvSpPr>
          <p:spPr>
            <a:xfrm>
              <a:off x="1607129" y="2680871"/>
              <a:ext cx="66070" cy="80408"/>
            </a:xfrm>
            <a:custGeom>
              <a:avLst/>
              <a:gdLst/>
              <a:ahLst/>
              <a:cxnLst/>
              <a:rect l="l" t="t" r="r" b="b"/>
              <a:pathLst>
                <a:path w="2516" h="3062" extrusionOk="0">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62"/>
            <p:cNvSpPr/>
            <p:nvPr/>
          </p:nvSpPr>
          <p:spPr>
            <a:xfrm>
              <a:off x="1556631" y="2604927"/>
              <a:ext cx="117146" cy="115229"/>
            </a:xfrm>
            <a:custGeom>
              <a:avLst/>
              <a:gdLst/>
              <a:ahLst/>
              <a:cxnLst/>
              <a:rect l="l" t="t" r="r" b="b"/>
              <a:pathLst>
                <a:path w="4461" h="4388" extrusionOk="0">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62"/>
            <p:cNvSpPr/>
            <p:nvPr/>
          </p:nvSpPr>
          <p:spPr>
            <a:xfrm>
              <a:off x="1595076" y="2714300"/>
              <a:ext cx="2048" cy="26"/>
            </a:xfrm>
            <a:custGeom>
              <a:avLst/>
              <a:gdLst/>
              <a:ahLst/>
              <a:cxnLst/>
              <a:rect l="l" t="t" r="r" b="b"/>
              <a:pathLst>
                <a:path w="78" h="1" extrusionOk="0">
                  <a:moveTo>
                    <a:pt x="1" y="0"/>
                  </a:moveTo>
                  <a:lnTo>
                    <a:pt x="29" y="0"/>
                  </a:lnTo>
                  <a:lnTo>
                    <a:pt x="77" y="0"/>
                  </a:lnTo>
                  <a:cubicBezTo>
                    <a:pt x="48" y="0"/>
                    <a:pt x="29" y="0"/>
                    <a:pt x="1"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62"/>
            <p:cNvSpPr/>
            <p:nvPr/>
          </p:nvSpPr>
          <p:spPr>
            <a:xfrm>
              <a:off x="1595076" y="2610757"/>
              <a:ext cx="2048" cy="26"/>
            </a:xfrm>
            <a:custGeom>
              <a:avLst/>
              <a:gdLst/>
              <a:ahLst/>
              <a:cxnLst/>
              <a:rect l="l" t="t" r="r" b="b"/>
              <a:pathLst>
                <a:path w="78" h="1" extrusionOk="0">
                  <a:moveTo>
                    <a:pt x="77" y="1"/>
                  </a:moveTo>
                  <a:lnTo>
                    <a:pt x="29" y="1"/>
                  </a:lnTo>
                  <a:lnTo>
                    <a:pt x="1" y="1"/>
                  </a:lnTo>
                  <a:cubicBezTo>
                    <a:pt x="29" y="1"/>
                    <a:pt x="48" y="1"/>
                    <a:pt x="77"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62"/>
            <p:cNvSpPr/>
            <p:nvPr/>
          </p:nvSpPr>
          <p:spPr>
            <a:xfrm>
              <a:off x="1598857" y="2604927"/>
              <a:ext cx="74920" cy="115176"/>
            </a:xfrm>
            <a:custGeom>
              <a:avLst/>
              <a:gdLst/>
              <a:ahLst/>
              <a:cxnLst/>
              <a:rect l="l" t="t" r="r" b="b"/>
              <a:pathLst>
                <a:path w="2853" h="4386" extrusionOk="0">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62"/>
            <p:cNvSpPr/>
            <p:nvPr/>
          </p:nvSpPr>
          <p:spPr>
            <a:xfrm>
              <a:off x="1583023" y="2630872"/>
              <a:ext cx="63602" cy="63339"/>
            </a:xfrm>
            <a:custGeom>
              <a:avLst/>
              <a:gdLst/>
              <a:ahLst/>
              <a:cxnLst/>
              <a:rect l="l" t="t" r="r" b="b"/>
              <a:pathLst>
                <a:path w="2422" h="2412" extrusionOk="0">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62"/>
            <p:cNvSpPr/>
            <p:nvPr/>
          </p:nvSpPr>
          <p:spPr>
            <a:xfrm>
              <a:off x="1595076" y="2630872"/>
              <a:ext cx="56827" cy="63287"/>
            </a:xfrm>
            <a:custGeom>
              <a:avLst/>
              <a:gdLst/>
              <a:ahLst/>
              <a:cxnLst/>
              <a:rect l="l" t="t" r="r" b="b"/>
              <a:pathLst>
                <a:path w="2164" h="2410" extrusionOk="0">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62"/>
            <p:cNvSpPr/>
            <p:nvPr/>
          </p:nvSpPr>
          <p:spPr>
            <a:xfrm>
              <a:off x="1370054" y="2536074"/>
              <a:ext cx="253304" cy="12158"/>
            </a:xfrm>
            <a:custGeom>
              <a:avLst/>
              <a:gdLst/>
              <a:ahLst/>
              <a:cxnLst/>
              <a:rect l="l" t="t" r="r" b="b"/>
              <a:pathLst>
                <a:path w="9646" h="463" extrusionOk="0">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62"/>
            <p:cNvSpPr/>
            <p:nvPr/>
          </p:nvSpPr>
          <p:spPr>
            <a:xfrm>
              <a:off x="1370054" y="2503170"/>
              <a:ext cx="253304" cy="12132"/>
            </a:xfrm>
            <a:custGeom>
              <a:avLst/>
              <a:gdLst/>
              <a:ahLst/>
              <a:cxnLst/>
              <a:rect l="l" t="t" r="r" b="b"/>
              <a:pathLst>
                <a:path w="9646" h="462" extrusionOk="0">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62"/>
            <p:cNvSpPr/>
            <p:nvPr/>
          </p:nvSpPr>
          <p:spPr>
            <a:xfrm>
              <a:off x="1370133" y="2569266"/>
              <a:ext cx="253146" cy="12132"/>
            </a:xfrm>
            <a:custGeom>
              <a:avLst/>
              <a:gdLst/>
              <a:ahLst/>
              <a:cxnLst/>
              <a:rect l="l" t="t" r="r" b="b"/>
              <a:pathLst>
                <a:path w="9640" h="462" extrusionOk="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62"/>
            <p:cNvSpPr/>
            <p:nvPr/>
          </p:nvSpPr>
          <p:spPr>
            <a:xfrm>
              <a:off x="1447521" y="2612228"/>
              <a:ext cx="98344" cy="12158"/>
            </a:xfrm>
            <a:custGeom>
              <a:avLst/>
              <a:gdLst/>
              <a:ahLst/>
              <a:cxnLst/>
              <a:rect l="l" t="t" r="r" b="b"/>
              <a:pathLst>
                <a:path w="3745" h="463" extrusionOk="0">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6" name="Google Shape;9336;p62"/>
          <p:cNvGrpSpPr/>
          <p:nvPr/>
        </p:nvGrpSpPr>
        <p:grpSpPr>
          <a:xfrm>
            <a:off x="868315" y="2281560"/>
            <a:ext cx="337310" cy="337047"/>
            <a:chOff x="882590" y="2438360"/>
            <a:chExt cx="337310" cy="337047"/>
          </a:xfrm>
        </p:grpSpPr>
        <p:sp>
          <p:nvSpPr>
            <p:cNvPr id="9337" name="Google Shape;9337;p62"/>
            <p:cNvSpPr/>
            <p:nvPr/>
          </p:nvSpPr>
          <p:spPr>
            <a:xfrm>
              <a:off x="992934" y="2438360"/>
              <a:ext cx="114625" cy="337047"/>
            </a:xfrm>
            <a:custGeom>
              <a:avLst/>
              <a:gdLst/>
              <a:ahLst/>
              <a:cxnLst/>
              <a:rect l="l" t="t" r="r" b="b"/>
              <a:pathLst>
                <a:path w="4365" h="12835" extrusionOk="0">
                  <a:moveTo>
                    <a:pt x="0" y="0"/>
                  </a:moveTo>
                  <a:lnTo>
                    <a:pt x="0" y="12834"/>
                  </a:lnTo>
                  <a:lnTo>
                    <a:pt x="4364" y="12834"/>
                  </a:lnTo>
                  <a:lnTo>
                    <a:pt x="4364"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62"/>
            <p:cNvSpPr/>
            <p:nvPr/>
          </p:nvSpPr>
          <p:spPr>
            <a:xfrm>
              <a:off x="1081640" y="2438360"/>
              <a:ext cx="25919" cy="337047"/>
            </a:xfrm>
            <a:custGeom>
              <a:avLst/>
              <a:gdLst/>
              <a:ahLst/>
              <a:cxnLst/>
              <a:rect l="l" t="t" r="r" b="b"/>
              <a:pathLst>
                <a:path w="987" h="12835" extrusionOk="0">
                  <a:moveTo>
                    <a:pt x="0" y="0"/>
                  </a:moveTo>
                  <a:lnTo>
                    <a:pt x="0" y="12834"/>
                  </a:lnTo>
                  <a:lnTo>
                    <a:pt x="986" y="12834"/>
                  </a:lnTo>
                  <a:lnTo>
                    <a:pt x="986" y="0"/>
                  </a:lnTo>
                  <a:close/>
                </a:path>
              </a:pathLst>
            </a:custGeom>
            <a:solidFill>
              <a:srgbClr val="C5D1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62"/>
            <p:cNvSpPr/>
            <p:nvPr/>
          </p:nvSpPr>
          <p:spPr>
            <a:xfrm>
              <a:off x="882590" y="2438360"/>
              <a:ext cx="112367" cy="337047"/>
            </a:xfrm>
            <a:custGeom>
              <a:avLst/>
              <a:gdLst/>
              <a:ahLst/>
              <a:cxnLst/>
              <a:rect l="l" t="t" r="r" b="b"/>
              <a:pathLst>
                <a:path w="4279" h="12835" extrusionOk="0">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62"/>
            <p:cNvSpPr/>
            <p:nvPr/>
          </p:nvSpPr>
          <p:spPr>
            <a:xfrm>
              <a:off x="969799" y="2438360"/>
              <a:ext cx="25157" cy="337047"/>
            </a:xfrm>
            <a:custGeom>
              <a:avLst/>
              <a:gdLst/>
              <a:ahLst/>
              <a:cxnLst/>
              <a:rect l="l" t="t" r="r" b="b"/>
              <a:pathLst>
                <a:path w="958" h="12835" extrusionOk="0">
                  <a:moveTo>
                    <a:pt x="1" y="0"/>
                  </a:moveTo>
                  <a:lnTo>
                    <a:pt x="1" y="12834"/>
                  </a:lnTo>
                  <a:lnTo>
                    <a:pt x="958" y="12834"/>
                  </a:lnTo>
                  <a:lnTo>
                    <a:pt x="958" y="0"/>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62"/>
            <p:cNvSpPr/>
            <p:nvPr/>
          </p:nvSpPr>
          <p:spPr>
            <a:xfrm>
              <a:off x="1106010" y="2438360"/>
              <a:ext cx="113890" cy="337047"/>
            </a:xfrm>
            <a:custGeom>
              <a:avLst/>
              <a:gdLst/>
              <a:ahLst/>
              <a:cxnLst/>
              <a:rect l="l" t="t" r="r" b="b"/>
              <a:pathLst>
                <a:path w="4337" h="12835" extrusionOk="0">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62"/>
            <p:cNvSpPr/>
            <p:nvPr/>
          </p:nvSpPr>
          <p:spPr>
            <a:xfrm>
              <a:off x="1167852" y="2438360"/>
              <a:ext cx="52047" cy="337047"/>
            </a:xfrm>
            <a:custGeom>
              <a:avLst/>
              <a:gdLst/>
              <a:ahLst/>
              <a:cxnLst/>
              <a:rect l="l" t="t" r="r" b="b"/>
              <a:pathLst>
                <a:path w="1982" h="12835" extrusionOk="0">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62"/>
            <p:cNvSpPr/>
            <p:nvPr/>
          </p:nvSpPr>
          <p:spPr>
            <a:xfrm>
              <a:off x="922058" y="2707525"/>
              <a:ext cx="33193" cy="33193"/>
            </a:xfrm>
            <a:custGeom>
              <a:avLst/>
              <a:gdLst/>
              <a:ahLst/>
              <a:cxnLst/>
              <a:rect l="l" t="t" r="r" b="b"/>
              <a:pathLst>
                <a:path w="1264" h="1264" extrusionOk="0">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62"/>
            <p:cNvSpPr/>
            <p:nvPr/>
          </p:nvSpPr>
          <p:spPr>
            <a:xfrm>
              <a:off x="1034635" y="2707525"/>
              <a:ext cx="33219" cy="33193"/>
            </a:xfrm>
            <a:custGeom>
              <a:avLst/>
              <a:gdLst/>
              <a:ahLst/>
              <a:cxnLst/>
              <a:rect l="l" t="t" r="r" b="b"/>
              <a:pathLst>
                <a:path w="1265" h="1264" extrusionOk="0">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62"/>
            <p:cNvSpPr/>
            <p:nvPr/>
          </p:nvSpPr>
          <p:spPr>
            <a:xfrm>
              <a:off x="1145715" y="2707525"/>
              <a:ext cx="33455" cy="33193"/>
            </a:xfrm>
            <a:custGeom>
              <a:avLst/>
              <a:gdLst/>
              <a:ahLst/>
              <a:cxnLst/>
              <a:rect l="l" t="t" r="r" b="b"/>
              <a:pathLst>
                <a:path w="1274" h="1264" extrusionOk="0">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62"/>
            <p:cNvSpPr/>
            <p:nvPr/>
          </p:nvSpPr>
          <p:spPr>
            <a:xfrm>
              <a:off x="907484"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62"/>
            <p:cNvSpPr/>
            <p:nvPr/>
          </p:nvSpPr>
          <p:spPr>
            <a:xfrm>
              <a:off x="907484"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62"/>
            <p:cNvSpPr/>
            <p:nvPr/>
          </p:nvSpPr>
          <p:spPr>
            <a:xfrm>
              <a:off x="1020061" y="2475045"/>
              <a:ext cx="62367" cy="123422"/>
            </a:xfrm>
            <a:custGeom>
              <a:avLst/>
              <a:gdLst/>
              <a:ahLst/>
              <a:cxnLst/>
              <a:rect l="l" t="t" r="r" b="b"/>
              <a:pathLst>
                <a:path w="2375" h="4700" extrusionOk="0">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62"/>
            <p:cNvSpPr/>
            <p:nvPr/>
          </p:nvSpPr>
          <p:spPr>
            <a:xfrm>
              <a:off x="1020061" y="2598441"/>
              <a:ext cx="62367" cy="41990"/>
            </a:xfrm>
            <a:custGeom>
              <a:avLst/>
              <a:gdLst/>
              <a:ahLst/>
              <a:cxnLst/>
              <a:rect l="l" t="t" r="r" b="b"/>
              <a:pathLst>
                <a:path w="2375" h="1599" extrusionOk="0">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62"/>
            <p:cNvSpPr/>
            <p:nvPr/>
          </p:nvSpPr>
          <p:spPr>
            <a:xfrm>
              <a:off x="1131403"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62"/>
            <p:cNvSpPr/>
            <p:nvPr/>
          </p:nvSpPr>
          <p:spPr>
            <a:xfrm>
              <a:off x="1131403"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62"/>
            <p:cNvSpPr/>
            <p:nvPr/>
          </p:nvSpPr>
          <p:spPr>
            <a:xfrm>
              <a:off x="921560" y="2501437"/>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62"/>
            <p:cNvSpPr/>
            <p:nvPr/>
          </p:nvSpPr>
          <p:spPr>
            <a:xfrm>
              <a:off x="921560"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62"/>
            <p:cNvSpPr/>
            <p:nvPr/>
          </p:nvSpPr>
          <p:spPr>
            <a:xfrm>
              <a:off x="921560"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62"/>
            <p:cNvSpPr/>
            <p:nvPr/>
          </p:nvSpPr>
          <p:spPr>
            <a:xfrm>
              <a:off x="1145479" y="2501437"/>
              <a:ext cx="33954" cy="10084"/>
            </a:xfrm>
            <a:custGeom>
              <a:avLst/>
              <a:gdLst/>
              <a:ahLst/>
              <a:cxnLst/>
              <a:rect l="l" t="t" r="r" b="b"/>
              <a:pathLst>
                <a:path w="1293" h="384" extrusionOk="0">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62"/>
            <p:cNvSpPr/>
            <p:nvPr/>
          </p:nvSpPr>
          <p:spPr>
            <a:xfrm>
              <a:off x="1145479"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62"/>
            <p:cNvSpPr/>
            <p:nvPr/>
          </p:nvSpPr>
          <p:spPr>
            <a:xfrm>
              <a:off x="1145479"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62"/>
            <p:cNvSpPr/>
            <p:nvPr/>
          </p:nvSpPr>
          <p:spPr>
            <a:xfrm>
              <a:off x="1034399" y="2501437"/>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62"/>
            <p:cNvSpPr/>
            <p:nvPr/>
          </p:nvSpPr>
          <p:spPr>
            <a:xfrm>
              <a:off x="1034399" y="2531583"/>
              <a:ext cx="33692" cy="10084"/>
            </a:xfrm>
            <a:custGeom>
              <a:avLst/>
              <a:gdLst/>
              <a:ahLst/>
              <a:cxnLst/>
              <a:rect l="l" t="t" r="r" b="b"/>
              <a:pathLst>
                <a:path w="1283" h="384" extrusionOk="0">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62"/>
            <p:cNvSpPr/>
            <p:nvPr/>
          </p:nvSpPr>
          <p:spPr>
            <a:xfrm>
              <a:off x="1034399" y="2561756"/>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1" name="Google Shape;9361;p62"/>
          <p:cNvGrpSpPr/>
          <p:nvPr/>
        </p:nvGrpSpPr>
        <p:grpSpPr>
          <a:xfrm>
            <a:off x="856498" y="3201185"/>
            <a:ext cx="342824" cy="351228"/>
            <a:chOff x="870773" y="3357985"/>
            <a:chExt cx="342824" cy="351228"/>
          </a:xfrm>
        </p:grpSpPr>
        <p:sp>
          <p:nvSpPr>
            <p:cNvPr id="9362" name="Google Shape;9362;p62"/>
            <p:cNvSpPr/>
            <p:nvPr/>
          </p:nvSpPr>
          <p:spPr>
            <a:xfrm>
              <a:off x="870773" y="3357985"/>
              <a:ext cx="342824" cy="351228"/>
            </a:xfrm>
            <a:custGeom>
              <a:avLst/>
              <a:gdLst/>
              <a:ahLst/>
              <a:cxnLst/>
              <a:rect l="l" t="t" r="r" b="b"/>
              <a:pathLst>
                <a:path w="13055" h="13375" extrusionOk="0">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62"/>
            <p:cNvSpPr/>
            <p:nvPr/>
          </p:nvSpPr>
          <p:spPr>
            <a:xfrm>
              <a:off x="1024577" y="3357985"/>
              <a:ext cx="50288" cy="49238"/>
            </a:xfrm>
            <a:custGeom>
              <a:avLst/>
              <a:gdLst/>
              <a:ahLst/>
              <a:cxnLst/>
              <a:rect l="l" t="t" r="r" b="b"/>
              <a:pathLst>
                <a:path w="1915" h="1875" extrusionOk="0">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62"/>
            <p:cNvSpPr/>
            <p:nvPr/>
          </p:nvSpPr>
          <p:spPr>
            <a:xfrm>
              <a:off x="1111787" y="3388552"/>
              <a:ext cx="101810" cy="289832"/>
            </a:xfrm>
            <a:custGeom>
              <a:avLst/>
              <a:gdLst/>
              <a:ahLst/>
              <a:cxnLst/>
              <a:rect l="l" t="t" r="r" b="b"/>
              <a:pathLst>
                <a:path w="3877" h="11037" extrusionOk="0">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62"/>
            <p:cNvSpPr/>
            <p:nvPr/>
          </p:nvSpPr>
          <p:spPr>
            <a:xfrm>
              <a:off x="1024840" y="3660133"/>
              <a:ext cx="50025" cy="49080"/>
            </a:xfrm>
            <a:custGeom>
              <a:avLst/>
              <a:gdLst/>
              <a:ahLst/>
              <a:cxnLst/>
              <a:rect l="l" t="t" r="r" b="b"/>
              <a:pathLst>
                <a:path w="1905" h="1869" extrusionOk="0">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62"/>
            <p:cNvSpPr/>
            <p:nvPr/>
          </p:nvSpPr>
          <p:spPr>
            <a:xfrm>
              <a:off x="939390" y="3431067"/>
              <a:ext cx="211892" cy="205222"/>
            </a:xfrm>
            <a:custGeom>
              <a:avLst/>
              <a:gdLst/>
              <a:ahLst/>
              <a:cxnLst/>
              <a:rect l="l" t="t" r="r" b="b"/>
              <a:pathLst>
                <a:path w="8069" h="7815" extrusionOk="0">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62"/>
            <p:cNvSpPr/>
            <p:nvPr/>
          </p:nvSpPr>
          <p:spPr>
            <a:xfrm>
              <a:off x="970561" y="3470641"/>
              <a:ext cx="60345" cy="51653"/>
            </a:xfrm>
            <a:custGeom>
              <a:avLst/>
              <a:gdLst/>
              <a:ahLst/>
              <a:cxnLst/>
              <a:rect l="l" t="t" r="r" b="b"/>
              <a:pathLst>
                <a:path w="2298" h="1967" extrusionOk="0">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62"/>
            <p:cNvSpPr/>
            <p:nvPr/>
          </p:nvSpPr>
          <p:spPr>
            <a:xfrm>
              <a:off x="1053332" y="3545140"/>
              <a:ext cx="60188" cy="51417"/>
            </a:xfrm>
            <a:custGeom>
              <a:avLst/>
              <a:gdLst/>
              <a:ahLst/>
              <a:cxnLst/>
              <a:rect l="l" t="t" r="r" b="b"/>
              <a:pathLst>
                <a:path w="2292" h="1958" extrusionOk="0">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62"/>
            <p:cNvSpPr/>
            <p:nvPr/>
          </p:nvSpPr>
          <p:spPr>
            <a:xfrm>
              <a:off x="992330" y="3479595"/>
              <a:ext cx="106090" cy="101836"/>
            </a:xfrm>
            <a:custGeom>
              <a:avLst/>
              <a:gdLst/>
              <a:ahLst/>
              <a:cxnLst/>
              <a:rect l="l" t="t" r="r" b="b"/>
              <a:pathLst>
                <a:path w="4040" h="3878" extrusionOk="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0" name="Google Shape;9370;p62"/>
          <p:cNvGrpSpPr/>
          <p:nvPr/>
        </p:nvGrpSpPr>
        <p:grpSpPr>
          <a:xfrm>
            <a:off x="2728809" y="4142790"/>
            <a:ext cx="159372" cy="308896"/>
            <a:chOff x="2743084" y="4299590"/>
            <a:chExt cx="159372" cy="308896"/>
          </a:xfrm>
        </p:grpSpPr>
        <p:sp>
          <p:nvSpPr>
            <p:cNvPr id="9371" name="Google Shape;9371;p62"/>
            <p:cNvSpPr/>
            <p:nvPr/>
          </p:nvSpPr>
          <p:spPr>
            <a:xfrm>
              <a:off x="2828534" y="4425428"/>
              <a:ext cx="9585" cy="105907"/>
            </a:xfrm>
            <a:custGeom>
              <a:avLst/>
              <a:gdLst/>
              <a:ahLst/>
              <a:cxnLst/>
              <a:rect l="l" t="t" r="r" b="b"/>
              <a:pathLst>
                <a:path w="365" h="4033" extrusionOk="0">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62"/>
            <p:cNvSpPr/>
            <p:nvPr/>
          </p:nvSpPr>
          <p:spPr>
            <a:xfrm>
              <a:off x="2743084" y="4299590"/>
              <a:ext cx="158111" cy="135239"/>
            </a:xfrm>
            <a:custGeom>
              <a:avLst/>
              <a:gdLst/>
              <a:ahLst/>
              <a:cxnLst/>
              <a:rect l="l" t="t" r="r" b="b"/>
              <a:pathLst>
                <a:path w="6021" h="5150" extrusionOk="0">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62"/>
            <p:cNvSpPr/>
            <p:nvPr/>
          </p:nvSpPr>
          <p:spPr>
            <a:xfrm>
              <a:off x="2762438" y="4313928"/>
              <a:ext cx="123921" cy="106406"/>
            </a:xfrm>
            <a:custGeom>
              <a:avLst/>
              <a:gdLst/>
              <a:ahLst/>
              <a:cxnLst/>
              <a:rect l="l" t="t" r="r" b="b"/>
              <a:pathLst>
                <a:path w="4719" h="4052" extrusionOk="0">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62"/>
            <p:cNvSpPr/>
            <p:nvPr/>
          </p:nvSpPr>
          <p:spPr>
            <a:xfrm>
              <a:off x="2809443" y="4314348"/>
              <a:ext cx="49526" cy="105460"/>
            </a:xfrm>
            <a:custGeom>
              <a:avLst/>
              <a:gdLst/>
              <a:ahLst/>
              <a:cxnLst/>
              <a:rect l="l" t="t" r="r" b="b"/>
              <a:pathLst>
                <a:path w="1886" h="4016" extrusionOk="0">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62"/>
            <p:cNvSpPr/>
            <p:nvPr/>
          </p:nvSpPr>
          <p:spPr>
            <a:xfrm>
              <a:off x="2780032" y="4521513"/>
              <a:ext cx="106589" cy="86973"/>
            </a:xfrm>
            <a:custGeom>
              <a:avLst/>
              <a:gdLst/>
              <a:ahLst/>
              <a:cxnLst/>
              <a:rect l="l" t="t" r="r" b="b"/>
              <a:pathLst>
                <a:path w="4059" h="3312" extrusionOk="0">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62"/>
            <p:cNvSpPr/>
            <p:nvPr/>
          </p:nvSpPr>
          <p:spPr>
            <a:xfrm>
              <a:off x="2782553" y="4545620"/>
              <a:ext cx="20614" cy="48292"/>
            </a:xfrm>
            <a:custGeom>
              <a:avLst/>
              <a:gdLst/>
              <a:ahLst/>
              <a:cxnLst/>
              <a:rect l="l" t="t" r="r" b="b"/>
              <a:pathLst>
                <a:path w="785" h="1839" extrusionOk="0">
                  <a:moveTo>
                    <a:pt x="0" y="1"/>
                  </a:moveTo>
                  <a:lnTo>
                    <a:pt x="230" y="1838"/>
                  </a:lnTo>
                  <a:lnTo>
                    <a:pt x="785" y="1838"/>
                  </a:lnTo>
                  <a:lnTo>
                    <a:pt x="55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62"/>
            <p:cNvSpPr/>
            <p:nvPr/>
          </p:nvSpPr>
          <p:spPr>
            <a:xfrm>
              <a:off x="2780032" y="4521514"/>
              <a:ext cx="106826" cy="28912"/>
            </a:xfrm>
            <a:custGeom>
              <a:avLst/>
              <a:gdLst/>
              <a:ahLst/>
              <a:cxnLst/>
              <a:rect l="l" t="t" r="r" b="b"/>
              <a:pathLst>
                <a:path w="4068" h="1101" extrusionOk="0">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62"/>
            <p:cNvSpPr/>
            <p:nvPr/>
          </p:nvSpPr>
          <p:spPr>
            <a:xfrm>
              <a:off x="2788068" y="4589107"/>
              <a:ext cx="90518" cy="19380"/>
            </a:xfrm>
            <a:custGeom>
              <a:avLst/>
              <a:gdLst/>
              <a:ahLst/>
              <a:cxnLst/>
              <a:rect l="l" t="t" r="r" b="b"/>
              <a:pathLst>
                <a:path w="3447" h="738" extrusionOk="0">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62"/>
            <p:cNvSpPr/>
            <p:nvPr/>
          </p:nvSpPr>
          <p:spPr>
            <a:xfrm>
              <a:off x="2780032" y="4521514"/>
              <a:ext cx="106589" cy="28912"/>
            </a:xfrm>
            <a:custGeom>
              <a:avLst/>
              <a:gdLst/>
              <a:ahLst/>
              <a:cxnLst/>
              <a:rect l="l" t="t" r="r" b="b"/>
              <a:pathLst>
                <a:path w="4059" h="1101" extrusionOk="0">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62"/>
            <p:cNvSpPr/>
            <p:nvPr/>
          </p:nvSpPr>
          <p:spPr>
            <a:xfrm>
              <a:off x="2788068" y="4589107"/>
              <a:ext cx="21139" cy="19380"/>
            </a:xfrm>
            <a:custGeom>
              <a:avLst/>
              <a:gdLst/>
              <a:ahLst/>
              <a:cxnLst/>
              <a:rect l="l" t="t" r="r" b="b"/>
              <a:pathLst>
                <a:path w="805" h="738" extrusionOk="0">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62"/>
            <p:cNvSpPr/>
            <p:nvPr/>
          </p:nvSpPr>
          <p:spPr>
            <a:xfrm>
              <a:off x="2838093" y="4439504"/>
              <a:ext cx="64363" cy="48161"/>
            </a:xfrm>
            <a:custGeom>
              <a:avLst/>
              <a:gdLst/>
              <a:ahLst/>
              <a:cxnLst/>
              <a:rect l="l" t="t" r="r" b="b"/>
              <a:pathLst>
                <a:path w="2451" h="1834" extrusionOk="0">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62"/>
            <p:cNvSpPr/>
            <p:nvPr/>
          </p:nvSpPr>
          <p:spPr>
            <a:xfrm>
              <a:off x="2838093" y="4463715"/>
              <a:ext cx="64363" cy="23949"/>
            </a:xfrm>
            <a:custGeom>
              <a:avLst/>
              <a:gdLst/>
              <a:ahLst/>
              <a:cxnLst/>
              <a:rect l="l" t="t" r="r" b="b"/>
              <a:pathLst>
                <a:path w="2451" h="912" extrusionOk="0">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62"/>
            <p:cNvSpPr/>
            <p:nvPr/>
          </p:nvSpPr>
          <p:spPr>
            <a:xfrm>
              <a:off x="2764197" y="4439504"/>
              <a:ext cx="64363" cy="48161"/>
            </a:xfrm>
            <a:custGeom>
              <a:avLst/>
              <a:gdLst/>
              <a:ahLst/>
              <a:cxnLst/>
              <a:rect l="l" t="t" r="r" b="b"/>
              <a:pathLst>
                <a:path w="2451" h="1834" extrusionOk="0">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62"/>
            <p:cNvSpPr/>
            <p:nvPr/>
          </p:nvSpPr>
          <p:spPr>
            <a:xfrm>
              <a:off x="2764197" y="4463715"/>
              <a:ext cx="64363" cy="23949"/>
            </a:xfrm>
            <a:custGeom>
              <a:avLst/>
              <a:gdLst/>
              <a:ahLst/>
              <a:cxnLst/>
              <a:rect l="l" t="t" r="r" b="b"/>
              <a:pathLst>
                <a:path w="2451" h="912" extrusionOk="0">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62"/>
            <p:cNvSpPr/>
            <p:nvPr/>
          </p:nvSpPr>
          <p:spPr>
            <a:xfrm>
              <a:off x="2765694" y="4502160"/>
              <a:ext cx="135239" cy="29175"/>
            </a:xfrm>
            <a:custGeom>
              <a:avLst/>
              <a:gdLst/>
              <a:ahLst/>
              <a:cxnLst/>
              <a:rect l="l" t="t" r="r" b="b"/>
              <a:pathLst>
                <a:path w="5150" h="1111" extrusionOk="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6" name="Google Shape;9386;p62"/>
          <p:cNvGrpSpPr/>
          <p:nvPr/>
        </p:nvGrpSpPr>
        <p:grpSpPr>
          <a:xfrm>
            <a:off x="1279231" y="2782916"/>
            <a:ext cx="374730" cy="272211"/>
            <a:chOff x="1293506" y="2939716"/>
            <a:chExt cx="374730" cy="272211"/>
          </a:xfrm>
        </p:grpSpPr>
        <p:sp>
          <p:nvSpPr>
            <p:cNvPr id="9387" name="Google Shape;9387;p62"/>
            <p:cNvSpPr/>
            <p:nvPr/>
          </p:nvSpPr>
          <p:spPr>
            <a:xfrm>
              <a:off x="1311599" y="2939716"/>
              <a:ext cx="338544" cy="248078"/>
            </a:xfrm>
            <a:custGeom>
              <a:avLst/>
              <a:gdLst/>
              <a:ahLst/>
              <a:cxnLst/>
              <a:rect l="l" t="t" r="r" b="b"/>
              <a:pathLst>
                <a:path w="12892" h="9447" extrusionOk="0">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62"/>
            <p:cNvSpPr/>
            <p:nvPr/>
          </p:nvSpPr>
          <p:spPr>
            <a:xfrm>
              <a:off x="1335706" y="2964112"/>
              <a:ext cx="290304" cy="193274"/>
            </a:xfrm>
            <a:custGeom>
              <a:avLst/>
              <a:gdLst/>
              <a:ahLst/>
              <a:cxnLst/>
              <a:rect l="l" t="t" r="r" b="b"/>
              <a:pathLst>
                <a:path w="11055" h="7360" extrusionOk="0">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62"/>
            <p:cNvSpPr/>
            <p:nvPr/>
          </p:nvSpPr>
          <p:spPr>
            <a:xfrm>
              <a:off x="1335706" y="3121173"/>
              <a:ext cx="169430" cy="36213"/>
            </a:xfrm>
            <a:custGeom>
              <a:avLst/>
              <a:gdLst/>
              <a:ahLst/>
              <a:cxnLst/>
              <a:rect l="l" t="t" r="r" b="b"/>
              <a:pathLst>
                <a:path w="6452" h="1379" extrusionOk="0">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62"/>
            <p:cNvSpPr/>
            <p:nvPr/>
          </p:nvSpPr>
          <p:spPr>
            <a:xfrm>
              <a:off x="1505109" y="2964112"/>
              <a:ext cx="120901" cy="96532"/>
            </a:xfrm>
            <a:custGeom>
              <a:avLst/>
              <a:gdLst/>
              <a:ahLst/>
              <a:cxnLst/>
              <a:rect l="l" t="t" r="r" b="b"/>
              <a:pathLst>
                <a:path w="4604" h="3676" extrusionOk="0">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62"/>
            <p:cNvSpPr/>
            <p:nvPr/>
          </p:nvSpPr>
          <p:spPr>
            <a:xfrm>
              <a:off x="1505109" y="3060617"/>
              <a:ext cx="120901" cy="96768"/>
            </a:xfrm>
            <a:custGeom>
              <a:avLst/>
              <a:gdLst/>
              <a:ahLst/>
              <a:cxnLst/>
              <a:rect l="l" t="t" r="r" b="b"/>
              <a:pathLst>
                <a:path w="4604" h="3685" extrusionOk="0">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62"/>
            <p:cNvSpPr/>
            <p:nvPr/>
          </p:nvSpPr>
          <p:spPr>
            <a:xfrm>
              <a:off x="1293506" y="3181755"/>
              <a:ext cx="374730" cy="30173"/>
            </a:xfrm>
            <a:custGeom>
              <a:avLst/>
              <a:gdLst/>
              <a:ahLst/>
              <a:cxnLst/>
              <a:rect l="l" t="t" r="r" b="b"/>
              <a:pathLst>
                <a:path w="14270" h="1149" extrusionOk="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62"/>
            <p:cNvSpPr/>
            <p:nvPr/>
          </p:nvSpPr>
          <p:spPr>
            <a:xfrm>
              <a:off x="1293506" y="3181755"/>
              <a:ext cx="374730" cy="12080"/>
            </a:xfrm>
            <a:custGeom>
              <a:avLst/>
              <a:gdLst/>
              <a:ahLst/>
              <a:cxnLst/>
              <a:rect l="l" t="t" r="r" b="b"/>
              <a:pathLst>
                <a:path w="14270" h="460" extrusionOk="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62"/>
            <p:cNvSpPr/>
            <p:nvPr/>
          </p:nvSpPr>
          <p:spPr>
            <a:xfrm>
              <a:off x="1444527" y="3181755"/>
              <a:ext cx="72661" cy="18119"/>
            </a:xfrm>
            <a:custGeom>
              <a:avLst/>
              <a:gdLst/>
              <a:ahLst/>
              <a:cxnLst/>
              <a:rect l="l" t="t" r="r" b="b"/>
              <a:pathLst>
                <a:path w="2767" h="690" extrusionOk="0">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62"/>
            <p:cNvSpPr/>
            <p:nvPr/>
          </p:nvSpPr>
          <p:spPr>
            <a:xfrm>
              <a:off x="1535256" y="3036484"/>
              <a:ext cx="60345" cy="24159"/>
            </a:xfrm>
            <a:custGeom>
              <a:avLst/>
              <a:gdLst/>
              <a:ahLst/>
              <a:cxnLst/>
              <a:rect l="l" t="t" r="r" b="b"/>
              <a:pathLst>
                <a:path w="2298" h="920" extrusionOk="0">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62"/>
            <p:cNvSpPr/>
            <p:nvPr/>
          </p:nvSpPr>
          <p:spPr>
            <a:xfrm>
              <a:off x="1553349" y="3018391"/>
              <a:ext cx="24422" cy="30435"/>
            </a:xfrm>
            <a:custGeom>
              <a:avLst/>
              <a:gdLst/>
              <a:ahLst/>
              <a:cxnLst/>
              <a:rect l="l" t="t" r="r" b="b"/>
              <a:pathLst>
                <a:path w="930" h="1159" extrusionOk="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62"/>
            <p:cNvSpPr/>
            <p:nvPr/>
          </p:nvSpPr>
          <p:spPr>
            <a:xfrm>
              <a:off x="1547335" y="2988245"/>
              <a:ext cx="36449" cy="42226"/>
            </a:xfrm>
            <a:custGeom>
              <a:avLst/>
              <a:gdLst/>
              <a:ahLst/>
              <a:cxnLst/>
              <a:rect l="l" t="t" r="r" b="b"/>
              <a:pathLst>
                <a:path w="1388" h="1608" extrusionOk="0">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62"/>
            <p:cNvSpPr/>
            <p:nvPr/>
          </p:nvSpPr>
          <p:spPr>
            <a:xfrm>
              <a:off x="1547335" y="2988245"/>
              <a:ext cx="24133" cy="42331"/>
            </a:xfrm>
            <a:custGeom>
              <a:avLst/>
              <a:gdLst/>
              <a:ahLst/>
              <a:cxnLst/>
              <a:rect l="l" t="t" r="r" b="b"/>
              <a:pathLst>
                <a:path w="919" h="1612" extrusionOk="0">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62"/>
            <p:cNvSpPr/>
            <p:nvPr/>
          </p:nvSpPr>
          <p:spPr>
            <a:xfrm>
              <a:off x="1547335" y="2988245"/>
              <a:ext cx="36449" cy="17857"/>
            </a:xfrm>
            <a:custGeom>
              <a:avLst/>
              <a:gdLst/>
              <a:ahLst/>
              <a:cxnLst/>
              <a:rect l="l" t="t" r="r" b="b"/>
              <a:pathLst>
                <a:path w="1388" h="680" extrusionOk="0">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62"/>
            <p:cNvSpPr/>
            <p:nvPr/>
          </p:nvSpPr>
          <p:spPr>
            <a:xfrm>
              <a:off x="1547335" y="2988245"/>
              <a:ext cx="24133" cy="15099"/>
            </a:xfrm>
            <a:custGeom>
              <a:avLst/>
              <a:gdLst/>
              <a:ahLst/>
              <a:cxnLst/>
              <a:rect l="l" t="t" r="r" b="b"/>
              <a:pathLst>
                <a:path w="919" h="575" extrusionOk="0">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62"/>
            <p:cNvSpPr/>
            <p:nvPr/>
          </p:nvSpPr>
          <p:spPr>
            <a:xfrm>
              <a:off x="1535256" y="3133252"/>
              <a:ext cx="60345" cy="24133"/>
            </a:xfrm>
            <a:custGeom>
              <a:avLst/>
              <a:gdLst/>
              <a:ahLst/>
              <a:cxnLst/>
              <a:rect l="l" t="t" r="r" b="b"/>
              <a:pathLst>
                <a:path w="2298" h="919" extrusionOk="0">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62"/>
            <p:cNvSpPr/>
            <p:nvPr/>
          </p:nvSpPr>
          <p:spPr>
            <a:xfrm>
              <a:off x="1553349" y="3115159"/>
              <a:ext cx="24422" cy="30173"/>
            </a:xfrm>
            <a:custGeom>
              <a:avLst/>
              <a:gdLst/>
              <a:ahLst/>
              <a:cxnLst/>
              <a:rect l="l" t="t" r="r" b="b"/>
              <a:pathLst>
                <a:path w="930" h="1149" extrusionOk="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62"/>
            <p:cNvSpPr/>
            <p:nvPr/>
          </p:nvSpPr>
          <p:spPr>
            <a:xfrm>
              <a:off x="1547335" y="3084986"/>
              <a:ext cx="36449" cy="42252"/>
            </a:xfrm>
            <a:custGeom>
              <a:avLst/>
              <a:gdLst/>
              <a:ahLst/>
              <a:cxnLst/>
              <a:rect l="l" t="t" r="r" b="b"/>
              <a:pathLst>
                <a:path w="1388" h="1609" extrusionOk="0">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62"/>
            <p:cNvSpPr/>
            <p:nvPr/>
          </p:nvSpPr>
          <p:spPr>
            <a:xfrm>
              <a:off x="1547335" y="3084986"/>
              <a:ext cx="24133" cy="42331"/>
            </a:xfrm>
            <a:custGeom>
              <a:avLst/>
              <a:gdLst/>
              <a:ahLst/>
              <a:cxnLst/>
              <a:rect l="l" t="t" r="r" b="b"/>
              <a:pathLst>
                <a:path w="919" h="1612" extrusionOk="0">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62"/>
            <p:cNvSpPr/>
            <p:nvPr/>
          </p:nvSpPr>
          <p:spPr>
            <a:xfrm>
              <a:off x="1547335" y="3084986"/>
              <a:ext cx="36449" cy="17883"/>
            </a:xfrm>
            <a:custGeom>
              <a:avLst/>
              <a:gdLst/>
              <a:ahLst/>
              <a:cxnLst/>
              <a:rect l="l" t="t" r="r" b="b"/>
              <a:pathLst>
                <a:path w="1388" h="681" extrusionOk="0">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62"/>
            <p:cNvSpPr/>
            <p:nvPr/>
          </p:nvSpPr>
          <p:spPr>
            <a:xfrm>
              <a:off x="1547335" y="3084986"/>
              <a:ext cx="24133" cy="15099"/>
            </a:xfrm>
            <a:custGeom>
              <a:avLst/>
              <a:gdLst/>
              <a:ahLst/>
              <a:cxnLst/>
              <a:rect l="l" t="t" r="r" b="b"/>
              <a:pathLst>
                <a:path w="919" h="575" extrusionOk="0">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62"/>
            <p:cNvSpPr/>
            <p:nvPr/>
          </p:nvSpPr>
          <p:spPr>
            <a:xfrm>
              <a:off x="1384234" y="3042524"/>
              <a:ext cx="72399" cy="90755"/>
            </a:xfrm>
            <a:custGeom>
              <a:avLst/>
              <a:gdLst/>
              <a:ahLst/>
              <a:cxnLst/>
              <a:rect l="l" t="t" r="r" b="b"/>
              <a:pathLst>
                <a:path w="2757" h="3456" extrusionOk="0">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62"/>
            <p:cNvSpPr/>
            <p:nvPr/>
          </p:nvSpPr>
          <p:spPr>
            <a:xfrm>
              <a:off x="1407081" y="3042524"/>
              <a:ext cx="26680" cy="18251"/>
            </a:xfrm>
            <a:custGeom>
              <a:avLst/>
              <a:gdLst/>
              <a:ahLst/>
              <a:cxnLst/>
              <a:rect l="l" t="t" r="r" b="b"/>
              <a:pathLst>
                <a:path w="1016" h="695" extrusionOk="0">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62"/>
            <p:cNvSpPr/>
            <p:nvPr/>
          </p:nvSpPr>
          <p:spPr>
            <a:xfrm>
              <a:off x="1384234" y="3061615"/>
              <a:ext cx="72399" cy="71664"/>
            </a:xfrm>
            <a:custGeom>
              <a:avLst/>
              <a:gdLst/>
              <a:ahLst/>
              <a:cxnLst/>
              <a:rect l="l" t="t" r="r" b="b"/>
              <a:pathLst>
                <a:path w="2757" h="2729" extrusionOk="0">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62"/>
            <p:cNvSpPr/>
            <p:nvPr/>
          </p:nvSpPr>
          <p:spPr>
            <a:xfrm>
              <a:off x="1396288" y="2994258"/>
              <a:ext cx="48266" cy="54568"/>
            </a:xfrm>
            <a:custGeom>
              <a:avLst/>
              <a:gdLst/>
              <a:ahLst/>
              <a:cxnLst/>
              <a:rect l="l" t="t" r="r" b="b"/>
              <a:pathLst>
                <a:path w="1838" h="2078" extrusionOk="0">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62"/>
            <p:cNvSpPr/>
            <p:nvPr/>
          </p:nvSpPr>
          <p:spPr>
            <a:xfrm>
              <a:off x="1396025" y="2994258"/>
              <a:ext cx="33455" cy="54384"/>
            </a:xfrm>
            <a:custGeom>
              <a:avLst/>
              <a:gdLst/>
              <a:ahLst/>
              <a:cxnLst/>
              <a:rect l="l" t="t" r="r" b="b"/>
              <a:pathLst>
                <a:path w="1274" h="2071" extrusionOk="0">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62"/>
            <p:cNvSpPr/>
            <p:nvPr/>
          </p:nvSpPr>
          <p:spPr>
            <a:xfrm>
              <a:off x="1396288" y="2994258"/>
              <a:ext cx="48528" cy="24159"/>
            </a:xfrm>
            <a:custGeom>
              <a:avLst/>
              <a:gdLst/>
              <a:ahLst/>
              <a:cxnLst/>
              <a:rect l="l" t="t" r="r" b="b"/>
              <a:pathLst>
                <a:path w="1848" h="920" extrusionOk="0">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62"/>
            <p:cNvSpPr/>
            <p:nvPr/>
          </p:nvSpPr>
          <p:spPr>
            <a:xfrm>
              <a:off x="1396025" y="2994258"/>
              <a:ext cx="33455" cy="21901"/>
            </a:xfrm>
            <a:custGeom>
              <a:avLst/>
              <a:gdLst/>
              <a:ahLst/>
              <a:cxnLst/>
              <a:rect l="l" t="t" r="r" b="b"/>
              <a:pathLst>
                <a:path w="1274" h="834" extrusionOk="0">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62"/>
            <p:cNvSpPr/>
            <p:nvPr/>
          </p:nvSpPr>
          <p:spPr>
            <a:xfrm>
              <a:off x="1384234" y="3072434"/>
              <a:ext cx="30173" cy="60844"/>
            </a:xfrm>
            <a:custGeom>
              <a:avLst/>
              <a:gdLst/>
              <a:ahLst/>
              <a:cxnLst/>
              <a:rect l="l" t="t" r="r" b="b"/>
              <a:pathLst>
                <a:path w="1149" h="2317" extrusionOk="0">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62"/>
            <p:cNvSpPr/>
            <p:nvPr/>
          </p:nvSpPr>
          <p:spPr>
            <a:xfrm>
              <a:off x="1426434" y="3072434"/>
              <a:ext cx="30199" cy="60844"/>
            </a:xfrm>
            <a:custGeom>
              <a:avLst/>
              <a:gdLst/>
              <a:ahLst/>
              <a:cxnLst/>
              <a:rect l="l" t="t" r="r" b="b"/>
              <a:pathLst>
                <a:path w="1150" h="2317" extrusionOk="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62"/>
            <p:cNvSpPr/>
            <p:nvPr/>
          </p:nvSpPr>
          <p:spPr>
            <a:xfrm>
              <a:off x="1408341" y="3121173"/>
              <a:ext cx="24159" cy="12106"/>
            </a:xfrm>
            <a:custGeom>
              <a:avLst/>
              <a:gdLst/>
              <a:ahLst/>
              <a:cxnLst/>
              <a:rect l="l" t="t" r="r" b="b"/>
              <a:pathLst>
                <a:path w="920" h="461" extrusionOk="0">
                  <a:moveTo>
                    <a:pt x="1" y="1"/>
                  </a:moveTo>
                  <a:lnTo>
                    <a:pt x="1" y="460"/>
                  </a:lnTo>
                  <a:lnTo>
                    <a:pt x="920" y="460"/>
                  </a:lnTo>
                  <a:lnTo>
                    <a:pt x="920"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7" name="Google Shape;9417;p62"/>
          <p:cNvGrpSpPr/>
          <p:nvPr/>
        </p:nvGrpSpPr>
        <p:grpSpPr>
          <a:xfrm>
            <a:off x="2185963" y="4132365"/>
            <a:ext cx="374756" cy="329300"/>
            <a:chOff x="2200238" y="4289165"/>
            <a:chExt cx="374756" cy="329300"/>
          </a:xfrm>
        </p:grpSpPr>
        <p:sp>
          <p:nvSpPr>
            <p:cNvPr id="9418" name="Google Shape;9418;p62"/>
            <p:cNvSpPr/>
            <p:nvPr/>
          </p:nvSpPr>
          <p:spPr>
            <a:xfrm>
              <a:off x="2437733" y="4289165"/>
              <a:ext cx="54568" cy="65991"/>
            </a:xfrm>
            <a:custGeom>
              <a:avLst/>
              <a:gdLst/>
              <a:ahLst/>
              <a:cxnLst/>
              <a:rect l="l" t="t" r="r" b="b"/>
              <a:pathLst>
                <a:path w="2078" h="2513" extrusionOk="0">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62"/>
            <p:cNvSpPr/>
            <p:nvPr/>
          </p:nvSpPr>
          <p:spPr>
            <a:xfrm>
              <a:off x="2448552" y="4306575"/>
              <a:ext cx="40493" cy="48844"/>
            </a:xfrm>
            <a:custGeom>
              <a:avLst/>
              <a:gdLst/>
              <a:ahLst/>
              <a:cxnLst/>
              <a:rect l="l" t="t" r="r" b="b"/>
              <a:pathLst>
                <a:path w="1542" h="1860" extrusionOk="0">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62"/>
            <p:cNvSpPr/>
            <p:nvPr/>
          </p:nvSpPr>
          <p:spPr>
            <a:xfrm>
              <a:off x="2282930" y="4552658"/>
              <a:ext cx="54805" cy="65808"/>
            </a:xfrm>
            <a:custGeom>
              <a:avLst/>
              <a:gdLst/>
              <a:ahLst/>
              <a:cxnLst/>
              <a:rect l="l" t="t" r="r" b="b"/>
              <a:pathLst>
                <a:path w="2087" h="2506" extrusionOk="0">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62"/>
            <p:cNvSpPr/>
            <p:nvPr/>
          </p:nvSpPr>
          <p:spPr>
            <a:xfrm>
              <a:off x="2300026" y="4558960"/>
              <a:ext cx="37709" cy="54542"/>
            </a:xfrm>
            <a:custGeom>
              <a:avLst/>
              <a:gdLst/>
              <a:ahLst/>
              <a:cxnLst/>
              <a:rect l="l" t="t" r="r" b="b"/>
              <a:pathLst>
                <a:path w="1436" h="2077" extrusionOk="0">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62"/>
            <p:cNvSpPr/>
            <p:nvPr/>
          </p:nvSpPr>
          <p:spPr>
            <a:xfrm>
              <a:off x="2282930" y="4289349"/>
              <a:ext cx="54805" cy="66070"/>
            </a:xfrm>
            <a:custGeom>
              <a:avLst/>
              <a:gdLst/>
              <a:ahLst/>
              <a:cxnLst/>
              <a:rect l="l" t="t" r="r" b="b"/>
              <a:pathLst>
                <a:path w="2087" h="2516" extrusionOk="0">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62"/>
            <p:cNvSpPr/>
            <p:nvPr/>
          </p:nvSpPr>
          <p:spPr>
            <a:xfrm>
              <a:off x="2300026" y="4294312"/>
              <a:ext cx="37709" cy="54805"/>
            </a:xfrm>
            <a:custGeom>
              <a:avLst/>
              <a:gdLst/>
              <a:ahLst/>
              <a:cxnLst/>
              <a:rect l="l" t="t" r="r" b="b"/>
              <a:pathLst>
                <a:path w="1436" h="2087" extrusionOk="0">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62"/>
            <p:cNvSpPr/>
            <p:nvPr/>
          </p:nvSpPr>
          <p:spPr>
            <a:xfrm>
              <a:off x="2437497" y="4552658"/>
              <a:ext cx="54542" cy="65808"/>
            </a:xfrm>
            <a:custGeom>
              <a:avLst/>
              <a:gdLst/>
              <a:ahLst/>
              <a:cxnLst/>
              <a:rect l="l" t="t" r="r" b="b"/>
              <a:pathLst>
                <a:path w="2077" h="2506" extrusionOk="0">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62"/>
            <p:cNvSpPr/>
            <p:nvPr/>
          </p:nvSpPr>
          <p:spPr>
            <a:xfrm>
              <a:off x="2448552" y="4552658"/>
              <a:ext cx="40493" cy="48791"/>
            </a:xfrm>
            <a:custGeom>
              <a:avLst/>
              <a:gdLst/>
              <a:ahLst/>
              <a:cxnLst/>
              <a:rect l="l" t="t" r="r" b="b"/>
              <a:pathLst>
                <a:path w="1542" h="1858" extrusionOk="0">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62"/>
            <p:cNvSpPr/>
            <p:nvPr/>
          </p:nvSpPr>
          <p:spPr>
            <a:xfrm>
              <a:off x="2200238" y="4437482"/>
              <a:ext cx="66385" cy="33088"/>
            </a:xfrm>
            <a:custGeom>
              <a:avLst/>
              <a:gdLst/>
              <a:ahLst/>
              <a:cxnLst/>
              <a:rect l="l" t="t" r="r" b="b"/>
              <a:pathLst>
                <a:path w="2528" h="1260" extrusionOk="0">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62"/>
            <p:cNvSpPr/>
            <p:nvPr/>
          </p:nvSpPr>
          <p:spPr>
            <a:xfrm>
              <a:off x="2212317" y="4437455"/>
              <a:ext cx="54306" cy="19537"/>
            </a:xfrm>
            <a:custGeom>
              <a:avLst/>
              <a:gdLst/>
              <a:ahLst/>
              <a:cxnLst/>
              <a:rect l="l" t="t" r="r" b="b"/>
              <a:pathLst>
                <a:path w="2068" h="744" extrusionOk="0">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62"/>
            <p:cNvSpPr/>
            <p:nvPr/>
          </p:nvSpPr>
          <p:spPr>
            <a:xfrm>
              <a:off x="2508346" y="4437482"/>
              <a:ext cx="66648" cy="33088"/>
            </a:xfrm>
            <a:custGeom>
              <a:avLst/>
              <a:gdLst/>
              <a:ahLst/>
              <a:cxnLst/>
              <a:rect l="l" t="t" r="r" b="b"/>
              <a:pathLst>
                <a:path w="2538" h="1260" extrusionOk="0">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62"/>
            <p:cNvSpPr/>
            <p:nvPr/>
          </p:nvSpPr>
          <p:spPr>
            <a:xfrm>
              <a:off x="2508346" y="4437455"/>
              <a:ext cx="54568" cy="19537"/>
            </a:xfrm>
            <a:custGeom>
              <a:avLst/>
              <a:gdLst/>
              <a:ahLst/>
              <a:cxnLst/>
              <a:rect l="l" t="t" r="r" b="b"/>
              <a:pathLst>
                <a:path w="2078" h="744" extrusionOk="0">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62"/>
            <p:cNvSpPr/>
            <p:nvPr/>
          </p:nvSpPr>
          <p:spPr>
            <a:xfrm>
              <a:off x="2250762" y="4326979"/>
              <a:ext cx="263913" cy="253960"/>
            </a:xfrm>
            <a:custGeom>
              <a:avLst/>
              <a:gdLst/>
              <a:ahLst/>
              <a:cxnLst/>
              <a:rect l="l" t="t" r="r" b="b"/>
              <a:pathLst>
                <a:path w="10050" h="9671" extrusionOk="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62"/>
            <p:cNvSpPr/>
            <p:nvPr/>
          </p:nvSpPr>
          <p:spPr>
            <a:xfrm>
              <a:off x="2270116" y="4345073"/>
              <a:ext cx="226204" cy="217669"/>
            </a:xfrm>
            <a:custGeom>
              <a:avLst/>
              <a:gdLst/>
              <a:ahLst/>
              <a:cxnLst/>
              <a:rect l="l" t="t" r="r" b="b"/>
              <a:pathLst>
                <a:path w="8614" h="8289" extrusionOk="0">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62"/>
            <p:cNvSpPr/>
            <p:nvPr/>
          </p:nvSpPr>
          <p:spPr>
            <a:xfrm>
              <a:off x="2390990" y="4408412"/>
              <a:ext cx="28177" cy="30934"/>
            </a:xfrm>
            <a:custGeom>
              <a:avLst/>
              <a:gdLst/>
              <a:ahLst/>
              <a:cxnLst/>
              <a:rect l="l" t="t" r="r" b="b"/>
              <a:pathLst>
                <a:path w="1073" h="1178" extrusionOk="0">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62"/>
            <p:cNvSpPr/>
            <p:nvPr/>
          </p:nvSpPr>
          <p:spPr>
            <a:xfrm>
              <a:off x="2390990" y="4468731"/>
              <a:ext cx="28177" cy="30934"/>
            </a:xfrm>
            <a:custGeom>
              <a:avLst/>
              <a:gdLst/>
              <a:ahLst/>
              <a:cxnLst/>
              <a:rect l="l" t="t" r="r" b="b"/>
              <a:pathLst>
                <a:path w="1073" h="1178" extrusionOk="0">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62"/>
            <p:cNvSpPr/>
            <p:nvPr/>
          </p:nvSpPr>
          <p:spPr>
            <a:xfrm>
              <a:off x="2410081" y="4444861"/>
              <a:ext cx="26181" cy="18119"/>
            </a:xfrm>
            <a:custGeom>
              <a:avLst/>
              <a:gdLst/>
              <a:ahLst/>
              <a:cxnLst/>
              <a:rect l="l" t="t" r="r" b="b"/>
              <a:pathLst>
                <a:path w="997" h="690" extrusionOk="0">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62"/>
            <p:cNvSpPr/>
            <p:nvPr/>
          </p:nvSpPr>
          <p:spPr>
            <a:xfrm>
              <a:off x="2338969" y="4444861"/>
              <a:ext cx="26155" cy="18119"/>
            </a:xfrm>
            <a:custGeom>
              <a:avLst/>
              <a:gdLst/>
              <a:ahLst/>
              <a:cxnLst/>
              <a:rect l="l" t="t" r="r" b="b"/>
              <a:pathLst>
                <a:path w="996" h="690" extrusionOk="0">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62"/>
            <p:cNvSpPr/>
            <p:nvPr/>
          </p:nvSpPr>
          <p:spPr>
            <a:xfrm>
              <a:off x="2356065" y="4408412"/>
              <a:ext cx="28177" cy="30934"/>
            </a:xfrm>
            <a:custGeom>
              <a:avLst/>
              <a:gdLst/>
              <a:ahLst/>
              <a:cxnLst/>
              <a:rect l="l" t="t" r="r" b="b"/>
              <a:pathLst>
                <a:path w="1073" h="1178" extrusionOk="0">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62"/>
            <p:cNvSpPr/>
            <p:nvPr/>
          </p:nvSpPr>
          <p:spPr>
            <a:xfrm>
              <a:off x="2356065" y="4468731"/>
              <a:ext cx="28177" cy="30934"/>
            </a:xfrm>
            <a:custGeom>
              <a:avLst/>
              <a:gdLst/>
              <a:ahLst/>
              <a:cxnLst/>
              <a:rect l="l" t="t" r="r" b="b"/>
              <a:pathLst>
                <a:path w="1073" h="1178" extrusionOk="0">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62"/>
            <p:cNvSpPr/>
            <p:nvPr/>
          </p:nvSpPr>
          <p:spPr>
            <a:xfrm>
              <a:off x="2338969" y="4417708"/>
              <a:ext cx="84977" cy="72583"/>
            </a:xfrm>
            <a:custGeom>
              <a:avLst/>
              <a:gdLst/>
              <a:ahLst/>
              <a:cxnLst/>
              <a:rect l="l" t="t" r="r" b="b"/>
              <a:pathLst>
                <a:path w="3236" h="2764" extrusionOk="0">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62"/>
            <p:cNvSpPr/>
            <p:nvPr/>
          </p:nvSpPr>
          <p:spPr>
            <a:xfrm>
              <a:off x="2355303" y="4429787"/>
              <a:ext cx="56564" cy="48423"/>
            </a:xfrm>
            <a:custGeom>
              <a:avLst/>
              <a:gdLst/>
              <a:ahLst/>
              <a:cxnLst/>
              <a:rect l="l" t="t" r="r" b="b"/>
              <a:pathLst>
                <a:path w="2154" h="1844" extrusionOk="0">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0" name="Google Shape;9440;p62"/>
          <p:cNvGrpSpPr/>
          <p:nvPr/>
        </p:nvGrpSpPr>
        <p:grpSpPr>
          <a:xfrm>
            <a:off x="3116092" y="4167685"/>
            <a:ext cx="297342" cy="258871"/>
            <a:chOff x="3130367" y="4324485"/>
            <a:chExt cx="297342" cy="258871"/>
          </a:xfrm>
        </p:grpSpPr>
        <p:sp>
          <p:nvSpPr>
            <p:cNvPr id="9441" name="Google Shape;9441;p62"/>
            <p:cNvSpPr/>
            <p:nvPr/>
          </p:nvSpPr>
          <p:spPr>
            <a:xfrm>
              <a:off x="3130367" y="4391579"/>
              <a:ext cx="297342" cy="191777"/>
            </a:xfrm>
            <a:custGeom>
              <a:avLst/>
              <a:gdLst/>
              <a:ahLst/>
              <a:cxnLst/>
              <a:rect l="l" t="t" r="r" b="b"/>
              <a:pathLst>
                <a:path w="11323" h="7303" extrusionOk="0">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62"/>
            <p:cNvSpPr/>
            <p:nvPr/>
          </p:nvSpPr>
          <p:spPr>
            <a:xfrm>
              <a:off x="3130367" y="4391579"/>
              <a:ext cx="297342" cy="14601"/>
            </a:xfrm>
            <a:custGeom>
              <a:avLst/>
              <a:gdLst/>
              <a:ahLst/>
              <a:cxnLst/>
              <a:rect l="l" t="t" r="r" b="b"/>
              <a:pathLst>
                <a:path w="11323" h="556" extrusionOk="0">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62"/>
            <p:cNvSpPr/>
            <p:nvPr/>
          </p:nvSpPr>
          <p:spPr>
            <a:xfrm>
              <a:off x="3159279" y="4430024"/>
              <a:ext cx="95770" cy="124682"/>
            </a:xfrm>
            <a:custGeom>
              <a:avLst/>
              <a:gdLst/>
              <a:ahLst/>
              <a:cxnLst/>
              <a:rect l="l" t="t" r="r" b="b"/>
              <a:pathLst>
                <a:path w="3647" h="4748" extrusionOk="0">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62"/>
            <p:cNvSpPr/>
            <p:nvPr/>
          </p:nvSpPr>
          <p:spPr>
            <a:xfrm>
              <a:off x="3279156" y="4430024"/>
              <a:ext cx="119903" cy="23897"/>
            </a:xfrm>
            <a:custGeom>
              <a:avLst/>
              <a:gdLst/>
              <a:ahLst/>
              <a:cxnLst/>
              <a:rect l="l" t="t" r="r" b="b"/>
              <a:pathLst>
                <a:path w="4566" h="910" extrusionOk="0">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62"/>
            <p:cNvSpPr/>
            <p:nvPr/>
          </p:nvSpPr>
          <p:spPr>
            <a:xfrm>
              <a:off x="3279156" y="4468232"/>
              <a:ext cx="90991" cy="19380"/>
            </a:xfrm>
            <a:custGeom>
              <a:avLst/>
              <a:gdLst/>
              <a:ahLst/>
              <a:cxnLst/>
              <a:rect l="l" t="t" r="r" b="b"/>
              <a:pathLst>
                <a:path w="3465" h="738" extrusionOk="0">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62"/>
            <p:cNvSpPr/>
            <p:nvPr/>
          </p:nvSpPr>
          <p:spPr>
            <a:xfrm>
              <a:off x="3277896" y="4501897"/>
              <a:ext cx="60687" cy="9585"/>
            </a:xfrm>
            <a:custGeom>
              <a:avLst/>
              <a:gdLst/>
              <a:ahLst/>
              <a:cxnLst/>
              <a:rect l="l" t="t" r="r" b="b"/>
              <a:pathLst>
                <a:path w="2311" h="365" extrusionOk="0">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62"/>
            <p:cNvSpPr/>
            <p:nvPr/>
          </p:nvSpPr>
          <p:spPr>
            <a:xfrm>
              <a:off x="3344150" y="4501897"/>
              <a:ext cx="32878" cy="9585"/>
            </a:xfrm>
            <a:custGeom>
              <a:avLst/>
              <a:gdLst/>
              <a:ahLst/>
              <a:cxnLst/>
              <a:rect l="l" t="t" r="r" b="b"/>
              <a:pathLst>
                <a:path w="1252" h="365" extrusionOk="0">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62"/>
            <p:cNvSpPr/>
            <p:nvPr/>
          </p:nvSpPr>
          <p:spPr>
            <a:xfrm>
              <a:off x="3277896" y="4530810"/>
              <a:ext cx="21376" cy="9559"/>
            </a:xfrm>
            <a:custGeom>
              <a:avLst/>
              <a:gdLst/>
              <a:ahLst/>
              <a:cxnLst/>
              <a:rect l="l" t="t" r="r" b="b"/>
              <a:pathLst>
                <a:path w="814" h="364" extrusionOk="0">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62"/>
            <p:cNvSpPr/>
            <p:nvPr/>
          </p:nvSpPr>
          <p:spPr>
            <a:xfrm>
              <a:off x="3306782" y="4530757"/>
              <a:ext cx="50892" cy="9637"/>
            </a:xfrm>
            <a:custGeom>
              <a:avLst/>
              <a:gdLst/>
              <a:ahLst/>
              <a:cxnLst/>
              <a:rect l="l" t="t" r="r" b="b"/>
              <a:pathLst>
                <a:path w="1938" h="367" extrusionOk="0">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62"/>
            <p:cNvSpPr/>
            <p:nvPr/>
          </p:nvSpPr>
          <p:spPr>
            <a:xfrm>
              <a:off x="3277055" y="4549874"/>
              <a:ext cx="23083" cy="9611"/>
            </a:xfrm>
            <a:custGeom>
              <a:avLst/>
              <a:gdLst/>
              <a:ahLst/>
              <a:cxnLst/>
              <a:rect l="l" t="t" r="r" b="b"/>
              <a:pathLst>
                <a:path w="879" h="366" extrusionOk="0">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62"/>
            <p:cNvSpPr/>
            <p:nvPr/>
          </p:nvSpPr>
          <p:spPr>
            <a:xfrm>
              <a:off x="3305705" y="4549874"/>
              <a:ext cx="51969" cy="9611"/>
            </a:xfrm>
            <a:custGeom>
              <a:avLst/>
              <a:gdLst/>
              <a:ahLst/>
              <a:cxnLst/>
              <a:rect l="l" t="t" r="r" b="b"/>
              <a:pathLst>
                <a:path w="1979" h="366" extrusionOk="0">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62"/>
            <p:cNvSpPr/>
            <p:nvPr/>
          </p:nvSpPr>
          <p:spPr>
            <a:xfrm>
              <a:off x="3255259" y="4324485"/>
              <a:ext cx="47531" cy="86474"/>
            </a:xfrm>
            <a:custGeom>
              <a:avLst/>
              <a:gdLst/>
              <a:ahLst/>
              <a:cxnLst/>
              <a:rect l="l" t="t" r="r" b="b"/>
              <a:pathLst>
                <a:path w="1810" h="3293" extrusionOk="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62"/>
            <p:cNvSpPr/>
            <p:nvPr/>
          </p:nvSpPr>
          <p:spPr>
            <a:xfrm>
              <a:off x="3178370" y="4492365"/>
              <a:ext cx="57562" cy="62341"/>
            </a:xfrm>
            <a:custGeom>
              <a:avLst/>
              <a:gdLst/>
              <a:ahLst/>
              <a:cxnLst/>
              <a:rect l="l" t="t" r="r" b="b"/>
              <a:pathLst>
                <a:path w="2192" h="2374" extrusionOk="0">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62"/>
            <p:cNvSpPr/>
            <p:nvPr/>
          </p:nvSpPr>
          <p:spPr>
            <a:xfrm>
              <a:off x="3196726" y="4492365"/>
              <a:ext cx="20877" cy="14390"/>
            </a:xfrm>
            <a:custGeom>
              <a:avLst/>
              <a:gdLst/>
              <a:ahLst/>
              <a:cxnLst/>
              <a:rect l="l" t="t" r="r" b="b"/>
              <a:pathLst>
                <a:path w="795" h="548" extrusionOk="0">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62"/>
            <p:cNvSpPr/>
            <p:nvPr/>
          </p:nvSpPr>
          <p:spPr>
            <a:xfrm>
              <a:off x="3178370" y="4507438"/>
              <a:ext cx="57562" cy="47268"/>
            </a:xfrm>
            <a:custGeom>
              <a:avLst/>
              <a:gdLst/>
              <a:ahLst/>
              <a:cxnLst/>
              <a:rect l="l" t="t" r="r" b="b"/>
              <a:pathLst>
                <a:path w="2192" h="1800" extrusionOk="0">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62"/>
            <p:cNvSpPr/>
            <p:nvPr/>
          </p:nvSpPr>
          <p:spPr>
            <a:xfrm>
              <a:off x="3178370" y="4515973"/>
              <a:ext cx="14338" cy="38733"/>
            </a:xfrm>
            <a:custGeom>
              <a:avLst/>
              <a:gdLst/>
              <a:ahLst/>
              <a:cxnLst/>
              <a:rect l="l" t="t" r="r" b="b"/>
              <a:pathLst>
                <a:path w="546" h="1475" extrusionOk="0">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62"/>
            <p:cNvSpPr/>
            <p:nvPr/>
          </p:nvSpPr>
          <p:spPr>
            <a:xfrm>
              <a:off x="3221594" y="4515973"/>
              <a:ext cx="14338" cy="38733"/>
            </a:xfrm>
            <a:custGeom>
              <a:avLst/>
              <a:gdLst/>
              <a:ahLst/>
              <a:cxnLst/>
              <a:rect l="l" t="t" r="r" b="b"/>
              <a:pathLst>
                <a:path w="546" h="1475" extrusionOk="0">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62"/>
            <p:cNvSpPr/>
            <p:nvPr/>
          </p:nvSpPr>
          <p:spPr>
            <a:xfrm>
              <a:off x="3187929" y="4453894"/>
              <a:ext cx="38471" cy="43250"/>
            </a:xfrm>
            <a:custGeom>
              <a:avLst/>
              <a:gdLst/>
              <a:ahLst/>
              <a:cxnLst/>
              <a:rect l="l" t="t" r="r" b="b"/>
              <a:pathLst>
                <a:path w="1465" h="1647" extrusionOk="0">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62"/>
            <p:cNvSpPr/>
            <p:nvPr/>
          </p:nvSpPr>
          <p:spPr>
            <a:xfrm>
              <a:off x="3187929" y="4454157"/>
              <a:ext cx="26391" cy="43119"/>
            </a:xfrm>
            <a:custGeom>
              <a:avLst/>
              <a:gdLst/>
              <a:ahLst/>
              <a:cxnLst/>
              <a:rect l="l" t="t" r="r" b="b"/>
              <a:pathLst>
                <a:path w="1005" h="1642" extrusionOk="0">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62"/>
            <p:cNvSpPr/>
            <p:nvPr/>
          </p:nvSpPr>
          <p:spPr>
            <a:xfrm>
              <a:off x="3187929" y="4453894"/>
              <a:ext cx="38471" cy="19406"/>
            </a:xfrm>
            <a:custGeom>
              <a:avLst/>
              <a:gdLst/>
              <a:ahLst/>
              <a:cxnLst/>
              <a:rect l="l" t="t" r="r" b="b"/>
              <a:pathLst>
                <a:path w="1465" h="739" extrusionOk="0">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62"/>
            <p:cNvSpPr/>
            <p:nvPr/>
          </p:nvSpPr>
          <p:spPr>
            <a:xfrm>
              <a:off x="3187929" y="4453894"/>
              <a:ext cx="26391" cy="17620"/>
            </a:xfrm>
            <a:custGeom>
              <a:avLst/>
              <a:gdLst/>
              <a:ahLst/>
              <a:cxnLst/>
              <a:rect l="l" t="t" r="r" b="b"/>
              <a:pathLst>
                <a:path w="1005" h="671" extrusionOk="0">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62"/>
            <p:cNvSpPr/>
            <p:nvPr/>
          </p:nvSpPr>
          <p:spPr>
            <a:xfrm>
              <a:off x="3269335" y="4387036"/>
              <a:ext cx="19380" cy="9349"/>
            </a:xfrm>
            <a:custGeom>
              <a:avLst/>
              <a:gdLst/>
              <a:ahLst/>
              <a:cxnLst/>
              <a:rect l="l" t="t" r="r" b="b"/>
              <a:pathLst>
                <a:path w="738" h="356" extrusionOk="0">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62"/>
            <p:cNvSpPr/>
            <p:nvPr/>
          </p:nvSpPr>
          <p:spPr>
            <a:xfrm>
              <a:off x="3255522" y="4324485"/>
              <a:ext cx="47032" cy="9559"/>
            </a:xfrm>
            <a:custGeom>
              <a:avLst/>
              <a:gdLst/>
              <a:ahLst/>
              <a:cxnLst/>
              <a:rect l="l" t="t" r="r" b="b"/>
              <a:pathLst>
                <a:path w="1791" h="364" extrusionOk="0">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4" name="Google Shape;9464;p62"/>
          <p:cNvGrpSpPr/>
          <p:nvPr/>
        </p:nvGrpSpPr>
        <p:grpSpPr>
          <a:xfrm>
            <a:off x="3046477" y="2746809"/>
            <a:ext cx="390565" cy="359578"/>
            <a:chOff x="3060752" y="2903609"/>
            <a:chExt cx="390565" cy="359578"/>
          </a:xfrm>
        </p:grpSpPr>
        <p:sp>
          <p:nvSpPr>
            <p:cNvPr id="9465" name="Google Shape;9465;p62"/>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62"/>
            <p:cNvSpPr/>
            <p:nvPr/>
          </p:nvSpPr>
          <p:spPr>
            <a:xfrm>
              <a:off x="3097936" y="3011852"/>
              <a:ext cx="102572" cy="104068"/>
            </a:xfrm>
            <a:custGeom>
              <a:avLst/>
              <a:gdLst/>
              <a:ahLst/>
              <a:cxnLst/>
              <a:rect l="l" t="t" r="r" b="b"/>
              <a:pathLst>
                <a:path w="3906" h="3963" extrusionOk="0">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62"/>
            <p:cNvSpPr/>
            <p:nvPr/>
          </p:nvSpPr>
          <p:spPr>
            <a:xfrm>
              <a:off x="3097936" y="3011852"/>
              <a:ext cx="27678" cy="104068"/>
            </a:xfrm>
            <a:custGeom>
              <a:avLst/>
              <a:gdLst/>
              <a:ahLst/>
              <a:cxnLst/>
              <a:rect l="l" t="t" r="r" b="b"/>
              <a:pathLst>
                <a:path w="1054" h="3963" extrusionOk="0">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62"/>
            <p:cNvSpPr/>
            <p:nvPr/>
          </p:nvSpPr>
          <p:spPr>
            <a:xfrm>
              <a:off x="3092421" y="3102318"/>
              <a:ext cx="113863" cy="38235"/>
            </a:xfrm>
            <a:custGeom>
              <a:avLst/>
              <a:gdLst/>
              <a:ahLst/>
              <a:cxnLst/>
              <a:rect l="l" t="t" r="r" b="b"/>
              <a:pathLst>
                <a:path w="4336" h="1456" extrusionOk="0">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62"/>
            <p:cNvSpPr/>
            <p:nvPr/>
          </p:nvSpPr>
          <p:spPr>
            <a:xfrm>
              <a:off x="3060752" y="3184170"/>
              <a:ext cx="147791" cy="26759"/>
            </a:xfrm>
            <a:custGeom>
              <a:avLst/>
              <a:gdLst/>
              <a:ahLst/>
              <a:cxnLst/>
              <a:rect l="l" t="t" r="r" b="b"/>
              <a:pathLst>
                <a:path w="5628" h="1019" extrusionOk="0">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62"/>
            <p:cNvSpPr/>
            <p:nvPr/>
          </p:nvSpPr>
          <p:spPr>
            <a:xfrm>
              <a:off x="3070048" y="3126950"/>
              <a:ext cx="152072" cy="58586"/>
            </a:xfrm>
            <a:custGeom>
              <a:avLst/>
              <a:gdLst/>
              <a:ahLst/>
              <a:cxnLst/>
              <a:rect l="l" t="t" r="r" b="b"/>
              <a:pathLst>
                <a:path w="5791" h="2231" extrusionOk="0">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62"/>
            <p:cNvSpPr/>
            <p:nvPr/>
          </p:nvSpPr>
          <p:spPr>
            <a:xfrm>
              <a:off x="3093183" y="2903609"/>
              <a:ext cx="112104" cy="120586"/>
            </a:xfrm>
            <a:custGeom>
              <a:avLst/>
              <a:gdLst/>
              <a:ahLst/>
              <a:cxnLst/>
              <a:rect l="l" t="t" r="r" b="b"/>
              <a:pathLst>
                <a:path w="4269" h="4592" extrusionOk="0">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62"/>
            <p:cNvSpPr/>
            <p:nvPr/>
          </p:nvSpPr>
          <p:spPr>
            <a:xfrm>
              <a:off x="3093183" y="2924407"/>
              <a:ext cx="49763" cy="99788"/>
            </a:xfrm>
            <a:custGeom>
              <a:avLst/>
              <a:gdLst/>
              <a:ahLst/>
              <a:cxnLst/>
              <a:rect l="l" t="t" r="r" b="b"/>
              <a:pathLst>
                <a:path w="1895" h="3800" extrusionOk="0">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62"/>
            <p:cNvSpPr/>
            <p:nvPr/>
          </p:nvSpPr>
          <p:spPr>
            <a:xfrm>
              <a:off x="3097201" y="2987719"/>
              <a:ext cx="71401" cy="16255"/>
            </a:xfrm>
            <a:custGeom>
              <a:avLst/>
              <a:gdLst/>
              <a:ahLst/>
              <a:cxnLst/>
              <a:rect l="l" t="t" r="r" b="b"/>
              <a:pathLst>
                <a:path w="2719" h="619" extrusionOk="0">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62"/>
            <p:cNvSpPr/>
            <p:nvPr/>
          </p:nvSpPr>
          <p:spPr>
            <a:xfrm>
              <a:off x="3311823" y="3011852"/>
              <a:ext cx="102309" cy="104068"/>
            </a:xfrm>
            <a:custGeom>
              <a:avLst/>
              <a:gdLst/>
              <a:ahLst/>
              <a:cxnLst/>
              <a:rect l="l" t="t" r="r" b="b"/>
              <a:pathLst>
                <a:path w="3896" h="3963" extrusionOk="0">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62"/>
            <p:cNvSpPr/>
            <p:nvPr/>
          </p:nvSpPr>
          <p:spPr>
            <a:xfrm>
              <a:off x="3311823" y="3011852"/>
              <a:ext cx="27415" cy="104068"/>
            </a:xfrm>
            <a:custGeom>
              <a:avLst/>
              <a:gdLst/>
              <a:ahLst/>
              <a:cxnLst/>
              <a:rect l="l" t="t" r="r" b="b"/>
              <a:pathLst>
                <a:path w="1044" h="3963" extrusionOk="0">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62"/>
            <p:cNvSpPr/>
            <p:nvPr/>
          </p:nvSpPr>
          <p:spPr>
            <a:xfrm>
              <a:off x="3306046" y="3102318"/>
              <a:ext cx="113863" cy="38235"/>
            </a:xfrm>
            <a:custGeom>
              <a:avLst/>
              <a:gdLst/>
              <a:ahLst/>
              <a:cxnLst/>
              <a:rect l="l" t="t" r="r" b="b"/>
              <a:pathLst>
                <a:path w="4336" h="1456" extrusionOk="0">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62"/>
            <p:cNvSpPr/>
            <p:nvPr/>
          </p:nvSpPr>
          <p:spPr>
            <a:xfrm>
              <a:off x="3303263" y="3184512"/>
              <a:ext cx="148054" cy="26418"/>
            </a:xfrm>
            <a:custGeom>
              <a:avLst/>
              <a:gdLst/>
              <a:ahLst/>
              <a:cxnLst/>
              <a:rect l="l" t="t" r="r" b="b"/>
              <a:pathLst>
                <a:path w="5638" h="1006" extrusionOk="0">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62"/>
            <p:cNvSpPr/>
            <p:nvPr/>
          </p:nvSpPr>
          <p:spPr>
            <a:xfrm>
              <a:off x="3289949" y="3126950"/>
              <a:ext cx="152072" cy="58586"/>
            </a:xfrm>
            <a:custGeom>
              <a:avLst/>
              <a:gdLst/>
              <a:ahLst/>
              <a:cxnLst/>
              <a:rect l="l" t="t" r="r" b="b"/>
              <a:pathLst>
                <a:path w="5791" h="2231" extrusionOk="0">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62"/>
            <p:cNvSpPr/>
            <p:nvPr/>
          </p:nvSpPr>
          <p:spPr>
            <a:xfrm>
              <a:off x="3289949" y="3126950"/>
              <a:ext cx="19642" cy="58586"/>
            </a:xfrm>
            <a:custGeom>
              <a:avLst/>
              <a:gdLst/>
              <a:ahLst/>
              <a:cxnLst/>
              <a:rect l="l" t="t" r="r" b="b"/>
              <a:pathLst>
                <a:path w="748" h="2231" extrusionOk="0">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62"/>
            <p:cNvSpPr/>
            <p:nvPr/>
          </p:nvSpPr>
          <p:spPr>
            <a:xfrm>
              <a:off x="3204761" y="3064136"/>
              <a:ext cx="27678" cy="104068"/>
            </a:xfrm>
            <a:custGeom>
              <a:avLst/>
              <a:gdLst/>
              <a:ahLst/>
              <a:cxnLst/>
              <a:rect l="l" t="t" r="r" b="b"/>
              <a:pathLst>
                <a:path w="1054" h="3963" extrusionOk="0">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62"/>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62"/>
            <p:cNvSpPr/>
            <p:nvPr/>
          </p:nvSpPr>
          <p:spPr>
            <a:xfrm>
              <a:off x="3307044" y="2903609"/>
              <a:ext cx="111868" cy="120586"/>
            </a:xfrm>
            <a:custGeom>
              <a:avLst/>
              <a:gdLst/>
              <a:ahLst/>
              <a:cxnLst/>
              <a:rect l="l" t="t" r="r" b="b"/>
              <a:pathLst>
                <a:path w="4260" h="4592" extrusionOk="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62"/>
            <p:cNvSpPr/>
            <p:nvPr/>
          </p:nvSpPr>
          <p:spPr>
            <a:xfrm>
              <a:off x="3306782" y="2924407"/>
              <a:ext cx="50052" cy="99788"/>
            </a:xfrm>
            <a:custGeom>
              <a:avLst/>
              <a:gdLst/>
              <a:ahLst/>
              <a:cxnLst/>
              <a:rect l="l" t="t" r="r" b="b"/>
              <a:pathLst>
                <a:path w="1906" h="3800" extrusionOk="0">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62"/>
            <p:cNvSpPr/>
            <p:nvPr/>
          </p:nvSpPr>
          <p:spPr>
            <a:xfrm>
              <a:off x="3289713" y="3126714"/>
              <a:ext cx="38970" cy="58586"/>
            </a:xfrm>
            <a:custGeom>
              <a:avLst/>
              <a:gdLst/>
              <a:ahLst/>
              <a:cxnLst/>
              <a:rect l="l" t="t" r="r" b="b"/>
              <a:pathLst>
                <a:path w="1484" h="2231" extrusionOk="0">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62"/>
            <p:cNvSpPr/>
            <p:nvPr/>
          </p:nvSpPr>
          <p:spPr>
            <a:xfrm>
              <a:off x="3310799" y="2987719"/>
              <a:ext cx="70666" cy="16255"/>
            </a:xfrm>
            <a:custGeom>
              <a:avLst/>
              <a:gdLst/>
              <a:ahLst/>
              <a:cxnLst/>
              <a:rect l="l" t="t" r="r" b="b"/>
              <a:pathLst>
                <a:path w="2691" h="619" extrusionOk="0">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62"/>
            <p:cNvSpPr/>
            <p:nvPr/>
          </p:nvSpPr>
          <p:spPr>
            <a:xfrm>
              <a:off x="3204761" y="3064136"/>
              <a:ext cx="102545" cy="104068"/>
            </a:xfrm>
            <a:custGeom>
              <a:avLst/>
              <a:gdLst/>
              <a:ahLst/>
              <a:cxnLst/>
              <a:rect l="l" t="t" r="r" b="b"/>
              <a:pathLst>
                <a:path w="3905" h="3963" extrusionOk="0">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62"/>
            <p:cNvSpPr/>
            <p:nvPr/>
          </p:nvSpPr>
          <p:spPr>
            <a:xfrm>
              <a:off x="3204761" y="3064136"/>
              <a:ext cx="28413" cy="104068"/>
            </a:xfrm>
            <a:custGeom>
              <a:avLst/>
              <a:gdLst/>
              <a:ahLst/>
              <a:cxnLst/>
              <a:rect l="l" t="t" r="r" b="b"/>
              <a:pathLst>
                <a:path w="1082" h="3963" extrusionOk="0">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62"/>
            <p:cNvSpPr/>
            <p:nvPr/>
          </p:nvSpPr>
          <p:spPr>
            <a:xfrm>
              <a:off x="3199221" y="3154339"/>
              <a:ext cx="113890" cy="38497"/>
            </a:xfrm>
            <a:custGeom>
              <a:avLst/>
              <a:gdLst/>
              <a:ahLst/>
              <a:cxnLst/>
              <a:rect l="l" t="t" r="r" b="b"/>
              <a:pathLst>
                <a:path w="4337" h="1466" extrusionOk="0">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62"/>
            <p:cNvSpPr/>
            <p:nvPr/>
          </p:nvSpPr>
          <p:spPr>
            <a:xfrm>
              <a:off x="3167551" y="3235272"/>
              <a:ext cx="176704" cy="27914"/>
            </a:xfrm>
            <a:custGeom>
              <a:avLst/>
              <a:gdLst/>
              <a:ahLst/>
              <a:cxnLst/>
              <a:rect l="l" t="t" r="r" b="b"/>
              <a:pathLst>
                <a:path w="6729" h="1063" extrusionOk="0">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62"/>
            <p:cNvSpPr/>
            <p:nvPr/>
          </p:nvSpPr>
          <p:spPr>
            <a:xfrm>
              <a:off x="3179631" y="3181229"/>
              <a:ext cx="152807" cy="54568"/>
            </a:xfrm>
            <a:custGeom>
              <a:avLst/>
              <a:gdLst/>
              <a:ahLst/>
              <a:cxnLst/>
              <a:rect l="l" t="t" r="r" b="b"/>
              <a:pathLst>
                <a:path w="5819" h="2078" extrusionOk="0">
                  <a:moveTo>
                    <a:pt x="565" y="1"/>
                  </a:moveTo>
                  <a:lnTo>
                    <a:pt x="0" y="2078"/>
                  </a:lnTo>
                  <a:lnTo>
                    <a:pt x="5819" y="2078"/>
                  </a:lnTo>
                  <a:lnTo>
                    <a:pt x="525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62"/>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62"/>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62"/>
            <p:cNvSpPr/>
            <p:nvPr/>
          </p:nvSpPr>
          <p:spPr>
            <a:xfrm>
              <a:off x="3200245" y="2956260"/>
              <a:ext cx="111841" cy="120218"/>
            </a:xfrm>
            <a:custGeom>
              <a:avLst/>
              <a:gdLst/>
              <a:ahLst/>
              <a:cxnLst/>
              <a:rect l="l" t="t" r="r" b="b"/>
              <a:pathLst>
                <a:path w="4259" h="4578" extrusionOk="0">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62"/>
            <p:cNvSpPr/>
            <p:nvPr/>
          </p:nvSpPr>
          <p:spPr>
            <a:xfrm>
              <a:off x="3199982" y="2976664"/>
              <a:ext cx="49789" cy="99814"/>
            </a:xfrm>
            <a:custGeom>
              <a:avLst/>
              <a:gdLst/>
              <a:ahLst/>
              <a:cxnLst/>
              <a:rect l="l" t="t" r="r" b="b"/>
              <a:pathLst>
                <a:path w="1896" h="3801" extrusionOk="0">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62"/>
            <p:cNvSpPr/>
            <p:nvPr/>
          </p:nvSpPr>
          <p:spPr>
            <a:xfrm>
              <a:off x="3204000" y="3040003"/>
              <a:ext cx="71401" cy="16255"/>
            </a:xfrm>
            <a:custGeom>
              <a:avLst/>
              <a:gdLst/>
              <a:ahLst/>
              <a:cxnLst/>
              <a:rect l="l" t="t" r="r" b="b"/>
              <a:pathLst>
                <a:path w="2719" h="619" extrusionOk="0">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62"/>
            <p:cNvSpPr/>
            <p:nvPr/>
          </p:nvSpPr>
          <p:spPr>
            <a:xfrm>
              <a:off x="3389133" y="2987719"/>
              <a:ext cx="28256" cy="8088"/>
            </a:xfrm>
            <a:custGeom>
              <a:avLst/>
              <a:gdLst/>
              <a:ahLst/>
              <a:cxnLst/>
              <a:rect l="l" t="t" r="r" b="b"/>
              <a:pathLst>
                <a:path w="1076" h="308" extrusionOk="0">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62"/>
            <p:cNvSpPr/>
            <p:nvPr/>
          </p:nvSpPr>
          <p:spPr>
            <a:xfrm>
              <a:off x="3282307" y="3040213"/>
              <a:ext cx="28282" cy="8141"/>
            </a:xfrm>
            <a:custGeom>
              <a:avLst/>
              <a:gdLst/>
              <a:ahLst/>
              <a:cxnLst/>
              <a:rect l="l" t="t" r="r" b="b"/>
              <a:pathLst>
                <a:path w="1077" h="310" extrusionOk="0">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62"/>
            <p:cNvSpPr/>
            <p:nvPr/>
          </p:nvSpPr>
          <p:spPr>
            <a:xfrm>
              <a:off x="3175508" y="2987719"/>
              <a:ext cx="28256" cy="8088"/>
            </a:xfrm>
            <a:custGeom>
              <a:avLst/>
              <a:gdLst/>
              <a:ahLst/>
              <a:cxnLst/>
              <a:rect l="l" t="t" r="r" b="b"/>
              <a:pathLst>
                <a:path w="1076" h="308" extrusionOk="0">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9" name="Google Shape;9499;p62"/>
          <p:cNvGrpSpPr/>
          <p:nvPr/>
        </p:nvGrpSpPr>
        <p:grpSpPr>
          <a:xfrm>
            <a:off x="6216451" y="3658649"/>
            <a:ext cx="364673" cy="339804"/>
            <a:chOff x="6221064" y="3811049"/>
            <a:chExt cx="364673" cy="339804"/>
          </a:xfrm>
        </p:grpSpPr>
        <p:sp>
          <p:nvSpPr>
            <p:cNvPr id="9500" name="Google Shape;9500;p62"/>
            <p:cNvSpPr/>
            <p:nvPr/>
          </p:nvSpPr>
          <p:spPr>
            <a:xfrm>
              <a:off x="6277838" y="4054558"/>
              <a:ext cx="45272" cy="45272"/>
            </a:xfrm>
            <a:custGeom>
              <a:avLst/>
              <a:gdLst/>
              <a:ahLst/>
              <a:cxnLst/>
              <a:rect l="l" t="t" r="r" b="b"/>
              <a:pathLst>
                <a:path w="1724" h="1724" extrusionOk="0">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62"/>
            <p:cNvSpPr/>
            <p:nvPr/>
          </p:nvSpPr>
          <p:spPr>
            <a:xfrm>
              <a:off x="6426890" y="3935679"/>
              <a:ext cx="105828" cy="90728"/>
            </a:xfrm>
            <a:custGeom>
              <a:avLst/>
              <a:gdLst/>
              <a:ahLst/>
              <a:cxnLst/>
              <a:rect l="l" t="t" r="r" b="b"/>
              <a:pathLst>
                <a:path w="4030" h="3455" extrusionOk="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62"/>
            <p:cNvSpPr/>
            <p:nvPr/>
          </p:nvSpPr>
          <p:spPr>
            <a:xfrm>
              <a:off x="6437446" y="3972391"/>
              <a:ext cx="100051" cy="54043"/>
            </a:xfrm>
            <a:custGeom>
              <a:avLst/>
              <a:gdLst/>
              <a:ahLst/>
              <a:cxnLst/>
              <a:rect l="l" t="t" r="r" b="b"/>
              <a:pathLst>
                <a:path w="3810" h="2058" extrusionOk="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62"/>
            <p:cNvSpPr/>
            <p:nvPr/>
          </p:nvSpPr>
          <p:spPr>
            <a:xfrm>
              <a:off x="6306251" y="3833659"/>
              <a:ext cx="153070" cy="294585"/>
            </a:xfrm>
            <a:custGeom>
              <a:avLst/>
              <a:gdLst/>
              <a:ahLst/>
              <a:cxnLst/>
              <a:rect l="l" t="t" r="r" b="b"/>
              <a:pathLst>
                <a:path w="5829" h="11218" extrusionOk="0">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62"/>
            <p:cNvSpPr/>
            <p:nvPr/>
          </p:nvSpPr>
          <p:spPr>
            <a:xfrm>
              <a:off x="6306251" y="4009312"/>
              <a:ext cx="152833" cy="119010"/>
            </a:xfrm>
            <a:custGeom>
              <a:avLst/>
              <a:gdLst/>
              <a:ahLst/>
              <a:cxnLst/>
              <a:rect l="l" t="t" r="r" b="b"/>
              <a:pathLst>
                <a:path w="5820" h="4532" extrusionOk="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62"/>
            <p:cNvSpPr/>
            <p:nvPr/>
          </p:nvSpPr>
          <p:spPr>
            <a:xfrm>
              <a:off x="6447740" y="3811049"/>
              <a:ext cx="45509" cy="339804"/>
            </a:xfrm>
            <a:custGeom>
              <a:avLst/>
              <a:gdLst/>
              <a:ahLst/>
              <a:cxnLst/>
              <a:rect l="l" t="t" r="r" b="b"/>
              <a:pathLst>
                <a:path w="1733" h="12940" extrusionOk="0">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62"/>
            <p:cNvSpPr/>
            <p:nvPr/>
          </p:nvSpPr>
          <p:spPr>
            <a:xfrm>
              <a:off x="6447740" y="4122677"/>
              <a:ext cx="45509" cy="28177"/>
            </a:xfrm>
            <a:custGeom>
              <a:avLst/>
              <a:gdLst/>
              <a:ahLst/>
              <a:cxnLst/>
              <a:rect l="l" t="t" r="r" b="b"/>
              <a:pathLst>
                <a:path w="1733" h="1073" extrusionOk="0">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62"/>
            <p:cNvSpPr/>
            <p:nvPr/>
          </p:nvSpPr>
          <p:spPr>
            <a:xfrm>
              <a:off x="6221300" y="3929902"/>
              <a:ext cx="45272" cy="102073"/>
            </a:xfrm>
            <a:custGeom>
              <a:avLst/>
              <a:gdLst/>
              <a:ahLst/>
              <a:cxnLst/>
              <a:rect l="l" t="t" r="r" b="b"/>
              <a:pathLst>
                <a:path w="1724" h="3887" extrusionOk="0">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62"/>
            <p:cNvSpPr/>
            <p:nvPr/>
          </p:nvSpPr>
          <p:spPr>
            <a:xfrm>
              <a:off x="6221064" y="3935180"/>
              <a:ext cx="45509" cy="96794"/>
            </a:xfrm>
            <a:custGeom>
              <a:avLst/>
              <a:gdLst/>
              <a:ahLst/>
              <a:cxnLst/>
              <a:rect l="l" t="t" r="r" b="b"/>
              <a:pathLst>
                <a:path w="1733" h="3686" extrusionOk="0">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62"/>
            <p:cNvSpPr/>
            <p:nvPr/>
          </p:nvSpPr>
          <p:spPr>
            <a:xfrm>
              <a:off x="6260769" y="3929902"/>
              <a:ext cx="56800" cy="102073"/>
            </a:xfrm>
            <a:custGeom>
              <a:avLst/>
              <a:gdLst/>
              <a:ahLst/>
              <a:cxnLst/>
              <a:rect l="l" t="t" r="r" b="b"/>
              <a:pathLst>
                <a:path w="2163"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62"/>
            <p:cNvSpPr/>
            <p:nvPr/>
          </p:nvSpPr>
          <p:spPr>
            <a:xfrm>
              <a:off x="6260769" y="4014853"/>
              <a:ext cx="56800" cy="17122"/>
            </a:xfrm>
            <a:custGeom>
              <a:avLst/>
              <a:gdLst/>
              <a:ahLst/>
              <a:cxnLst/>
              <a:rect l="l" t="t" r="r" b="b"/>
              <a:pathLst>
                <a:path w="2163" h="652" extrusionOk="0">
                  <a:moveTo>
                    <a:pt x="0" y="1"/>
                  </a:moveTo>
                  <a:lnTo>
                    <a:pt x="0" y="651"/>
                  </a:lnTo>
                  <a:lnTo>
                    <a:pt x="2163" y="651"/>
                  </a:lnTo>
                  <a:lnTo>
                    <a:pt x="216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62"/>
            <p:cNvSpPr/>
            <p:nvPr/>
          </p:nvSpPr>
          <p:spPr>
            <a:xfrm>
              <a:off x="6260769" y="4031686"/>
              <a:ext cx="56800" cy="90755"/>
            </a:xfrm>
            <a:custGeom>
              <a:avLst/>
              <a:gdLst/>
              <a:ahLst/>
              <a:cxnLst/>
              <a:rect l="l" t="t" r="r" b="b"/>
              <a:pathLst>
                <a:path w="2163" h="3456" extrusionOk="0">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62"/>
            <p:cNvSpPr/>
            <p:nvPr/>
          </p:nvSpPr>
          <p:spPr>
            <a:xfrm>
              <a:off x="6553542" y="3975148"/>
              <a:ext cx="32195" cy="11581"/>
            </a:xfrm>
            <a:custGeom>
              <a:avLst/>
              <a:gdLst/>
              <a:ahLst/>
              <a:cxnLst/>
              <a:rect l="l" t="t" r="r" b="b"/>
              <a:pathLst>
                <a:path w="1226" h="441" extrusionOk="0">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62"/>
            <p:cNvSpPr/>
            <p:nvPr/>
          </p:nvSpPr>
          <p:spPr>
            <a:xfrm>
              <a:off x="6532192" y="3911100"/>
              <a:ext cx="27442" cy="23608"/>
            </a:xfrm>
            <a:custGeom>
              <a:avLst/>
              <a:gdLst/>
              <a:ahLst/>
              <a:cxnLst/>
              <a:rect l="l" t="t" r="r" b="b"/>
              <a:pathLst>
                <a:path w="1045" h="899" extrusionOk="0">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62"/>
            <p:cNvSpPr/>
            <p:nvPr/>
          </p:nvSpPr>
          <p:spPr>
            <a:xfrm>
              <a:off x="6531221" y="4027327"/>
              <a:ext cx="27626" cy="23503"/>
            </a:xfrm>
            <a:custGeom>
              <a:avLst/>
              <a:gdLst/>
              <a:ahLst/>
              <a:cxnLst/>
              <a:rect l="l" t="t" r="r" b="b"/>
              <a:pathLst>
                <a:path w="1052" h="895" extrusionOk="0">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5" name="Google Shape;9515;p62"/>
          <p:cNvGrpSpPr/>
          <p:nvPr/>
        </p:nvGrpSpPr>
        <p:grpSpPr>
          <a:xfrm>
            <a:off x="5761812" y="4122795"/>
            <a:ext cx="358160" cy="356926"/>
            <a:chOff x="5766424" y="4275195"/>
            <a:chExt cx="358160" cy="356926"/>
          </a:xfrm>
        </p:grpSpPr>
        <p:sp>
          <p:nvSpPr>
            <p:cNvPr id="9516" name="Google Shape;9516;p62"/>
            <p:cNvSpPr/>
            <p:nvPr/>
          </p:nvSpPr>
          <p:spPr>
            <a:xfrm>
              <a:off x="5766424" y="4485327"/>
              <a:ext cx="64862" cy="146793"/>
            </a:xfrm>
            <a:custGeom>
              <a:avLst/>
              <a:gdLst/>
              <a:ahLst/>
              <a:cxnLst/>
              <a:rect l="l" t="t" r="r" b="b"/>
              <a:pathLst>
                <a:path w="2470" h="5590" extrusionOk="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62"/>
            <p:cNvSpPr/>
            <p:nvPr/>
          </p:nvSpPr>
          <p:spPr>
            <a:xfrm>
              <a:off x="5766661" y="4485327"/>
              <a:ext cx="30961" cy="146793"/>
            </a:xfrm>
            <a:custGeom>
              <a:avLst/>
              <a:gdLst/>
              <a:ahLst/>
              <a:cxnLst/>
              <a:rect l="l" t="t" r="r" b="b"/>
              <a:pathLst>
                <a:path w="1179" h="5590" extrusionOk="0">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62"/>
            <p:cNvSpPr/>
            <p:nvPr/>
          </p:nvSpPr>
          <p:spPr>
            <a:xfrm>
              <a:off x="5864190" y="4449115"/>
              <a:ext cx="64862" cy="183006"/>
            </a:xfrm>
            <a:custGeom>
              <a:avLst/>
              <a:gdLst/>
              <a:ahLst/>
              <a:cxnLst/>
              <a:rect l="l" t="t" r="r" b="b"/>
              <a:pathLst>
                <a:path w="2470" h="6969" extrusionOk="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62"/>
            <p:cNvSpPr/>
            <p:nvPr/>
          </p:nvSpPr>
          <p:spPr>
            <a:xfrm>
              <a:off x="5864190" y="4449115"/>
              <a:ext cx="30934" cy="183006"/>
            </a:xfrm>
            <a:custGeom>
              <a:avLst/>
              <a:gdLst/>
              <a:ahLst/>
              <a:cxnLst/>
              <a:rect l="l" t="t" r="r" b="b"/>
              <a:pathLst>
                <a:path w="1178" h="6969" extrusionOk="0">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62"/>
            <p:cNvSpPr/>
            <p:nvPr/>
          </p:nvSpPr>
          <p:spPr>
            <a:xfrm>
              <a:off x="5962193" y="4412692"/>
              <a:ext cx="64626" cy="219429"/>
            </a:xfrm>
            <a:custGeom>
              <a:avLst/>
              <a:gdLst/>
              <a:ahLst/>
              <a:cxnLst/>
              <a:rect l="l" t="t" r="r" b="b"/>
              <a:pathLst>
                <a:path w="2461" h="8356" extrusionOk="0">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62"/>
            <p:cNvSpPr/>
            <p:nvPr/>
          </p:nvSpPr>
          <p:spPr>
            <a:xfrm>
              <a:off x="5962193" y="4412692"/>
              <a:ext cx="30698" cy="219429"/>
            </a:xfrm>
            <a:custGeom>
              <a:avLst/>
              <a:gdLst/>
              <a:ahLst/>
              <a:cxnLst/>
              <a:rect l="l" t="t" r="r" b="b"/>
              <a:pathLst>
                <a:path w="1169" h="8356" extrusionOk="0">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62"/>
            <p:cNvSpPr/>
            <p:nvPr/>
          </p:nvSpPr>
          <p:spPr>
            <a:xfrm>
              <a:off x="6059959" y="4376506"/>
              <a:ext cx="64626" cy="255615"/>
            </a:xfrm>
            <a:custGeom>
              <a:avLst/>
              <a:gdLst/>
              <a:ahLst/>
              <a:cxnLst/>
              <a:rect l="l" t="t" r="r" b="b"/>
              <a:pathLst>
                <a:path w="2461" h="9734" extrusionOk="0">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62"/>
            <p:cNvSpPr/>
            <p:nvPr/>
          </p:nvSpPr>
          <p:spPr>
            <a:xfrm>
              <a:off x="6059959" y="4376506"/>
              <a:ext cx="30934" cy="255615"/>
            </a:xfrm>
            <a:custGeom>
              <a:avLst/>
              <a:gdLst/>
              <a:ahLst/>
              <a:cxnLst/>
              <a:rect l="l" t="t" r="r" b="b"/>
              <a:pathLst>
                <a:path w="1178" h="9734" extrusionOk="0">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62"/>
            <p:cNvSpPr/>
            <p:nvPr/>
          </p:nvSpPr>
          <p:spPr>
            <a:xfrm>
              <a:off x="5781997" y="4275195"/>
              <a:ext cx="332767" cy="134241"/>
            </a:xfrm>
            <a:custGeom>
              <a:avLst/>
              <a:gdLst/>
              <a:ahLst/>
              <a:cxnLst/>
              <a:rect l="l" t="t" r="r" b="b"/>
              <a:pathLst>
                <a:path w="12672" h="5112" extrusionOk="0">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5" name="Google Shape;9525;p62"/>
          <p:cNvGrpSpPr/>
          <p:nvPr/>
        </p:nvGrpSpPr>
        <p:grpSpPr>
          <a:xfrm>
            <a:off x="4880448" y="1366388"/>
            <a:ext cx="385786" cy="342588"/>
            <a:chOff x="4885060" y="1518788"/>
            <a:chExt cx="385786" cy="342588"/>
          </a:xfrm>
        </p:grpSpPr>
        <p:sp>
          <p:nvSpPr>
            <p:cNvPr id="9526" name="Google Shape;9526;p62"/>
            <p:cNvSpPr/>
            <p:nvPr/>
          </p:nvSpPr>
          <p:spPr>
            <a:xfrm>
              <a:off x="4953415" y="1537380"/>
              <a:ext cx="74920" cy="62367"/>
            </a:xfrm>
            <a:custGeom>
              <a:avLst/>
              <a:gdLst/>
              <a:ahLst/>
              <a:cxnLst/>
              <a:rect l="l" t="t" r="r" b="b"/>
              <a:pathLst>
                <a:path w="2853" h="2375" extrusionOk="0">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62"/>
            <p:cNvSpPr/>
            <p:nvPr/>
          </p:nvSpPr>
          <p:spPr>
            <a:xfrm>
              <a:off x="4953415" y="1537380"/>
              <a:ext cx="50025" cy="62367"/>
            </a:xfrm>
            <a:custGeom>
              <a:avLst/>
              <a:gdLst/>
              <a:ahLst/>
              <a:cxnLst/>
              <a:rect l="l" t="t" r="r" b="b"/>
              <a:pathLst>
                <a:path w="1905" h="2375" extrusionOk="0">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62"/>
            <p:cNvSpPr/>
            <p:nvPr/>
          </p:nvSpPr>
          <p:spPr>
            <a:xfrm>
              <a:off x="4909928" y="1568550"/>
              <a:ext cx="161893" cy="161867"/>
            </a:xfrm>
            <a:custGeom>
              <a:avLst/>
              <a:gdLst/>
              <a:ahLst/>
              <a:cxnLst/>
              <a:rect l="l" t="t" r="r" b="b"/>
              <a:pathLst>
                <a:path w="6165" h="6164" extrusionOk="0">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62"/>
            <p:cNvSpPr/>
            <p:nvPr/>
          </p:nvSpPr>
          <p:spPr>
            <a:xfrm>
              <a:off x="4942596" y="1568577"/>
              <a:ext cx="129462" cy="161840"/>
            </a:xfrm>
            <a:custGeom>
              <a:avLst/>
              <a:gdLst/>
              <a:ahLst/>
              <a:cxnLst/>
              <a:rect l="l" t="t" r="r" b="b"/>
              <a:pathLst>
                <a:path w="4930" h="6163" extrusionOk="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62"/>
            <p:cNvSpPr/>
            <p:nvPr/>
          </p:nvSpPr>
          <p:spPr>
            <a:xfrm>
              <a:off x="4885060" y="1736693"/>
              <a:ext cx="211629" cy="124682"/>
            </a:xfrm>
            <a:custGeom>
              <a:avLst/>
              <a:gdLst/>
              <a:ahLst/>
              <a:cxnLst/>
              <a:rect l="l" t="t" r="r" b="b"/>
              <a:pathLst>
                <a:path w="8059" h="4748" extrusionOk="0">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62"/>
            <p:cNvSpPr/>
            <p:nvPr/>
          </p:nvSpPr>
          <p:spPr>
            <a:xfrm>
              <a:off x="4885060" y="1781414"/>
              <a:ext cx="211892" cy="79962"/>
            </a:xfrm>
            <a:custGeom>
              <a:avLst/>
              <a:gdLst/>
              <a:ahLst/>
              <a:cxnLst/>
              <a:rect l="l" t="t" r="r" b="b"/>
              <a:pathLst>
                <a:path w="8069" h="3045" extrusionOk="0">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62"/>
            <p:cNvSpPr/>
            <p:nvPr/>
          </p:nvSpPr>
          <p:spPr>
            <a:xfrm>
              <a:off x="4959691" y="1736693"/>
              <a:ext cx="62368" cy="24894"/>
            </a:xfrm>
            <a:custGeom>
              <a:avLst/>
              <a:gdLst/>
              <a:ahLst/>
              <a:cxnLst/>
              <a:rect l="l" t="t" r="r" b="b"/>
              <a:pathLst>
                <a:path w="2375" h="948" extrusionOk="0">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62"/>
            <p:cNvSpPr/>
            <p:nvPr/>
          </p:nvSpPr>
          <p:spPr>
            <a:xfrm>
              <a:off x="4928520" y="1631994"/>
              <a:ext cx="124682" cy="117146"/>
            </a:xfrm>
            <a:custGeom>
              <a:avLst/>
              <a:gdLst/>
              <a:ahLst/>
              <a:cxnLst/>
              <a:rect l="l" t="t" r="r" b="b"/>
              <a:pathLst>
                <a:path w="4748" h="4461" extrusionOk="0">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62"/>
            <p:cNvSpPr/>
            <p:nvPr/>
          </p:nvSpPr>
          <p:spPr>
            <a:xfrm>
              <a:off x="4928520" y="1632178"/>
              <a:ext cx="121925" cy="116594"/>
            </a:xfrm>
            <a:custGeom>
              <a:avLst/>
              <a:gdLst/>
              <a:ahLst/>
              <a:cxnLst/>
              <a:rect l="l" t="t" r="r" b="b"/>
              <a:pathLst>
                <a:path w="4643" h="4440" extrusionOk="0">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62"/>
            <p:cNvSpPr/>
            <p:nvPr/>
          </p:nvSpPr>
          <p:spPr>
            <a:xfrm>
              <a:off x="4885060" y="1802028"/>
              <a:ext cx="43487" cy="59348"/>
            </a:xfrm>
            <a:custGeom>
              <a:avLst/>
              <a:gdLst/>
              <a:ahLst/>
              <a:cxnLst/>
              <a:rect l="l" t="t" r="r" b="b"/>
              <a:pathLst>
                <a:path w="1656" h="2260" extrusionOk="0">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62"/>
            <p:cNvSpPr/>
            <p:nvPr/>
          </p:nvSpPr>
          <p:spPr>
            <a:xfrm>
              <a:off x="5053177" y="1802028"/>
              <a:ext cx="43775" cy="59348"/>
            </a:xfrm>
            <a:custGeom>
              <a:avLst/>
              <a:gdLst/>
              <a:ahLst/>
              <a:cxnLst/>
              <a:rect l="l" t="t" r="r" b="b"/>
              <a:pathLst>
                <a:path w="1667" h="2260" extrusionOk="0">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62"/>
            <p:cNvSpPr/>
            <p:nvPr/>
          </p:nvSpPr>
          <p:spPr>
            <a:xfrm>
              <a:off x="5096663" y="1537642"/>
              <a:ext cx="174183" cy="181982"/>
            </a:xfrm>
            <a:custGeom>
              <a:avLst/>
              <a:gdLst/>
              <a:ahLst/>
              <a:cxnLst/>
              <a:rect l="l" t="t" r="r" b="b"/>
              <a:pathLst>
                <a:path w="6633" h="6930" extrusionOk="0">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62"/>
            <p:cNvSpPr/>
            <p:nvPr/>
          </p:nvSpPr>
          <p:spPr>
            <a:xfrm>
              <a:off x="5121531" y="1537380"/>
              <a:ext cx="136499" cy="93407"/>
            </a:xfrm>
            <a:custGeom>
              <a:avLst/>
              <a:gdLst/>
              <a:ahLst/>
              <a:cxnLst/>
              <a:rect l="l" t="t" r="r" b="b"/>
              <a:pathLst>
                <a:path w="5198" h="3557" extrusionOk="0">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62"/>
            <p:cNvSpPr/>
            <p:nvPr/>
          </p:nvSpPr>
          <p:spPr>
            <a:xfrm>
              <a:off x="5177596" y="1630681"/>
              <a:ext cx="12579" cy="25105"/>
            </a:xfrm>
            <a:custGeom>
              <a:avLst/>
              <a:gdLst/>
              <a:ahLst/>
              <a:cxnLst/>
              <a:rect l="l" t="t" r="r" b="b"/>
              <a:pathLst>
                <a:path w="479" h="956" extrusionOk="0">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62"/>
            <p:cNvSpPr/>
            <p:nvPr/>
          </p:nvSpPr>
          <p:spPr>
            <a:xfrm>
              <a:off x="5134110" y="1518788"/>
              <a:ext cx="99552" cy="99552"/>
            </a:xfrm>
            <a:custGeom>
              <a:avLst/>
              <a:gdLst/>
              <a:ahLst/>
              <a:cxnLst/>
              <a:rect l="l" t="t" r="r" b="b"/>
              <a:pathLst>
                <a:path w="3791" h="3791" extrusionOk="0">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62"/>
            <p:cNvSpPr/>
            <p:nvPr/>
          </p:nvSpPr>
          <p:spPr>
            <a:xfrm>
              <a:off x="5146426" y="1531366"/>
              <a:ext cx="74657" cy="74657"/>
            </a:xfrm>
            <a:custGeom>
              <a:avLst/>
              <a:gdLst/>
              <a:ahLst/>
              <a:cxnLst/>
              <a:rect l="l" t="t" r="r" b="b"/>
              <a:pathLst>
                <a:path w="2843" h="2843" extrusionOk="0">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62"/>
            <p:cNvSpPr/>
            <p:nvPr/>
          </p:nvSpPr>
          <p:spPr>
            <a:xfrm>
              <a:off x="5158558" y="1562379"/>
              <a:ext cx="50708" cy="55960"/>
            </a:xfrm>
            <a:custGeom>
              <a:avLst/>
              <a:gdLst/>
              <a:ahLst/>
              <a:cxnLst/>
              <a:rect l="l" t="t" r="r" b="b"/>
              <a:pathLst>
                <a:path w="1931" h="2131" extrusionOk="0">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62"/>
            <p:cNvSpPr/>
            <p:nvPr/>
          </p:nvSpPr>
          <p:spPr>
            <a:xfrm>
              <a:off x="5165281" y="1614794"/>
              <a:ext cx="37473" cy="28676"/>
            </a:xfrm>
            <a:custGeom>
              <a:avLst/>
              <a:gdLst/>
              <a:ahLst/>
              <a:cxnLst/>
              <a:rect l="l" t="t" r="r" b="b"/>
              <a:pathLst>
                <a:path w="1427" h="1092" extrusionOk="0">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62"/>
            <p:cNvSpPr/>
            <p:nvPr/>
          </p:nvSpPr>
          <p:spPr>
            <a:xfrm>
              <a:off x="5165018" y="1614794"/>
              <a:ext cx="18881" cy="28676"/>
            </a:xfrm>
            <a:custGeom>
              <a:avLst/>
              <a:gdLst/>
              <a:ahLst/>
              <a:cxnLst/>
              <a:rect l="l" t="t" r="r" b="b"/>
              <a:pathLst>
                <a:path w="719" h="1092" extrusionOk="0">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5" name="Google Shape;9545;p62"/>
          <p:cNvGrpSpPr/>
          <p:nvPr/>
        </p:nvGrpSpPr>
        <p:grpSpPr>
          <a:xfrm>
            <a:off x="5389865" y="1362133"/>
            <a:ext cx="249076" cy="351096"/>
            <a:chOff x="5394478" y="1514533"/>
            <a:chExt cx="249076" cy="351096"/>
          </a:xfrm>
        </p:grpSpPr>
        <p:sp>
          <p:nvSpPr>
            <p:cNvPr id="9546" name="Google Shape;9546;p62"/>
            <p:cNvSpPr/>
            <p:nvPr/>
          </p:nvSpPr>
          <p:spPr>
            <a:xfrm>
              <a:off x="5394478" y="1537143"/>
              <a:ext cx="249076" cy="328486"/>
            </a:xfrm>
            <a:custGeom>
              <a:avLst/>
              <a:gdLst/>
              <a:ahLst/>
              <a:cxnLst/>
              <a:rect l="l" t="t" r="r" b="b"/>
              <a:pathLst>
                <a:path w="9485" h="12509" extrusionOk="0">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62"/>
            <p:cNvSpPr/>
            <p:nvPr/>
          </p:nvSpPr>
          <p:spPr>
            <a:xfrm>
              <a:off x="5405770" y="1537143"/>
              <a:ext cx="226729" cy="305876"/>
            </a:xfrm>
            <a:custGeom>
              <a:avLst/>
              <a:gdLst/>
              <a:ahLst/>
              <a:cxnLst/>
              <a:rect l="l" t="t" r="r" b="b"/>
              <a:pathLst>
                <a:path w="8634" h="11648" extrusionOk="0">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62"/>
            <p:cNvSpPr/>
            <p:nvPr/>
          </p:nvSpPr>
          <p:spPr>
            <a:xfrm>
              <a:off x="5417088" y="1559753"/>
              <a:ext cx="203856" cy="271949"/>
            </a:xfrm>
            <a:custGeom>
              <a:avLst/>
              <a:gdLst/>
              <a:ahLst/>
              <a:cxnLst/>
              <a:rect l="l" t="t" r="r" b="b"/>
              <a:pathLst>
                <a:path w="7763" h="10356" extrusionOk="0">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62"/>
            <p:cNvSpPr/>
            <p:nvPr/>
          </p:nvSpPr>
          <p:spPr>
            <a:xfrm>
              <a:off x="5468111" y="1514533"/>
              <a:ext cx="101810" cy="50787"/>
            </a:xfrm>
            <a:custGeom>
              <a:avLst/>
              <a:gdLst/>
              <a:ahLst/>
              <a:cxnLst/>
              <a:rect l="l" t="t" r="r" b="b"/>
              <a:pathLst>
                <a:path w="3877" h="1934" extrusionOk="0">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62"/>
            <p:cNvSpPr/>
            <p:nvPr/>
          </p:nvSpPr>
          <p:spPr>
            <a:xfrm>
              <a:off x="5448258" y="1670098"/>
              <a:ext cx="28413" cy="28413"/>
            </a:xfrm>
            <a:custGeom>
              <a:avLst/>
              <a:gdLst/>
              <a:ahLst/>
              <a:cxnLst/>
              <a:rect l="l" t="t" r="r" b="b"/>
              <a:pathLst>
                <a:path w="1082" h="1082" extrusionOk="0">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62"/>
            <p:cNvSpPr/>
            <p:nvPr/>
          </p:nvSpPr>
          <p:spPr>
            <a:xfrm>
              <a:off x="5448258" y="1721095"/>
              <a:ext cx="28413" cy="28440"/>
            </a:xfrm>
            <a:custGeom>
              <a:avLst/>
              <a:gdLst/>
              <a:ahLst/>
              <a:cxnLst/>
              <a:rect l="l" t="t" r="r" b="b"/>
              <a:pathLst>
                <a:path w="1082" h="1083" extrusionOk="0">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62"/>
            <p:cNvSpPr/>
            <p:nvPr/>
          </p:nvSpPr>
          <p:spPr>
            <a:xfrm>
              <a:off x="5448258" y="1772118"/>
              <a:ext cx="28413" cy="28440"/>
            </a:xfrm>
            <a:custGeom>
              <a:avLst/>
              <a:gdLst/>
              <a:ahLst/>
              <a:cxnLst/>
              <a:rect l="l" t="t" r="r" b="b"/>
              <a:pathLst>
                <a:path w="1082" h="1083" extrusionOk="0">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62"/>
            <p:cNvSpPr/>
            <p:nvPr/>
          </p:nvSpPr>
          <p:spPr>
            <a:xfrm>
              <a:off x="5488961" y="1667314"/>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62"/>
            <p:cNvSpPr/>
            <p:nvPr/>
          </p:nvSpPr>
          <p:spPr>
            <a:xfrm>
              <a:off x="5488725" y="1689950"/>
              <a:ext cx="105828" cy="11318"/>
            </a:xfrm>
            <a:custGeom>
              <a:avLst/>
              <a:gdLst/>
              <a:ahLst/>
              <a:cxnLst/>
              <a:rect l="l" t="t" r="r" b="b"/>
              <a:pathLst>
                <a:path w="4030" h="431" extrusionOk="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62"/>
            <p:cNvSpPr/>
            <p:nvPr/>
          </p:nvSpPr>
          <p:spPr>
            <a:xfrm>
              <a:off x="5488961" y="1718337"/>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62"/>
            <p:cNvSpPr/>
            <p:nvPr/>
          </p:nvSpPr>
          <p:spPr>
            <a:xfrm>
              <a:off x="5488725" y="1740947"/>
              <a:ext cx="105828" cy="11344"/>
            </a:xfrm>
            <a:custGeom>
              <a:avLst/>
              <a:gdLst/>
              <a:ahLst/>
              <a:cxnLst/>
              <a:rect l="l" t="t" r="r" b="b"/>
              <a:pathLst>
                <a:path w="4030" h="432" extrusionOk="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62"/>
            <p:cNvSpPr/>
            <p:nvPr/>
          </p:nvSpPr>
          <p:spPr>
            <a:xfrm>
              <a:off x="5488961" y="1769360"/>
              <a:ext cx="66123" cy="11318"/>
            </a:xfrm>
            <a:custGeom>
              <a:avLst/>
              <a:gdLst/>
              <a:ahLst/>
              <a:cxnLst/>
              <a:rect l="l" t="t" r="r" b="b"/>
              <a:pathLst>
                <a:path w="2518" h="431" extrusionOk="0">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62"/>
            <p:cNvSpPr/>
            <p:nvPr/>
          </p:nvSpPr>
          <p:spPr>
            <a:xfrm>
              <a:off x="5488725" y="1791970"/>
              <a:ext cx="105828" cy="11344"/>
            </a:xfrm>
            <a:custGeom>
              <a:avLst/>
              <a:gdLst/>
              <a:ahLst/>
              <a:cxnLst/>
              <a:rect l="l" t="t" r="r" b="b"/>
              <a:pathLst>
                <a:path w="4030" h="432" extrusionOk="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62"/>
            <p:cNvSpPr/>
            <p:nvPr/>
          </p:nvSpPr>
          <p:spPr>
            <a:xfrm>
              <a:off x="5488961" y="1582389"/>
              <a:ext cx="100051" cy="11318"/>
            </a:xfrm>
            <a:custGeom>
              <a:avLst/>
              <a:gdLst/>
              <a:ahLst/>
              <a:cxnLst/>
              <a:rect l="l" t="t" r="r" b="b"/>
              <a:pathLst>
                <a:path w="3810" h="431" extrusionOk="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62"/>
            <p:cNvSpPr/>
            <p:nvPr/>
          </p:nvSpPr>
          <p:spPr>
            <a:xfrm>
              <a:off x="5443479" y="1633386"/>
              <a:ext cx="151074" cy="11344"/>
            </a:xfrm>
            <a:custGeom>
              <a:avLst/>
              <a:gdLst/>
              <a:ahLst/>
              <a:cxnLst/>
              <a:rect l="l" t="t" r="r" b="b"/>
              <a:pathLst>
                <a:path w="5753" h="432" extrusionOk="0">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62"/>
            <p:cNvSpPr/>
            <p:nvPr/>
          </p:nvSpPr>
          <p:spPr>
            <a:xfrm>
              <a:off x="5488961" y="1604999"/>
              <a:ext cx="26418" cy="11344"/>
            </a:xfrm>
            <a:custGeom>
              <a:avLst/>
              <a:gdLst/>
              <a:ahLst/>
              <a:cxnLst/>
              <a:rect l="l" t="t" r="r" b="b"/>
              <a:pathLst>
                <a:path w="1006" h="432" extrusionOk="0">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62"/>
            <p:cNvSpPr/>
            <p:nvPr/>
          </p:nvSpPr>
          <p:spPr>
            <a:xfrm>
              <a:off x="5522889" y="1604999"/>
              <a:ext cx="37736" cy="11344"/>
            </a:xfrm>
            <a:custGeom>
              <a:avLst/>
              <a:gdLst/>
              <a:ahLst/>
              <a:cxnLst/>
              <a:rect l="l" t="t" r="r" b="b"/>
              <a:pathLst>
                <a:path w="1437" h="432" extrusionOk="0">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62"/>
            <p:cNvSpPr/>
            <p:nvPr/>
          </p:nvSpPr>
          <p:spPr>
            <a:xfrm>
              <a:off x="5445501" y="1582389"/>
              <a:ext cx="34191" cy="33954"/>
            </a:xfrm>
            <a:custGeom>
              <a:avLst/>
              <a:gdLst/>
              <a:ahLst/>
              <a:cxnLst/>
              <a:rect l="l" t="t" r="r" b="b"/>
              <a:pathLst>
                <a:path w="1302" h="1293" extrusionOk="0">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62"/>
            <p:cNvSpPr/>
            <p:nvPr/>
          </p:nvSpPr>
          <p:spPr>
            <a:xfrm>
              <a:off x="5468347" y="1553976"/>
              <a:ext cx="101810" cy="11581"/>
            </a:xfrm>
            <a:custGeom>
              <a:avLst/>
              <a:gdLst/>
              <a:ahLst/>
              <a:cxnLst/>
              <a:rect l="l" t="t" r="r" b="b"/>
              <a:pathLst>
                <a:path w="3877" h="441" extrusionOk="0">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62"/>
            <p:cNvSpPr/>
            <p:nvPr/>
          </p:nvSpPr>
          <p:spPr>
            <a:xfrm>
              <a:off x="5454036" y="1590924"/>
              <a:ext cx="16859" cy="16859"/>
            </a:xfrm>
            <a:custGeom>
              <a:avLst/>
              <a:gdLst/>
              <a:ahLst/>
              <a:cxnLst/>
              <a:rect l="l" t="t" r="r" b="b"/>
              <a:pathLst>
                <a:path w="642" h="642" extrusionOk="0">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6" name="Google Shape;9566;p62"/>
          <p:cNvGrpSpPr/>
          <p:nvPr/>
        </p:nvGrpSpPr>
        <p:grpSpPr>
          <a:xfrm>
            <a:off x="5777647" y="1359612"/>
            <a:ext cx="356138" cy="356138"/>
            <a:chOff x="5782259" y="1512012"/>
            <a:chExt cx="356138" cy="356138"/>
          </a:xfrm>
        </p:grpSpPr>
        <p:sp>
          <p:nvSpPr>
            <p:cNvPr id="9567" name="Google Shape;9567;p62"/>
            <p:cNvSpPr/>
            <p:nvPr/>
          </p:nvSpPr>
          <p:spPr>
            <a:xfrm>
              <a:off x="5902635" y="1701505"/>
              <a:ext cx="114888" cy="97792"/>
            </a:xfrm>
            <a:custGeom>
              <a:avLst/>
              <a:gdLst/>
              <a:ahLst/>
              <a:cxnLst/>
              <a:rect l="l" t="t" r="r" b="b"/>
              <a:pathLst>
                <a:path w="4375" h="3724" extrusionOk="0">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62"/>
            <p:cNvSpPr/>
            <p:nvPr/>
          </p:nvSpPr>
          <p:spPr>
            <a:xfrm>
              <a:off x="5940082" y="1701505"/>
              <a:ext cx="40230" cy="17358"/>
            </a:xfrm>
            <a:custGeom>
              <a:avLst/>
              <a:gdLst/>
              <a:ahLst/>
              <a:cxnLst/>
              <a:rect l="l" t="t" r="r" b="b"/>
              <a:pathLst>
                <a:path w="1532" h="661" extrusionOk="0">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62"/>
            <p:cNvSpPr/>
            <p:nvPr/>
          </p:nvSpPr>
          <p:spPr>
            <a:xfrm>
              <a:off x="5902635" y="1716079"/>
              <a:ext cx="115124" cy="83218"/>
            </a:xfrm>
            <a:custGeom>
              <a:avLst/>
              <a:gdLst/>
              <a:ahLst/>
              <a:cxnLst/>
              <a:rect l="l" t="t" r="r" b="b"/>
              <a:pathLst>
                <a:path w="4384" h="3169" extrusionOk="0">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62"/>
            <p:cNvSpPr/>
            <p:nvPr/>
          </p:nvSpPr>
          <p:spPr>
            <a:xfrm>
              <a:off x="5919967" y="1621070"/>
              <a:ext cx="28676" cy="63103"/>
            </a:xfrm>
            <a:custGeom>
              <a:avLst/>
              <a:gdLst/>
              <a:ahLst/>
              <a:cxnLst/>
              <a:rect l="l" t="t" r="r" b="b"/>
              <a:pathLst>
                <a:path w="1092" h="2403" extrusionOk="0">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62"/>
            <p:cNvSpPr/>
            <p:nvPr/>
          </p:nvSpPr>
          <p:spPr>
            <a:xfrm>
              <a:off x="5931547" y="1615293"/>
              <a:ext cx="69116" cy="68880"/>
            </a:xfrm>
            <a:custGeom>
              <a:avLst/>
              <a:gdLst/>
              <a:ahLst/>
              <a:cxnLst/>
              <a:rect l="l" t="t" r="r" b="b"/>
              <a:pathLst>
                <a:path w="2632" h="2623" extrusionOk="0">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62"/>
            <p:cNvSpPr/>
            <p:nvPr/>
          </p:nvSpPr>
          <p:spPr>
            <a:xfrm>
              <a:off x="5925744" y="1644179"/>
              <a:ext cx="68906" cy="63129"/>
            </a:xfrm>
            <a:custGeom>
              <a:avLst/>
              <a:gdLst/>
              <a:ahLst/>
              <a:cxnLst/>
              <a:rect l="l" t="t" r="r" b="b"/>
              <a:pathLst>
                <a:path w="2624" h="2404" extrusionOk="0">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62"/>
            <p:cNvSpPr/>
            <p:nvPr/>
          </p:nvSpPr>
          <p:spPr>
            <a:xfrm>
              <a:off x="5925744" y="1644205"/>
              <a:ext cx="68906" cy="61606"/>
            </a:xfrm>
            <a:custGeom>
              <a:avLst/>
              <a:gdLst/>
              <a:ahLst/>
              <a:cxnLst/>
              <a:rect l="l" t="t" r="r" b="b"/>
              <a:pathLst>
                <a:path w="2624" h="2346" extrusionOk="0">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62"/>
            <p:cNvSpPr/>
            <p:nvPr/>
          </p:nvSpPr>
          <p:spPr>
            <a:xfrm>
              <a:off x="5902898" y="1730916"/>
              <a:ext cx="22872" cy="68381"/>
            </a:xfrm>
            <a:custGeom>
              <a:avLst/>
              <a:gdLst/>
              <a:ahLst/>
              <a:cxnLst/>
              <a:rect l="l" t="t" r="r" b="b"/>
              <a:pathLst>
                <a:path w="871" h="2604" extrusionOk="0">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62"/>
            <p:cNvSpPr/>
            <p:nvPr/>
          </p:nvSpPr>
          <p:spPr>
            <a:xfrm>
              <a:off x="5994624" y="1730916"/>
              <a:ext cx="23135" cy="68381"/>
            </a:xfrm>
            <a:custGeom>
              <a:avLst/>
              <a:gdLst/>
              <a:ahLst/>
              <a:cxnLst/>
              <a:rect l="l" t="t" r="r" b="b"/>
              <a:pathLst>
                <a:path w="881" h="2604" extrusionOk="0">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62"/>
            <p:cNvSpPr/>
            <p:nvPr/>
          </p:nvSpPr>
          <p:spPr>
            <a:xfrm>
              <a:off x="5782259" y="1512012"/>
              <a:ext cx="356138" cy="356138"/>
            </a:xfrm>
            <a:custGeom>
              <a:avLst/>
              <a:gdLst/>
              <a:ahLst/>
              <a:cxnLst/>
              <a:rect l="l" t="t" r="r" b="b"/>
              <a:pathLst>
                <a:path w="13562" h="13562" extrusionOk="0">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62"/>
            <p:cNvSpPr/>
            <p:nvPr/>
          </p:nvSpPr>
          <p:spPr>
            <a:xfrm>
              <a:off x="5823724" y="1563535"/>
              <a:ext cx="262889" cy="252936"/>
            </a:xfrm>
            <a:custGeom>
              <a:avLst/>
              <a:gdLst/>
              <a:ahLst/>
              <a:cxnLst/>
              <a:rect l="l" t="t" r="r" b="b"/>
              <a:pathLst>
                <a:path w="10011" h="9632" extrusionOk="0">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8" name="Google Shape;9578;p62"/>
          <p:cNvGrpSpPr/>
          <p:nvPr/>
        </p:nvGrpSpPr>
        <p:grpSpPr>
          <a:xfrm>
            <a:off x="6224986" y="1365652"/>
            <a:ext cx="343560" cy="343822"/>
            <a:chOff x="6229598" y="1518052"/>
            <a:chExt cx="343560" cy="343822"/>
          </a:xfrm>
        </p:grpSpPr>
        <p:sp>
          <p:nvSpPr>
            <p:cNvPr id="9579" name="Google Shape;9579;p62"/>
            <p:cNvSpPr/>
            <p:nvPr/>
          </p:nvSpPr>
          <p:spPr>
            <a:xfrm>
              <a:off x="6229598" y="1518052"/>
              <a:ext cx="343560" cy="343822"/>
            </a:xfrm>
            <a:custGeom>
              <a:avLst/>
              <a:gdLst/>
              <a:ahLst/>
              <a:cxnLst/>
              <a:rect l="l" t="t" r="r" b="b"/>
              <a:pathLst>
                <a:path w="13083" h="13093" extrusionOk="0">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62"/>
            <p:cNvSpPr/>
            <p:nvPr/>
          </p:nvSpPr>
          <p:spPr>
            <a:xfrm>
              <a:off x="6255228" y="1543918"/>
              <a:ext cx="292064" cy="292064"/>
            </a:xfrm>
            <a:custGeom>
              <a:avLst/>
              <a:gdLst/>
              <a:ahLst/>
              <a:cxnLst/>
              <a:rect l="l" t="t" r="r" b="b"/>
              <a:pathLst>
                <a:path w="11122" h="11122" extrusionOk="0">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62"/>
            <p:cNvSpPr/>
            <p:nvPr/>
          </p:nvSpPr>
          <p:spPr>
            <a:xfrm>
              <a:off x="6396218" y="1564034"/>
              <a:ext cx="10320" cy="131221"/>
            </a:xfrm>
            <a:custGeom>
              <a:avLst/>
              <a:gdLst/>
              <a:ahLst/>
              <a:cxnLst/>
              <a:rect l="l" t="t" r="r" b="b"/>
              <a:pathLst>
                <a:path w="393" h="4997" extrusionOk="0">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62"/>
            <p:cNvSpPr/>
            <p:nvPr/>
          </p:nvSpPr>
          <p:spPr>
            <a:xfrm>
              <a:off x="6394459" y="1684908"/>
              <a:ext cx="134477" cy="10346"/>
            </a:xfrm>
            <a:custGeom>
              <a:avLst/>
              <a:gdLst/>
              <a:ahLst/>
              <a:cxnLst/>
              <a:rect l="l" t="t" r="r" b="b"/>
              <a:pathLst>
                <a:path w="5121" h="394" extrusionOk="0">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62"/>
            <p:cNvSpPr/>
            <p:nvPr/>
          </p:nvSpPr>
          <p:spPr>
            <a:xfrm>
              <a:off x="6291178" y="1579868"/>
              <a:ext cx="272946" cy="256009"/>
            </a:xfrm>
            <a:custGeom>
              <a:avLst/>
              <a:gdLst/>
              <a:ahLst/>
              <a:cxnLst/>
              <a:rect l="l" t="t" r="r" b="b"/>
              <a:pathLst>
                <a:path w="10394" h="9749" extrusionOk="0">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62"/>
            <p:cNvSpPr/>
            <p:nvPr/>
          </p:nvSpPr>
          <p:spPr>
            <a:xfrm>
              <a:off x="6273584" y="1684908"/>
              <a:ext cx="21376" cy="10346"/>
            </a:xfrm>
            <a:custGeom>
              <a:avLst/>
              <a:gdLst/>
              <a:ahLst/>
              <a:cxnLst/>
              <a:rect l="l" t="t" r="r" b="b"/>
              <a:pathLst>
                <a:path w="814" h="394" extrusionOk="0">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62"/>
            <p:cNvSpPr/>
            <p:nvPr/>
          </p:nvSpPr>
          <p:spPr>
            <a:xfrm>
              <a:off x="6396218" y="1798194"/>
              <a:ext cx="10320" cy="17673"/>
            </a:xfrm>
            <a:custGeom>
              <a:avLst/>
              <a:gdLst/>
              <a:ahLst/>
              <a:cxnLst/>
              <a:rect l="l" t="t" r="r" b="b"/>
              <a:pathLst>
                <a:path w="393" h="673" extrusionOk="0">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62"/>
            <p:cNvSpPr/>
            <p:nvPr/>
          </p:nvSpPr>
          <p:spPr>
            <a:xfrm>
              <a:off x="6308063" y="1599117"/>
              <a:ext cx="20036" cy="15966"/>
            </a:xfrm>
            <a:custGeom>
              <a:avLst/>
              <a:gdLst/>
              <a:ahLst/>
              <a:cxnLst/>
              <a:rect l="l" t="t" r="r" b="b"/>
              <a:pathLst>
                <a:path w="763" h="608" extrusionOk="0">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62"/>
            <p:cNvSpPr/>
            <p:nvPr/>
          </p:nvSpPr>
          <p:spPr>
            <a:xfrm>
              <a:off x="6473606" y="1764581"/>
              <a:ext cx="20141" cy="16097"/>
            </a:xfrm>
            <a:custGeom>
              <a:avLst/>
              <a:gdLst/>
              <a:ahLst/>
              <a:cxnLst/>
              <a:rect l="l" t="t" r="r" b="b"/>
              <a:pathLst>
                <a:path w="767" h="613" extrusionOk="0">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62"/>
            <p:cNvSpPr/>
            <p:nvPr/>
          </p:nvSpPr>
          <p:spPr>
            <a:xfrm>
              <a:off x="6474368" y="1599117"/>
              <a:ext cx="20141" cy="15966"/>
            </a:xfrm>
            <a:custGeom>
              <a:avLst/>
              <a:gdLst/>
              <a:ahLst/>
              <a:cxnLst/>
              <a:rect l="l" t="t" r="r" b="b"/>
              <a:pathLst>
                <a:path w="767" h="608" extrusionOk="0">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62"/>
            <p:cNvSpPr/>
            <p:nvPr/>
          </p:nvSpPr>
          <p:spPr>
            <a:xfrm>
              <a:off x="6308772" y="1765001"/>
              <a:ext cx="19432" cy="15677"/>
            </a:xfrm>
            <a:custGeom>
              <a:avLst/>
              <a:gdLst/>
              <a:ahLst/>
              <a:cxnLst/>
              <a:rect l="l" t="t" r="r" b="b"/>
              <a:pathLst>
                <a:path w="740" h="597" extrusionOk="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62"/>
            <p:cNvSpPr/>
            <p:nvPr/>
          </p:nvSpPr>
          <p:spPr>
            <a:xfrm>
              <a:off x="6283064" y="1637404"/>
              <a:ext cx="20693" cy="13366"/>
            </a:xfrm>
            <a:custGeom>
              <a:avLst/>
              <a:gdLst/>
              <a:ahLst/>
              <a:cxnLst/>
              <a:rect l="l" t="t" r="r" b="b"/>
              <a:pathLst>
                <a:path w="788" h="509" extrusionOk="0">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62"/>
            <p:cNvSpPr/>
            <p:nvPr/>
          </p:nvSpPr>
          <p:spPr>
            <a:xfrm>
              <a:off x="6498947" y="1729445"/>
              <a:ext cx="20640" cy="13051"/>
            </a:xfrm>
            <a:custGeom>
              <a:avLst/>
              <a:gdLst/>
              <a:ahLst/>
              <a:cxnLst/>
              <a:rect l="l" t="t" r="r" b="b"/>
              <a:pathLst>
                <a:path w="786" h="497" extrusionOk="0">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62"/>
            <p:cNvSpPr/>
            <p:nvPr/>
          </p:nvSpPr>
          <p:spPr>
            <a:xfrm>
              <a:off x="6439442" y="1574511"/>
              <a:ext cx="14837" cy="16675"/>
            </a:xfrm>
            <a:custGeom>
              <a:avLst/>
              <a:gdLst/>
              <a:ahLst/>
              <a:cxnLst/>
              <a:rect l="l" t="t" r="r" b="b"/>
              <a:pathLst>
                <a:path w="565" h="635" extrusionOk="0">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62"/>
            <p:cNvSpPr/>
            <p:nvPr/>
          </p:nvSpPr>
          <p:spPr>
            <a:xfrm>
              <a:off x="6347978" y="1789581"/>
              <a:ext cx="15861" cy="16754"/>
            </a:xfrm>
            <a:custGeom>
              <a:avLst/>
              <a:gdLst/>
              <a:ahLst/>
              <a:cxnLst/>
              <a:rect l="l" t="t" r="r" b="b"/>
              <a:pathLst>
                <a:path w="604" h="638" extrusionOk="0">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62"/>
            <p:cNvSpPr/>
            <p:nvPr/>
          </p:nvSpPr>
          <p:spPr>
            <a:xfrm>
              <a:off x="6349633" y="1572883"/>
              <a:ext cx="15441" cy="17305"/>
            </a:xfrm>
            <a:custGeom>
              <a:avLst/>
              <a:gdLst/>
              <a:ahLst/>
              <a:cxnLst/>
              <a:rect l="l" t="t" r="r" b="b"/>
              <a:pathLst>
                <a:path w="588" h="659" extrusionOk="0">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62"/>
            <p:cNvSpPr/>
            <p:nvPr/>
          </p:nvSpPr>
          <p:spPr>
            <a:xfrm>
              <a:off x="6437341" y="1789896"/>
              <a:ext cx="15441" cy="17437"/>
            </a:xfrm>
            <a:custGeom>
              <a:avLst/>
              <a:gdLst/>
              <a:ahLst/>
              <a:cxnLst/>
              <a:rect l="l" t="t" r="r" b="b"/>
              <a:pathLst>
                <a:path w="588" h="664" extrusionOk="0">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62"/>
            <p:cNvSpPr/>
            <p:nvPr/>
          </p:nvSpPr>
          <p:spPr>
            <a:xfrm>
              <a:off x="6499262" y="1639505"/>
              <a:ext cx="21664" cy="13261"/>
            </a:xfrm>
            <a:custGeom>
              <a:avLst/>
              <a:gdLst/>
              <a:ahLst/>
              <a:cxnLst/>
              <a:rect l="l" t="t" r="r" b="b"/>
              <a:pathLst>
                <a:path w="825" h="505" extrusionOk="0">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62"/>
            <p:cNvSpPr/>
            <p:nvPr/>
          </p:nvSpPr>
          <p:spPr>
            <a:xfrm>
              <a:off x="6282118" y="1727161"/>
              <a:ext cx="21638" cy="13314"/>
            </a:xfrm>
            <a:custGeom>
              <a:avLst/>
              <a:gdLst/>
              <a:ahLst/>
              <a:cxnLst/>
              <a:rect l="l" t="t" r="r" b="b"/>
              <a:pathLst>
                <a:path w="824" h="507" extrusionOk="0">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8" name="Google Shape;9598;p62"/>
          <p:cNvGrpSpPr/>
          <p:nvPr/>
        </p:nvGrpSpPr>
        <p:grpSpPr>
          <a:xfrm>
            <a:off x="6665287" y="1353074"/>
            <a:ext cx="345083" cy="369216"/>
            <a:chOff x="6669900" y="1505474"/>
            <a:chExt cx="345083" cy="369216"/>
          </a:xfrm>
        </p:grpSpPr>
        <p:sp>
          <p:nvSpPr>
            <p:cNvPr id="9599" name="Google Shape;9599;p62"/>
            <p:cNvSpPr/>
            <p:nvPr/>
          </p:nvSpPr>
          <p:spPr>
            <a:xfrm>
              <a:off x="6700309" y="1505474"/>
              <a:ext cx="48292" cy="42252"/>
            </a:xfrm>
            <a:custGeom>
              <a:avLst/>
              <a:gdLst/>
              <a:ahLst/>
              <a:cxnLst/>
              <a:rect l="l" t="t" r="r" b="b"/>
              <a:pathLst>
                <a:path w="1839" h="1609" extrusionOk="0">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62"/>
            <p:cNvSpPr/>
            <p:nvPr/>
          </p:nvSpPr>
          <p:spPr>
            <a:xfrm>
              <a:off x="6700309" y="1505474"/>
              <a:ext cx="33455" cy="42252"/>
            </a:xfrm>
            <a:custGeom>
              <a:avLst/>
              <a:gdLst/>
              <a:ahLst/>
              <a:cxnLst/>
              <a:rect l="l" t="t" r="r" b="b"/>
              <a:pathLst>
                <a:path w="1274" h="1609" extrusionOk="0">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62"/>
            <p:cNvSpPr/>
            <p:nvPr/>
          </p:nvSpPr>
          <p:spPr>
            <a:xfrm>
              <a:off x="6669900" y="1608255"/>
              <a:ext cx="109110" cy="84715"/>
            </a:xfrm>
            <a:custGeom>
              <a:avLst/>
              <a:gdLst/>
              <a:ahLst/>
              <a:cxnLst/>
              <a:rect l="l" t="t" r="r" b="b"/>
              <a:pathLst>
                <a:path w="4155" h="3226" extrusionOk="0">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62"/>
            <p:cNvSpPr/>
            <p:nvPr/>
          </p:nvSpPr>
          <p:spPr>
            <a:xfrm>
              <a:off x="6706086" y="1608255"/>
              <a:ext cx="36974" cy="24422"/>
            </a:xfrm>
            <a:custGeom>
              <a:avLst/>
              <a:gdLst/>
              <a:ahLst/>
              <a:cxnLst/>
              <a:rect l="l" t="t" r="r" b="b"/>
              <a:pathLst>
                <a:path w="1408" h="930" extrusionOk="0">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62"/>
            <p:cNvSpPr/>
            <p:nvPr/>
          </p:nvSpPr>
          <p:spPr>
            <a:xfrm>
              <a:off x="6669900" y="1640188"/>
              <a:ext cx="109110" cy="52783"/>
            </a:xfrm>
            <a:custGeom>
              <a:avLst/>
              <a:gdLst/>
              <a:ahLst/>
              <a:cxnLst/>
              <a:rect l="l" t="t" r="r" b="b"/>
              <a:pathLst>
                <a:path w="4155" h="2010" extrusionOk="0">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62"/>
            <p:cNvSpPr/>
            <p:nvPr/>
          </p:nvSpPr>
          <p:spPr>
            <a:xfrm>
              <a:off x="6681953" y="1523567"/>
              <a:ext cx="84741" cy="84715"/>
            </a:xfrm>
            <a:custGeom>
              <a:avLst/>
              <a:gdLst/>
              <a:ahLst/>
              <a:cxnLst/>
              <a:rect l="l" t="t" r="r" b="b"/>
              <a:pathLst>
                <a:path w="3227" h="3226" extrusionOk="0">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62"/>
            <p:cNvSpPr/>
            <p:nvPr/>
          </p:nvSpPr>
          <p:spPr>
            <a:xfrm>
              <a:off x="6697552" y="1523567"/>
              <a:ext cx="70902" cy="76180"/>
            </a:xfrm>
            <a:custGeom>
              <a:avLst/>
              <a:gdLst/>
              <a:ahLst/>
              <a:cxnLst/>
              <a:rect l="l" t="t" r="r" b="b"/>
              <a:pathLst>
                <a:path w="2700" h="2901" extrusionOk="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62"/>
            <p:cNvSpPr/>
            <p:nvPr/>
          </p:nvSpPr>
          <p:spPr>
            <a:xfrm>
              <a:off x="6687993" y="1560909"/>
              <a:ext cx="72661" cy="59453"/>
            </a:xfrm>
            <a:custGeom>
              <a:avLst/>
              <a:gdLst/>
              <a:ahLst/>
              <a:cxnLst/>
              <a:rect l="l" t="t" r="r" b="b"/>
              <a:pathLst>
                <a:path w="2767" h="2264" extrusionOk="0">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62"/>
            <p:cNvSpPr/>
            <p:nvPr/>
          </p:nvSpPr>
          <p:spPr>
            <a:xfrm>
              <a:off x="6688256" y="1560909"/>
              <a:ext cx="72661" cy="58954"/>
            </a:xfrm>
            <a:custGeom>
              <a:avLst/>
              <a:gdLst/>
              <a:ahLst/>
              <a:cxnLst/>
              <a:rect l="l" t="t" r="r" b="b"/>
              <a:pathLst>
                <a:path w="2767" h="2245" extrusionOk="0">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62"/>
            <p:cNvSpPr/>
            <p:nvPr/>
          </p:nvSpPr>
          <p:spPr>
            <a:xfrm>
              <a:off x="6669900" y="1652503"/>
              <a:ext cx="24396" cy="40467"/>
            </a:xfrm>
            <a:custGeom>
              <a:avLst/>
              <a:gdLst/>
              <a:ahLst/>
              <a:cxnLst/>
              <a:rect l="l" t="t" r="r" b="b"/>
              <a:pathLst>
                <a:path w="929" h="1541" extrusionOk="0">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62"/>
            <p:cNvSpPr/>
            <p:nvPr/>
          </p:nvSpPr>
          <p:spPr>
            <a:xfrm>
              <a:off x="6754588" y="1652503"/>
              <a:ext cx="24422" cy="40467"/>
            </a:xfrm>
            <a:custGeom>
              <a:avLst/>
              <a:gdLst/>
              <a:ahLst/>
              <a:cxnLst/>
              <a:rect l="l" t="t" r="r" b="b"/>
              <a:pathLst>
                <a:path w="930" h="1541" extrusionOk="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62"/>
            <p:cNvSpPr/>
            <p:nvPr/>
          </p:nvSpPr>
          <p:spPr>
            <a:xfrm>
              <a:off x="6767797" y="1578004"/>
              <a:ext cx="201440" cy="110791"/>
            </a:xfrm>
            <a:custGeom>
              <a:avLst/>
              <a:gdLst/>
              <a:ahLst/>
              <a:cxnLst/>
              <a:rect l="l" t="t" r="r" b="b"/>
              <a:pathLst>
                <a:path w="7671" h="4219" extrusionOk="0">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62"/>
            <p:cNvSpPr/>
            <p:nvPr/>
          </p:nvSpPr>
          <p:spPr>
            <a:xfrm>
              <a:off x="6711128" y="1710617"/>
              <a:ext cx="199917" cy="109557"/>
            </a:xfrm>
            <a:custGeom>
              <a:avLst/>
              <a:gdLst/>
              <a:ahLst/>
              <a:cxnLst/>
              <a:rect l="l" t="t" r="r" b="b"/>
              <a:pathLst>
                <a:path w="7613" h="4172" extrusionOk="0">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62"/>
            <p:cNvSpPr/>
            <p:nvPr/>
          </p:nvSpPr>
          <p:spPr>
            <a:xfrm>
              <a:off x="6893819" y="1795988"/>
              <a:ext cx="121164" cy="78701"/>
            </a:xfrm>
            <a:custGeom>
              <a:avLst/>
              <a:gdLst/>
              <a:ahLst/>
              <a:cxnLst/>
              <a:rect l="l" t="t" r="r" b="b"/>
              <a:pathLst>
                <a:path w="4614" h="2997" extrusionOk="0">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62"/>
            <p:cNvSpPr/>
            <p:nvPr/>
          </p:nvSpPr>
          <p:spPr>
            <a:xfrm>
              <a:off x="6893819" y="1812584"/>
              <a:ext cx="121164" cy="62105"/>
            </a:xfrm>
            <a:custGeom>
              <a:avLst/>
              <a:gdLst/>
              <a:ahLst/>
              <a:cxnLst/>
              <a:rect l="l" t="t" r="r" b="b"/>
              <a:pathLst>
                <a:path w="4614" h="2365" extrusionOk="0">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62"/>
            <p:cNvSpPr/>
            <p:nvPr/>
          </p:nvSpPr>
          <p:spPr>
            <a:xfrm>
              <a:off x="6912175" y="1711063"/>
              <a:ext cx="30173" cy="66622"/>
            </a:xfrm>
            <a:custGeom>
              <a:avLst/>
              <a:gdLst/>
              <a:ahLst/>
              <a:cxnLst/>
              <a:rect l="l" t="t" r="r" b="b"/>
              <a:pathLst>
                <a:path w="1149" h="2537" extrusionOk="0">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62"/>
            <p:cNvSpPr/>
            <p:nvPr/>
          </p:nvSpPr>
          <p:spPr>
            <a:xfrm>
              <a:off x="6924228" y="1705260"/>
              <a:ext cx="72661" cy="72425"/>
            </a:xfrm>
            <a:custGeom>
              <a:avLst/>
              <a:gdLst/>
              <a:ahLst/>
              <a:cxnLst/>
              <a:rect l="l" t="t" r="r" b="b"/>
              <a:pathLst>
                <a:path w="2767" h="2758" extrusionOk="0">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62"/>
            <p:cNvSpPr/>
            <p:nvPr/>
          </p:nvSpPr>
          <p:spPr>
            <a:xfrm>
              <a:off x="6936307" y="1795988"/>
              <a:ext cx="36213" cy="14679"/>
            </a:xfrm>
            <a:custGeom>
              <a:avLst/>
              <a:gdLst/>
              <a:ahLst/>
              <a:cxnLst/>
              <a:rect l="l" t="t" r="r" b="b"/>
              <a:pathLst>
                <a:path w="1379" h="559" extrusionOk="0">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62"/>
            <p:cNvSpPr/>
            <p:nvPr/>
          </p:nvSpPr>
          <p:spPr>
            <a:xfrm>
              <a:off x="6918214" y="1735433"/>
              <a:ext cx="72635" cy="66622"/>
            </a:xfrm>
            <a:custGeom>
              <a:avLst/>
              <a:gdLst/>
              <a:ahLst/>
              <a:cxnLst/>
              <a:rect l="l" t="t" r="r" b="b"/>
              <a:pathLst>
                <a:path w="2766" h="2537" extrusionOk="0">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62"/>
            <p:cNvSpPr/>
            <p:nvPr/>
          </p:nvSpPr>
          <p:spPr>
            <a:xfrm>
              <a:off x="6917952" y="1735433"/>
              <a:ext cx="72661" cy="65125"/>
            </a:xfrm>
            <a:custGeom>
              <a:avLst/>
              <a:gdLst/>
              <a:ahLst/>
              <a:cxnLst/>
              <a:rect l="l" t="t" r="r" b="b"/>
              <a:pathLst>
                <a:path w="2767" h="2480" extrusionOk="0">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62"/>
            <p:cNvSpPr/>
            <p:nvPr/>
          </p:nvSpPr>
          <p:spPr>
            <a:xfrm>
              <a:off x="6893819" y="1825898"/>
              <a:ext cx="24422" cy="48528"/>
            </a:xfrm>
            <a:custGeom>
              <a:avLst/>
              <a:gdLst/>
              <a:ahLst/>
              <a:cxnLst/>
              <a:rect l="l" t="t" r="r" b="b"/>
              <a:pathLst>
                <a:path w="930" h="1848" extrusionOk="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62"/>
            <p:cNvSpPr/>
            <p:nvPr/>
          </p:nvSpPr>
          <p:spPr>
            <a:xfrm>
              <a:off x="6990587" y="1825898"/>
              <a:ext cx="24396" cy="48528"/>
            </a:xfrm>
            <a:custGeom>
              <a:avLst/>
              <a:gdLst/>
              <a:ahLst/>
              <a:cxnLst/>
              <a:rect l="l" t="t" r="r" b="b"/>
              <a:pathLst>
                <a:path w="929" h="1848" extrusionOk="0">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1" name="Google Shape;9621;p62"/>
          <p:cNvGrpSpPr/>
          <p:nvPr/>
        </p:nvGrpSpPr>
        <p:grpSpPr>
          <a:xfrm>
            <a:off x="7112390" y="1365600"/>
            <a:ext cx="333003" cy="344085"/>
            <a:chOff x="7117003" y="1518000"/>
            <a:chExt cx="333003" cy="344085"/>
          </a:xfrm>
        </p:grpSpPr>
        <p:sp>
          <p:nvSpPr>
            <p:cNvPr id="9622" name="Google Shape;9622;p62"/>
            <p:cNvSpPr/>
            <p:nvPr/>
          </p:nvSpPr>
          <p:spPr>
            <a:xfrm>
              <a:off x="7161645" y="1518000"/>
              <a:ext cx="241119" cy="57116"/>
            </a:xfrm>
            <a:custGeom>
              <a:avLst/>
              <a:gdLst/>
              <a:ahLst/>
              <a:cxnLst/>
              <a:rect l="l" t="t" r="r" b="b"/>
              <a:pathLst>
                <a:path w="9182" h="2175" extrusionOk="0">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62"/>
            <p:cNvSpPr/>
            <p:nvPr/>
          </p:nvSpPr>
          <p:spPr>
            <a:xfrm>
              <a:off x="7168525" y="1808068"/>
              <a:ext cx="232217" cy="54017"/>
            </a:xfrm>
            <a:custGeom>
              <a:avLst/>
              <a:gdLst/>
              <a:ahLst/>
              <a:cxnLst/>
              <a:rect l="l" t="t" r="r" b="b"/>
              <a:pathLst>
                <a:path w="8843" h="2057" extrusionOk="0">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62"/>
            <p:cNvSpPr/>
            <p:nvPr/>
          </p:nvSpPr>
          <p:spPr>
            <a:xfrm>
              <a:off x="7174801" y="1735931"/>
              <a:ext cx="25157" cy="20141"/>
            </a:xfrm>
            <a:custGeom>
              <a:avLst/>
              <a:gdLst/>
              <a:ahLst/>
              <a:cxnLst/>
              <a:rect l="l" t="t" r="r" b="b"/>
              <a:pathLst>
                <a:path w="958" h="767" extrusionOk="0">
                  <a:moveTo>
                    <a:pt x="479" y="0"/>
                  </a:moveTo>
                  <a:lnTo>
                    <a:pt x="0" y="355"/>
                  </a:lnTo>
                  <a:lnTo>
                    <a:pt x="173" y="766"/>
                  </a:lnTo>
                  <a:lnTo>
                    <a:pt x="804" y="766"/>
                  </a:lnTo>
                  <a:lnTo>
                    <a:pt x="957" y="355"/>
                  </a:lnTo>
                  <a:lnTo>
                    <a:pt x="47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62"/>
            <p:cNvSpPr/>
            <p:nvPr/>
          </p:nvSpPr>
          <p:spPr>
            <a:xfrm>
              <a:off x="7173803" y="1756047"/>
              <a:ext cx="27652" cy="35714"/>
            </a:xfrm>
            <a:custGeom>
              <a:avLst/>
              <a:gdLst/>
              <a:ahLst/>
              <a:cxnLst/>
              <a:rect l="l" t="t" r="r" b="b"/>
              <a:pathLst>
                <a:path w="1053" h="1360" extrusionOk="0">
                  <a:moveTo>
                    <a:pt x="211" y="0"/>
                  </a:moveTo>
                  <a:lnTo>
                    <a:pt x="220" y="29"/>
                  </a:lnTo>
                  <a:lnTo>
                    <a:pt x="0" y="1359"/>
                  </a:lnTo>
                  <a:lnTo>
                    <a:pt x="1053" y="1359"/>
                  </a:lnTo>
                  <a:lnTo>
                    <a:pt x="833" y="29"/>
                  </a:lnTo>
                  <a:lnTo>
                    <a:pt x="84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62"/>
            <p:cNvSpPr/>
            <p:nvPr/>
          </p:nvSpPr>
          <p:spPr>
            <a:xfrm>
              <a:off x="7159964" y="1726373"/>
              <a:ext cx="23161" cy="65387"/>
            </a:xfrm>
            <a:custGeom>
              <a:avLst/>
              <a:gdLst/>
              <a:ahLst/>
              <a:cxnLst/>
              <a:rect l="l" t="t" r="r" b="b"/>
              <a:pathLst>
                <a:path w="882" h="2490" extrusionOk="0">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62"/>
            <p:cNvSpPr/>
            <p:nvPr/>
          </p:nvSpPr>
          <p:spPr>
            <a:xfrm>
              <a:off x="7192132" y="1725874"/>
              <a:ext cx="23398" cy="65886"/>
            </a:xfrm>
            <a:custGeom>
              <a:avLst/>
              <a:gdLst/>
              <a:ahLst/>
              <a:cxnLst/>
              <a:rect l="l" t="t" r="r" b="b"/>
              <a:pathLst>
                <a:path w="891" h="2509" extrusionOk="0">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62"/>
            <p:cNvSpPr/>
            <p:nvPr/>
          </p:nvSpPr>
          <p:spPr>
            <a:xfrm>
              <a:off x="7155447" y="1714057"/>
              <a:ext cx="63864" cy="37368"/>
            </a:xfrm>
            <a:custGeom>
              <a:avLst/>
              <a:gdLst/>
              <a:ahLst/>
              <a:cxnLst/>
              <a:rect l="l" t="t" r="r" b="b"/>
              <a:pathLst>
                <a:path w="2432" h="1423" extrusionOk="0">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62"/>
            <p:cNvSpPr/>
            <p:nvPr/>
          </p:nvSpPr>
          <p:spPr>
            <a:xfrm>
              <a:off x="7142133" y="1596202"/>
              <a:ext cx="90755" cy="64101"/>
            </a:xfrm>
            <a:custGeom>
              <a:avLst/>
              <a:gdLst/>
              <a:ahLst/>
              <a:cxnLst/>
              <a:rect l="l" t="t" r="r" b="b"/>
              <a:pathLst>
                <a:path w="3456" h="2441" extrusionOk="0">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62"/>
            <p:cNvSpPr/>
            <p:nvPr/>
          </p:nvSpPr>
          <p:spPr>
            <a:xfrm>
              <a:off x="7142133" y="1596202"/>
              <a:ext cx="49264" cy="64101"/>
            </a:xfrm>
            <a:custGeom>
              <a:avLst/>
              <a:gdLst/>
              <a:ahLst/>
              <a:cxnLst/>
              <a:rect l="l" t="t" r="r" b="b"/>
              <a:pathLst>
                <a:path w="1876" h="2441" extrusionOk="0">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62"/>
            <p:cNvSpPr/>
            <p:nvPr/>
          </p:nvSpPr>
          <p:spPr>
            <a:xfrm>
              <a:off x="7220546" y="1653685"/>
              <a:ext cx="19879" cy="26733"/>
            </a:xfrm>
            <a:custGeom>
              <a:avLst/>
              <a:gdLst/>
              <a:ahLst/>
              <a:cxnLst/>
              <a:rect l="l" t="t" r="r" b="b"/>
              <a:pathLst>
                <a:path w="757" h="1018" extrusionOk="0">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62"/>
            <p:cNvSpPr/>
            <p:nvPr/>
          </p:nvSpPr>
          <p:spPr>
            <a:xfrm>
              <a:off x="7134833" y="1653738"/>
              <a:ext cx="19879" cy="26628"/>
            </a:xfrm>
            <a:custGeom>
              <a:avLst/>
              <a:gdLst/>
              <a:ahLst/>
              <a:cxnLst/>
              <a:rect l="l" t="t" r="r" b="b"/>
              <a:pathLst>
                <a:path w="757" h="1014" extrusionOk="0">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62"/>
            <p:cNvSpPr/>
            <p:nvPr/>
          </p:nvSpPr>
          <p:spPr>
            <a:xfrm>
              <a:off x="7171019" y="1700349"/>
              <a:ext cx="33219" cy="38130"/>
            </a:xfrm>
            <a:custGeom>
              <a:avLst/>
              <a:gdLst/>
              <a:ahLst/>
              <a:cxnLst/>
              <a:rect l="l" t="t" r="r" b="b"/>
              <a:pathLst>
                <a:path w="1265" h="1452" extrusionOk="0">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62"/>
            <p:cNvSpPr/>
            <p:nvPr/>
          </p:nvSpPr>
          <p:spPr>
            <a:xfrm>
              <a:off x="7171019" y="1700428"/>
              <a:ext cx="20378" cy="38051"/>
            </a:xfrm>
            <a:custGeom>
              <a:avLst/>
              <a:gdLst/>
              <a:ahLst/>
              <a:cxnLst/>
              <a:rect l="l" t="t" r="r" b="b"/>
              <a:pathLst>
                <a:path w="776" h="1449" extrusionOk="0">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62"/>
            <p:cNvSpPr/>
            <p:nvPr/>
          </p:nvSpPr>
          <p:spPr>
            <a:xfrm>
              <a:off x="7151928" y="1633728"/>
              <a:ext cx="71401" cy="76338"/>
            </a:xfrm>
            <a:custGeom>
              <a:avLst/>
              <a:gdLst/>
              <a:ahLst/>
              <a:cxnLst/>
              <a:rect l="l" t="t" r="r" b="b"/>
              <a:pathLst>
                <a:path w="2719" h="2907" extrusionOk="0">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62"/>
            <p:cNvSpPr/>
            <p:nvPr/>
          </p:nvSpPr>
          <p:spPr>
            <a:xfrm>
              <a:off x="7151928" y="1633728"/>
              <a:ext cx="51785" cy="76338"/>
            </a:xfrm>
            <a:custGeom>
              <a:avLst/>
              <a:gdLst/>
              <a:ahLst/>
              <a:cxnLst/>
              <a:rect l="l" t="t" r="r" b="b"/>
              <a:pathLst>
                <a:path w="1972" h="2907" extrusionOk="0">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62"/>
            <p:cNvSpPr/>
            <p:nvPr/>
          </p:nvSpPr>
          <p:spPr>
            <a:xfrm>
              <a:off x="7117003" y="1723353"/>
              <a:ext cx="61081" cy="68407"/>
            </a:xfrm>
            <a:custGeom>
              <a:avLst/>
              <a:gdLst/>
              <a:ahLst/>
              <a:cxnLst/>
              <a:rect l="l" t="t" r="r" b="b"/>
              <a:pathLst>
                <a:path w="2326" h="2605" extrusionOk="0">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62"/>
            <p:cNvSpPr/>
            <p:nvPr/>
          </p:nvSpPr>
          <p:spPr>
            <a:xfrm>
              <a:off x="7197174" y="1723616"/>
              <a:ext cx="60319" cy="68145"/>
            </a:xfrm>
            <a:custGeom>
              <a:avLst/>
              <a:gdLst/>
              <a:ahLst/>
              <a:cxnLst/>
              <a:rect l="l" t="t" r="r" b="b"/>
              <a:pathLst>
                <a:path w="2297" h="2595" extrusionOk="0">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62"/>
            <p:cNvSpPr/>
            <p:nvPr/>
          </p:nvSpPr>
          <p:spPr>
            <a:xfrm>
              <a:off x="7136094"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62"/>
            <p:cNvSpPr/>
            <p:nvPr/>
          </p:nvSpPr>
          <p:spPr>
            <a:xfrm>
              <a:off x="7227583" y="1759303"/>
              <a:ext cx="11082" cy="32457"/>
            </a:xfrm>
            <a:custGeom>
              <a:avLst/>
              <a:gdLst/>
              <a:ahLst/>
              <a:cxnLst/>
              <a:rect l="l" t="t" r="r" b="b"/>
              <a:pathLst>
                <a:path w="422" h="1236" extrusionOk="0">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62"/>
            <p:cNvSpPr/>
            <p:nvPr/>
          </p:nvSpPr>
          <p:spPr>
            <a:xfrm>
              <a:off x="7117003" y="1723353"/>
              <a:ext cx="42988" cy="68407"/>
            </a:xfrm>
            <a:custGeom>
              <a:avLst/>
              <a:gdLst/>
              <a:ahLst/>
              <a:cxnLst/>
              <a:rect l="l" t="t" r="r" b="b"/>
              <a:pathLst>
                <a:path w="1637" h="2605" extrusionOk="0">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62"/>
            <p:cNvSpPr/>
            <p:nvPr/>
          </p:nvSpPr>
          <p:spPr>
            <a:xfrm>
              <a:off x="7367313" y="1735931"/>
              <a:ext cx="25393" cy="20141"/>
            </a:xfrm>
            <a:custGeom>
              <a:avLst/>
              <a:gdLst/>
              <a:ahLst/>
              <a:cxnLst/>
              <a:rect l="l" t="t" r="r" b="b"/>
              <a:pathLst>
                <a:path w="967" h="767" extrusionOk="0">
                  <a:moveTo>
                    <a:pt x="488" y="0"/>
                  </a:moveTo>
                  <a:lnTo>
                    <a:pt x="0" y="355"/>
                  </a:lnTo>
                  <a:lnTo>
                    <a:pt x="172" y="766"/>
                  </a:lnTo>
                  <a:lnTo>
                    <a:pt x="814" y="766"/>
                  </a:lnTo>
                  <a:lnTo>
                    <a:pt x="967" y="355"/>
                  </a:lnTo>
                  <a:lnTo>
                    <a:pt x="48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62"/>
            <p:cNvSpPr/>
            <p:nvPr/>
          </p:nvSpPr>
          <p:spPr>
            <a:xfrm>
              <a:off x="7366551" y="1756047"/>
              <a:ext cx="27415" cy="35714"/>
            </a:xfrm>
            <a:custGeom>
              <a:avLst/>
              <a:gdLst/>
              <a:ahLst/>
              <a:cxnLst/>
              <a:rect l="l" t="t" r="r" b="b"/>
              <a:pathLst>
                <a:path w="1044" h="1360" extrusionOk="0">
                  <a:moveTo>
                    <a:pt x="201" y="0"/>
                  </a:moveTo>
                  <a:lnTo>
                    <a:pt x="221" y="29"/>
                  </a:lnTo>
                  <a:lnTo>
                    <a:pt x="0" y="1359"/>
                  </a:lnTo>
                  <a:lnTo>
                    <a:pt x="1044" y="1359"/>
                  </a:lnTo>
                  <a:lnTo>
                    <a:pt x="833" y="29"/>
                  </a:lnTo>
                  <a:lnTo>
                    <a:pt x="8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62"/>
            <p:cNvSpPr/>
            <p:nvPr/>
          </p:nvSpPr>
          <p:spPr>
            <a:xfrm>
              <a:off x="7352476" y="1726373"/>
              <a:ext cx="23398" cy="65387"/>
            </a:xfrm>
            <a:custGeom>
              <a:avLst/>
              <a:gdLst/>
              <a:ahLst/>
              <a:cxnLst/>
              <a:rect l="l" t="t" r="r" b="b"/>
              <a:pathLst>
                <a:path w="891" h="2490" extrusionOk="0">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62"/>
            <p:cNvSpPr/>
            <p:nvPr/>
          </p:nvSpPr>
          <p:spPr>
            <a:xfrm>
              <a:off x="7384907" y="1725874"/>
              <a:ext cx="23398" cy="65886"/>
            </a:xfrm>
            <a:custGeom>
              <a:avLst/>
              <a:gdLst/>
              <a:ahLst/>
              <a:cxnLst/>
              <a:rect l="l" t="t" r="r" b="b"/>
              <a:pathLst>
                <a:path w="891" h="2509" extrusionOk="0">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62"/>
            <p:cNvSpPr/>
            <p:nvPr/>
          </p:nvSpPr>
          <p:spPr>
            <a:xfrm>
              <a:off x="7348196" y="1714057"/>
              <a:ext cx="63628" cy="37368"/>
            </a:xfrm>
            <a:custGeom>
              <a:avLst/>
              <a:gdLst/>
              <a:ahLst/>
              <a:cxnLst/>
              <a:rect l="l" t="t" r="r" b="b"/>
              <a:pathLst>
                <a:path w="2423" h="1423" extrusionOk="0">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62"/>
            <p:cNvSpPr/>
            <p:nvPr/>
          </p:nvSpPr>
          <p:spPr>
            <a:xfrm>
              <a:off x="7334882" y="1596202"/>
              <a:ext cx="90755" cy="64101"/>
            </a:xfrm>
            <a:custGeom>
              <a:avLst/>
              <a:gdLst/>
              <a:ahLst/>
              <a:cxnLst/>
              <a:rect l="l" t="t" r="r" b="b"/>
              <a:pathLst>
                <a:path w="3456" h="2441" extrusionOk="0">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62"/>
            <p:cNvSpPr/>
            <p:nvPr/>
          </p:nvSpPr>
          <p:spPr>
            <a:xfrm>
              <a:off x="7334645" y="1596202"/>
              <a:ext cx="49264" cy="64101"/>
            </a:xfrm>
            <a:custGeom>
              <a:avLst/>
              <a:gdLst/>
              <a:ahLst/>
              <a:cxnLst/>
              <a:rect l="l" t="t" r="r" b="b"/>
              <a:pathLst>
                <a:path w="1876" h="2441" extrusionOk="0">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62"/>
            <p:cNvSpPr/>
            <p:nvPr/>
          </p:nvSpPr>
          <p:spPr>
            <a:xfrm>
              <a:off x="7413294" y="1653685"/>
              <a:ext cx="19879" cy="26733"/>
            </a:xfrm>
            <a:custGeom>
              <a:avLst/>
              <a:gdLst/>
              <a:ahLst/>
              <a:cxnLst/>
              <a:rect l="l" t="t" r="r" b="b"/>
              <a:pathLst>
                <a:path w="757" h="1018" extrusionOk="0">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62"/>
            <p:cNvSpPr/>
            <p:nvPr/>
          </p:nvSpPr>
          <p:spPr>
            <a:xfrm>
              <a:off x="7327345" y="1653738"/>
              <a:ext cx="20141" cy="26628"/>
            </a:xfrm>
            <a:custGeom>
              <a:avLst/>
              <a:gdLst/>
              <a:ahLst/>
              <a:cxnLst/>
              <a:rect l="l" t="t" r="r" b="b"/>
              <a:pathLst>
                <a:path w="767" h="1014" extrusionOk="0">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62"/>
            <p:cNvSpPr/>
            <p:nvPr/>
          </p:nvSpPr>
          <p:spPr>
            <a:xfrm>
              <a:off x="7363794" y="1700349"/>
              <a:ext cx="33193" cy="38130"/>
            </a:xfrm>
            <a:custGeom>
              <a:avLst/>
              <a:gdLst/>
              <a:ahLst/>
              <a:cxnLst/>
              <a:rect l="l" t="t" r="r" b="b"/>
              <a:pathLst>
                <a:path w="1264" h="1452" extrusionOk="0">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62"/>
            <p:cNvSpPr/>
            <p:nvPr/>
          </p:nvSpPr>
          <p:spPr>
            <a:xfrm>
              <a:off x="7363531" y="1700428"/>
              <a:ext cx="20640" cy="38051"/>
            </a:xfrm>
            <a:custGeom>
              <a:avLst/>
              <a:gdLst/>
              <a:ahLst/>
              <a:cxnLst/>
              <a:rect l="l" t="t" r="r" b="b"/>
              <a:pathLst>
                <a:path w="786" h="1449" extrusionOk="0">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62"/>
            <p:cNvSpPr/>
            <p:nvPr/>
          </p:nvSpPr>
          <p:spPr>
            <a:xfrm>
              <a:off x="7344677" y="1633728"/>
              <a:ext cx="71401" cy="76338"/>
            </a:xfrm>
            <a:custGeom>
              <a:avLst/>
              <a:gdLst/>
              <a:ahLst/>
              <a:cxnLst/>
              <a:rect l="l" t="t" r="r" b="b"/>
              <a:pathLst>
                <a:path w="2719"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62"/>
            <p:cNvSpPr/>
            <p:nvPr/>
          </p:nvSpPr>
          <p:spPr>
            <a:xfrm>
              <a:off x="7344677" y="1633728"/>
              <a:ext cx="51811" cy="76338"/>
            </a:xfrm>
            <a:custGeom>
              <a:avLst/>
              <a:gdLst/>
              <a:ahLst/>
              <a:cxnLst/>
              <a:rect l="l" t="t" r="r" b="b"/>
              <a:pathLst>
                <a:path w="1973"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62"/>
            <p:cNvSpPr/>
            <p:nvPr/>
          </p:nvSpPr>
          <p:spPr>
            <a:xfrm>
              <a:off x="7309751" y="1723353"/>
              <a:ext cx="61107" cy="68407"/>
            </a:xfrm>
            <a:custGeom>
              <a:avLst/>
              <a:gdLst/>
              <a:ahLst/>
              <a:cxnLst/>
              <a:rect l="l" t="t" r="r" b="b"/>
              <a:pathLst>
                <a:path w="2327" h="2605" extrusionOk="0">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62"/>
            <p:cNvSpPr/>
            <p:nvPr/>
          </p:nvSpPr>
          <p:spPr>
            <a:xfrm>
              <a:off x="7389660" y="1723616"/>
              <a:ext cx="60345" cy="68145"/>
            </a:xfrm>
            <a:custGeom>
              <a:avLst/>
              <a:gdLst/>
              <a:ahLst/>
              <a:cxnLst/>
              <a:rect l="l" t="t" r="r" b="b"/>
              <a:pathLst>
                <a:path w="2298" h="2595" extrusionOk="0">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62"/>
            <p:cNvSpPr/>
            <p:nvPr/>
          </p:nvSpPr>
          <p:spPr>
            <a:xfrm>
              <a:off x="7328842" y="1759303"/>
              <a:ext cx="10845" cy="32457"/>
            </a:xfrm>
            <a:custGeom>
              <a:avLst/>
              <a:gdLst/>
              <a:ahLst/>
              <a:cxnLst/>
              <a:rect l="l" t="t" r="r" b="b"/>
              <a:pathLst>
                <a:path w="413" h="1236" extrusionOk="0">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62"/>
            <p:cNvSpPr/>
            <p:nvPr/>
          </p:nvSpPr>
          <p:spPr>
            <a:xfrm>
              <a:off x="7420332"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62"/>
            <p:cNvSpPr/>
            <p:nvPr/>
          </p:nvSpPr>
          <p:spPr>
            <a:xfrm>
              <a:off x="7309751" y="1723353"/>
              <a:ext cx="42751" cy="68407"/>
            </a:xfrm>
            <a:custGeom>
              <a:avLst/>
              <a:gdLst/>
              <a:ahLst/>
              <a:cxnLst/>
              <a:rect l="l" t="t" r="r" b="b"/>
              <a:pathLst>
                <a:path w="1628" h="2605" extrusionOk="0">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0" name="Google Shape;9660;p62"/>
          <p:cNvGrpSpPr/>
          <p:nvPr/>
        </p:nvGrpSpPr>
        <p:grpSpPr>
          <a:xfrm>
            <a:off x="7551431" y="1347559"/>
            <a:ext cx="337283" cy="380192"/>
            <a:chOff x="7556043" y="1499959"/>
            <a:chExt cx="337283" cy="380192"/>
          </a:xfrm>
        </p:grpSpPr>
        <p:sp>
          <p:nvSpPr>
            <p:cNvPr id="9661" name="Google Shape;9661;p62"/>
            <p:cNvSpPr/>
            <p:nvPr/>
          </p:nvSpPr>
          <p:spPr>
            <a:xfrm>
              <a:off x="7556043" y="1499959"/>
              <a:ext cx="337283" cy="380140"/>
            </a:xfrm>
            <a:custGeom>
              <a:avLst/>
              <a:gdLst/>
              <a:ahLst/>
              <a:cxnLst/>
              <a:rect l="l" t="t" r="r" b="b"/>
              <a:pathLst>
                <a:path w="12844" h="14476" extrusionOk="0">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62"/>
            <p:cNvSpPr/>
            <p:nvPr/>
          </p:nvSpPr>
          <p:spPr>
            <a:xfrm>
              <a:off x="7714628" y="1552479"/>
              <a:ext cx="178699" cy="327672"/>
            </a:xfrm>
            <a:custGeom>
              <a:avLst/>
              <a:gdLst/>
              <a:ahLst/>
              <a:cxnLst/>
              <a:rect l="l" t="t" r="r" b="b"/>
              <a:pathLst>
                <a:path w="6805" h="12478" extrusionOk="0">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62"/>
            <p:cNvSpPr/>
            <p:nvPr/>
          </p:nvSpPr>
          <p:spPr>
            <a:xfrm>
              <a:off x="7588974" y="1536382"/>
              <a:ext cx="271450" cy="305824"/>
            </a:xfrm>
            <a:custGeom>
              <a:avLst/>
              <a:gdLst/>
              <a:ahLst/>
              <a:cxnLst/>
              <a:rect l="l" t="t" r="r" b="b"/>
              <a:pathLst>
                <a:path w="10337" h="11646" extrusionOk="0">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62"/>
            <p:cNvSpPr/>
            <p:nvPr/>
          </p:nvSpPr>
          <p:spPr>
            <a:xfrm>
              <a:off x="7719906" y="1577846"/>
              <a:ext cx="140517" cy="264281"/>
            </a:xfrm>
            <a:custGeom>
              <a:avLst/>
              <a:gdLst/>
              <a:ahLst/>
              <a:cxnLst/>
              <a:rect l="l" t="t" r="r" b="b"/>
              <a:pathLst>
                <a:path w="5351" h="10064" extrusionOk="0">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62"/>
            <p:cNvSpPr/>
            <p:nvPr/>
          </p:nvSpPr>
          <p:spPr>
            <a:xfrm>
              <a:off x="7657565" y="1674352"/>
              <a:ext cx="134477" cy="90518"/>
            </a:xfrm>
            <a:custGeom>
              <a:avLst/>
              <a:gdLst/>
              <a:ahLst/>
              <a:cxnLst/>
              <a:rect l="l" t="t" r="r" b="b"/>
              <a:pathLst>
                <a:path w="5121" h="3447" extrusionOk="0">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62"/>
            <p:cNvSpPr/>
            <p:nvPr/>
          </p:nvSpPr>
          <p:spPr>
            <a:xfrm>
              <a:off x="7714365" y="1674352"/>
              <a:ext cx="77677" cy="90518"/>
            </a:xfrm>
            <a:custGeom>
              <a:avLst/>
              <a:gdLst/>
              <a:ahLst/>
              <a:cxnLst/>
              <a:rect l="l" t="t" r="r" b="b"/>
              <a:pathLst>
                <a:path w="2958" h="3447" extrusionOk="0">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62"/>
            <p:cNvSpPr/>
            <p:nvPr/>
          </p:nvSpPr>
          <p:spPr>
            <a:xfrm>
              <a:off x="7709586" y="1680076"/>
              <a:ext cx="30199" cy="17437"/>
            </a:xfrm>
            <a:custGeom>
              <a:avLst/>
              <a:gdLst/>
              <a:ahLst/>
              <a:cxnLst/>
              <a:rect l="l" t="t" r="r" b="b"/>
              <a:pathLst>
                <a:path w="1150" h="664" extrusionOk="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62"/>
            <p:cNvSpPr/>
            <p:nvPr/>
          </p:nvSpPr>
          <p:spPr>
            <a:xfrm>
              <a:off x="7702811" y="1690686"/>
              <a:ext cx="43749" cy="62866"/>
            </a:xfrm>
            <a:custGeom>
              <a:avLst/>
              <a:gdLst/>
              <a:ahLst/>
              <a:cxnLst/>
              <a:rect l="l" t="t" r="r" b="b"/>
              <a:pathLst>
                <a:path w="1666" h="2394" extrusionOk="0">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62"/>
            <p:cNvSpPr/>
            <p:nvPr/>
          </p:nvSpPr>
          <p:spPr>
            <a:xfrm>
              <a:off x="7714365" y="1690922"/>
              <a:ext cx="31958" cy="62630"/>
            </a:xfrm>
            <a:custGeom>
              <a:avLst/>
              <a:gdLst/>
              <a:ahLst/>
              <a:cxnLst/>
              <a:rect l="l" t="t" r="r" b="b"/>
              <a:pathLst>
                <a:path w="1217" h="2385" extrusionOk="0">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62"/>
            <p:cNvSpPr/>
            <p:nvPr/>
          </p:nvSpPr>
          <p:spPr>
            <a:xfrm>
              <a:off x="7701813" y="1674352"/>
              <a:ext cx="45745" cy="23161"/>
            </a:xfrm>
            <a:custGeom>
              <a:avLst/>
              <a:gdLst/>
              <a:ahLst/>
              <a:cxnLst/>
              <a:rect l="l" t="t" r="r" b="b"/>
              <a:pathLst>
                <a:path w="1742" h="882" extrusionOk="0">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62"/>
            <p:cNvSpPr/>
            <p:nvPr/>
          </p:nvSpPr>
          <p:spPr>
            <a:xfrm>
              <a:off x="7720667" y="1674851"/>
              <a:ext cx="26890" cy="22662"/>
            </a:xfrm>
            <a:custGeom>
              <a:avLst/>
              <a:gdLst/>
              <a:ahLst/>
              <a:cxnLst/>
              <a:rect l="l" t="t" r="r" b="b"/>
              <a:pathLst>
                <a:path w="1024" h="863" extrusionOk="0">
                  <a:moveTo>
                    <a:pt x="431" y="1"/>
                  </a:moveTo>
                  <a:lnTo>
                    <a:pt x="0" y="862"/>
                  </a:lnTo>
                  <a:lnTo>
                    <a:pt x="660" y="862"/>
                  </a:lnTo>
                  <a:lnTo>
                    <a:pt x="1024" y="144"/>
                  </a:lnTo>
                  <a:cubicBezTo>
                    <a:pt x="833" y="68"/>
                    <a:pt x="632" y="30"/>
                    <a:pt x="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62"/>
            <p:cNvSpPr/>
            <p:nvPr/>
          </p:nvSpPr>
          <p:spPr>
            <a:xfrm>
              <a:off x="7689733" y="1590162"/>
              <a:ext cx="69904" cy="95534"/>
            </a:xfrm>
            <a:custGeom>
              <a:avLst/>
              <a:gdLst/>
              <a:ahLst/>
              <a:cxnLst/>
              <a:rect l="l" t="t" r="r" b="b"/>
              <a:pathLst>
                <a:path w="2662" h="3638" extrusionOk="0">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62"/>
            <p:cNvSpPr/>
            <p:nvPr/>
          </p:nvSpPr>
          <p:spPr>
            <a:xfrm>
              <a:off x="7714365" y="1590162"/>
              <a:ext cx="45272" cy="95534"/>
            </a:xfrm>
            <a:custGeom>
              <a:avLst/>
              <a:gdLst/>
              <a:ahLst/>
              <a:cxnLst/>
              <a:rect l="l" t="t" r="r" b="b"/>
              <a:pathLst>
                <a:path w="1724" h="3638" extrusionOk="0">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62"/>
            <p:cNvSpPr/>
            <p:nvPr/>
          </p:nvSpPr>
          <p:spPr>
            <a:xfrm>
              <a:off x="7689733" y="1591423"/>
              <a:ext cx="69904" cy="46533"/>
            </a:xfrm>
            <a:custGeom>
              <a:avLst/>
              <a:gdLst/>
              <a:ahLst/>
              <a:cxnLst/>
              <a:rect l="l" t="t" r="r" b="b"/>
              <a:pathLst>
                <a:path w="2662" h="1772" extrusionOk="0">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5" name="Google Shape;9675;p62"/>
          <p:cNvGrpSpPr/>
          <p:nvPr/>
        </p:nvGrpSpPr>
        <p:grpSpPr>
          <a:xfrm>
            <a:off x="4859833" y="3187807"/>
            <a:ext cx="395607" cy="387414"/>
            <a:chOff x="4864446" y="3340207"/>
            <a:chExt cx="395607" cy="387414"/>
          </a:xfrm>
        </p:grpSpPr>
        <p:sp>
          <p:nvSpPr>
            <p:cNvPr id="9676" name="Google Shape;9676;p62"/>
            <p:cNvSpPr/>
            <p:nvPr/>
          </p:nvSpPr>
          <p:spPr>
            <a:xfrm>
              <a:off x="4939077" y="3412948"/>
              <a:ext cx="246581" cy="246581"/>
            </a:xfrm>
            <a:custGeom>
              <a:avLst/>
              <a:gdLst/>
              <a:ahLst/>
              <a:cxnLst/>
              <a:rect l="l" t="t" r="r" b="b"/>
              <a:pathLst>
                <a:path w="9390" h="9390" extrusionOk="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62"/>
            <p:cNvSpPr/>
            <p:nvPr/>
          </p:nvSpPr>
          <p:spPr>
            <a:xfrm>
              <a:off x="4988341" y="3499159"/>
              <a:ext cx="148054" cy="148054"/>
            </a:xfrm>
            <a:custGeom>
              <a:avLst/>
              <a:gdLst/>
              <a:ahLst/>
              <a:cxnLst/>
              <a:rect l="l" t="t" r="r" b="b"/>
              <a:pathLst>
                <a:path w="5638" h="5638" extrusionOk="0">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62"/>
            <p:cNvSpPr/>
            <p:nvPr/>
          </p:nvSpPr>
          <p:spPr>
            <a:xfrm>
              <a:off x="4864446" y="3530067"/>
              <a:ext cx="56564" cy="12342"/>
            </a:xfrm>
            <a:custGeom>
              <a:avLst/>
              <a:gdLst/>
              <a:ahLst/>
              <a:cxnLst/>
              <a:rect l="l" t="t" r="r" b="b"/>
              <a:pathLst>
                <a:path w="2154"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62"/>
            <p:cNvSpPr/>
            <p:nvPr/>
          </p:nvSpPr>
          <p:spPr>
            <a:xfrm>
              <a:off x="5203463" y="3530067"/>
              <a:ext cx="56590" cy="12342"/>
            </a:xfrm>
            <a:custGeom>
              <a:avLst/>
              <a:gdLst/>
              <a:ahLst/>
              <a:cxnLst/>
              <a:rect l="l" t="t" r="r" b="b"/>
              <a:pathLst>
                <a:path w="2155"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62"/>
            <p:cNvSpPr/>
            <p:nvPr/>
          </p:nvSpPr>
          <p:spPr>
            <a:xfrm>
              <a:off x="5056197" y="3340207"/>
              <a:ext cx="12342" cy="54437"/>
            </a:xfrm>
            <a:custGeom>
              <a:avLst/>
              <a:gdLst/>
              <a:ahLst/>
              <a:cxnLst/>
              <a:rect l="l" t="t" r="r" b="b"/>
              <a:pathLst>
                <a:path w="470" h="2073" extrusionOk="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62"/>
            <p:cNvSpPr/>
            <p:nvPr/>
          </p:nvSpPr>
          <p:spPr>
            <a:xfrm>
              <a:off x="4968488" y="3658557"/>
              <a:ext cx="28597" cy="33376"/>
            </a:xfrm>
            <a:custGeom>
              <a:avLst/>
              <a:gdLst/>
              <a:ahLst/>
              <a:cxnLst/>
              <a:rect l="l" t="t" r="r" b="b"/>
              <a:pathLst>
                <a:path w="1089" h="1271" extrusionOk="0">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62"/>
            <p:cNvSpPr/>
            <p:nvPr/>
          </p:nvSpPr>
          <p:spPr>
            <a:xfrm>
              <a:off x="5128832" y="3381068"/>
              <a:ext cx="28387" cy="33166"/>
            </a:xfrm>
            <a:custGeom>
              <a:avLst/>
              <a:gdLst/>
              <a:ahLst/>
              <a:cxnLst/>
              <a:rect l="l" t="t" r="r" b="b"/>
              <a:pathLst>
                <a:path w="1081" h="1263" extrusionOk="0">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62"/>
            <p:cNvSpPr/>
            <p:nvPr/>
          </p:nvSpPr>
          <p:spPr>
            <a:xfrm>
              <a:off x="4903915" y="3443646"/>
              <a:ext cx="38471" cy="24868"/>
            </a:xfrm>
            <a:custGeom>
              <a:avLst/>
              <a:gdLst/>
              <a:ahLst/>
              <a:cxnLst/>
              <a:rect l="l" t="t" r="r" b="b"/>
              <a:pathLst>
                <a:path w="1465" h="947" extrusionOk="0">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62"/>
            <p:cNvSpPr/>
            <p:nvPr/>
          </p:nvSpPr>
          <p:spPr>
            <a:xfrm>
              <a:off x="5181641" y="3603910"/>
              <a:ext cx="38445" cy="24947"/>
            </a:xfrm>
            <a:custGeom>
              <a:avLst/>
              <a:gdLst/>
              <a:ahLst/>
              <a:cxnLst/>
              <a:rect l="l" t="t" r="r" b="b"/>
              <a:pathLst>
                <a:path w="1464" h="950" extrusionOk="0">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62"/>
            <p:cNvSpPr/>
            <p:nvPr/>
          </p:nvSpPr>
          <p:spPr>
            <a:xfrm>
              <a:off x="5127676" y="3658321"/>
              <a:ext cx="28571" cy="33613"/>
            </a:xfrm>
            <a:custGeom>
              <a:avLst/>
              <a:gdLst/>
              <a:ahLst/>
              <a:cxnLst/>
              <a:rect l="l" t="t" r="r" b="b"/>
              <a:pathLst>
                <a:path w="1088" h="1280" extrusionOk="0">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62"/>
            <p:cNvSpPr/>
            <p:nvPr/>
          </p:nvSpPr>
          <p:spPr>
            <a:xfrm>
              <a:off x="4967333" y="3380858"/>
              <a:ext cx="28571" cy="33376"/>
            </a:xfrm>
            <a:custGeom>
              <a:avLst/>
              <a:gdLst/>
              <a:ahLst/>
              <a:cxnLst/>
              <a:rect l="l" t="t" r="r" b="b"/>
              <a:pathLst>
                <a:path w="1088" h="1271" extrusionOk="0">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62"/>
            <p:cNvSpPr/>
            <p:nvPr/>
          </p:nvSpPr>
          <p:spPr>
            <a:xfrm>
              <a:off x="5182350" y="3443646"/>
              <a:ext cx="38471" cy="24868"/>
            </a:xfrm>
            <a:custGeom>
              <a:avLst/>
              <a:gdLst/>
              <a:ahLst/>
              <a:cxnLst/>
              <a:rect l="l" t="t" r="r" b="b"/>
              <a:pathLst>
                <a:path w="1465" h="947" extrusionOk="0">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62"/>
            <p:cNvSpPr/>
            <p:nvPr/>
          </p:nvSpPr>
          <p:spPr>
            <a:xfrm>
              <a:off x="4904650" y="3603910"/>
              <a:ext cx="38445" cy="24947"/>
            </a:xfrm>
            <a:custGeom>
              <a:avLst/>
              <a:gdLst/>
              <a:ahLst/>
              <a:cxnLst/>
              <a:rect l="l" t="t" r="r" b="b"/>
              <a:pathLst>
                <a:path w="1464" h="950" extrusionOk="0">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62"/>
            <p:cNvSpPr/>
            <p:nvPr/>
          </p:nvSpPr>
          <p:spPr>
            <a:xfrm>
              <a:off x="5075839" y="3433037"/>
              <a:ext cx="87209" cy="73948"/>
            </a:xfrm>
            <a:custGeom>
              <a:avLst/>
              <a:gdLst/>
              <a:ahLst/>
              <a:cxnLst/>
              <a:rect l="l" t="t" r="r" b="b"/>
              <a:pathLst>
                <a:path w="3321" h="2816" extrusionOk="0">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62"/>
            <p:cNvSpPr/>
            <p:nvPr/>
          </p:nvSpPr>
          <p:spPr>
            <a:xfrm>
              <a:off x="5025288" y="3585607"/>
              <a:ext cx="74158" cy="111106"/>
            </a:xfrm>
            <a:custGeom>
              <a:avLst/>
              <a:gdLst/>
              <a:ahLst/>
              <a:cxnLst/>
              <a:rect l="l" t="t" r="r" b="b"/>
              <a:pathLst>
                <a:path w="2824" h="4231" extrusionOk="0">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62"/>
            <p:cNvSpPr/>
            <p:nvPr/>
          </p:nvSpPr>
          <p:spPr>
            <a:xfrm>
              <a:off x="5025288" y="3606458"/>
              <a:ext cx="74158" cy="90256"/>
            </a:xfrm>
            <a:custGeom>
              <a:avLst/>
              <a:gdLst/>
              <a:ahLst/>
              <a:cxnLst/>
              <a:rect l="l" t="t" r="r" b="b"/>
              <a:pathLst>
                <a:path w="2824" h="3437" extrusionOk="0">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62"/>
            <p:cNvSpPr/>
            <p:nvPr/>
          </p:nvSpPr>
          <p:spPr>
            <a:xfrm>
              <a:off x="5048660" y="3585607"/>
              <a:ext cx="27678" cy="18382"/>
            </a:xfrm>
            <a:custGeom>
              <a:avLst/>
              <a:gdLst/>
              <a:ahLst/>
              <a:cxnLst/>
              <a:rect l="l" t="t" r="r" b="b"/>
              <a:pathLst>
                <a:path w="1054" h="700" extrusionOk="0">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62"/>
            <p:cNvSpPr/>
            <p:nvPr/>
          </p:nvSpPr>
          <p:spPr>
            <a:xfrm>
              <a:off x="5037604" y="3536343"/>
              <a:ext cx="49526" cy="55330"/>
            </a:xfrm>
            <a:custGeom>
              <a:avLst/>
              <a:gdLst/>
              <a:ahLst/>
              <a:cxnLst/>
              <a:rect l="l" t="t" r="r" b="b"/>
              <a:pathLst>
                <a:path w="1886" h="2107" extrusionOk="0">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62"/>
            <p:cNvSpPr/>
            <p:nvPr/>
          </p:nvSpPr>
          <p:spPr>
            <a:xfrm>
              <a:off x="5037604" y="3536343"/>
              <a:ext cx="33954" cy="55382"/>
            </a:xfrm>
            <a:custGeom>
              <a:avLst/>
              <a:gdLst/>
              <a:ahLst/>
              <a:cxnLst/>
              <a:rect l="l" t="t" r="r" b="b"/>
              <a:pathLst>
                <a:path w="1293" h="2109" extrusionOk="0">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62"/>
            <p:cNvSpPr/>
            <p:nvPr/>
          </p:nvSpPr>
          <p:spPr>
            <a:xfrm>
              <a:off x="5037604" y="3696451"/>
              <a:ext cx="49526" cy="31171"/>
            </a:xfrm>
            <a:custGeom>
              <a:avLst/>
              <a:gdLst/>
              <a:ahLst/>
              <a:cxnLst/>
              <a:rect l="l" t="t" r="r" b="b"/>
              <a:pathLst>
                <a:path w="1886" h="1187" extrusionOk="0">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62"/>
            <p:cNvSpPr/>
            <p:nvPr/>
          </p:nvSpPr>
          <p:spPr>
            <a:xfrm>
              <a:off x="5025288" y="3615255"/>
              <a:ext cx="12342" cy="81222"/>
            </a:xfrm>
            <a:custGeom>
              <a:avLst/>
              <a:gdLst/>
              <a:ahLst/>
              <a:cxnLst/>
              <a:rect l="l" t="t" r="r" b="b"/>
              <a:pathLst>
                <a:path w="470" h="3093" extrusionOk="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62"/>
            <p:cNvSpPr/>
            <p:nvPr/>
          </p:nvSpPr>
          <p:spPr>
            <a:xfrm>
              <a:off x="5086868" y="3615255"/>
              <a:ext cx="12579" cy="81222"/>
            </a:xfrm>
            <a:custGeom>
              <a:avLst/>
              <a:gdLst/>
              <a:ahLst/>
              <a:cxnLst/>
              <a:rect l="l" t="t" r="r" b="b"/>
              <a:pathLst>
                <a:path w="479" h="3093" extrusionOk="0">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62"/>
            <p:cNvSpPr/>
            <p:nvPr/>
          </p:nvSpPr>
          <p:spPr>
            <a:xfrm>
              <a:off x="5059216" y="3708740"/>
              <a:ext cx="6302" cy="18645"/>
            </a:xfrm>
            <a:custGeom>
              <a:avLst/>
              <a:gdLst/>
              <a:ahLst/>
              <a:cxnLst/>
              <a:rect l="l" t="t" r="r" b="b"/>
              <a:pathLst>
                <a:path w="240" h="710" extrusionOk="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62"/>
            <p:cNvSpPr/>
            <p:nvPr/>
          </p:nvSpPr>
          <p:spPr>
            <a:xfrm>
              <a:off x="5037604" y="3536343"/>
              <a:ext cx="49526" cy="24658"/>
            </a:xfrm>
            <a:custGeom>
              <a:avLst/>
              <a:gdLst/>
              <a:ahLst/>
              <a:cxnLst/>
              <a:rect l="l" t="t" r="r" b="b"/>
              <a:pathLst>
                <a:path w="1886" h="939" extrusionOk="0">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62"/>
            <p:cNvSpPr/>
            <p:nvPr/>
          </p:nvSpPr>
          <p:spPr>
            <a:xfrm>
              <a:off x="5037604" y="3536343"/>
              <a:ext cx="33954" cy="22400"/>
            </a:xfrm>
            <a:custGeom>
              <a:avLst/>
              <a:gdLst/>
              <a:ahLst/>
              <a:cxnLst/>
              <a:rect l="l" t="t" r="r" b="b"/>
              <a:pathLst>
                <a:path w="1293" h="853" extrusionOk="0">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1" name="Google Shape;9701;p62"/>
          <p:cNvGrpSpPr/>
          <p:nvPr/>
        </p:nvGrpSpPr>
        <p:grpSpPr>
          <a:xfrm>
            <a:off x="5298375" y="3237439"/>
            <a:ext cx="394609" cy="286523"/>
            <a:chOff x="5302988" y="3389839"/>
            <a:chExt cx="394609" cy="286523"/>
          </a:xfrm>
        </p:grpSpPr>
        <p:sp>
          <p:nvSpPr>
            <p:cNvPr id="9702" name="Google Shape;9702;p62"/>
            <p:cNvSpPr/>
            <p:nvPr/>
          </p:nvSpPr>
          <p:spPr>
            <a:xfrm>
              <a:off x="5589485" y="3491859"/>
              <a:ext cx="31696" cy="69904"/>
            </a:xfrm>
            <a:custGeom>
              <a:avLst/>
              <a:gdLst/>
              <a:ahLst/>
              <a:cxnLst/>
              <a:rect l="l" t="t" r="r" b="b"/>
              <a:pathLst>
                <a:path w="1207" h="2662" extrusionOk="0">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62"/>
            <p:cNvSpPr/>
            <p:nvPr/>
          </p:nvSpPr>
          <p:spPr>
            <a:xfrm>
              <a:off x="5602063" y="3485583"/>
              <a:ext cx="76417" cy="76180"/>
            </a:xfrm>
            <a:custGeom>
              <a:avLst/>
              <a:gdLst/>
              <a:ahLst/>
              <a:cxnLst/>
              <a:rect l="l" t="t" r="r" b="b"/>
              <a:pathLst>
                <a:path w="2910" h="2901" extrusionOk="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62"/>
            <p:cNvSpPr/>
            <p:nvPr/>
          </p:nvSpPr>
          <p:spPr>
            <a:xfrm>
              <a:off x="5614878" y="3580828"/>
              <a:ext cx="38235" cy="28177"/>
            </a:xfrm>
            <a:custGeom>
              <a:avLst/>
              <a:gdLst/>
              <a:ahLst/>
              <a:cxnLst/>
              <a:rect l="l" t="t" r="r" b="b"/>
              <a:pathLst>
                <a:path w="1456" h="1073" extrusionOk="0">
                  <a:moveTo>
                    <a:pt x="0" y="1"/>
                  </a:moveTo>
                  <a:lnTo>
                    <a:pt x="0" y="1073"/>
                  </a:lnTo>
                  <a:lnTo>
                    <a:pt x="1455" y="1073"/>
                  </a:lnTo>
                  <a:lnTo>
                    <a:pt x="145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62"/>
            <p:cNvSpPr/>
            <p:nvPr/>
          </p:nvSpPr>
          <p:spPr>
            <a:xfrm>
              <a:off x="5614878" y="3580828"/>
              <a:ext cx="38235" cy="15625"/>
            </a:xfrm>
            <a:custGeom>
              <a:avLst/>
              <a:gdLst/>
              <a:ahLst/>
              <a:cxnLst/>
              <a:rect l="l" t="t" r="r" b="b"/>
              <a:pathLst>
                <a:path w="1456" h="595" extrusionOk="0">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62"/>
            <p:cNvSpPr/>
            <p:nvPr/>
          </p:nvSpPr>
          <p:spPr>
            <a:xfrm>
              <a:off x="5570394" y="3596426"/>
              <a:ext cx="126941" cy="79935"/>
            </a:xfrm>
            <a:custGeom>
              <a:avLst/>
              <a:gdLst/>
              <a:ahLst/>
              <a:cxnLst/>
              <a:rect l="l" t="t" r="r" b="b"/>
              <a:pathLst>
                <a:path w="4834" h="3044" extrusionOk="0">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62"/>
            <p:cNvSpPr/>
            <p:nvPr/>
          </p:nvSpPr>
          <p:spPr>
            <a:xfrm>
              <a:off x="5627693" y="3608979"/>
              <a:ext cx="12605" cy="67383"/>
            </a:xfrm>
            <a:custGeom>
              <a:avLst/>
              <a:gdLst/>
              <a:ahLst/>
              <a:cxnLst/>
              <a:rect l="l" t="t" r="r" b="b"/>
              <a:pathLst>
                <a:path w="480" h="2566" extrusionOk="0">
                  <a:moveTo>
                    <a:pt x="115" y="1"/>
                  </a:moveTo>
                  <a:lnTo>
                    <a:pt x="1" y="2565"/>
                  </a:lnTo>
                  <a:lnTo>
                    <a:pt x="479" y="2565"/>
                  </a:lnTo>
                  <a:lnTo>
                    <a:pt x="36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62"/>
            <p:cNvSpPr/>
            <p:nvPr/>
          </p:nvSpPr>
          <p:spPr>
            <a:xfrm>
              <a:off x="5595787" y="3517462"/>
              <a:ext cx="76417" cy="69930"/>
            </a:xfrm>
            <a:custGeom>
              <a:avLst/>
              <a:gdLst/>
              <a:ahLst/>
              <a:cxnLst/>
              <a:rect l="l" t="t" r="r" b="b"/>
              <a:pathLst>
                <a:path w="2910" h="2663" extrusionOk="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62"/>
            <p:cNvSpPr/>
            <p:nvPr/>
          </p:nvSpPr>
          <p:spPr>
            <a:xfrm>
              <a:off x="5595787" y="3517515"/>
              <a:ext cx="76154" cy="68381"/>
            </a:xfrm>
            <a:custGeom>
              <a:avLst/>
              <a:gdLst/>
              <a:ahLst/>
              <a:cxnLst/>
              <a:rect l="l" t="t" r="r" b="b"/>
              <a:pathLst>
                <a:path w="2900" h="2604" extrusionOk="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62"/>
            <p:cNvSpPr/>
            <p:nvPr/>
          </p:nvSpPr>
          <p:spPr>
            <a:xfrm>
              <a:off x="5672177" y="3612497"/>
              <a:ext cx="25420" cy="63864"/>
            </a:xfrm>
            <a:custGeom>
              <a:avLst/>
              <a:gdLst/>
              <a:ahLst/>
              <a:cxnLst/>
              <a:rect l="l" t="t" r="r" b="b"/>
              <a:pathLst>
                <a:path w="968" h="2432" extrusionOk="0">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62"/>
            <p:cNvSpPr/>
            <p:nvPr/>
          </p:nvSpPr>
          <p:spPr>
            <a:xfrm>
              <a:off x="5627955" y="3609241"/>
              <a:ext cx="12579" cy="12579"/>
            </a:xfrm>
            <a:custGeom>
              <a:avLst/>
              <a:gdLst/>
              <a:ahLst/>
              <a:cxnLst/>
              <a:rect l="l" t="t" r="r" b="b"/>
              <a:pathLst>
                <a:path w="479" h="479" extrusionOk="0">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62"/>
            <p:cNvSpPr/>
            <p:nvPr/>
          </p:nvSpPr>
          <p:spPr>
            <a:xfrm>
              <a:off x="5607840" y="3591279"/>
              <a:ext cx="26155" cy="26706"/>
            </a:xfrm>
            <a:custGeom>
              <a:avLst/>
              <a:gdLst/>
              <a:ahLst/>
              <a:cxnLst/>
              <a:rect l="l" t="t" r="r" b="b"/>
              <a:pathLst>
                <a:path w="996" h="1017" extrusionOk="0">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62"/>
            <p:cNvSpPr/>
            <p:nvPr/>
          </p:nvSpPr>
          <p:spPr>
            <a:xfrm>
              <a:off x="5633969" y="3591279"/>
              <a:ext cx="26181" cy="26706"/>
            </a:xfrm>
            <a:custGeom>
              <a:avLst/>
              <a:gdLst/>
              <a:ahLst/>
              <a:cxnLst/>
              <a:rect l="l" t="t" r="r" b="b"/>
              <a:pathLst>
                <a:path w="997" h="1017" extrusionOk="0">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62"/>
            <p:cNvSpPr/>
            <p:nvPr/>
          </p:nvSpPr>
          <p:spPr>
            <a:xfrm>
              <a:off x="5303750" y="3488104"/>
              <a:ext cx="114625" cy="114362"/>
            </a:xfrm>
            <a:custGeom>
              <a:avLst/>
              <a:gdLst/>
              <a:ahLst/>
              <a:cxnLst/>
              <a:rect l="l" t="t" r="r" b="b"/>
              <a:pathLst>
                <a:path w="4365" h="4355" extrusionOk="0">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62"/>
            <p:cNvSpPr/>
            <p:nvPr/>
          </p:nvSpPr>
          <p:spPr>
            <a:xfrm>
              <a:off x="5334920" y="3488104"/>
              <a:ext cx="83192" cy="114362"/>
            </a:xfrm>
            <a:custGeom>
              <a:avLst/>
              <a:gdLst/>
              <a:ahLst/>
              <a:cxnLst/>
              <a:rect l="l" t="t" r="r" b="b"/>
              <a:pathLst>
                <a:path w="3168" h="4355" extrusionOk="0">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62"/>
            <p:cNvSpPr/>
            <p:nvPr/>
          </p:nvSpPr>
          <p:spPr>
            <a:xfrm>
              <a:off x="5302988" y="3574552"/>
              <a:ext cx="114625" cy="101810"/>
            </a:xfrm>
            <a:custGeom>
              <a:avLst/>
              <a:gdLst/>
              <a:ahLst/>
              <a:cxnLst/>
              <a:rect l="l" t="t" r="r" b="b"/>
              <a:pathLst>
                <a:path w="4365" h="3877" extrusionOk="0">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62"/>
            <p:cNvSpPr/>
            <p:nvPr/>
          </p:nvSpPr>
          <p:spPr>
            <a:xfrm>
              <a:off x="5340934" y="3574552"/>
              <a:ext cx="38996" cy="25420"/>
            </a:xfrm>
            <a:custGeom>
              <a:avLst/>
              <a:gdLst/>
              <a:ahLst/>
              <a:cxnLst/>
              <a:rect l="l" t="t" r="r" b="b"/>
              <a:pathLst>
                <a:path w="1485" h="968" extrusionOk="0">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62"/>
            <p:cNvSpPr/>
            <p:nvPr/>
          </p:nvSpPr>
          <p:spPr>
            <a:xfrm>
              <a:off x="5302988" y="3607981"/>
              <a:ext cx="114389" cy="68381"/>
            </a:xfrm>
            <a:custGeom>
              <a:avLst/>
              <a:gdLst/>
              <a:ahLst/>
              <a:cxnLst/>
              <a:rect l="l" t="t" r="r" b="b"/>
              <a:pathLst>
                <a:path w="4356" h="2604" extrusionOk="0">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62"/>
            <p:cNvSpPr/>
            <p:nvPr/>
          </p:nvSpPr>
          <p:spPr>
            <a:xfrm>
              <a:off x="5322105" y="3524605"/>
              <a:ext cx="76417" cy="62788"/>
            </a:xfrm>
            <a:custGeom>
              <a:avLst/>
              <a:gdLst/>
              <a:ahLst/>
              <a:cxnLst/>
              <a:rect l="l" t="t" r="r" b="b"/>
              <a:pathLst>
                <a:path w="2910" h="2391" extrusionOk="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62"/>
            <p:cNvSpPr/>
            <p:nvPr/>
          </p:nvSpPr>
          <p:spPr>
            <a:xfrm>
              <a:off x="5322105" y="3524841"/>
              <a:ext cx="76417" cy="62052"/>
            </a:xfrm>
            <a:custGeom>
              <a:avLst/>
              <a:gdLst/>
              <a:ahLst/>
              <a:cxnLst/>
              <a:rect l="l" t="t" r="r" b="b"/>
              <a:pathLst>
                <a:path w="2910" h="2363" extrusionOk="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62"/>
            <p:cNvSpPr/>
            <p:nvPr/>
          </p:nvSpPr>
          <p:spPr>
            <a:xfrm>
              <a:off x="5302988" y="3621032"/>
              <a:ext cx="25420" cy="55330"/>
            </a:xfrm>
            <a:custGeom>
              <a:avLst/>
              <a:gdLst/>
              <a:ahLst/>
              <a:cxnLst/>
              <a:rect l="l" t="t" r="r" b="b"/>
              <a:pathLst>
                <a:path w="968" h="2107" extrusionOk="0">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62"/>
            <p:cNvSpPr/>
            <p:nvPr/>
          </p:nvSpPr>
          <p:spPr>
            <a:xfrm>
              <a:off x="5392219" y="3587367"/>
              <a:ext cx="216146" cy="88995"/>
            </a:xfrm>
            <a:custGeom>
              <a:avLst/>
              <a:gdLst/>
              <a:ahLst/>
              <a:cxnLst/>
              <a:rect l="l" t="t" r="r" b="b"/>
              <a:pathLst>
                <a:path w="8231" h="3389" extrusionOk="0">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62"/>
            <p:cNvSpPr/>
            <p:nvPr/>
          </p:nvSpPr>
          <p:spPr>
            <a:xfrm>
              <a:off x="5487701" y="3612760"/>
              <a:ext cx="25420" cy="63602"/>
            </a:xfrm>
            <a:custGeom>
              <a:avLst/>
              <a:gdLst/>
              <a:ahLst/>
              <a:cxnLst/>
              <a:rect l="l" t="t" r="r" b="b"/>
              <a:pathLst>
                <a:path w="968" h="2422" extrusionOk="0">
                  <a:moveTo>
                    <a:pt x="231" y="0"/>
                  </a:moveTo>
                  <a:lnTo>
                    <a:pt x="1" y="2421"/>
                  </a:lnTo>
                  <a:lnTo>
                    <a:pt x="967" y="2421"/>
                  </a:lnTo>
                  <a:lnTo>
                    <a:pt x="738"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62"/>
            <p:cNvSpPr/>
            <p:nvPr/>
          </p:nvSpPr>
          <p:spPr>
            <a:xfrm>
              <a:off x="5489224" y="3599945"/>
              <a:ext cx="22400" cy="21638"/>
            </a:xfrm>
            <a:custGeom>
              <a:avLst/>
              <a:gdLst/>
              <a:ahLst/>
              <a:cxnLst/>
              <a:rect l="l" t="t" r="r" b="b"/>
              <a:pathLst>
                <a:path w="853" h="824" extrusionOk="0">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62"/>
            <p:cNvSpPr/>
            <p:nvPr/>
          </p:nvSpPr>
          <p:spPr>
            <a:xfrm>
              <a:off x="5570394" y="3613259"/>
              <a:ext cx="38235" cy="63103"/>
            </a:xfrm>
            <a:custGeom>
              <a:avLst/>
              <a:gdLst/>
              <a:ahLst/>
              <a:cxnLst/>
              <a:rect l="l" t="t" r="r" b="b"/>
              <a:pathLst>
                <a:path w="1456" h="2403" extrusionOk="0">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62"/>
            <p:cNvSpPr/>
            <p:nvPr/>
          </p:nvSpPr>
          <p:spPr>
            <a:xfrm>
              <a:off x="5430165" y="3389839"/>
              <a:ext cx="140255" cy="101810"/>
            </a:xfrm>
            <a:custGeom>
              <a:avLst/>
              <a:gdLst/>
              <a:ahLst/>
              <a:cxnLst/>
              <a:rect l="l" t="t" r="r" b="b"/>
              <a:pathLst>
                <a:path w="5341" h="3877" extrusionOk="0">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62"/>
            <p:cNvSpPr/>
            <p:nvPr/>
          </p:nvSpPr>
          <p:spPr>
            <a:xfrm>
              <a:off x="5462071" y="3390338"/>
              <a:ext cx="108086" cy="101547"/>
            </a:xfrm>
            <a:custGeom>
              <a:avLst/>
              <a:gdLst/>
              <a:ahLst/>
              <a:cxnLst/>
              <a:rect l="l" t="t" r="r" b="b"/>
              <a:pathLst>
                <a:path w="4116" h="3867" extrusionOk="0">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62"/>
            <p:cNvSpPr/>
            <p:nvPr/>
          </p:nvSpPr>
          <p:spPr>
            <a:xfrm>
              <a:off x="5462071" y="3542646"/>
              <a:ext cx="76443" cy="57326"/>
            </a:xfrm>
            <a:custGeom>
              <a:avLst/>
              <a:gdLst/>
              <a:ahLst/>
              <a:cxnLst/>
              <a:rect l="l" t="t" r="r" b="b"/>
              <a:pathLst>
                <a:path w="2911" h="2183" extrusionOk="0">
                  <a:moveTo>
                    <a:pt x="1" y="0"/>
                  </a:moveTo>
                  <a:lnTo>
                    <a:pt x="1" y="2182"/>
                  </a:lnTo>
                  <a:lnTo>
                    <a:pt x="2910" y="2182"/>
                  </a:lnTo>
                  <a:lnTo>
                    <a:pt x="291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62"/>
            <p:cNvSpPr/>
            <p:nvPr/>
          </p:nvSpPr>
          <p:spPr>
            <a:xfrm>
              <a:off x="5462071" y="3542646"/>
              <a:ext cx="76443" cy="31985"/>
            </a:xfrm>
            <a:custGeom>
              <a:avLst/>
              <a:gdLst/>
              <a:ahLst/>
              <a:cxnLst/>
              <a:rect l="l" t="t" r="r" b="b"/>
              <a:pathLst>
                <a:path w="2911" h="1218" extrusionOk="0">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62"/>
            <p:cNvSpPr/>
            <p:nvPr/>
          </p:nvSpPr>
          <p:spPr>
            <a:xfrm>
              <a:off x="5449519" y="3576600"/>
              <a:ext cx="50787" cy="45535"/>
            </a:xfrm>
            <a:custGeom>
              <a:avLst/>
              <a:gdLst/>
              <a:ahLst/>
              <a:cxnLst/>
              <a:rect l="l" t="t" r="r" b="b"/>
              <a:pathLst>
                <a:path w="1934" h="1734" extrusionOk="0">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62"/>
            <p:cNvSpPr/>
            <p:nvPr/>
          </p:nvSpPr>
          <p:spPr>
            <a:xfrm>
              <a:off x="5500279" y="3576600"/>
              <a:ext cx="50787" cy="45535"/>
            </a:xfrm>
            <a:custGeom>
              <a:avLst/>
              <a:gdLst/>
              <a:ahLst/>
              <a:cxnLst/>
              <a:rect l="l" t="t" r="r" b="b"/>
              <a:pathLst>
                <a:path w="1934" h="1734" extrusionOk="0">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62"/>
            <p:cNvSpPr/>
            <p:nvPr/>
          </p:nvSpPr>
          <p:spPr>
            <a:xfrm>
              <a:off x="5436704" y="3441545"/>
              <a:ext cx="127177" cy="120218"/>
            </a:xfrm>
            <a:custGeom>
              <a:avLst/>
              <a:gdLst/>
              <a:ahLst/>
              <a:cxnLst/>
              <a:rect l="l" t="t" r="r" b="b"/>
              <a:pathLst>
                <a:path w="4843" h="4578" extrusionOk="0">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62"/>
            <p:cNvSpPr/>
            <p:nvPr/>
          </p:nvSpPr>
          <p:spPr>
            <a:xfrm>
              <a:off x="5436704" y="3441676"/>
              <a:ext cx="114625" cy="119588"/>
            </a:xfrm>
            <a:custGeom>
              <a:avLst/>
              <a:gdLst/>
              <a:ahLst/>
              <a:cxnLst/>
              <a:rect l="l" t="t" r="r" b="b"/>
              <a:pathLst>
                <a:path w="4365" h="4554" extrusionOk="0">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62"/>
            <p:cNvSpPr/>
            <p:nvPr/>
          </p:nvSpPr>
          <p:spPr>
            <a:xfrm>
              <a:off x="5392219" y="3613259"/>
              <a:ext cx="37972" cy="63103"/>
            </a:xfrm>
            <a:custGeom>
              <a:avLst/>
              <a:gdLst/>
              <a:ahLst/>
              <a:cxnLst/>
              <a:rect l="l" t="t" r="r" b="b"/>
              <a:pathLst>
                <a:path w="1446" h="2403" extrusionOk="0">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35" name="Google Shape;9735;p62"/>
          <p:cNvSpPr/>
          <p:nvPr/>
        </p:nvSpPr>
        <p:spPr>
          <a:xfrm>
            <a:off x="5736419" y="3465113"/>
            <a:ext cx="25157" cy="62866"/>
          </a:xfrm>
          <a:custGeom>
            <a:avLst/>
            <a:gdLst/>
            <a:ahLst/>
            <a:cxnLst/>
            <a:rect l="l" t="t" r="r" b="b"/>
            <a:pathLst>
              <a:path w="958" h="2394" extrusionOk="0">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36" name="Google Shape;9736;p62"/>
          <p:cNvGrpSpPr/>
          <p:nvPr/>
        </p:nvGrpSpPr>
        <p:grpSpPr>
          <a:xfrm>
            <a:off x="5736419" y="3233657"/>
            <a:ext cx="394609" cy="294585"/>
            <a:chOff x="5741031" y="3386057"/>
            <a:chExt cx="394609" cy="294585"/>
          </a:xfrm>
        </p:grpSpPr>
        <p:sp>
          <p:nvSpPr>
            <p:cNvPr id="9737" name="Google Shape;9737;p62"/>
            <p:cNvSpPr/>
            <p:nvPr/>
          </p:nvSpPr>
          <p:spPr>
            <a:xfrm>
              <a:off x="6054182" y="3473766"/>
              <a:ext cx="50025" cy="43749"/>
            </a:xfrm>
            <a:custGeom>
              <a:avLst/>
              <a:gdLst/>
              <a:ahLst/>
              <a:cxnLst/>
              <a:rect l="l" t="t" r="r" b="b"/>
              <a:pathLst>
                <a:path w="1905" h="1666" extrusionOk="0">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62"/>
            <p:cNvSpPr/>
            <p:nvPr/>
          </p:nvSpPr>
          <p:spPr>
            <a:xfrm>
              <a:off x="6054182" y="3473766"/>
              <a:ext cx="34453" cy="44012"/>
            </a:xfrm>
            <a:custGeom>
              <a:avLst/>
              <a:gdLst/>
              <a:ahLst/>
              <a:cxnLst/>
              <a:rect l="l" t="t" r="r" b="b"/>
              <a:pathLst>
                <a:path w="1312" h="1676" extrusionOk="0">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62"/>
            <p:cNvSpPr/>
            <p:nvPr/>
          </p:nvSpPr>
          <p:spPr>
            <a:xfrm>
              <a:off x="6022775" y="3580329"/>
              <a:ext cx="112603" cy="100313"/>
            </a:xfrm>
            <a:custGeom>
              <a:avLst/>
              <a:gdLst/>
              <a:ahLst/>
              <a:cxnLst/>
              <a:rect l="l" t="t" r="r" b="b"/>
              <a:pathLst>
                <a:path w="4288" h="3820" extrusionOk="0">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62"/>
            <p:cNvSpPr/>
            <p:nvPr/>
          </p:nvSpPr>
          <p:spPr>
            <a:xfrm>
              <a:off x="6059959" y="3580066"/>
              <a:ext cx="38471" cy="25183"/>
            </a:xfrm>
            <a:custGeom>
              <a:avLst/>
              <a:gdLst/>
              <a:ahLst/>
              <a:cxnLst/>
              <a:rect l="l" t="t" r="r" b="b"/>
              <a:pathLst>
                <a:path w="1465" h="959" extrusionOk="0">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62"/>
            <p:cNvSpPr/>
            <p:nvPr/>
          </p:nvSpPr>
          <p:spPr>
            <a:xfrm>
              <a:off x="6022775" y="3613259"/>
              <a:ext cx="112603" cy="67383"/>
            </a:xfrm>
            <a:custGeom>
              <a:avLst/>
              <a:gdLst/>
              <a:ahLst/>
              <a:cxnLst/>
              <a:rect l="l" t="t" r="r" b="b"/>
              <a:pathLst>
                <a:path w="4288" h="2566" extrusionOk="0">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62"/>
            <p:cNvSpPr/>
            <p:nvPr/>
          </p:nvSpPr>
          <p:spPr>
            <a:xfrm>
              <a:off x="6035327" y="3492358"/>
              <a:ext cx="87735" cy="87735"/>
            </a:xfrm>
            <a:custGeom>
              <a:avLst/>
              <a:gdLst/>
              <a:ahLst/>
              <a:cxnLst/>
              <a:rect l="l" t="t" r="r" b="b"/>
              <a:pathLst>
                <a:path w="3341" h="3341" extrusionOk="0">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62"/>
            <p:cNvSpPr/>
            <p:nvPr/>
          </p:nvSpPr>
          <p:spPr>
            <a:xfrm>
              <a:off x="6051424" y="3492358"/>
              <a:ext cx="73397" cy="78964"/>
            </a:xfrm>
            <a:custGeom>
              <a:avLst/>
              <a:gdLst/>
              <a:ahLst/>
              <a:cxnLst/>
              <a:rect l="l" t="t" r="r" b="b"/>
              <a:pathLst>
                <a:path w="2795" h="3007" extrusionOk="0">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62"/>
            <p:cNvSpPr/>
            <p:nvPr/>
          </p:nvSpPr>
          <p:spPr>
            <a:xfrm>
              <a:off x="6041603" y="3531118"/>
              <a:ext cx="75182" cy="61553"/>
            </a:xfrm>
            <a:custGeom>
              <a:avLst/>
              <a:gdLst/>
              <a:ahLst/>
              <a:cxnLst/>
              <a:rect l="l" t="t" r="r" b="b"/>
              <a:pathLst>
                <a:path w="2863" h="2344" extrusionOk="0">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62"/>
            <p:cNvSpPr/>
            <p:nvPr/>
          </p:nvSpPr>
          <p:spPr>
            <a:xfrm>
              <a:off x="6041603" y="3531118"/>
              <a:ext cx="74920" cy="61054"/>
            </a:xfrm>
            <a:custGeom>
              <a:avLst/>
              <a:gdLst/>
              <a:ahLst/>
              <a:cxnLst/>
              <a:rect l="l" t="t" r="r" b="b"/>
              <a:pathLst>
                <a:path w="2853" h="2325" extrusionOk="0">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62"/>
            <p:cNvSpPr/>
            <p:nvPr/>
          </p:nvSpPr>
          <p:spPr>
            <a:xfrm>
              <a:off x="6110483" y="3625811"/>
              <a:ext cx="25157" cy="54568"/>
            </a:xfrm>
            <a:custGeom>
              <a:avLst/>
              <a:gdLst/>
              <a:ahLst/>
              <a:cxnLst/>
              <a:rect l="l" t="t" r="r" b="b"/>
              <a:pathLst>
                <a:path w="958" h="2078" extrusionOk="0">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62"/>
            <p:cNvSpPr/>
            <p:nvPr/>
          </p:nvSpPr>
          <p:spPr>
            <a:xfrm>
              <a:off x="5759886" y="3498660"/>
              <a:ext cx="31197" cy="68880"/>
            </a:xfrm>
            <a:custGeom>
              <a:avLst/>
              <a:gdLst/>
              <a:ahLst/>
              <a:cxnLst/>
              <a:rect l="l" t="t" r="r" b="b"/>
              <a:pathLst>
                <a:path w="1188" h="2623" extrusionOk="0">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62"/>
            <p:cNvSpPr/>
            <p:nvPr/>
          </p:nvSpPr>
          <p:spPr>
            <a:xfrm>
              <a:off x="5772202" y="3492121"/>
              <a:ext cx="75419" cy="75681"/>
            </a:xfrm>
            <a:custGeom>
              <a:avLst/>
              <a:gdLst/>
              <a:ahLst/>
              <a:cxnLst/>
              <a:rect l="l" t="t" r="r" b="b"/>
              <a:pathLst>
                <a:path w="2872" h="2882" extrusionOk="0">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62"/>
            <p:cNvSpPr/>
            <p:nvPr/>
          </p:nvSpPr>
          <p:spPr>
            <a:xfrm>
              <a:off x="5784754" y="3586369"/>
              <a:ext cx="37736" cy="27652"/>
            </a:xfrm>
            <a:custGeom>
              <a:avLst/>
              <a:gdLst/>
              <a:ahLst/>
              <a:cxnLst/>
              <a:rect l="l" t="t" r="r" b="b"/>
              <a:pathLst>
                <a:path w="1437" h="1053" extrusionOk="0">
                  <a:moveTo>
                    <a:pt x="1" y="0"/>
                  </a:moveTo>
                  <a:lnTo>
                    <a:pt x="1" y="1053"/>
                  </a:lnTo>
                  <a:lnTo>
                    <a:pt x="1437" y="1053"/>
                  </a:lnTo>
                  <a:lnTo>
                    <a:pt x="143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62"/>
            <p:cNvSpPr/>
            <p:nvPr/>
          </p:nvSpPr>
          <p:spPr>
            <a:xfrm>
              <a:off x="5785017" y="3586369"/>
              <a:ext cx="37736" cy="15362"/>
            </a:xfrm>
            <a:custGeom>
              <a:avLst/>
              <a:gdLst/>
              <a:ahLst/>
              <a:cxnLst/>
              <a:rect l="l" t="t" r="r" b="b"/>
              <a:pathLst>
                <a:path w="1437" h="585" extrusionOk="0">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62"/>
            <p:cNvSpPr/>
            <p:nvPr/>
          </p:nvSpPr>
          <p:spPr>
            <a:xfrm>
              <a:off x="5741031" y="3601704"/>
              <a:ext cx="125444" cy="78675"/>
            </a:xfrm>
            <a:custGeom>
              <a:avLst/>
              <a:gdLst/>
              <a:ahLst/>
              <a:cxnLst/>
              <a:rect l="l" t="t" r="r" b="b"/>
              <a:pathLst>
                <a:path w="4777" h="2996" extrusionOk="0">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62"/>
            <p:cNvSpPr/>
            <p:nvPr/>
          </p:nvSpPr>
          <p:spPr>
            <a:xfrm>
              <a:off x="5797332" y="3614257"/>
              <a:ext cx="12579" cy="66123"/>
            </a:xfrm>
            <a:custGeom>
              <a:avLst/>
              <a:gdLst/>
              <a:ahLst/>
              <a:cxnLst/>
              <a:rect l="l" t="t" r="r" b="b"/>
              <a:pathLst>
                <a:path w="479" h="2518" extrusionOk="0">
                  <a:moveTo>
                    <a:pt x="125" y="1"/>
                  </a:moveTo>
                  <a:lnTo>
                    <a:pt x="0" y="2518"/>
                  </a:lnTo>
                  <a:lnTo>
                    <a:pt x="479" y="2518"/>
                  </a:lnTo>
                  <a:lnTo>
                    <a:pt x="36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62"/>
            <p:cNvSpPr/>
            <p:nvPr/>
          </p:nvSpPr>
          <p:spPr>
            <a:xfrm>
              <a:off x="5766162" y="3523791"/>
              <a:ext cx="75182" cy="68880"/>
            </a:xfrm>
            <a:custGeom>
              <a:avLst/>
              <a:gdLst/>
              <a:ahLst/>
              <a:cxnLst/>
              <a:rect l="l" t="t" r="r" b="b"/>
              <a:pathLst>
                <a:path w="2863" h="2623" extrusionOk="0">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62"/>
            <p:cNvSpPr/>
            <p:nvPr/>
          </p:nvSpPr>
          <p:spPr>
            <a:xfrm>
              <a:off x="5766162" y="3523791"/>
              <a:ext cx="74920" cy="67383"/>
            </a:xfrm>
            <a:custGeom>
              <a:avLst/>
              <a:gdLst/>
              <a:ahLst/>
              <a:cxnLst/>
              <a:rect l="l" t="t" r="r" b="b"/>
              <a:pathLst>
                <a:path w="2853" h="2566" extrusionOk="0">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62"/>
            <p:cNvSpPr/>
            <p:nvPr/>
          </p:nvSpPr>
          <p:spPr>
            <a:xfrm>
              <a:off x="5797595" y="3614257"/>
              <a:ext cx="12579" cy="12605"/>
            </a:xfrm>
            <a:custGeom>
              <a:avLst/>
              <a:gdLst/>
              <a:ahLst/>
              <a:cxnLst/>
              <a:rect l="l" t="t" r="r" b="b"/>
              <a:pathLst>
                <a:path w="479" h="480" extrusionOk="0">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62"/>
            <p:cNvSpPr/>
            <p:nvPr/>
          </p:nvSpPr>
          <p:spPr>
            <a:xfrm>
              <a:off x="5778241" y="3596715"/>
              <a:ext cx="25656" cy="26286"/>
            </a:xfrm>
            <a:custGeom>
              <a:avLst/>
              <a:gdLst/>
              <a:ahLst/>
              <a:cxnLst/>
              <a:rect l="l" t="t" r="r" b="b"/>
              <a:pathLst>
                <a:path w="977" h="1001" extrusionOk="0">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62"/>
            <p:cNvSpPr/>
            <p:nvPr/>
          </p:nvSpPr>
          <p:spPr>
            <a:xfrm>
              <a:off x="5803871" y="3596715"/>
              <a:ext cx="25656" cy="26286"/>
            </a:xfrm>
            <a:custGeom>
              <a:avLst/>
              <a:gdLst/>
              <a:ahLst/>
              <a:cxnLst/>
              <a:rect l="l" t="t" r="r" b="b"/>
              <a:pathLst>
                <a:path w="977" h="1001" extrusionOk="0">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62"/>
            <p:cNvSpPr/>
            <p:nvPr/>
          </p:nvSpPr>
          <p:spPr>
            <a:xfrm>
              <a:off x="5847857" y="3386057"/>
              <a:ext cx="187234" cy="219192"/>
            </a:xfrm>
            <a:custGeom>
              <a:avLst/>
              <a:gdLst/>
              <a:ahLst/>
              <a:cxnLst/>
              <a:rect l="l" t="t" r="r" b="b"/>
              <a:pathLst>
                <a:path w="7130" h="8347" extrusionOk="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62"/>
            <p:cNvSpPr/>
            <p:nvPr/>
          </p:nvSpPr>
          <p:spPr>
            <a:xfrm>
              <a:off x="5891816" y="3386057"/>
              <a:ext cx="143275" cy="219192"/>
            </a:xfrm>
            <a:custGeom>
              <a:avLst/>
              <a:gdLst/>
              <a:ahLst/>
              <a:cxnLst/>
              <a:rect l="l" t="t" r="r" b="b"/>
              <a:pathLst>
                <a:path w="5456" h="8347" extrusionOk="0">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62"/>
            <p:cNvSpPr/>
            <p:nvPr/>
          </p:nvSpPr>
          <p:spPr>
            <a:xfrm>
              <a:off x="5835042" y="3555198"/>
              <a:ext cx="212890" cy="125181"/>
            </a:xfrm>
            <a:custGeom>
              <a:avLst/>
              <a:gdLst/>
              <a:ahLst/>
              <a:cxnLst/>
              <a:rect l="l" t="t" r="r" b="b"/>
              <a:pathLst>
                <a:path w="8107" h="4767" extrusionOk="0">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62"/>
            <p:cNvSpPr/>
            <p:nvPr/>
          </p:nvSpPr>
          <p:spPr>
            <a:xfrm>
              <a:off x="5835042" y="3600181"/>
              <a:ext cx="212890" cy="80198"/>
            </a:xfrm>
            <a:custGeom>
              <a:avLst/>
              <a:gdLst/>
              <a:ahLst/>
              <a:cxnLst/>
              <a:rect l="l" t="t" r="r" b="b"/>
              <a:pathLst>
                <a:path w="8107" h="3054" extrusionOk="0">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62"/>
            <p:cNvSpPr/>
            <p:nvPr/>
          </p:nvSpPr>
          <p:spPr>
            <a:xfrm>
              <a:off x="5910172" y="3555198"/>
              <a:ext cx="62604" cy="25105"/>
            </a:xfrm>
            <a:custGeom>
              <a:avLst/>
              <a:gdLst/>
              <a:ahLst/>
              <a:cxnLst/>
              <a:rect l="l" t="t" r="r" b="b"/>
              <a:pathLst>
                <a:path w="2384" h="956" extrusionOk="0">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62"/>
            <p:cNvSpPr/>
            <p:nvPr/>
          </p:nvSpPr>
          <p:spPr>
            <a:xfrm>
              <a:off x="5878765" y="3449764"/>
              <a:ext cx="125418" cy="117907"/>
            </a:xfrm>
            <a:custGeom>
              <a:avLst/>
              <a:gdLst/>
              <a:ahLst/>
              <a:cxnLst/>
              <a:rect l="l" t="t" r="r" b="b"/>
              <a:pathLst>
                <a:path w="4776" h="4490" extrusionOk="0">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62"/>
            <p:cNvSpPr/>
            <p:nvPr/>
          </p:nvSpPr>
          <p:spPr>
            <a:xfrm>
              <a:off x="5878765" y="3449764"/>
              <a:ext cx="122398" cy="117277"/>
            </a:xfrm>
            <a:custGeom>
              <a:avLst/>
              <a:gdLst/>
              <a:ahLst/>
              <a:cxnLst/>
              <a:rect l="l" t="t" r="r" b="b"/>
              <a:pathLst>
                <a:path w="4661" h="4466" extrusionOk="0">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62"/>
            <p:cNvSpPr/>
            <p:nvPr/>
          </p:nvSpPr>
          <p:spPr>
            <a:xfrm>
              <a:off x="5835042" y="3620796"/>
              <a:ext cx="43986" cy="59584"/>
            </a:xfrm>
            <a:custGeom>
              <a:avLst/>
              <a:gdLst/>
              <a:ahLst/>
              <a:cxnLst/>
              <a:rect l="l" t="t" r="r" b="b"/>
              <a:pathLst>
                <a:path w="1675" h="2269" extrusionOk="0">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62"/>
            <p:cNvSpPr/>
            <p:nvPr/>
          </p:nvSpPr>
          <p:spPr>
            <a:xfrm>
              <a:off x="6003920" y="3620796"/>
              <a:ext cx="44012" cy="59584"/>
            </a:xfrm>
            <a:custGeom>
              <a:avLst/>
              <a:gdLst/>
              <a:ahLst/>
              <a:cxnLst/>
              <a:rect l="l" t="t" r="r" b="b"/>
              <a:pathLst>
                <a:path w="1676" h="2269" extrusionOk="0">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67" name="Google Shape;9767;p62"/>
          <p:cNvSpPr/>
          <p:nvPr/>
        </p:nvSpPr>
        <p:spPr>
          <a:xfrm>
            <a:off x="6555704" y="3412357"/>
            <a:ext cx="13366" cy="86711"/>
          </a:xfrm>
          <a:custGeom>
            <a:avLst/>
            <a:gdLst/>
            <a:ahLst/>
            <a:cxnLst/>
            <a:rect l="l" t="t" r="r" b="b"/>
            <a:pathLst>
              <a:path w="509" h="3302" extrusionOk="0">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68" name="Google Shape;9768;p62"/>
          <p:cNvGrpSpPr/>
          <p:nvPr/>
        </p:nvGrpSpPr>
        <p:grpSpPr>
          <a:xfrm>
            <a:off x="6174462" y="3216326"/>
            <a:ext cx="394609" cy="328749"/>
            <a:chOff x="6179074" y="3368726"/>
            <a:chExt cx="394609" cy="328749"/>
          </a:xfrm>
        </p:grpSpPr>
        <p:sp>
          <p:nvSpPr>
            <p:cNvPr id="9769" name="Google Shape;9769;p62"/>
            <p:cNvSpPr/>
            <p:nvPr/>
          </p:nvSpPr>
          <p:spPr>
            <a:xfrm>
              <a:off x="6363052"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62"/>
            <p:cNvSpPr/>
            <p:nvPr/>
          </p:nvSpPr>
          <p:spPr>
            <a:xfrm>
              <a:off x="6361791"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62"/>
            <p:cNvSpPr/>
            <p:nvPr/>
          </p:nvSpPr>
          <p:spPr>
            <a:xfrm>
              <a:off x="6336660" y="3442096"/>
              <a:ext cx="79174" cy="97556"/>
            </a:xfrm>
            <a:custGeom>
              <a:avLst/>
              <a:gdLst/>
              <a:ahLst/>
              <a:cxnLst/>
              <a:rect l="l" t="t" r="r" b="b"/>
              <a:pathLst>
                <a:path w="3015" h="3715" extrusionOk="0">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62"/>
            <p:cNvSpPr/>
            <p:nvPr/>
          </p:nvSpPr>
          <p:spPr>
            <a:xfrm>
              <a:off x="6349974"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62"/>
            <p:cNvSpPr/>
            <p:nvPr/>
          </p:nvSpPr>
          <p:spPr>
            <a:xfrm>
              <a:off x="6336897" y="3452915"/>
              <a:ext cx="13104" cy="86973"/>
            </a:xfrm>
            <a:custGeom>
              <a:avLst/>
              <a:gdLst/>
              <a:ahLst/>
              <a:cxnLst/>
              <a:rect l="l" t="t" r="r" b="b"/>
              <a:pathLst>
                <a:path w="499" h="3312" extrusionOk="0">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62"/>
            <p:cNvSpPr/>
            <p:nvPr/>
          </p:nvSpPr>
          <p:spPr>
            <a:xfrm>
              <a:off x="6402494" y="3452915"/>
              <a:ext cx="13340" cy="86973"/>
            </a:xfrm>
            <a:custGeom>
              <a:avLst/>
              <a:gdLst/>
              <a:ahLst/>
              <a:cxnLst/>
              <a:rect l="l" t="t" r="r" b="b"/>
              <a:pathLst>
                <a:path w="508" h="3312" extrusionOk="0">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62"/>
            <p:cNvSpPr/>
            <p:nvPr/>
          </p:nvSpPr>
          <p:spPr>
            <a:xfrm>
              <a:off x="6356014" y="3434691"/>
              <a:ext cx="40493" cy="105198"/>
            </a:xfrm>
            <a:custGeom>
              <a:avLst/>
              <a:gdLst/>
              <a:ahLst/>
              <a:cxnLst/>
              <a:rect l="l" t="t" r="r" b="b"/>
              <a:pathLst>
                <a:path w="1542" h="4006" extrusionOk="0">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62"/>
            <p:cNvSpPr/>
            <p:nvPr/>
          </p:nvSpPr>
          <p:spPr>
            <a:xfrm>
              <a:off x="6373109" y="3552913"/>
              <a:ext cx="6775" cy="98554"/>
            </a:xfrm>
            <a:custGeom>
              <a:avLst/>
              <a:gdLst/>
              <a:ahLst/>
              <a:cxnLst/>
              <a:rect l="l" t="t" r="r" b="b"/>
              <a:pathLst>
                <a:path w="258" h="3753" extrusionOk="0">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62"/>
            <p:cNvSpPr/>
            <p:nvPr/>
          </p:nvSpPr>
          <p:spPr>
            <a:xfrm>
              <a:off x="6349974" y="3368726"/>
              <a:ext cx="52546" cy="59321"/>
            </a:xfrm>
            <a:custGeom>
              <a:avLst/>
              <a:gdLst/>
              <a:ahLst/>
              <a:cxnLst/>
              <a:rect l="l" t="t" r="r" b="b"/>
              <a:pathLst>
                <a:path w="2001" h="2259" extrusionOk="0">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62"/>
            <p:cNvSpPr/>
            <p:nvPr/>
          </p:nvSpPr>
          <p:spPr>
            <a:xfrm>
              <a:off x="6349974" y="3368726"/>
              <a:ext cx="36213" cy="59269"/>
            </a:xfrm>
            <a:custGeom>
              <a:avLst/>
              <a:gdLst/>
              <a:ahLst/>
              <a:cxnLst/>
              <a:rect l="l" t="t" r="r" b="b"/>
              <a:pathLst>
                <a:path w="1379" h="2257" extrusionOk="0">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62"/>
            <p:cNvSpPr/>
            <p:nvPr/>
          </p:nvSpPr>
          <p:spPr>
            <a:xfrm>
              <a:off x="6349974" y="3368726"/>
              <a:ext cx="52546" cy="26418"/>
            </a:xfrm>
            <a:custGeom>
              <a:avLst/>
              <a:gdLst/>
              <a:ahLst/>
              <a:cxnLst/>
              <a:rect l="l" t="t" r="r" b="b"/>
              <a:pathLst>
                <a:path w="2001" h="1006" extrusionOk="0">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62"/>
            <p:cNvSpPr/>
            <p:nvPr/>
          </p:nvSpPr>
          <p:spPr>
            <a:xfrm>
              <a:off x="6349974" y="3368726"/>
              <a:ext cx="36213" cy="24159"/>
            </a:xfrm>
            <a:custGeom>
              <a:avLst/>
              <a:gdLst/>
              <a:ahLst/>
              <a:cxnLst/>
              <a:rect l="l" t="t" r="r" b="b"/>
              <a:pathLst>
                <a:path w="1379" h="920" extrusionOk="0">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62"/>
            <p:cNvSpPr/>
            <p:nvPr/>
          </p:nvSpPr>
          <p:spPr>
            <a:xfrm>
              <a:off x="6468354"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62"/>
            <p:cNvSpPr/>
            <p:nvPr/>
          </p:nvSpPr>
          <p:spPr>
            <a:xfrm>
              <a:off x="6467094"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62"/>
            <p:cNvSpPr/>
            <p:nvPr/>
          </p:nvSpPr>
          <p:spPr>
            <a:xfrm>
              <a:off x="6441963" y="3442096"/>
              <a:ext cx="78938" cy="97556"/>
            </a:xfrm>
            <a:custGeom>
              <a:avLst/>
              <a:gdLst/>
              <a:ahLst/>
              <a:cxnLst/>
              <a:rect l="l" t="t" r="r" b="b"/>
              <a:pathLst>
                <a:path w="3006" h="3715" extrusionOk="0">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62"/>
            <p:cNvSpPr/>
            <p:nvPr/>
          </p:nvSpPr>
          <p:spPr>
            <a:xfrm>
              <a:off x="6455277"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62"/>
            <p:cNvSpPr/>
            <p:nvPr/>
          </p:nvSpPr>
          <p:spPr>
            <a:xfrm>
              <a:off x="6441963" y="3452915"/>
              <a:ext cx="13340" cy="86973"/>
            </a:xfrm>
            <a:custGeom>
              <a:avLst/>
              <a:gdLst/>
              <a:ahLst/>
              <a:cxnLst/>
              <a:rect l="l" t="t" r="r" b="b"/>
              <a:pathLst>
                <a:path w="508" h="3312" extrusionOk="0">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62"/>
            <p:cNvSpPr/>
            <p:nvPr/>
          </p:nvSpPr>
          <p:spPr>
            <a:xfrm>
              <a:off x="6507797" y="3452915"/>
              <a:ext cx="13104" cy="86973"/>
            </a:xfrm>
            <a:custGeom>
              <a:avLst/>
              <a:gdLst/>
              <a:ahLst/>
              <a:cxnLst/>
              <a:rect l="l" t="t" r="r" b="b"/>
              <a:pathLst>
                <a:path w="499" h="3312" extrusionOk="0">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62"/>
            <p:cNvSpPr/>
            <p:nvPr/>
          </p:nvSpPr>
          <p:spPr>
            <a:xfrm>
              <a:off x="6461317" y="3434691"/>
              <a:ext cx="40493" cy="105198"/>
            </a:xfrm>
            <a:custGeom>
              <a:avLst/>
              <a:gdLst/>
              <a:ahLst/>
              <a:cxnLst/>
              <a:rect l="l" t="t" r="r" b="b"/>
              <a:pathLst>
                <a:path w="1542" h="4006" extrusionOk="0">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62"/>
            <p:cNvSpPr/>
            <p:nvPr/>
          </p:nvSpPr>
          <p:spPr>
            <a:xfrm>
              <a:off x="6478412" y="3552913"/>
              <a:ext cx="6539" cy="98554"/>
            </a:xfrm>
            <a:custGeom>
              <a:avLst/>
              <a:gdLst/>
              <a:ahLst/>
              <a:cxnLst/>
              <a:rect l="l" t="t" r="r" b="b"/>
              <a:pathLst>
                <a:path w="249" h="3753" extrusionOk="0">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62"/>
            <p:cNvSpPr/>
            <p:nvPr/>
          </p:nvSpPr>
          <p:spPr>
            <a:xfrm>
              <a:off x="6455277" y="3368726"/>
              <a:ext cx="52546" cy="59321"/>
            </a:xfrm>
            <a:custGeom>
              <a:avLst/>
              <a:gdLst/>
              <a:ahLst/>
              <a:cxnLst/>
              <a:rect l="l" t="t" r="r" b="b"/>
              <a:pathLst>
                <a:path w="2001" h="2259" extrusionOk="0">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62"/>
            <p:cNvSpPr/>
            <p:nvPr/>
          </p:nvSpPr>
          <p:spPr>
            <a:xfrm>
              <a:off x="6455277" y="3368726"/>
              <a:ext cx="36213" cy="59269"/>
            </a:xfrm>
            <a:custGeom>
              <a:avLst/>
              <a:gdLst/>
              <a:ahLst/>
              <a:cxnLst/>
              <a:rect l="l" t="t" r="r" b="b"/>
              <a:pathLst>
                <a:path w="1379" h="2257" extrusionOk="0">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62"/>
            <p:cNvSpPr/>
            <p:nvPr/>
          </p:nvSpPr>
          <p:spPr>
            <a:xfrm>
              <a:off x="6455277" y="3368726"/>
              <a:ext cx="52546" cy="26418"/>
            </a:xfrm>
            <a:custGeom>
              <a:avLst/>
              <a:gdLst/>
              <a:ahLst/>
              <a:cxnLst/>
              <a:rect l="l" t="t" r="r" b="b"/>
              <a:pathLst>
                <a:path w="2001" h="1006" extrusionOk="0">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62"/>
            <p:cNvSpPr/>
            <p:nvPr/>
          </p:nvSpPr>
          <p:spPr>
            <a:xfrm>
              <a:off x="6455277" y="3368726"/>
              <a:ext cx="36213" cy="24159"/>
            </a:xfrm>
            <a:custGeom>
              <a:avLst/>
              <a:gdLst/>
              <a:ahLst/>
              <a:cxnLst/>
              <a:rect l="l" t="t" r="r" b="b"/>
              <a:pathLst>
                <a:path w="1379" h="920" extrusionOk="0">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62"/>
            <p:cNvSpPr/>
            <p:nvPr/>
          </p:nvSpPr>
          <p:spPr>
            <a:xfrm>
              <a:off x="6257985" y="3421508"/>
              <a:ext cx="26181" cy="26155"/>
            </a:xfrm>
            <a:custGeom>
              <a:avLst/>
              <a:gdLst/>
              <a:ahLst/>
              <a:cxnLst/>
              <a:rect l="l" t="t" r="r" b="b"/>
              <a:pathLst>
                <a:path w="997" h="996" extrusionOk="0">
                  <a:moveTo>
                    <a:pt x="1" y="0"/>
                  </a:moveTo>
                  <a:lnTo>
                    <a:pt x="1" y="995"/>
                  </a:lnTo>
                  <a:lnTo>
                    <a:pt x="996" y="995"/>
                  </a:lnTo>
                  <a:lnTo>
                    <a:pt x="9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62"/>
            <p:cNvSpPr/>
            <p:nvPr/>
          </p:nvSpPr>
          <p:spPr>
            <a:xfrm>
              <a:off x="6256725" y="3421508"/>
              <a:ext cx="28676" cy="19695"/>
            </a:xfrm>
            <a:custGeom>
              <a:avLst/>
              <a:gdLst/>
              <a:ahLst/>
              <a:cxnLst/>
              <a:rect l="l" t="t" r="r" b="b"/>
              <a:pathLst>
                <a:path w="1092" h="750" extrusionOk="0">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62"/>
            <p:cNvSpPr/>
            <p:nvPr/>
          </p:nvSpPr>
          <p:spPr>
            <a:xfrm>
              <a:off x="6231594" y="3442096"/>
              <a:ext cx="78964" cy="97556"/>
            </a:xfrm>
            <a:custGeom>
              <a:avLst/>
              <a:gdLst/>
              <a:ahLst/>
              <a:cxnLst/>
              <a:rect l="l" t="t" r="r" b="b"/>
              <a:pathLst>
                <a:path w="3007" h="3715" extrusionOk="0">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62"/>
            <p:cNvSpPr/>
            <p:nvPr/>
          </p:nvSpPr>
          <p:spPr>
            <a:xfrm>
              <a:off x="6244672" y="3539862"/>
              <a:ext cx="52809" cy="111605"/>
            </a:xfrm>
            <a:custGeom>
              <a:avLst/>
              <a:gdLst/>
              <a:ahLst/>
              <a:cxnLst/>
              <a:rect l="l" t="t" r="r" b="b"/>
              <a:pathLst>
                <a:path w="2011" h="4250" extrusionOk="0">
                  <a:moveTo>
                    <a:pt x="1" y="1"/>
                  </a:moveTo>
                  <a:lnTo>
                    <a:pt x="1" y="4250"/>
                  </a:lnTo>
                  <a:lnTo>
                    <a:pt x="2010" y="4250"/>
                  </a:lnTo>
                  <a:lnTo>
                    <a:pt x="2010"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62"/>
            <p:cNvSpPr/>
            <p:nvPr/>
          </p:nvSpPr>
          <p:spPr>
            <a:xfrm>
              <a:off x="6231594" y="3452915"/>
              <a:ext cx="13104" cy="86973"/>
            </a:xfrm>
            <a:custGeom>
              <a:avLst/>
              <a:gdLst/>
              <a:ahLst/>
              <a:cxnLst/>
              <a:rect l="l" t="t" r="r" b="b"/>
              <a:pathLst>
                <a:path w="499" h="3312" extrusionOk="0">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62"/>
            <p:cNvSpPr/>
            <p:nvPr/>
          </p:nvSpPr>
          <p:spPr>
            <a:xfrm>
              <a:off x="6297454" y="3452915"/>
              <a:ext cx="13104" cy="86973"/>
            </a:xfrm>
            <a:custGeom>
              <a:avLst/>
              <a:gdLst/>
              <a:ahLst/>
              <a:cxnLst/>
              <a:rect l="l" t="t" r="r" b="b"/>
              <a:pathLst>
                <a:path w="499" h="3312" extrusionOk="0">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62"/>
            <p:cNvSpPr/>
            <p:nvPr/>
          </p:nvSpPr>
          <p:spPr>
            <a:xfrm>
              <a:off x="6250948" y="3434691"/>
              <a:ext cx="40257" cy="105198"/>
            </a:xfrm>
            <a:custGeom>
              <a:avLst/>
              <a:gdLst/>
              <a:ahLst/>
              <a:cxnLst/>
              <a:rect l="l" t="t" r="r" b="b"/>
              <a:pathLst>
                <a:path w="1533" h="4006" extrusionOk="0">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62"/>
            <p:cNvSpPr/>
            <p:nvPr/>
          </p:nvSpPr>
          <p:spPr>
            <a:xfrm>
              <a:off x="6268043" y="3552913"/>
              <a:ext cx="6565" cy="98554"/>
            </a:xfrm>
            <a:custGeom>
              <a:avLst/>
              <a:gdLst/>
              <a:ahLst/>
              <a:cxnLst/>
              <a:rect l="l" t="t" r="r" b="b"/>
              <a:pathLst>
                <a:path w="250" h="3753" extrusionOk="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62"/>
            <p:cNvSpPr/>
            <p:nvPr/>
          </p:nvSpPr>
          <p:spPr>
            <a:xfrm>
              <a:off x="6244672" y="3368726"/>
              <a:ext cx="52809" cy="59321"/>
            </a:xfrm>
            <a:custGeom>
              <a:avLst/>
              <a:gdLst/>
              <a:ahLst/>
              <a:cxnLst/>
              <a:rect l="l" t="t" r="r" b="b"/>
              <a:pathLst>
                <a:path w="2011" h="2259" extrusionOk="0">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62"/>
            <p:cNvSpPr/>
            <p:nvPr/>
          </p:nvSpPr>
          <p:spPr>
            <a:xfrm>
              <a:off x="6244934" y="3368726"/>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62"/>
            <p:cNvSpPr/>
            <p:nvPr/>
          </p:nvSpPr>
          <p:spPr>
            <a:xfrm>
              <a:off x="6244672" y="3368726"/>
              <a:ext cx="52809" cy="26418"/>
            </a:xfrm>
            <a:custGeom>
              <a:avLst/>
              <a:gdLst/>
              <a:ahLst/>
              <a:cxnLst/>
              <a:rect l="l" t="t" r="r" b="b"/>
              <a:pathLst>
                <a:path w="2011" h="1006" extrusionOk="0">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62"/>
            <p:cNvSpPr/>
            <p:nvPr/>
          </p:nvSpPr>
          <p:spPr>
            <a:xfrm>
              <a:off x="6244934" y="3368726"/>
              <a:ext cx="35950" cy="24159"/>
            </a:xfrm>
            <a:custGeom>
              <a:avLst/>
              <a:gdLst/>
              <a:ahLst/>
              <a:cxnLst/>
              <a:rect l="l" t="t" r="r" b="b"/>
              <a:pathLst>
                <a:path w="1369" h="920" extrusionOk="0">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62"/>
            <p:cNvSpPr/>
            <p:nvPr/>
          </p:nvSpPr>
          <p:spPr>
            <a:xfrm>
              <a:off x="6205229"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62"/>
            <p:cNvSpPr/>
            <p:nvPr/>
          </p:nvSpPr>
          <p:spPr>
            <a:xfrm>
              <a:off x="6203969" y="3533087"/>
              <a:ext cx="28912" cy="19931"/>
            </a:xfrm>
            <a:custGeom>
              <a:avLst/>
              <a:gdLst/>
              <a:ahLst/>
              <a:cxnLst/>
              <a:rect l="l" t="t" r="r" b="b"/>
              <a:pathLst>
                <a:path w="1101" h="759" extrusionOk="0">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62"/>
            <p:cNvSpPr/>
            <p:nvPr/>
          </p:nvSpPr>
          <p:spPr>
            <a:xfrm>
              <a:off x="6179074" y="3553938"/>
              <a:ext cx="78938" cy="97530"/>
            </a:xfrm>
            <a:custGeom>
              <a:avLst/>
              <a:gdLst/>
              <a:ahLst/>
              <a:cxnLst/>
              <a:rect l="l" t="t" r="r" b="b"/>
              <a:pathLst>
                <a:path w="3006" h="3714" extrusionOk="0">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62"/>
            <p:cNvSpPr/>
            <p:nvPr/>
          </p:nvSpPr>
          <p:spPr>
            <a:xfrm>
              <a:off x="6192152" y="3651441"/>
              <a:ext cx="52546" cy="46034"/>
            </a:xfrm>
            <a:custGeom>
              <a:avLst/>
              <a:gdLst/>
              <a:ahLst/>
              <a:cxnLst/>
              <a:rect l="l" t="t" r="r" b="b"/>
              <a:pathLst>
                <a:path w="2001" h="1753" extrusionOk="0">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62"/>
            <p:cNvSpPr/>
            <p:nvPr/>
          </p:nvSpPr>
          <p:spPr>
            <a:xfrm>
              <a:off x="6179074" y="3564757"/>
              <a:ext cx="13104" cy="86711"/>
            </a:xfrm>
            <a:custGeom>
              <a:avLst/>
              <a:gdLst/>
              <a:ahLst/>
              <a:cxnLst/>
              <a:rect l="l" t="t" r="r" b="b"/>
              <a:pathLst>
                <a:path w="499" h="3302" extrusionOk="0">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62"/>
            <p:cNvSpPr/>
            <p:nvPr/>
          </p:nvSpPr>
          <p:spPr>
            <a:xfrm>
              <a:off x="6244672" y="3564757"/>
              <a:ext cx="13340" cy="86711"/>
            </a:xfrm>
            <a:custGeom>
              <a:avLst/>
              <a:gdLst/>
              <a:ahLst/>
              <a:cxnLst/>
              <a:rect l="l" t="t" r="r" b="b"/>
              <a:pathLst>
                <a:path w="508" h="3302" extrusionOk="0">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62"/>
            <p:cNvSpPr/>
            <p:nvPr/>
          </p:nvSpPr>
          <p:spPr>
            <a:xfrm>
              <a:off x="6198191" y="3546270"/>
              <a:ext cx="40467" cy="105198"/>
            </a:xfrm>
            <a:custGeom>
              <a:avLst/>
              <a:gdLst/>
              <a:ahLst/>
              <a:cxnLst/>
              <a:rect l="l" t="t" r="r" b="b"/>
              <a:pathLst>
                <a:path w="1541" h="4006" extrusionOk="0">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62"/>
            <p:cNvSpPr/>
            <p:nvPr/>
          </p:nvSpPr>
          <p:spPr>
            <a:xfrm>
              <a:off x="6215260" y="3664755"/>
              <a:ext cx="6565" cy="32720"/>
            </a:xfrm>
            <a:custGeom>
              <a:avLst/>
              <a:gdLst/>
              <a:ahLst/>
              <a:cxnLst/>
              <a:rect l="l" t="t" r="r" b="b"/>
              <a:pathLst>
                <a:path w="250" h="1246" extrusionOk="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62"/>
            <p:cNvSpPr/>
            <p:nvPr/>
          </p:nvSpPr>
          <p:spPr>
            <a:xfrm>
              <a:off x="6192152"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62"/>
            <p:cNvSpPr/>
            <p:nvPr/>
          </p:nvSpPr>
          <p:spPr>
            <a:xfrm>
              <a:off x="6192204" y="3480567"/>
              <a:ext cx="36160" cy="59269"/>
            </a:xfrm>
            <a:custGeom>
              <a:avLst/>
              <a:gdLst/>
              <a:ahLst/>
              <a:cxnLst/>
              <a:rect l="l" t="t" r="r" b="b"/>
              <a:pathLst>
                <a:path w="1377" h="2257" extrusionOk="0">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62"/>
            <p:cNvSpPr/>
            <p:nvPr/>
          </p:nvSpPr>
          <p:spPr>
            <a:xfrm>
              <a:off x="6192152" y="3480567"/>
              <a:ext cx="52546" cy="26418"/>
            </a:xfrm>
            <a:custGeom>
              <a:avLst/>
              <a:gdLst/>
              <a:ahLst/>
              <a:cxnLst/>
              <a:rect l="l" t="t" r="r" b="b"/>
              <a:pathLst>
                <a:path w="2001" h="1006" extrusionOk="0">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62"/>
            <p:cNvSpPr/>
            <p:nvPr/>
          </p:nvSpPr>
          <p:spPr>
            <a:xfrm>
              <a:off x="6192414" y="3480567"/>
              <a:ext cx="35950" cy="23897"/>
            </a:xfrm>
            <a:custGeom>
              <a:avLst/>
              <a:gdLst/>
              <a:ahLst/>
              <a:cxnLst/>
              <a:rect l="l" t="t" r="r" b="b"/>
              <a:pathLst>
                <a:path w="1369" h="910" extrusionOk="0">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62"/>
            <p:cNvSpPr/>
            <p:nvPr/>
          </p:nvSpPr>
          <p:spPr>
            <a:xfrm>
              <a:off x="6310532"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62"/>
            <p:cNvSpPr/>
            <p:nvPr/>
          </p:nvSpPr>
          <p:spPr>
            <a:xfrm>
              <a:off x="6309271" y="3533087"/>
              <a:ext cx="28912" cy="19931"/>
            </a:xfrm>
            <a:custGeom>
              <a:avLst/>
              <a:gdLst/>
              <a:ahLst/>
              <a:cxnLst/>
              <a:rect l="l" t="t" r="r" b="b"/>
              <a:pathLst>
                <a:path w="1101" h="759" extrusionOk="0">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62"/>
            <p:cNvSpPr/>
            <p:nvPr/>
          </p:nvSpPr>
          <p:spPr>
            <a:xfrm>
              <a:off x="6284140"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62"/>
            <p:cNvSpPr/>
            <p:nvPr/>
          </p:nvSpPr>
          <p:spPr>
            <a:xfrm>
              <a:off x="6297454"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62"/>
            <p:cNvSpPr/>
            <p:nvPr/>
          </p:nvSpPr>
          <p:spPr>
            <a:xfrm>
              <a:off x="6297454" y="3480567"/>
              <a:ext cx="36213" cy="59269"/>
            </a:xfrm>
            <a:custGeom>
              <a:avLst/>
              <a:gdLst/>
              <a:ahLst/>
              <a:cxnLst/>
              <a:rect l="l" t="t" r="r" b="b"/>
              <a:pathLst>
                <a:path w="1379" h="2257" extrusionOk="0">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62"/>
            <p:cNvSpPr/>
            <p:nvPr/>
          </p:nvSpPr>
          <p:spPr>
            <a:xfrm>
              <a:off x="6297454" y="3651441"/>
              <a:ext cx="52546" cy="46034"/>
            </a:xfrm>
            <a:custGeom>
              <a:avLst/>
              <a:gdLst/>
              <a:ahLst/>
              <a:cxnLst/>
              <a:rect l="l" t="t" r="r" b="b"/>
              <a:pathLst>
                <a:path w="2001" h="1753" extrusionOk="0">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62"/>
            <p:cNvSpPr/>
            <p:nvPr/>
          </p:nvSpPr>
          <p:spPr>
            <a:xfrm>
              <a:off x="6284140" y="3564757"/>
              <a:ext cx="13340" cy="86711"/>
            </a:xfrm>
            <a:custGeom>
              <a:avLst/>
              <a:gdLst/>
              <a:ahLst/>
              <a:cxnLst/>
              <a:rect l="l" t="t" r="r" b="b"/>
              <a:pathLst>
                <a:path w="508" h="3302" extrusionOk="0">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62"/>
            <p:cNvSpPr/>
            <p:nvPr/>
          </p:nvSpPr>
          <p:spPr>
            <a:xfrm>
              <a:off x="6349974" y="3564757"/>
              <a:ext cx="13104" cy="86711"/>
            </a:xfrm>
            <a:custGeom>
              <a:avLst/>
              <a:gdLst/>
              <a:ahLst/>
              <a:cxnLst/>
              <a:rect l="l" t="t" r="r" b="b"/>
              <a:pathLst>
                <a:path w="499" h="3302" extrusionOk="0">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62"/>
            <p:cNvSpPr/>
            <p:nvPr/>
          </p:nvSpPr>
          <p:spPr>
            <a:xfrm>
              <a:off x="6303494" y="3546532"/>
              <a:ext cx="40467" cy="104935"/>
            </a:xfrm>
            <a:custGeom>
              <a:avLst/>
              <a:gdLst/>
              <a:ahLst/>
              <a:cxnLst/>
              <a:rect l="l" t="t" r="r" b="b"/>
              <a:pathLst>
                <a:path w="1541" h="3996" extrusionOk="0">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62"/>
            <p:cNvSpPr/>
            <p:nvPr/>
          </p:nvSpPr>
          <p:spPr>
            <a:xfrm>
              <a:off x="6320563" y="3664755"/>
              <a:ext cx="6565" cy="32720"/>
            </a:xfrm>
            <a:custGeom>
              <a:avLst/>
              <a:gdLst/>
              <a:ahLst/>
              <a:cxnLst/>
              <a:rect l="l" t="t" r="r" b="b"/>
              <a:pathLst>
                <a:path w="250" h="1246" extrusionOk="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62"/>
            <p:cNvSpPr/>
            <p:nvPr/>
          </p:nvSpPr>
          <p:spPr>
            <a:xfrm>
              <a:off x="6297454" y="3480567"/>
              <a:ext cx="52546" cy="26418"/>
            </a:xfrm>
            <a:custGeom>
              <a:avLst/>
              <a:gdLst/>
              <a:ahLst/>
              <a:cxnLst/>
              <a:rect l="l" t="t" r="r" b="b"/>
              <a:pathLst>
                <a:path w="2001" h="1006" extrusionOk="0">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62"/>
            <p:cNvSpPr/>
            <p:nvPr/>
          </p:nvSpPr>
          <p:spPr>
            <a:xfrm>
              <a:off x="6297454" y="3480567"/>
              <a:ext cx="36213" cy="23897"/>
            </a:xfrm>
            <a:custGeom>
              <a:avLst/>
              <a:gdLst/>
              <a:ahLst/>
              <a:cxnLst/>
              <a:rect l="l" t="t" r="r" b="b"/>
              <a:pathLst>
                <a:path w="1379" h="910" extrusionOk="0">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62"/>
            <p:cNvSpPr/>
            <p:nvPr/>
          </p:nvSpPr>
          <p:spPr>
            <a:xfrm>
              <a:off x="6415808" y="3533087"/>
              <a:ext cx="26181" cy="26418"/>
            </a:xfrm>
            <a:custGeom>
              <a:avLst/>
              <a:gdLst/>
              <a:ahLst/>
              <a:cxnLst/>
              <a:rect l="l" t="t" r="r" b="b"/>
              <a:pathLst>
                <a:path w="997" h="1006" extrusionOk="0">
                  <a:moveTo>
                    <a:pt x="1" y="0"/>
                  </a:moveTo>
                  <a:lnTo>
                    <a:pt x="1" y="1005"/>
                  </a:lnTo>
                  <a:lnTo>
                    <a:pt x="996" y="1005"/>
                  </a:lnTo>
                  <a:lnTo>
                    <a:pt x="9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62"/>
            <p:cNvSpPr/>
            <p:nvPr/>
          </p:nvSpPr>
          <p:spPr>
            <a:xfrm>
              <a:off x="6414574" y="3533087"/>
              <a:ext cx="28676" cy="19931"/>
            </a:xfrm>
            <a:custGeom>
              <a:avLst/>
              <a:gdLst/>
              <a:ahLst/>
              <a:cxnLst/>
              <a:rect l="l" t="t" r="r" b="b"/>
              <a:pathLst>
                <a:path w="1092" h="759" extrusionOk="0">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62"/>
            <p:cNvSpPr/>
            <p:nvPr/>
          </p:nvSpPr>
          <p:spPr>
            <a:xfrm>
              <a:off x="6389443"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62"/>
            <p:cNvSpPr/>
            <p:nvPr/>
          </p:nvSpPr>
          <p:spPr>
            <a:xfrm>
              <a:off x="6402494" y="3651441"/>
              <a:ext cx="52809" cy="46034"/>
            </a:xfrm>
            <a:custGeom>
              <a:avLst/>
              <a:gdLst/>
              <a:ahLst/>
              <a:cxnLst/>
              <a:rect l="l" t="t" r="r" b="b"/>
              <a:pathLst>
                <a:path w="2011" h="1753" extrusionOk="0">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62"/>
            <p:cNvSpPr/>
            <p:nvPr/>
          </p:nvSpPr>
          <p:spPr>
            <a:xfrm>
              <a:off x="6389443" y="3564757"/>
              <a:ext cx="13077" cy="86711"/>
            </a:xfrm>
            <a:custGeom>
              <a:avLst/>
              <a:gdLst/>
              <a:ahLst/>
              <a:cxnLst/>
              <a:rect l="l" t="t" r="r" b="b"/>
              <a:pathLst>
                <a:path w="498" h="3302" extrusionOk="0">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62"/>
            <p:cNvSpPr/>
            <p:nvPr/>
          </p:nvSpPr>
          <p:spPr>
            <a:xfrm>
              <a:off x="6455277" y="3564757"/>
              <a:ext cx="13104" cy="86711"/>
            </a:xfrm>
            <a:custGeom>
              <a:avLst/>
              <a:gdLst/>
              <a:ahLst/>
              <a:cxnLst/>
              <a:rect l="l" t="t" r="r" b="b"/>
              <a:pathLst>
                <a:path w="499" h="3302" extrusionOk="0">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62"/>
            <p:cNvSpPr/>
            <p:nvPr/>
          </p:nvSpPr>
          <p:spPr>
            <a:xfrm>
              <a:off x="6408797" y="3546270"/>
              <a:ext cx="40230" cy="105198"/>
            </a:xfrm>
            <a:custGeom>
              <a:avLst/>
              <a:gdLst/>
              <a:ahLst/>
              <a:cxnLst/>
              <a:rect l="l" t="t" r="r" b="b"/>
              <a:pathLst>
                <a:path w="1532" h="4006" extrusionOk="0">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62"/>
            <p:cNvSpPr/>
            <p:nvPr/>
          </p:nvSpPr>
          <p:spPr>
            <a:xfrm>
              <a:off x="6425866" y="3664781"/>
              <a:ext cx="6329" cy="32694"/>
            </a:xfrm>
            <a:custGeom>
              <a:avLst/>
              <a:gdLst/>
              <a:ahLst/>
              <a:cxnLst/>
              <a:rect l="l" t="t" r="r" b="b"/>
              <a:pathLst>
                <a:path w="241" h="1245" extrusionOk="0">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62"/>
            <p:cNvSpPr/>
            <p:nvPr/>
          </p:nvSpPr>
          <p:spPr>
            <a:xfrm>
              <a:off x="6402494" y="3480567"/>
              <a:ext cx="52809" cy="59321"/>
            </a:xfrm>
            <a:custGeom>
              <a:avLst/>
              <a:gdLst/>
              <a:ahLst/>
              <a:cxnLst/>
              <a:rect l="l" t="t" r="r" b="b"/>
              <a:pathLst>
                <a:path w="2011" h="2259" extrusionOk="0">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62"/>
            <p:cNvSpPr/>
            <p:nvPr/>
          </p:nvSpPr>
          <p:spPr>
            <a:xfrm>
              <a:off x="6402757" y="3480567"/>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62"/>
            <p:cNvSpPr/>
            <p:nvPr/>
          </p:nvSpPr>
          <p:spPr>
            <a:xfrm>
              <a:off x="6402494" y="3480567"/>
              <a:ext cx="52809" cy="26418"/>
            </a:xfrm>
            <a:custGeom>
              <a:avLst/>
              <a:gdLst/>
              <a:ahLst/>
              <a:cxnLst/>
              <a:rect l="l" t="t" r="r" b="b"/>
              <a:pathLst>
                <a:path w="2011" h="1006" extrusionOk="0">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62"/>
            <p:cNvSpPr/>
            <p:nvPr/>
          </p:nvSpPr>
          <p:spPr>
            <a:xfrm>
              <a:off x="6402757" y="3480567"/>
              <a:ext cx="35950" cy="23897"/>
            </a:xfrm>
            <a:custGeom>
              <a:avLst/>
              <a:gdLst/>
              <a:ahLst/>
              <a:cxnLst/>
              <a:rect l="l" t="t" r="r" b="b"/>
              <a:pathLst>
                <a:path w="1369" h="910" extrusionOk="0">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62"/>
            <p:cNvSpPr/>
            <p:nvPr/>
          </p:nvSpPr>
          <p:spPr>
            <a:xfrm>
              <a:off x="6520874" y="3533087"/>
              <a:ext cx="26418" cy="26418"/>
            </a:xfrm>
            <a:custGeom>
              <a:avLst/>
              <a:gdLst/>
              <a:ahLst/>
              <a:cxnLst/>
              <a:rect l="l" t="t" r="r" b="b"/>
              <a:pathLst>
                <a:path w="1006"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62"/>
            <p:cNvSpPr/>
            <p:nvPr/>
          </p:nvSpPr>
          <p:spPr>
            <a:xfrm>
              <a:off x="6519614" y="3533087"/>
              <a:ext cx="28939" cy="19931"/>
            </a:xfrm>
            <a:custGeom>
              <a:avLst/>
              <a:gdLst/>
              <a:ahLst/>
              <a:cxnLst/>
              <a:rect l="l" t="t" r="r" b="b"/>
              <a:pathLst>
                <a:path w="1102" h="759" extrusionOk="0">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62"/>
            <p:cNvSpPr/>
            <p:nvPr/>
          </p:nvSpPr>
          <p:spPr>
            <a:xfrm>
              <a:off x="6494483" y="3553938"/>
              <a:ext cx="79200" cy="97530"/>
            </a:xfrm>
            <a:custGeom>
              <a:avLst/>
              <a:gdLst/>
              <a:ahLst/>
              <a:cxnLst/>
              <a:rect l="l" t="t" r="r" b="b"/>
              <a:pathLst>
                <a:path w="3016" h="3714" extrusionOk="0">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62"/>
            <p:cNvSpPr/>
            <p:nvPr/>
          </p:nvSpPr>
          <p:spPr>
            <a:xfrm>
              <a:off x="6507797" y="3651441"/>
              <a:ext cx="52546" cy="46034"/>
            </a:xfrm>
            <a:custGeom>
              <a:avLst/>
              <a:gdLst/>
              <a:ahLst/>
              <a:cxnLst/>
              <a:rect l="l" t="t" r="r" b="b"/>
              <a:pathLst>
                <a:path w="2001" h="1753" extrusionOk="0">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62"/>
            <p:cNvSpPr/>
            <p:nvPr/>
          </p:nvSpPr>
          <p:spPr>
            <a:xfrm>
              <a:off x="6494483" y="3564757"/>
              <a:ext cx="13340" cy="86711"/>
            </a:xfrm>
            <a:custGeom>
              <a:avLst/>
              <a:gdLst/>
              <a:ahLst/>
              <a:cxnLst/>
              <a:rect l="l" t="t" r="r" b="b"/>
              <a:pathLst>
                <a:path w="508" h="3302" extrusionOk="0">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62"/>
            <p:cNvSpPr/>
            <p:nvPr/>
          </p:nvSpPr>
          <p:spPr>
            <a:xfrm>
              <a:off x="6513837" y="3546532"/>
              <a:ext cx="40493" cy="104935"/>
            </a:xfrm>
            <a:custGeom>
              <a:avLst/>
              <a:gdLst/>
              <a:ahLst/>
              <a:cxnLst/>
              <a:rect l="l" t="t" r="r" b="b"/>
              <a:pathLst>
                <a:path w="1542" h="3996" extrusionOk="0">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62"/>
            <p:cNvSpPr/>
            <p:nvPr/>
          </p:nvSpPr>
          <p:spPr>
            <a:xfrm>
              <a:off x="6530932" y="3664755"/>
              <a:ext cx="6565" cy="32720"/>
            </a:xfrm>
            <a:custGeom>
              <a:avLst/>
              <a:gdLst/>
              <a:ahLst/>
              <a:cxnLst/>
              <a:rect l="l" t="t" r="r" b="b"/>
              <a:pathLst>
                <a:path w="250" h="1246" extrusionOk="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62"/>
            <p:cNvSpPr/>
            <p:nvPr/>
          </p:nvSpPr>
          <p:spPr>
            <a:xfrm>
              <a:off x="6507797" y="3480567"/>
              <a:ext cx="52546" cy="59321"/>
            </a:xfrm>
            <a:custGeom>
              <a:avLst/>
              <a:gdLst/>
              <a:ahLst/>
              <a:cxnLst/>
              <a:rect l="l" t="t" r="r" b="b"/>
              <a:pathLst>
                <a:path w="2001" h="2259" extrusionOk="0">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62"/>
            <p:cNvSpPr/>
            <p:nvPr/>
          </p:nvSpPr>
          <p:spPr>
            <a:xfrm>
              <a:off x="6507797" y="3480567"/>
              <a:ext cx="36213" cy="59269"/>
            </a:xfrm>
            <a:custGeom>
              <a:avLst/>
              <a:gdLst/>
              <a:ahLst/>
              <a:cxnLst/>
              <a:rect l="l" t="t" r="r" b="b"/>
              <a:pathLst>
                <a:path w="1379" h="2257" extrusionOk="0">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62"/>
            <p:cNvSpPr/>
            <p:nvPr/>
          </p:nvSpPr>
          <p:spPr>
            <a:xfrm>
              <a:off x="6507797" y="3480567"/>
              <a:ext cx="52546" cy="26418"/>
            </a:xfrm>
            <a:custGeom>
              <a:avLst/>
              <a:gdLst/>
              <a:ahLst/>
              <a:cxnLst/>
              <a:rect l="l" t="t" r="r" b="b"/>
              <a:pathLst>
                <a:path w="2001" h="1006" extrusionOk="0">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62"/>
            <p:cNvSpPr/>
            <p:nvPr/>
          </p:nvSpPr>
          <p:spPr>
            <a:xfrm>
              <a:off x="6507797" y="3480567"/>
              <a:ext cx="36213" cy="23897"/>
            </a:xfrm>
            <a:custGeom>
              <a:avLst/>
              <a:gdLst/>
              <a:ahLst/>
              <a:cxnLst/>
              <a:rect l="l" t="t" r="r" b="b"/>
              <a:pathLst>
                <a:path w="1379" h="910" extrusionOk="0">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2" name="Google Shape;9852;p62"/>
          <p:cNvGrpSpPr/>
          <p:nvPr/>
        </p:nvGrpSpPr>
        <p:grpSpPr>
          <a:xfrm>
            <a:off x="7050311" y="3215328"/>
            <a:ext cx="394583" cy="331007"/>
            <a:chOff x="7054924" y="3367728"/>
            <a:chExt cx="394583" cy="331007"/>
          </a:xfrm>
        </p:grpSpPr>
        <p:sp>
          <p:nvSpPr>
            <p:cNvPr id="9853" name="Google Shape;9853;p62"/>
            <p:cNvSpPr/>
            <p:nvPr/>
          </p:nvSpPr>
          <p:spPr>
            <a:xfrm>
              <a:off x="7054924" y="3367728"/>
              <a:ext cx="394583" cy="331007"/>
            </a:xfrm>
            <a:custGeom>
              <a:avLst/>
              <a:gdLst/>
              <a:ahLst/>
              <a:cxnLst/>
              <a:rect l="l" t="t" r="r" b="b"/>
              <a:pathLst>
                <a:path w="15026" h="12605" extrusionOk="0">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62"/>
            <p:cNvSpPr/>
            <p:nvPr/>
          </p:nvSpPr>
          <p:spPr>
            <a:xfrm>
              <a:off x="7156708" y="3450394"/>
              <a:ext cx="191015" cy="191042"/>
            </a:xfrm>
            <a:custGeom>
              <a:avLst/>
              <a:gdLst/>
              <a:ahLst/>
              <a:cxnLst/>
              <a:rect l="l" t="t" r="r" b="b"/>
              <a:pathLst>
                <a:path w="7274" h="7275" extrusionOk="0">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62"/>
            <p:cNvSpPr/>
            <p:nvPr/>
          </p:nvSpPr>
          <p:spPr>
            <a:xfrm>
              <a:off x="7175799" y="3469512"/>
              <a:ext cx="152833" cy="152807"/>
            </a:xfrm>
            <a:custGeom>
              <a:avLst/>
              <a:gdLst/>
              <a:ahLst/>
              <a:cxnLst/>
              <a:rect l="l" t="t" r="r" b="b"/>
              <a:pathLst>
                <a:path w="5820" h="5819" extrusionOk="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62"/>
            <p:cNvSpPr/>
            <p:nvPr/>
          </p:nvSpPr>
          <p:spPr>
            <a:xfrm>
              <a:off x="7214007" y="3552178"/>
              <a:ext cx="76417" cy="70009"/>
            </a:xfrm>
            <a:custGeom>
              <a:avLst/>
              <a:gdLst/>
              <a:ahLst/>
              <a:cxnLst/>
              <a:rect l="l" t="t" r="r" b="b"/>
              <a:pathLst>
                <a:path w="2910" h="2666" extrusionOk="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62"/>
            <p:cNvSpPr/>
            <p:nvPr/>
          </p:nvSpPr>
          <p:spPr>
            <a:xfrm>
              <a:off x="7171781" y="3367728"/>
              <a:ext cx="144036" cy="38208"/>
            </a:xfrm>
            <a:custGeom>
              <a:avLst/>
              <a:gdLst/>
              <a:ahLst/>
              <a:cxnLst/>
              <a:rect l="l" t="t" r="r" b="b"/>
              <a:pathLst>
                <a:path w="5485" h="1455" extrusionOk="0">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62"/>
            <p:cNvSpPr/>
            <p:nvPr/>
          </p:nvSpPr>
          <p:spPr>
            <a:xfrm>
              <a:off x="7220546" y="3367728"/>
              <a:ext cx="95508" cy="38208"/>
            </a:xfrm>
            <a:custGeom>
              <a:avLst/>
              <a:gdLst/>
              <a:ahLst/>
              <a:cxnLst/>
              <a:rect l="l" t="t" r="r" b="b"/>
              <a:pathLst>
                <a:path w="3637" h="1455" extrusionOk="0">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62"/>
            <p:cNvSpPr/>
            <p:nvPr/>
          </p:nvSpPr>
          <p:spPr>
            <a:xfrm>
              <a:off x="7054924" y="3666777"/>
              <a:ext cx="394583" cy="31958"/>
            </a:xfrm>
            <a:custGeom>
              <a:avLst/>
              <a:gdLst/>
              <a:ahLst/>
              <a:cxnLst/>
              <a:rect l="l" t="t" r="r" b="b"/>
              <a:pathLst>
                <a:path w="15026" h="1217" extrusionOk="0">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62"/>
            <p:cNvSpPr/>
            <p:nvPr/>
          </p:nvSpPr>
          <p:spPr>
            <a:xfrm>
              <a:off x="7214007" y="3572293"/>
              <a:ext cx="76417" cy="49894"/>
            </a:xfrm>
            <a:custGeom>
              <a:avLst/>
              <a:gdLst/>
              <a:ahLst/>
              <a:cxnLst/>
              <a:rect l="l" t="t" r="r" b="b"/>
              <a:pathLst>
                <a:path w="2910" h="1900" extrusionOk="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62"/>
            <p:cNvSpPr/>
            <p:nvPr/>
          </p:nvSpPr>
          <p:spPr>
            <a:xfrm>
              <a:off x="7238140" y="3552178"/>
              <a:ext cx="27914" cy="19249"/>
            </a:xfrm>
            <a:custGeom>
              <a:avLst/>
              <a:gdLst/>
              <a:ahLst/>
              <a:cxnLst/>
              <a:rect l="l" t="t" r="r" b="b"/>
              <a:pathLst>
                <a:path w="1063" h="733" extrusionOk="0">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62"/>
            <p:cNvSpPr/>
            <p:nvPr/>
          </p:nvSpPr>
          <p:spPr>
            <a:xfrm>
              <a:off x="7226822" y="3501418"/>
              <a:ext cx="51049" cy="57326"/>
            </a:xfrm>
            <a:custGeom>
              <a:avLst/>
              <a:gdLst/>
              <a:ahLst/>
              <a:cxnLst/>
              <a:rect l="l" t="t" r="r" b="b"/>
              <a:pathLst>
                <a:path w="1944" h="2183" extrusionOk="0">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62"/>
            <p:cNvSpPr/>
            <p:nvPr/>
          </p:nvSpPr>
          <p:spPr>
            <a:xfrm>
              <a:off x="7226822" y="3501418"/>
              <a:ext cx="34952" cy="57194"/>
            </a:xfrm>
            <a:custGeom>
              <a:avLst/>
              <a:gdLst/>
              <a:ahLst/>
              <a:cxnLst/>
              <a:rect l="l" t="t" r="r" b="b"/>
              <a:pathLst>
                <a:path w="1331" h="2178" extrusionOk="0">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62"/>
            <p:cNvSpPr/>
            <p:nvPr/>
          </p:nvSpPr>
          <p:spPr>
            <a:xfrm>
              <a:off x="7226822" y="3501418"/>
              <a:ext cx="51049" cy="25420"/>
            </a:xfrm>
            <a:custGeom>
              <a:avLst/>
              <a:gdLst/>
              <a:ahLst/>
              <a:cxnLst/>
              <a:rect l="l" t="t" r="r" b="b"/>
              <a:pathLst>
                <a:path w="1944" h="968" extrusionOk="0">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62"/>
            <p:cNvSpPr/>
            <p:nvPr/>
          </p:nvSpPr>
          <p:spPr>
            <a:xfrm>
              <a:off x="7226822" y="3501155"/>
              <a:ext cx="34952" cy="23398"/>
            </a:xfrm>
            <a:custGeom>
              <a:avLst/>
              <a:gdLst/>
              <a:ahLst/>
              <a:cxnLst/>
              <a:rect l="l" t="t" r="r" b="b"/>
              <a:pathLst>
                <a:path w="1331" h="891" extrusionOk="0">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62"/>
            <p:cNvSpPr/>
            <p:nvPr/>
          </p:nvSpPr>
          <p:spPr>
            <a:xfrm>
              <a:off x="7214007" y="3583585"/>
              <a:ext cx="19117" cy="36239"/>
            </a:xfrm>
            <a:custGeom>
              <a:avLst/>
              <a:gdLst/>
              <a:ahLst/>
              <a:cxnLst/>
              <a:rect l="l" t="t" r="r" b="b"/>
              <a:pathLst>
                <a:path w="728" h="1380" extrusionOk="0">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62"/>
            <p:cNvSpPr/>
            <p:nvPr/>
          </p:nvSpPr>
          <p:spPr>
            <a:xfrm>
              <a:off x="7271306" y="3583585"/>
              <a:ext cx="19117" cy="36239"/>
            </a:xfrm>
            <a:custGeom>
              <a:avLst/>
              <a:gdLst/>
              <a:ahLst/>
              <a:cxnLst/>
              <a:rect l="l" t="t" r="r" b="b"/>
              <a:pathLst>
                <a:path w="728" h="1380" extrusionOk="0">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8" name="Google Shape;9868;p62"/>
          <p:cNvGrpSpPr/>
          <p:nvPr/>
        </p:nvGrpSpPr>
        <p:grpSpPr>
          <a:xfrm>
            <a:off x="7488354" y="3209025"/>
            <a:ext cx="394583" cy="343586"/>
            <a:chOff x="7492967" y="3361425"/>
            <a:chExt cx="394583" cy="343586"/>
          </a:xfrm>
        </p:grpSpPr>
        <p:sp>
          <p:nvSpPr>
            <p:cNvPr id="9869" name="Google Shape;9869;p62"/>
            <p:cNvSpPr/>
            <p:nvPr/>
          </p:nvSpPr>
          <p:spPr>
            <a:xfrm>
              <a:off x="7492967" y="3450394"/>
              <a:ext cx="394583" cy="254617"/>
            </a:xfrm>
            <a:custGeom>
              <a:avLst/>
              <a:gdLst/>
              <a:ahLst/>
              <a:cxnLst/>
              <a:rect l="l" t="t" r="r" b="b"/>
              <a:pathLst>
                <a:path w="15026" h="9696" extrusionOk="0">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62"/>
            <p:cNvSpPr/>
            <p:nvPr/>
          </p:nvSpPr>
          <p:spPr>
            <a:xfrm>
              <a:off x="7492967" y="3450657"/>
              <a:ext cx="394583" cy="19117"/>
            </a:xfrm>
            <a:custGeom>
              <a:avLst/>
              <a:gdLst/>
              <a:ahLst/>
              <a:cxnLst/>
              <a:rect l="l" t="t" r="r" b="b"/>
              <a:pathLst>
                <a:path w="15026" h="728" extrusionOk="0">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62"/>
            <p:cNvSpPr/>
            <p:nvPr/>
          </p:nvSpPr>
          <p:spPr>
            <a:xfrm>
              <a:off x="7531149" y="3501418"/>
              <a:ext cx="127203" cy="165385"/>
            </a:xfrm>
            <a:custGeom>
              <a:avLst/>
              <a:gdLst/>
              <a:ahLst/>
              <a:cxnLst/>
              <a:rect l="l" t="t" r="r" b="b"/>
              <a:pathLst>
                <a:path w="4844" h="6298" extrusionOk="0">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62"/>
            <p:cNvSpPr/>
            <p:nvPr/>
          </p:nvSpPr>
          <p:spPr>
            <a:xfrm>
              <a:off x="7690232" y="3501418"/>
              <a:ext cx="159109" cy="31696"/>
            </a:xfrm>
            <a:custGeom>
              <a:avLst/>
              <a:gdLst/>
              <a:ahLst/>
              <a:cxnLst/>
              <a:rect l="l" t="t" r="r" b="b"/>
              <a:pathLst>
                <a:path w="6059" h="1207" extrusionOk="0">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62"/>
            <p:cNvSpPr/>
            <p:nvPr/>
          </p:nvSpPr>
          <p:spPr>
            <a:xfrm>
              <a:off x="7690495" y="3552441"/>
              <a:ext cx="120665" cy="25393"/>
            </a:xfrm>
            <a:custGeom>
              <a:avLst/>
              <a:gdLst/>
              <a:ahLst/>
              <a:cxnLst/>
              <a:rect l="l" t="t" r="r" b="b"/>
              <a:pathLst>
                <a:path w="4595" h="967" extrusionOk="0">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62"/>
            <p:cNvSpPr/>
            <p:nvPr/>
          </p:nvSpPr>
          <p:spPr>
            <a:xfrm>
              <a:off x="7687974" y="3596925"/>
              <a:ext cx="80697" cy="12579"/>
            </a:xfrm>
            <a:custGeom>
              <a:avLst/>
              <a:gdLst/>
              <a:ahLst/>
              <a:cxnLst/>
              <a:rect l="l" t="t" r="r" b="b"/>
              <a:pathLst>
                <a:path w="3073" h="479" extrusionOk="0">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62"/>
            <p:cNvSpPr/>
            <p:nvPr/>
          </p:nvSpPr>
          <p:spPr>
            <a:xfrm>
              <a:off x="7777205" y="3596925"/>
              <a:ext cx="42489" cy="12579"/>
            </a:xfrm>
            <a:custGeom>
              <a:avLst/>
              <a:gdLst/>
              <a:ahLst/>
              <a:cxnLst/>
              <a:rect l="l" t="t" r="r" b="b"/>
              <a:pathLst>
                <a:path w="1618" h="479" extrusionOk="0">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62"/>
            <p:cNvSpPr/>
            <p:nvPr/>
          </p:nvSpPr>
          <p:spPr>
            <a:xfrm>
              <a:off x="7688236" y="3635107"/>
              <a:ext cx="29674" cy="12605"/>
            </a:xfrm>
            <a:custGeom>
              <a:avLst/>
              <a:gdLst/>
              <a:ahLst/>
              <a:cxnLst/>
              <a:rect l="l" t="t" r="r" b="b"/>
              <a:pathLst>
                <a:path w="1130" h="480" extrusionOk="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62"/>
            <p:cNvSpPr/>
            <p:nvPr/>
          </p:nvSpPr>
          <p:spPr>
            <a:xfrm>
              <a:off x="7726182" y="3635107"/>
              <a:ext cx="67882" cy="12605"/>
            </a:xfrm>
            <a:custGeom>
              <a:avLst/>
              <a:gdLst/>
              <a:ahLst/>
              <a:cxnLst/>
              <a:rect l="l" t="t" r="r" b="b"/>
              <a:pathLst>
                <a:path w="2585" h="480" extrusionOk="0">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62"/>
            <p:cNvSpPr/>
            <p:nvPr/>
          </p:nvSpPr>
          <p:spPr>
            <a:xfrm>
              <a:off x="7688236" y="3660501"/>
              <a:ext cx="29674" cy="12579"/>
            </a:xfrm>
            <a:custGeom>
              <a:avLst/>
              <a:gdLst/>
              <a:ahLst/>
              <a:cxnLst/>
              <a:rect l="l" t="t" r="r" b="b"/>
              <a:pathLst>
                <a:path w="1130" h="479" extrusionOk="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62"/>
            <p:cNvSpPr/>
            <p:nvPr/>
          </p:nvSpPr>
          <p:spPr>
            <a:xfrm>
              <a:off x="7726182" y="3660501"/>
              <a:ext cx="67882" cy="12579"/>
            </a:xfrm>
            <a:custGeom>
              <a:avLst/>
              <a:gdLst/>
              <a:ahLst/>
              <a:cxnLst/>
              <a:rect l="l" t="t" r="r" b="b"/>
              <a:pathLst>
                <a:path w="2585" h="479" extrusionOk="0">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62"/>
            <p:cNvSpPr/>
            <p:nvPr/>
          </p:nvSpPr>
          <p:spPr>
            <a:xfrm>
              <a:off x="7658825" y="3361425"/>
              <a:ext cx="62866" cy="114625"/>
            </a:xfrm>
            <a:custGeom>
              <a:avLst/>
              <a:gdLst/>
              <a:ahLst/>
              <a:cxnLst/>
              <a:rect l="l" t="t" r="r" b="b"/>
              <a:pathLst>
                <a:path w="2394" h="4365" extrusionOk="0">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62"/>
            <p:cNvSpPr/>
            <p:nvPr/>
          </p:nvSpPr>
          <p:spPr>
            <a:xfrm>
              <a:off x="7556542" y="3584110"/>
              <a:ext cx="76417" cy="82693"/>
            </a:xfrm>
            <a:custGeom>
              <a:avLst/>
              <a:gdLst/>
              <a:ahLst/>
              <a:cxnLst/>
              <a:rect l="l" t="t" r="r" b="b"/>
              <a:pathLst>
                <a:path w="2910" h="3149" extrusionOk="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62"/>
            <p:cNvSpPr/>
            <p:nvPr/>
          </p:nvSpPr>
          <p:spPr>
            <a:xfrm>
              <a:off x="7580912" y="3584110"/>
              <a:ext cx="27941" cy="18986"/>
            </a:xfrm>
            <a:custGeom>
              <a:avLst/>
              <a:gdLst/>
              <a:ahLst/>
              <a:cxnLst/>
              <a:rect l="l" t="t" r="r" b="b"/>
              <a:pathLst>
                <a:path w="1064" h="723" extrusionOk="0">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62"/>
            <p:cNvSpPr/>
            <p:nvPr/>
          </p:nvSpPr>
          <p:spPr>
            <a:xfrm>
              <a:off x="7556542" y="3604199"/>
              <a:ext cx="76417" cy="62604"/>
            </a:xfrm>
            <a:custGeom>
              <a:avLst/>
              <a:gdLst/>
              <a:ahLst/>
              <a:cxnLst/>
              <a:rect l="l" t="t" r="r" b="b"/>
              <a:pathLst>
                <a:path w="2910" h="2384" extrusionOk="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62"/>
            <p:cNvSpPr/>
            <p:nvPr/>
          </p:nvSpPr>
          <p:spPr>
            <a:xfrm>
              <a:off x="7556542" y="3615517"/>
              <a:ext cx="19117" cy="51286"/>
            </a:xfrm>
            <a:custGeom>
              <a:avLst/>
              <a:gdLst/>
              <a:ahLst/>
              <a:cxnLst/>
              <a:rect l="l" t="t" r="r" b="b"/>
              <a:pathLst>
                <a:path w="728" h="1953" extrusionOk="0">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62"/>
            <p:cNvSpPr/>
            <p:nvPr/>
          </p:nvSpPr>
          <p:spPr>
            <a:xfrm>
              <a:off x="7613842" y="3615517"/>
              <a:ext cx="19117" cy="51286"/>
            </a:xfrm>
            <a:custGeom>
              <a:avLst/>
              <a:gdLst/>
              <a:ahLst/>
              <a:cxnLst/>
              <a:rect l="l" t="t" r="r" b="b"/>
              <a:pathLst>
                <a:path w="728" h="1953" extrusionOk="0">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62"/>
            <p:cNvSpPr/>
            <p:nvPr/>
          </p:nvSpPr>
          <p:spPr>
            <a:xfrm>
              <a:off x="7569357" y="3533087"/>
              <a:ext cx="51049" cy="57326"/>
            </a:xfrm>
            <a:custGeom>
              <a:avLst/>
              <a:gdLst/>
              <a:ahLst/>
              <a:cxnLst/>
              <a:rect l="l" t="t" r="r" b="b"/>
              <a:pathLst>
                <a:path w="1944" h="2183" extrusionOk="0">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62"/>
            <p:cNvSpPr/>
            <p:nvPr/>
          </p:nvSpPr>
          <p:spPr>
            <a:xfrm>
              <a:off x="7569357" y="3533087"/>
              <a:ext cx="34952" cy="57457"/>
            </a:xfrm>
            <a:custGeom>
              <a:avLst/>
              <a:gdLst/>
              <a:ahLst/>
              <a:cxnLst/>
              <a:rect l="l" t="t" r="r" b="b"/>
              <a:pathLst>
                <a:path w="1331" h="2188" extrusionOk="0">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62"/>
            <p:cNvSpPr/>
            <p:nvPr/>
          </p:nvSpPr>
          <p:spPr>
            <a:xfrm>
              <a:off x="7569121" y="3533087"/>
              <a:ext cx="51023" cy="25393"/>
            </a:xfrm>
            <a:custGeom>
              <a:avLst/>
              <a:gdLst/>
              <a:ahLst/>
              <a:cxnLst/>
              <a:rect l="l" t="t" r="r" b="b"/>
              <a:pathLst>
                <a:path w="1943" h="967" extrusionOk="0">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62"/>
            <p:cNvSpPr/>
            <p:nvPr/>
          </p:nvSpPr>
          <p:spPr>
            <a:xfrm>
              <a:off x="7569357" y="3533087"/>
              <a:ext cx="34952" cy="23135"/>
            </a:xfrm>
            <a:custGeom>
              <a:avLst/>
              <a:gdLst/>
              <a:ahLst/>
              <a:cxnLst/>
              <a:rect l="l" t="t" r="r" b="b"/>
              <a:pathLst>
                <a:path w="1331" h="881" extrusionOk="0">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62"/>
            <p:cNvSpPr/>
            <p:nvPr/>
          </p:nvSpPr>
          <p:spPr>
            <a:xfrm>
              <a:off x="7677680" y="3444118"/>
              <a:ext cx="25157" cy="12579"/>
            </a:xfrm>
            <a:custGeom>
              <a:avLst/>
              <a:gdLst/>
              <a:ahLst/>
              <a:cxnLst/>
              <a:rect l="l" t="t" r="r" b="b"/>
              <a:pathLst>
                <a:path w="958" h="479" extrusionOk="0">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62"/>
            <p:cNvSpPr/>
            <p:nvPr/>
          </p:nvSpPr>
          <p:spPr>
            <a:xfrm>
              <a:off x="7659324" y="3361425"/>
              <a:ext cx="61869" cy="12605"/>
            </a:xfrm>
            <a:custGeom>
              <a:avLst/>
              <a:gdLst/>
              <a:ahLst/>
              <a:cxnLst/>
              <a:rect l="l" t="t" r="r" b="b"/>
              <a:pathLst>
                <a:path w="2356" h="480" extrusionOk="0">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2" name="Google Shape;9892;p62"/>
          <p:cNvGrpSpPr/>
          <p:nvPr/>
        </p:nvGrpSpPr>
        <p:grpSpPr>
          <a:xfrm>
            <a:off x="7930914" y="3200754"/>
            <a:ext cx="385287" cy="360156"/>
            <a:chOff x="7935527" y="3353154"/>
            <a:chExt cx="385287" cy="360156"/>
          </a:xfrm>
        </p:grpSpPr>
        <p:sp>
          <p:nvSpPr>
            <p:cNvPr id="9893" name="Google Shape;9893;p62"/>
            <p:cNvSpPr/>
            <p:nvPr/>
          </p:nvSpPr>
          <p:spPr>
            <a:xfrm>
              <a:off x="7935789" y="3428283"/>
              <a:ext cx="385024" cy="285026"/>
            </a:xfrm>
            <a:custGeom>
              <a:avLst/>
              <a:gdLst/>
              <a:ahLst/>
              <a:cxnLst/>
              <a:rect l="l" t="t" r="r" b="b"/>
              <a:pathLst>
                <a:path w="14662" h="10854" extrusionOk="0">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62"/>
            <p:cNvSpPr/>
            <p:nvPr/>
          </p:nvSpPr>
          <p:spPr>
            <a:xfrm>
              <a:off x="7935527" y="3428283"/>
              <a:ext cx="192775" cy="285026"/>
            </a:xfrm>
            <a:custGeom>
              <a:avLst/>
              <a:gdLst/>
              <a:ahLst/>
              <a:cxnLst/>
              <a:rect l="l" t="t" r="r" b="b"/>
              <a:pathLst>
                <a:path w="7341" h="10854" extrusionOk="0">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62"/>
            <p:cNvSpPr/>
            <p:nvPr/>
          </p:nvSpPr>
          <p:spPr>
            <a:xfrm>
              <a:off x="7968956" y="3461949"/>
              <a:ext cx="318429" cy="217932"/>
            </a:xfrm>
            <a:custGeom>
              <a:avLst/>
              <a:gdLst/>
              <a:ahLst/>
              <a:cxnLst/>
              <a:rect l="l" t="t" r="r" b="b"/>
              <a:pathLst>
                <a:path w="12126" h="8299" extrusionOk="0">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62"/>
            <p:cNvSpPr/>
            <p:nvPr/>
          </p:nvSpPr>
          <p:spPr>
            <a:xfrm>
              <a:off x="7968956" y="3461712"/>
              <a:ext cx="159346" cy="218168"/>
            </a:xfrm>
            <a:custGeom>
              <a:avLst/>
              <a:gdLst/>
              <a:ahLst/>
              <a:cxnLst/>
              <a:rect l="l" t="t" r="r" b="b"/>
              <a:pathLst>
                <a:path w="6068" h="8308" extrusionOk="0">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62"/>
            <p:cNvSpPr/>
            <p:nvPr/>
          </p:nvSpPr>
          <p:spPr>
            <a:xfrm>
              <a:off x="8052646" y="3353154"/>
              <a:ext cx="151074" cy="126179"/>
            </a:xfrm>
            <a:custGeom>
              <a:avLst/>
              <a:gdLst/>
              <a:ahLst/>
              <a:cxnLst/>
              <a:rect l="l" t="t" r="r" b="b"/>
              <a:pathLst>
                <a:path w="5753"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62"/>
            <p:cNvSpPr/>
            <p:nvPr/>
          </p:nvSpPr>
          <p:spPr>
            <a:xfrm>
              <a:off x="8086574" y="3514994"/>
              <a:ext cx="149551" cy="106616"/>
            </a:xfrm>
            <a:custGeom>
              <a:avLst/>
              <a:gdLst/>
              <a:ahLst/>
              <a:cxnLst/>
              <a:rect l="l" t="t" r="r" b="b"/>
              <a:pathLst>
                <a:path w="5695" h="4060" extrusionOk="0">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62"/>
            <p:cNvSpPr/>
            <p:nvPr/>
          </p:nvSpPr>
          <p:spPr>
            <a:xfrm>
              <a:off x="8042589" y="3593643"/>
              <a:ext cx="44012" cy="37867"/>
            </a:xfrm>
            <a:custGeom>
              <a:avLst/>
              <a:gdLst/>
              <a:ahLst/>
              <a:cxnLst/>
              <a:rect l="l" t="t" r="r" b="b"/>
              <a:pathLst>
                <a:path w="1676" h="1442" extrusionOk="0">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62"/>
            <p:cNvSpPr/>
            <p:nvPr/>
          </p:nvSpPr>
          <p:spPr>
            <a:xfrm>
              <a:off x="8001571" y="3505645"/>
              <a:ext cx="44432" cy="38156"/>
            </a:xfrm>
            <a:custGeom>
              <a:avLst/>
              <a:gdLst/>
              <a:ahLst/>
              <a:cxnLst/>
              <a:rect l="l" t="t" r="r" b="b"/>
              <a:pathLst>
                <a:path w="1692" h="1453" extrusionOk="0">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62"/>
            <p:cNvSpPr/>
            <p:nvPr/>
          </p:nvSpPr>
          <p:spPr>
            <a:xfrm>
              <a:off x="8220133" y="3606510"/>
              <a:ext cx="41780" cy="37263"/>
            </a:xfrm>
            <a:custGeom>
              <a:avLst/>
              <a:gdLst/>
              <a:ahLst/>
              <a:cxnLst/>
              <a:rect l="l" t="t" r="r" b="b"/>
              <a:pathLst>
                <a:path w="1591" h="1419" extrusionOk="0">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62"/>
            <p:cNvSpPr/>
            <p:nvPr/>
          </p:nvSpPr>
          <p:spPr>
            <a:xfrm>
              <a:off x="8110129" y="3522242"/>
              <a:ext cx="44458" cy="38550"/>
            </a:xfrm>
            <a:custGeom>
              <a:avLst/>
              <a:gdLst/>
              <a:ahLst/>
              <a:cxnLst/>
              <a:rect l="l" t="t" r="r" b="b"/>
              <a:pathLst>
                <a:path w="1693" h="1468" extrusionOk="0">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62"/>
            <p:cNvSpPr/>
            <p:nvPr/>
          </p:nvSpPr>
          <p:spPr>
            <a:xfrm>
              <a:off x="8052646" y="3353154"/>
              <a:ext cx="75655" cy="126179"/>
            </a:xfrm>
            <a:custGeom>
              <a:avLst/>
              <a:gdLst/>
              <a:ahLst/>
              <a:cxnLst/>
              <a:rect l="l" t="t" r="r" b="b"/>
              <a:pathLst>
                <a:path w="2881"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62"/>
            <p:cNvSpPr/>
            <p:nvPr/>
          </p:nvSpPr>
          <p:spPr>
            <a:xfrm>
              <a:off x="8105429" y="3419933"/>
              <a:ext cx="39968" cy="34269"/>
            </a:xfrm>
            <a:custGeom>
              <a:avLst/>
              <a:gdLst/>
              <a:ahLst/>
              <a:cxnLst/>
              <a:rect l="l" t="t" r="r" b="b"/>
              <a:pathLst>
                <a:path w="1522" h="1305" extrusionOk="0">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5" name="Google Shape;9905;p62"/>
          <p:cNvGrpSpPr/>
          <p:nvPr/>
        </p:nvGrpSpPr>
        <p:grpSpPr>
          <a:xfrm>
            <a:off x="5315208" y="1833842"/>
            <a:ext cx="348103" cy="348103"/>
            <a:chOff x="5319821" y="1986242"/>
            <a:chExt cx="348103" cy="348103"/>
          </a:xfrm>
        </p:grpSpPr>
        <p:sp>
          <p:nvSpPr>
            <p:cNvPr id="9906" name="Google Shape;9906;p62"/>
            <p:cNvSpPr/>
            <p:nvPr/>
          </p:nvSpPr>
          <p:spPr>
            <a:xfrm>
              <a:off x="5319821" y="2134506"/>
              <a:ext cx="104830" cy="115150"/>
            </a:xfrm>
            <a:custGeom>
              <a:avLst/>
              <a:gdLst/>
              <a:ahLst/>
              <a:cxnLst/>
              <a:rect l="l" t="t" r="r" b="b"/>
              <a:pathLst>
                <a:path w="3992" h="4385" extrusionOk="0">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62"/>
            <p:cNvSpPr/>
            <p:nvPr/>
          </p:nvSpPr>
          <p:spPr>
            <a:xfrm>
              <a:off x="5320083" y="2164258"/>
              <a:ext cx="29437" cy="85634"/>
            </a:xfrm>
            <a:custGeom>
              <a:avLst/>
              <a:gdLst/>
              <a:ahLst/>
              <a:cxnLst/>
              <a:rect l="l" t="t" r="r" b="b"/>
              <a:pathLst>
                <a:path w="1121" h="3261" extrusionOk="0">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62"/>
            <p:cNvSpPr/>
            <p:nvPr/>
          </p:nvSpPr>
          <p:spPr>
            <a:xfrm>
              <a:off x="5341695" y="2134506"/>
              <a:ext cx="13104" cy="47793"/>
            </a:xfrm>
            <a:custGeom>
              <a:avLst/>
              <a:gdLst/>
              <a:ahLst/>
              <a:cxnLst/>
              <a:rect l="l" t="t" r="r" b="b"/>
              <a:pathLst>
                <a:path w="499" h="1820" extrusionOk="0">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62"/>
            <p:cNvSpPr/>
            <p:nvPr/>
          </p:nvSpPr>
          <p:spPr>
            <a:xfrm>
              <a:off x="5363701" y="2140047"/>
              <a:ext cx="8429" cy="43276"/>
            </a:xfrm>
            <a:custGeom>
              <a:avLst/>
              <a:gdLst/>
              <a:ahLst/>
              <a:cxnLst/>
              <a:rect l="l" t="t" r="r" b="b"/>
              <a:pathLst>
                <a:path w="321" h="1648" extrusionOk="0">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62"/>
            <p:cNvSpPr/>
            <p:nvPr/>
          </p:nvSpPr>
          <p:spPr>
            <a:xfrm>
              <a:off x="5382241" y="2143907"/>
              <a:ext cx="8981" cy="43171"/>
            </a:xfrm>
            <a:custGeom>
              <a:avLst/>
              <a:gdLst/>
              <a:ahLst/>
              <a:cxnLst/>
              <a:rect l="l" t="t" r="r" b="b"/>
              <a:pathLst>
                <a:path w="342" h="1644" extrusionOk="0">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62"/>
            <p:cNvSpPr/>
            <p:nvPr/>
          </p:nvSpPr>
          <p:spPr>
            <a:xfrm>
              <a:off x="5403012" y="2147846"/>
              <a:ext cx="6565" cy="39784"/>
            </a:xfrm>
            <a:custGeom>
              <a:avLst/>
              <a:gdLst/>
              <a:ahLst/>
              <a:cxnLst/>
              <a:rect l="l" t="t" r="r" b="b"/>
              <a:pathLst>
                <a:path w="250" h="1515" extrusionOk="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62"/>
            <p:cNvSpPr/>
            <p:nvPr/>
          </p:nvSpPr>
          <p:spPr>
            <a:xfrm>
              <a:off x="5396736" y="1986242"/>
              <a:ext cx="43749" cy="30173"/>
            </a:xfrm>
            <a:custGeom>
              <a:avLst/>
              <a:gdLst/>
              <a:ahLst/>
              <a:cxnLst/>
              <a:rect l="l" t="t" r="r" b="b"/>
              <a:pathLst>
                <a:path w="1666" h="1149" extrusionOk="0">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62"/>
            <p:cNvSpPr/>
            <p:nvPr/>
          </p:nvSpPr>
          <p:spPr>
            <a:xfrm>
              <a:off x="5398233" y="1987003"/>
              <a:ext cx="35976" cy="29411"/>
            </a:xfrm>
            <a:custGeom>
              <a:avLst/>
              <a:gdLst/>
              <a:ahLst/>
              <a:cxnLst/>
              <a:rect l="l" t="t" r="r" b="b"/>
              <a:pathLst>
                <a:path w="1370" h="1120" extrusionOk="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62"/>
            <p:cNvSpPr/>
            <p:nvPr/>
          </p:nvSpPr>
          <p:spPr>
            <a:xfrm>
              <a:off x="5425648" y="1988500"/>
              <a:ext cx="61081" cy="49290"/>
            </a:xfrm>
            <a:custGeom>
              <a:avLst/>
              <a:gdLst/>
              <a:ahLst/>
              <a:cxnLst/>
              <a:rect l="l" t="t" r="r" b="b"/>
              <a:pathLst>
                <a:path w="2326" h="1877" extrusionOk="0">
                  <a:moveTo>
                    <a:pt x="479" y="1"/>
                  </a:moveTo>
                  <a:lnTo>
                    <a:pt x="0" y="1025"/>
                  </a:lnTo>
                  <a:lnTo>
                    <a:pt x="2029" y="1876"/>
                  </a:lnTo>
                  <a:lnTo>
                    <a:pt x="2326" y="776"/>
                  </a:lnTo>
                  <a:lnTo>
                    <a:pt x="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62"/>
            <p:cNvSpPr/>
            <p:nvPr/>
          </p:nvSpPr>
          <p:spPr>
            <a:xfrm>
              <a:off x="5548782" y="2038000"/>
              <a:ext cx="32956" cy="37998"/>
            </a:xfrm>
            <a:custGeom>
              <a:avLst/>
              <a:gdLst/>
              <a:ahLst/>
              <a:cxnLst/>
              <a:rect l="l" t="t" r="r" b="b"/>
              <a:pathLst>
                <a:path w="1255" h="1447" extrusionOk="0">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62"/>
            <p:cNvSpPr/>
            <p:nvPr/>
          </p:nvSpPr>
          <p:spPr>
            <a:xfrm>
              <a:off x="5552038" y="2038000"/>
              <a:ext cx="29700" cy="24159"/>
            </a:xfrm>
            <a:custGeom>
              <a:avLst/>
              <a:gdLst/>
              <a:ahLst/>
              <a:cxnLst/>
              <a:rect l="l" t="t" r="r" b="b"/>
              <a:pathLst>
                <a:path w="1131" h="920" extrusionOk="0">
                  <a:moveTo>
                    <a:pt x="154" y="1"/>
                  </a:moveTo>
                  <a:lnTo>
                    <a:pt x="1" y="546"/>
                  </a:lnTo>
                  <a:lnTo>
                    <a:pt x="891" y="920"/>
                  </a:lnTo>
                  <a:lnTo>
                    <a:pt x="1111" y="460"/>
                  </a:lnTo>
                  <a:lnTo>
                    <a:pt x="1130" y="412"/>
                  </a:lnTo>
                  <a:lnTo>
                    <a:pt x="15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62"/>
            <p:cNvSpPr/>
            <p:nvPr/>
          </p:nvSpPr>
          <p:spPr>
            <a:xfrm>
              <a:off x="5432161" y="1988500"/>
              <a:ext cx="54568" cy="34453"/>
            </a:xfrm>
            <a:custGeom>
              <a:avLst/>
              <a:gdLst/>
              <a:ahLst/>
              <a:cxnLst/>
              <a:rect l="l" t="t" r="r" b="b"/>
              <a:pathLst>
                <a:path w="2078" h="1312" extrusionOk="0">
                  <a:moveTo>
                    <a:pt x="231" y="1"/>
                  </a:moveTo>
                  <a:lnTo>
                    <a:pt x="1" y="489"/>
                  </a:lnTo>
                  <a:lnTo>
                    <a:pt x="1934" y="1312"/>
                  </a:lnTo>
                  <a:lnTo>
                    <a:pt x="2078" y="776"/>
                  </a:lnTo>
                  <a:lnTo>
                    <a:pt x="2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62"/>
            <p:cNvSpPr/>
            <p:nvPr/>
          </p:nvSpPr>
          <p:spPr>
            <a:xfrm>
              <a:off x="5563093" y="2104097"/>
              <a:ext cx="104830" cy="115150"/>
            </a:xfrm>
            <a:custGeom>
              <a:avLst/>
              <a:gdLst/>
              <a:ahLst/>
              <a:cxnLst/>
              <a:rect l="l" t="t" r="r" b="b"/>
              <a:pathLst>
                <a:path w="3992" h="4385" extrusionOk="0">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62"/>
            <p:cNvSpPr/>
            <p:nvPr/>
          </p:nvSpPr>
          <p:spPr>
            <a:xfrm>
              <a:off x="5563618" y="2133849"/>
              <a:ext cx="29175" cy="85634"/>
            </a:xfrm>
            <a:custGeom>
              <a:avLst/>
              <a:gdLst/>
              <a:ahLst/>
              <a:cxnLst/>
              <a:rect l="l" t="t" r="r" b="b"/>
              <a:pathLst>
                <a:path w="1111" h="3261" extrusionOk="0">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62"/>
            <p:cNvSpPr/>
            <p:nvPr/>
          </p:nvSpPr>
          <p:spPr>
            <a:xfrm>
              <a:off x="5448258" y="1994934"/>
              <a:ext cx="115124" cy="129803"/>
            </a:xfrm>
            <a:custGeom>
              <a:avLst/>
              <a:gdLst/>
              <a:ahLst/>
              <a:cxnLst/>
              <a:rect l="l" t="t" r="r" b="b"/>
              <a:pathLst>
                <a:path w="4384" h="4943" extrusionOk="0">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62"/>
            <p:cNvSpPr/>
            <p:nvPr/>
          </p:nvSpPr>
          <p:spPr>
            <a:xfrm>
              <a:off x="5448258" y="2028205"/>
              <a:ext cx="25157" cy="96033"/>
            </a:xfrm>
            <a:custGeom>
              <a:avLst/>
              <a:gdLst/>
              <a:ahLst/>
              <a:cxnLst/>
              <a:rect l="l" t="t" r="r" b="b"/>
              <a:pathLst>
                <a:path w="958" h="3657" extrusionOk="0">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62"/>
            <p:cNvSpPr/>
            <p:nvPr/>
          </p:nvSpPr>
          <p:spPr>
            <a:xfrm>
              <a:off x="5567636" y="2048058"/>
              <a:ext cx="32195" cy="33902"/>
            </a:xfrm>
            <a:custGeom>
              <a:avLst/>
              <a:gdLst/>
              <a:ahLst/>
              <a:cxnLst/>
              <a:rect l="l" t="t" r="r" b="b"/>
              <a:pathLst>
                <a:path w="1226" h="1291" extrusionOk="0">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62"/>
            <p:cNvSpPr/>
            <p:nvPr/>
          </p:nvSpPr>
          <p:spPr>
            <a:xfrm>
              <a:off x="5454561" y="2149842"/>
              <a:ext cx="86212" cy="184266"/>
            </a:xfrm>
            <a:custGeom>
              <a:avLst/>
              <a:gdLst/>
              <a:ahLst/>
              <a:cxnLst/>
              <a:rect l="l" t="t" r="r" b="b"/>
              <a:pathLst>
                <a:path w="3283" h="7017" extrusionOk="0">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62"/>
            <p:cNvSpPr/>
            <p:nvPr/>
          </p:nvSpPr>
          <p:spPr>
            <a:xfrm>
              <a:off x="5578193" y="2244089"/>
              <a:ext cx="85975" cy="90019"/>
            </a:xfrm>
            <a:custGeom>
              <a:avLst/>
              <a:gdLst/>
              <a:ahLst/>
              <a:cxnLst/>
              <a:rect l="l" t="t" r="r" b="b"/>
              <a:pathLst>
                <a:path w="3274" h="3428" extrusionOk="0">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62"/>
            <p:cNvSpPr/>
            <p:nvPr/>
          </p:nvSpPr>
          <p:spPr>
            <a:xfrm>
              <a:off x="5473389" y="2149842"/>
              <a:ext cx="67383" cy="184266"/>
            </a:xfrm>
            <a:custGeom>
              <a:avLst/>
              <a:gdLst/>
              <a:ahLst/>
              <a:cxnLst/>
              <a:rect l="l" t="t" r="r" b="b"/>
              <a:pathLst>
                <a:path w="2566" h="7017" extrusionOk="0">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62"/>
            <p:cNvSpPr/>
            <p:nvPr/>
          </p:nvSpPr>
          <p:spPr>
            <a:xfrm>
              <a:off x="5595262" y="2244089"/>
              <a:ext cx="69143" cy="90019"/>
            </a:xfrm>
            <a:custGeom>
              <a:avLst/>
              <a:gdLst/>
              <a:ahLst/>
              <a:cxnLst/>
              <a:rect l="l" t="t" r="r" b="b"/>
              <a:pathLst>
                <a:path w="2633" h="3428" extrusionOk="0">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62"/>
            <p:cNvSpPr/>
            <p:nvPr/>
          </p:nvSpPr>
          <p:spPr>
            <a:xfrm>
              <a:off x="5334421" y="2274997"/>
              <a:ext cx="86973" cy="59348"/>
            </a:xfrm>
            <a:custGeom>
              <a:avLst/>
              <a:gdLst/>
              <a:ahLst/>
              <a:cxnLst/>
              <a:rect l="l" t="t" r="r" b="b"/>
              <a:pathLst>
                <a:path w="3312" h="2260" extrusionOk="0">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62"/>
            <p:cNvSpPr/>
            <p:nvPr/>
          </p:nvSpPr>
          <p:spPr>
            <a:xfrm>
              <a:off x="5353512" y="2274997"/>
              <a:ext cx="67619" cy="59085"/>
            </a:xfrm>
            <a:custGeom>
              <a:avLst/>
              <a:gdLst/>
              <a:ahLst/>
              <a:cxnLst/>
              <a:rect l="l" t="t" r="r" b="b"/>
              <a:pathLst>
                <a:path w="2575" h="2250" extrusionOk="0">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62"/>
            <p:cNvSpPr/>
            <p:nvPr/>
          </p:nvSpPr>
          <p:spPr>
            <a:xfrm>
              <a:off x="5454298" y="2121192"/>
              <a:ext cx="86973" cy="32457"/>
            </a:xfrm>
            <a:custGeom>
              <a:avLst/>
              <a:gdLst/>
              <a:ahLst/>
              <a:cxnLst/>
              <a:rect l="l" t="t" r="r" b="b"/>
              <a:pathLst>
                <a:path w="3312" h="1236" extrusionOk="0">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62"/>
            <p:cNvSpPr/>
            <p:nvPr/>
          </p:nvSpPr>
          <p:spPr>
            <a:xfrm>
              <a:off x="5473389" y="2121192"/>
              <a:ext cx="67882" cy="32457"/>
            </a:xfrm>
            <a:custGeom>
              <a:avLst/>
              <a:gdLst/>
              <a:ahLst/>
              <a:cxnLst/>
              <a:rect l="l" t="t" r="r" b="b"/>
              <a:pathLst>
                <a:path w="2585" h="1236" extrusionOk="0">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62"/>
            <p:cNvSpPr/>
            <p:nvPr/>
          </p:nvSpPr>
          <p:spPr>
            <a:xfrm>
              <a:off x="5476146" y="1994435"/>
              <a:ext cx="24658" cy="44537"/>
            </a:xfrm>
            <a:custGeom>
              <a:avLst/>
              <a:gdLst/>
              <a:ahLst/>
              <a:cxnLst/>
              <a:rect l="l" t="t" r="r" b="b"/>
              <a:pathLst>
                <a:path w="939" h="1696" extrusionOk="0">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62"/>
            <p:cNvSpPr/>
            <p:nvPr/>
          </p:nvSpPr>
          <p:spPr>
            <a:xfrm>
              <a:off x="5497758" y="2003731"/>
              <a:ext cx="18382" cy="41281"/>
            </a:xfrm>
            <a:custGeom>
              <a:avLst/>
              <a:gdLst/>
              <a:ahLst/>
              <a:cxnLst/>
              <a:rect l="l" t="t" r="r" b="b"/>
              <a:pathLst>
                <a:path w="700" h="1572" extrusionOk="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62"/>
            <p:cNvSpPr/>
            <p:nvPr/>
          </p:nvSpPr>
          <p:spPr>
            <a:xfrm>
              <a:off x="5515615" y="2011872"/>
              <a:ext cx="18618" cy="41176"/>
            </a:xfrm>
            <a:custGeom>
              <a:avLst/>
              <a:gdLst/>
              <a:ahLst/>
              <a:cxnLst/>
              <a:rect l="l" t="t" r="r" b="b"/>
              <a:pathLst>
                <a:path w="709" h="1568" extrusionOk="0">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62"/>
            <p:cNvSpPr/>
            <p:nvPr/>
          </p:nvSpPr>
          <p:spPr>
            <a:xfrm>
              <a:off x="5534706" y="2020669"/>
              <a:ext cx="16360" cy="37657"/>
            </a:xfrm>
            <a:custGeom>
              <a:avLst/>
              <a:gdLst/>
              <a:ahLst/>
              <a:cxnLst/>
              <a:rect l="l" t="t" r="r" b="b"/>
              <a:pathLst>
                <a:path w="623" h="1434" extrusionOk="0">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62"/>
            <p:cNvSpPr/>
            <p:nvPr/>
          </p:nvSpPr>
          <p:spPr>
            <a:xfrm>
              <a:off x="5585230" y="2104097"/>
              <a:ext cx="13077" cy="47793"/>
            </a:xfrm>
            <a:custGeom>
              <a:avLst/>
              <a:gdLst/>
              <a:ahLst/>
              <a:cxnLst/>
              <a:rect l="l" t="t" r="r" b="b"/>
              <a:pathLst>
                <a:path w="498" h="1820" extrusionOk="0">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62"/>
            <p:cNvSpPr/>
            <p:nvPr/>
          </p:nvSpPr>
          <p:spPr>
            <a:xfrm>
              <a:off x="5606947" y="2109480"/>
              <a:ext cx="8456" cy="43171"/>
            </a:xfrm>
            <a:custGeom>
              <a:avLst/>
              <a:gdLst/>
              <a:ahLst/>
              <a:cxnLst/>
              <a:rect l="l" t="t" r="r" b="b"/>
              <a:pathLst>
                <a:path w="322" h="1644" extrusionOk="0">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62"/>
            <p:cNvSpPr/>
            <p:nvPr/>
          </p:nvSpPr>
          <p:spPr>
            <a:xfrm>
              <a:off x="5625513" y="2113314"/>
              <a:ext cx="8981" cy="43093"/>
            </a:xfrm>
            <a:custGeom>
              <a:avLst/>
              <a:gdLst/>
              <a:ahLst/>
              <a:cxnLst/>
              <a:rect l="l" t="t" r="r" b="b"/>
              <a:pathLst>
                <a:path w="342" h="1641" extrusionOk="0">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62"/>
            <p:cNvSpPr/>
            <p:nvPr/>
          </p:nvSpPr>
          <p:spPr>
            <a:xfrm>
              <a:off x="5646285" y="2117437"/>
              <a:ext cx="6801" cy="39731"/>
            </a:xfrm>
            <a:custGeom>
              <a:avLst/>
              <a:gdLst/>
              <a:ahLst/>
              <a:cxnLst/>
              <a:rect l="l" t="t" r="r" b="b"/>
              <a:pathLst>
                <a:path w="259" h="1513" extrusionOk="0">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62"/>
            <p:cNvSpPr/>
            <p:nvPr/>
          </p:nvSpPr>
          <p:spPr>
            <a:xfrm>
              <a:off x="5577694" y="2215439"/>
              <a:ext cx="86973" cy="32694"/>
            </a:xfrm>
            <a:custGeom>
              <a:avLst/>
              <a:gdLst/>
              <a:ahLst/>
              <a:cxnLst/>
              <a:rect l="l" t="t" r="r" b="b"/>
              <a:pathLst>
                <a:path w="3312" h="1245" extrusionOk="0">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62"/>
            <p:cNvSpPr/>
            <p:nvPr/>
          </p:nvSpPr>
          <p:spPr>
            <a:xfrm>
              <a:off x="5595262" y="2215439"/>
              <a:ext cx="69405" cy="32694"/>
            </a:xfrm>
            <a:custGeom>
              <a:avLst/>
              <a:gdLst/>
              <a:ahLst/>
              <a:cxnLst/>
              <a:rect l="l" t="t" r="r" b="b"/>
              <a:pathLst>
                <a:path w="2643" h="1245" extrusionOk="0">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62"/>
            <p:cNvSpPr/>
            <p:nvPr/>
          </p:nvSpPr>
          <p:spPr>
            <a:xfrm>
              <a:off x="5334421" y="2246111"/>
              <a:ext cx="86973" cy="32431"/>
            </a:xfrm>
            <a:custGeom>
              <a:avLst/>
              <a:gdLst/>
              <a:ahLst/>
              <a:cxnLst/>
              <a:rect l="l" t="t" r="r" b="b"/>
              <a:pathLst>
                <a:path w="3312" h="1235" extrusionOk="0">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62"/>
            <p:cNvSpPr/>
            <p:nvPr/>
          </p:nvSpPr>
          <p:spPr>
            <a:xfrm>
              <a:off x="5353512" y="2246111"/>
              <a:ext cx="67882" cy="32431"/>
            </a:xfrm>
            <a:custGeom>
              <a:avLst/>
              <a:gdLst/>
              <a:ahLst/>
              <a:cxnLst/>
              <a:rect l="l" t="t" r="r" b="b"/>
              <a:pathLst>
                <a:path w="2585" h="1235" extrusionOk="0">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3" name="Google Shape;9943;p62"/>
          <p:cNvGrpSpPr/>
          <p:nvPr/>
        </p:nvGrpSpPr>
        <p:grpSpPr>
          <a:xfrm>
            <a:off x="5761313" y="1824283"/>
            <a:ext cx="348339" cy="348103"/>
            <a:chOff x="5765926" y="1976683"/>
            <a:chExt cx="348339" cy="348103"/>
          </a:xfrm>
        </p:grpSpPr>
        <p:sp>
          <p:nvSpPr>
            <p:cNvPr id="9944" name="Google Shape;9944;p62"/>
            <p:cNvSpPr/>
            <p:nvPr/>
          </p:nvSpPr>
          <p:spPr>
            <a:xfrm>
              <a:off x="5765926" y="1976683"/>
              <a:ext cx="263808" cy="173946"/>
            </a:xfrm>
            <a:custGeom>
              <a:avLst/>
              <a:gdLst/>
              <a:ahLst/>
              <a:cxnLst/>
              <a:rect l="l" t="t" r="r" b="b"/>
              <a:pathLst>
                <a:path w="10046" h="6624" extrusionOk="0">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62"/>
            <p:cNvSpPr/>
            <p:nvPr/>
          </p:nvSpPr>
          <p:spPr>
            <a:xfrm>
              <a:off x="5940082" y="1976683"/>
              <a:ext cx="174183" cy="263677"/>
            </a:xfrm>
            <a:custGeom>
              <a:avLst/>
              <a:gdLst/>
              <a:ahLst/>
              <a:cxnLst/>
              <a:rect l="l" t="t" r="r" b="b"/>
              <a:pathLst>
                <a:path w="6633" h="10041" extrusionOk="0">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62"/>
            <p:cNvSpPr/>
            <p:nvPr/>
          </p:nvSpPr>
          <p:spPr>
            <a:xfrm>
              <a:off x="5850194" y="2150603"/>
              <a:ext cx="263834" cy="174183"/>
            </a:xfrm>
            <a:custGeom>
              <a:avLst/>
              <a:gdLst/>
              <a:ahLst/>
              <a:cxnLst/>
              <a:rect l="l" t="t" r="r" b="b"/>
              <a:pathLst>
                <a:path w="10047" h="6633" extrusionOk="0">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62"/>
            <p:cNvSpPr/>
            <p:nvPr/>
          </p:nvSpPr>
          <p:spPr>
            <a:xfrm>
              <a:off x="5765926" y="2060873"/>
              <a:ext cx="173920" cy="263913"/>
            </a:xfrm>
            <a:custGeom>
              <a:avLst/>
              <a:gdLst/>
              <a:ahLst/>
              <a:cxnLst/>
              <a:rect l="l" t="t" r="r" b="b"/>
              <a:pathLst>
                <a:path w="6623" h="10050" extrusionOk="0">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62"/>
            <p:cNvSpPr/>
            <p:nvPr/>
          </p:nvSpPr>
          <p:spPr>
            <a:xfrm>
              <a:off x="5765926" y="2150603"/>
              <a:ext cx="39469" cy="174183"/>
            </a:xfrm>
            <a:custGeom>
              <a:avLst/>
              <a:gdLst/>
              <a:ahLst/>
              <a:cxnLst/>
              <a:rect l="l" t="t" r="r" b="b"/>
              <a:pathLst>
                <a:path w="1503" h="6633" extrusionOk="0">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62"/>
            <p:cNvSpPr/>
            <p:nvPr/>
          </p:nvSpPr>
          <p:spPr>
            <a:xfrm>
              <a:off x="5810778" y="2061057"/>
              <a:ext cx="47898" cy="89573"/>
            </a:xfrm>
            <a:custGeom>
              <a:avLst/>
              <a:gdLst/>
              <a:ahLst/>
              <a:cxnLst/>
              <a:rect l="l" t="t" r="r" b="b"/>
              <a:pathLst>
                <a:path w="1824" h="3411" extrusionOk="0">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62"/>
            <p:cNvSpPr/>
            <p:nvPr/>
          </p:nvSpPr>
          <p:spPr>
            <a:xfrm>
              <a:off x="5765926" y="1976683"/>
              <a:ext cx="39469" cy="173946"/>
            </a:xfrm>
            <a:custGeom>
              <a:avLst/>
              <a:gdLst/>
              <a:ahLst/>
              <a:cxnLst/>
              <a:rect l="l" t="t" r="r" b="b"/>
              <a:pathLst>
                <a:path w="1503" h="6624" extrusionOk="0">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62"/>
            <p:cNvSpPr/>
            <p:nvPr/>
          </p:nvSpPr>
          <p:spPr>
            <a:xfrm>
              <a:off x="6004655" y="2032906"/>
              <a:ext cx="39232" cy="61553"/>
            </a:xfrm>
            <a:custGeom>
              <a:avLst/>
              <a:gdLst/>
              <a:ahLst/>
              <a:cxnLst/>
              <a:rect l="l" t="t" r="r" b="b"/>
              <a:pathLst>
                <a:path w="1494" h="2344" extrusionOk="0">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62"/>
            <p:cNvSpPr/>
            <p:nvPr/>
          </p:nvSpPr>
          <p:spPr>
            <a:xfrm>
              <a:off x="5939819" y="1976683"/>
              <a:ext cx="22662" cy="73160"/>
            </a:xfrm>
            <a:custGeom>
              <a:avLst/>
              <a:gdLst/>
              <a:ahLst/>
              <a:cxnLst/>
              <a:rect l="l" t="t" r="r" b="b"/>
              <a:pathLst>
                <a:path w="863" h="2786" extrusionOk="0">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62"/>
            <p:cNvSpPr/>
            <p:nvPr/>
          </p:nvSpPr>
          <p:spPr>
            <a:xfrm>
              <a:off x="5940082" y="2077732"/>
              <a:ext cx="22400" cy="72898"/>
            </a:xfrm>
            <a:custGeom>
              <a:avLst/>
              <a:gdLst/>
              <a:ahLst/>
              <a:cxnLst/>
              <a:rect l="l" t="t" r="r" b="b"/>
              <a:pathLst>
                <a:path w="853" h="2776" extrusionOk="0">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62"/>
            <p:cNvSpPr/>
            <p:nvPr/>
          </p:nvSpPr>
          <p:spPr>
            <a:xfrm>
              <a:off x="5987324" y="2150839"/>
              <a:ext cx="45272" cy="89573"/>
            </a:xfrm>
            <a:custGeom>
              <a:avLst/>
              <a:gdLst/>
              <a:ahLst/>
              <a:cxnLst/>
              <a:rect l="l" t="t" r="r" b="b"/>
              <a:pathLst>
                <a:path w="1724" h="3411" extrusionOk="0">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62"/>
            <p:cNvSpPr/>
            <p:nvPr/>
          </p:nvSpPr>
          <p:spPr>
            <a:xfrm>
              <a:off x="5928764" y="2150603"/>
              <a:ext cx="22400" cy="73160"/>
            </a:xfrm>
            <a:custGeom>
              <a:avLst/>
              <a:gdLst/>
              <a:ahLst/>
              <a:cxnLst/>
              <a:rect l="l" t="t" r="r" b="b"/>
              <a:pathLst>
                <a:path w="853" h="2786" extrusionOk="0">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62"/>
            <p:cNvSpPr/>
            <p:nvPr/>
          </p:nvSpPr>
          <p:spPr>
            <a:xfrm>
              <a:off x="5847332" y="2206826"/>
              <a:ext cx="39232" cy="61737"/>
            </a:xfrm>
            <a:custGeom>
              <a:avLst/>
              <a:gdLst/>
              <a:ahLst/>
              <a:cxnLst/>
              <a:rect l="l" t="t" r="r" b="b"/>
              <a:pathLst>
                <a:path w="1494" h="2351" extrusionOk="0">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62"/>
            <p:cNvSpPr/>
            <p:nvPr/>
          </p:nvSpPr>
          <p:spPr>
            <a:xfrm>
              <a:off x="5928764" y="2251625"/>
              <a:ext cx="28177" cy="73160"/>
            </a:xfrm>
            <a:custGeom>
              <a:avLst/>
              <a:gdLst/>
              <a:ahLst/>
              <a:cxnLst/>
              <a:rect l="l" t="t" r="r" b="b"/>
              <a:pathLst>
                <a:path w="1073" h="2786" extrusionOk="0">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8" name="Google Shape;9958;p62"/>
          <p:cNvGrpSpPr/>
          <p:nvPr/>
        </p:nvGrpSpPr>
        <p:grpSpPr>
          <a:xfrm>
            <a:off x="6186778" y="1829089"/>
            <a:ext cx="389068" cy="347787"/>
            <a:chOff x="6191390" y="1981489"/>
            <a:chExt cx="389068" cy="347787"/>
          </a:xfrm>
        </p:grpSpPr>
        <p:sp>
          <p:nvSpPr>
            <p:cNvPr id="9959" name="Google Shape;9959;p62"/>
            <p:cNvSpPr/>
            <p:nvPr/>
          </p:nvSpPr>
          <p:spPr>
            <a:xfrm>
              <a:off x="6260769" y="2030464"/>
              <a:ext cx="250074" cy="250100"/>
            </a:xfrm>
            <a:custGeom>
              <a:avLst/>
              <a:gdLst/>
              <a:ahLst/>
              <a:cxnLst/>
              <a:rect l="l" t="t" r="r" b="b"/>
              <a:pathLst>
                <a:path w="9523" h="9524" extrusionOk="0">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62"/>
            <p:cNvSpPr/>
            <p:nvPr/>
          </p:nvSpPr>
          <p:spPr>
            <a:xfrm>
              <a:off x="6236137" y="2032985"/>
              <a:ext cx="238021" cy="247553"/>
            </a:xfrm>
            <a:custGeom>
              <a:avLst/>
              <a:gdLst/>
              <a:ahLst/>
              <a:cxnLst/>
              <a:rect l="l" t="t" r="r" b="b"/>
              <a:pathLst>
                <a:path w="9064" h="9427" extrusionOk="0">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62"/>
            <p:cNvSpPr/>
            <p:nvPr/>
          </p:nvSpPr>
          <p:spPr>
            <a:xfrm>
              <a:off x="6312291" y="2031724"/>
              <a:ext cx="198552" cy="246818"/>
            </a:xfrm>
            <a:custGeom>
              <a:avLst/>
              <a:gdLst/>
              <a:ahLst/>
              <a:cxnLst/>
              <a:rect l="l" t="t" r="r" b="b"/>
              <a:pathLst>
                <a:path w="7561" h="9399" extrusionOk="0">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62"/>
            <p:cNvSpPr/>
            <p:nvPr/>
          </p:nvSpPr>
          <p:spPr>
            <a:xfrm>
              <a:off x="6342175" y="2077469"/>
              <a:ext cx="15861" cy="25656"/>
            </a:xfrm>
            <a:custGeom>
              <a:avLst/>
              <a:gdLst/>
              <a:ahLst/>
              <a:cxnLst/>
              <a:rect l="l" t="t" r="r" b="b"/>
              <a:pathLst>
                <a:path w="604" h="977" extrusionOk="0">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62"/>
            <p:cNvSpPr/>
            <p:nvPr/>
          </p:nvSpPr>
          <p:spPr>
            <a:xfrm>
              <a:off x="6312527" y="2161396"/>
              <a:ext cx="143774" cy="117146"/>
            </a:xfrm>
            <a:custGeom>
              <a:avLst/>
              <a:gdLst/>
              <a:ahLst/>
              <a:cxnLst/>
              <a:rect l="l" t="t" r="r" b="b"/>
              <a:pathLst>
                <a:path w="5475" h="4461" extrusionOk="0">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62"/>
            <p:cNvSpPr/>
            <p:nvPr/>
          </p:nvSpPr>
          <p:spPr>
            <a:xfrm>
              <a:off x="6241730" y="2077679"/>
              <a:ext cx="338728" cy="251597"/>
            </a:xfrm>
            <a:custGeom>
              <a:avLst/>
              <a:gdLst/>
              <a:ahLst/>
              <a:cxnLst/>
              <a:rect l="l" t="t" r="r" b="b"/>
              <a:pathLst>
                <a:path w="12899" h="9581" extrusionOk="0">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62"/>
            <p:cNvSpPr/>
            <p:nvPr/>
          </p:nvSpPr>
          <p:spPr>
            <a:xfrm>
              <a:off x="6191390" y="1981489"/>
              <a:ext cx="338807" cy="251676"/>
            </a:xfrm>
            <a:custGeom>
              <a:avLst/>
              <a:gdLst/>
              <a:ahLst/>
              <a:cxnLst/>
              <a:rect l="l" t="t" r="r" b="b"/>
              <a:pathLst>
                <a:path w="12902" h="9584" extrusionOk="0">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6" name="Google Shape;9966;p62"/>
          <p:cNvGrpSpPr/>
          <p:nvPr/>
        </p:nvGrpSpPr>
        <p:grpSpPr>
          <a:xfrm>
            <a:off x="6653234" y="1855191"/>
            <a:ext cx="348103" cy="295714"/>
            <a:chOff x="6657846" y="2007591"/>
            <a:chExt cx="348103" cy="295714"/>
          </a:xfrm>
        </p:grpSpPr>
        <p:sp>
          <p:nvSpPr>
            <p:cNvPr id="9967" name="Google Shape;9967;p62"/>
            <p:cNvSpPr/>
            <p:nvPr/>
          </p:nvSpPr>
          <p:spPr>
            <a:xfrm>
              <a:off x="6820186" y="2082984"/>
              <a:ext cx="179224" cy="163153"/>
            </a:xfrm>
            <a:custGeom>
              <a:avLst/>
              <a:gdLst/>
              <a:ahLst/>
              <a:cxnLst/>
              <a:rect l="l" t="t" r="r" b="b"/>
              <a:pathLst>
                <a:path w="6825" h="6213" extrusionOk="0">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62"/>
            <p:cNvSpPr/>
            <p:nvPr/>
          </p:nvSpPr>
          <p:spPr>
            <a:xfrm>
              <a:off x="6900620" y="2007591"/>
              <a:ext cx="105329" cy="193431"/>
            </a:xfrm>
            <a:custGeom>
              <a:avLst/>
              <a:gdLst/>
              <a:ahLst/>
              <a:cxnLst/>
              <a:rect l="l" t="t" r="r" b="b"/>
              <a:pathLst>
                <a:path w="4011" h="7366" extrusionOk="0">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62"/>
            <p:cNvSpPr/>
            <p:nvPr/>
          </p:nvSpPr>
          <p:spPr>
            <a:xfrm>
              <a:off x="6972494" y="2152862"/>
              <a:ext cx="32930" cy="48292"/>
            </a:xfrm>
            <a:custGeom>
              <a:avLst/>
              <a:gdLst/>
              <a:ahLst/>
              <a:cxnLst/>
              <a:rect l="l" t="t" r="r" b="b"/>
              <a:pathLst>
                <a:path w="1254" h="1839" extrusionOk="0">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62"/>
            <p:cNvSpPr/>
            <p:nvPr/>
          </p:nvSpPr>
          <p:spPr>
            <a:xfrm>
              <a:off x="6832003" y="2137027"/>
              <a:ext cx="136237" cy="90439"/>
            </a:xfrm>
            <a:custGeom>
              <a:avLst/>
              <a:gdLst/>
              <a:ahLst/>
              <a:cxnLst/>
              <a:rect l="l" t="t" r="r" b="b"/>
              <a:pathLst>
                <a:path w="5188" h="3444" extrusionOk="0">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62"/>
            <p:cNvSpPr/>
            <p:nvPr/>
          </p:nvSpPr>
          <p:spPr>
            <a:xfrm>
              <a:off x="6885284" y="2182509"/>
              <a:ext cx="79935" cy="44957"/>
            </a:xfrm>
            <a:custGeom>
              <a:avLst/>
              <a:gdLst/>
              <a:ahLst/>
              <a:cxnLst/>
              <a:rect l="l" t="t" r="r" b="b"/>
              <a:pathLst>
                <a:path w="3044" h="1712" extrusionOk="0">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62"/>
            <p:cNvSpPr/>
            <p:nvPr/>
          </p:nvSpPr>
          <p:spPr>
            <a:xfrm>
              <a:off x="6806872" y="2160661"/>
              <a:ext cx="136237" cy="90229"/>
            </a:xfrm>
            <a:custGeom>
              <a:avLst/>
              <a:gdLst/>
              <a:ahLst/>
              <a:cxnLst/>
              <a:rect l="l" t="t" r="r" b="b"/>
              <a:pathLst>
                <a:path w="5188" h="3436" extrusionOk="0">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62"/>
            <p:cNvSpPr/>
            <p:nvPr/>
          </p:nvSpPr>
          <p:spPr>
            <a:xfrm>
              <a:off x="6868688" y="2211920"/>
              <a:ext cx="71165" cy="38944"/>
            </a:xfrm>
            <a:custGeom>
              <a:avLst/>
              <a:gdLst/>
              <a:ahLst/>
              <a:cxnLst/>
              <a:rect l="l" t="t" r="r" b="b"/>
              <a:pathLst>
                <a:path w="2710" h="1483" extrusionOk="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62"/>
            <p:cNvSpPr/>
            <p:nvPr/>
          </p:nvSpPr>
          <p:spPr>
            <a:xfrm>
              <a:off x="6781741" y="2184032"/>
              <a:ext cx="136237" cy="90334"/>
            </a:xfrm>
            <a:custGeom>
              <a:avLst/>
              <a:gdLst/>
              <a:ahLst/>
              <a:cxnLst/>
              <a:rect l="l" t="t" r="r" b="b"/>
              <a:pathLst>
                <a:path w="5188" h="3440" extrusionOk="0">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62"/>
            <p:cNvSpPr/>
            <p:nvPr/>
          </p:nvSpPr>
          <p:spPr>
            <a:xfrm>
              <a:off x="6852354" y="2240570"/>
              <a:ext cx="61842" cy="33770"/>
            </a:xfrm>
            <a:custGeom>
              <a:avLst/>
              <a:gdLst/>
              <a:ahLst/>
              <a:cxnLst/>
              <a:rect l="l" t="t" r="r" b="b"/>
              <a:pathLst>
                <a:path w="2355" h="1286" extrusionOk="0">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62"/>
            <p:cNvSpPr/>
            <p:nvPr/>
          </p:nvSpPr>
          <p:spPr>
            <a:xfrm>
              <a:off x="6756610" y="2207404"/>
              <a:ext cx="136237" cy="90413"/>
            </a:xfrm>
            <a:custGeom>
              <a:avLst/>
              <a:gdLst/>
              <a:ahLst/>
              <a:cxnLst/>
              <a:rect l="l" t="t" r="r" b="b"/>
              <a:pathLst>
                <a:path w="5188" h="3443" extrusionOk="0">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62"/>
            <p:cNvSpPr/>
            <p:nvPr/>
          </p:nvSpPr>
          <p:spPr>
            <a:xfrm>
              <a:off x="6836021" y="2267723"/>
              <a:ext cx="53308" cy="29989"/>
            </a:xfrm>
            <a:custGeom>
              <a:avLst/>
              <a:gdLst/>
              <a:ahLst/>
              <a:cxnLst/>
              <a:rect l="l" t="t" r="r" b="b"/>
              <a:pathLst>
                <a:path w="2030" h="1142" extrusionOk="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62"/>
            <p:cNvSpPr/>
            <p:nvPr/>
          </p:nvSpPr>
          <p:spPr>
            <a:xfrm>
              <a:off x="6674180" y="2094564"/>
              <a:ext cx="173421" cy="157087"/>
            </a:xfrm>
            <a:custGeom>
              <a:avLst/>
              <a:gdLst/>
              <a:ahLst/>
              <a:cxnLst/>
              <a:rect l="l" t="t" r="r" b="b"/>
              <a:pathLst>
                <a:path w="6604" h="5982" extrusionOk="0">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62"/>
            <p:cNvSpPr/>
            <p:nvPr/>
          </p:nvSpPr>
          <p:spPr>
            <a:xfrm>
              <a:off x="6657846" y="2031488"/>
              <a:ext cx="107587" cy="185606"/>
            </a:xfrm>
            <a:custGeom>
              <a:avLst/>
              <a:gdLst/>
              <a:ahLst/>
              <a:cxnLst/>
              <a:rect l="l" t="t" r="r" b="b"/>
              <a:pathLst>
                <a:path w="4097" h="7068" extrusionOk="0">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62"/>
            <p:cNvSpPr/>
            <p:nvPr/>
          </p:nvSpPr>
          <p:spPr>
            <a:xfrm>
              <a:off x="6657846" y="2031488"/>
              <a:ext cx="82693" cy="173684"/>
            </a:xfrm>
            <a:custGeom>
              <a:avLst/>
              <a:gdLst/>
              <a:ahLst/>
              <a:cxnLst/>
              <a:rect l="l" t="t" r="r" b="b"/>
              <a:pathLst>
                <a:path w="3149" h="6614" extrusionOk="0">
                  <a:moveTo>
                    <a:pt x="0" y="0"/>
                  </a:moveTo>
                  <a:lnTo>
                    <a:pt x="0" y="6336"/>
                  </a:lnTo>
                  <a:lnTo>
                    <a:pt x="469" y="6613"/>
                  </a:lnTo>
                  <a:lnTo>
                    <a:pt x="3149" y="1828"/>
                  </a:lnTo>
                  <a:lnTo>
                    <a:pt x="0"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62"/>
            <p:cNvSpPr/>
            <p:nvPr/>
          </p:nvSpPr>
          <p:spPr>
            <a:xfrm>
              <a:off x="6657846" y="2162158"/>
              <a:ext cx="51785" cy="54752"/>
            </a:xfrm>
            <a:custGeom>
              <a:avLst/>
              <a:gdLst/>
              <a:ahLst/>
              <a:cxnLst/>
              <a:rect l="l" t="t" r="r" b="b"/>
              <a:pathLst>
                <a:path w="1972" h="2085" extrusionOk="0">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62"/>
            <p:cNvSpPr/>
            <p:nvPr/>
          </p:nvSpPr>
          <p:spPr>
            <a:xfrm>
              <a:off x="6657846" y="2162158"/>
              <a:ext cx="27153" cy="43014"/>
            </a:xfrm>
            <a:custGeom>
              <a:avLst/>
              <a:gdLst/>
              <a:ahLst/>
              <a:cxnLst/>
              <a:rect l="l" t="t" r="r" b="b"/>
              <a:pathLst>
                <a:path w="1034" h="1638" extrusionOk="0">
                  <a:moveTo>
                    <a:pt x="0" y="1"/>
                  </a:moveTo>
                  <a:lnTo>
                    <a:pt x="0" y="1360"/>
                  </a:lnTo>
                  <a:lnTo>
                    <a:pt x="469" y="1637"/>
                  </a:lnTo>
                  <a:lnTo>
                    <a:pt x="1034" y="632"/>
                  </a:lnTo>
                  <a:lnTo>
                    <a:pt x="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62"/>
            <p:cNvSpPr/>
            <p:nvPr/>
          </p:nvSpPr>
          <p:spPr>
            <a:xfrm>
              <a:off x="6710104" y="2184557"/>
              <a:ext cx="73160" cy="58665"/>
            </a:xfrm>
            <a:custGeom>
              <a:avLst/>
              <a:gdLst/>
              <a:ahLst/>
              <a:cxnLst/>
              <a:rect l="l" t="t" r="r" b="b"/>
              <a:pathLst>
                <a:path w="2786" h="2234" extrusionOk="0">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62"/>
            <p:cNvSpPr/>
            <p:nvPr/>
          </p:nvSpPr>
          <p:spPr>
            <a:xfrm>
              <a:off x="6713386" y="2185529"/>
              <a:ext cx="69878" cy="57536"/>
            </a:xfrm>
            <a:custGeom>
              <a:avLst/>
              <a:gdLst/>
              <a:ahLst/>
              <a:cxnLst/>
              <a:rect l="l" t="t" r="r" b="b"/>
              <a:pathLst>
                <a:path w="2661" h="2191" extrusionOk="0">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62"/>
            <p:cNvSpPr/>
            <p:nvPr/>
          </p:nvSpPr>
          <p:spPr>
            <a:xfrm>
              <a:off x="6738018" y="2210266"/>
              <a:ext cx="65099" cy="52888"/>
            </a:xfrm>
            <a:custGeom>
              <a:avLst/>
              <a:gdLst/>
              <a:ahLst/>
              <a:cxnLst/>
              <a:rect l="l" t="t" r="r" b="b"/>
              <a:pathLst>
                <a:path w="2479" h="2014" extrusionOk="0">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62"/>
            <p:cNvSpPr/>
            <p:nvPr/>
          </p:nvSpPr>
          <p:spPr>
            <a:xfrm>
              <a:off x="6741274" y="2211421"/>
              <a:ext cx="61842" cy="51732"/>
            </a:xfrm>
            <a:custGeom>
              <a:avLst/>
              <a:gdLst/>
              <a:ahLst/>
              <a:cxnLst/>
              <a:rect l="l" t="t" r="r" b="b"/>
              <a:pathLst>
                <a:path w="2355" h="1970" extrusionOk="0">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62"/>
            <p:cNvSpPr/>
            <p:nvPr/>
          </p:nvSpPr>
          <p:spPr>
            <a:xfrm>
              <a:off x="6765906" y="2236263"/>
              <a:ext cx="57063" cy="47084"/>
            </a:xfrm>
            <a:custGeom>
              <a:avLst/>
              <a:gdLst/>
              <a:ahLst/>
              <a:cxnLst/>
              <a:rect l="l" t="t" r="r" b="b"/>
              <a:pathLst>
                <a:path w="2173" h="1793" extrusionOk="0">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62"/>
            <p:cNvSpPr/>
            <p:nvPr/>
          </p:nvSpPr>
          <p:spPr>
            <a:xfrm>
              <a:off x="6769163" y="2237051"/>
              <a:ext cx="53807" cy="46296"/>
            </a:xfrm>
            <a:custGeom>
              <a:avLst/>
              <a:gdLst/>
              <a:ahLst/>
              <a:cxnLst/>
              <a:rect l="l" t="t" r="r" b="b"/>
              <a:pathLst>
                <a:path w="2049" h="1763" extrusionOk="0">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62"/>
            <p:cNvSpPr/>
            <p:nvPr/>
          </p:nvSpPr>
          <p:spPr>
            <a:xfrm>
              <a:off x="6793794" y="2262156"/>
              <a:ext cx="49027" cy="41149"/>
            </a:xfrm>
            <a:custGeom>
              <a:avLst/>
              <a:gdLst/>
              <a:ahLst/>
              <a:cxnLst/>
              <a:rect l="l" t="t" r="r" b="b"/>
              <a:pathLst>
                <a:path w="1867" h="1567" extrusionOk="0">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62"/>
            <p:cNvSpPr/>
            <p:nvPr/>
          </p:nvSpPr>
          <p:spPr>
            <a:xfrm>
              <a:off x="6797313" y="2263180"/>
              <a:ext cx="45509" cy="40125"/>
            </a:xfrm>
            <a:custGeom>
              <a:avLst/>
              <a:gdLst/>
              <a:ahLst/>
              <a:cxnLst/>
              <a:rect l="l" t="t" r="r" b="b"/>
              <a:pathLst>
                <a:path w="1733" h="1528" extrusionOk="0">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62"/>
            <p:cNvSpPr/>
            <p:nvPr/>
          </p:nvSpPr>
          <p:spPr>
            <a:xfrm>
              <a:off x="6799335" y="2099843"/>
              <a:ext cx="70639" cy="108848"/>
            </a:xfrm>
            <a:custGeom>
              <a:avLst/>
              <a:gdLst/>
              <a:ahLst/>
              <a:cxnLst/>
              <a:rect l="l" t="t" r="r" b="b"/>
              <a:pathLst>
                <a:path w="2690" h="4145" extrusionOk="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62"/>
            <p:cNvSpPr/>
            <p:nvPr/>
          </p:nvSpPr>
          <p:spPr>
            <a:xfrm>
              <a:off x="6799335" y="2100053"/>
              <a:ext cx="29936" cy="108638"/>
            </a:xfrm>
            <a:custGeom>
              <a:avLst/>
              <a:gdLst/>
              <a:ahLst/>
              <a:cxnLst/>
              <a:rect l="l" t="t" r="r" b="b"/>
              <a:pathLst>
                <a:path w="1140" h="4137" extrusionOk="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3" name="Google Shape;9993;p62"/>
          <p:cNvGrpSpPr/>
          <p:nvPr/>
        </p:nvGrpSpPr>
        <p:grpSpPr>
          <a:xfrm>
            <a:off x="7099575" y="1819504"/>
            <a:ext cx="347341" cy="348103"/>
            <a:chOff x="7104188" y="1971904"/>
            <a:chExt cx="347341" cy="348103"/>
          </a:xfrm>
        </p:grpSpPr>
        <p:sp>
          <p:nvSpPr>
            <p:cNvPr id="9994" name="Google Shape;9994;p62"/>
            <p:cNvSpPr/>
            <p:nvPr/>
          </p:nvSpPr>
          <p:spPr>
            <a:xfrm>
              <a:off x="7204947" y="1994277"/>
              <a:ext cx="167906" cy="153752"/>
            </a:xfrm>
            <a:custGeom>
              <a:avLst/>
              <a:gdLst/>
              <a:ahLst/>
              <a:cxnLst/>
              <a:rect l="l" t="t" r="r" b="b"/>
              <a:pathLst>
                <a:path w="6394" h="5855" extrusionOk="0">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62"/>
            <p:cNvSpPr/>
            <p:nvPr/>
          </p:nvSpPr>
          <p:spPr>
            <a:xfrm>
              <a:off x="7204711" y="1994277"/>
              <a:ext cx="156851" cy="112130"/>
            </a:xfrm>
            <a:custGeom>
              <a:avLst/>
              <a:gdLst/>
              <a:ahLst/>
              <a:cxnLst/>
              <a:rect l="l" t="t" r="r" b="b"/>
              <a:pathLst>
                <a:path w="5973" h="4270" extrusionOk="0">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62"/>
            <p:cNvSpPr/>
            <p:nvPr/>
          </p:nvSpPr>
          <p:spPr>
            <a:xfrm>
              <a:off x="7104923" y="2129490"/>
              <a:ext cx="122923" cy="123159"/>
            </a:xfrm>
            <a:custGeom>
              <a:avLst/>
              <a:gdLst/>
              <a:ahLst/>
              <a:cxnLst/>
              <a:rect l="l" t="t" r="r" b="b"/>
              <a:pathLst>
                <a:path w="4681" h="4690" extrusionOk="0">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62"/>
            <p:cNvSpPr/>
            <p:nvPr/>
          </p:nvSpPr>
          <p:spPr>
            <a:xfrm>
              <a:off x="7138352" y="2129490"/>
              <a:ext cx="89494" cy="123159"/>
            </a:xfrm>
            <a:custGeom>
              <a:avLst/>
              <a:gdLst/>
              <a:ahLst/>
              <a:cxnLst/>
              <a:rect l="l" t="t" r="r" b="b"/>
              <a:pathLst>
                <a:path w="3408" h="4690" extrusionOk="0">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62"/>
            <p:cNvSpPr/>
            <p:nvPr/>
          </p:nvSpPr>
          <p:spPr>
            <a:xfrm>
              <a:off x="7104188" y="2222477"/>
              <a:ext cx="123159" cy="97293"/>
            </a:xfrm>
            <a:custGeom>
              <a:avLst/>
              <a:gdLst/>
              <a:ahLst/>
              <a:cxnLst/>
              <a:rect l="l" t="t" r="r" b="b"/>
              <a:pathLst>
                <a:path w="4690" h="3705" extrusionOk="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62"/>
            <p:cNvSpPr/>
            <p:nvPr/>
          </p:nvSpPr>
          <p:spPr>
            <a:xfrm>
              <a:off x="7144891" y="2222477"/>
              <a:ext cx="41753" cy="27678"/>
            </a:xfrm>
            <a:custGeom>
              <a:avLst/>
              <a:gdLst/>
              <a:ahLst/>
              <a:cxnLst/>
              <a:rect l="l" t="t" r="r" b="b"/>
              <a:pathLst>
                <a:path w="1590" h="1054" extrusionOk="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62"/>
            <p:cNvSpPr/>
            <p:nvPr/>
          </p:nvSpPr>
          <p:spPr>
            <a:xfrm>
              <a:off x="7104188" y="2258663"/>
              <a:ext cx="123159" cy="61343"/>
            </a:xfrm>
            <a:custGeom>
              <a:avLst/>
              <a:gdLst/>
              <a:ahLst/>
              <a:cxnLst/>
              <a:rect l="l" t="t" r="r" b="b"/>
              <a:pathLst>
                <a:path w="4690" h="2336" extrusionOk="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62"/>
            <p:cNvSpPr/>
            <p:nvPr/>
          </p:nvSpPr>
          <p:spPr>
            <a:xfrm>
              <a:off x="7124539" y="2169011"/>
              <a:ext cx="82194" cy="67304"/>
            </a:xfrm>
            <a:custGeom>
              <a:avLst/>
              <a:gdLst/>
              <a:ahLst/>
              <a:cxnLst/>
              <a:rect l="l" t="t" r="r" b="b"/>
              <a:pathLst>
                <a:path w="3130" h="2563" extrusionOk="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62"/>
            <p:cNvSpPr/>
            <p:nvPr/>
          </p:nvSpPr>
          <p:spPr>
            <a:xfrm>
              <a:off x="7124277" y="2169011"/>
              <a:ext cx="82456" cy="66569"/>
            </a:xfrm>
            <a:custGeom>
              <a:avLst/>
              <a:gdLst/>
              <a:ahLst/>
              <a:cxnLst/>
              <a:rect l="l" t="t" r="r" b="b"/>
              <a:pathLst>
                <a:path w="3140" h="2535" extrusionOk="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62"/>
            <p:cNvSpPr/>
            <p:nvPr/>
          </p:nvSpPr>
          <p:spPr>
            <a:xfrm>
              <a:off x="7104188" y="2272476"/>
              <a:ext cx="27415" cy="47531"/>
            </a:xfrm>
            <a:custGeom>
              <a:avLst/>
              <a:gdLst/>
              <a:ahLst/>
              <a:cxnLst/>
              <a:rect l="l" t="t" r="r" b="b"/>
              <a:pathLst>
                <a:path w="1044" h="1810" extrusionOk="0">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62"/>
            <p:cNvSpPr/>
            <p:nvPr/>
          </p:nvSpPr>
          <p:spPr>
            <a:xfrm>
              <a:off x="7199932" y="2272476"/>
              <a:ext cx="27415" cy="47531"/>
            </a:xfrm>
            <a:custGeom>
              <a:avLst/>
              <a:gdLst/>
              <a:ahLst/>
              <a:cxnLst/>
              <a:rect l="l" t="t" r="r" b="b"/>
              <a:pathLst>
                <a:path w="1044" h="1810" extrusionOk="0">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62"/>
            <p:cNvSpPr/>
            <p:nvPr/>
          </p:nvSpPr>
          <p:spPr>
            <a:xfrm>
              <a:off x="7337140" y="2141806"/>
              <a:ext cx="33718" cy="73922"/>
            </a:xfrm>
            <a:custGeom>
              <a:avLst/>
              <a:gdLst/>
              <a:ahLst/>
              <a:cxnLst/>
              <a:rect l="l" t="t" r="r" b="b"/>
              <a:pathLst>
                <a:path w="1284" h="2815" extrusionOk="0">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62"/>
            <p:cNvSpPr/>
            <p:nvPr/>
          </p:nvSpPr>
          <p:spPr>
            <a:xfrm>
              <a:off x="7350717" y="2135031"/>
              <a:ext cx="80697" cy="80697"/>
            </a:xfrm>
            <a:custGeom>
              <a:avLst/>
              <a:gdLst/>
              <a:ahLst/>
              <a:cxnLst/>
              <a:rect l="l" t="t" r="r" b="b"/>
              <a:pathLst>
                <a:path w="3073" h="3073" extrusionOk="0">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62"/>
            <p:cNvSpPr/>
            <p:nvPr/>
          </p:nvSpPr>
          <p:spPr>
            <a:xfrm>
              <a:off x="7364030" y="2235791"/>
              <a:ext cx="40493" cy="29936"/>
            </a:xfrm>
            <a:custGeom>
              <a:avLst/>
              <a:gdLst/>
              <a:ahLst/>
              <a:cxnLst/>
              <a:rect l="l" t="t" r="r" b="b"/>
              <a:pathLst>
                <a:path w="1542" h="1140" extrusionOk="0">
                  <a:moveTo>
                    <a:pt x="1" y="1"/>
                  </a:moveTo>
                  <a:lnTo>
                    <a:pt x="1" y="1140"/>
                  </a:lnTo>
                  <a:lnTo>
                    <a:pt x="1542" y="1140"/>
                  </a:lnTo>
                  <a:lnTo>
                    <a:pt x="15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62"/>
            <p:cNvSpPr/>
            <p:nvPr/>
          </p:nvSpPr>
          <p:spPr>
            <a:xfrm>
              <a:off x="7364030" y="2236053"/>
              <a:ext cx="40493" cy="16281"/>
            </a:xfrm>
            <a:custGeom>
              <a:avLst/>
              <a:gdLst/>
              <a:ahLst/>
              <a:cxnLst/>
              <a:rect l="l" t="t" r="r" b="b"/>
              <a:pathLst>
                <a:path w="1542" h="620" extrusionOk="0">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62"/>
            <p:cNvSpPr/>
            <p:nvPr/>
          </p:nvSpPr>
          <p:spPr>
            <a:xfrm>
              <a:off x="7317051" y="2252124"/>
              <a:ext cx="134477" cy="67882"/>
            </a:xfrm>
            <a:custGeom>
              <a:avLst/>
              <a:gdLst/>
              <a:ahLst/>
              <a:cxnLst/>
              <a:rect l="l" t="t" r="r" b="b"/>
              <a:pathLst>
                <a:path w="5121" h="2585" extrusionOk="0">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62"/>
            <p:cNvSpPr/>
            <p:nvPr/>
          </p:nvSpPr>
          <p:spPr>
            <a:xfrm>
              <a:off x="7377607" y="2265701"/>
              <a:ext cx="13340" cy="54306"/>
            </a:xfrm>
            <a:custGeom>
              <a:avLst/>
              <a:gdLst/>
              <a:ahLst/>
              <a:cxnLst/>
              <a:rect l="l" t="t" r="r" b="b"/>
              <a:pathLst>
                <a:path w="508" h="2068" extrusionOk="0">
                  <a:moveTo>
                    <a:pt x="125" y="1"/>
                  </a:moveTo>
                  <a:lnTo>
                    <a:pt x="1" y="2068"/>
                  </a:lnTo>
                  <a:lnTo>
                    <a:pt x="508" y="2068"/>
                  </a:lnTo>
                  <a:lnTo>
                    <a:pt x="383"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62"/>
            <p:cNvSpPr/>
            <p:nvPr/>
          </p:nvSpPr>
          <p:spPr>
            <a:xfrm>
              <a:off x="7343941" y="2168906"/>
              <a:ext cx="80697" cy="73712"/>
            </a:xfrm>
            <a:custGeom>
              <a:avLst/>
              <a:gdLst/>
              <a:ahLst/>
              <a:cxnLst/>
              <a:rect l="l" t="t" r="r" b="b"/>
              <a:pathLst>
                <a:path w="3073" h="2807" extrusionOk="0">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62"/>
            <p:cNvSpPr/>
            <p:nvPr/>
          </p:nvSpPr>
          <p:spPr>
            <a:xfrm>
              <a:off x="7343941" y="2168906"/>
              <a:ext cx="80434" cy="72189"/>
            </a:xfrm>
            <a:custGeom>
              <a:avLst/>
              <a:gdLst/>
              <a:ahLst/>
              <a:cxnLst/>
              <a:rect l="l" t="t" r="r" b="b"/>
              <a:pathLst>
                <a:path w="3063" h="2749" extrusionOk="0">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62"/>
            <p:cNvSpPr/>
            <p:nvPr/>
          </p:nvSpPr>
          <p:spPr>
            <a:xfrm>
              <a:off x="7317051" y="2269482"/>
              <a:ext cx="26916" cy="50524"/>
            </a:xfrm>
            <a:custGeom>
              <a:avLst/>
              <a:gdLst/>
              <a:ahLst/>
              <a:cxnLst/>
              <a:rect l="l" t="t" r="r" b="b"/>
              <a:pathLst>
                <a:path w="1025" h="1924" extrusionOk="0">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62"/>
            <p:cNvSpPr/>
            <p:nvPr/>
          </p:nvSpPr>
          <p:spPr>
            <a:xfrm>
              <a:off x="7424612" y="2269482"/>
              <a:ext cx="26916" cy="50524"/>
            </a:xfrm>
            <a:custGeom>
              <a:avLst/>
              <a:gdLst/>
              <a:ahLst/>
              <a:cxnLst/>
              <a:rect l="l" t="t" r="r" b="b"/>
              <a:pathLst>
                <a:path w="1025" h="1924" extrusionOk="0">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62"/>
            <p:cNvSpPr/>
            <p:nvPr/>
          </p:nvSpPr>
          <p:spPr>
            <a:xfrm>
              <a:off x="7377607" y="2265701"/>
              <a:ext cx="13340" cy="13340"/>
            </a:xfrm>
            <a:custGeom>
              <a:avLst/>
              <a:gdLst/>
              <a:ahLst/>
              <a:cxnLst/>
              <a:rect l="l" t="t" r="r" b="b"/>
              <a:pathLst>
                <a:path w="508" h="508" extrusionOk="0">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62"/>
            <p:cNvSpPr/>
            <p:nvPr/>
          </p:nvSpPr>
          <p:spPr>
            <a:xfrm>
              <a:off x="7356756" y="2246899"/>
              <a:ext cx="27415" cy="28229"/>
            </a:xfrm>
            <a:custGeom>
              <a:avLst/>
              <a:gdLst/>
              <a:ahLst/>
              <a:cxnLst/>
              <a:rect l="l" t="t" r="r" b="b"/>
              <a:pathLst>
                <a:path w="1044" h="1075" extrusionOk="0">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62"/>
            <p:cNvSpPr/>
            <p:nvPr/>
          </p:nvSpPr>
          <p:spPr>
            <a:xfrm>
              <a:off x="7384146" y="2246899"/>
              <a:ext cx="27678" cy="28229"/>
            </a:xfrm>
            <a:custGeom>
              <a:avLst/>
              <a:gdLst/>
              <a:ahLst/>
              <a:cxnLst/>
              <a:rect l="l" t="t" r="r" b="b"/>
              <a:pathLst>
                <a:path w="1054" h="1075" extrusionOk="0">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62"/>
            <p:cNvSpPr/>
            <p:nvPr/>
          </p:nvSpPr>
          <p:spPr>
            <a:xfrm>
              <a:off x="7159964" y="1971904"/>
              <a:ext cx="190516" cy="164151"/>
            </a:xfrm>
            <a:custGeom>
              <a:avLst/>
              <a:gdLst/>
              <a:ahLst/>
              <a:cxnLst/>
              <a:rect l="l" t="t" r="r" b="b"/>
              <a:pathLst>
                <a:path w="7255" h="6251" extrusionOk="0">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62"/>
            <p:cNvSpPr/>
            <p:nvPr/>
          </p:nvSpPr>
          <p:spPr>
            <a:xfrm>
              <a:off x="7191896" y="2000055"/>
              <a:ext cx="31670" cy="11082"/>
            </a:xfrm>
            <a:custGeom>
              <a:avLst/>
              <a:gdLst/>
              <a:ahLst/>
              <a:cxnLst/>
              <a:rect l="l" t="t" r="r" b="b"/>
              <a:pathLst>
                <a:path w="1206" h="422" extrusionOk="0">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62"/>
            <p:cNvSpPr/>
            <p:nvPr/>
          </p:nvSpPr>
          <p:spPr>
            <a:xfrm>
              <a:off x="7231102" y="2000055"/>
              <a:ext cx="87735" cy="11082"/>
            </a:xfrm>
            <a:custGeom>
              <a:avLst/>
              <a:gdLst/>
              <a:ahLst/>
              <a:cxnLst/>
              <a:rect l="l" t="t" r="r" b="b"/>
              <a:pathLst>
                <a:path w="3341" h="422" extrusionOk="0">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62"/>
            <p:cNvSpPr/>
            <p:nvPr/>
          </p:nvSpPr>
          <p:spPr>
            <a:xfrm>
              <a:off x="7191896" y="2027969"/>
              <a:ext cx="126941" cy="11318"/>
            </a:xfrm>
            <a:custGeom>
              <a:avLst/>
              <a:gdLst/>
              <a:ahLst/>
              <a:cxnLst/>
              <a:rect l="l" t="t" r="r" b="b"/>
              <a:pathLst>
                <a:path w="4834" h="431" extrusionOk="0">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62"/>
            <p:cNvSpPr/>
            <p:nvPr/>
          </p:nvSpPr>
          <p:spPr>
            <a:xfrm>
              <a:off x="7191896" y="2056093"/>
              <a:ext cx="87735" cy="11108"/>
            </a:xfrm>
            <a:custGeom>
              <a:avLst/>
              <a:gdLst/>
              <a:ahLst/>
              <a:cxnLst/>
              <a:rect l="l" t="t" r="r" b="b"/>
              <a:pathLst>
                <a:path w="3341" h="423" extrusionOk="0">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62"/>
            <p:cNvSpPr/>
            <p:nvPr/>
          </p:nvSpPr>
          <p:spPr>
            <a:xfrm>
              <a:off x="7286878" y="2056093"/>
              <a:ext cx="31958" cy="11108"/>
            </a:xfrm>
            <a:custGeom>
              <a:avLst/>
              <a:gdLst/>
              <a:ahLst/>
              <a:cxnLst/>
              <a:rect l="l" t="t" r="r" b="b"/>
              <a:pathLst>
                <a:path w="1217" h="423" extrusionOk="0">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4" name="Google Shape;10024;p62"/>
          <p:cNvGrpSpPr/>
          <p:nvPr/>
        </p:nvGrpSpPr>
        <p:grpSpPr>
          <a:xfrm>
            <a:off x="7546652" y="1819504"/>
            <a:ext cx="344321" cy="348155"/>
            <a:chOff x="7551264" y="1971904"/>
            <a:chExt cx="344321" cy="348155"/>
          </a:xfrm>
        </p:grpSpPr>
        <p:sp>
          <p:nvSpPr>
            <p:cNvPr id="10025" name="Google Shape;10025;p62"/>
            <p:cNvSpPr/>
            <p:nvPr/>
          </p:nvSpPr>
          <p:spPr>
            <a:xfrm>
              <a:off x="7820665" y="1973164"/>
              <a:ext cx="9086" cy="73659"/>
            </a:xfrm>
            <a:custGeom>
              <a:avLst/>
              <a:gdLst/>
              <a:ahLst/>
              <a:cxnLst/>
              <a:rect l="l" t="t" r="r" b="b"/>
              <a:pathLst>
                <a:path w="346" h="2805" extrusionOk="0">
                  <a:moveTo>
                    <a:pt x="1" y="1"/>
                  </a:moveTo>
                  <a:lnTo>
                    <a:pt x="1" y="2805"/>
                  </a:lnTo>
                  <a:lnTo>
                    <a:pt x="346" y="2805"/>
                  </a:lnTo>
                  <a:lnTo>
                    <a:pt x="346" y="336"/>
                  </a:lnTo>
                  <a:lnTo>
                    <a:pt x="1"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62"/>
            <p:cNvSpPr/>
            <p:nvPr/>
          </p:nvSpPr>
          <p:spPr>
            <a:xfrm>
              <a:off x="7625396" y="1971904"/>
              <a:ext cx="270189" cy="348103"/>
            </a:xfrm>
            <a:custGeom>
              <a:avLst/>
              <a:gdLst/>
              <a:ahLst/>
              <a:cxnLst/>
              <a:rect l="l" t="t" r="r" b="b"/>
              <a:pathLst>
                <a:path w="10289" h="13256" extrusionOk="0">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62"/>
            <p:cNvSpPr/>
            <p:nvPr/>
          </p:nvSpPr>
          <p:spPr>
            <a:xfrm>
              <a:off x="7625396" y="1971904"/>
              <a:ext cx="86238" cy="348103"/>
            </a:xfrm>
            <a:custGeom>
              <a:avLst/>
              <a:gdLst/>
              <a:ahLst/>
              <a:cxnLst/>
              <a:rect l="l" t="t" r="r" b="b"/>
              <a:pathLst>
                <a:path w="3284" h="13256" extrusionOk="0">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62"/>
            <p:cNvSpPr/>
            <p:nvPr/>
          </p:nvSpPr>
          <p:spPr>
            <a:xfrm>
              <a:off x="7685715" y="2063893"/>
              <a:ext cx="103333" cy="11344"/>
            </a:xfrm>
            <a:custGeom>
              <a:avLst/>
              <a:gdLst/>
              <a:ahLst/>
              <a:cxnLst/>
              <a:rect l="l" t="t" r="r" b="b"/>
              <a:pathLst>
                <a:path w="3935" h="432" extrusionOk="0">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62"/>
            <p:cNvSpPr/>
            <p:nvPr/>
          </p:nvSpPr>
          <p:spPr>
            <a:xfrm>
              <a:off x="7685715" y="2102337"/>
              <a:ext cx="148553" cy="11344"/>
            </a:xfrm>
            <a:custGeom>
              <a:avLst/>
              <a:gdLst/>
              <a:ahLst/>
              <a:cxnLst/>
              <a:rect l="l" t="t" r="r" b="b"/>
              <a:pathLst>
                <a:path w="5657" h="432" extrusionOk="0">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62"/>
            <p:cNvSpPr/>
            <p:nvPr/>
          </p:nvSpPr>
          <p:spPr>
            <a:xfrm>
              <a:off x="7685715" y="2140808"/>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62"/>
            <p:cNvSpPr/>
            <p:nvPr/>
          </p:nvSpPr>
          <p:spPr>
            <a:xfrm>
              <a:off x="7685715" y="2179253"/>
              <a:ext cx="148553" cy="11344"/>
            </a:xfrm>
            <a:custGeom>
              <a:avLst/>
              <a:gdLst/>
              <a:ahLst/>
              <a:cxnLst/>
              <a:rect l="l" t="t" r="r" b="b"/>
              <a:pathLst>
                <a:path w="5657" h="432"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62"/>
            <p:cNvSpPr/>
            <p:nvPr/>
          </p:nvSpPr>
          <p:spPr>
            <a:xfrm>
              <a:off x="7685715" y="2217461"/>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62"/>
            <p:cNvSpPr/>
            <p:nvPr/>
          </p:nvSpPr>
          <p:spPr>
            <a:xfrm>
              <a:off x="7552367" y="2239309"/>
              <a:ext cx="152492" cy="80487"/>
            </a:xfrm>
            <a:custGeom>
              <a:avLst/>
              <a:gdLst/>
              <a:ahLst/>
              <a:cxnLst/>
              <a:rect l="l" t="t" r="r" b="b"/>
              <a:pathLst>
                <a:path w="5807" h="3065" extrusionOk="0">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62"/>
            <p:cNvSpPr/>
            <p:nvPr/>
          </p:nvSpPr>
          <p:spPr>
            <a:xfrm>
              <a:off x="7551264" y="2239808"/>
              <a:ext cx="61842" cy="80251"/>
            </a:xfrm>
            <a:custGeom>
              <a:avLst/>
              <a:gdLst/>
              <a:ahLst/>
              <a:cxnLst/>
              <a:rect l="l" t="t" r="r" b="b"/>
              <a:pathLst>
                <a:path w="2355" h="3056" extrusionOk="0">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62"/>
            <p:cNvSpPr/>
            <p:nvPr/>
          </p:nvSpPr>
          <p:spPr>
            <a:xfrm>
              <a:off x="7579677" y="2113156"/>
              <a:ext cx="96532" cy="68381"/>
            </a:xfrm>
            <a:custGeom>
              <a:avLst/>
              <a:gdLst/>
              <a:ahLst/>
              <a:cxnLst/>
              <a:rect l="l" t="t" r="r" b="b"/>
              <a:pathLst>
                <a:path w="3676" h="2604" extrusionOk="0">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62"/>
            <p:cNvSpPr/>
            <p:nvPr/>
          </p:nvSpPr>
          <p:spPr>
            <a:xfrm>
              <a:off x="7579677" y="2113393"/>
              <a:ext cx="52284" cy="68145"/>
            </a:xfrm>
            <a:custGeom>
              <a:avLst/>
              <a:gdLst/>
              <a:ahLst/>
              <a:cxnLst/>
              <a:rect l="l" t="t" r="r" b="b"/>
              <a:pathLst>
                <a:path w="1991" h="2595" extrusionOk="0">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62"/>
            <p:cNvSpPr/>
            <p:nvPr/>
          </p:nvSpPr>
          <p:spPr>
            <a:xfrm>
              <a:off x="7662843" y="2174263"/>
              <a:ext cx="20903" cy="28387"/>
            </a:xfrm>
            <a:custGeom>
              <a:avLst/>
              <a:gdLst/>
              <a:ahLst/>
              <a:cxnLst/>
              <a:rect l="l" t="t" r="r" b="b"/>
              <a:pathLst>
                <a:path w="796" h="1081" extrusionOk="0">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62"/>
            <p:cNvSpPr/>
            <p:nvPr/>
          </p:nvSpPr>
          <p:spPr>
            <a:xfrm>
              <a:off x="7571878" y="2174237"/>
              <a:ext cx="21139" cy="28361"/>
            </a:xfrm>
            <a:custGeom>
              <a:avLst/>
              <a:gdLst/>
              <a:ahLst/>
              <a:cxnLst/>
              <a:rect l="l" t="t" r="r" b="b"/>
              <a:pathLst>
                <a:path w="805" h="1080" extrusionOk="0">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62"/>
            <p:cNvSpPr/>
            <p:nvPr/>
          </p:nvSpPr>
          <p:spPr>
            <a:xfrm>
              <a:off x="7610087" y="2223869"/>
              <a:ext cx="35714" cy="40362"/>
            </a:xfrm>
            <a:custGeom>
              <a:avLst/>
              <a:gdLst/>
              <a:ahLst/>
              <a:cxnLst/>
              <a:rect l="l" t="t" r="r" b="b"/>
              <a:pathLst>
                <a:path w="1360" h="1537" extrusionOk="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62"/>
            <p:cNvSpPr/>
            <p:nvPr/>
          </p:nvSpPr>
          <p:spPr>
            <a:xfrm>
              <a:off x="7610087" y="2224105"/>
              <a:ext cx="21875" cy="40362"/>
            </a:xfrm>
            <a:custGeom>
              <a:avLst/>
              <a:gdLst/>
              <a:ahLst/>
              <a:cxnLst/>
              <a:rect l="l" t="t" r="r" b="b"/>
              <a:pathLst>
                <a:path w="833" h="1537" extrusionOk="0">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62"/>
            <p:cNvSpPr/>
            <p:nvPr/>
          </p:nvSpPr>
          <p:spPr>
            <a:xfrm>
              <a:off x="7589971" y="2153072"/>
              <a:ext cx="75918" cy="81248"/>
            </a:xfrm>
            <a:custGeom>
              <a:avLst/>
              <a:gdLst/>
              <a:ahLst/>
              <a:cxnLst/>
              <a:rect l="l" t="t" r="r" b="b"/>
              <a:pathLst>
                <a:path w="2891" h="3094" extrusionOk="0">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62"/>
            <p:cNvSpPr/>
            <p:nvPr/>
          </p:nvSpPr>
          <p:spPr>
            <a:xfrm>
              <a:off x="7589971" y="2153072"/>
              <a:ext cx="55067" cy="81248"/>
            </a:xfrm>
            <a:custGeom>
              <a:avLst/>
              <a:gdLst/>
              <a:ahLst/>
              <a:cxnLst/>
              <a:rect l="l" t="t" r="r" b="b"/>
              <a:pathLst>
                <a:path w="2097" h="3094" extrusionOk="0">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62"/>
            <p:cNvSpPr/>
            <p:nvPr/>
          </p:nvSpPr>
          <p:spPr>
            <a:xfrm>
              <a:off x="7820665" y="1973164"/>
              <a:ext cx="73922" cy="73659"/>
            </a:xfrm>
            <a:custGeom>
              <a:avLst/>
              <a:gdLst/>
              <a:ahLst/>
              <a:cxnLst/>
              <a:rect l="l" t="t" r="r" b="b"/>
              <a:pathLst>
                <a:path w="2815" h="2805" extrusionOk="0">
                  <a:moveTo>
                    <a:pt x="1" y="1"/>
                  </a:moveTo>
                  <a:lnTo>
                    <a:pt x="1" y="2259"/>
                  </a:lnTo>
                  <a:cubicBezTo>
                    <a:pt x="1" y="2346"/>
                    <a:pt x="39" y="2805"/>
                    <a:pt x="623" y="2805"/>
                  </a:cubicBezTo>
                  <a:lnTo>
                    <a:pt x="2815" y="2805"/>
                  </a:lnTo>
                  <a:lnTo>
                    <a:pt x="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4" name="Google Shape;10044;p62"/>
          <p:cNvGrpSpPr/>
          <p:nvPr/>
        </p:nvGrpSpPr>
        <p:grpSpPr>
          <a:xfrm>
            <a:off x="7988214" y="1365390"/>
            <a:ext cx="317431" cy="344584"/>
            <a:chOff x="7992826" y="1517790"/>
            <a:chExt cx="317431" cy="344584"/>
          </a:xfrm>
        </p:grpSpPr>
        <p:sp>
          <p:nvSpPr>
            <p:cNvPr id="10045" name="Google Shape;10045;p62"/>
            <p:cNvSpPr/>
            <p:nvPr/>
          </p:nvSpPr>
          <p:spPr>
            <a:xfrm>
              <a:off x="8021239" y="1517790"/>
              <a:ext cx="289018" cy="289044"/>
            </a:xfrm>
            <a:custGeom>
              <a:avLst/>
              <a:gdLst/>
              <a:ahLst/>
              <a:cxnLst/>
              <a:rect l="l" t="t" r="r" b="b"/>
              <a:pathLst>
                <a:path w="11006" h="11007" extrusionOk="0">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62"/>
            <p:cNvSpPr/>
            <p:nvPr/>
          </p:nvSpPr>
          <p:spPr>
            <a:xfrm>
              <a:off x="7992826" y="1520810"/>
              <a:ext cx="274706" cy="285866"/>
            </a:xfrm>
            <a:custGeom>
              <a:avLst/>
              <a:gdLst/>
              <a:ahLst/>
              <a:cxnLst/>
              <a:rect l="l" t="t" r="r" b="b"/>
              <a:pathLst>
                <a:path w="10461" h="10886" extrusionOk="0">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62"/>
            <p:cNvSpPr/>
            <p:nvPr/>
          </p:nvSpPr>
          <p:spPr>
            <a:xfrm>
              <a:off x="8021476" y="1517790"/>
              <a:ext cx="288781" cy="288781"/>
            </a:xfrm>
            <a:custGeom>
              <a:avLst/>
              <a:gdLst/>
              <a:ahLst/>
              <a:cxnLst/>
              <a:rect l="l" t="t" r="r" b="b"/>
              <a:pathLst>
                <a:path w="10997" h="10997" extrusionOk="0">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62"/>
            <p:cNvSpPr/>
            <p:nvPr/>
          </p:nvSpPr>
          <p:spPr>
            <a:xfrm>
              <a:off x="8021476" y="1520810"/>
              <a:ext cx="217932" cy="285761"/>
            </a:xfrm>
            <a:custGeom>
              <a:avLst/>
              <a:gdLst/>
              <a:ahLst/>
              <a:cxnLst/>
              <a:rect l="l" t="t" r="r" b="b"/>
              <a:pathLst>
                <a:path w="8299" h="10882" extrusionOk="0">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62"/>
            <p:cNvSpPr/>
            <p:nvPr/>
          </p:nvSpPr>
          <p:spPr>
            <a:xfrm>
              <a:off x="8071238" y="1795752"/>
              <a:ext cx="189019" cy="66622"/>
            </a:xfrm>
            <a:custGeom>
              <a:avLst/>
              <a:gdLst/>
              <a:ahLst/>
              <a:cxnLst/>
              <a:rect l="l" t="t" r="r" b="b"/>
              <a:pathLst>
                <a:path w="7198" h="2537" extrusionOk="0">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62"/>
            <p:cNvSpPr/>
            <p:nvPr/>
          </p:nvSpPr>
          <p:spPr>
            <a:xfrm>
              <a:off x="8154666" y="1817863"/>
              <a:ext cx="22163" cy="44511"/>
            </a:xfrm>
            <a:custGeom>
              <a:avLst/>
              <a:gdLst/>
              <a:ahLst/>
              <a:cxnLst/>
              <a:rect l="l" t="t" r="r" b="b"/>
              <a:pathLst>
                <a:path w="844" h="1695" extrusionOk="0">
                  <a:moveTo>
                    <a:pt x="202" y="0"/>
                  </a:moveTo>
                  <a:lnTo>
                    <a:pt x="1" y="1694"/>
                  </a:lnTo>
                  <a:lnTo>
                    <a:pt x="843" y="1694"/>
                  </a:lnTo>
                  <a:lnTo>
                    <a:pt x="64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62"/>
            <p:cNvSpPr/>
            <p:nvPr/>
          </p:nvSpPr>
          <p:spPr>
            <a:xfrm>
              <a:off x="8155927" y="1806807"/>
              <a:ext cx="19642" cy="18618"/>
            </a:xfrm>
            <a:custGeom>
              <a:avLst/>
              <a:gdLst/>
              <a:ahLst/>
              <a:cxnLst/>
              <a:rect l="l" t="t" r="r" b="b"/>
              <a:pathLst>
                <a:path w="748" h="709" extrusionOk="0">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62"/>
            <p:cNvSpPr/>
            <p:nvPr/>
          </p:nvSpPr>
          <p:spPr>
            <a:xfrm>
              <a:off x="8226803" y="1818362"/>
              <a:ext cx="33455" cy="44012"/>
            </a:xfrm>
            <a:custGeom>
              <a:avLst/>
              <a:gdLst/>
              <a:ahLst/>
              <a:cxnLst/>
              <a:rect l="l" t="t" r="r" b="b"/>
              <a:pathLst>
                <a:path w="1274" h="1676" extrusionOk="0">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62"/>
            <p:cNvSpPr/>
            <p:nvPr/>
          </p:nvSpPr>
          <p:spPr>
            <a:xfrm>
              <a:off x="8104667" y="1623329"/>
              <a:ext cx="122162" cy="88995"/>
            </a:xfrm>
            <a:custGeom>
              <a:avLst/>
              <a:gdLst/>
              <a:ahLst/>
              <a:cxnLst/>
              <a:rect l="l" t="t" r="r" b="b"/>
              <a:pathLst>
                <a:path w="4652" h="3389" extrusionOk="0">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62"/>
            <p:cNvSpPr/>
            <p:nvPr/>
          </p:nvSpPr>
          <p:spPr>
            <a:xfrm>
              <a:off x="8132319" y="1623329"/>
              <a:ext cx="94772" cy="88995"/>
            </a:xfrm>
            <a:custGeom>
              <a:avLst/>
              <a:gdLst/>
              <a:ahLst/>
              <a:cxnLst/>
              <a:rect l="l" t="t" r="r" b="b"/>
              <a:pathLst>
                <a:path w="3609" h="3389" extrusionOk="0">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62"/>
            <p:cNvSpPr/>
            <p:nvPr/>
          </p:nvSpPr>
          <p:spPr>
            <a:xfrm>
              <a:off x="8132556" y="1756782"/>
              <a:ext cx="66622" cy="50052"/>
            </a:xfrm>
            <a:custGeom>
              <a:avLst/>
              <a:gdLst/>
              <a:ahLst/>
              <a:cxnLst/>
              <a:rect l="l" t="t" r="r" b="b"/>
              <a:pathLst>
                <a:path w="2537" h="1906" extrusionOk="0">
                  <a:moveTo>
                    <a:pt x="1" y="1"/>
                  </a:moveTo>
                  <a:lnTo>
                    <a:pt x="1" y="1905"/>
                  </a:lnTo>
                  <a:lnTo>
                    <a:pt x="2537" y="1905"/>
                  </a:lnTo>
                  <a:lnTo>
                    <a:pt x="253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62"/>
            <p:cNvSpPr/>
            <p:nvPr/>
          </p:nvSpPr>
          <p:spPr>
            <a:xfrm>
              <a:off x="8132556" y="1756546"/>
              <a:ext cx="66622" cy="27914"/>
            </a:xfrm>
            <a:custGeom>
              <a:avLst/>
              <a:gdLst/>
              <a:ahLst/>
              <a:cxnLst/>
              <a:rect l="l" t="t" r="r" b="b"/>
              <a:pathLst>
                <a:path w="2537" h="1063" extrusionOk="0">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62"/>
            <p:cNvSpPr/>
            <p:nvPr/>
          </p:nvSpPr>
          <p:spPr>
            <a:xfrm>
              <a:off x="8121264" y="1786324"/>
              <a:ext cx="44484" cy="39836"/>
            </a:xfrm>
            <a:custGeom>
              <a:avLst/>
              <a:gdLst/>
              <a:ahLst/>
              <a:cxnLst/>
              <a:rect l="l" t="t" r="r" b="b"/>
              <a:pathLst>
                <a:path w="1694" h="1517" extrusionOk="0">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62"/>
            <p:cNvSpPr/>
            <p:nvPr/>
          </p:nvSpPr>
          <p:spPr>
            <a:xfrm>
              <a:off x="8165748" y="1786324"/>
              <a:ext cx="44484" cy="39836"/>
            </a:xfrm>
            <a:custGeom>
              <a:avLst/>
              <a:gdLst/>
              <a:ahLst/>
              <a:cxnLst/>
              <a:rect l="l" t="t" r="r" b="b"/>
              <a:pathLst>
                <a:path w="1694" h="1517" extrusionOk="0">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62"/>
            <p:cNvSpPr/>
            <p:nvPr/>
          </p:nvSpPr>
          <p:spPr>
            <a:xfrm>
              <a:off x="8110182" y="1668365"/>
              <a:ext cx="110870" cy="105040"/>
            </a:xfrm>
            <a:custGeom>
              <a:avLst/>
              <a:gdLst/>
              <a:ahLst/>
              <a:cxnLst/>
              <a:rect l="l" t="t" r="r" b="b"/>
              <a:pathLst>
                <a:path w="4222" h="4000" extrusionOk="0">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62"/>
            <p:cNvSpPr/>
            <p:nvPr/>
          </p:nvSpPr>
          <p:spPr>
            <a:xfrm>
              <a:off x="8110445" y="1668259"/>
              <a:ext cx="100051" cy="104646"/>
            </a:xfrm>
            <a:custGeom>
              <a:avLst/>
              <a:gdLst/>
              <a:ahLst/>
              <a:cxnLst/>
              <a:rect l="l" t="t" r="r" b="b"/>
              <a:pathLst>
                <a:path w="3810" h="3985" extrusionOk="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62"/>
            <p:cNvSpPr/>
            <p:nvPr/>
          </p:nvSpPr>
          <p:spPr>
            <a:xfrm>
              <a:off x="8071238" y="1818362"/>
              <a:ext cx="33455" cy="44012"/>
            </a:xfrm>
            <a:custGeom>
              <a:avLst/>
              <a:gdLst/>
              <a:ahLst/>
              <a:cxnLst/>
              <a:rect l="l" t="t" r="r" b="b"/>
              <a:pathLst>
                <a:path w="1274" h="1676" extrusionOk="0">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2" name="Google Shape;10062;p62"/>
          <p:cNvGrpSpPr/>
          <p:nvPr/>
        </p:nvGrpSpPr>
        <p:grpSpPr>
          <a:xfrm>
            <a:off x="7987452" y="1819504"/>
            <a:ext cx="351621" cy="348103"/>
            <a:chOff x="7992065" y="1971904"/>
            <a:chExt cx="351621" cy="348103"/>
          </a:xfrm>
        </p:grpSpPr>
        <p:sp>
          <p:nvSpPr>
            <p:cNvPr id="10063" name="Google Shape;10063;p62"/>
            <p:cNvSpPr/>
            <p:nvPr/>
          </p:nvSpPr>
          <p:spPr>
            <a:xfrm>
              <a:off x="8136074" y="1971904"/>
              <a:ext cx="67383" cy="67383"/>
            </a:xfrm>
            <a:custGeom>
              <a:avLst/>
              <a:gdLst/>
              <a:ahLst/>
              <a:cxnLst/>
              <a:rect l="l" t="t" r="r" b="b"/>
              <a:pathLst>
                <a:path w="2566" h="2566" extrusionOk="0">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62"/>
            <p:cNvSpPr/>
            <p:nvPr/>
          </p:nvSpPr>
          <p:spPr>
            <a:xfrm>
              <a:off x="8022552" y="2180014"/>
              <a:ext cx="137025" cy="95376"/>
            </a:xfrm>
            <a:custGeom>
              <a:avLst/>
              <a:gdLst/>
              <a:ahLst/>
              <a:cxnLst/>
              <a:rect l="l" t="t" r="r" b="b"/>
              <a:pathLst>
                <a:path w="5218" h="3632" extrusionOk="0">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62"/>
            <p:cNvSpPr/>
            <p:nvPr/>
          </p:nvSpPr>
          <p:spPr>
            <a:xfrm>
              <a:off x="8109946" y="2050080"/>
              <a:ext cx="120849" cy="62604"/>
            </a:xfrm>
            <a:custGeom>
              <a:avLst/>
              <a:gdLst/>
              <a:ahLst/>
              <a:cxnLst/>
              <a:rect l="l" t="t" r="r" b="b"/>
              <a:pathLst>
                <a:path w="4602" h="2384" extrusionOk="0">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62"/>
            <p:cNvSpPr/>
            <p:nvPr/>
          </p:nvSpPr>
          <p:spPr>
            <a:xfrm>
              <a:off x="8179613" y="2180014"/>
              <a:ext cx="137130" cy="95376"/>
            </a:xfrm>
            <a:custGeom>
              <a:avLst/>
              <a:gdLst/>
              <a:ahLst/>
              <a:cxnLst/>
              <a:rect l="l" t="t" r="r" b="b"/>
              <a:pathLst>
                <a:path w="5222" h="3632" extrusionOk="0">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62"/>
            <p:cNvSpPr/>
            <p:nvPr/>
          </p:nvSpPr>
          <p:spPr>
            <a:xfrm>
              <a:off x="8129037" y="1973427"/>
              <a:ext cx="66884" cy="65939"/>
            </a:xfrm>
            <a:custGeom>
              <a:avLst/>
              <a:gdLst/>
              <a:ahLst/>
              <a:cxnLst/>
              <a:rect l="l" t="t" r="r" b="b"/>
              <a:pathLst>
                <a:path w="2547" h="2511" extrusionOk="0">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62"/>
            <p:cNvSpPr/>
            <p:nvPr/>
          </p:nvSpPr>
          <p:spPr>
            <a:xfrm>
              <a:off x="8068717" y="2123450"/>
              <a:ext cx="44773" cy="45010"/>
            </a:xfrm>
            <a:custGeom>
              <a:avLst/>
              <a:gdLst/>
              <a:ahLst/>
              <a:cxnLst/>
              <a:rect l="l" t="t" r="r" b="b"/>
              <a:pathLst>
                <a:path w="1705" h="1714" extrusionOk="0">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62"/>
            <p:cNvSpPr/>
            <p:nvPr/>
          </p:nvSpPr>
          <p:spPr>
            <a:xfrm>
              <a:off x="8063964" y="2124474"/>
              <a:ext cx="44484" cy="43854"/>
            </a:xfrm>
            <a:custGeom>
              <a:avLst/>
              <a:gdLst/>
              <a:ahLst/>
              <a:cxnLst/>
              <a:rect l="l" t="t" r="r" b="b"/>
              <a:pathLst>
                <a:path w="1694" h="1670" extrusionOk="0">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62"/>
            <p:cNvSpPr/>
            <p:nvPr/>
          </p:nvSpPr>
          <p:spPr>
            <a:xfrm>
              <a:off x="8225805" y="2123450"/>
              <a:ext cx="44747" cy="45010"/>
            </a:xfrm>
            <a:custGeom>
              <a:avLst/>
              <a:gdLst/>
              <a:ahLst/>
              <a:cxnLst/>
              <a:rect l="l" t="t" r="r" b="b"/>
              <a:pathLst>
                <a:path w="1704" h="1714" extrusionOk="0">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62"/>
            <p:cNvSpPr/>
            <p:nvPr/>
          </p:nvSpPr>
          <p:spPr>
            <a:xfrm>
              <a:off x="8221025" y="2124474"/>
              <a:ext cx="44747" cy="43854"/>
            </a:xfrm>
            <a:custGeom>
              <a:avLst/>
              <a:gdLst/>
              <a:ahLst/>
              <a:cxnLst/>
              <a:rect l="l" t="t" r="r" b="b"/>
              <a:pathLst>
                <a:path w="1704" h="1670" extrusionOk="0">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62"/>
            <p:cNvSpPr/>
            <p:nvPr/>
          </p:nvSpPr>
          <p:spPr>
            <a:xfrm>
              <a:off x="7995583" y="2286315"/>
              <a:ext cx="33718" cy="33692"/>
            </a:xfrm>
            <a:custGeom>
              <a:avLst/>
              <a:gdLst/>
              <a:ahLst/>
              <a:cxnLst/>
              <a:rect l="l" t="t" r="r" b="b"/>
              <a:pathLst>
                <a:path w="1284" h="1283" extrusionOk="0">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62"/>
            <p:cNvSpPr/>
            <p:nvPr/>
          </p:nvSpPr>
          <p:spPr>
            <a:xfrm>
              <a:off x="7992065" y="2286814"/>
              <a:ext cx="33718" cy="33193"/>
            </a:xfrm>
            <a:custGeom>
              <a:avLst/>
              <a:gdLst/>
              <a:ahLst/>
              <a:cxnLst/>
              <a:rect l="l" t="t" r="r" b="b"/>
              <a:pathLst>
                <a:path w="1284" h="1264" extrusionOk="0">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62"/>
            <p:cNvSpPr/>
            <p:nvPr/>
          </p:nvSpPr>
          <p:spPr>
            <a:xfrm>
              <a:off x="8152907" y="2286315"/>
              <a:ext cx="33718" cy="33692"/>
            </a:xfrm>
            <a:custGeom>
              <a:avLst/>
              <a:gdLst/>
              <a:ahLst/>
              <a:cxnLst/>
              <a:rect l="l" t="t" r="r" b="b"/>
              <a:pathLst>
                <a:path w="1284" h="1283" extrusionOk="0">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62"/>
            <p:cNvSpPr/>
            <p:nvPr/>
          </p:nvSpPr>
          <p:spPr>
            <a:xfrm>
              <a:off x="8149388" y="2286814"/>
              <a:ext cx="33455" cy="33193"/>
            </a:xfrm>
            <a:custGeom>
              <a:avLst/>
              <a:gdLst/>
              <a:ahLst/>
              <a:cxnLst/>
              <a:rect l="l" t="t" r="r" b="b"/>
              <a:pathLst>
                <a:path w="1274" h="1264" extrusionOk="0">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62"/>
            <p:cNvSpPr/>
            <p:nvPr/>
          </p:nvSpPr>
          <p:spPr>
            <a:xfrm>
              <a:off x="8309994" y="2286315"/>
              <a:ext cx="33692" cy="33692"/>
            </a:xfrm>
            <a:custGeom>
              <a:avLst/>
              <a:gdLst/>
              <a:ahLst/>
              <a:cxnLst/>
              <a:rect l="l" t="t" r="r" b="b"/>
              <a:pathLst>
                <a:path w="1283" h="1283" extrusionOk="0">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62"/>
            <p:cNvSpPr/>
            <p:nvPr/>
          </p:nvSpPr>
          <p:spPr>
            <a:xfrm>
              <a:off x="8306475" y="2286814"/>
              <a:ext cx="33455" cy="33193"/>
            </a:xfrm>
            <a:custGeom>
              <a:avLst/>
              <a:gdLst/>
              <a:ahLst/>
              <a:cxnLst/>
              <a:rect l="l" t="t" r="r" b="b"/>
              <a:pathLst>
                <a:path w="1274" h="1264" extrusionOk="0">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8" name="Google Shape;10078;p62"/>
          <p:cNvGrpSpPr/>
          <p:nvPr/>
        </p:nvGrpSpPr>
        <p:grpSpPr>
          <a:xfrm>
            <a:off x="4906576" y="3641055"/>
            <a:ext cx="296580" cy="364935"/>
            <a:chOff x="4911189" y="3793455"/>
            <a:chExt cx="296580" cy="364935"/>
          </a:xfrm>
        </p:grpSpPr>
        <p:sp>
          <p:nvSpPr>
            <p:cNvPr id="10079" name="Google Shape;10079;p62"/>
            <p:cNvSpPr/>
            <p:nvPr/>
          </p:nvSpPr>
          <p:spPr>
            <a:xfrm>
              <a:off x="4951157" y="3861810"/>
              <a:ext cx="31932" cy="35215"/>
            </a:xfrm>
            <a:custGeom>
              <a:avLst/>
              <a:gdLst/>
              <a:ahLst/>
              <a:cxnLst/>
              <a:rect l="l" t="t" r="r" b="b"/>
              <a:pathLst>
                <a:path w="1216" h="1341" extrusionOk="0">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62"/>
            <p:cNvSpPr/>
            <p:nvPr/>
          </p:nvSpPr>
          <p:spPr>
            <a:xfrm>
              <a:off x="5136132" y="3861810"/>
              <a:ext cx="31932" cy="34952"/>
            </a:xfrm>
            <a:custGeom>
              <a:avLst/>
              <a:gdLst/>
              <a:ahLst/>
              <a:cxnLst/>
              <a:rect l="l" t="t" r="r" b="b"/>
              <a:pathLst>
                <a:path w="1216" h="1331" extrusionOk="0">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62"/>
            <p:cNvSpPr/>
            <p:nvPr/>
          </p:nvSpPr>
          <p:spPr>
            <a:xfrm>
              <a:off x="5043382" y="3833659"/>
              <a:ext cx="32457" cy="33193"/>
            </a:xfrm>
            <a:custGeom>
              <a:avLst/>
              <a:gdLst/>
              <a:ahLst/>
              <a:cxnLst/>
              <a:rect l="l" t="t" r="r" b="b"/>
              <a:pathLst>
                <a:path w="1236" h="1264" extrusionOk="0">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62"/>
            <p:cNvSpPr/>
            <p:nvPr/>
          </p:nvSpPr>
          <p:spPr>
            <a:xfrm>
              <a:off x="5043382" y="3833659"/>
              <a:ext cx="21901" cy="33193"/>
            </a:xfrm>
            <a:custGeom>
              <a:avLst/>
              <a:gdLst/>
              <a:ahLst/>
              <a:cxnLst/>
              <a:rect l="l" t="t" r="r" b="b"/>
              <a:pathLst>
                <a:path w="834" h="1264" extrusionOk="0">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62"/>
            <p:cNvSpPr/>
            <p:nvPr/>
          </p:nvSpPr>
          <p:spPr>
            <a:xfrm>
              <a:off x="4911189" y="3861810"/>
              <a:ext cx="296580" cy="296580"/>
            </a:xfrm>
            <a:custGeom>
              <a:avLst/>
              <a:gdLst/>
              <a:ahLst/>
              <a:cxnLst/>
              <a:rect l="l" t="t" r="r" b="b"/>
              <a:pathLst>
                <a:path w="11294" h="11294" extrusionOk="0">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62"/>
            <p:cNvSpPr/>
            <p:nvPr/>
          </p:nvSpPr>
          <p:spPr>
            <a:xfrm>
              <a:off x="4911189" y="3861810"/>
              <a:ext cx="161630" cy="296580"/>
            </a:xfrm>
            <a:custGeom>
              <a:avLst/>
              <a:gdLst/>
              <a:ahLst/>
              <a:cxnLst/>
              <a:rect l="l" t="t" r="r" b="b"/>
              <a:pathLst>
                <a:path w="6155" h="11294" extrusionOk="0">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62"/>
            <p:cNvSpPr/>
            <p:nvPr/>
          </p:nvSpPr>
          <p:spPr>
            <a:xfrm>
              <a:off x="4925527" y="3885680"/>
              <a:ext cx="258372" cy="248577"/>
            </a:xfrm>
            <a:custGeom>
              <a:avLst/>
              <a:gdLst/>
              <a:ahLst/>
              <a:cxnLst/>
              <a:rect l="l" t="t" r="r" b="b"/>
              <a:pathLst>
                <a:path w="9839" h="9466" extrusionOk="0">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62"/>
            <p:cNvSpPr/>
            <p:nvPr/>
          </p:nvSpPr>
          <p:spPr>
            <a:xfrm>
              <a:off x="4937317" y="3885680"/>
              <a:ext cx="129724" cy="248577"/>
            </a:xfrm>
            <a:custGeom>
              <a:avLst/>
              <a:gdLst/>
              <a:ahLst/>
              <a:cxnLst/>
              <a:rect l="l" t="t" r="r" b="b"/>
              <a:pathLst>
                <a:path w="4940" h="9466" extrusionOk="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62"/>
            <p:cNvSpPr/>
            <p:nvPr/>
          </p:nvSpPr>
          <p:spPr>
            <a:xfrm>
              <a:off x="4942596" y="3902381"/>
              <a:ext cx="223972" cy="215279"/>
            </a:xfrm>
            <a:custGeom>
              <a:avLst/>
              <a:gdLst/>
              <a:ahLst/>
              <a:cxnLst/>
              <a:rect l="l" t="t" r="r" b="b"/>
              <a:pathLst>
                <a:path w="8529" h="8198" extrusionOk="0">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62"/>
            <p:cNvSpPr/>
            <p:nvPr/>
          </p:nvSpPr>
          <p:spPr>
            <a:xfrm>
              <a:off x="4951157" y="3902381"/>
              <a:ext cx="121400" cy="215385"/>
            </a:xfrm>
            <a:custGeom>
              <a:avLst/>
              <a:gdLst/>
              <a:ahLst/>
              <a:cxnLst/>
              <a:rect l="l" t="t" r="r" b="b"/>
              <a:pathLst>
                <a:path w="4623" h="8202" extrusionOk="0">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62"/>
            <p:cNvSpPr/>
            <p:nvPr/>
          </p:nvSpPr>
          <p:spPr>
            <a:xfrm>
              <a:off x="5054069" y="3937255"/>
              <a:ext cx="10950" cy="76128"/>
            </a:xfrm>
            <a:custGeom>
              <a:avLst/>
              <a:gdLst/>
              <a:ahLst/>
              <a:cxnLst/>
              <a:rect l="l" t="t" r="r" b="b"/>
              <a:pathLst>
                <a:path w="417" h="2899" extrusionOk="0">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62"/>
            <p:cNvSpPr/>
            <p:nvPr/>
          </p:nvSpPr>
          <p:spPr>
            <a:xfrm>
              <a:off x="5139388" y="3833685"/>
              <a:ext cx="57326" cy="48712"/>
            </a:xfrm>
            <a:custGeom>
              <a:avLst/>
              <a:gdLst/>
              <a:ahLst/>
              <a:cxnLst/>
              <a:rect l="l" t="t" r="r" b="b"/>
              <a:pathLst>
                <a:path w="2183" h="1855" extrusionOk="0">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62"/>
            <p:cNvSpPr/>
            <p:nvPr/>
          </p:nvSpPr>
          <p:spPr>
            <a:xfrm>
              <a:off x="4922507" y="3833685"/>
              <a:ext cx="57063" cy="48712"/>
            </a:xfrm>
            <a:custGeom>
              <a:avLst/>
              <a:gdLst/>
              <a:ahLst/>
              <a:cxnLst/>
              <a:rect l="l" t="t" r="r" b="b"/>
              <a:pathLst>
                <a:path w="2173"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62"/>
            <p:cNvSpPr/>
            <p:nvPr/>
          </p:nvSpPr>
          <p:spPr>
            <a:xfrm>
              <a:off x="5023792" y="3793455"/>
              <a:ext cx="71637" cy="42988"/>
            </a:xfrm>
            <a:custGeom>
              <a:avLst/>
              <a:gdLst/>
              <a:ahLst/>
              <a:cxnLst/>
              <a:rect l="l" t="t" r="r" b="b"/>
              <a:pathLst>
                <a:path w="2728" h="1637" extrusionOk="0">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62"/>
            <p:cNvSpPr/>
            <p:nvPr/>
          </p:nvSpPr>
          <p:spPr>
            <a:xfrm>
              <a:off x="5139388" y="3833685"/>
              <a:ext cx="51049" cy="48712"/>
            </a:xfrm>
            <a:custGeom>
              <a:avLst/>
              <a:gdLst/>
              <a:ahLst/>
              <a:cxnLst/>
              <a:rect l="l" t="t" r="r" b="b"/>
              <a:pathLst>
                <a:path w="1944" h="1855" extrusionOk="0">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62"/>
            <p:cNvSpPr/>
            <p:nvPr/>
          </p:nvSpPr>
          <p:spPr>
            <a:xfrm>
              <a:off x="4922507" y="3833685"/>
              <a:ext cx="50787" cy="48712"/>
            </a:xfrm>
            <a:custGeom>
              <a:avLst/>
              <a:gdLst/>
              <a:ahLst/>
              <a:cxnLst/>
              <a:rect l="l" t="t" r="r" b="b"/>
              <a:pathLst>
                <a:path w="1934"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62"/>
            <p:cNvSpPr/>
            <p:nvPr/>
          </p:nvSpPr>
          <p:spPr>
            <a:xfrm>
              <a:off x="5024028" y="3793455"/>
              <a:ext cx="30934" cy="42988"/>
            </a:xfrm>
            <a:custGeom>
              <a:avLst/>
              <a:gdLst/>
              <a:ahLst/>
              <a:cxnLst/>
              <a:rect l="l" t="t" r="r" b="b"/>
              <a:pathLst>
                <a:path w="1178" h="1637" extrusionOk="0">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62"/>
            <p:cNvSpPr/>
            <p:nvPr/>
          </p:nvSpPr>
          <p:spPr>
            <a:xfrm>
              <a:off x="4937580" y="3896998"/>
              <a:ext cx="235001" cy="226046"/>
            </a:xfrm>
            <a:custGeom>
              <a:avLst/>
              <a:gdLst/>
              <a:ahLst/>
              <a:cxnLst/>
              <a:rect l="l" t="t" r="r" b="b"/>
              <a:pathLst>
                <a:path w="8949" h="8608" extrusionOk="0">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62"/>
            <p:cNvSpPr/>
            <p:nvPr/>
          </p:nvSpPr>
          <p:spPr>
            <a:xfrm>
              <a:off x="5044905" y="3995263"/>
              <a:ext cx="29411" cy="29411"/>
            </a:xfrm>
            <a:custGeom>
              <a:avLst/>
              <a:gdLst/>
              <a:ahLst/>
              <a:cxnLst/>
              <a:rect l="l" t="t" r="r" b="b"/>
              <a:pathLst>
                <a:path w="1120" h="1120" extrusionOk="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62"/>
            <p:cNvSpPr/>
            <p:nvPr/>
          </p:nvSpPr>
          <p:spPr>
            <a:xfrm>
              <a:off x="5044642" y="3995132"/>
              <a:ext cx="24396" cy="29674"/>
            </a:xfrm>
            <a:custGeom>
              <a:avLst/>
              <a:gdLst/>
              <a:ahLst/>
              <a:cxnLst/>
              <a:rect l="l" t="t" r="r" b="b"/>
              <a:pathLst>
                <a:path w="929" h="1130" extrusionOk="0">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9" name="Google Shape;10099;p62"/>
          <p:cNvGrpSpPr/>
          <p:nvPr/>
        </p:nvGrpSpPr>
        <p:grpSpPr>
          <a:xfrm>
            <a:off x="5336820" y="3640871"/>
            <a:ext cx="330272" cy="329117"/>
            <a:chOff x="5341433" y="3793271"/>
            <a:chExt cx="330272" cy="329117"/>
          </a:xfrm>
        </p:grpSpPr>
        <p:sp>
          <p:nvSpPr>
            <p:cNvPr id="10100" name="Google Shape;10100;p62"/>
            <p:cNvSpPr/>
            <p:nvPr/>
          </p:nvSpPr>
          <p:spPr>
            <a:xfrm>
              <a:off x="5436441" y="3976408"/>
              <a:ext cx="52546" cy="52546"/>
            </a:xfrm>
            <a:custGeom>
              <a:avLst/>
              <a:gdLst/>
              <a:ahLst/>
              <a:cxnLst/>
              <a:rect l="l" t="t" r="r" b="b"/>
              <a:pathLst>
                <a:path w="2001" h="2001" extrusionOk="0">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62"/>
            <p:cNvSpPr/>
            <p:nvPr/>
          </p:nvSpPr>
          <p:spPr>
            <a:xfrm>
              <a:off x="5436179" y="3976146"/>
              <a:ext cx="42515" cy="52310"/>
            </a:xfrm>
            <a:custGeom>
              <a:avLst/>
              <a:gdLst/>
              <a:ahLst/>
              <a:cxnLst/>
              <a:rect l="l" t="t" r="r" b="b"/>
              <a:pathLst>
                <a:path w="1619" h="1992" extrusionOk="0">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62"/>
            <p:cNvSpPr/>
            <p:nvPr/>
          </p:nvSpPr>
          <p:spPr>
            <a:xfrm>
              <a:off x="5431925" y="3793350"/>
              <a:ext cx="239780" cy="228830"/>
            </a:xfrm>
            <a:custGeom>
              <a:avLst/>
              <a:gdLst/>
              <a:ahLst/>
              <a:cxnLst/>
              <a:rect l="l" t="t" r="r" b="b"/>
              <a:pathLst>
                <a:path w="9131" h="8714" extrusionOk="0">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62"/>
            <p:cNvSpPr/>
            <p:nvPr/>
          </p:nvSpPr>
          <p:spPr>
            <a:xfrm>
              <a:off x="5427408" y="3793271"/>
              <a:ext cx="139756" cy="228830"/>
            </a:xfrm>
            <a:custGeom>
              <a:avLst/>
              <a:gdLst/>
              <a:ahLst/>
              <a:cxnLst/>
              <a:rect l="l" t="t" r="r" b="b"/>
              <a:pathLst>
                <a:path w="5322" h="8714" extrusionOk="0">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62"/>
            <p:cNvSpPr/>
            <p:nvPr/>
          </p:nvSpPr>
          <p:spPr>
            <a:xfrm>
              <a:off x="5464828" y="3814936"/>
              <a:ext cx="194061" cy="185343"/>
            </a:xfrm>
            <a:custGeom>
              <a:avLst/>
              <a:gdLst/>
              <a:ahLst/>
              <a:cxnLst/>
              <a:rect l="l" t="t" r="r" b="b"/>
              <a:pathLst>
                <a:path w="7390" h="7058" extrusionOk="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62"/>
            <p:cNvSpPr/>
            <p:nvPr/>
          </p:nvSpPr>
          <p:spPr>
            <a:xfrm>
              <a:off x="5456793" y="3815251"/>
              <a:ext cx="110607" cy="185080"/>
            </a:xfrm>
            <a:custGeom>
              <a:avLst/>
              <a:gdLst/>
              <a:ahLst/>
              <a:cxnLst/>
              <a:rect l="l" t="t" r="r" b="b"/>
              <a:pathLst>
                <a:path w="4212" h="7048" extrusionOk="0">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62"/>
            <p:cNvSpPr/>
            <p:nvPr/>
          </p:nvSpPr>
          <p:spPr>
            <a:xfrm>
              <a:off x="5531949" y="3851752"/>
              <a:ext cx="50787" cy="50550"/>
            </a:xfrm>
            <a:custGeom>
              <a:avLst/>
              <a:gdLst/>
              <a:ahLst/>
              <a:cxnLst/>
              <a:rect l="l" t="t" r="r" b="b"/>
              <a:pathLst>
                <a:path w="1934" h="1925" extrusionOk="0">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62"/>
            <p:cNvSpPr/>
            <p:nvPr/>
          </p:nvSpPr>
          <p:spPr>
            <a:xfrm>
              <a:off x="5532185" y="3851726"/>
              <a:ext cx="35215" cy="50577"/>
            </a:xfrm>
            <a:custGeom>
              <a:avLst/>
              <a:gdLst/>
              <a:ahLst/>
              <a:cxnLst/>
              <a:rect l="l" t="t" r="r" b="b"/>
              <a:pathLst>
                <a:path w="1341" h="1926" extrusionOk="0">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62"/>
            <p:cNvSpPr/>
            <p:nvPr/>
          </p:nvSpPr>
          <p:spPr>
            <a:xfrm>
              <a:off x="5515852" y="3902276"/>
              <a:ext cx="82955" cy="53045"/>
            </a:xfrm>
            <a:custGeom>
              <a:avLst/>
              <a:gdLst/>
              <a:ahLst/>
              <a:cxnLst/>
              <a:rect l="l" t="t" r="r" b="b"/>
              <a:pathLst>
                <a:path w="3159" h="2020" extrusionOk="0">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62"/>
            <p:cNvSpPr/>
            <p:nvPr/>
          </p:nvSpPr>
          <p:spPr>
            <a:xfrm>
              <a:off x="5515852" y="3902276"/>
              <a:ext cx="47032" cy="53045"/>
            </a:xfrm>
            <a:custGeom>
              <a:avLst/>
              <a:gdLst/>
              <a:ahLst/>
              <a:cxnLst/>
              <a:rect l="l" t="t" r="r" b="b"/>
              <a:pathLst>
                <a:path w="1791" h="2020" extrusionOk="0">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62"/>
            <p:cNvSpPr/>
            <p:nvPr/>
          </p:nvSpPr>
          <p:spPr>
            <a:xfrm>
              <a:off x="5531686" y="3923311"/>
              <a:ext cx="10084" cy="32011"/>
            </a:xfrm>
            <a:custGeom>
              <a:avLst/>
              <a:gdLst/>
              <a:ahLst/>
              <a:cxnLst/>
              <a:rect l="l" t="t" r="r" b="b"/>
              <a:pathLst>
                <a:path w="384" h="1219" extrusionOk="0">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62"/>
            <p:cNvSpPr/>
            <p:nvPr/>
          </p:nvSpPr>
          <p:spPr>
            <a:xfrm>
              <a:off x="5572915" y="3923311"/>
              <a:ext cx="10084" cy="32011"/>
            </a:xfrm>
            <a:custGeom>
              <a:avLst/>
              <a:gdLst/>
              <a:ahLst/>
              <a:cxnLst/>
              <a:rect l="l" t="t" r="r" b="b"/>
              <a:pathLst>
                <a:path w="384" h="1219" extrusionOk="0">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62"/>
            <p:cNvSpPr/>
            <p:nvPr/>
          </p:nvSpPr>
          <p:spPr>
            <a:xfrm>
              <a:off x="5341433" y="4004874"/>
              <a:ext cx="120166" cy="117514"/>
            </a:xfrm>
            <a:custGeom>
              <a:avLst/>
              <a:gdLst/>
              <a:ahLst/>
              <a:cxnLst/>
              <a:rect l="l" t="t" r="r" b="b"/>
              <a:pathLst>
                <a:path w="4576"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62"/>
            <p:cNvSpPr/>
            <p:nvPr/>
          </p:nvSpPr>
          <p:spPr>
            <a:xfrm>
              <a:off x="5341433" y="4004874"/>
              <a:ext cx="105093" cy="117514"/>
            </a:xfrm>
            <a:custGeom>
              <a:avLst/>
              <a:gdLst/>
              <a:ahLst/>
              <a:cxnLst/>
              <a:rect l="l" t="t" r="r" b="b"/>
              <a:pathLst>
                <a:path w="4002"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62"/>
            <p:cNvSpPr/>
            <p:nvPr/>
          </p:nvSpPr>
          <p:spPr>
            <a:xfrm>
              <a:off x="5417587" y="4004874"/>
              <a:ext cx="43749" cy="42436"/>
            </a:xfrm>
            <a:custGeom>
              <a:avLst/>
              <a:gdLst/>
              <a:ahLst/>
              <a:cxnLst/>
              <a:rect l="l" t="t" r="r" b="b"/>
              <a:pathLst>
                <a:path w="1666" h="1616" extrusionOk="0">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62"/>
            <p:cNvSpPr/>
            <p:nvPr/>
          </p:nvSpPr>
          <p:spPr>
            <a:xfrm>
              <a:off x="5417587" y="4004795"/>
              <a:ext cx="28939" cy="23398"/>
            </a:xfrm>
            <a:custGeom>
              <a:avLst/>
              <a:gdLst/>
              <a:ahLst/>
              <a:cxnLst/>
              <a:rect l="l" t="t" r="r" b="b"/>
              <a:pathLst>
                <a:path w="1102" h="891" extrusionOk="0">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6" name="Google Shape;10116;p62"/>
          <p:cNvGrpSpPr/>
          <p:nvPr/>
        </p:nvGrpSpPr>
        <p:grpSpPr>
          <a:xfrm>
            <a:off x="5739438" y="3613850"/>
            <a:ext cx="428511" cy="383186"/>
            <a:chOff x="5744051" y="3766250"/>
            <a:chExt cx="428511" cy="383186"/>
          </a:xfrm>
        </p:grpSpPr>
        <p:sp>
          <p:nvSpPr>
            <p:cNvPr id="10117" name="Google Shape;10117;p62"/>
            <p:cNvSpPr/>
            <p:nvPr/>
          </p:nvSpPr>
          <p:spPr>
            <a:xfrm>
              <a:off x="5872489" y="3804510"/>
              <a:ext cx="130696" cy="130460"/>
            </a:xfrm>
            <a:custGeom>
              <a:avLst/>
              <a:gdLst/>
              <a:ahLst/>
              <a:cxnLst/>
              <a:rect l="l" t="t" r="r" b="b"/>
              <a:pathLst>
                <a:path w="4977" h="4968" extrusionOk="0">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62"/>
            <p:cNvSpPr/>
            <p:nvPr/>
          </p:nvSpPr>
          <p:spPr>
            <a:xfrm>
              <a:off x="5871963" y="3804169"/>
              <a:ext cx="74185" cy="130775"/>
            </a:xfrm>
            <a:custGeom>
              <a:avLst/>
              <a:gdLst/>
              <a:ahLst/>
              <a:cxnLst/>
              <a:rect l="l" t="t" r="r" b="b"/>
              <a:pathLst>
                <a:path w="2825" h="4980" extrusionOk="0">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62"/>
            <p:cNvSpPr/>
            <p:nvPr/>
          </p:nvSpPr>
          <p:spPr>
            <a:xfrm>
              <a:off x="5893339" y="3825361"/>
              <a:ext cx="88995" cy="88733"/>
            </a:xfrm>
            <a:custGeom>
              <a:avLst/>
              <a:gdLst/>
              <a:ahLst/>
              <a:cxnLst/>
              <a:rect l="l" t="t" r="r" b="b"/>
              <a:pathLst>
                <a:path w="3389" h="3379" extrusionOk="0">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62"/>
            <p:cNvSpPr/>
            <p:nvPr/>
          </p:nvSpPr>
          <p:spPr>
            <a:xfrm>
              <a:off x="5892840" y="3824993"/>
              <a:ext cx="53308" cy="88995"/>
            </a:xfrm>
            <a:custGeom>
              <a:avLst/>
              <a:gdLst/>
              <a:ahLst/>
              <a:cxnLst/>
              <a:rect l="l" t="t" r="r" b="b"/>
              <a:pathLst>
                <a:path w="2030" h="3389" extrusionOk="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62"/>
            <p:cNvSpPr/>
            <p:nvPr/>
          </p:nvSpPr>
          <p:spPr>
            <a:xfrm>
              <a:off x="5919231" y="3839436"/>
              <a:ext cx="35714" cy="61107"/>
            </a:xfrm>
            <a:custGeom>
              <a:avLst/>
              <a:gdLst/>
              <a:ahLst/>
              <a:cxnLst/>
              <a:rect l="l" t="t" r="r" b="b"/>
              <a:pathLst>
                <a:path w="1360" h="2327" extrusionOk="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62"/>
            <p:cNvSpPr/>
            <p:nvPr/>
          </p:nvSpPr>
          <p:spPr>
            <a:xfrm>
              <a:off x="5973747" y="3766565"/>
              <a:ext cx="130959" cy="130460"/>
            </a:xfrm>
            <a:custGeom>
              <a:avLst/>
              <a:gdLst/>
              <a:ahLst/>
              <a:cxnLst/>
              <a:rect l="l" t="t" r="r" b="b"/>
              <a:pathLst>
                <a:path w="4987" h="4968" extrusionOk="0">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62"/>
            <p:cNvSpPr/>
            <p:nvPr/>
          </p:nvSpPr>
          <p:spPr>
            <a:xfrm>
              <a:off x="5973274" y="3766250"/>
              <a:ext cx="74132" cy="130801"/>
            </a:xfrm>
            <a:custGeom>
              <a:avLst/>
              <a:gdLst/>
              <a:ahLst/>
              <a:cxnLst/>
              <a:rect l="l" t="t" r="r" b="b"/>
              <a:pathLst>
                <a:path w="2823" h="4981" extrusionOk="0">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62"/>
            <p:cNvSpPr/>
            <p:nvPr/>
          </p:nvSpPr>
          <p:spPr>
            <a:xfrm>
              <a:off x="5994624" y="3787415"/>
              <a:ext cx="89231" cy="88733"/>
            </a:xfrm>
            <a:custGeom>
              <a:avLst/>
              <a:gdLst/>
              <a:ahLst/>
              <a:cxnLst/>
              <a:rect l="l" t="t" r="r" b="b"/>
              <a:pathLst>
                <a:path w="3398" h="3379" extrusionOk="0">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62"/>
            <p:cNvSpPr/>
            <p:nvPr/>
          </p:nvSpPr>
          <p:spPr>
            <a:xfrm>
              <a:off x="5994361" y="3787284"/>
              <a:ext cx="53308" cy="88916"/>
            </a:xfrm>
            <a:custGeom>
              <a:avLst/>
              <a:gdLst/>
              <a:ahLst/>
              <a:cxnLst/>
              <a:rect l="l" t="t" r="r" b="b"/>
              <a:pathLst>
                <a:path w="2030" h="3386" extrusionOk="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62"/>
            <p:cNvSpPr/>
            <p:nvPr/>
          </p:nvSpPr>
          <p:spPr>
            <a:xfrm>
              <a:off x="6020753" y="3801727"/>
              <a:ext cx="35451" cy="60844"/>
            </a:xfrm>
            <a:custGeom>
              <a:avLst/>
              <a:gdLst/>
              <a:ahLst/>
              <a:cxnLst/>
              <a:rect l="l" t="t" r="r" b="b"/>
              <a:pathLst>
                <a:path w="1350" h="2317" extrusionOk="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62"/>
            <p:cNvSpPr/>
            <p:nvPr/>
          </p:nvSpPr>
          <p:spPr>
            <a:xfrm>
              <a:off x="5744051" y="3983945"/>
              <a:ext cx="147056" cy="165491"/>
            </a:xfrm>
            <a:custGeom>
              <a:avLst/>
              <a:gdLst/>
              <a:ahLst/>
              <a:cxnLst/>
              <a:rect l="l" t="t" r="r" b="b"/>
              <a:pathLst>
                <a:path w="5600" h="6302" extrusionOk="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62"/>
            <p:cNvSpPr/>
            <p:nvPr/>
          </p:nvSpPr>
          <p:spPr>
            <a:xfrm>
              <a:off x="5784754" y="4095786"/>
              <a:ext cx="106353" cy="53597"/>
            </a:xfrm>
            <a:custGeom>
              <a:avLst/>
              <a:gdLst/>
              <a:ahLst/>
              <a:cxnLst/>
              <a:rect l="l" t="t" r="r" b="b"/>
              <a:pathLst>
                <a:path w="4050" h="2041" extrusionOk="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62"/>
            <p:cNvSpPr/>
            <p:nvPr/>
          </p:nvSpPr>
          <p:spPr>
            <a:xfrm>
              <a:off x="5886538" y="3909550"/>
              <a:ext cx="286024" cy="176441"/>
            </a:xfrm>
            <a:custGeom>
              <a:avLst/>
              <a:gdLst/>
              <a:ahLst/>
              <a:cxnLst/>
              <a:rect l="l" t="t" r="r" b="b"/>
              <a:pathLst>
                <a:path w="10892" h="6719" extrusionOk="0">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62"/>
            <p:cNvSpPr/>
            <p:nvPr/>
          </p:nvSpPr>
          <p:spPr>
            <a:xfrm>
              <a:off x="5886538" y="3976408"/>
              <a:ext cx="57851" cy="109347"/>
            </a:xfrm>
            <a:custGeom>
              <a:avLst/>
              <a:gdLst/>
              <a:ahLst/>
              <a:cxnLst/>
              <a:rect l="l" t="t" r="r" b="b"/>
              <a:pathLst>
                <a:path w="2203" h="4164" extrusionOk="0">
                  <a:moveTo>
                    <a:pt x="767" y="0"/>
                  </a:moveTo>
                  <a:lnTo>
                    <a:pt x="1" y="307"/>
                  </a:lnTo>
                  <a:lnTo>
                    <a:pt x="1446" y="4163"/>
                  </a:lnTo>
                  <a:lnTo>
                    <a:pt x="2202" y="3848"/>
                  </a:lnTo>
                  <a:lnTo>
                    <a:pt x="76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62"/>
            <p:cNvSpPr/>
            <p:nvPr/>
          </p:nvSpPr>
          <p:spPr>
            <a:xfrm>
              <a:off x="5961956" y="3961335"/>
              <a:ext cx="82456" cy="52467"/>
            </a:xfrm>
            <a:custGeom>
              <a:avLst/>
              <a:gdLst/>
              <a:ahLst/>
              <a:cxnLst/>
              <a:rect l="l" t="t" r="r" b="b"/>
              <a:pathLst>
                <a:path w="3140" h="1998" extrusionOk="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62"/>
            <p:cNvSpPr/>
            <p:nvPr/>
          </p:nvSpPr>
          <p:spPr>
            <a:xfrm>
              <a:off x="5840556" y="3971235"/>
              <a:ext cx="89258" cy="144167"/>
            </a:xfrm>
            <a:custGeom>
              <a:avLst/>
              <a:gdLst/>
              <a:ahLst/>
              <a:cxnLst/>
              <a:rect l="l" t="t" r="r" b="b"/>
              <a:pathLst>
                <a:path w="3399" h="5490" extrusionOk="0">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62"/>
            <p:cNvSpPr/>
            <p:nvPr/>
          </p:nvSpPr>
          <p:spPr>
            <a:xfrm>
              <a:off x="5882284" y="4079689"/>
              <a:ext cx="47531" cy="35714"/>
            </a:xfrm>
            <a:custGeom>
              <a:avLst/>
              <a:gdLst/>
              <a:ahLst/>
              <a:cxnLst/>
              <a:rect l="l" t="t" r="r" b="b"/>
              <a:pathLst>
                <a:path w="1810" h="1360" extrusionOk="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4" name="Google Shape;10134;p62"/>
          <p:cNvGrpSpPr/>
          <p:nvPr/>
        </p:nvGrpSpPr>
        <p:grpSpPr>
          <a:xfrm>
            <a:off x="6674084" y="3640924"/>
            <a:ext cx="342824" cy="328985"/>
            <a:chOff x="6678697" y="3793324"/>
            <a:chExt cx="342824" cy="328985"/>
          </a:xfrm>
        </p:grpSpPr>
        <p:sp>
          <p:nvSpPr>
            <p:cNvPr id="10135" name="Google Shape;10135;p62"/>
            <p:cNvSpPr/>
            <p:nvPr/>
          </p:nvSpPr>
          <p:spPr>
            <a:xfrm>
              <a:off x="6789015" y="3990720"/>
              <a:ext cx="9086" cy="19144"/>
            </a:xfrm>
            <a:custGeom>
              <a:avLst/>
              <a:gdLst/>
              <a:ahLst/>
              <a:cxnLst/>
              <a:rect l="l" t="t" r="r" b="b"/>
              <a:pathLst>
                <a:path w="346" h="729" extrusionOk="0">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62"/>
            <p:cNvSpPr/>
            <p:nvPr/>
          </p:nvSpPr>
          <p:spPr>
            <a:xfrm>
              <a:off x="6798075" y="3815067"/>
              <a:ext cx="223446" cy="235001"/>
            </a:xfrm>
            <a:custGeom>
              <a:avLst/>
              <a:gdLst/>
              <a:ahLst/>
              <a:cxnLst/>
              <a:rect l="l" t="t" r="r" b="b"/>
              <a:pathLst>
                <a:path w="8509" h="8949" extrusionOk="0">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62"/>
            <p:cNvSpPr/>
            <p:nvPr/>
          </p:nvSpPr>
          <p:spPr>
            <a:xfrm>
              <a:off x="6777461" y="3793324"/>
              <a:ext cx="235762" cy="228016"/>
            </a:xfrm>
            <a:custGeom>
              <a:avLst/>
              <a:gdLst/>
              <a:ahLst/>
              <a:cxnLst/>
              <a:rect l="l" t="t" r="r" b="b"/>
              <a:pathLst>
                <a:path w="8978" h="8683" extrusionOk="0">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62"/>
            <p:cNvSpPr/>
            <p:nvPr/>
          </p:nvSpPr>
          <p:spPr>
            <a:xfrm>
              <a:off x="6898099" y="3906032"/>
              <a:ext cx="22899" cy="54805"/>
            </a:xfrm>
            <a:custGeom>
              <a:avLst/>
              <a:gdLst/>
              <a:ahLst/>
              <a:cxnLst/>
              <a:rect l="l" t="t" r="r" b="b"/>
              <a:pathLst>
                <a:path w="872" h="2087" extrusionOk="0">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62"/>
            <p:cNvSpPr/>
            <p:nvPr/>
          </p:nvSpPr>
          <p:spPr>
            <a:xfrm>
              <a:off x="6707347" y="4049044"/>
              <a:ext cx="152334" cy="73265"/>
            </a:xfrm>
            <a:custGeom>
              <a:avLst/>
              <a:gdLst/>
              <a:ahLst/>
              <a:cxnLst/>
              <a:rect l="l" t="t" r="r" b="b"/>
              <a:pathLst>
                <a:path w="5801" h="2790" extrusionOk="0">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62"/>
            <p:cNvSpPr/>
            <p:nvPr/>
          </p:nvSpPr>
          <p:spPr>
            <a:xfrm>
              <a:off x="6822208" y="4006371"/>
              <a:ext cx="83402" cy="46664"/>
            </a:xfrm>
            <a:custGeom>
              <a:avLst/>
              <a:gdLst/>
              <a:ahLst/>
              <a:cxnLst/>
              <a:rect l="l" t="t" r="r" b="b"/>
              <a:pathLst>
                <a:path w="3176" h="1777" extrusionOk="0">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62"/>
            <p:cNvSpPr/>
            <p:nvPr/>
          </p:nvSpPr>
          <p:spPr>
            <a:xfrm>
              <a:off x="6678697" y="3884367"/>
              <a:ext cx="236760" cy="227963"/>
            </a:xfrm>
            <a:custGeom>
              <a:avLst/>
              <a:gdLst/>
              <a:ahLst/>
              <a:cxnLst/>
              <a:rect l="l" t="t" r="r" b="b"/>
              <a:pathLst>
                <a:path w="9016" h="8681" extrusionOk="0">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62"/>
            <p:cNvSpPr/>
            <p:nvPr/>
          </p:nvSpPr>
          <p:spPr>
            <a:xfrm>
              <a:off x="6813411" y="4028666"/>
              <a:ext cx="36711" cy="22163"/>
            </a:xfrm>
            <a:custGeom>
              <a:avLst/>
              <a:gdLst/>
              <a:ahLst/>
              <a:cxnLst/>
              <a:rect l="l" t="t" r="r" b="b"/>
              <a:pathLst>
                <a:path w="1398" h="844" extrusionOk="0">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3" name="Google Shape;10143;p62"/>
          <p:cNvGrpSpPr/>
          <p:nvPr/>
        </p:nvGrpSpPr>
        <p:grpSpPr>
          <a:xfrm>
            <a:off x="7097291" y="3609622"/>
            <a:ext cx="398627" cy="392088"/>
            <a:chOff x="7101903" y="3762022"/>
            <a:chExt cx="398627" cy="392088"/>
          </a:xfrm>
        </p:grpSpPr>
        <p:sp>
          <p:nvSpPr>
            <p:cNvPr id="10144" name="Google Shape;10144;p62"/>
            <p:cNvSpPr/>
            <p:nvPr/>
          </p:nvSpPr>
          <p:spPr>
            <a:xfrm>
              <a:off x="7101903" y="3887676"/>
              <a:ext cx="201099" cy="201335"/>
            </a:xfrm>
            <a:custGeom>
              <a:avLst/>
              <a:gdLst/>
              <a:ahLst/>
              <a:cxnLst/>
              <a:rect l="l" t="t" r="r" b="b"/>
              <a:pathLst>
                <a:path w="7658" h="7667" extrusionOk="0">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62"/>
            <p:cNvSpPr/>
            <p:nvPr/>
          </p:nvSpPr>
          <p:spPr>
            <a:xfrm>
              <a:off x="7191502" y="3887702"/>
              <a:ext cx="48397" cy="70876"/>
            </a:xfrm>
            <a:custGeom>
              <a:avLst/>
              <a:gdLst/>
              <a:ahLst/>
              <a:cxnLst/>
              <a:rect l="l" t="t" r="r" b="b"/>
              <a:pathLst>
                <a:path w="1843" h="2699" extrusionOk="0">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62"/>
            <p:cNvSpPr/>
            <p:nvPr/>
          </p:nvSpPr>
          <p:spPr>
            <a:xfrm>
              <a:off x="7102166" y="3989223"/>
              <a:ext cx="36213" cy="62341"/>
            </a:xfrm>
            <a:custGeom>
              <a:avLst/>
              <a:gdLst/>
              <a:ahLst/>
              <a:cxnLst/>
              <a:rect l="l" t="t" r="r" b="b"/>
              <a:pathLst>
                <a:path w="1379" h="2374" extrusionOk="0">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62"/>
            <p:cNvSpPr/>
            <p:nvPr/>
          </p:nvSpPr>
          <p:spPr>
            <a:xfrm>
              <a:off x="7166503" y="3958552"/>
              <a:ext cx="10084" cy="44012"/>
            </a:xfrm>
            <a:custGeom>
              <a:avLst/>
              <a:gdLst/>
              <a:ahLst/>
              <a:cxnLst/>
              <a:rect l="l" t="t" r="r" b="b"/>
              <a:pathLst>
                <a:path w="384" h="1676" extrusionOk="0">
                  <a:moveTo>
                    <a:pt x="0" y="1"/>
                  </a:moveTo>
                  <a:lnTo>
                    <a:pt x="0" y="1484"/>
                  </a:lnTo>
                  <a:lnTo>
                    <a:pt x="0" y="1589"/>
                  </a:lnTo>
                  <a:lnTo>
                    <a:pt x="0" y="1676"/>
                  </a:lnTo>
                  <a:lnTo>
                    <a:pt x="383" y="1676"/>
                  </a:lnTo>
                  <a:lnTo>
                    <a:pt x="38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62"/>
            <p:cNvSpPr/>
            <p:nvPr/>
          </p:nvSpPr>
          <p:spPr>
            <a:xfrm>
              <a:off x="7166503" y="4038487"/>
              <a:ext cx="10084" cy="49526"/>
            </a:xfrm>
            <a:custGeom>
              <a:avLst/>
              <a:gdLst/>
              <a:ahLst/>
              <a:cxnLst/>
              <a:rect l="l" t="t" r="r" b="b"/>
              <a:pathLst>
                <a:path w="384" h="1886" extrusionOk="0">
                  <a:moveTo>
                    <a:pt x="0" y="0"/>
                  </a:moveTo>
                  <a:lnTo>
                    <a:pt x="0" y="1235"/>
                  </a:lnTo>
                  <a:cubicBezTo>
                    <a:pt x="0" y="1637"/>
                    <a:pt x="192" y="1809"/>
                    <a:pt x="383" y="1885"/>
                  </a:cubicBezTo>
                  <a:lnTo>
                    <a:pt x="38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62"/>
            <p:cNvSpPr/>
            <p:nvPr/>
          </p:nvSpPr>
          <p:spPr>
            <a:xfrm>
              <a:off x="7296673" y="3826858"/>
              <a:ext cx="203856" cy="196556"/>
            </a:xfrm>
            <a:custGeom>
              <a:avLst/>
              <a:gdLst/>
              <a:ahLst/>
              <a:cxnLst/>
              <a:rect l="l" t="t" r="r" b="b"/>
              <a:pathLst>
                <a:path w="7763" h="7485" extrusionOk="0">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62"/>
            <p:cNvSpPr/>
            <p:nvPr/>
          </p:nvSpPr>
          <p:spPr>
            <a:xfrm>
              <a:off x="7339162" y="3867324"/>
              <a:ext cx="30672" cy="50787"/>
            </a:xfrm>
            <a:custGeom>
              <a:avLst/>
              <a:gdLst/>
              <a:ahLst/>
              <a:cxnLst/>
              <a:rect l="l" t="t" r="r" b="b"/>
              <a:pathLst>
                <a:path w="1168" h="1934" extrusionOk="0">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62"/>
            <p:cNvSpPr/>
            <p:nvPr/>
          </p:nvSpPr>
          <p:spPr>
            <a:xfrm>
              <a:off x="7234096" y="3958552"/>
              <a:ext cx="194560" cy="195558"/>
            </a:xfrm>
            <a:custGeom>
              <a:avLst/>
              <a:gdLst/>
              <a:ahLst/>
              <a:cxnLst/>
              <a:rect l="l" t="t" r="r" b="b"/>
              <a:pathLst>
                <a:path w="7409" h="7447" extrusionOk="0">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62"/>
            <p:cNvSpPr/>
            <p:nvPr/>
          </p:nvSpPr>
          <p:spPr>
            <a:xfrm>
              <a:off x="7234621" y="3994738"/>
              <a:ext cx="33193" cy="58087"/>
            </a:xfrm>
            <a:custGeom>
              <a:avLst/>
              <a:gdLst/>
              <a:ahLst/>
              <a:cxnLst/>
              <a:rect l="l" t="t" r="r" b="b"/>
              <a:pathLst>
                <a:path w="1264" h="2212" extrusionOk="0">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62"/>
            <p:cNvSpPr/>
            <p:nvPr/>
          </p:nvSpPr>
          <p:spPr>
            <a:xfrm>
              <a:off x="7297934" y="3958552"/>
              <a:ext cx="8823" cy="49789"/>
            </a:xfrm>
            <a:custGeom>
              <a:avLst/>
              <a:gdLst/>
              <a:ahLst/>
              <a:cxnLst/>
              <a:rect l="l" t="t" r="r" b="b"/>
              <a:pathLst>
                <a:path w="336" h="1896" extrusionOk="0">
                  <a:moveTo>
                    <a:pt x="1" y="1"/>
                  </a:moveTo>
                  <a:lnTo>
                    <a:pt x="1" y="1896"/>
                  </a:lnTo>
                  <a:lnTo>
                    <a:pt x="336" y="1896"/>
                  </a:lnTo>
                  <a:lnTo>
                    <a:pt x="336"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62"/>
            <p:cNvSpPr/>
            <p:nvPr/>
          </p:nvSpPr>
          <p:spPr>
            <a:xfrm>
              <a:off x="7297934" y="4039721"/>
              <a:ext cx="8823" cy="49290"/>
            </a:xfrm>
            <a:custGeom>
              <a:avLst/>
              <a:gdLst/>
              <a:ahLst/>
              <a:cxnLst/>
              <a:rect l="l" t="t" r="r" b="b"/>
              <a:pathLst>
                <a:path w="336" h="1877" extrusionOk="0">
                  <a:moveTo>
                    <a:pt x="1" y="1"/>
                  </a:moveTo>
                  <a:lnTo>
                    <a:pt x="1" y="1877"/>
                  </a:lnTo>
                  <a:lnTo>
                    <a:pt x="336" y="1877"/>
                  </a:lnTo>
                  <a:lnTo>
                    <a:pt x="336"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62"/>
            <p:cNvSpPr/>
            <p:nvPr/>
          </p:nvSpPr>
          <p:spPr>
            <a:xfrm>
              <a:off x="7323459" y="4088985"/>
              <a:ext cx="45876" cy="64626"/>
            </a:xfrm>
            <a:custGeom>
              <a:avLst/>
              <a:gdLst/>
              <a:ahLst/>
              <a:cxnLst/>
              <a:rect l="l" t="t" r="r" b="b"/>
              <a:pathLst>
                <a:path w="1747" h="2461" extrusionOk="0">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62"/>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62"/>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62"/>
            <p:cNvSpPr/>
            <p:nvPr/>
          </p:nvSpPr>
          <p:spPr>
            <a:xfrm>
              <a:off x="7191528" y="3762022"/>
              <a:ext cx="45876" cy="64626"/>
            </a:xfrm>
            <a:custGeom>
              <a:avLst/>
              <a:gdLst/>
              <a:ahLst/>
              <a:cxnLst/>
              <a:rect l="l" t="t" r="r" b="b"/>
              <a:pathLst>
                <a:path w="1747" h="2461" extrusionOk="0">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62"/>
            <p:cNvSpPr/>
            <p:nvPr/>
          </p:nvSpPr>
          <p:spPr>
            <a:xfrm>
              <a:off x="7166503" y="3827882"/>
              <a:ext cx="10084" cy="130696"/>
            </a:xfrm>
            <a:custGeom>
              <a:avLst/>
              <a:gdLst/>
              <a:ahLst/>
              <a:cxnLst/>
              <a:rect l="l" t="t" r="r" b="b"/>
              <a:pathLst>
                <a:path w="384" h="4977" extrusionOk="0">
                  <a:moveTo>
                    <a:pt x="383" y="0"/>
                  </a:moveTo>
                  <a:cubicBezTo>
                    <a:pt x="201" y="58"/>
                    <a:pt x="29" y="211"/>
                    <a:pt x="0" y="555"/>
                  </a:cubicBezTo>
                  <a:lnTo>
                    <a:pt x="0" y="4977"/>
                  </a:lnTo>
                  <a:lnTo>
                    <a:pt x="383" y="4977"/>
                  </a:lnTo>
                  <a:lnTo>
                    <a:pt x="38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62"/>
            <p:cNvSpPr/>
            <p:nvPr/>
          </p:nvSpPr>
          <p:spPr>
            <a:xfrm>
              <a:off x="7297698" y="3826621"/>
              <a:ext cx="9060" cy="50288"/>
            </a:xfrm>
            <a:custGeom>
              <a:avLst/>
              <a:gdLst/>
              <a:ahLst/>
              <a:cxnLst/>
              <a:rect l="l" t="t" r="r" b="b"/>
              <a:pathLst>
                <a:path w="345" h="1915" extrusionOk="0">
                  <a:moveTo>
                    <a:pt x="0" y="0"/>
                  </a:moveTo>
                  <a:lnTo>
                    <a:pt x="0" y="1914"/>
                  </a:lnTo>
                  <a:lnTo>
                    <a:pt x="345" y="1914"/>
                  </a:lnTo>
                  <a:lnTo>
                    <a:pt x="3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62"/>
            <p:cNvSpPr/>
            <p:nvPr/>
          </p:nvSpPr>
          <p:spPr>
            <a:xfrm>
              <a:off x="7297698" y="3908553"/>
              <a:ext cx="9060" cy="50025"/>
            </a:xfrm>
            <a:custGeom>
              <a:avLst/>
              <a:gdLst/>
              <a:ahLst/>
              <a:cxnLst/>
              <a:rect l="l" t="t" r="r" b="b"/>
              <a:pathLst>
                <a:path w="345" h="1905" extrusionOk="0">
                  <a:moveTo>
                    <a:pt x="0" y="0"/>
                  </a:moveTo>
                  <a:lnTo>
                    <a:pt x="0" y="1905"/>
                  </a:lnTo>
                  <a:lnTo>
                    <a:pt x="345" y="1905"/>
                  </a:lnTo>
                  <a:lnTo>
                    <a:pt x="3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2" name="Google Shape;10162;p62"/>
          <p:cNvGrpSpPr/>
          <p:nvPr/>
        </p:nvGrpSpPr>
        <p:grpSpPr>
          <a:xfrm>
            <a:off x="7536857" y="3641055"/>
            <a:ext cx="407897" cy="328985"/>
            <a:chOff x="7541469" y="3793455"/>
            <a:chExt cx="407897" cy="328985"/>
          </a:xfrm>
        </p:grpSpPr>
        <p:sp>
          <p:nvSpPr>
            <p:cNvPr id="10163" name="Google Shape;10163;p62"/>
            <p:cNvSpPr/>
            <p:nvPr/>
          </p:nvSpPr>
          <p:spPr>
            <a:xfrm>
              <a:off x="7541469" y="3819820"/>
              <a:ext cx="407897" cy="302620"/>
            </a:xfrm>
            <a:custGeom>
              <a:avLst/>
              <a:gdLst/>
              <a:ahLst/>
              <a:cxnLst/>
              <a:rect l="l" t="t" r="r" b="b"/>
              <a:pathLst>
                <a:path w="15533" h="11524" extrusionOk="0">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62"/>
            <p:cNvSpPr/>
            <p:nvPr/>
          </p:nvSpPr>
          <p:spPr>
            <a:xfrm>
              <a:off x="7541469" y="3819820"/>
              <a:ext cx="407897" cy="39495"/>
            </a:xfrm>
            <a:custGeom>
              <a:avLst/>
              <a:gdLst/>
              <a:ahLst/>
              <a:cxnLst/>
              <a:rect l="l" t="t" r="r" b="b"/>
              <a:pathLst>
                <a:path w="15533" h="1504" extrusionOk="0">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62"/>
            <p:cNvSpPr/>
            <p:nvPr/>
          </p:nvSpPr>
          <p:spPr>
            <a:xfrm>
              <a:off x="7567860" y="3819846"/>
              <a:ext cx="52546" cy="26155"/>
            </a:xfrm>
            <a:custGeom>
              <a:avLst/>
              <a:gdLst/>
              <a:ahLst/>
              <a:cxnLst/>
              <a:rect l="l" t="t" r="r" b="b"/>
              <a:pathLst>
                <a:path w="2001" h="996" extrusionOk="0">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62"/>
            <p:cNvSpPr/>
            <p:nvPr/>
          </p:nvSpPr>
          <p:spPr>
            <a:xfrm>
              <a:off x="7870428" y="3819846"/>
              <a:ext cx="52573" cy="26155"/>
            </a:xfrm>
            <a:custGeom>
              <a:avLst/>
              <a:gdLst/>
              <a:ahLst/>
              <a:cxnLst/>
              <a:rect l="l" t="t" r="r" b="b"/>
              <a:pathLst>
                <a:path w="2002" h="996" extrusionOk="0">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62"/>
            <p:cNvSpPr/>
            <p:nvPr/>
          </p:nvSpPr>
          <p:spPr>
            <a:xfrm>
              <a:off x="7580912" y="3793455"/>
              <a:ext cx="26418" cy="39469"/>
            </a:xfrm>
            <a:custGeom>
              <a:avLst/>
              <a:gdLst/>
              <a:ahLst/>
              <a:cxnLst/>
              <a:rect l="l" t="t" r="r" b="b"/>
              <a:pathLst>
                <a:path w="1006" h="1503" extrusionOk="0">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62"/>
            <p:cNvSpPr/>
            <p:nvPr/>
          </p:nvSpPr>
          <p:spPr>
            <a:xfrm>
              <a:off x="7580912" y="3793455"/>
              <a:ext cx="26418" cy="19616"/>
            </a:xfrm>
            <a:custGeom>
              <a:avLst/>
              <a:gdLst/>
              <a:ahLst/>
              <a:cxnLst/>
              <a:rect l="l" t="t" r="r" b="b"/>
              <a:pathLst>
                <a:path w="1006" h="747" extrusionOk="0">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62"/>
            <p:cNvSpPr/>
            <p:nvPr/>
          </p:nvSpPr>
          <p:spPr>
            <a:xfrm>
              <a:off x="7883506" y="3793455"/>
              <a:ext cx="26418" cy="39469"/>
            </a:xfrm>
            <a:custGeom>
              <a:avLst/>
              <a:gdLst/>
              <a:ahLst/>
              <a:cxnLst/>
              <a:rect l="l" t="t" r="r" b="b"/>
              <a:pathLst>
                <a:path w="1006" h="1503" extrusionOk="0">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62"/>
            <p:cNvSpPr/>
            <p:nvPr/>
          </p:nvSpPr>
          <p:spPr>
            <a:xfrm>
              <a:off x="7883506" y="3793455"/>
              <a:ext cx="26418" cy="19616"/>
            </a:xfrm>
            <a:custGeom>
              <a:avLst/>
              <a:gdLst/>
              <a:ahLst/>
              <a:cxnLst/>
              <a:rect l="l" t="t" r="r" b="b"/>
              <a:pathLst>
                <a:path w="1006" h="747" extrusionOk="0">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62"/>
            <p:cNvSpPr/>
            <p:nvPr/>
          </p:nvSpPr>
          <p:spPr>
            <a:xfrm>
              <a:off x="7541469" y="3859289"/>
              <a:ext cx="407897" cy="13104"/>
            </a:xfrm>
            <a:custGeom>
              <a:avLst/>
              <a:gdLst/>
              <a:ahLst/>
              <a:cxnLst/>
              <a:rect l="l" t="t" r="r" b="b"/>
              <a:pathLst>
                <a:path w="15533" h="499" extrusionOk="0">
                  <a:moveTo>
                    <a:pt x="0" y="1"/>
                  </a:moveTo>
                  <a:lnTo>
                    <a:pt x="0" y="498"/>
                  </a:lnTo>
                  <a:lnTo>
                    <a:pt x="15533" y="498"/>
                  </a:lnTo>
                  <a:lnTo>
                    <a:pt x="1553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62"/>
            <p:cNvSpPr/>
            <p:nvPr/>
          </p:nvSpPr>
          <p:spPr>
            <a:xfrm>
              <a:off x="7580912"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62"/>
            <p:cNvSpPr/>
            <p:nvPr/>
          </p:nvSpPr>
          <p:spPr>
            <a:xfrm>
              <a:off x="7580912"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62"/>
            <p:cNvSpPr/>
            <p:nvPr/>
          </p:nvSpPr>
          <p:spPr>
            <a:xfrm>
              <a:off x="7580912"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62"/>
            <p:cNvSpPr/>
            <p:nvPr/>
          </p:nvSpPr>
          <p:spPr>
            <a:xfrm>
              <a:off x="7672900" y="4004060"/>
              <a:ext cx="52809" cy="26155"/>
            </a:xfrm>
            <a:custGeom>
              <a:avLst/>
              <a:gdLst/>
              <a:ahLst/>
              <a:cxnLst/>
              <a:rect l="l" t="t" r="r" b="b"/>
              <a:pathLst>
                <a:path w="2011" h="996" extrusionOk="0">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62"/>
            <p:cNvSpPr/>
            <p:nvPr/>
          </p:nvSpPr>
          <p:spPr>
            <a:xfrm>
              <a:off x="7765126"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62"/>
            <p:cNvSpPr/>
            <p:nvPr/>
          </p:nvSpPr>
          <p:spPr>
            <a:xfrm>
              <a:off x="7672900" y="3951278"/>
              <a:ext cx="52809" cy="26418"/>
            </a:xfrm>
            <a:custGeom>
              <a:avLst/>
              <a:gdLst/>
              <a:ahLst/>
              <a:cxnLst/>
              <a:rect l="l" t="t" r="r" b="b"/>
              <a:pathLst>
                <a:path w="2011" h="1006" extrusionOk="0">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62"/>
            <p:cNvSpPr/>
            <p:nvPr/>
          </p:nvSpPr>
          <p:spPr>
            <a:xfrm>
              <a:off x="7580912"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62"/>
            <p:cNvSpPr/>
            <p:nvPr/>
          </p:nvSpPr>
          <p:spPr>
            <a:xfrm>
              <a:off x="7672900" y="3898758"/>
              <a:ext cx="52809" cy="26155"/>
            </a:xfrm>
            <a:custGeom>
              <a:avLst/>
              <a:gdLst/>
              <a:ahLst/>
              <a:cxnLst/>
              <a:rect l="l" t="t" r="r" b="b"/>
              <a:pathLst>
                <a:path w="2011" h="996" extrusionOk="0">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62"/>
            <p:cNvSpPr/>
            <p:nvPr/>
          </p:nvSpPr>
          <p:spPr>
            <a:xfrm>
              <a:off x="7672900" y="4056580"/>
              <a:ext cx="52809" cy="26418"/>
            </a:xfrm>
            <a:custGeom>
              <a:avLst/>
              <a:gdLst/>
              <a:ahLst/>
              <a:cxnLst/>
              <a:rect l="l" t="t" r="r" b="b"/>
              <a:pathLst>
                <a:path w="2011" h="1006" extrusionOk="0">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62"/>
            <p:cNvSpPr/>
            <p:nvPr/>
          </p:nvSpPr>
          <p:spPr>
            <a:xfrm>
              <a:off x="7857114" y="4004060"/>
              <a:ext cx="52809" cy="26155"/>
            </a:xfrm>
            <a:custGeom>
              <a:avLst/>
              <a:gdLst/>
              <a:ahLst/>
              <a:cxnLst/>
              <a:rect l="l" t="t" r="r" b="b"/>
              <a:pathLst>
                <a:path w="2011" h="996" extrusionOk="0">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62"/>
            <p:cNvSpPr/>
            <p:nvPr/>
          </p:nvSpPr>
          <p:spPr>
            <a:xfrm>
              <a:off x="7857114" y="3898758"/>
              <a:ext cx="52809" cy="26155"/>
            </a:xfrm>
            <a:custGeom>
              <a:avLst/>
              <a:gdLst/>
              <a:ahLst/>
              <a:cxnLst/>
              <a:rect l="l" t="t" r="r" b="b"/>
              <a:pathLst>
                <a:path w="2011" h="996" extrusionOk="0">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62"/>
            <p:cNvSpPr/>
            <p:nvPr/>
          </p:nvSpPr>
          <p:spPr>
            <a:xfrm>
              <a:off x="7857114" y="4056580"/>
              <a:ext cx="52809" cy="26418"/>
            </a:xfrm>
            <a:custGeom>
              <a:avLst/>
              <a:gdLst/>
              <a:ahLst/>
              <a:cxnLst/>
              <a:rect l="l" t="t" r="r" b="b"/>
              <a:pathLst>
                <a:path w="2011" h="1006" extrusionOk="0">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62"/>
            <p:cNvSpPr/>
            <p:nvPr/>
          </p:nvSpPr>
          <p:spPr>
            <a:xfrm>
              <a:off x="7765126"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62"/>
            <p:cNvSpPr/>
            <p:nvPr/>
          </p:nvSpPr>
          <p:spPr>
            <a:xfrm>
              <a:off x="7765126"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62"/>
            <p:cNvSpPr/>
            <p:nvPr/>
          </p:nvSpPr>
          <p:spPr>
            <a:xfrm>
              <a:off x="7857114" y="3951278"/>
              <a:ext cx="52809" cy="26418"/>
            </a:xfrm>
            <a:custGeom>
              <a:avLst/>
              <a:gdLst/>
              <a:ahLst/>
              <a:cxnLst/>
              <a:rect l="l" t="t" r="r" b="b"/>
              <a:pathLst>
                <a:path w="2011" h="1006" extrusionOk="0">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62"/>
            <p:cNvSpPr/>
            <p:nvPr/>
          </p:nvSpPr>
          <p:spPr>
            <a:xfrm>
              <a:off x="7765126"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62"/>
            <p:cNvSpPr/>
            <p:nvPr/>
          </p:nvSpPr>
          <p:spPr>
            <a:xfrm>
              <a:off x="7854305" y="3944450"/>
              <a:ext cx="58691" cy="39758"/>
            </a:xfrm>
            <a:custGeom>
              <a:avLst/>
              <a:gdLst/>
              <a:ahLst/>
              <a:cxnLst/>
              <a:rect l="l" t="t" r="r" b="b"/>
              <a:pathLst>
                <a:path w="2235" h="1514" extrusionOk="0">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62"/>
            <p:cNvSpPr/>
            <p:nvPr/>
          </p:nvSpPr>
          <p:spPr>
            <a:xfrm>
              <a:off x="7670091" y="3944450"/>
              <a:ext cx="58691" cy="39758"/>
            </a:xfrm>
            <a:custGeom>
              <a:avLst/>
              <a:gdLst/>
              <a:ahLst/>
              <a:cxnLst/>
              <a:rect l="l" t="t" r="r" b="b"/>
              <a:pathLst>
                <a:path w="2235" h="1514" extrusionOk="0">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62"/>
            <p:cNvSpPr/>
            <p:nvPr/>
          </p:nvSpPr>
          <p:spPr>
            <a:xfrm>
              <a:off x="7762342" y="3996970"/>
              <a:ext cx="58665" cy="39810"/>
            </a:xfrm>
            <a:custGeom>
              <a:avLst/>
              <a:gdLst/>
              <a:ahLst/>
              <a:cxnLst/>
              <a:rect l="l" t="t" r="r" b="b"/>
              <a:pathLst>
                <a:path w="2234" h="1516" extrusionOk="0">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62"/>
            <p:cNvSpPr/>
            <p:nvPr/>
          </p:nvSpPr>
          <p:spPr>
            <a:xfrm>
              <a:off x="7578102" y="4049700"/>
              <a:ext cx="58665" cy="39810"/>
            </a:xfrm>
            <a:custGeom>
              <a:avLst/>
              <a:gdLst/>
              <a:ahLst/>
              <a:cxnLst/>
              <a:rect l="l" t="t" r="r" b="b"/>
              <a:pathLst>
                <a:path w="2234" h="1516" extrusionOk="0">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62"/>
            <p:cNvSpPr/>
            <p:nvPr/>
          </p:nvSpPr>
          <p:spPr>
            <a:xfrm>
              <a:off x="7762342" y="3891667"/>
              <a:ext cx="58665" cy="39784"/>
            </a:xfrm>
            <a:custGeom>
              <a:avLst/>
              <a:gdLst/>
              <a:ahLst/>
              <a:cxnLst/>
              <a:rect l="l" t="t" r="r" b="b"/>
              <a:pathLst>
                <a:path w="2234" h="1515" extrusionOk="0">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3" name="Google Shape;10193;p62"/>
          <p:cNvGrpSpPr/>
          <p:nvPr/>
        </p:nvGrpSpPr>
        <p:grpSpPr>
          <a:xfrm>
            <a:off x="5305676" y="2803912"/>
            <a:ext cx="432292" cy="264412"/>
            <a:chOff x="5310288" y="2956312"/>
            <a:chExt cx="432292" cy="264412"/>
          </a:xfrm>
        </p:grpSpPr>
        <p:sp>
          <p:nvSpPr>
            <p:cNvPr id="10194" name="Google Shape;10194;p62"/>
            <p:cNvSpPr/>
            <p:nvPr/>
          </p:nvSpPr>
          <p:spPr>
            <a:xfrm>
              <a:off x="5491220" y="3151083"/>
              <a:ext cx="69642" cy="69642"/>
            </a:xfrm>
            <a:custGeom>
              <a:avLst/>
              <a:gdLst/>
              <a:ahLst/>
              <a:cxnLst/>
              <a:rect l="l" t="t" r="r" b="b"/>
              <a:pathLst>
                <a:path w="2652" h="2652" extrusionOk="0">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62"/>
            <p:cNvSpPr/>
            <p:nvPr/>
          </p:nvSpPr>
          <p:spPr>
            <a:xfrm>
              <a:off x="5505059" y="3164896"/>
              <a:ext cx="41727" cy="41753"/>
            </a:xfrm>
            <a:custGeom>
              <a:avLst/>
              <a:gdLst/>
              <a:ahLst/>
              <a:cxnLst/>
              <a:rect l="l" t="t" r="r" b="b"/>
              <a:pathLst>
                <a:path w="1589" h="1590" extrusionOk="0">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62"/>
            <p:cNvSpPr/>
            <p:nvPr/>
          </p:nvSpPr>
          <p:spPr>
            <a:xfrm>
              <a:off x="5589747" y="2956312"/>
              <a:ext cx="152833" cy="153070"/>
            </a:xfrm>
            <a:custGeom>
              <a:avLst/>
              <a:gdLst/>
              <a:ahLst/>
              <a:cxnLst/>
              <a:rect l="l" t="t" r="r" b="b"/>
              <a:pathLst>
                <a:path w="5820" h="5829" extrusionOk="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62"/>
            <p:cNvSpPr/>
            <p:nvPr/>
          </p:nvSpPr>
          <p:spPr>
            <a:xfrm>
              <a:off x="5631212" y="2956312"/>
              <a:ext cx="111369" cy="152833"/>
            </a:xfrm>
            <a:custGeom>
              <a:avLst/>
              <a:gdLst/>
              <a:ahLst/>
              <a:cxnLst/>
              <a:rect l="l" t="t" r="r" b="b"/>
              <a:pathLst>
                <a:path w="4241" h="5820" extrusionOk="0">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62"/>
            <p:cNvSpPr/>
            <p:nvPr/>
          </p:nvSpPr>
          <p:spPr>
            <a:xfrm>
              <a:off x="5588487" y="3071909"/>
              <a:ext cx="153332" cy="120927"/>
            </a:xfrm>
            <a:custGeom>
              <a:avLst/>
              <a:gdLst/>
              <a:ahLst/>
              <a:cxnLst/>
              <a:rect l="l" t="t" r="r" b="b"/>
              <a:pathLst>
                <a:path w="5839" h="4605" extrusionOk="0">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62"/>
            <p:cNvSpPr/>
            <p:nvPr/>
          </p:nvSpPr>
          <p:spPr>
            <a:xfrm>
              <a:off x="5639247" y="3071909"/>
              <a:ext cx="52047" cy="33954"/>
            </a:xfrm>
            <a:custGeom>
              <a:avLst/>
              <a:gdLst/>
              <a:ahLst/>
              <a:cxnLst/>
              <a:rect l="l" t="t" r="r" b="b"/>
              <a:pathLst>
                <a:path w="1982" h="1293" extrusionOk="0">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62"/>
            <p:cNvSpPr/>
            <p:nvPr/>
          </p:nvSpPr>
          <p:spPr>
            <a:xfrm>
              <a:off x="5588749" y="3116656"/>
              <a:ext cx="153070" cy="76180"/>
            </a:xfrm>
            <a:custGeom>
              <a:avLst/>
              <a:gdLst/>
              <a:ahLst/>
              <a:cxnLst/>
              <a:rect l="l" t="t" r="r" b="b"/>
              <a:pathLst>
                <a:path w="5829" h="2901" extrusionOk="0">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62"/>
            <p:cNvSpPr/>
            <p:nvPr/>
          </p:nvSpPr>
          <p:spPr>
            <a:xfrm>
              <a:off x="5614116" y="3005314"/>
              <a:ext cx="102073" cy="83717"/>
            </a:xfrm>
            <a:custGeom>
              <a:avLst/>
              <a:gdLst/>
              <a:ahLst/>
              <a:cxnLst/>
              <a:rect l="l" t="t" r="r" b="b"/>
              <a:pathLst>
                <a:path w="3887" h="3188" extrusionOk="0">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62"/>
            <p:cNvSpPr/>
            <p:nvPr/>
          </p:nvSpPr>
          <p:spPr>
            <a:xfrm>
              <a:off x="5614116" y="3005314"/>
              <a:ext cx="102073" cy="82955"/>
            </a:xfrm>
            <a:custGeom>
              <a:avLst/>
              <a:gdLst/>
              <a:ahLst/>
              <a:cxnLst/>
              <a:rect l="l" t="t" r="r" b="b"/>
              <a:pathLst>
                <a:path w="3887" h="3159" extrusionOk="0">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62"/>
            <p:cNvSpPr/>
            <p:nvPr/>
          </p:nvSpPr>
          <p:spPr>
            <a:xfrm>
              <a:off x="5588749" y="3133751"/>
              <a:ext cx="33954" cy="59085"/>
            </a:xfrm>
            <a:custGeom>
              <a:avLst/>
              <a:gdLst/>
              <a:ahLst/>
              <a:cxnLst/>
              <a:rect l="l" t="t" r="r" b="b"/>
              <a:pathLst>
                <a:path w="1293" h="2250" extrusionOk="0">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62"/>
            <p:cNvSpPr/>
            <p:nvPr/>
          </p:nvSpPr>
          <p:spPr>
            <a:xfrm>
              <a:off x="5707602" y="3133751"/>
              <a:ext cx="34217" cy="59085"/>
            </a:xfrm>
            <a:custGeom>
              <a:avLst/>
              <a:gdLst/>
              <a:ahLst/>
              <a:cxnLst/>
              <a:rect l="l" t="t" r="r" b="b"/>
              <a:pathLst>
                <a:path w="1303" h="2250" extrusionOk="0">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62"/>
            <p:cNvSpPr/>
            <p:nvPr/>
          </p:nvSpPr>
          <p:spPr>
            <a:xfrm>
              <a:off x="5335419" y="2971648"/>
              <a:ext cx="41727" cy="91752"/>
            </a:xfrm>
            <a:custGeom>
              <a:avLst/>
              <a:gdLst/>
              <a:ahLst/>
              <a:cxnLst/>
              <a:rect l="l" t="t" r="r" b="b"/>
              <a:pathLst>
                <a:path w="1589" h="3494" extrusionOk="0">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62"/>
            <p:cNvSpPr/>
            <p:nvPr/>
          </p:nvSpPr>
          <p:spPr>
            <a:xfrm>
              <a:off x="5351989" y="2963114"/>
              <a:ext cx="100313" cy="100287"/>
            </a:xfrm>
            <a:custGeom>
              <a:avLst/>
              <a:gdLst/>
              <a:ahLst/>
              <a:cxnLst/>
              <a:rect l="l" t="t" r="r" b="b"/>
              <a:pathLst>
                <a:path w="3820" h="3819" extrusionOk="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62"/>
            <p:cNvSpPr/>
            <p:nvPr/>
          </p:nvSpPr>
          <p:spPr>
            <a:xfrm>
              <a:off x="5368848" y="3088505"/>
              <a:ext cx="50025" cy="36974"/>
            </a:xfrm>
            <a:custGeom>
              <a:avLst/>
              <a:gdLst/>
              <a:ahLst/>
              <a:cxnLst/>
              <a:rect l="l" t="t" r="r" b="b"/>
              <a:pathLst>
                <a:path w="1905" h="1408" extrusionOk="0">
                  <a:moveTo>
                    <a:pt x="0" y="1"/>
                  </a:moveTo>
                  <a:lnTo>
                    <a:pt x="0" y="1407"/>
                  </a:lnTo>
                  <a:lnTo>
                    <a:pt x="1905" y="1407"/>
                  </a:lnTo>
                  <a:lnTo>
                    <a:pt x="190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62"/>
            <p:cNvSpPr/>
            <p:nvPr/>
          </p:nvSpPr>
          <p:spPr>
            <a:xfrm>
              <a:off x="5368848" y="3088505"/>
              <a:ext cx="50025" cy="20246"/>
            </a:xfrm>
            <a:custGeom>
              <a:avLst/>
              <a:gdLst/>
              <a:ahLst/>
              <a:cxnLst/>
              <a:rect l="l" t="t" r="r" b="b"/>
              <a:pathLst>
                <a:path w="1905" h="771" extrusionOk="0">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62"/>
            <p:cNvSpPr/>
            <p:nvPr/>
          </p:nvSpPr>
          <p:spPr>
            <a:xfrm>
              <a:off x="5310288" y="3108620"/>
              <a:ext cx="166882" cy="84216"/>
            </a:xfrm>
            <a:custGeom>
              <a:avLst/>
              <a:gdLst/>
              <a:ahLst/>
              <a:cxnLst/>
              <a:rect l="l" t="t" r="r" b="b"/>
              <a:pathLst>
                <a:path w="6355" h="3207" extrusionOk="0">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62"/>
            <p:cNvSpPr/>
            <p:nvPr/>
          </p:nvSpPr>
          <p:spPr>
            <a:xfrm>
              <a:off x="5385418" y="3125453"/>
              <a:ext cx="16859" cy="67383"/>
            </a:xfrm>
            <a:custGeom>
              <a:avLst/>
              <a:gdLst/>
              <a:ahLst/>
              <a:cxnLst/>
              <a:rect l="l" t="t" r="r" b="b"/>
              <a:pathLst>
                <a:path w="642" h="2566" extrusionOk="0">
                  <a:moveTo>
                    <a:pt x="163" y="0"/>
                  </a:moveTo>
                  <a:lnTo>
                    <a:pt x="1" y="2565"/>
                  </a:lnTo>
                  <a:lnTo>
                    <a:pt x="642" y="2565"/>
                  </a:lnTo>
                  <a:lnTo>
                    <a:pt x="479"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62"/>
            <p:cNvSpPr/>
            <p:nvPr/>
          </p:nvSpPr>
          <p:spPr>
            <a:xfrm>
              <a:off x="5343717" y="3005051"/>
              <a:ext cx="100287" cy="91779"/>
            </a:xfrm>
            <a:custGeom>
              <a:avLst/>
              <a:gdLst/>
              <a:ahLst/>
              <a:cxnLst/>
              <a:rect l="l" t="t" r="r" b="b"/>
              <a:pathLst>
                <a:path w="3819" h="3495" extrusionOk="0">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62"/>
            <p:cNvSpPr/>
            <p:nvPr/>
          </p:nvSpPr>
          <p:spPr>
            <a:xfrm>
              <a:off x="5343717" y="3005051"/>
              <a:ext cx="100051" cy="89757"/>
            </a:xfrm>
            <a:custGeom>
              <a:avLst/>
              <a:gdLst/>
              <a:ahLst/>
              <a:cxnLst/>
              <a:rect l="l" t="t" r="r" b="b"/>
              <a:pathLst>
                <a:path w="3810" h="3418" extrusionOk="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62"/>
            <p:cNvSpPr/>
            <p:nvPr/>
          </p:nvSpPr>
          <p:spPr>
            <a:xfrm>
              <a:off x="5310288" y="3129970"/>
              <a:ext cx="33692" cy="62866"/>
            </a:xfrm>
            <a:custGeom>
              <a:avLst/>
              <a:gdLst/>
              <a:ahLst/>
              <a:cxnLst/>
              <a:rect l="l" t="t" r="r" b="b"/>
              <a:pathLst>
                <a:path w="1283" h="2394" extrusionOk="0">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62"/>
            <p:cNvSpPr/>
            <p:nvPr/>
          </p:nvSpPr>
          <p:spPr>
            <a:xfrm>
              <a:off x="5443742" y="3129970"/>
              <a:ext cx="33692" cy="62866"/>
            </a:xfrm>
            <a:custGeom>
              <a:avLst/>
              <a:gdLst/>
              <a:ahLst/>
              <a:cxnLst/>
              <a:rect l="l" t="t" r="r" b="b"/>
              <a:pathLst>
                <a:path w="1283" h="2394" extrusionOk="0">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62"/>
            <p:cNvSpPr/>
            <p:nvPr/>
          </p:nvSpPr>
          <p:spPr>
            <a:xfrm>
              <a:off x="5385681" y="3125453"/>
              <a:ext cx="16596" cy="16623"/>
            </a:xfrm>
            <a:custGeom>
              <a:avLst/>
              <a:gdLst/>
              <a:ahLst/>
              <a:cxnLst/>
              <a:rect l="l" t="t" r="r" b="b"/>
              <a:pathLst>
                <a:path w="632" h="633" extrusionOk="0">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62"/>
            <p:cNvSpPr/>
            <p:nvPr/>
          </p:nvSpPr>
          <p:spPr>
            <a:xfrm>
              <a:off x="5359788" y="3102055"/>
              <a:ext cx="33954" cy="35110"/>
            </a:xfrm>
            <a:custGeom>
              <a:avLst/>
              <a:gdLst/>
              <a:ahLst/>
              <a:cxnLst/>
              <a:rect l="l" t="t" r="r" b="b"/>
              <a:pathLst>
                <a:path w="1293" h="1337" extrusionOk="0">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62"/>
            <p:cNvSpPr/>
            <p:nvPr/>
          </p:nvSpPr>
          <p:spPr>
            <a:xfrm>
              <a:off x="5393716" y="3102055"/>
              <a:ext cx="34217" cy="35110"/>
            </a:xfrm>
            <a:custGeom>
              <a:avLst/>
              <a:gdLst/>
              <a:ahLst/>
              <a:cxnLst/>
              <a:rect l="l" t="t" r="r" b="b"/>
              <a:pathLst>
                <a:path w="1303" h="1337" extrusionOk="0">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62"/>
            <p:cNvSpPr/>
            <p:nvPr/>
          </p:nvSpPr>
          <p:spPr>
            <a:xfrm>
              <a:off x="5413569" y="3157884"/>
              <a:ext cx="93774" cy="55803"/>
            </a:xfrm>
            <a:custGeom>
              <a:avLst/>
              <a:gdLst/>
              <a:ahLst/>
              <a:cxnLst/>
              <a:rect l="l" t="t" r="r" b="b"/>
              <a:pathLst>
                <a:path w="3571" h="2125" extrusionOk="0">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62"/>
            <p:cNvSpPr/>
            <p:nvPr/>
          </p:nvSpPr>
          <p:spPr>
            <a:xfrm>
              <a:off x="5544501" y="3157884"/>
              <a:ext cx="93774" cy="55908"/>
            </a:xfrm>
            <a:custGeom>
              <a:avLst/>
              <a:gdLst/>
              <a:ahLst/>
              <a:cxnLst/>
              <a:rect l="l" t="t" r="r" b="b"/>
              <a:pathLst>
                <a:path w="3571" h="2129" extrusionOk="0">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62"/>
            <p:cNvSpPr/>
            <p:nvPr/>
          </p:nvSpPr>
          <p:spPr>
            <a:xfrm>
              <a:off x="5519134" y="3178971"/>
              <a:ext cx="13839" cy="13865"/>
            </a:xfrm>
            <a:custGeom>
              <a:avLst/>
              <a:gdLst/>
              <a:ahLst/>
              <a:cxnLst/>
              <a:rect l="l" t="t" r="r" b="b"/>
              <a:pathLst>
                <a:path w="527" h="528" extrusionOk="0">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1" name="Google Shape;10221;p62"/>
          <p:cNvGrpSpPr/>
          <p:nvPr/>
        </p:nvGrpSpPr>
        <p:grpSpPr>
          <a:xfrm>
            <a:off x="4874434" y="2279920"/>
            <a:ext cx="398075" cy="340303"/>
            <a:chOff x="4879047" y="2432320"/>
            <a:chExt cx="398075" cy="340303"/>
          </a:xfrm>
        </p:grpSpPr>
        <p:sp>
          <p:nvSpPr>
            <p:cNvPr id="10222" name="Google Shape;10222;p62"/>
            <p:cNvSpPr/>
            <p:nvPr/>
          </p:nvSpPr>
          <p:spPr>
            <a:xfrm>
              <a:off x="5071795" y="2432320"/>
              <a:ext cx="186000" cy="181483"/>
            </a:xfrm>
            <a:custGeom>
              <a:avLst/>
              <a:gdLst/>
              <a:ahLst/>
              <a:cxnLst/>
              <a:rect l="l" t="t" r="r" b="b"/>
              <a:pathLst>
                <a:path w="7083" h="6911" extrusionOk="0">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62"/>
            <p:cNvSpPr/>
            <p:nvPr/>
          </p:nvSpPr>
          <p:spPr>
            <a:xfrm>
              <a:off x="5102204" y="2463412"/>
              <a:ext cx="32405" cy="12500"/>
            </a:xfrm>
            <a:custGeom>
              <a:avLst/>
              <a:gdLst/>
              <a:ahLst/>
              <a:cxnLst/>
              <a:rect l="l" t="t" r="r" b="b"/>
              <a:pathLst>
                <a:path w="1234" h="476" extrusionOk="0">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62"/>
            <p:cNvSpPr/>
            <p:nvPr/>
          </p:nvSpPr>
          <p:spPr>
            <a:xfrm>
              <a:off x="5145454" y="2463412"/>
              <a:ext cx="82141" cy="12500"/>
            </a:xfrm>
            <a:custGeom>
              <a:avLst/>
              <a:gdLst/>
              <a:ahLst/>
              <a:cxnLst/>
              <a:rect l="l" t="t" r="r" b="b"/>
              <a:pathLst>
                <a:path w="3128" h="476" extrusionOk="0">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62"/>
            <p:cNvSpPr/>
            <p:nvPr/>
          </p:nvSpPr>
          <p:spPr>
            <a:xfrm>
              <a:off x="5102204" y="2494320"/>
              <a:ext cx="125392" cy="12500"/>
            </a:xfrm>
            <a:custGeom>
              <a:avLst/>
              <a:gdLst/>
              <a:ahLst/>
              <a:cxnLst/>
              <a:rect l="l" t="t" r="r" b="b"/>
              <a:pathLst>
                <a:path w="4775" h="476" extrusionOk="0">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62"/>
            <p:cNvSpPr/>
            <p:nvPr/>
          </p:nvSpPr>
          <p:spPr>
            <a:xfrm>
              <a:off x="5102178" y="2525255"/>
              <a:ext cx="81984" cy="12710"/>
            </a:xfrm>
            <a:custGeom>
              <a:avLst/>
              <a:gdLst/>
              <a:ahLst/>
              <a:cxnLst/>
              <a:rect l="l" t="t" r="r" b="b"/>
              <a:pathLst>
                <a:path w="3122" h="484" extrusionOk="0">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62"/>
            <p:cNvSpPr/>
            <p:nvPr/>
          </p:nvSpPr>
          <p:spPr>
            <a:xfrm>
              <a:off x="5195164" y="2525255"/>
              <a:ext cx="32484" cy="12710"/>
            </a:xfrm>
            <a:custGeom>
              <a:avLst/>
              <a:gdLst/>
              <a:ahLst/>
              <a:cxnLst/>
              <a:rect l="l" t="t" r="r" b="b"/>
              <a:pathLst>
                <a:path w="1237" h="484" extrusionOk="0">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62"/>
            <p:cNvSpPr/>
            <p:nvPr/>
          </p:nvSpPr>
          <p:spPr>
            <a:xfrm>
              <a:off x="4898374" y="2711543"/>
              <a:ext cx="359421" cy="18618"/>
            </a:xfrm>
            <a:custGeom>
              <a:avLst/>
              <a:gdLst/>
              <a:ahLst/>
              <a:cxnLst/>
              <a:rect l="l" t="t" r="r" b="b"/>
              <a:pathLst>
                <a:path w="13687" h="709" extrusionOk="0">
                  <a:moveTo>
                    <a:pt x="1" y="0"/>
                  </a:moveTo>
                  <a:lnTo>
                    <a:pt x="1" y="708"/>
                  </a:lnTo>
                  <a:lnTo>
                    <a:pt x="13686" y="708"/>
                  </a:lnTo>
                  <a:lnTo>
                    <a:pt x="1368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62"/>
            <p:cNvSpPr/>
            <p:nvPr/>
          </p:nvSpPr>
          <p:spPr>
            <a:xfrm>
              <a:off x="4891468" y="2711543"/>
              <a:ext cx="13603" cy="61081"/>
            </a:xfrm>
            <a:custGeom>
              <a:avLst/>
              <a:gdLst/>
              <a:ahLst/>
              <a:cxnLst/>
              <a:rect l="l" t="t" r="r" b="b"/>
              <a:pathLst>
                <a:path w="518" h="2326" extrusionOk="0">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62"/>
            <p:cNvSpPr/>
            <p:nvPr/>
          </p:nvSpPr>
          <p:spPr>
            <a:xfrm>
              <a:off x="5251728" y="2711543"/>
              <a:ext cx="12342" cy="61081"/>
            </a:xfrm>
            <a:custGeom>
              <a:avLst/>
              <a:gdLst/>
              <a:ahLst/>
              <a:cxnLst/>
              <a:rect l="l" t="t" r="r" b="b"/>
              <a:pathLst>
                <a:path w="470" h="2326" extrusionOk="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62"/>
            <p:cNvSpPr/>
            <p:nvPr/>
          </p:nvSpPr>
          <p:spPr>
            <a:xfrm>
              <a:off x="4935322" y="2578851"/>
              <a:ext cx="111868" cy="126416"/>
            </a:xfrm>
            <a:custGeom>
              <a:avLst/>
              <a:gdLst/>
              <a:ahLst/>
              <a:cxnLst/>
              <a:rect l="l" t="t" r="r" b="b"/>
              <a:pathLst>
                <a:path w="4260" h="4814" extrusionOk="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62"/>
            <p:cNvSpPr/>
            <p:nvPr/>
          </p:nvSpPr>
          <p:spPr>
            <a:xfrm>
              <a:off x="4972270" y="2578851"/>
              <a:ext cx="37972" cy="24632"/>
            </a:xfrm>
            <a:custGeom>
              <a:avLst/>
              <a:gdLst/>
              <a:ahLst/>
              <a:cxnLst/>
              <a:rect l="l" t="t" r="r" b="b"/>
              <a:pathLst>
                <a:path w="1446" h="938" extrusionOk="0">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62"/>
            <p:cNvSpPr/>
            <p:nvPr/>
          </p:nvSpPr>
          <p:spPr>
            <a:xfrm>
              <a:off x="4935322" y="2611256"/>
              <a:ext cx="111868" cy="94011"/>
            </a:xfrm>
            <a:custGeom>
              <a:avLst/>
              <a:gdLst/>
              <a:ahLst/>
              <a:cxnLst/>
              <a:rect l="l" t="t" r="r" b="b"/>
              <a:pathLst>
                <a:path w="4260" h="3580" extrusionOk="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62"/>
            <p:cNvSpPr/>
            <p:nvPr/>
          </p:nvSpPr>
          <p:spPr>
            <a:xfrm>
              <a:off x="5022269" y="2623835"/>
              <a:ext cx="24921" cy="81432"/>
            </a:xfrm>
            <a:custGeom>
              <a:avLst/>
              <a:gdLst/>
              <a:ahLst/>
              <a:cxnLst/>
              <a:rect l="l" t="t" r="r" b="b"/>
              <a:pathLst>
                <a:path w="949" h="3101" extrusionOk="0">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62"/>
            <p:cNvSpPr/>
            <p:nvPr/>
          </p:nvSpPr>
          <p:spPr>
            <a:xfrm>
              <a:off x="4935322" y="2624071"/>
              <a:ext cx="55803" cy="81196"/>
            </a:xfrm>
            <a:custGeom>
              <a:avLst/>
              <a:gdLst/>
              <a:ahLst/>
              <a:cxnLst/>
              <a:rect l="l" t="t" r="r" b="b"/>
              <a:pathLst>
                <a:path w="2125" h="3092" extrusionOk="0">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62"/>
            <p:cNvSpPr/>
            <p:nvPr/>
          </p:nvSpPr>
          <p:spPr>
            <a:xfrm>
              <a:off x="4966492" y="2475807"/>
              <a:ext cx="49526" cy="43487"/>
            </a:xfrm>
            <a:custGeom>
              <a:avLst/>
              <a:gdLst/>
              <a:ahLst/>
              <a:cxnLst/>
              <a:rect l="l" t="t" r="r" b="b"/>
              <a:pathLst>
                <a:path w="1886" h="1656" extrusionOk="0">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62"/>
            <p:cNvSpPr/>
            <p:nvPr/>
          </p:nvSpPr>
          <p:spPr>
            <a:xfrm>
              <a:off x="4966230" y="2475807"/>
              <a:ext cx="34453" cy="43487"/>
            </a:xfrm>
            <a:custGeom>
              <a:avLst/>
              <a:gdLst/>
              <a:ahLst/>
              <a:cxnLst/>
              <a:rect l="l" t="t" r="r" b="b"/>
              <a:pathLst>
                <a:path w="1312" h="1656" extrusionOk="0">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62"/>
            <p:cNvSpPr/>
            <p:nvPr/>
          </p:nvSpPr>
          <p:spPr>
            <a:xfrm>
              <a:off x="4947874" y="2494399"/>
              <a:ext cx="86737" cy="86737"/>
            </a:xfrm>
            <a:custGeom>
              <a:avLst/>
              <a:gdLst/>
              <a:ahLst/>
              <a:cxnLst/>
              <a:rect l="l" t="t" r="r" b="b"/>
              <a:pathLst>
                <a:path w="3303" h="3303" extrusionOk="0">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62"/>
            <p:cNvSpPr/>
            <p:nvPr/>
          </p:nvSpPr>
          <p:spPr>
            <a:xfrm>
              <a:off x="4963472" y="2494399"/>
              <a:ext cx="72898" cy="78176"/>
            </a:xfrm>
            <a:custGeom>
              <a:avLst/>
              <a:gdLst/>
              <a:ahLst/>
              <a:cxnLst/>
              <a:rect l="l" t="t" r="r" b="b"/>
              <a:pathLst>
                <a:path w="2776" h="2977" extrusionOk="0">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62"/>
            <p:cNvSpPr/>
            <p:nvPr/>
          </p:nvSpPr>
          <p:spPr>
            <a:xfrm>
              <a:off x="4953914" y="2532660"/>
              <a:ext cx="74421" cy="61028"/>
            </a:xfrm>
            <a:custGeom>
              <a:avLst/>
              <a:gdLst/>
              <a:ahLst/>
              <a:cxnLst/>
              <a:rect l="l" t="t" r="r" b="b"/>
              <a:pathLst>
                <a:path w="2834" h="2324" extrusionOk="0">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62"/>
            <p:cNvSpPr/>
            <p:nvPr/>
          </p:nvSpPr>
          <p:spPr>
            <a:xfrm>
              <a:off x="4953914" y="2532660"/>
              <a:ext cx="74657" cy="60529"/>
            </a:xfrm>
            <a:custGeom>
              <a:avLst/>
              <a:gdLst/>
              <a:ahLst/>
              <a:cxnLst/>
              <a:rect l="l" t="t" r="r" b="b"/>
              <a:pathLst>
                <a:path w="2843" h="2305" extrusionOk="0">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62"/>
            <p:cNvSpPr/>
            <p:nvPr/>
          </p:nvSpPr>
          <p:spPr>
            <a:xfrm>
              <a:off x="489209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62"/>
            <p:cNvSpPr/>
            <p:nvPr/>
          </p:nvSpPr>
          <p:spPr>
            <a:xfrm>
              <a:off x="525172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62"/>
            <p:cNvSpPr/>
            <p:nvPr/>
          </p:nvSpPr>
          <p:spPr>
            <a:xfrm>
              <a:off x="4879047" y="2705188"/>
              <a:ext cx="398075" cy="12474"/>
            </a:xfrm>
            <a:custGeom>
              <a:avLst/>
              <a:gdLst/>
              <a:ahLst/>
              <a:cxnLst/>
              <a:rect l="l" t="t" r="r" b="b"/>
              <a:pathLst>
                <a:path w="15159" h="475" extrusionOk="0">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62"/>
            <p:cNvSpPr/>
            <p:nvPr/>
          </p:nvSpPr>
          <p:spPr>
            <a:xfrm>
              <a:off x="4960190" y="2692688"/>
              <a:ext cx="37237" cy="12579"/>
            </a:xfrm>
            <a:custGeom>
              <a:avLst/>
              <a:gdLst/>
              <a:ahLst/>
              <a:cxnLst/>
              <a:rect l="l" t="t" r="r" b="b"/>
              <a:pathLst>
                <a:path w="1418" h="479" extrusionOk="0">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62"/>
            <p:cNvSpPr/>
            <p:nvPr/>
          </p:nvSpPr>
          <p:spPr>
            <a:xfrm>
              <a:off x="4984822" y="2643188"/>
              <a:ext cx="86999" cy="62341"/>
            </a:xfrm>
            <a:custGeom>
              <a:avLst/>
              <a:gdLst/>
              <a:ahLst/>
              <a:cxnLst/>
              <a:rect l="l" t="t" r="r" b="b"/>
              <a:pathLst>
                <a:path w="3313" h="2374" extrusionOk="0">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62"/>
            <p:cNvSpPr/>
            <p:nvPr/>
          </p:nvSpPr>
          <p:spPr>
            <a:xfrm>
              <a:off x="5015257" y="2667978"/>
              <a:ext cx="26365" cy="12500"/>
            </a:xfrm>
            <a:custGeom>
              <a:avLst/>
              <a:gdLst/>
              <a:ahLst/>
              <a:cxnLst/>
              <a:rect l="l" t="t" r="r" b="b"/>
              <a:pathLst>
                <a:path w="1004" h="476" extrusionOk="0">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8" name="Google Shape;10248;p62"/>
          <p:cNvGrpSpPr/>
          <p:nvPr/>
        </p:nvGrpSpPr>
        <p:grpSpPr>
          <a:xfrm>
            <a:off x="5384088" y="2241423"/>
            <a:ext cx="280982" cy="395896"/>
            <a:chOff x="5388701" y="2393823"/>
            <a:chExt cx="280982" cy="395896"/>
          </a:xfrm>
        </p:grpSpPr>
        <p:sp>
          <p:nvSpPr>
            <p:cNvPr id="10249" name="Google Shape;10249;p62"/>
            <p:cNvSpPr/>
            <p:nvPr/>
          </p:nvSpPr>
          <p:spPr>
            <a:xfrm>
              <a:off x="5388701" y="2419243"/>
              <a:ext cx="280982" cy="370476"/>
            </a:xfrm>
            <a:custGeom>
              <a:avLst/>
              <a:gdLst/>
              <a:ahLst/>
              <a:cxnLst/>
              <a:rect l="l" t="t" r="r" b="b"/>
              <a:pathLst>
                <a:path w="10700" h="14108" extrusionOk="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62"/>
            <p:cNvSpPr/>
            <p:nvPr/>
          </p:nvSpPr>
          <p:spPr>
            <a:xfrm>
              <a:off x="5401516" y="2419506"/>
              <a:ext cx="255352" cy="344584"/>
            </a:xfrm>
            <a:custGeom>
              <a:avLst/>
              <a:gdLst/>
              <a:ahLst/>
              <a:cxnLst/>
              <a:rect l="l" t="t" r="r" b="b"/>
              <a:pathLst>
                <a:path w="9724" h="13122" extrusionOk="0">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2"/>
            <p:cNvSpPr/>
            <p:nvPr/>
          </p:nvSpPr>
          <p:spPr>
            <a:xfrm>
              <a:off x="5414330" y="2444899"/>
              <a:ext cx="229722" cy="306375"/>
            </a:xfrm>
            <a:custGeom>
              <a:avLst/>
              <a:gdLst/>
              <a:ahLst/>
              <a:cxnLst/>
              <a:rect l="l" t="t" r="r" b="b"/>
              <a:pathLst>
                <a:path w="8748" h="11667" extrusionOk="0">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62"/>
            <p:cNvSpPr/>
            <p:nvPr/>
          </p:nvSpPr>
          <p:spPr>
            <a:xfrm>
              <a:off x="5471866" y="2393823"/>
              <a:ext cx="114625" cy="57378"/>
            </a:xfrm>
            <a:custGeom>
              <a:avLst/>
              <a:gdLst/>
              <a:ahLst/>
              <a:cxnLst/>
              <a:rect l="l" t="t" r="r" b="b"/>
              <a:pathLst>
                <a:path w="4365" h="2185" extrusionOk="0">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62"/>
            <p:cNvSpPr/>
            <p:nvPr/>
          </p:nvSpPr>
          <p:spPr>
            <a:xfrm>
              <a:off x="5471866" y="2438597"/>
              <a:ext cx="114625" cy="12605"/>
            </a:xfrm>
            <a:custGeom>
              <a:avLst/>
              <a:gdLst/>
              <a:ahLst/>
              <a:cxnLst/>
              <a:rect l="l" t="t" r="r" b="b"/>
              <a:pathLst>
                <a:path w="4365" h="480" extrusionOk="0">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62"/>
            <p:cNvSpPr/>
            <p:nvPr/>
          </p:nvSpPr>
          <p:spPr>
            <a:xfrm>
              <a:off x="5542007" y="2483344"/>
              <a:ext cx="76417" cy="25393"/>
            </a:xfrm>
            <a:custGeom>
              <a:avLst/>
              <a:gdLst/>
              <a:ahLst/>
              <a:cxnLst/>
              <a:rect l="l" t="t" r="r" b="b"/>
              <a:pathLst>
                <a:path w="2910" h="967" extrusionOk="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62"/>
            <p:cNvSpPr/>
            <p:nvPr/>
          </p:nvSpPr>
          <p:spPr>
            <a:xfrm>
              <a:off x="5539722" y="2527828"/>
              <a:ext cx="80960" cy="12841"/>
            </a:xfrm>
            <a:custGeom>
              <a:avLst/>
              <a:gdLst/>
              <a:ahLst/>
              <a:cxnLst/>
              <a:rect l="l" t="t" r="r" b="b"/>
              <a:pathLst>
                <a:path w="3083" h="489" extrusionOk="0">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62"/>
            <p:cNvSpPr/>
            <p:nvPr/>
          </p:nvSpPr>
          <p:spPr>
            <a:xfrm>
              <a:off x="5539722" y="2553458"/>
              <a:ext cx="42751" cy="12841"/>
            </a:xfrm>
            <a:custGeom>
              <a:avLst/>
              <a:gdLst/>
              <a:ahLst/>
              <a:cxnLst/>
              <a:rect l="l" t="t" r="r" b="b"/>
              <a:pathLst>
                <a:path w="1628" h="489" extrusionOk="0">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62"/>
            <p:cNvSpPr/>
            <p:nvPr/>
          </p:nvSpPr>
          <p:spPr>
            <a:xfrm>
              <a:off x="5437702" y="2604481"/>
              <a:ext cx="182980" cy="12841"/>
            </a:xfrm>
            <a:custGeom>
              <a:avLst/>
              <a:gdLst/>
              <a:ahLst/>
              <a:cxnLst/>
              <a:rect l="l" t="t" r="r" b="b"/>
              <a:pathLst>
                <a:path w="6968" h="489" extrusionOk="0">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62"/>
            <p:cNvSpPr/>
            <p:nvPr/>
          </p:nvSpPr>
          <p:spPr>
            <a:xfrm>
              <a:off x="5437702" y="2630111"/>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62"/>
            <p:cNvSpPr/>
            <p:nvPr/>
          </p:nvSpPr>
          <p:spPr>
            <a:xfrm>
              <a:off x="5437702" y="2706764"/>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62"/>
            <p:cNvSpPr/>
            <p:nvPr/>
          </p:nvSpPr>
          <p:spPr>
            <a:xfrm>
              <a:off x="5437702" y="268113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62"/>
            <p:cNvSpPr/>
            <p:nvPr/>
          </p:nvSpPr>
          <p:spPr>
            <a:xfrm>
              <a:off x="5437702" y="265550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62"/>
            <p:cNvSpPr/>
            <p:nvPr/>
          </p:nvSpPr>
          <p:spPr>
            <a:xfrm>
              <a:off x="5475910" y="2630111"/>
              <a:ext cx="55304" cy="12579"/>
            </a:xfrm>
            <a:custGeom>
              <a:avLst/>
              <a:gdLst/>
              <a:ahLst/>
              <a:cxnLst/>
              <a:rect l="l" t="t" r="r" b="b"/>
              <a:pathLst>
                <a:path w="2106" h="479" extrusionOk="0">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62"/>
            <p:cNvSpPr/>
            <p:nvPr/>
          </p:nvSpPr>
          <p:spPr>
            <a:xfrm>
              <a:off x="5475910" y="2706764"/>
              <a:ext cx="80933" cy="12579"/>
            </a:xfrm>
            <a:custGeom>
              <a:avLst/>
              <a:gdLst/>
              <a:ahLst/>
              <a:cxnLst/>
              <a:rect l="l" t="t" r="r" b="b"/>
              <a:pathLst>
                <a:path w="3082" h="479" extrusionOk="0">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62"/>
            <p:cNvSpPr/>
            <p:nvPr/>
          </p:nvSpPr>
          <p:spPr>
            <a:xfrm>
              <a:off x="5475910" y="2681134"/>
              <a:ext cx="55304" cy="12841"/>
            </a:xfrm>
            <a:custGeom>
              <a:avLst/>
              <a:gdLst/>
              <a:ahLst/>
              <a:cxnLst/>
              <a:rect l="l" t="t" r="r" b="b"/>
              <a:pathLst>
                <a:path w="2106" h="489" extrusionOk="0">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62"/>
            <p:cNvSpPr/>
            <p:nvPr/>
          </p:nvSpPr>
          <p:spPr>
            <a:xfrm>
              <a:off x="5475910" y="2655504"/>
              <a:ext cx="80933" cy="12841"/>
            </a:xfrm>
            <a:custGeom>
              <a:avLst/>
              <a:gdLst/>
              <a:ahLst/>
              <a:cxnLst/>
              <a:rect l="l" t="t" r="r" b="b"/>
              <a:pathLst>
                <a:path w="3082" h="489" extrusionOk="0">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62"/>
            <p:cNvSpPr/>
            <p:nvPr/>
          </p:nvSpPr>
          <p:spPr>
            <a:xfrm>
              <a:off x="5571654" y="265550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62"/>
            <p:cNvSpPr/>
            <p:nvPr/>
          </p:nvSpPr>
          <p:spPr>
            <a:xfrm>
              <a:off x="5571654" y="2630111"/>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62"/>
            <p:cNvSpPr/>
            <p:nvPr/>
          </p:nvSpPr>
          <p:spPr>
            <a:xfrm>
              <a:off x="5571654" y="268113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62"/>
            <p:cNvSpPr/>
            <p:nvPr/>
          </p:nvSpPr>
          <p:spPr>
            <a:xfrm>
              <a:off x="5571654" y="2706764"/>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62"/>
            <p:cNvSpPr/>
            <p:nvPr/>
          </p:nvSpPr>
          <p:spPr>
            <a:xfrm>
              <a:off x="5446236" y="2527828"/>
              <a:ext cx="76443" cy="57326"/>
            </a:xfrm>
            <a:custGeom>
              <a:avLst/>
              <a:gdLst/>
              <a:ahLst/>
              <a:cxnLst/>
              <a:rect l="l" t="t" r="r" b="b"/>
              <a:pathLst>
                <a:path w="2911" h="2183" extrusionOk="0">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62"/>
            <p:cNvSpPr/>
            <p:nvPr/>
          </p:nvSpPr>
          <p:spPr>
            <a:xfrm>
              <a:off x="5470369" y="2527828"/>
              <a:ext cx="28177" cy="19249"/>
            </a:xfrm>
            <a:custGeom>
              <a:avLst/>
              <a:gdLst/>
              <a:ahLst/>
              <a:cxnLst/>
              <a:rect l="l" t="t" r="r" b="b"/>
              <a:pathLst>
                <a:path w="1073" h="733" extrusionOk="0">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62"/>
            <p:cNvSpPr/>
            <p:nvPr/>
          </p:nvSpPr>
          <p:spPr>
            <a:xfrm>
              <a:off x="5446236" y="2547917"/>
              <a:ext cx="76443" cy="37237"/>
            </a:xfrm>
            <a:custGeom>
              <a:avLst/>
              <a:gdLst/>
              <a:ahLst/>
              <a:cxnLst/>
              <a:rect l="l" t="t" r="r" b="b"/>
              <a:pathLst>
                <a:path w="2911" h="1418" extrusionOk="0">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62"/>
            <p:cNvSpPr/>
            <p:nvPr/>
          </p:nvSpPr>
          <p:spPr>
            <a:xfrm>
              <a:off x="5446000" y="2559235"/>
              <a:ext cx="19380" cy="25919"/>
            </a:xfrm>
            <a:custGeom>
              <a:avLst/>
              <a:gdLst/>
              <a:ahLst/>
              <a:cxnLst/>
              <a:rect l="l" t="t" r="r" b="b"/>
              <a:pathLst>
                <a:path w="738" h="987" extrusionOk="0">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62"/>
            <p:cNvSpPr/>
            <p:nvPr/>
          </p:nvSpPr>
          <p:spPr>
            <a:xfrm>
              <a:off x="5503536" y="2559235"/>
              <a:ext cx="19380" cy="25919"/>
            </a:xfrm>
            <a:custGeom>
              <a:avLst/>
              <a:gdLst/>
              <a:ahLst/>
              <a:cxnLst/>
              <a:rect l="l" t="t" r="r" b="b"/>
              <a:pathLst>
                <a:path w="738" h="987" extrusionOk="0">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62"/>
            <p:cNvSpPr/>
            <p:nvPr/>
          </p:nvSpPr>
          <p:spPr>
            <a:xfrm>
              <a:off x="5458815" y="2476569"/>
              <a:ext cx="51286" cy="57825"/>
            </a:xfrm>
            <a:custGeom>
              <a:avLst/>
              <a:gdLst/>
              <a:ahLst/>
              <a:cxnLst/>
              <a:rect l="l" t="t" r="r" b="b"/>
              <a:pathLst>
                <a:path w="1953" h="2202" extrusionOk="0">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62"/>
            <p:cNvSpPr/>
            <p:nvPr/>
          </p:nvSpPr>
          <p:spPr>
            <a:xfrm>
              <a:off x="5458867" y="2476569"/>
              <a:ext cx="35162" cy="57536"/>
            </a:xfrm>
            <a:custGeom>
              <a:avLst/>
              <a:gdLst/>
              <a:ahLst/>
              <a:cxnLst/>
              <a:rect l="l" t="t" r="r" b="b"/>
              <a:pathLst>
                <a:path w="1339" h="2191" extrusionOk="0">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62"/>
            <p:cNvSpPr/>
            <p:nvPr/>
          </p:nvSpPr>
          <p:spPr>
            <a:xfrm>
              <a:off x="5458815" y="2476569"/>
              <a:ext cx="51286" cy="25656"/>
            </a:xfrm>
            <a:custGeom>
              <a:avLst/>
              <a:gdLst/>
              <a:ahLst/>
              <a:cxnLst/>
              <a:rect l="l" t="t" r="r" b="b"/>
              <a:pathLst>
                <a:path w="1953" h="977" extrusionOk="0">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62"/>
            <p:cNvSpPr/>
            <p:nvPr/>
          </p:nvSpPr>
          <p:spPr>
            <a:xfrm>
              <a:off x="5459051" y="2476569"/>
              <a:ext cx="34978" cy="23398"/>
            </a:xfrm>
            <a:custGeom>
              <a:avLst/>
              <a:gdLst/>
              <a:ahLst/>
              <a:cxnLst/>
              <a:rect l="l" t="t" r="r" b="b"/>
              <a:pathLst>
                <a:path w="1332" h="891" extrusionOk="0">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9" name="Google Shape;10279;p62"/>
          <p:cNvGrpSpPr/>
          <p:nvPr/>
        </p:nvGrpSpPr>
        <p:grpSpPr>
          <a:xfrm>
            <a:off x="5738677" y="2286722"/>
            <a:ext cx="444871" cy="316407"/>
            <a:chOff x="5743289" y="2439122"/>
            <a:chExt cx="444871" cy="316407"/>
          </a:xfrm>
        </p:grpSpPr>
        <p:sp>
          <p:nvSpPr>
            <p:cNvPr id="10280" name="Google Shape;10280;p62"/>
            <p:cNvSpPr/>
            <p:nvPr/>
          </p:nvSpPr>
          <p:spPr>
            <a:xfrm>
              <a:off x="5999902" y="2549177"/>
              <a:ext cx="137497" cy="130722"/>
            </a:xfrm>
            <a:custGeom>
              <a:avLst/>
              <a:gdLst/>
              <a:ahLst/>
              <a:cxnLst/>
              <a:rect l="l" t="t" r="r" b="b"/>
              <a:pathLst>
                <a:path w="5236" h="4978" extrusionOk="0">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62"/>
            <p:cNvSpPr/>
            <p:nvPr/>
          </p:nvSpPr>
          <p:spPr>
            <a:xfrm>
              <a:off x="6000138" y="2570054"/>
              <a:ext cx="137497" cy="110082"/>
            </a:xfrm>
            <a:custGeom>
              <a:avLst/>
              <a:gdLst/>
              <a:ahLst/>
              <a:cxnLst/>
              <a:rect l="l" t="t" r="r" b="b"/>
              <a:pathLst>
                <a:path w="5236" h="4192" extrusionOk="0">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62"/>
            <p:cNvSpPr/>
            <p:nvPr/>
          </p:nvSpPr>
          <p:spPr>
            <a:xfrm>
              <a:off x="6046645" y="2549177"/>
              <a:ext cx="44511" cy="20640"/>
            </a:xfrm>
            <a:custGeom>
              <a:avLst/>
              <a:gdLst/>
              <a:ahLst/>
              <a:cxnLst/>
              <a:rect l="l" t="t" r="r" b="b"/>
              <a:pathLst>
                <a:path w="1695" h="786" extrusionOk="0">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62"/>
            <p:cNvSpPr/>
            <p:nvPr/>
          </p:nvSpPr>
          <p:spPr>
            <a:xfrm>
              <a:off x="6020753" y="2452935"/>
              <a:ext cx="34453" cy="75681"/>
            </a:xfrm>
            <a:custGeom>
              <a:avLst/>
              <a:gdLst/>
              <a:ahLst/>
              <a:cxnLst/>
              <a:rect l="l" t="t" r="r" b="b"/>
              <a:pathLst>
                <a:path w="1312" h="2882" extrusionOk="0">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62"/>
            <p:cNvSpPr/>
            <p:nvPr/>
          </p:nvSpPr>
          <p:spPr>
            <a:xfrm>
              <a:off x="6034565" y="2446159"/>
              <a:ext cx="82456" cy="82456"/>
            </a:xfrm>
            <a:custGeom>
              <a:avLst/>
              <a:gdLst/>
              <a:ahLst/>
              <a:cxnLst/>
              <a:rect l="l" t="t" r="r" b="b"/>
              <a:pathLst>
                <a:path w="3140" h="3140" extrusionOk="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62"/>
            <p:cNvSpPr/>
            <p:nvPr/>
          </p:nvSpPr>
          <p:spPr>
            <a:xfrm>
              <a:off x="6027528" y="2480324"/>
              <a:ext cx="82982" cy="75681"/>
            </a:xfrm>
            <a:custGeom>
              <a:avLst/>
              <a:gdLst/>
              <a:ahLst/>
              <a:cxnLst/>
              <a:rect l="l" t="t" r="r" b="b"/>
              <a:pathLst>
                <a:path w="3160" h="2882" extrusionOk="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62"/>
            <p:cNvSpPr/>
            <p:nvPr/>
          </p:nvSpPr>
          <p:spPr>
            <a:xfrm>
              <a:off x="6027528" y="2480586"/>
              <a:ext cx="82456" cy="74158"/>
            </a:xfrm>
            <a:custGeom>
              <a:avLst/>
              <a:gdLst/>
              <a:ahLst/>
              <a:cxnLst/>
              <a:rect l="l" t="t" r="r" b="b"/>
              <a:pathLst>
                <a:path w="3140" h="2824" extrusionOk="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62"/>
            <p:cNvSpPr/>
            <p:nvPr/>
          </p:nvSpPr>
          <p:spPr>
            <a:xfrm>
              <a:off x="6000138" y="2583368"/>
              <a:ext cx="27415" cy="96768"/>
            </a:xfrm>
            <a:custGeom>
              <a:avLst/>
              <a:gdLst/>
              <a:ahLst/>
              <a:cxnLst/>
              <a:rect l="l" t="t" r="r" b="b"/>
              <a:pathLst>
                <a:path w="1044" h="3685" extrusionOk="0">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62"/>
            <p:cNvSpPr/>
            <p:nvPr/>
          </p:nvSpPr>
          <p:spPr>
            <a:xfrm>
              <a:off x="6075794" y="2583368"/>
              <a:ext cx="61842" cy="96532"/>
            </a:xfrm>
            <a:custGeom>
              <a:avLst/>
              <a:gdLst/>
              <a:ahLst/>
              <a:cxnLst/>
              <a:rect l="l" t="t" r="r" b="b"/>
              <a:pathLst>
                <a:path w="2355" h="3676" extrusionOk="0">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62"/>
            <p:cNvSpPr/>
            <p:nvPr/>
          </p:nvSpPr>
          <p:spPr>
            <a:xfrm>
              <a:off x="5766424" y="2686649"/>
              <a:ext cx="398863" cy="20903"/>
            </a:xfrm>
            <a:custGeom>
              <a:avLst/>
              <a:gdLst/>
              <a:ahLst/>
              <a:cxnLst/>
              <a:rect l="l" t="t" r="r" b="b"/>
              <a:pathLst>
                <a:path w="15189" h="796" extrusionOk="0">
                  <a:moveTo>
                    <a:pt x="0" y="1"/>
                  </a:moveTo>
                  <a:lnTo>
                    <a:pt x="0" y="795"/>
                  </a:lnTo>
                  <a:lnTo>
                    <a:pt x="15188" y="795"/>
                  </a:lnTo>
                  <a:lnTo>
                    <a:pt x="15188"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62"/>
            <p:cNvSpPr/>
            <p:nvPr/>
          </p:nvSpPr>
          <p:spPr>
            <a:xfrm>
              <a:off x="5759387"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62"/>
            <p:cNvSpPr/>
            <p:nvPr/>
          </p:nvSpPr>
          <p:spPr>
            <a:xfrm>
              <a:off x="6158224"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62"/>
            <p:cNvSpPr/>
            <p:nvPr/>
          </p:nvSpPr>
          <p:spPr>
            <a:xfrm>
              <a:off x="5759387"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62"/>
            <p:cNvSpPr/>
            <p:nvPr/>
          </p:nvSpPr>
          <p:spPr>
            <a:xfrm>
              <a:off x="6158224"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62"/>
            <p:cNvSpPr/>
            <p:nvPr/>
          </p:nvSpPr>
          <p:spPr>
            <a:xfrm>
              <a:off x="5743289" y="2679873"/>
              <a:ext cx="444871" cy="13839"/>
            </a:xfrm>
            <a:custGeom>
              <a:avLst/>
              <a:gdLst/>
              <a:ahLst/>
              <a:cxnLst/>
              <a:rect l="l" t="t" r="r" b="b"/>
              <a:pathLst>
                <a:path w="16941" h="527" extrusionOk="0">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62"/>
            <p:cNvSpPr/>
            <p:nvPr/>
          </p:nvSpPr>
          <p:spPr>
            <a:xfrm>
              <a:off x="6068992" y="2666034"/>
              <a:ext cx="41254" cy="13865"/>
            </a:xfrm>
            <a:custGeom>
              <a:avLst/>
              <a:gdLst/>
              <a:ahLst/>
              <a:cxnLst/>
              <a:rect l="l" t="t" r="r" b="b"/>
              <a:pathLst>
                <a:path w="1571" h="528" extrusionOk="0">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62"/>
            <p:cNvSpPr/>
            <p:nvPr/>
          </p:nvSpPr>
          <p:spPr>
            <a:xfrm>
              <a:off x="5986326" y="2611020"/>
              <a:ext cx="96269" cy="68880"/>
            </a:xfrm>
            <a:custGeom>
              <a:avLst/>
              <a:gdLst/>
              <a:ahLst/>
              <a:cxnLst/>
              <a:rect l="l" t="t" r="r" b="b"/>
              <a:pathLst>
                <a:path w="3666" h="2623" extrusionOk="0">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62"/>
            <p:cNvSpPr/>
            <p:nvPr/>
          </p:nvSpPr>
          <p:spPr>
            <a:xfrm>
              <a:off x="6025269" y="2638645"/>
              <a:ext cx="18382" cy="13865"/>
            </a:xfrm>
            <a:custGeom>
              <a:avLst/>
              <a:gdLst/>
              <a:ahLst/>
              <a:cxnLst/>
              <a:rect l="l" t="t" r="r" b="b"/>
              <a:pathLst>
                <a:path w="700" h="528" extrusionOk="0">
                  <a:moveTo>
                    <a:pt x="355" y="1"/>
                  </a:moveTo>
                  <a:cubicBezTo>
                    <a:pt x="1" y="1"/>
                    <a:pt x="1" y="518"/>
                    <a:pt x="355" y="527"/>
                  </a:cubicBezTo>
                  <a:cubicBezTo>
                    <a:pt x="699" y="518"/>
                    <a:pt x="699" y="1"/>
                    <a:pt x="3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62"/>
            <p:cNvSpPr/>
            <p:nvPr/>
          </p:nvSpPr>
          <p:spPr>
            <a:xfrm>
              <a:off x="5807390" y="2556215"/>
              <a:ext cx="137734" cy="123685"/>
            </a:xfrm>
            <a:custGeom>
              <a:avLst/>
              <a:gdLst/>
              <a:ahLst/>
              <a:cxnLst/>
              <a:rect l="l" t="t" r="r" b="b"/>
              <a:pathLst>
                <a:path w="5245" h="4710" extrusionOk="0">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62"/>
            <p:cNvSpPr/>
            <p:nvPr/>
          </p:nvSpPr>
          <p:spPr>
            <a:xfrm>
              <a:off x="5807626" y="2587386"/>
              <a:ext cx="27678" cy="92514"/>
            </a:xfrm>
            <a:custGeom>
              <a:avLst/>
              <a:gdLst/>
              <a:ahLst/>
              <a:cxnLst/>
              <a:rect l="l" t="t" r="r" b="b"/>
              <a:pathLst>
                <a:path w="1054" h="3523" extrusionOk="0">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62"/>
            <p:cNvSpPr/>
            <p:nvPr/>
          </p:nvSpPr>
          <p:spPr>
            <a:xfrm>
              <a:off x="5917708" y="2587386"/>
              <a:ext cx="27415" cy="92514"/>
            </a:xfrm>
            <a:custGeom>
              <a:avLst/>
              <a:gdLst/>
              <a:ahLst/>
              <a:cxnLst/>
              <a:rect l="l" t="t" r="r" b="b"/>
              <a:pathLst>
                <a:path w="1044" h="3523" extrusionOk="0">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62"/>
            <p:cNvSpPr/>
            <p:nvPr/>
          </p:nvSpPr>
          <p:spPr>
            <a:xfrm>
              <a:off x="5843314" y="2556215"/>
              <a:ext cx="66123" cy="20640"/>
            </a:xfrm>
            <a:custGeom>
              <a:avLst/>
              <a:gdLst/>
              <a:ahLst/>
              <a:cxnLst/>
              <a:rect l="l" t="t" r="r" b="b"/>
              <a:pathLst>
                <a:path w="2518" h="786" extrusionOk="0">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62"/>
            <p:cNvSpPr/>
            <p:nvPr/>
          </p:nvSpPr>
          <p:spPr>
            <a:xfrm>
              <a:off x="5815688" y="2439122"/>
              <a:ext cx="121400" cy="123921"/>
            </a:xfrm>
            <a:custGeom>
              <a:avLst/>
              <a:gdLst/>
              <a:ahLst/>
              <a:cxnLst/>
              <a:rect l="l" t="t" r="r" b="b"/>
              <a:pathLst>
                <a:path w="4623" h="4719" extrusionOk="0">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62"/>
            <p:cNvSpPr/>
            <p:nvPr/>
          </p:nvSpPr>
          <p:spPr>
            <a:xfrm>
              <a:off x="5828241" y="2714300"/>
              <a:ext cx="13839" cy="41228"/>
            </a:xfrm>
            <a:custGeom>
              <a:avLst/>
              <a:gdLst/>
              <a:ahLst/>
              <a:cxnLst/>
              <a:rect l="l" t="t" r="r" b="b"/>
              <a:pathLst>
                <a:path w="527" h="1570" extrusionOk="0">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62"/>
            <p:cNvSpPr/>
            <p:nvPr/>
          </p:nvSpPr>
          <p:spPr>
            <a:xfrm>
              <a:off x="5828241" y="2707263"/>
              <a:ext cx="13839" cy="27678"/>
            </a:xfrm>
            <a:custGeom>
              <a:avLst/>
              <a:gdLst/>
              <a:ahLst/>
              <a:cxnLst/>
              <a:rect l="l" t="t" r="r" b="b"/>
              <a:pathLst>
                <a:path w="527"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62"/>
            <p:cNvSpPr/>
            <p:nvPr/>
          </p:nvSpPr>
          <p:spPr>
            <a:xfrm>
              <a:off x="5910671" y="2714300"/>
              <a:ext cx="13865" cy="41228"/>
            </a:xfrm>
            <a:custGeom>
              <a:avLst/>
              <a:gdLst/>
              <a:ahLst/>
              <a:cxnLst/>
              <a:rect l="l" t="t" r="r" b="b"/>
              <a:pathLst>
                <a:path w="528" h="1570" extrusionOk="0">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62"/>
            <p:cNvSpPr/>
            <p:nvPr/>
          </p:nvSpPr>
          <p:spPr>
            <a:xfrm>
              <a:off x="5910671" y="2707263"/>
              <a:ext cx="13865" cy="27678"/>
            </a:xfrm>
            <a:custGeom>
              <a:avLst/>
              <a:gdLst/>
              <a:ahLst/>
              <a:cxnLst/>
              <a:rect l="l" t="t" r="r" b="b"/>
              <a:pathLst>
                <a:path w="528"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62"/>
            <p:cNvSpPr/>
            <p:nvPr/>
          </p:nvSpPr>
          <p:spPr>
            <a:xfrm>
              <a:off x="5828241" y="2604218"/>
              <a:ext cx="96295" cy="116883"/>
            </a:xfrm>
            <a:custGeom>
              <a:avLst/>
              <a:gdLst/>
              <a:ahLst/>
              <a:cxnLst/>
              <a:rect l="l" t="t" r="r" b="b"/>
              <a:pathLst>
                <a:path w="3667" h="4451" extrusionOk="0">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62"/>
            <p:cNvSpPr/>
            <p:nvPr/>
          </p:nvSpPr>
          <p:spPr>
            <a:xfrm>
              <a:off x="5815688" y="2439306"/>
              <a:ext cx="73896" cy="121216"/>
            </a:xfrm>
            <a:custGeom>
              <a:avLst/>
              <a:gdLst/>
              <a:ahLst/>
              <a:cxnLst/>
              <a:rect l="l" t="t" r="r" b="b"/>
              <a:pathLst>
                <a:path w="2814" h="4616" extrusionOk="0">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9" name="Google Shape;10309;p62"/>
          <p:cNvGrpSpPr/>
          <p:nvPr/>
        </p:nvGrpSpPr>
        <p:grpSpPr>
          <a:xfrm>
            <a:off x="6225747" y="2280183"/>
            <a:ext cx="351359" cy="363412"/>
            <a:chOff x="6230360" y="2432583"/>
            <a:chExt cx="351359" cy="363412"/>
          </a:xfrm>
        </p:grpSpPr>
        <p:sp>
          <p:nvSpPr>
            <p:cNvPr id="10310" name="Google Shape;10310;p62"/>
            <p:cNvSpPr/>
            <p:nvPr/>
          </p:nvSpPr>
          <p:spPr>
            <a:xfrm>
              <a:off x="6361791" y="2432583"/>
              <a:ext cx="219928" cy="325230"/>
            </a:xfrm>
            <a:custGeom>
              <a:avLst/>
              <a:gdLst/>
              <a:ahLst/>
              <a:cxnLst/>
              <a:rect l="l" t="t" r="r" b="b"/>
              <a:pathLst>
                <a:path w="8375" h="12385" extrusionOk="0">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62"/>
            <p:cNvSpPr/>
            <p:nvPr/>
          </p:nvSpPr>
          <p:spPr>
            <a:xfrm>
              <a:off x="6361791" y="2432583"/>
              <a:ext cx="9585" cy="40230"/>
            </a:xfrm>
            <a:custGeom>
              <a:avLst/>
              <a:gdLst/>
              <a:ahLst/>
              <a:cxnLst/>
              <a:rect l="l" t="t" r="r" b="b"/>
              <a:pathLst>
                <a:path w="365" h="1532" extrusionOk="0">
                  <a:moveTo>
                    <a:pt x="354" y="0"/>
                  </a:moveTo>
                  <a:cubicBezTo>
                    <a:pt x="287" y="0"/>
                    <a:pt x="0" y="19"/>
                    <a:pt x="0" y="278"/>
                  </a:cubicBezTo>
                  <a:lnTo>
                    <a:pt x="0" y="1531"/>
                  </a:lnTo>
                  <a:lnTo>
                    <a:pt x="364" y="1531"/>
                  </a:lnTo>
                  <a:lnTo>
                    <a:pt x="36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62"/>
            <p:cNvSpPr/>
            <p:nvPr/>
          </p:nvSpPr>
          <p:spPr>
            <a:xfrm>
              <a:off x="6510817" y="2432583"/>
              <a:ext cx="70403" cy="70377"/>
            </a:xfrm>
            <a:custGeom>
              <a:avLst/>
              <a:gdLst/>
              <a:ahLst/>
              <a:cxnLst/>
              <a:rect l="l" t="t" r="r" b="b"/>
              <a:pathLst>
                <a:path w="2681" h="2680" extrusionOk="0">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62"/>
            <p:cNvSpPr/>
            <p:nvPr/>
          </p:nvSpPr>
          <p:spPr>
            <a:xfrm>
              <a:off x="6361791" y="2469006"/>
              <a:ext cx="107088" cy="16124"/>
            </a:xfrm>
            <a:custGeom>
              <a:avLst/>
              <a:gdLst/>
              <a:ahLst/>
              <a:cxnLst/>
              <a:rect l="l" t="t" r="r" b="b"/>
              <a:pathLst>
                <a:path w="4078" h="614" extrusionOk="0">
                  <a:moveTo>
                    <a:pt x="0" y="1"/>
                  </a:moveTo>
                  <a:lnTo>
                    <a:pt x="0" y="144"/>
                  </a:lnTo>
                  <a:lnTo>
                    <a:pt x="3608" y="144"/>
                  </a:lnTo>
                  <a:lnTo>
                    <a:pt x="4077" y="613"/>
                  </a:lnTo>
                  <a:lnTo>
                    <a:pt x="407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62"/>
            <p:cNvSpPr/>
            <p:nvPr/>
          </p:nvSpPr>
          <p:spPr>
            <a:xfrm>
              <a:off x="6465571" y="2469006"/>
              <a:ext cx="73160" cy="288807"/>
            </a:xfrm>
            <a:custGeom>
              <a:avLst/>
              <a:gdLst/>
              <a:ahLst/>
              <a:cxnLst/>
              <a:rect l="l" t="t" r="r" b="b"/>
              <a:pathLst>
                <a:path w="2786" h="10998" extrusionOk="0">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62"/>
            <p:cNvSpPr/>
            <p:nvPr/>
          </p:nvSpPr>
          <p:spPr>
            <a:xfrm>
              <a:off x="6309508" y="2469006"/>
              <a:ext cx="9585" cy="131983"/>
            </a:xfrm>
            <a:custGeom>
              <a:avLst/>
              <a:gdLst/>
              <a:ahLst/>
              <a:cxnLst/>
              <a:rect l="l" t="t" r="r" b="b"/>
              <a:pathLst>
                <a:path w="365" h="5026" extrusionOk="0">
                  <a:moveTo>
                    <a:pt x="345" y="1"/>
                  </a:moveTo>
                  <a:cubicBezTo>
                    <a:pt x="288" y="1"/>
                    <a:pt x="29" y="20"/>
                    <a:pt x="1" y="231"/>
                  </a:cubicBezTo>
                  <a:lnTo>
                    <a:pt x="1" y="5025"/>
                  </a:lnTo>
                  <a:lnTo>
                    <a:pt x="364" y="4977"/>
                  </a:lnTo>
                  <a:lnTo>
                    <a:pt x="364"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62"/>
            <p:cNvSpPr/>
            <p:nvPr/>
          </p:nvSpPr>
          <p:spPr>
            <a:xfrm>
              <a:off x="6309770" y="2591692"/>
              <a:ext cx="134477" cy="201283"/>
            </a:xfrm>
            <a:custGeom>
              <a:avLst/>
              <a:gdLst/>
              <a:ahLst/>
              <a:cxnLst/>
              <a:rect l="l" t="t" r="r" b="b"/>
              <a:pathLst>
                <a:path w="5121" h="7665" extrusionOk="0">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62"/>
            <p:cNvSpPr/>
            <p:nvPr/>
          </p:nvSpPr>
          <p:spPr>
            <a:xfrm>
              <a:off x="6310768" y="2468507"/>
              <a:ext cx="219691" cy="325230"/>
            </a:xfrm>
            <a:custGeom>
              <a:avLst/>
              <a:gdLst/>
              <a:ahLst/>
              <a:cxnLst/>
              <a:rect l="l" t="t" r="r" b="b"/>
              <a:pathLst>
                <a:path w="8366" h="12385" extrusionOk="0">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62"/>
            <p:cNvSpPr/>
            <p:nvPr/>
          </p:nvSpPr>
          <p:spPr>
            <a:xfrm>
              <a:off x="6230360" y="2591666"/>
              <a:ext cx="204329" cy="204329"/>
            </a:xfrm>
            <a:custGeom>
              <a:avLst/>
              <a:gdLst/>
              <a:ahLst/>
              <a:cxnLst/>
              <a:rect l="l" t="t" r="r" b="b"/>
              <a:pathLst>
                <a:path w="7781" h="7781" extrusionOk="0">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62"/>
            <p:cNvSpPr/>
            <p:nvPr/>
          </p:nvSpPr>
          <p:spPr>
            <a:xfrm>
              <a:off x="6234115" y="2591666"/>
              <a:ext cx="104331" cy="204329"/>
            </a:xfrm>
            <a:custGeom>
              <a:avLst/>
              <a:gdLst/>
              <a:ahLst/>
              <a:cxnLst/>
              <a:rect l="l" t="t" r="r" b="b"/>
              <a:pathLst>
                <a:path w="3973" h="7781" extrusionOk="0">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62"/>
            <p:cNvSpPr/>
            <p:nvPr/>
          </p:nvSpPr>
          <p:spPr>
            <a:xfrm>
              <a:off x="6262528" y="2728875"/>
              <a:ext cx="140491" cy="67121"/>
            </a:xfrm>
            <a:custGeom>
              <a:avLst/>
              <a:gdLst/>
              <a:ahLst/>
              <a:cxnLst/>
              <a:rect l="l" t="t" r="r" b="b"/>
              <a:pathLst>
                <a:path w="5350" h="2556" extrusionOk="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62"/>
            <p:cNvSpPr/>
            <p:nvPr/>
          </p:nvSpPr>
          <p:spPr>
            <a:xfrm>
              <a:off x="6262528" y="2729137"/>
              <a:ext cx="74920" cy="66858"/>
            </a:xfrm>
            <a:custGeom>
              <a:avLst/>
              <a:gdLst/>
              <a:ahLst/>
              <a:cxnLst/>
              <a:rect l="l" t="t" r="r" b="b"/>
              <a:pathLst>
                <a:path w="2853" h="2546" extrusionOk="0">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62"/>
            <p:cNvSpPr/>
            <p:nvPr/>
          </p:nvSpPr>
          <p:spPr>
            <a:xfrm>
              <a:off x="6283878" y="2609996"/>
              <a:ext cx="98029" cy="64862"/>
            </a:xfrm>
            <a:custGeom>
              <a:avLst/>
              <a:gdLst/>
              <a:ahLst/>
              <a:cxnLst/>
              <a:rect l="l" t="t" r="r" b="b"/>
              <a:pathLst>
                <a:path w="3733" h="2470" extrusionOk="0">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62"/>
            <p:cNvSpPr/>
            <p:nvPr/>
          </p:nvSpPr>
          <p:spPr>
            <a:xfrm>
              <a:off x="6283878" y="2610258"/>
              <a:ext cx="53308" cy="64600"/>
            </a:xfrm>
            <a:custGeom>
              <a:avLst/>
              <a:gdLst/>
              <a:ahLst/>
              <a:cxnLst/>
              <a:rect l="l" t="t" r="r" b="b"/>
              <a:pathLst>
                <a:path w="2030" h="2460" extrusionOk="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62"/>
            <p:cNvSpPr/>
            <p:nvPr/>
          </p:nvSpPr>
          <p:spPr>
            <a:xfrm>
              <a:off x="6368566" y="2668319"/>
              <a:ext cx="18119" cy="26917"/>
            </a:xfrm>
            <a:custGeom>
              <a:avLst/>
              <a:gdLst/>
              <a:ahLst/>
              <a:cxnLst/>
              <a:rect l="l" t="t" r="r" b="b"/>
              <a:pathLst>
                <a:path w="690" h="1025" extrusionOk="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62"/>
            <p:cNvSpPr/>
            <p:nvPr/>
          </p:nvSpPr>
          <p:spPr>
            <a:xfrm>
              <a:off x="6276079" y="2668319"/>
              <a:ext cx="21402" cy="26917"/>
            </a:xfrm>
            <a:custGeom>
              <a:avLst/>
              <a:gdLst/>
              <a:ahLst/>
              <a:cxnLst/>
              <a:rect l="l" t="t" r="r" b="b"/>
              <a:pathLst>
                <a:path w="815" h="1025" extrusionOk="0">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62"/>
            <p:cNvSpPr/>
            <p:nvPr/>
          </p:nvSpPr>
          <p:spPr>
            <a:xfrm>
              <a:off x="6315048" y="2715613"/>
              <a:ext cx="35950" cy="38917"/>
            </a:xfrm>
            <a:custGeom>
              <a:avLst/>
              <a:gdLst/>
              <a:ahLst/>
              <a:cxnLst/>
              <a:rect l="l" t="t" r="r" b="b"/>
              <a:pathLst>
                <a:path w="1369" h="1482" extrusionOk="0">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62"/>
            <p:cNvSpPr/>
            <p:nvPr/>
          </p:nvSpPr>
          <p:spPr>
            <a:xfrm>
              <a:off x="6315048" y="2715745"/>
              <a:ext cx="21875" cy="38786"/>
            </a:xfrm>
            <a:custGeom>
              <a:avLst/>
              <a:gdLst/>
              <a:ahLst/>
              <a:cxnLst/>
              <a:rect l="l" t="t" r="r" b="b"/>
              <a:pathLst>
                <a:path w="833" h="1477" extrusionOk="0">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62"/>
            <p:cNvSpPr/>
            <p:nvPr/>
          </p:nvSpPr>
          <p:spPr>
            <a:xfrm>
              <a:off x="6294172" y="2648178"/>
              <a:ext cx="76942" cy="77467"/>
            </a:xfrm>
            <a:custGeom>
              <a:avLst/>
              <a:gdLst/>
              <a:ahLst/>
              <a:cxnLst/>
              <a:rect l="l" t="t" r="r" b="b"/>
              <a:pathLst>
                <a:path w="2930" h="2950" extrusionOk="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62"/>
            <p:cNvSpPr/>
            <p:nvPr/>
          </p:nvSpPr>
          <p:spPr>
            <a:xfrm>
              <a:off x="6294434" y="2648099"/>
              <a:ext cx="56328" cy="77546"/>
            </a:xfrm>
            <a:custGeom>
              <a:avLst/>
              <a:gdLst/>
              <a:ahLst/>
              <a:cxnLst/>
              <a:rect l="l" t="t" r="r" b="b"/>
              <a:pathLst>
                <a:path w="2145" h="2953" extrusionOk="0">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62"/>
            <p:cNvSpPr/>
            <p:nvPr/>
          </p:nvSpPr>
          <p:spPr>
            <a:xfrm>
              <a:off x="6459557" y="2469268"/>
              <a:ext cx="69878" cy="70140"/>
            </a:xfrm>
            <a:custGeom>
              <a:avLst/>
              <a:gdLst/>
              <a:ahLst/>
              <a:cxnLst/>
              <a:rect l="l" t="t" r="r" b="b"/>
              <a:pathLst>
                <a:path w="2661" h="2671" extrusionOk="0">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1" name="Google Shape;10331;p62"/>
          <p:cNvGrpSpPr/>
          <p:nvPr/>
        </p:nvGrpSpPr>
        <p:grpSpPr>
          <a:xfrm>
            <a:off x="6629364" y="2307152"/>
            <a:ext cx="387781" cy="286680"/>
            <a:chOff x="6633976" y="2459552"/>
            <a:chExt cx="387781" cy="286680"/>
          </a:xfrm>
        </p:grpSpPr>
        <p:sp>
          <p:nvSpPr>
            <p:cNvPr id="10332" name="Google Shape;10332;p62"/>
            <p:cNvSpPr/>
            <p:nvPr/>
          </p:nvSpPr>
          <p:spPr>
            <a:xfrm>
              <a:off x="6635473" y="2459552"/>
              <a:ext cx="386285" cy="205773"/>
            </a:xfrm>
            <a:custGeom>
              <a:avLst/>
              <a:gdLst/>
              <a:ahLst/>
              <a:cxnLst/>
              <a:rect l="l" t="t" r="r" b="b"/>
              <a:pathLst>
                <a:path w="14710" h="7836" extrusionOk="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62"/>
            <p:cNvSpPr/>
            <p:nvPr/>
          </p:nvSpPr>
          <p:spPr>
            <a:xfrm>
              <a:off x="6633976" y="2522051"/>
              <a:ext cx="352856" cy="143012"/>
            </a:xfrm>
            <a:custGeom>
              <a:avLst/>
              <a:gdLst/>
              <a:ahLst/>
              <a:cxnLst/>
              <a:rect l="l" t="t" r="r" b="b"/>
              <a:pathLst>
                <a:path w="13437" h="5446" extrusionOk="0">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62"/>
            <p:cNvSpPr/>
            <p:nvPr/>
          </p:nvSpPr>
          <p:spPr>
            <a:xfrm>
              <a:off x="6759867" y="2559235"/>
              <a:ext cx="137261" cy="186997"/>
            </a:xfrm>
            <a:custGeom>
              <a:avLst/>
              <a:gdLst/>
              <a:ahLst/>
              <a:cxnLst/>
              <a:rect l="l" t="t" r="r" b="b"/>
              <a:pathLst>
                <a:path w="5227" h="7121" extrusionOk="0">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62"/>
            <p:cNvSpPr/>
            <p:nvPr/>
          </p:nvSpPr>
          <p:spPr>
            <a:xfrm>
              <a:off x="6792613" y="2632553"/>
              <a:ext cx="72189" cy="84163"/>
            </a:xfrm>
            <a:custGeom>
              <a:avLst/>
              <a:gdLst/>
              <a:ahLst/>
              <a:cxnLst/>
              <a:rect l="l" t="t" r="r" b="b"/>
              <a:pathLst>
                <a:path w="2749" h="3205" extrusionOk="0">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62"/>
            <p:cNvSpPr/>
            <p:nvPr/>
          </p:nvSpPr>
          <p:spPr>
            <a:xfrm>
              <a:off x="6792429" y="2477882"/>
              <a:ext cx="58875" cy="39416"/>
            </a:xfrm>
            <a:custGeom>
              <a:avLst/>
              <a:gdLst/>
              <a:ahLst/>
              <a:cxnLst/>
              <a:rect l="l" t="t" r="r" b="b"/>
              <a:pathLst>
                <a:path w="2242" h="1501" extrusionOk="0">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62"/>
            <p:cNvSpPr/>
            <p:nvPr/>
          </p:nvSpPr>
          <p:spPr>
            <a:xfrm>
              <a:off x="6891823" y="2516720"/>
              <a:ext cx="47005" cy="38024"/>
            </a:xfrm>
            <a:custGeom>
              <a:avLst/>
              <a:gdLst/>
              <a:ahLst/>
              <a:cxnLst/>
              <a:rect l="l" t="t" r="r" b="b"/>
              <a:pathLst>
                <a:path w="1790" h="1448" extrusionOk="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62"/>
            <p:cNvSpPr/>
            <p:nvPr/>
          </p:nvSpPr>
          <p:spPr>
            <a:xfrm>
              <a:off x="6841036" y="2559235"/>
              <a:ext cx="56091" cy="56328"/>
            </a:xfrm>
            <a:custGeom>
              <a:avLst/>
              <a:gdLst/>
              <a:ahLst/>
              <a:cxnLst/>
              <a:rect l="l" t="t" r="r" b="b"/>
              <a:pathLst>
                <a:path w="2136" h="2145" extrusionOk="0">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9" name="Google Shape;10339;p62"/>
          <p:cNvGrpSpPr/>
          <p:nvPr/>
        </p:nvGrpSpPr>
        <p:grpSpPr>
          <a:xfrm>
            <a:off x="7086498" y="2276165"/>
            <a:ext cx="376989" cy="348864"/>
            <a:chOff x="7091110" y="2428565"/>
            <a:chExt cx="376989" cy="348864"/>
          </a:xfrm>
        </p:grpSpPr>
        <p:sp>
          <p:nvSpPr>
            <p:cNvPr id="10340" name="Google Shape;10340;p62"/>
            <p:cNvSpPr/>
            <p:nvPr/>
          </p:nvSpPr>
          <p:spPr>
            <a:xfrm>
              <a:off x="7213692" y="2609759"/>
              <a:ext cx="124577" cy="104305"/>
            </a:xfrm>
            <a:custGeom>
              <a:avLst/>
              <a:gdLst/>
              <a:ahLst/>
              <a:cxnLst/>
              <a:rect l="l" t="t" r="r" b="b"/>
              <a:pathLst>
                <a:path w="4744" h="3972" extrusionOk="0">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62"/>
            <p:cNvSpPr/>
            <p:nvPr/>
          </p:nvSpPr>
          <p:spPr>
            <a:xfrm>
              <a:off x="7346699" y="2713539"/>
              <a:ext cx="121400" cy="63891"/>
            </a:xfrm>
            <a:custGeom>
              <a:avLst/>
              <a:gdLst/>
              <a:ahLst/>
              <a:cxnLst/>
              <a:rect l="l" t="t" r="r" b="b"/>
              <a:pathLst>
                <a:path w="4623" h="2433" extrusionOk="0">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62"/>
            <p:cNvSpPr/>
            <p:nvPr/>
          </p:nvSpPr>
          <p:spPr>
            <a:xfrm>
              <a:off x="7345176" y="2713539"/>
              <a:ext cx="49290" cy="63891"/>
            </a:xfrm>
            <a:custGeom>
              <a:avLst/>
              <a:gdLst/>
              <a:ahLst/>
              <a:cxnLst/>
              <a:rect l="l" t="t" r="r" b="b"/>
              <a:pathLst>
                <a:path w="1877" h="2433" extrusionOk="0">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62"/>
            <p:cNvSpPr/>
            <p:nvPr/>
          </p:nvSpPr>
          <p:spPr>
            <a:xfrm>
              <a:off x="7367549" y="2612753"/>
              <a:ext cx="76942" cy="54332"/>
            </a:xfrm>
            <a:custGeom>
              <a:avLst/>
              <a:gdLst/>
              <a:ahLst/>
              <a:cxnLst/>
              <a:rect l="l" t="t" r="r" b="b"/>
              <a:pathLst>
                <a:path w="2930" h="2069" extrusionOk="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62"/>
            <p:cNvSpPr/>
            <p:nvPr/>
          </p:nvSpPr>
          <p:spPr>
            <a:xfrm>
              <a:off x="7367549" y="2612779"/>
              <a:ext cx="41753" cy="54306"/>
            </a:xfrm>
            <a:custGeom>
              <a:avLst/>
              <a:gdLst/>
              <a:ahLst/>
              <a:cxnLst/>
              <a:rect l="l" t="t" r="r" b="b"/>
              <a:pathLst>
                <a:path w="1590" h="2068" extrusionOk="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62"/>
            <p:cNvSpPr/>
            <p:nvPr/>
          </p:nvSpPr>
          <p:spPr>
            <a:xfrm>
              <a:off x="7434145" y="2661281"/>
              <a:ext cx="16885" cy="22636"/>
            </a:xfrm>
            <a:custGeom>
              <a:avLst/>
              <a:gdLst/>
              <a:ahLst/>
              <a:cxnLst/>
              <a:rect l="l" t="t" r="r" b="b"/>
              <a:pathLst>
                <a:path w="643" h="862" extrusionOk="0">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62"/>
            <p:cNvSpPr/>
            <p:nvPr/>
          </p:nvSpPr>
          <p:spPr>
            <a:xfrm>
              <a:off x="7361772" y="2661334"/>
              <a:ext cx="16623" cy="22479"/>
            </a:xfrm>
            <a:custGeom>
              <a:avLst/>
              <a:gdLst/>
              <a:ahLst/>
              <a:cxnLst/>
              <a:rect l="l" t="t" r="r" b="b"/>
              <a:pathLst>
                <a:path w="633" h="856" extrusionOk="0">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62"/>
            <p:cNvSpPr/>
            <p:nvPr/>
          </p:nvSpPr>
          <p:spPr>
            <a:xfrm>
              <a:off x="7391945" y="2700829"/>
              <a:ext cx="28151" cy="32352"/>
            </a:xfrm>
            <a:custGeom>
              <a:avLst/>
              <a:gdLst/>
              <a:ahLst/>
              <a:cxnLst/>
              <a:rect l="l" t="t" r="r" b="b"/>
              <a:pathLst>
                <a:path w="1072" h="1232" extrusionOk="0">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62"/>
            <p:cNvSpPr/>
            <p:nvPr/>
          </p:nvSpPr>
          <p:spPr>
            <a:xfrm>
              <a:off x="7391945" y="2701144"/>
              <a:ext cx="17095" cy="32037"/>
            </a:xfrm>
            <a:custGeom>
              <a:avLst/>
              <a:gdLst/>
              <a:ahLst/>
              <a:cxnLst/>
              <a:rect l="l" t="t" r="r" b="b"/>
              <a:pathLst>
                <a:path w="651" h="1220" extrusionOk="0">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62"/>
            <p:cNvSpPr/>
            <p:nvPr/>
          </p:nvSpPr>
          <p:spPr>
            <a:xfrm>
              <a:off x="7375847" y="2644422"/>
              <a:ext cx="60582" cy="64626"/>
            </a:xfrm>
            <a:custGeom>
              <a:avLst/>
              <a:gdLst/>
              <a:ahLst/>
              <a:cxnLst/>
              <a:rect l="l" t="t" r="r" b="b"/>
              <a:pathLst>
                <a:path w="2307" h="2461" extrusionOk="0">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62"/>
            <p:cNvSpPr/>
            <p:nvPr/>
          </p:nvSpPr>
          <p:spPr>
            <a:xfrm>
              <a:off x="7375847" y="2644580"/>
              <a:ext cx="44012" cy="64731"/>
            </a:xfrm>
            <a:custGeom>
              <a:avLst/>
              <a:gdLst/>
              <a:ahLst/>
              <a:cxnLst/>
              <a:rect l="l" t="t" r="r" b="b"/>
              <a:pathLst>
                <a:path w="1676" h="2465" extrusionOk="0">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62"/>
            <p:cNvSpPr/>
            <p:nvPr/>
          </p:nvSpPr>
          <p:spPr>
            <a:xfrm>
              <a:off x="7219784" y="2529325"/>
              <a:ext cx="121400" cy="63917"/>
            </a:xfrm>
            <a:custGeom>
              <a:avLst/>
              <a:gdLst/>
              <a:ahLst/>
              <a:cxnLst/>
              <a:rect l="l" t="t" r="r" b="b"/>
              <a:pathLst>
                <a:path w="4623" h="2434" extrusionOk="0">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62"/>
            <p:cNvSpPr/>
            <p:nvPr/>
          </p:nvSpPr>
          <p:spPr>
            <a:xfrm>
              <a:off x="7218261" y="2529325"/>
              <a:ext cx="49290" cy="63917"/>
            </a:xfrm>
            <a:custGeom>
              <a:avLst/>
              <a:gdLst/>
              <a:ahLst/>
              <a:cxnLst/>
              <a:rect l="l" t="t" r="r" b="b"/>
              <a:pathLst>
                <a:path w="1877" h="2434" extrusionOk="0">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62"/>
            <p:cNvSpPr/>
            <p:nvPr/>
          </p:nvSpPr>
          <p:spPr>
            <a:xfrm>
              <a:off x="7240897" y="2428565"/>
              <a:ext cx="76916" cy="54043"/>
            </a:xfrm>
            <a:custGeom>
              <a:avLst/>
              <a:gdLst/>
              <a:ahLst/>
              <a:cxnLst/>
              <a:rect l="l" t="t" r="r" b="b"/>
              <a:pathLst>
                <a:path w="2929" h="2058" extrusionOk="0">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62"/>
            <p:cNvSpPr/>
            <p:nvPr/>
          </p:nvSpPr>
          <p:spPr>
            <a:xfrm>
              <a:off x="7240897" y="2428565"/>
              <a:ext cx="41727" cy="54306"/>
            </a:xfrm>
            <a:custGeom>
              <a:avLst/>
              <a:gdLst/>
              <a:ahLst/>
              <a:cxnLst/>
              <a:rect l="l" t="t" r="r" b="b"/>
              <a:pathLst>
                <a:path w="1589" h="2068" extrusionOk="0">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62"/>
            <p:cNvSpPr/>
            <p:nvPr/>
          </p:nvSpPr>
          <p:spPr>
            <a:xfrm>
              <a:off x="7307230" y="2477146"/>
              <a:ext cx="17122" cy="22557"/>
            </a:xfrm>
            <a:custGeom>
              <a:avLst/>
              <a:gdLst/>
              <a:ahLst/>
              <a:cxnLst/>
              <a:rect l="l" t="t" r="r" b="b"/>
              <a:pathLst>
                <a:path w="652" h="859" extrusionOk="0">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62"/>
            <p:cNvSpPr/>
            <p:nvPr/>
          </p:nvSpPr>
          <p:spPr>
            <a:xfrm>
              <a:off x="7234857" y="2477120"/>
              <a:ext cx="16623" cy="22479"/>
            </a:xfrm>
            <a:custGeom>
              <a:avLst/>
              <a:gdLst/>
              <a:ahLst/>
              <a:cxnLst/>
              <a:rect l="l" t="t" r="r" b="b"/>
              <a:pathLst>
                <a:path w="633" h="856" extrusionOk="0">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62"/>
            <p:cNvSpPr/>
            <p:nvPr/>
          </p:nvSpPr>
          <p:spPr>
            <a:xfrm>
              <a:off x="7265266" y="2516694"/>
              <a:ext cx="27914" cy="32274"/>
            </a:xfrm>
            <a:custGeom>
              <a:avLst/>
              <a:gdLst/>
              <a:ahLst/>
              <a:cxnLst/>
              <a:rect l="l" t="t" r="r" b="b"/>
              <a:pathLst>
                <a:path w="1063" h="1229" extrusionOk="0">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62"/>
            <p:cNvSpPr/>
            <p:nvPr/>
          </p:nvSpPr>
          <p:spPr>
            <a:xfrm>
              <a:off x="7265266" y="2516956"/>
              <a:ext cx="17122" cy="32247"/>
            </a:xfrm>
            <a:custGeom>
              <a:avLst/>
              <a:gdLst/>
              <a:ahLst/>
              <a:cxnLst/>
              <a:rect l="l" t="t" r="r" b="b"/>
              <a:pathLst>
                <a:path w="652" h="1228" extrusionOk="0">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62"/>
            <p:cNvSpPr/>
            <p:nvPr/>
          </p:nvSpPr>
          <p:spPr>
            <a:xfrm>
              <a:off x="7249195" y="2460287"/>
              <a:ext cx="60319" cy="64810"/>
            </a:xfrm>
            <a:custGeom>
              <a:avLst/>
              <a:gdLst/>
              <a:ahLst/>
              <a:cxnLst/>
              <a:rect l="l" t="t" r="r" b="b"/>
              <a:pathLst>
                <a:path w="2297" h="2468" extrusionOk="0">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62"/>
            <p:cNvSpPr/>
            <p:nvPr/>
          </p:nvSpPr>
          <p:spPr>
            <a:xfrm>
              <a:off x="7249195" y="2460471"/>
              <a:ext cx="43749" cy="64626"/>
            </a:xfrm>
            <a:custGeom>
              <a:avLst/>
              <a:gdLst/>
              <a:ahLst/>
              <a:cxnLst/>
              <a:rect l="l" t="t" r="r" b="b"/>
              <a:pathLst>
                <a:path w="1666" h="2461" extrusionOk="0">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62"/>
            <p:cNvSpPr/>
            <p:nvPr/>
          </p:nvSpPr>
          <p:spPr>
            <a:xfrm>
              <a:off x="7092607" y="2713539"/>
              <a:ext cx="121164" cy="63891"/>
            </a:xfrm>
            <a:custGeom>
              <a:avLst/>
              <a:gdLst/>
              <a:ahLst/>
              <a:cxnLst/>
              <a:rect l="l" t="t" r="r" b="b"/>
              <a:pathLst>
                <a:path w="4614" h="2433" extrusionOk="0">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62"/>
            <p:cNvSpPr/>
            <p:nvPr/>
          </p:nvSpPr>
          <p:spPr>
            <a:xfrm>
              <a:off x="7091110" y="2713539"/>
              <a:ext cx="49027" cy="63891"/>
            </a:xfrm>
            <a:custGeom>
              <a:avLst/>
              <a:gdLst/>
              <a:ahLst/>
              <a:cxnLst/>
              <a:rect l="l" t="t" r="r" b="b"/>
              <a:pathLst>
                <a:path w="1867" h="2433" extrusionOk="0">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62"/>
            <p:cNvSpPr/>
            <p:nvPr/>
          </p:nvSpPr>
          <p:spPr>
            <a:xfrm>
              <a:off x="7113484" y="2612753"/>
              <a:ext cx="76916" cy="54332"/>
            </a:xfrm>
            <a:custGeom>
              <a:avLst/>
              <a:gdLst/>
              <a:ahLst/>
              <a:cxnLst/>
              <a:rect l="l" t="t" r="r" b="b"/>
              <a:pathLst>
                <a:path w="2929" h="2069" extrusionOk="0">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62"/>
            <p:cNvSpPr/>
            <p:nvPr/>
          </p:nvSpPr>
          <p:spPr>
            <a:xfrm>
              <a:off x="7113484" y="2612779"/>
              <a:ext cx="41727" cy="54306"/>
            </a:xfrm>
            <a:custGeom>
              <a:avLst/>
              <a:gdLst/>
              <a:ahLst/>
              <a:cxnLst/>
              <a:rect l="l" t="t" r="r" b="b"/>
              <a:pathLst>
                <a:path w="1589" h="2068" extrusionOk="0">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62"/>
            <p:cNvSpPr/>
            <p:nvPr/>
          </p:nvSpPr>
          <p:spPr>
            <a:xfrm>
              <a:off x="7180079" y="2661281"/>
              <a:ext cx="16859" cy="22636"/>
            </a:xfrm>
            <a:custGeom>
              <a:avLst/>
              <a:gdLst/>
              <a:ahLst/>
              <a:cxnLst/>
              <a:rect l="l" t="t" r="r" b="b"/>
              <a:pathLst>
                <a:path w="642" h="862" extrusionOk="0">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62"/>
            <p:cNvSpPr/>
            <p:nvPr/>
          </p:nvSpPr>
          <p:spPr>
            <a:xfrm>
              <a:off x="7107444" y="2661334"/>
              <a:ext cx="16623" cy="22479"/>
            </a:xfrm>
            <a:custGeom>
              <a:avLst/>
              <a:gdLst/>
              <a:ahLst/>
              <a:cxnLst/>
              <a:rect l="l" t="t" r="r" b="b"/>
              <a:pathLst>
                <a:path w="633" h="856" extrusionOk="0">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62"/>
            <p:cNvSpPr/>
            <p:nvPr/>
          </p:nvSpPr>
          <p:spPr>
            <a:xfrm>
              <a:off x="7137853" y="2700829"/>
              <a:ext cx="28177" cy="32352"/>
            </a:xfrm>
            <a:custGeom>
              <a:avLst/>
              <a:gdLst/>
              <a:ahLst/>
              <a:cxnLst/>
              <a:rect l="l" t="t" r="r" b="b"/>
              <a:pathLst>
                <a:path w="1073" h="1232" extrusionOk="0">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62"/>
            <p:cNvSpPr/>
            <p:nvPr/>
          </p:nvSpPr>
          <p:spPr>
            <a:xfrm>
              <a:off x="7137590" y="2701144"/>
              <a:ext cx="17384" cy="32037"/>
            </a:xfrm>
            <a:custGeom>
              <a:avLst/>
              <a:gdLst/>
              <a:ahLst/>
              <a:cxnLst/>
              <a:rect l="l" t="t" r="r" b="b"/>
              <a:pathLst>
                <a:path w="662" h="1220" extrusionOk="0">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62"/>
            <p:cNvSpPr/>
            <p:nvPr/>
          </p:nvSpPr>
          <p:spPr>
            <a:xfrm>
              <a:off x="7121756" y="2644422"/>
              <a:ext cx="60345" cy="64626"/>
            </a:xfrm>
            <a:custGeom>
              <a:avLst/>
              <a:gdLst/>
              <a:ahLst/>
              <a:cxnLst/>
              <a:rect l="l" t="t" r="r" b="b"/>
              <a:pathLst>
                <a:path w="2298" h="2461" extrusionOk="0">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62"/>
            <p:cNvSpPr/>
            <p:nvPr/>
          </p:nvSpPr>
          <p:spPr>
            <a:xfrm>
              <a:off x="7121756" y="2644580"/>
              <a:ext cx="43775" cy="64731"/>
            </a:xfrm>
            <a:custGeom>
              <a:avLst/>
              <a:gdLst/>
              <a:ahLst/>
              <a:cxnLst/>
              <a:rect l="l" t="t" r="r" b="b"/>
              <a:pathLst>
                <a:path w="1667" h="2465" extrusionOk="0">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1" name="Google Shape;10371;p62"/>
          <p:cNvGrpSpPr/>
          <p:nvPr/>
        </p:nvGrpSpPr>
        <p:grpSpPr>
          <a:xfrm>
            <a:off x="7531815" y="2262825"/>
            <a:ext cx="369715" cy="375492"/>
            <a:chOff x="7536427" y="2415225"/>
            <a:chExt cx="369715" cy="375492"/>
          </a:xfrm>
        </p:grpSpPr>
        <p:sp>
          <p:nvSpPr>
            <p:cNvPr id="10372" name="Google Shape;10372;p62"/>
            <p:cNvSpPr/>
            <p:nvPr/>
          </p:nvSpPr>
          <p:spPr>
            <a:xfrm>
              <a:off x="7648978" y="2602774"/>
              <a:ext cx="150417" cy="121137"/>
            </a:xfrm>
            <a:custGeom>
              <a:avLst/>
              <a:gdLst/>
              <a:ahLst/>
              <a:cxnLst/>
              <a:rect l="l" t="t" r="r" b="b"/>
              <a:pathLst>
                <a:path w="5728" h="4613" extrusionOk="0">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62"/>
            <p:cNvSpPr/>
            <p:nvPr/>
          </p:nvSpPr>
          <p:spPr>
            <a:xfrm>
              <a:off x="7681698" y="2421265"/>
              <a:ext cx="30435" cy="66622"/>
            </a:xfrm>
            <a:custGeom>
              <a:avLst/>
              <a:gdLst/>
              <a:ahLst/>
              <a:cxnLst/>
              <a:rect l="l" t="t" r="r" b="b"/>
              <a:pathLst>
                <a:path w="1159" h="2537" extrusionOk="0">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62"/>
            <p:cNvSpPr/>
            <p:nvPr/>
          </p:nvSpPr>
          <p:spPr>
            <a:xfrm>
              <a:off x="7693751" y="2415225"/>
              <a:ext cx="72924" cy="72661"/>
            </a:xfrm>
            <a:custGeom>
              <a:avLst/>
              <a:gdLst/>
              <a:ahLst/>
              <a:cxnLst/>
              <a:rect l="l" t="t" r="r" b="b"/>
              <a:pathLst>
                <a:path w="2777" h="2767" extrusionOk="0">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62"/>
            <p:cNvSpPr/>
            <p:nvPr/>
          </p:nvSpPr>
          <p:spPr>
            <a:xfrm>
              <a:off x="7706067" y="2505953"/>
              <a:ext cx="36239" cy="26917"/>
            </a:xfrm>
            <a:custGeom>
              <a:avLst/>
              <a:gdLst/>
              <a:ahLst/>
              <a:cxnLst/>
              <a:rect l="l" t="t" r="r" b="b"/>
              <a:pathLst>
                <a:path w="1380" h="1025" extrusionOk="0">
                  <a:moveTo>
                    <a:pt x="1" y="1"/>
                  </a:moveTo>
                  <a:lnTo>
                    <a:pt x="1" y="1025"/>
                  </a:lnTo>
                  <a:lnTo>
                    <a:pt x="1379" y="1025"/>
                  </a:lnTo>
                  <a:lnTo>
                    <a:pt x="1379"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62"/>
            <p:cNvSpPr/>
            <p:nvPr/>
          </p:nvSpPr>
          <p:spPr>
            <a:xfrm>
              <a:off x="7706067" y="2505953"/>
              <a:ext cx="36239" cy="14732"/>
            </a:xfrm>
            <a:custGeom>
              <a:avLst/>
              <a:gdLst/>
              <a:ahLst/>
              <a:cxnLst/>
              <a:rect l="l" t="t" r="r" b="b"/>
              <a:pathLst>
                <a:path w="1380" h="561" extrusionOk="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62"/>
            <p:cNvSpPr/>
            <p:nvPr/>
          </p:nvSpPr>
          <p:spPr>
            <a:xfrm>
              <a:off x="7663604" y="2520790"/>
              <a:ext cx="121164" cy="64101"/>
            </a:xfrm>
            <a:custGeom>
              <a:avLst/>
              <a:gdLst/>
              <a:ahLst/>
              <a:cxnLst/>
              <a:rect l="l" t="t" r="r" b="b"/>
              <a:pathLst>
                <a:path w="4614" h="2441" extrusionOk="0">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62"/>
            <p:cNvSpPr/>
            <p:nvPr/>
          </p:nvSpPr>
          <p:spPr>
            <a:xfrm>
              <a:off x="7718146" y="2532844"/>
              <a:ext cx="12080" cy="52047"/>
            </a:xfrm>
            <a:custGeom>
              <a:avLst/>
              <a:gdLst/>
              <a:ahLst/>
              <a:cxnLst/>
              <a:rect l="l" t="t" r="r" b="b"/>
              <a:pathLst>
                <a:path w="460" h="1982" extrusionOk="0">
                  <a:moveTo>
                    <a:pt x="115" y="1"/>
                  </a:moveTo>
                  <a:lnTo>
                    <a:pt x="0" y="1982"/>
                  </a:lnTo>
                  <a:lnTo>
                    <a:pt x="460" y="1982"/>
                  </a:lnTo>
                  <a:lnTo>
                    <a:pt x="34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62"/>
            <p:cNvSpPr/>
            <p:nvPr/>
          </p:nvSpPr>
          <p:spPr>
            <a:xfrm>
              <a:off x="7687737" y="2445398"/>
              <a:ext cx="72898" cy="66622"/>
            </a:xfrm>
            <a:custGeom>
              <a:avLst/>
              <a:gdLst/>
              <a:ahLst/>
              <a:cxnLst/>
              <a:rect l="l" t="t" r="r" b="b"/>
              <a:pathLst>
                <a:path w="2776" h="2537" extrusionOk="0">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62"/>
            <p:cNvSpPr/>
            <p:nvPr/>
          </p:nvSpPr>
          <p:spPr>
            <a:xfrm>
              <a:off x="7687737" y="2445398"/>
              <a:ext cx="72661" cy="65361"/>
            </a:xfrm>
            <a:custGeom>
              <a:avLst/>
              <a:gdLst/>
              <a:ahLst/>
              <a:cxnLst/>
              <a:rect l="l" t="t" r="r" b="b"/>
              <a:pathLst>
                <a:path w="2767" h="2489" extrusionOk="0">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62"/>
            <p:cNvSpPr/>
            <p:nvPr/>
          </p:nvSpPr>
          <p:spPr>
            <a:xfrm>
              <a:off x="7663604" y="2536126"/>
              <a:ext cx="24159" cy="48528"/>
            </a:xfrm>
            <a:custGeom>
              <a:avLst/>
              <a:gdLst/>
              <a:ahLst/>
              <a:cxnLst/>
              <a:rect l="l" t="t" r="r" b="b"/>
              <a:pathLst>
                <a:path w="920" h="1848" extrusionOk="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62"/>
            <p:cNvSpPr/>
            <p:nvPr/>
          </p:nvSpPr>
          <p:spPr>
            <a:xfrm>
              <a:off x="7760609" y="2536126"/>
              <a:ext cx="24159" cy="48528"/>
            </a:xfrm>
            <a:custGeom>
              <a:avLst/>
              <a:gdLst/>
              <a:ahLst/>
              <a:cxnLst/>
              <a:rect l="l" t="t" r="r" b="b"/>
              <a:pathLst>
                <a:path w="920" h="1848" extrusionOk="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62"/>
            <p:cNvSpPr/>
            <p:nvPr/>
          </p:nvSpPr>
          <p:spPr>
            <a:xfrm>
              <a:off x="7717884" y="2532607"/>
              <a:ext cx="12342" cy="12342"/>
            </a:xfrm>
            <a:custGeom>
              <a:avLst/>
              <a:gdLst/>
              <a:ahLst/>
              <a:cxnLst/>
              <a:rect l="l" t="t" r="r" b="b"/>
              <a:pathLst>
                <a:path w="470" h="470" extrusionOk="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62"/>
            <p:cNvSpPr/>
            <p:nvPr/>
          </p:nvSpPr>
          <p:spPr>
            <a:xfrm>
              <a:off x="7699292" y="2515906"/>
              <a:ext cx="24894" cy="25446"/>
            </a:xfrm>
            <a:custGeom>
              <a:avLst/>
              <a:gdLst/>
              <a:ahLst/>
              <a:cxnLst/>
              <a:rect l="l" t="t" r="r" b="b"/>
              <a:pathLst>
                <a:path w="948" h="969" extrusionOk="0">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62"/>
            <p:cNvSpPr/>
            <p:nvPr/>
          </p:nvSpPr>
          <p:spPr>
            <a:xfrm>
              <a:off x="7724160" y="2515906"/>
              <a:ext cx="24921" cy="25446"/>
            </a:xfrm>
            <a:custGeom>
              <a:avLst/>
              <a:gdLst/>
              <a:ahLst/>
              <a:cxnLst/>
              <a:rect l="l" t="t" r="r" b="b"/>
              <a:pathLst>
                <a:path w="949" h="969" extrusionOk="0">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62"/>
            <p:cNvSpPr/>
            <p:nvPr/>
          </p:nvSpPr>
          <p:spPr>
            <a:xfrm>
              <a:off x="7554547" y="2627091"/>
              <a:ext cx="30435" cy="66622"/>
            </a:xfrm>
            <a:custGeom>
              <a:avLst/>
              <a:gdLst/>
              <a:ahLst/>
              <a:cxnLst/>
              <a:rect l="l" t="t" r="r" b="b"/>
              <a:pathLst>
                <a:path w="1159" h="2537" extrusionOk="0">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62"/>
            <p:cNvSpPr/>
            <p:nvPr/>
          </p:nvSpPr>
          <p:spPr>
            <a:xfrm>
              <a:off x="7566600" y="2621051"/>
              <a:ext cx="72898" cy="72661"/>
            </a:xfrm>
            <a:custGeom>
              <a:avLst/>
              <a:gdLst/>
              <a:ahLst/>
              <a:cxnLst/>
              <a:rect l="l" t="t" r="r" b="b"/>
              <a:pathLst>
                <a:path w="2776" h="2767" extrusionOk="0">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62"/>
            <p:cNvSpPr/>
            <p:nvPr/>
          </p:nvSpPr>
          <p:spPr>
            <a:xfrm>
              <a:off x="7578916" y="2711779"/>
              <a:ext cx="36213" cy="26917"/>
            </a:xfrm>
            <a:custGeom>
              <a:avLst/>
              <a:gdLst/>
              <a:ahLst/>
              <a:cxnLst/>
              <a:rect l="l" t="t" r="r" b="b"/>
              <a:pathLst>
                <a:path w="1379" h="1025" extrusionOk="0">
                  <a:moveTo>
                    <a:pt x="0" y="1"/>
                  </a:moveTo>
                  <a:lnTo>
                    <a:pt x="0" y="1025"/>
                  </a:lnTo>
                  <a:lnTo>
                    <a:pt x="1378" y="1025"/>
                  </a:lnTo>
                  <a:lnTo>
                    <a:pt x="1378"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62"/>
            <p:cNvSpPr/>
            <p:nvPr/>
          </p:nvSpPr>
          <p:spPr>
            <a:xfrm>
              <a:off x="7578916" y="2712042"/>
              <a:ext cx="36213" cy="14653"/>
            </a:xfrm>
            <a:custGeom>
              <a:avLst/>
              <a:gdLst/>
              <a:ahLst/>
              <a:cxnLst/>
              <a:rect l="l" t="t" r="r" b="b"/>
              <a:pathLst>
                <a:path w="1379" h="558" extrusionOk="0">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62"/>
            <p:cNvSpPr/>
            <p:nvPr/>
          </p:nvSpPr>
          <p:spPr>
            <a:xfrm>
              <a:off x="7536427" y="2726616"/>
              <a:ext cx="121164" cy="64101"/>
            </a:xfrm>
            <a:custGeom>
              <a:avLst/>
              <a:gdLst/>
              <a:ahLst/>
              <a:cxnLst/>
              <a:rect l="l" t="t" r="r" b="b"/>
              <a:pathLst>
                <a:path w="4614" h="2441" extrusionOk="0">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62"/>
            <p:cNvSpPr/>
            <p:nvPr/>
          </p:nvSpPr>
          <p:spPr>
            <a:xfrm>
              <a:off x="7590969" y="2738670"/>
              <a:ext cx="12106" cy="52047"/>
            </a:xfrm>
            <a:custGeom>
              <a:avLst/>
              <a:gdLst/>
              <a:ahLst/>
              <a:cxnLst/>
              <a:rect l="l" t="t" r="r" b="b"/>
              <a:pathLst>
                <a:path w="461" h="1982" extrusionOk="0">
                  <a:moveTo>
                    <a:pt x="116" y="1"/>
                  </a:moveTo>
                  <a:lnTo>
                    <a:pt x="1" y="1982"/>
                  </a:lnTo>
                  <a:lnTo>
                    <a:pt x="460" y="1982"/>
                  </a:lnTo>
                  <a:lnTo>
                    <a:pt x="345"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62"/>
            <p:cNvSpPr/>
            <p:nvPr/>
          </p:nvSpPr>
          <p:spPr>
            <a:xfrm>
              <a:off x="7560560" y="2651434"/>
              <a:ext cx="72924" cy="66674"/>
            </a:xfrm>
            <a:custGeom>
              <a:avLst/>
              <a:gdLst/>
              <a:ahLst/>
              <a:cxnLst/>
              <a:rect l="l" t="t" r="r" b="b"/>
              <a:pathLst>
                <a:path w="2777" h="2539" extrusionOk="0">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62"/>
            <p:cNvSpPr/>
            <p:nvPr/>
          </p:nvSpPr>
          <p:spPr>
            <a:xfrm>
              <a:off x="7560560" y="2651434"/>
              <a:ext cx="72661" cy="65151"/>
            </a:xfrm>
            <a:custGeom>
              <a:avLst/>
              <a:gdLst/>
              <a:ahLst/>
              <a:cxnLst/>
              <a:rect l="l" t="t" r="r" b="b"/>
              <a:pathLst>
                <a:path w="2767" h="2481" extrusionOk="0">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62"/>
            <p:cNvSpPr/>
            <p:nvPr/>
          </p:nvSpPr>
          <p:spPr>
            <a:xfrm>
              <a:off x="7536427" y="2741952"/>
              <a:ext cx="24159" cy="48528"/>
            </a:xfrm>
            <a:custGeom>
              <a:avLst/>
              <a:gdLst/>
              <a:ahLst/>
              <a:cxnLst/>
              <a:rect l="l" t="t" r="r" b="b"/>
              <a:pathLst>
                <a:path w="920" h="1848" extrusionOk="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62"/>
            <p:cNvSpPr/>
            <p:nvPr/>
          </p:nvSpPr>
          <p:spPr>
            <a:xfrm>
              <a:off x="7633195" y="2741952"/>
              <a:ext cx="24396" cy="48528"/>
            </a:xfrm>
            <a:custGeom>
              <a:avLst/>
              <a:gdLst/>
              <a:ahLst/>
              <a:cxnLst/>
              <a:rect l="l" t="t" r="r" b="b"/>
              <a:pathLst>
                <a:path w="929" h="1848" extrusionOk="0">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62"/>
            <p:cNvSpPr/>
            <p:nvPr/>
          </p:nvSpPr>
          <p:spPr>
            <a:xfrm>
              <a:off x="7590733" y="2738670"/>
              <a:ext cx="12342" cy="12106"/>
            </a:xfrm>
            <a:custGeom>
              <a:avLst/>
              <a:gdLst/>
              <a:ahLst/>
              <a:cxnLst/>
              <a:rect l="l" t="t" r="r" b="b"/>
              <a:pathLst>
                <a:path w="470" h="461" extrusionOk="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62"/>
            <p:cNvSpPr/>
            <p:nvPr/>
          </p:nvSpPr>
          <p:spPr>
            <a:xfrm>
              <a:off x="7572115" y="2721863"/>
              <a:ext cx="24921" cy="25498"/>
            </a:xfrm>
            <a:custGeom>
              <a:avLst/>
              <a:gdLst/>
              <a:ahLst/>
              <a:cxnLst/>
              <a:rect l="l" t="t" r="r" b="b"/>
              <a:pathLst>
                <a:path w="949" h="971" extrusionOk="0">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62"/>
            <p:cNvSpPr/>
            <p:nvPr/>
          </p:nvSpPr>
          <p:spPr>
            <a:xfrm>
              <a:off x="7597009" y="2721863"/>
              <a:ext cx="24894" cy="25498"/>
            </a:xfrm>
            <a:custGeom>
              <a:avLst/>
              <a:gdLst/>
              <a:ahLst/>
              <a:cxnLst/>
              <a:rect l="l" t="t" r="r" b="b"/>
              <a:pathLst>
                <a:path w="948" h="971" extrusionOk="0">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62"/>
            <p:cNvSpPr/>
            <p:nvPr/>
          </p:nvSpPr>
          <p:spPr>
            <a:xfrm>
              <a:off x="7827204" y="2602958"/>
              <a:ext cx="48528" cy="42515"/>
            </a:xfrm>
            <a:custGeom>
              <a:avLst/>
              <a:gdLst/>
              <a:ahLst/>
              <a:cxnLst/>
              <a:rect l="l" t="t" r="r" b="b"/>
              <a:pathLst>
                <a:path w="1848" h="1619" extrusionOk="0">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62"/>
            <p:cNvSpPr/>
            <p:nvPr/>
          </p:nvSpPr>
          <p:spPr>
            <a:xfrm>
              <a:off x="7827204" y="2602958"/>
              <a:ext cx="33219" cy="42515"/>
            </a:xfrm>
            <a:custGeom>
              <a:avLst/>
              <a:gdLst/>
              <a:ahLst/>
              <a:cxnLst/>
              <a:rect l="l" t="t" r="r" b="b"/>
              <a:pathLst>
                <a:path w="1265" h="1619" extrusionOk="0">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62"/>
            <p:cNvSpPr/>
            <p:nvPr/>
          </p:nvSpPr>
          <p:spPr>
            <a:xfrm>
              <a:off x="7796795" y="2706002"/>
              <a:ext cx="109110" cy="84715"/>
            </a:xfrm>
            <a:custGeom>
              <a:avLst/>
              <a:gdLst/>
              <a:ahLst/>
              <a:cxnLst/>
              <a:rect l="l" t="t" r="r" b="b"/>
              <a:pathLst>
                <a:path w="4155" h="3226" extrusionOk="0">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62"/>
            <p:cNvSpPr/>
            <p:nvPr/>
          </p:nvSpPr>
          <p:spPr>
            <a:xfrm>
              <a:off x="7832745" y="2706002"/>
              <a:ext cx="37210" cy="24159"/>
            </a:xfrm>
            <a:custGeom>
              <a:avLst/>
              <a:gdLst/>
              <a:ahLst/>
              <a:cxnLst/>
              <a:rect l="l" t="t" r="r" b="b"/>
              <a:pathLst>
                <a:path w="1417" h="920" extrusionOk="0">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62"/>
            <p:cNvSpPr/>
            <p:nvPr/>
          </p:nvSpPr>
          <p:spPr>
            <a:xfrm>
              <a:off x="7797058" y="2737672"/>
              <a:ext cx="109084" cy="53045"/>
            </a:xfrm>
            <a:custGeom>
              <a:avLst/>
              <a:gdLst/>
              <a:ahLst/>
              <a:cxnLst/>
              <a:rect l="l" t="t" r="r" b="b"/>
              <a:pathLst>
                <a:path w="4154" h="2020" extrusionOk="0">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62"/>
            <p:cNvSpPr/>
            <p:nvPr/>
          </p:nvSpPr>
          <p:spPr>
            <a:xfrm>
              <a:off x="7809111" y="2621051"/>
              <a:ext cx="84715" cy="84741"/>
            </a:xfrm>
            <a:custGeom>
              <a:avLst/>
              <a:gdLst/>
              <a:ahLst/>
              <a:cxnLst/>
              <a:rect l="l" t="t" r="r" b="b"/>
              <a:pathLst>
                <a:path w="3226" h="3227" extrusionOk="0">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62"/>
            <p:cNvSpPr/>
            <p:nvPr/>
          </p:nvSpPr>
          <p:spPr>
            <a:xfrm>
              <a:off x="7824447" y="2621051"/>
              <a:ext cx="71138" cy="76443"/>
            </a:xfrm>
            <a:custGeom>
              <a:avLst/>
              <a:gdLst/>
              <a:ahLst/>
              <a:cxnLst/>
              <a:rect l="l" t="t" r="r" b="b"/>
              <a:pathLst>
                <a:path w="2709" h="2911" extrusionOk="0">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62"/>
            <p:cNvSpPr/>
            <p:nvPr/>
          </p:nvSpPr>
          <p:spPr>
            <a:xfrm>
              <a:off x="7814888" y="2658393"/>
              <a:ext cx="72661" cy="59715"/>
            </a:xfrm>
            <a:custGeom>
              <a:avLst/>
              <a:gdLst/>
              <a:ahLst/>
              <a:cxnLst/>
              <a:rect l="l" t="t" r="r" b="b"/>
              <a:pathLst>
                <a:path w="2767" h="2274" extrusionOk="0">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62"/>
            <p:cNvSpPr/>
            <p:nvPr/>
          </p:nvSpPr>
          <p:spPr>
            <a:xfrm>
              <a:off x="7815151" y="2658393"/>
              <a:ext cx="72661" cy="59190"/>
            </a:xfrm>
            <a:custGeom>
              <a:avLst/>
              <a:gdLst/>
              <a:ahLst/>
              <a:cxnLst/>
              <a:rect l="l" t="t" r="r" b="b"/>
              <a:pathLst>
                <a:path w="2767" h="2254" extrusionOk="0">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62"/>
            <p:cNvSpPr/>
            <p:nvPr/>
          </p:nvSpPr>
          <p:spPr>
            <a:xfrm>
              <a:off x="7796795" y="2749988"/>
              <a:ext cx="24422" cy="40729"/>
            </a:xfrm>
            <a:custGeom>
              <a:avLst/>
              <a:gdLst/>
              <a:ahLst/>
              <a:cxnLst/>
              <a:rect l="l" t="t" r="r" b="b"/>
              <a:pathLst>
                <a:path w="930" h="1551" extrusionOk="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62"/>
            <p:cNvSpPr/>
            <p:nvPr/>
          </p:nvSpPr>
          <p:spPr>
            <a:xfrm>
              <a:off x="7881746" y="2749988"/>
              <a:ext cx="24159" cy="40729"/>
            </a:xfrm>
            <a:custGeom>
              <a:avLst/>
              <a:gdLst/>
              <a:ahLst/>
              <a:cxnLst/>
              <a:rect l="l" t="t" r="r" b="b"/>
              <a:pathLst>
                <a:path w="920" h="1551" extrusionOk="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0" name="Google Shape;10410;p62"/>
          <p:cNvGrpSpPr/>
          <p:nvPr/>
        </p:nvGrpSpPr>
        <p:grpSpPr>
          <a:xfrm>
            <a:off x="7976160" y="2276402"/>
            <a:ext cx="353381" cy="358160"/>
            <a:chOff x="7980773" y="2428802"/>
            <a:chExt cx="353381" cy="358160"/>
          </a:xfrm>
        </p:grpSpPr>
        <p:sp>
          <p:nvSpPr>
            <p:cNvPr id="10411" name="Google Shape;10411;p62"/>
            <p:cNvSpPr/>
            <p:nvPr/>
          </p:nvSpPr>
          <p:spPr>
            <a:xfrm>
              <a:off x="8218504" y="2711779"/>
              <a:ext cx="115649" cy="75182"/>
            </a:xfrm>
            <a:custGeom>
              <a:avLst/>
              <a:gdLst/>
              <a:ahLst/>
              <a:cxnLst/>
              <a:rect l="l" t="t" r="r" b="b"/>
              <a:pathLst>
                <a:path w="4404" h="2863" extrusionOk="0">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62"/>
            <p:cNvSpPr/>
            <p:nvPr/>
          </p:nvSpPr>
          <p:spPr>
            <a:xfrm>
              <a:off x="8218268" y="2727614"/>
              <a:ext cx="115623" cy="59348"/>
            </a:xfrm>
            <a:custGeom>
              <a:avLst/>
              <a:gdLst/>
              <a:ahLst/>
              <a:cxnLst/>
              <a:rect l="l" t="t" r="r" b="b"/>
              <a:pathLst>
                <a:path w="4403" h="2260" extrusionOk="0">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62"/>
            <p:cNvSpPr/>
            <p:nvPr/>
          </p:nvSpPr>
          <p:spPr>
            <a:xfrm>
              <a:off x="8235600" y="2630872"/>
              <a:ext cx="29175" cy="63602"/>
            </a:xfrm>
            <a:custGeom>
              <a:avLst/>
              <a:gdLst/>
              <a:ahLst/>
              <a:cxnLst/>
              <a:rect l="l" t="t" r="r" b="b"/>
              <a:pathLst>
                <a:path w="1111" h="2422" extrusionOk="0">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62"/>
            <p:cNvSpPr/>
            <p:nvPr/>
          </p:nvSpPr>
          <p:spPr>
            <a:xfrm>
              <a:off x="8247417" y="2625095"/>
              <a:ext cx="69379" cy="69379"/>
            </a:xfrm>
            <a:custGeom>
              <a:avLst/>
              <a:gdLst/>
              <a:ahLst/>
              <a:cxnLst/>
              <a:rect l="l" t="t" r="r" b="b"/>
              <a:pathLst>
                <a:path w="2642" h="2642" extrusionOk="0">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62"/>
            <p:cNvSpPr/>
            <p:nvPr/>
          </p:nvSpPr>
          <p:spPr>
            <a:xfrm>
              <a:off x="8258971" y="2711779"/>
              <a:ext cx="34453" cy="14049"/>
            </a:xfrm>
            <a:custGeom>
              <a:avLst/>
              <a:gdLst/>
              <a:ahLst/>
              <a:cxnLst/>
              <a:rect l="l" t="t" r="r" b="b"/>
              <a:pathLst>
                <a:path w="1312" h="535" extrusionOk="0">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62"/>
            <p:cNvSpPr/>
            <p:nvPr/>
          </p:nvSpPr>
          <p:spPr>
            <a:xfrm>
              <a:off x="8241640" y="2654244"/>
              <a:ext cx="69379" cy="63339"/>
            </a:xfrm>
            <a:custGeom>
              <a:avLst/>
              <a:gdLst/>
              <a:ahLst/>
              <a:cxnLst/>
              <a:rect l="l" t="t" r="r" b="b"/>
              <a:pathLst>
                <a:path w="2642" h="2412" extrusionOk="0">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62"/>
            <p:cNvSpPr/>
            <p:nvPr/>
          </p:nvSpPr>
          <p:spPr>
            <a:xfrm>
              <a:off x="8241640" y="2654191"/>
              <a:ext cx="69143" cy="62157"/>
            </a:xfrm>
            <a:custGeom>
              <a:avLst/>
              <a:gdLst/>
              <a:ahLst/>
              <a:cxnLst/>
              <a:rect l="l" t="t" r="r" b="b"/>
              <a:pathLst>
                <a:path w="2633" h="2367" extrusionOk="0">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62"/>
            <p:cNvSpPr/>
            <p:nvPr/>
          </p:nvSpPr>
          <p:spPr>
            <a:xfrm>
              <a:off x="8218504" y="2740692"/>
              <a:ext cx="23161" cy="46270"/>
            </a:xfrm>
            <a:custGeom>
              <a:avLst/>
              <a:gdLst/>
              <a:ahLst/>
              <a:cxnLst/>
              <a:rect l="l" t="t" r="r" b="b"/>
              <a:pathLst>
                <a:path w="882" h="1762" extrusionOk="0">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62"/>
            <p:cNvSpPr/>
            <p:nvPr/>
          </p:nvSpPr>
          <p:spPr>
            <a:xfrm>
              <a:off x="8310756" y="2740692"/>
              <a:ext cx="23135" cy="46270"/>
            </a:xfrm>
            <a:custGeom>
              <a:avLst/>
              <a:gdLst/>
              <a:ahLst/>
              <a:cxnLst/>
              <a:rect l="l" t="t" r="r" b="b"/>
              <a:pathLst>
                <a:path w="881" h="1762" extrusionOk="0">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62"/>
            <p:cNvSpPr/>
            <p:nvPr/>
          </p:nvSpPr>
          <p:spPr>
            <a:xfrm>
              <a:off x="8009659" y="2607737"/>
              <a:ext cx="46270" cy="40493"/>
            </a:xfrm>
            <a:custGeom>
              <a:avLst/>
              <a:gdLst/>
              <a:ahLst/>
              <a:cxnLst/>
              <a:rect l="l" t="t" r="r" b="b"/>
              <a:pathLst>
                <a:path w="1762" h="1542" extrusionOk="0">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62"/>
            <p:cNvSpPr/>
            <p:nvPr/>
          </p:nvSpPr>
          <p:spPr>
            <a:xfrm>
              <a:off x="8009659" y="2607737"/>
              <a:ext cx="31696" cy="40493"/>
            </a:xfrm>
            <a:custGeom>
              <a:avLst/>
              <a:gdLst/>
              <a:ahLst/>
              <a:cxnLst/>
              <a:rect l="l" t="t" r="r" b="b"/>
              <a:pathLst>
                <a:path w="1207" h="1542" extrusionOk="0">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62"/>
            <p:cNvSpPr/>
            <p:nvPr/>
          </p:nvSpPr>
          <p:spPr>
            <a:xfrm>
              <a:off x="7980773" y="2706002"/>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62"/>
            <p:cNvSpPr/>
            <p:nvPr/>
          </p:nvSpPr>
          <p:spPr>
            <a:xfrm>
              <a:off x="8015200" y="2706002"/>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62"/>
            <p:cNvSpPr/>
            <p:nvPr/>
          </p:nvSpPr>
          <p:spPr>
            <a:xfrm>
              <a:off x="7980773" y="2736411"/>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62"/>
            <p:cNvSpPr/>
            <p:nvPr/>
          </p:nvSpPr>
          <p:spPr>
            <a:xfrm>
              <a:off x="7992327" y="2625095"/>
              <a:ext cx="80960" cy="80933"/>
            </a:xfrm>
            <a:custGeom>
              <a:avLst/>
              <a:gdLst/>
              <a:ahLst/>
              <a:cxnLst/>
              <a:rect l="l" t="t" r="r" b="b"/>
              <a:pathLst>
                <a:path w="3083" h="3082" extrusionOk="0">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62"/>
            <p:cNvSpPr/>
            <p:nvPr/>
          </p:nvSpPr>
          <p:spPr>
            <a:xfrm>
              <a:off x="8007164" y="2625095"/>
              <a:ext cx="67620" cy="72898"/>
            </a:xfrm>
            <a:custGeom>
              <a:avLst/>
              <a:gdLst/>
              <a:ahLst/>
              <a:cxnLst/>
              <a:rect l="l" t="t" r="r" b="b"/>
              <a:pathLst>
                <a:path w="2575" h="2776" extrusionOk="0">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62"/>
            <p:cNvSpPr/>
            <p:nvPr/>
          </p:nvSpPr>
          <p:spPr>
            <a:xfrm>
              <a:off x="7998104" y="2660809"/>
              <a:ext cx="69379" cy="56774"/>
            </a:xfrm>
            <a:custGeom>
              <a:avLst/>
              <a:gdLst/>
              <a:ahLst/>
              <a:cxnLst/>
              <a:rect l="l" t="t" r="r" b="b"/>
              <a:pathLst>
                <a:path w="2642" h="2162" extrusionOk="0">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62"/>
            <p:cNvSpPr/>
            <p:nvPr/>
          </p:nvSpPr>
          <p:spPr>
            <a:xfrm>
              <a:off x="7998104" y="2660914"/>
              <a:ext cx="69379" cy="56170"/>
            </a:xfrm>
            <a:custGeom>
              <a:avLst/>
              <a:gdLst/>
              <a:ahLst/>
              <a:cxnLst/>
              <a:rect l="l" t="t" r="r" b="b"/>
              <a:pathLst>
                <a:path w="2642" h="2139" extrusionOk="0">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62"/>
            <p:cNvSpPr/>
            <p:nvPr/>
          </p:nvSpPr>
          <p:spPr>
            <a:xfrm>
              <a:off x="7980773" y="2748228"/>
              <a:ext cx="23135" cy="38733"/>
            </a:xfrm>
            <a:custGeom>
              <a:avLst/>
              <a:gdLst/>
              <a:ahLst/>
              <a:cxnLst/>
              <a:rect l="l" t="t" r="r" b="b"/>
              <a:pathLst>
                <a:path w="881" h="1475" extrusionOk="0">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62"/>
            <p:cNvSpPr/>
            <p:nvPr/>
          </p:nvSpPr>
          <p:spPr>
            <a:xfrm>
              <a:off x="8061680" y="2748228"/>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62"/>
            <p:cNvSpPr/>
            <p:nvPr/>
          </p:nvSpPr>
          <p:spPr>
            <a:xfrm>
              <a:off x="8101411" y="2428802"/>
              <a:ext cx="103806" cy="103832"/>
            </a:xfrm>
            <a:custGeom>
              <a:avLst/>
              <a:gdLst/>
              <a:ahLst/>
              <a:cxnLst/>
              <a:rect l="l" t="t" r="r" b="b"/>
              <a:pathLst>
                <a:path w="3953" h="3954" extrusionOk="0">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62"/>
            <p:cNvSpPr/>
            <p:nvPr/>
          </p:nvSpPr>
          <p:spPr>
            <a:xfrm>
              <a:off x="8129536" y="2428802"/>
              <a:ext cx="75944" cy="103832"/>
            </a:xfrm>
            <a:custGeom>
              <a:avLst/>
              <a:gdLst/>
              <a:ahLst/>
              <a:cxnLst/>
              <a:rect l="l" t="t" r="r" b="b"/>
              <a:pathLst>
                <a:path w="2892" h="3954" extrusionOk="0">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62"/>
            <p:cNvSpPr/>
            <p:nvPr/>
          </p:nvSpPr>
          <p:spPr>
            <a:xfrm>
              <a:off x="8100650" y="2507214"/>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62"/>
            <p:cNvSpPr/>
            <p:nvPr/>
          </p:nvSpPr>
          <p:spPr>
            <a:xfrm>
              <a:off x="8135076" y="2507214"/>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62"/>
            <p:cNvSpPr/>
            <p:nvPr/>
          </p:nvSpPr>
          <p:spPr>
            <a:xfrm>
              <a:off x="8100650" y="2537623"/>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62"/>
            <p:cNvSpPr/>
            <p:nvPr/>
          </p:nvSpPr>
          <p:spPr>
            <a:xfrm>
              <a:off x="8117981" y="2462047"/>
              <a:ext cx="69405" cy="56748"/>
            </a:xfrm>
            <a:custGeom>
              <a:avLst/>
              <a:gdLst/>
              <a:ahLst/>
              <a:cxnLst/>
              <a:rect l="l" t="t" r="r" b="b"/>
              <a:pathLst>
                <a:path w="2643" h="2161" extrusionOk="0">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62"/>
            <p:cNvSpPr/>
            <p:nvPr/>
          </p:nvSpPr>
          <p:spPr>
            <a:xfrm>
              <a:off x="8117981" y="2462020"/>
              <a:ext cx="69405" cy="56275"/>
            </a:xfrm>
            <a:custGeom>
              <a:avLst/>
              <a:gdLst/>
              <a:ahLst/>
              <a:cxnLst/>
              <a:rect l="l" t="t" r="r" b="b"/>
              <a:pathLst>
                <a:path w="2643" h="2143" extrusionOk="0">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62"/>
            <p:cNvSpPr/>
            <p:nvPr/>
          </p:nvSpPr>
          <p:spPr>
            <a:xfrm>
              <a:off x="8100650" y="2549440"/>
              <a:ext cx="23135" cy="38733"/>
            </a:xfrm>
            <a:custGeom>
              <a:avLst/>
              <a:gdLst/>
              <a:ahLst/>
              <a:cxnLst/>
              <a:rect l="l" t="t" r="r" b="b"/>
              <a:pathLst>
                <a:path w="881" h="1475" extrusionOk="0">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62"/>
            <p:cNvSpPr/>
            <p:nvPr/>
          </p:nvSpPr>
          <p:spPr>
            <a:xfrm>
              <a:off x="8181557" y="2549440"/>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62"/>
            <p:cNvSpPr/>
            <p:nvPr/>
          </p:nvSpPr>
          <p:spPr>
            <a:xfrm>
              <a:off x="8082136" y="2607869"/>
              <a:ext cx="144351" cy="115728"/>
            </a:xfrm>
            <a:custGeom>
              <a:avLst/>
              <a:gdLst/>
              <a:ahLst/>
              <a:cxnLst/>
              <a:rect l="l" t="t" r="r" b="b"/>
              <a:pathLst>
                <a:path w="5497" h="4407" extrusionOk="0">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1" name="Google Shape;10441;p62"/>
          <p:cNvGrpSpPr/>
          <p:nvPr/>
        </p:nvGrpSpPr>
        <p:grpSpPr>
          <a:xfrm>
            <a:off x="4881445" y="4138840"/>
            <a:ext cx="346343" cy="343953"/>
            <a:chOff x="4886058" y="4291240"/>
            <a:chExt cx="346343" cy="343953"/>
          </a:xfrm>
        </p:grpSpPr>
        <p:sp>
          <p:nvSpPr>
            <p:cNvPr id="10442" name="Google Shape;10442;p62"/>
            <p:cNvSpPr/>
            <p:nvPr/>
          </p:nvSpPr>
          <p:spPr>
            <a:xfrm>
              <a:off x="5133611" y="4474508"/>
              <a:ext cx="40493" cy="39994"/>
            </a:xfrm>
            <a:custGeom>
              <a:avLst/>
              <a:gdLst/>
              <a:ahLst/>
              <a:cxnLst/>
              <a:rect l="l" t="t" r="r" b="b"/>
              <a:pathLst>
                <a:path w="1542" h="1523" extrusionOk="0">
                  <a:moveTo>
                    <a:pt x="0" y="1"/>
                  </a:moveTo>
                  <a:lnTo>
                    <a:pt x="977" y="1522"/>
                  </a:lnTo>
                  <a:lnTo>
                    <a:pt x="1541" y="1522"/>
                  </a:lnTo>
                  <a:cubicBezTo>
                    <a:pt x="1532" y="680"/>
                    <a:pt x="843" y="1"/>
                    <a:pt x="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62"/>
            <p:cNvSpPr/>
            <p:nvPr/>
          </p:nvSpPr>
          <p:spPr>
            <a:xfrm>
              <a:off x="5093407" y="4474508"/>
              <a:ext cx="66123" cy="39994"/>
            </a:xfrm>
            <a:custGeom>
              <a:avLst/>
              <a:gdLst/>
              <a:ahLst/>
              <a:cxnLst/>
              <a:rect l="l" t="t" r="r" b="b"/>
              <a:pathLst>
                <a:path w="2518" h="1523" extrusionOk="0">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62"/>
            <p:cNvSpPr/>
            <p:nvPr/>
          </p:nvSpPr>
          <p:spPr>
            <a:xfrm>
              <a:off x="5133112"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62"/>
            <p:cNvSpPr/>
            <p:nvPr/>
          </p:nvSpPr>
          <p:spPr>
            <a:xfrm>
              <a:off x="4985084" y="4474508"/>
              <a:ext cx="40493" cy="39994"/>
            </a:xfrm>
            <a:custGeom>
              <a:avLst/>
              <a:gdLst/>
              <a:ahLst/>
              <a:cxnLst/>
              <a:rect l="l" t="t" r="r" b="b"/>
              <a:pathLst>
                <a:path w="1542" h="1523" extrusionOk="0">
                  <a:moveTo>
                    <a:pt x="0" y="1"/>
                  </a:moveTo>
                  <a:lnTo>
                    <a:pt x="976" y="1522"/>
                  </a:lnTo>
                  <a:lnTo>
                    <a:pt x="1541" y="1522"/>
                  </a:lnTo>
                  <a:cubicBezTo>
                    <a:pt x="1532" y="680"/>
                    <a:pt x="842" y="1"/>
                    <a:pt x="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62"/>
            <p:cNvSpPr/>
            <p:nvPr/>
          </p:nvSpPr>
          <p:spPr>
            <a:xfrm>
              <a:off x="4944880" y="4474508"/>
              <a:ext cx="66123" cy="39994"/>
            </a:xfrm>
            <a:custGeom>
              <a:avLst/>
              <a:gdLst/>
              <a:ahLst/>
              <a:cxnLst/>
              <a:rect l="l" t="t" r="r" b="b"/>
              <a:pathLst>
                <a:path w="2518" h="1523" extrusionOk="0">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62"/>
            <p:cNvSpPr/>
            <p:nvPr/>
          </p:nvSpPr>
          <p:spPr>
            <a:xfrm>
              <a:off x="4984585"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62"/>
            <p:cNvSpPr/>
            <p:nvPr/>
          </p:nvSpPr>
          <p:spPr>
            <a:xfrm>
              <a:off x="5059479" y="4476530"/>
              <a:ext cx="54043" cy="54043"/>
            </a:xfrm>
            <a:custGeom>
              <a:avLst/>
              <a:gdLst/>
              <a:ahLst/>
              <a:cxnLst/>
              <a:rect l="l" t="t" r="r" b="b"/>
              <a:pathLst>
                <a:path w="2058" h="2058" extrusionOk="0">
                  <a:moveTo>
                    <a:pt x="0" y="0"/>
                  </a:moveTo>
                  <a:lnTo>
                    <a:pt x="1225" y="2058"/>
                  </a:lnTo>
                  <a:lnTo>
                    <a:pt x="2058" y="2058"/>
                  </a:lnTo>
                  <a:cubicBezTo>
                    <a:pt x="2058" y="919"/>
                    <a:pt x="1139" y="0"/>
                    <a:pt x="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62"/>
            <p:cNvSpPr/>
            <p:nvPr/>
          </p:nvSpPr>
          <p:spPr>
            <a:xfrm>
              <a:off x="5005436" y="4476530"/>
              <a:ext cx="86238" cy="54043"/>
            </a:xfrm>
            <a:custGeom>
              <a:avLst/>
              <a:gdLst/>
              <a:ahLst/>
              <a:cxnLst/>
              <a:rect l="l" t="t" r="r" b="b"/>
              <a:pathLst>
                <a:path w="3284" h="2058" extrusionOk="0">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62"/>
            <p:cNvSpPr/>
            <p:nvPr/>
          </p:nvSpPr>
          <p:spPr>
            <a:xfrm>
              <a:off x="5059715" y="4394835"/>
              <a:ext cx="29936" cy="59847"/>
            </a:xfrm>
            <a:custGeom>
              <a:avLst/>
              <a:gdLst/>
              <a:ahLst/>
              <a:cxnLst/>
              <a:rect l="l" t="t" r="r" b="b"/>
              <a:pathLst>
                <a:path w="1140" h="2279" extrusionOk="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62"/>
            <p:cNvSpPr/>
            <p:nvPr/>
          </p:nvSpPr>
          <p:spPr>
            <a:xfrm>
              <a:off x="5029070" y="4394835"/>
              <a:ext cx="45509" cy="59847"/>
            </a:xfrm>
            <a:custGeom>
              <a:avLst/>
              <a:gdLst/>
              <a:ahLst/>
              <a:cxnLst/>
              <a:rect l="l" t="t" r="r" b="b"/>
              <a:pathLst>
                <a:path w="1733" h="2279" extrusionOk="0">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62"/>
            <p:cNvSpPr/>
            <p:nvPr/>
          </p:nvSpPr>
          <p:spPr>
            <a:xfrm>
              <a:off x="4962711"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62"/>
            <p:cNvSpPr/>
            <p:nvPr/>
          </p:nvSpPr>
          <p:spPr>
            <a:xfrm>
              <a:off x="5111237"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62"/>
            <p:cNvSpPr/>
            <p:nvPr/>
          </p:nvSpPr>
          <p:spPr>
            <a:xfrm>
              <a:off x="4886058" y="4291240"/>
              <a:ext cx="346343" cy="343953"/>
            </a:xfrm>
            <a:custGeom>
              <a:avLst/>
              <a:gdLst/>
              <a:ahLst/>
              <a:cxnLst/>
              <a:rect l="l" t="t" r="r" b="b"/>
              <a:pathLst>
                <a:path w="13189" h="13098" extrusionOk="0">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5" name="Google Shape;10455;p62"/>
          <p:cNvGrpSpPr/>
          <p:nvPr/>
        </p:nvGrpSpPr>
        <p:grpSpPr>
          <a:xfrm>
            <a:off x="5339604" y="4138656"/>
            <a:ext cx="304616" cy="343560"/>
            <a:chOff x="5344216" y="4291056"/>
            <a:chExt cx="304616" cy="343560"/>
          </a:xfrm>
        </p:grpSpPr>
        <p:sp>
          <p:nvSpPr>
            <p:cNvPr id="10456" name="Google Shape;10456;p62"/>
            <p:cNvSpPr/>
            <p:nvPr/>
          </p:nvSpPr>
          <p:spPr>
            <a:xfrm>
              <a:off x="5344216" y="4297148"/>
              <a:ext cx="251334" cy="247264"/>
            </a:xfrm>
            <a:custGeom>
              <a:avLst/>
              <a:gdLst/>
              <a:ahLst/>
              <a:cxnLst/>
              <a:rect l="l" t="t" r="r" b="b"/>
              <a:pathLst>
                <a:path w="9571" h="9416" extrusionOk="0">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62"/>
            <p:cNvSpPr/>
            <p:nvPr/>
          </p:nvSpPr>
          <p:spPr>
            <a:xfrm>
              <a:off x="5544501" y="4291056"/>
              <a:ext cx="55330" cy="53807"/>
            </a:xfrm>
            <a:custGeom>
              <a:avLst/>
              <a:gdLst/>
              <a:ahLst/>
              <a:cxnLst/>
              <a:rect l="l" t="t" r="r" b="b"/>
              <a:pathLst>
                <a:path w="2107" h="2049" extrusionOk="0">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62"/>
            <p:cNvSpPr/>
            <p:nvPr/>
          </p:nvSpPr>
          <p:spPr>
            <a:xfrm>
              <a:off x="5349494" y="4566497"/>
              <a:ext cx="102309" cy="68118"/>
            </a:xfrm>
            <a:custGeom>
              <a:avLst/>
              <a:gdLst/>
              <a:ahLst/>
              <a:cxnLst/>
              <a:rect l="l" t="t" r="r" b="b"/>
              <a:pathLst>
                <a:path w="3896" h="2594" extrusionOk="0">
                  <a:moveTo>
                    <a:pt x="316" y="0"/>
                  </a:moveTo>
                  <a:cubicBezTo>
                    <a:pt x="48" y="10"/>
                    <a:pt x="10" y="144"/>
                    <a:pt x="0" y="201"/>
                  </a:cubicBezTo>
                  <a:lnTo>
                    <a:pt x="0" y="2594"/>
                  </a:lnTo>
                  <a:lnTo>
                    <a:pt x="3895" y="2594"/>
                  </a:lnTo>
                  <a:lnTo>
                    <a:pt x="3895"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62"/>
            <p:cNvSpPr/>
            <p:nvPr/>
          </p:nvSpPr>
          <p:spPr>
            <a:xfrm>
              <a:off x="5447996" y="4480784"/>
              <a:ext cx="102309" cy="153831"/>
            </a:xfrm>
            <a:custGeom>
              <a:avLst/>
              <a:gdLst/>
              <a:ahLst/>
              <a:cxnLst/>
              <a:rect l="l" t="t" r="r" b="b"/>
              <a:pathLst>
                <a:path w="3896" h="5858" extrusionOk="0">
                  <a:moveTo>
                    <a:pt x="297" y="1"/>
                  </a:moveTo>
                  <a:cubicBezTo>
                    <a:pt x="58" y="10"/>
                    <a:pt x="10" y="125"/>
                    <a:pt x="1" y="183"/>
                  </a:cubicBezTo>
                  <a:lnTo>
                    <a:pt x="1" y="5858"/>
                  </a:lnTo>
                  <a:lnTo>
                    <a:pt x="3896" y="5858"/>
                  </a:lnTo>
                  <a:lnTo>
                    <a:pt x="389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62"/>
            <p:cNvSpPr/>
            <p:nvPr/>
          </p:nvSpPr>
          <p:spPr>
            <a:xfrm>
              <a:off x="5546523" y="4388297"/>
              <a:ext cx="102309" cy="246319"/>
            </a:xfrm>
            <a:custGeom>
              <a:avLst/>
              <a:gdLst/>
              <a:ahLst/>
              <a:cxnLst/>
              <a:rect l="l" t="t" r="r" b="b"/>
              <a:pathLst>
                <a:path w="3896" h="9380" extrusionOk="0">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62"/>
            <p:cNvSpPr/>
            <p:nvPr/>
          </p:nvSpPr>
          <p:spPr>
            <a:xfrm>
              <a:off x="5349731" y="4566497"/>
              <a:ext cx="8587" cy="68118"/>
            </a:xfrm>
            <a:custGeom>
              <a:avLst/>
              <a:gdLst/>
              <a:ahLst/>
              <a:cxnLst/>
              <a:rect l="l" t="t" r="r" b="b"/>
              <a:pathLst>
                <a:path w="327" h="2594" extrusionOk="0">
                  <a:moveTo>
                    <a:pt x="307" y="0"/>
                  </a:moveTo>
                  <a:cubicBezTo>
                    <a:pt x="39" y="10"/>
                    <a:pt x="1" y="144"/>
                    <a:pt x="1" y="201"/>
                  </a:cubicBezTo>
                  <a:lnTo>
                    <a:pt x="1" y="2594"/>
                  </a:lnTo>
                  <a:lnTo>
                    <a:pt x="326" y="2594"/>
                  </a:lnTo>
                  <a:lnTo>
                    <a:pt x="326"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62"/>
            <p:cNvSpPr/>
            <p:nvPr/>
          </p:nvSpPr>
          <p:spPr>
            <a:xfrm>
              <a:off x="5447996" y="4480784"/>
              <a:ext cx="8823" cy="153831"/>
            </a:xfrm>
            <a:custGeom>
              <a:avLst/>
              <a:gdLst/>
              <a:ahLst/>
              <a:cxnLst/>
              <a:rect l="l" t="t" r="r" b="b"/>
              <a:pathLst>
                <a:path w="336" h="5858" extrusionOk="0">
                  <a:moveTo>
                    <a:pt x="297" y="1"/>
                  </a:moveTo>
                  <a:cubicBezTo>
                    <a:pt x="58" y="20"/>
                    <a:pt x="10" y="135"/>
                    <a:pt x="1" y="183"/>
                  </a:cubicBezTo>
                  <a:lnTo>
                    <a:pt x="1" y="5858"/>
                  </a:lnTo>
                  <a:lnTo>
                    <a:pt x="336" y="5858"/>
                  </a:lnTo>
                  <a:lnTo>
                    <a:pt x="33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62"/>
            <p:cNvSpPr/>
            <p:nvPr/>
          </p:nvSpPr>
          <p:spPr>
            <a:xfrm>
              <a:off x="5546523" y="4388297"/>
              <a:ext cx="8823" cy="246319"/>
            </a:xfrm>
            <a:custGeom>
              <a:avLst/>
              <a:gdLst/>
              <a:ahLst/>
              <a:cxnLst/>
              <a:rect l="l" t="t" r="r" b="b"/>
              <a:pathLst>
                <a:path w="336" h="9380" extrusionOk="0">
                  <a:moveTo>
                    <a:pt x="335" y="1"/>
                  </a:moveTo>
                  <a:cubicBezTo>
                    <a:pt x="39" y="1"/>
                    <a:pt x="10" y="154"/>
                    <a:pt x="0" y="211"/>
                  </a:cubicBezTo>
                  <a:lnTo>
                    <a:pt x="0" y="9380"/>
                  </a:lnTo>
                  <a:lnTo>
                    <a:pt x="335" y="9380"/>
                  </a:lnTo>
                  <a:lnTo>
                    <a:pt x="335"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62"/>
            <p:cNvSpPr/>
            <p:nvPr/>
          </p:nvSpPr>
          <p:spPr>
            <a:xfrm>
              <a:off x="5365828" y="4585089"/>
              <a:ext cx="68381" cy="11082"/>
            </a:xfrm>
            <a:custGeom>
              <a:avLst/>
              <a:gdLst/>
              <a:ahLst/>
              <a:cxnLst/>
              <a:rect l="l" t="t" r="r" b="b"/>
              <a:pathLst>
                <a:path w="2604" h="422" extrusionOk="0">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62"/>
            <p:cNvSpPr/>
            <p:nvPr/>
          </p:nvSpPr>
          <p:spPr>
            <a:xfrm>
              <a:off x="5464592" y="4499376"/>
              <a:ext cx="68381" cy="11108"/>
            </a:xfrm>
            <a:custGeom>
              <a:avLst/>
              <a:gdLst/>
              <a:ahLst/>
              <a:cxnLst/>
              <a:rect l="l" t="t" r="r" b="b"/>
              <a:pathLst>
                <a:path w="2604" h="423" extrusionOk="0">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62"/>
            <p:cNvSpPr/>
            <p:nvPr/>
          </p:nvSpPr>
          <p:spPr>
            <a:xfrm>
              <a:off x="5562516" y="4406889"/>
              <a:ext cx="70324" cy="11108"/>
            </a:xfrm>
            <a:custGeom>
              <a:avLst/>
              <a:gdLst/>
              <a:ahLst/>
              <a:cxnLst/>
              <a:rect l="l" t="t" r="r" b="b"/>
              <a:pathLst>
                <a:path w="2678" h="423" extrusionOk="0">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7" name="Google Shape;10467;p62"/>
          <p:cNvGrpSpPr/>
          <p:nvPr/>
        </p:nvGrpSpPr>
        <p:grpSpPr>
          <a:xfrm>
            <a:off x="6275387" y="4112022"/>
            <a:ext cx="204093" cy="343743"/>
            <a:chOff x="6271562" y="4290872"/>
            <a:chExt cx="204093" cy="343743"/>
          </a:xfrm>
        </p:grpSpPr>
        <p:sp>
          <p:nvSpPr>
            <p:cNvPr id="10468" name="Google Shape;10468;p62"/>
            <p:cNvSpPr/>
            <p:nvPr/>
          </p:nvSpPr>
          <p:spPr>
            <a:xfrm>
              <a:off x="6298452" y="4602421"/>
              <a:ext cx="150312" cy="10845"/>
            </a:xfrm>
            <a:custGeom>
              <a:avLst/>
              <a:gdLst/>
              <a:ahLst/>
              <a:cxnLst/>
              <a:rect l="l" t="t" r="r" b="b"/>
              <a:pathLst>
                <a:path w="5724" h="413" extrusionOk="0">
                  <a:moveTo>
                    <a:pt x="1" y="1"/>
                  </a:moveTo>
                  <a:lnTo>
                    <a:pt x="1" y="412"/>
                  </a:lnTo>
                  <a:lnTo>
                    <a:pt x="5724" y="412"/>
                  </a:lnTo>
                  <a:lnTo>
                    <a:pt x="572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62"/>
            <p:cNvSpPr/>
            <p:nvPr/>
          </p:nvSpPr>
          <p:spPr>
            <a:xfrm>
              <a:off x="6368330" y="4290872"/>
              <a:ext cx="10583" cy="343743"/>
            </a:xfrm>
            <a:custGeom>
              <a:avLst/>
              <a:gdLst/>
              <a:ahLst/>
              <a:cxnLst/>
              <a:rect l="l" t="t" r="r" b="b"/>
              <a:pathLst>
                <a:path w="403" h="13090" extrusionOk="0">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62"/>
            <p:cNvSpPr/>
            <p:nvPr/>
          </p:nvSpPr>
          <p:spPr>
            <a:xfrm>
              <a:off x="6287160" y="4511351"/>
              <a:ext cx="33403" cy="123264"/>
            </a:xfrm>
            <a:custGeom>
              <a:avLst/>
              <a:gdLst/>
              <a:ahLst/>
              <a:cxnLst/>
              <a:rect l="l" t="t" r="r" b="b"/>
              <a:pathLst>
                <a:path w="1272" h="4694" extrusionOk="0">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62"/>
            <p:cNvSpPr/>
            <p:nvPr/>
          </p:nvSpPr>
          <p:spPr>
            <a:xfrm>
              <a:off x="6426522" y="4511088"/>
              <a:ext cx="33298" cy="123527"/>
            </a:xfrm>
            <a:custGeom>
              <a:avLst/>
              <a:gdLst/>
              <a:ahLst/>
              <a:cxnLst/>
              <a:rect l="l" t="t" r="r" b="b"/>
              <a:pathLst>
                <a:path w="1268" h="4704" extrusionOk="0">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62"/>
            <p:cNvSpPr/>
            <p:nvPr/>
          </p:nvSpPr>
          <p:spPr>
            <a:xfrm>
              <a:off x="6368330" y="4511193"/>
              <a:ext cx="10583" cy="21402"/>
            </a:xfrm>
            <a:custGeom>
              <a:avLst/>
              <a:gdLst/>
              <a:ahLst/>
              <a:cxnLst/>
              <a:rect l="l" t="t" r="r" b="b"/>
              <a:pathLst>
                <a:path w="403" h="815" extrusionOk="0">
                  <a:moveTo>
                    <a:pt x="0" y="1"/>
                  </a:moveTo>
                  <a:lnTo>
                    <a:pt x="0" y="814"/>
                  </a:lnTo>
                  <a:lnTo>
                    <a:pt x="402" y="814"/>
                  </a:lnTo>
                  <a:lnTo>
                    <a:pt x="40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62"/>
            <p:cNvSpPr/>
            <p:nvPr/>
          </p:nvSpPr>
          <p:spPr>
            <a:xfrm>
              <a:off x="6306251" y="4511115"/>
              <a:ext cx="14338" cy="21481"/>
            </a:xfrm>
            <a:custGeom>
              <a:avLst/>
              <a:gdLst/>
              <a:ahLst/>
              <a:cxnLst/>
              <a:rect l="l" t="t" r="r" b="b"/>
              <a:pathLst>
                <a:path w="546" h="818" extrusionOk="0">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62"/>
            <p:cNvSpPr/>
            <p:nvPr/>
          </p:nvSpPr>
          <p:spPr>
            <a:xfrm>
              <a:off x="6426653" y="4511088"/>
              <a:ext cx="14574" cy="21507"/>
            </a:xfrm>
            <a:custGeom>
              <a:avLst/>
              <a:gdLst/>
              <a:ahLst/>
              <a:cxnLst/>
              <a:rect l="l" t="t" r="r" b="b"/>
              <a:pathLst>
                <a:path w="555" h="819" extrusionOk="0">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62"/>
            <p:cNvSpPr/>
            <p:nvPr/>
          </p:nvSpPr>
          <p:spPr>
            <a:xfrm>
              <a:off x="6282118" y="4328502"/>
              <a:ext cx="182743" cy="193536"/>
            </a:xfrm>
            <a:custGeom>
              <a:avLst/>
              <a:gdLst/>
              <a:ahLst/>
              <a:cxnLst/>
              <a:rect l="l" t="t" r="r" b="b"/>
              <a:pathLst>
                <a:path w="6959" h="7370" extrusionOk="0">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62"/>
            <p:cNvSpPr/>
            <p:nvPr/>
          </p:nvSpPr>
          <p:spPr>
            <a:xfrm>
              <a:off x="6282381" y="4328503"/>
              <a:ext cx="182481" cy="16097"/>
            </a:xfrm>
            <a:custGeom>
              <a:avLst/>
              <a:gdLst/>
              <a:ahLst/>
              <a:cxnLst/>
              <a:rect l="l" t="t" r="r" b="b"/>
              <a:pathLst>
                <a:path w="6949" h="613" extrusionOk="0">
                  <a:moveTo>
                    <a:pt x="0" y="0"/>
                  </a:moveTo>
                  <a:lnTo>
                    <a:pt x="0" y="613"/>
                  </a:lnTo>
                  <a:lnTo>
                    <a:pt x="6948" y="613"/>
                  </a:lnTo>
                  <a:lnTo>
                    <a:pt x="6948"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62"/>
            <p:cNvSpPr/>
            <p:nvPr/>
          </p:nvSpPr>
          <p:spPr>
            <a:xfrm>
              <a:off x="6271562" y="4312405"/>
              <a:ext cx="204093" cy="21638"/>
            </a:xfrm>
            <a:custGeom>
              <a:avLst/>
              <a:gdLst/>
              <a:ahLst/>
              <a:cxnLst/>
              <a:rect l="l" t="t" r="r" b="b"/>
              <a:pathLst>
                <a:path w="7772" h="824" extrusionOk="0">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62"/>
            <p:cNvSpPr/>
            <p:nvPr/>
          </p:nvSpPr>
          <p:spPr>
            <a:xfrm>
              <a:off x="6299713" y="4375482"/>
              <a:ext cx="145034" cy="104620"/>
            </a:xfrm>
            <a:custGeom>
              <a:avLst/>
              <a:gdLst/>
              <a:ahLst/>
              <a:cxnLst/>
              <a:rect l="l" t="t" r="r" b="b"/>
              <a:pathLst>
                <a:path w="5523" h="3984" extrusionOk="0">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62"/>
            <p:cNvSpPr/>
            <p:nvPr/>
          </p:nvSpPr>
          <p:spPr>
            <a:xfrm>
              <a:off x="6271562" y="4323224"/>
              <a:ext cx="204093" cy="10819"/>
            </a:xfrm>
            <a:custGeom>
              <a:avLst/>
              <a:gdLst/>
              <a:ahLst/>
              <a:cxnLst/>
              <a:rect l="l" t="t" r="r" b="b"/>
              <a:pathLst>
                <a:path w="7772" h="412" extrusionOk="0">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0" name="Google Shape;10480;p62"/>
          <p:cNvGrpSpPr/>
          <p:nvPr/>
        </p:nvGrpSpPr>
        <p:grpSpPr>
          <a:xfrm>
            <a:off x="6634878" y="4176838"/>
            <a:ext cx="344085" cy="267195"/>
            <a:chOff x="6639491" y="4329238"/>
            <a:chExt cx="344085" cy="267195"/>
          </a:xfrm>
        </p:grpSpPr>
        <p:sp>
          <p:nvSpPr>
            <p:cNvPr id="10481" name="Google Shape;10481;p62"/>
            <p:cNvSpPr/>
            <p:nvPr/>
          </p:nvSpPr>
          <p:spPr>
            <a:xfrm>
              <a:off x="6697788" y="4352609"/>
              <a:ext cx="275467" cy="177465"/>
            </a:xfrm>
            <a:custGeom>
              <a:avLst/>
              <a:gdLst/>
              <a:ahLst/>
              <a:cxnLst/>
              <a:rect l="l" t="t" r="r" b="b"/>
              <a:pathLst>
                <a:path w="10490" h="6758" extrusionOk="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62"/>
            <p:cNvSpPr/>
            <p:nvPr/>
          </p:nvSpPr>
          <p:spPr>
            <a:xfrm>
              <a:off x="6735734" y="4530311"/>
              <a:ext cx="46533" cy="22137"/>
            </a:xfrm>
            <a:custGeom>
              <a:avLst/>
              <a:gdLst/>
              <a:ahLst/>
              <a:cxnLst/>
              <a:rect l="l" t="t" r="r" b="b"/>
              <a:pathLst>
                <a:path w="1772" h="843" extrusionOk="0">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62"/>
            <p:cNvSpPr/>
            <p:nvPr/>
          </p:nvSpPr>
          <p:spPr>
            <a:xfrm>
              <a:off x="6746290" y="4472250"/>
              <a:ext cx="35976" cy="58087"/>
            </a:xfrm>
            <a:custGeom>
              <a:avLst/>
              <a:gdLst/>
              <a:ahLst/>
              <a:cxnLst/>
              <a:rect l="l" t="t" r="r" b="b"/>
              <a:pathLst>
                <a:path w="1370" h="2212" extrusionOk="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62"/>
            <p:cNvSpPr/>
            <p:nvPr/>
          </p:nvSpPr>
          <p:spPr>
            <a:xfrm>
              <a:off x="6701307" y="4462455"/>
              <a:ext cx="39994" cy="23897"/>
            </a:xfrm>
            <a:custGeom>
              <a:avLst/>
              <a:gdLst/>
              <a:ahLst/>
              <a:cxnLst/>
              <a:rect l="l" t="t" r="r" b="b"/>
              <a:pathLst>
                <a:path w="1523" h="910" extrusionOk="0">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62"/>
            <p:cNvSpPr/>
            <p:nvPr/>
          </p:nvSpPr>
          <p:spPr>
            <a:xfrm>
              <a:off x="6697788" y="4352609"/>
              <a:ext cx="9086" cy="109609"/>
            </a:xfrm>
            <a:custGeom>
              <a:avLst/>
              <a:gdLst/>
              <a:ahLst/>
              <a:cxnLst/>
              <a:rect l="l" t="t" r="r" b="b"/>
              <a:pathLst>
                <a:path w="346" h="4174" extrusionOk="0">
                  <a:moveTo>
                    <a:pt x="1" y="1"/>
                  </a:moveTo>
                  <a:lnTo>
                    <a:pt x="1" y="4174"/>
                  </a:lnTo>
                  <a:lnTo>
                    <a:pt x="345" y="4174"/>
                  </a:lnTo>
                  <a:lnTo>
                    <a:pt x="345"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62"/>
            <p:cNvSpPr/>
            <p:nvPr/>
          </p:nvSpPr>
          <p:spPr>
            <a:xfrm>
              <a:off x="6697788" y="4351874"/>
              <a:ext cx="275467" cy="9060"/>
            </a:xfrm>
            <a:custGeom>
              <a:avLst/>
              <a:gdLst/>
              <a:ahLst/>
              <a:cxnLst/>
              <a:rect l="l" t="t" r="r" b="b"/>
              <a:pathLst>
                <a:path w="10490" h="345" extrusionOk="0">
                  <a:moveTo>
                    <a:pt x="1" y="0"/>
                  </a:moveTo>
                  <a:lnTo>
                    <a:pt x="1" y="345"/>
                  </a:lnTo>
                  <a:lnTo>
                    <a:pt x="10490" y="345"/>
                  </a:lnTo>
                  <a:lnTo>
                    <a:pt x="10490"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62"/>
            <p:cNvSpPr/>
            <p:nvPr/>
          </p:nvSpPr>
          <p:spPr>
            <a:xfrm>
              <a:off x="6726201" y="4529050"/>
              <a:ext cx="257374" cy="24658"/>
            </a:xfrm>
            <a:custGeom>
              <a:avLst/>
              <a:gdLst/>
              <a:ahLst/>
              <a:cxnLst/>
              <a:rect l="l" t="t" r="r" b="b"/>
              <a:pathLst>
                <a:path w="9801" h="939" extrusionOk="0">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62"/>
            <p:cNvSpPr/>
            <p:nvPr/>
          </p:nvSpPr>
          <p:spPr>
            <a:xfrm>
              <a:off x="6687757" y="4329238"/>
              <a:ext cx="295819" cy="24422"/>
            </a:xfrm>
            <a:custGeom>
              <a:avLst/>
              <a:gdLst/>
              <a:ahLst/>
              <a:cxnLst/>
              <a:rect l="l" t="t" r="r" b="b"/>
              <a:pathLst>
                <a:path w="11265" h="930" extrusionOk="0">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62"/>
            <p:cNvSpPr/>
            <p:nvPr/>
          </p:nvSpPr>
          <p:spPr>
            <a:xfrm>
              <a:off x="6799073" y="4445097"/>
              <a:ext cx="23398" cy="54306"/>
            </a:xfrm>
            <a:custGeom>
              <a:avLst/>
              <a:gdLst/>
              <a:ahLst/>
              <a:cxnLst/>
              <a:rect l="l" t="t" r="r" b="b"/>
              <a:pathLst>
                <a:path w="891" h="2068" extrusionOk="0">
                  <a:moveTo>
                    <a:pt x="1" y="1"/>
                  </a:moveTo>
                  <a:lnTo>
                    <a:pt x="1" y="2068"/>
                  </a:lnTo>
                  <a:lnTo>
                    <a:pt x="891" y="2068"/>
                  </a:lnTo>
                  <a:lnTo>
                    <a:pt x="891"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62"/>
            <p:cNvSpPr/>
            <p:nvPr/>
          </p:nvSpPr>
          <p:spPr>
            <a:xfrm>
              <a:off x="6838778" y="4421988"/>
              <a:ext cx="23398" cy="77414"/>
            </a:xfrm>
            <a:custGeom>
              <a:avLst/>
              <a:gdLst/>
              <a:ahLst/>
              <a:cxnLst/>
              <a:rect l="l" t="t" r="r" b="b"/>
              <a:pathLst>
                <a:path w="891" h="2948" extrusionOk="0">
                  <a:moveTo>
                    <a:pt x="1" y="0"/>
                  </a:moveTo>
                  <a:lnTo>
                    <a:pt x="1" y="2948"/>
                  </a:lnTo>
                  <a:lnTo>
                    <a:pt x="891" y="2948"/>
                  </a:lnTo>
                  <a:lnTo>
                    <a:pt x="8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62"/>
            <p:cNvSpPr/>
            <p:nvPr/>
          </p:nvSpPr>
          <p:spPr>
            <a:xfrm>
              <a:off x="6877485" y="4435801"/>
              <a:ext cx="23161" cy="63365"/>
            </a:xfrm>
            <a:custGeom>
              <a:avLst/>
              <a:gdLst/>
              <a:ahLst/>
              <a:cxnLst/>
              <a:rect l="l" t="t" r="r" b="b"/>
              <a:pathLst>
                <a:path w="882" h="2413" extrusionOk="0">
                  <a:moveTo>
                    <a:pt x="1" y="1"/>
                  </a:moveTo>
                  <a:lnTo>
                    <a:pt x="1" y="2412"/>
                  </a:lnTo>
                  <a:lnTo>
                    <a:pt x="881" y="2412"/>
                  </a:lnTo>
                  <a:lnTo>
                    <a:pt x="88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62"/>
            <p:cNvSpPr/>
            <p:nvPr/>
          </p:nvSpPr>
          <p:spPr>
            <a:xfrm>
              <a:off x="6918214" y="4390319"/>
              <a:ext cx="23398" cy="108848"/>
            </a:xfrm>
            <a:custGeom>
              <a:avLst/>
              <a:gdLst/>
              <a:ahLst/>
              <a:cxnLst/>
              <a:rect l="l" t="t" r="r" b="b"/>
              <a:pathLst>
                <a:path w="891" h="4145" extrusionOk="0">
                  <a:moveTo>
                    <a:pt x="0" y="0"/>
                  </a:moveTo>
                  <a:lnTo>
                    <a:pt x="0" y="4144"/>
                  </a:lnTo>
                  <a:lnTo>
                    <a:pt x="890" y="4144"/>
                  </a:lnTo>
                  <a:lnTo>
                    <a:pt x="890" y="0"/>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62"/>
            <p:cNvSpPr/>
            <p:nvPr/>
          </p:nvSpPr>
          <p:spPr>
            <a:xfrm>
              <a:off x="6720923" y="4382283"/>
              <a:ext cx="44248" cy="11082"/>
            </a:xfrm>
            <a:custGeom>
              <a:avLst/>
              <a:gdLst/>
              <a:ahLst/>
              <a:cxnLst/>
              <a:rect l="l" t="t" r="r" b="b"/>
              <a:pathLst>
                <a:path w="1685" h="422" extrusionOk="0">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62"/>
            <p:cNvSpPr/>
            <p:nvPr/>
          </p:nvSpPr>
          <p:spPr>
            <a:xfrm>
              <a:off x="6720923" y="4400875"/>
              <a:ext cx="60345" cy="11082"/>
            </a:xfrm>
            <a:custGeom>
              <a:avLst/>
              <a:gdLst/>
              <a:ahLst/>
              <a:cxnLst/>
              <a:rect l="l" t="t" r="r" b="b"/>
              <a:pathLst>
                <a:path w="2298" h="422" extrusionOk="0">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62"/>
            <p:cNvSpPr/>
            <p:nvPr/>
          </p:nvSpPr>
          <p:spPr>
            <a:xfrm>
              <a:off x="6720923" y="4419231"/>
              <a:ext cx="60345" cy="11082"/>
            </a:xfrm>
            <a:custGeom>
              <a:avLst/>
              <a:gdLst/>
              <a:ahLst/>
              <a:cxnLst/>
              <a:rect l="l" t="t" r="r" b="b"/>
              <a:pathLst>
                <a:path w="2298" h="422" extrusionOk="0">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62"/>
            <p:cNvSpPr/>
            <p:nvPr/>
          </p:nvSpPr>
          <p:spPr>
            <a:xfrm>
              <a:off x="6720923" y="4437560"/>
              <a:ext cx="60345" cy="11082"/>
            </a:xfrm>
            <a:custGeom>
              <a:avLst/>
              <a:gdLst/>
              <a:ahLst/>
              <a:cxnLst/>
              <a:rect l="l" t="t" r="r" b="b"/>
              <a:pathLst>
                <a:path w="2298" h="422" extrusionOk="0">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62"/>
            <p:cNvSpPr/>
            <p:nvPr/>
          </p:nvSpPr>
          <p:spPr>
            <a:xfrm>
              <a:off x="6639491" y="4461956"/>
              <a:ext cx="134740" cy="134477"/>
            </a:xfrm>
            <a:custGeom>
              <a:avLst/>
              <a:gdLst/>
              <a:ahLst/>
              <a:cxnLst/>
              <a:rect l="l" t="t" r="r" b="b"/>
              <a:pathLst>
                <a:path w="5131" h="5121" extrusionOk="0">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62"/>
            <p:cNvSpPr/>
            <p:nvPr/>
          </p:nvSpPr>
          <p:spPr>
            <a:xfrm>
              <a:off x="6673918" y="4502396"/>
              <a:ext cx="29936" cy="53807"/>
            </a:xfrm>
            <a:custGeom>
              <a:avLst/>
              <a:gdLst/>
              <a:ahLst/>
              <a:cxnLst/>
              <a:rect l="l" t="t" r="r" b="b"/>
              <a:pathLst>
                <a:path w="1140" h="2049" extrusionOk="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9" name="Google Shape;10499;p62"/>
          <p:cNvGrpSpPr/>
          <p:nvPr/>
        </p:nvGrpSpPr>
        <p:grpSpPr>
          <a:xfrm>
            <a:off x="7128724" y="4138656"/>
            <a:ext cx="232979" cy="343560"/>
            <a:chOff x="7133336" y="4291056"/>
            <a:chExt cx="232979" cy="343560"/>
          </a:xfrm>
        </p:grpSpPr>
        <p:sp>
          <p:nvSpPr>
            <p:cNvPr id="10500" name="Google Shape;10500;p62"/>
            <p:cNvSpPr/>
            <p:nvPr/>
          </p:nvSpPr>
          <p:spPr>
            <a:xfrm>
              <a:off x="7224800" y="4396358"/>
              <a:ext cx="49789" cy="50025"/>
            </a:xfrm>
            <a:custGeom>
              <a:avLst/>
              <a:gdLst/>
              <a:ahLst/>
              <a:cxnLst/>
              <a:rect l="l" t="t" r="r" b="b"/>
              <a:pathLst>
                <a:path w="1896" h="1905" extrusionOk="0">
                  <a:moveTo>
                    <a:pt x="1" y="0"/>
                  </a:moveTo>
                  <a:lnTo>
                    <a:pt x="1" y="1905"/>
                  </a:lnTo>
                  <a:lnTo>
                    <a:pt x="1896" y="1905"/>
                  </a:lnTo>
                  <a:lnTo>
                    <a:pt x="18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62"/>
            <p:cNvSpPr/>
            <p:nvPr/>
          </p:nvSpPr>
          <p:spPr>
            <a:xfrm>
              <a:off x="7224800" y="4396358"/>
              <a:ext cx="50052" cy="27652"/>
            </a:xfrm>
            <a:custGeom>
              <a:avLst/>
              <a:gdLst/>
              <a:ahLst/>
              <a:cxnLst/>
              <a:rect l="l" t="t" r="r" b="b"/>
              <a:pathLst>
                <a:path w="1906" h="1053" extrusionOk="0">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62"/>
            <p:cNvSpPr/>
            <p:nvPr/>
          </p:nvSpPr>
          <p:spPr>
            <a:xfrm>
              <a:off x="7199932" y="4291056"/>
              <a:ext cx="99788" cy="77414"/>
            </a:xfrm>
            <a:custGeom>
              <a:avLst/>
              <a:gdLst/>
              <a:ahLst/>
              <a:cxnLst/>
              <a:rect l="l" t="t" r="r" b="b"/>
              <a:pathLst>
                <a:path w="3800"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2"/>
            <p:cNvSpPr/>
            <p:nvPr/>
          </p:nvSpPr>
          <p:spPr>
            <a:xfrm>
              <a:off x="7199932" y="4291056"/>
              <a:ext cx="41990" cy="77414"/>
            </a:xfrm>
            <a:custGeom>
              <a:avLst/>
              <a:gdLst/>
              <a:ahLst/>
              <a:cxnLst/>
              <a:rect l="l" t="t" r="r" b="b"/>
              <a:pathLst>
                <a:path w="1599"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62"/>
            <p:cNvSpPr/>
            <p:nvPr/>
          </p:nvSpPr>
          <p:spPr>
            <a:xfrm>
              <a:off x="7172043" y="4429525"/>
              <a:ext cx="155065" cy="72162"/>
            </a:xfrm>
            <a:custGeom>
              <a:avLst/>
              <a:gdLst/>
              <a:ahLst/>
              <a:cxnLst/>
              <a:rect l="l" t="t" r="r" b="b"/>
              <a:pathLst>
                <a:path w="5905" h="2748" extrusionOk="0">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62"/>
            <p:cNvSpPr/>
            <p:nvPr/>
          </p:nvSpPr>
          <p:spPr>
            <a:xfrm>
              <a:off x="7241396" y="4451636"/>
              <a:ext cx="16623" cy="50052"/>
            </a:xfrm>
            <a:custGeom>
              <a:avLst/>
              <a:gdLst/>
              <a:ahLst/>
              <a:cxnLst/>
              <a:rect l="l" t="t" r="r" b="b"/>
              <a:pathLst>
                <a:path w="633" h="1906" extrusionOk="0">
                  <a:moveTo>
                    <a:pt x="163" y="1"/>
                  </a:moveTo>
                  <a:lnTo>
                    <a:pt x="0" y="1905"/>
                  </a:lnTo>
                  <a:lnTo>
                    <a:pt x="632" y="1905"/>
                  </a:lnTo>
                  <a:lnTo>
                    <a:pt x="479"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62"/>
            <p:cNvSpPr/>
            <p:nvPr/>
          </p:nvSpPr>
          <p:spPr>
            <a:xfrm>
              <a:off x="7172043" y="4450139"/>
              <a:ext cx="27914" cy="51548"/>
            </a:xfrm>
            <a:custGeom>
              <a:avLst/>
              <a:gdLst/>
              <a:ahLst/>
              <a:cxnLst/>
              <a:rect l="l" t="t" r="r" b="b"/>
              <a:pathLst>
                <a:path w="1063" h="1963" extrusionOk="0">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62"/>
            <p:cNvSpPr/>
            <p:nvPr/>
          </p:nvSpPr>
          <p:spPr>
            <a:xfrm>
              <a:off x="7299693" y="4450139"/>
              <a:ext cx="27678" cy="51548"/>
            </a:xfrm>
            <a:custGeom>
              <a:avLst/>
              <a:gdLst/>
              <a:ahLst/>
              <a:cxnLst/>
              <a:rect l="l" t="t" r="r" b="b"/>
              <a:pathLst>
                <a:path w="1054" h="1963" extrusionOk="0">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62"/>
            <p:cNvSpPr/>
            <p:nvPr/>
          </p:nvSpPr>
          <p:spPr>
            <a:xfrm>
              <a:off x="7241396" y="4446620"/>
              <a:ext cx="16623" cy="13340"/>
            </a:xfrm>
            <a:custGeom>
              <a:avLst/>
              <a:gdLst/>
              <a:ahLst/>
              <a:cxnLst/>
              <a:rect l="l" t="t" r="r" b="b"/>
              <a:pathLst>
                <a:path w="633" h="508" extrusionOk="0">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62"/>
            <p:cNvSpPr/>
            <p:nvPr/>
          </p:nvSpPr>
          <p:spPr>
            <a:xfrm>
              <a:off x="7215267" y="4424115"/>
              <a:ext cx="34453" cy="31013"/>
            </a:xfrm>
            <a:custGeom>
              <a:avLst/>
              <a:gdLst/>
              <a:ahLst/>
              <a:cxnLst/>
              <a:rect l="l" t="t" r="r" b="b"/>
              <a:pathLst>
                <a:path w="1312" h="1181" extrusionOk="0">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62"/>
            <p:cNvSpPr/>
            <p:nvPr/>
          </p:nvSpPr>
          <p:spPr>
            <a:xfrm>
              <a:off x="7249694" y="4424246"/>
              <a:ext cx="34453" cy="30882"/>
            </a:xfrm>
            <a:custGeom>
              <a:avLst/>
              <a:gdLst/>
              <a:ahLst/>
              <a:cxnLst/>
              <a:rect l="l" t="t" r="r" b="b"/>
              <a:pathLst>
                <a:path w="1312" h="1176" extrusionOk="0">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62"/>
            <p:cNvSpPr/>
            <p:nvPr/>
          </p:nvSpPr>
          <p:spPr>
            <a:xfrm>
              <a:off x="7205210" y="4329658"/>
              <a:ext cx="88733" cy="83349"/>
            </a:xfrm>
            <a:custGeom>
              <a:avLst/>
              <a:gdLst/>
              <a:ahLst/>
              <a:cxnLst/>
              <a:rect l="l" t="t" r="r" b="b"/>
              <a:pathLst>
                <a:path w="3379" h="3174" extrusionOk="0">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2"/>
            <p:cNvSpPr/>
            <p:nvPr/>
          </p:nvSpPr>
          <p:spPr>
            <a:xfrm>
              <a:off x="7205210" y="4329789"/>
              <a:ext cx="77940" cy="82430"/>
            </a:xfrm>
            <a:custGeom>
              <a:avLst/>
              <a:gdLst/>
              <a:ahLst/>
              <a:cxnLst/>
              <a:rect l="l" t="t" r="r" b="b"/>
              <a:pathLst>
                <a:path w="2968" h="3139" extrusionOk="0">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62"/>
            <p:cNvSpPr/>
            <p:nvPr/>
          </p:nvSpPr>
          <p:spPr>
            <a:xfrm>
              <a:off x="723863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62"/>
            <p:cNvSpPr/>
            <p:nvPr/>
          </p:nvSpPr>
          <p:spPr>
            <a:xfrm>
              <a:off x="7133336"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62"/>
            <p:cNvSpPr/>
            <p:nvPr/>
          </p:nvSpPr>
          <p:spPr>
            <a:xfrm>
              <a:off x="7343941" y="4612478"/>
              <a:ext cx="22374" cy="22137"/>
            </a:xfrm>
            <a:custGeom>
              <a:avLst/>
              <a:gdLst/>
              <a:ahLst/>
              <a:cxnLst/>
              <a:rect l="l" t="t" r="r" b="b"/>
              <a:pathLst>
                <a:path w="852" h="843" extrusionOk="0">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62"/>
            <p:cNvSpPr/>
            <p:nvPr/>
          </p:nvSpPr>
          <p:spPr>
            <a:xfrm>
              <a:off x="7156891" y="4529181"/>
              <a:ext cx="186105" cy="72399"/>
            </a:xfrm>
            <a:custGeom>
              <a:avLst/>
              <a:gdLst/>
              <a:ahLst/>
              <a:cxnLst/>
              <a:rect l="l" t="t" r="r" b="b"/>
              <a:pathLst>
                <a:path w="7087" h="2757" extrusionOk="0">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7" name="Google Shape;10517;p62"/>
          <p:cNvGrpSpPr/>
          <p:nvPr/>
        </p:nvGrpSpPr>
        <p:grpSpPr>
          <a:xfrm>
            <a:off x="7566767" y="4138656"/>
            <a:ext cx="232979" cy="343560"/>
            <a:chOff x="7571379" y="4291056"/>
            <a:chExt cx="232979" cy="343560"/>
          </a:xfrm>
        </p:grpSpPr>
        <p:sp>
          <p:nvSpPr>
            <p:cNvPr id="10518" name="Google Shape;10518;p62"/>
            <p:cNvSpPr/>
            <p:nvPr/>
          </p:nvSpPr>
          <p:spPr>
            <a:xfrm>
              <a:off x="7676682"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62"/>
            <p:cNvSpPr/>
            <p:nvPr/>
          </p:nvSpPr>
          <p:spPr>
            <a:xfrm>
              <a:off x="757137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62"/>
            <p:cNvSpPr/>
            <p:nvPr/>
          </p:nvSpPr>
          <p:spPr>
            <a:xfrm>
              <a:off x="7781985" y="4612478"/>
              <a:ext cx="22374" cy="22137"/>
            </a:xfrm>
            <a:custGeom>
              <a:avLst/>
              <a:gdLst/>
              <a:ahLst/>
              <a:cxnLst/>
              <a:rect l="l" t="t" r="r" b="b"/>
              <a:pathLst>
                <a:path w="852" h="843" extrusionOk="0">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62"/>
            <p:cNvSpPr/>
            <p:nvPr/>
          </p:nvSpPr>
          <p:spPr>
            <a:xfrm>
              <a:off x="7594698" y="4529181"/>
              <a:ext cx="186341" cy="72399"/>
            </a:xfrm>
            <a:custGeom>
              <a:avLst/>
              <a:gdLst/>
              <a:ahLst/>
              <a:cxnLst/>
              <a:rect l="l" t="t" r="r" b="b"/>
              <a:pathLst>
                <a:path w="7096" h="2757" extrusionOk="0">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62"/>
            <p:cNvSpPr/>
            <p:nvPr/>
          </p:nvSpPr>
          <p:spPr>
            <a:xfrm>
              <a:off x="7665626" y="4423984"/>
              <a:ext cx="44511" cy="44274"/>
            </a:xfrm>
            <a:custGeom>
              <a:avLst/>
              <a:gdLst/>
              <a:ahLst/>
              <a:cxnLst/>
              <a:rect l="l" t="t" r="r" b="b"/>
              <a:pathLst>
                <a:path w="1695" h="1686" extrusionOk="0">
                  <a:moveTo>
                    <a:pt x="0" y="1"/>
                  </a:moveTo>
                  <a:lnTo>
                    <a:pt x="0" y="1685"/>
                  </a:lnTo>
                  <a:lnTo>
                    <a:pt x="1694" y="1685"/>
                  </a:lnTo>
                  <a:lnTo>
                    <a:pt x="169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62"/>
            <p:cNvSpPr/>
            <p:nvPr/>
          </p:nvSpPr>
          <p:spPr>
            <a:xfrm>
              <a:off x="7665626" y="4423984"/>
              <a:ext cx="44511" cy="22163"/>
            </a:xfrm>
            <a:custGeom>
              <a:avLst/>
              <a:gdLst/>
              <a:ahLst/>
              <a:cxnLst/>
              <a:rect l="l" t="t" r="r" b="b"/>
              <a:pathLst>
                <a:path w="1695" h="844" extrusionOk="0">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62"/>
            <p:cNvSpPr/>
            <p:nvPr/>
          </p:nvSpPr>
          <p:spPr>
            <a:xfrm>
              <a:off x="7660086" y="4291056"/>
              <a:ext cx="55566" cy="44248"/>
            </a:xfrm>
            <a:custGeom>
              <a:avLst/>
              <a:gdLst/>
              <a:ahLst/>
              <a:cxnLst/>
              <a:rect l="l" t="t" r="r" b="b"/>
              <a:pathLst>
                <a:path w="2116" h="1685" extrusionOk="0">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62"/>
            <p:cNvSpPr/>
            <p:nvPr/>
          </p:nvSpPr>
          <p:spPr>
            <a:xfrm>
              <a:off x="7660086" y="4291056"/>
              <a:ext cx="37473" cy="44248"/>
            </a:xfrm>
            <a:custGeom>
              <a:avLst/>
              <a:gdLst/>
              <a:ahLst/>
              <a:cxnLst/>
              <a:rect l="l" t="t" r="r" b="b"/>
              <a:pathLst>
                <a:path w="1427" h="1685" extrusionOk="0">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62"/>
            <p:cNvSpPr/>
            <p:nvPr/>
          </p:nvSpPr>
          <p:spPr>
            <a:xfrm>
              <a:off x="7632434" y="4313167"/>
              <a:ext cx="110870" cy="110843"/>
            </a:xfrm>
            <a:custGeom>
              <a:avLst/>
              <a:gdLst/>
              <a:ahLst/>
              <a:cxnLst/>
              <a:rect l="l" t="t" r="r" b="b"/>
              <a:pathLst>
                <a:path w="4222" h="4221" extrusionOk="0">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62"/>
            <p:cNvSpPr/>
            <p:nvPr/>
          </p:nvSpPr>
          <p:spPr>
            <a:xfrm>
              <a:off x="7658641" y="4313140"/>
              <a:ext cx="88181" cy="109636"/>
            </a:xfrm>
            <a:custGeom>
              <a:avLst/>
              <a:gdLst/>
              <a:ahLst/>
              <a:cxnLst/>
              <a:rect l="l" t="t" r="r" b="b"/>
              <a:pathLst>
                <a:path w="3358" h="4175" extrusionOk="0">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62"/>
            <p:cNvSpPr/>
            <p:nvPr/>
          </p:nvSpPr>
          <p:spPr>
            <a:xfrm>
              <a:off x="7643489" y="4352504"/>
              <a:ext cx="88759" cy="82561"/>
            </a:xfrm>
            <a:custGeom>
              <a:avLst/>
              <a:gdLst/>
              <a:ahLst/>
              <a:cxnLst/>
              <a:rect l="l" t="t" r="r" b="b"/>
              <a:pathLst>
                <a:path w="3380" h="3144"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62"/>
            <p:cNvSpPr/>
            <p:nvPr/>
          </p:nvSpPr>
          <p:spPr>
            <a:xfrm>
              <a:off x="7615601" y="4454157"/>
              <a:ext cx="144272" cy="58586"/>
            </a:xfrm>
            <a:custGeom>
              <a:avLst/>
              <a:gdLst/>
              <a:ahLst/>
              <a:cxnLst/>
              <a:rect l="l" t="t" r="r" b="b"/>
              <a:pathLst>
                <a:path w="5494" h="2231" extrusionOk="0">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62"/>
            <p:cNvSpPr/>
            <p:nvPr/>
          </p:nvSpPr>
          <p:spPr>
            <a:xfrm>
              <a:off x="7615864" y="4473011"/>
              <a:ext cx="27652" cy="39731"/>
            </a:xfrm>
            <a:custGeom>
              <a:avLst/>
              <a:gdLst/>
              <a:ahLst/>
              <a:cxnLst/>
              <a:rect l="l" t="t" r="r" b="b"/>
              <a:pathLst>
                <a:path w="1053" h="1513" extrusionOk="0">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62"/>
            <p:cNvSpPr/>
            <p:nvPr/>
          </p:nvSpPr>
          <p:spPr>
            <a:xfrm>
              <a:off x="7732222" y="4473011"/>
              <a:ext cx="27652" cy="39731"/>
            </a:xfrm>
            <a:custGeom>
              <a:avLst/>
              <a:gdLst/>
              <a:ahLst/>
              <a:cxnLst/>
              <a:rect l="l" t="t" r="r" b="b"/>
              <a:pathLst>
                <a:path w="1053" h="1513" extrusionOk="0">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62"/>
            <p:cNvSpPr/>
            <p:nvPr/>
          </p:nvSpPr>
          <p:spPr>
            <a:xfrm>
              <a:off x="7656068" y="4447592"/>
              <a:ext cx="63602" cy="65151"/>
            </a:xfrm>
            <a:custGeom>
              <a:avLst/>
              <a:gdLst/>
              <a:ahLst/>
              <a:cxnLst/>
              <a:rect l="l" t="t" r="r" b="b"/>
              <a:pathLst>
                <a:path w="2422" h="2481" extrusionOk="0">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62"/>
            <p:cNvSpPr/>
            <p:nvPr/>
          </p:nvSpPr>
          <p:spPr>
            <a:xfrm>
              <a:off x="7643489" y="4352504"/>
              <a:ext cx="88759" cy="81826"/>
            </a:xfrm>
            <a:custGeom>
              <a:avLst/>
              <a:gdLst/>
              <a:ahLst/>
              <a:cxnLst/>
              <a:rect l="l" t="t" r="r" b="b"/>
              <a:pathLst>
                <a:path w="3380" h="3116"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4" name="Google Shape;10534;p62"/>
          <p:cNvGrpSpPr/>
          <p:nvPr/>
        </p:nvGrpSpPr>
        <p:grpSpPr>
          <a:xfrm>
            <a:off x="6661768" y="3195475"/>
            <a:ext cx="295819" cy="370712"/>
            <a:chOff x="6666381" y="3347875"/>
            <a:chExt cx="295819" cy="370712"/>
          </a:xfrm>
        </p:grpSpPr>
        <p:sp>
          <p:nvSpPr>
            <p:cNvPr id="10535" name="Google Shape;10535;p62"/>
            <p:cNvSpPr/>
            <p:nvPr/>
          </p:nvSpPr>
          <p:spPr>
            <a:xfrm>
              <a:off x="6666381" y="3347875"/>
              <a:ext cx="295819" cy="310892"/>
            </a:xfrm>
            <a:custGeom>
              <a:avLst/>
              <a:gdLst/>
              <a:ahLst/>
              <a:cxnLst/>
              <a:rect l="l" t="t" r="r" b="b"/>
              <a:pathLst>
                <a:path w="11265" h="11839" extrusionOk="0">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62"/>
            <p:cNvSpPr/>
            <p:nvPr/>
          </p:nvSpPr>
          <p:spPr>
            <a:xfrm>
              <a:off x="6666381" y="3351132"/>
              <a:ext cx="252096" cy="307636"/>
            </a:xfrm>
            <a:custGeom>
              <a:avLst/>
              <a:gdLst/>
              <a:ahLst/>
              <a:cxnLst/>
              <a:rect l="l" t="t" r="r" b="b"/>
              <a:pathLst>
                <a:path w="9600" h="11715" extrusionOk="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62"/>
            <p:cNvSpPr/>
            <p:nvPr/>
          </p:nvSpPr>
          <p:spPr>
            <a:xfrm>
              <a:off x="6666644" y="3348112"/>
              <a:ext cx="295320" cy="310393"/>
            </a:xfrm>
            <a:custGeom>
              <a:avLst/>
              <a:gdLst/>
              <a:ahLst/>
              <a:cxnLst/>
              <a:rect l="l" t="t" r="r" b="b"/>
              <a:pathLst>
                <a:path w="11246" h="11820" extrusionOk="0">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62"/>
            <p:cNvSpPr/>
            <p:nvPr/>
          </p:nvSpPr>
          <p:spPr>
            <a:xfrm>
              <a:off x="6666644" y="3351394"/>
              <a:ext cx="222921" cy="307111"/>
            </a:xfrm>
            <a:custGeom>
              <a:avLst/>
              <a:gdLst/>
              <a:ahLst/>
              <a:cxnLst/>
              <a:rect l="l" t="t" r="r" b="b"/>
              <a:pathLst>
                <a:path w="8489" h="11695" extrusionOk="0">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62"/>
            <p:cNvSpPr/>
            <p:nvPr/>
          </p:nvSpPr>
          <p:spPr>
            <a:xfrm>
              <a:off x="6711863"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62"/>
            <p:cNvSpPr/>
            <p:nvPr/>
          </p:nvSpPr>
          <p:spPr>
            <a:xfrm>
              <a:off x="6710865" y="3586868"/>
              <a:ext cx="24894" cy="18067"/>
            </a:xfrm>
            <a:custGeom>
              <a:avLst/>
              <a:gdLst/>
              <a:ahLst/>
              <a:cxnLst/>
              <a:rect l="l" t="t" r="r" b="b"/>
              <a:pathLst>
                <a:path w="948" h="688" extrusionOk="0">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62"/>
            <p:cNvSpPr/>
            <p:nvPr/>
          </p:nvSpPr>
          <p:spPr>
            <a:xfrm>
              <a:off x="6688991" y="3605722"/>
              <a:ext cx="68407" cy="88995"/>
            </a:xfrm>
            <a:custGeom>
              <a:avLst/>
              <a:gdLst/>
              <a:ahLst/>
              <a:cxnLst/>
              <a:rect l="l" t="t" r="r" b="b"/>
              <a:pathLst>
                <a:path w="2605"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62"/>
            <p:cNvSpPr/>
            <p:nvPr/>
          </p:nvSpPr>
          <p:spPr>
            <a:xfrm>
              <a:off x="6700571" y="3694691"/>
              <a:ext cx="45509" cy="23897"/>
            </a:xfrm>
            <a:custGeom>
              <a:avLst/>
              <a:gdLst/>
              <a:ahLst/>
              <a:cxnLst/>
              <a:rect l="l" t="t" r="r" b="b"/>
              <a:pathLst>
                <a:path w="1733" h="910" extrusionOk="0">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62"/>
            <p:cNvSpPr/>
            <p:nvPr/>
          </p:nvSpPr>
          <p:spPr>
            <a:xfrm>
              <a:off x="6689253"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62"/>
            <p:cNvSpPr/>
            <p:nvPr/>
          </p:nvSpPr>
          <p:spPr>
            <a:xfrm>
              <a:off x="6746054" y="3615754"/>
              <a:ext cx="11344" cy="78964"/>
            </a:xfrm>
            <a:custGeom>
              <a:avLst/>
              <a:gdLst/>
              <a:ahLst/>
              <a:cxnLst/>
              <a:rect l="l" t="t" r="r" b="b"/>
              <a:pathLst>
                <a:path w="432"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62"/>
            <p:cNvSpPr/>
            <p:nvPr/>
          </p:nvSpPr>
          <p:spPr>
            <a:xfrm>
              <a:off x="6705850" y="3599052"/>
              <a:ext cx="34952" cy="95665"/>
            </a:xfrm>
            <a:custGeom>
              <a:avLst/>
              <a:gdLst/>
              <a:ahLst/>
              <a:cxnLst/>
              <a:rect l="l" t="t" r="r" b="b"/>
              <a:pathLst>
                <a:path w="1331" h="3643" extrusionOk="0">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62"/>
            <p:cNvSpPr/>
            <p:nvPr/>
          </p:nvSpPr>
          <p:spPr>
            <a:xfrm>
              <a:off x="6720161"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62"/>
            <p:cNvSpPr/>
            <p:nvPr/>
          </p:nvSpPr>
          <p:spPr>
            <a:xfrm>
              <a:off x="6700309" y="3539127"/>
              <a:ext cx="46008" cy="53807"/>
            </a:xfrm>
            <a:custGeom>
              <a:avLst/>
              <a:gdLst/>
              <a:ahLst/>
              <a:cxnLst/>
              <a:rect l="l" t="t" r="r" b="b"/>
              <a:pathLst>
                <a:path w="1752" h="2049" extrusionOk="0">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62"/>
            <p:cNvSpPr/>
            <p:nvPr/>
          </p:nvSpPr>
          <p:spPr>
            <a:xfrm>
              <a:off x="6700309" y="3539127"/>
              <a:ext cx="31433" cy="53807"/>
            </a:xfrm>
            <a:custGeom>
              <a:avLst/>
              <a:gdLst/>
              <a:ahLst/>
              <a:cxnLst/>
              <a:rect l="l" t="t" r="r" b="b"/>
              <a:pathLst>
                <a:path w="1197" h="2049" extrusionOk="0">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62"/>
            <p:cNvSpPr/>
            <p:nvPr/>
          </p:nvSpPr>
          <p:spPr>
            <a:xfrm>
              <a:off x="6700309" y="3539127"/>
              <a:ext cx="46008" cy="23897"/>
            </a:xfrm>
            <a:custGeom>
              <a:avLst/>
              <a:gdLst/>
              <a:ahLst/>
              <a:cxnLst/>
              <a:rect l="l" t="t" r="r" b="b"/>
              <a:pathLst>
                <a:path w="1752" h="910" extrusionOk="0">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62"/>
            <p:cNvSpPr/>
            <p:nvPr/>
          </p:nvSpPr>
          <p:spPr>
            <a:xfrm>
              <a:off x="6700309" y="3539127"/>
              <a:ext cx="31433" cy="21875"/>
            </a:xfrm>
            <a:custGeom>
              <a:avLst/>
              <a:gdLst/>
              <a:ahLst/>
              <a:cxnLst/>
              <a:rect l="l" t="t" r="r" b="b"/>
              <a:pathLst>
                <a:path w="1197" h="833" extrusionOk="0">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62"/>
            <p:cNvSpPr/>
            <p:nvPr/>
          </p:nvSpPr>
          <p:spPr>
            <a:xfrm>
              <a:off x="6802854" y="3586868"/>
              <a:ext cx="22899" cy="23897"/>
            </a:xfrm>
            <a:custGeom>
              <a:avLst/>
              <a:gdLst/>
              <a:ahLst/>
              <a:cxnLst/>
              <a:rect l="l" t="t" r="r" b="b"/>
              <a:pathLst>
                <a:path w="872" h="910" extrusionOk="0">
                  <a:moveTo>
                    <a:pt x="0" y="0"/>
                  </a:moveTo>
                  <a:lnTo>
                    <a:pt x="0" y="910"/>
                  </a:lnTo>
                  <a:lnTo>
                    <a:pt x="871" y="910"/>
                  </a:lnTo>
                  <a:lnTo>
                    <a:pt x="871"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62"/>
            <p:cNvSpPr/>
            <p:nvPr/>
          </p:nvSpPr>
          <p:spPr>
            <a:xfrm>
              <a:off x="6801594" y="3586868"/>
              <a:ext cx="24894" cy="18067"/>
            </a:xfrm>
            <a:custGeom>
              <a:avLst/>
              <a:gdLst/>
              <a:ahLst/>
              <a:cxnLst/>
              <a:rect l="l" t="t" r="r" b="b"/>
              <a:pathLst>
                <a:path w="948" h="688" extrusionOk="0">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62"/>
            <p:cNvSpPr/>
            <p:nvPr/>
          </p:nvSpPr>
          <p:spPr>
            <a:xfrm>
              <a:off x="6779982" y="3605722"/>
              <a:ext cx="68381" cy="88995"/>
            </a:xfrm>
            <a:custGeom>
              <a:avLst/>
              <a:gdLst/>
              <a:ahLst/>
              <a:cxnLst/>
              <a:rect l="l" t="t" r="r" b="b"/>
              <a:pathLst>
                <a:path w="2604" h="3389" extrusionOk="0">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62"/>
            <p:cNvSpPr/>
            <p:nvPr/>
          </p:nvSpPr>
          <p:spPr>
            <a:xfrm>
              <a:off x="6791536" y="3694691"/>
              <a:ext cx="45509" cy="23897"/>
            </a:xfrm>
            <a:custGeom>
              <a:avLst/>
              <a:gdLst/>
              <a:ahLst/>
              <a:cxnLst/>
              <a:rect l="l" t="t" r="r" b="b"/>
              <a:pathLst>
                <a:path w="1733" h="910" extrusionOk="0">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62"/>
            <p:cNvSpPr/>
            <p:nvPr/>
          </p:nvSpPr>
          <p:spPr>
            <a:xfrm>
              <a:off x="6780218" y="3615754"/>
              <a:ext cx="11344" cy="78964"/>
            </a:xfrm>
            <a:custGeom>
              <a:avLst/>
              <a:gdLst/>
              <a:ahLst/>
              <a:cxnLst/>
              <a:rect l="l" t="t" r="r" b="b"/>
              <a:pathLst>
                <a:path w="432" h="3007" extrusionOk="0">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62"/>
            <p:cNvSpPr/>
            <p:nvPr/>
          </p:nvSpPr>
          <p:spPr>
            <a:xfrm>
              <a:off x="6837018" y="3615754"/>
              <a:ext cx="11344" cy="78964"/>
            </a:xfrm>
            <a:custGeom>
              <a:avLst/>
              <a:gdLst/>
              <a:ahLst/>
              <a:cxnLst/>
              <a:rect l="l" t="t" r="r" b="b"/>
              <a:pathLst>
                <a:path w="432" h="3007" extrusionOk="0">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62"/>
            <p:cNvSpPr/>
            <p:nvPr/>
          </p:nvSpPr>
          <p:spPr>
            <a:xfrm>
              <a:off x="6796814" y="3599052"/>
              <a:ext cx="34952" cy="95665"/>
            </a:xfrm>
            <a:custGeom>
              <a:avLst/>
              <a:gdLst/>
              <a:ahLst/>
              <a:cxnLst/>
              <a:rect l="l" t="t" r="r" b="b"/>
              <a:pathLst>
                <a:path w="1331" h="3643" extrusionOk="0">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62"/>
            <p:cNvSpPr/>
            <p:nvPr/>
          </p:nvSpPr>
          <p:spPr>
            <a:xfrm>
              <a:off x="6811152" y="3706482"/>
              <a:ext cx="6040" cy="12106"/>
            </a:xfrm>
            <a:custGeom>
              <a:avLst/>
              <a:gdLst/>
              <a:ahLst/>
              <a:cxnLst/>
              <a:rect l="l" t="t" r="r" b="b"/>
              <a:pathLst>
                <a:path w="230" h="461" extrusionOk="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62"/>
            <p:cNvSpPr/>
            <p:nvPr/>
          </p:nvSpPr>
          <p:spPr>
            <a:xfrm>
              <a:off x="6791300" y="3539127"/>
              <a:ext cx="46008" cy="53807"/>
            </a:xfrm>
            <a:custGeom>
              <a:avLst/>
              <a:gdLst/>
              <a:ahLst/>
              <a:cxnLst/>
              <a:rect l="l" t="t" r="r" b="b"/>
              <a:pathLst>
                <a:path w="1752" h="2049" extrusionOk="0">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62"/>
            <p:cNvSpPr/>
            <p:nvPr/>
          </p:nvSpPr>
          <p:spPr>
            <a:xfrm>
              <a:off x="6791300" y="3539127"/>
              <a:ext cx="31433" cy="53807"/>
            </a:xfrm>
            <a:custGeom>
              <a:avLst/>
              <a:gdLst/>
              <a:ahLst/>
              <a:cxnLst/>
              <a:rect l="l" t="t" r="r" b="b"/>
              <a:pathLst>
                <a:path w="1197" h="2049" extrusionOk="0">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62"/>
            <p:cNvSpPr/>
            <p:nvPr/>
          </p:nvSpPr>
          <p:spPr>
            <a:xfrm>
              <a:off x="6791300" y="3539127"/>
              <a:ext cx="46008" cy="23897"/>
            </a:xfrm>
            <a:custGeom>
              <a:avLst/>
              <a:gdLst/>
              <a:ahLst/>
              <a:cxnLst/>
              <a:rect l="l" t="t" r="r" b="b"/>
              <a:pathLst>
                <a:path w="1752" h="910" extrusionOk="0">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62"/>
            <p:cNvSpPr/>
            <p:nvPr/>
          </p:nvSpPr>
          <p:spPr>
            <a:xfrm>
              <a:off x="6791300" y="3539127"/>
              <a:ext cx="31433" cy="21875"/>
            </a:xfrm>
            <a:custGeom>
              <a:avLst/>
              <a:gdLst/>
              <a:ahLst/>
              <a:cxnLst/>
              <a:rect l="l" t="t" r="r" b="b"/>
              <a:pathLst>
                <a:path w="1197" h="833" extrusionOk="0">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62"/>
            <p:cNvSpPr/>
            <p:nvPr/>
          </p:nvSpPr>
          <p:spPr>
            <a:xfrm>
              <a:off x="6893819"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62"/>
            <p:cNvSpPr/>
            <p:nvPr/>
          </p:nvSpPr>
          <p:spPr>
            <a:xfrm>
              <a:off x="6892821" y="3586868"/>
              <a:ext cx="24894" cy="18067"/>
            </a:xfrm>
            <a:custGeom>
              <a:avLst/>
              <a:gdLst/>
              <a:ahLst/>
              <a:cxnLst/>
              <a:rect l="l" t="t" r="r" b="b"/>
              <a:pathLst>
                <a:path w="948" h="688" extrusionOk="0">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62"/>
            <p:cNvSpPr/>
            <p:nvPr/>
          </p:nvSpPr>
          <p:spPr>
            <a:xfrm>
              <a:off x="6870946" y="3605722"/>
              <a:ext cx="68381" cy="88995"/>
            </a:xfrm>
            <a:custGeom>
              <a:avLst/>
              <a:gdLst/>
              <a:ahLst/>
              <a:cxnLst/>
              <a:rect l="l" t="t" r="r" b="b"/>
              <a:pathLst>
                <a:path w="2604"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62"/>
            <p:cNvSpPr/>
            <p:nvPr/>
          </p:nvSpPr>
          <p:spPr>
            <a:xfrm>
              <a:off x="6882527" y="3694691"/>
              <a:ext cx="45509" cy="23897"/>
            </a:xfrm>
            <a:custGeom>
              <a:avLst/>
              <a:gdLst/>
              <a:ahLst/>
              <a:cxnLst/>
              <a:rect l="l" t="t" r="r" b="b"/>
              <a:pathLst>
                <a:path w="1733" h="910" extrusionOk="0">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2"/>
            <p:cNvSpPr/>
            <p:nvPr/>
          </p:nvSpPr>
          <p:spPr>
            <a:xfrm>
              <a:off x="6871209"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62"/>
            <p:cNvSpPr/>
            <p:nvPr/>
          </p:nvSpPr>
          <p:spPr>
            <a:xfrm>
              <a:off x="6928009" y="3615754"/>
              <a:ext cx="11318" cy="78964"/>
            </a:xfrm>
            <a:custGeom>
              <a:avLst/>
              <a:gdLst/>
              <a:ahLst/>
              <a:cxnLst/>
              <a:rect l="l" t="t" r="r" b="b"/>
              <a:pathLst>
                <a:path w="431"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62"/>
            <p:cNvSpPr/>
            <p:nvPr/>
          </p:nvSpPr>
          <p:spPr>
            <a:xfrm>
              <a:off x="6887805" y="3599052"/>
              <a:ext cx="34952" cy="95665"/>
            </a:xfrm>
            <a:custGeom>
              <a:avLst/>
              <a:gdLst/>
              <a:ahLst/>
              <a:cxnLst/>
              <a:rect l="l" t="t" r="r" b="b"/>
              <a:pathLst>
                <a:path w="1331" h="3643" extrusionOk="0">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62"/>
            <p:cNvSpPr/>
            <p:nvPr/>
          </p:nvSpPr>
          <p:spPr>
            <a:xfrm>
              <a:off x="6902117"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62"/>
            <p:cNvSpPr/>
            <p:nvPr/>
          </p:nvSpPr>
          <p:spPr>
            <a:xfrm>
              <a:off x="6882264" y="3539127"/>
              <a:ext cx="46008" cy="53807"/>
            </a:xfrm>
            <a:custGeom>
              <a:avLst/>
              <a:gdLst/>
              <a:ahLst/>
              <a:cxnLst/>
              <a:rect l="l" t="t" r="r" b="b"/>
              <a:pathLst>
                <a:path w="1752" h="2049" extrusionOk="0">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62"/>
            <p:cNvSpPr/>
            <p:nvPr/>
          </p:nvSpPr>
          <p:spPr>
            <a:xfrm>
              <a:off x="6882264" y="3539127"/>
              <a:ext cx="31433" cy="53807"/>
            </a:xfrm>
            <a:custGeom>
              <a:avLst/>
              <a:gdLst/>
              <a:ahLst/>
              <a:cxnLst/>
              <a:rect l="l" t="t" r="r" b="b"/>
              <a:pathLst>
                <a:path w="1197" h="2049" extrusionOk="0">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62"/>
            <p:cNvSpPr/>
            <p:nvPr/>
          </p:nvSpPr>
          <p:spPr>
            <a:xfrm>
              <a:off x="6882264" y="3539127"/>
              <a:ext cx="46008" cy="23897"/>
            </a:xfrm>
            <a:custGeom>
              <a:avLst/>
              <a:gdLst/>
              <a:ahLst/>
              <a:cxnLst/>
              <a:rect l="l" t="t" r="r" b="b"/>
              <a:pathLst>
                <a:path w="1752" h="910" extrusionOk="0">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62"/>
            <p:cNvSpPr/>
            <p:nvPr/>
          </p:nvSpPr>
          <p:spPr>
            <a:xfrm>
              <a:off x="6882264" y="3539127"/>
              <a:ext cx="31433" cy="21875"/>
            </a:xfrm>
            <a:custGeom>
              <a:avLst/>
              <a:gdLst/>
              <a:ahLst/>
              <a:cxnLst/>
              <a:rect l="l" t="t" r="r" b="b"/>
              <a:pathLst>
                <a:path w="1197" h="833" extrusionOk="0">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5" name="Google Shape;10575;p62"/>
          <p:cNvGrpSpPr/>
          <p:nvPr/>
        </p:nvGrpSpPr>
        <p:grpSpPr>
          <a:xfrm>
            <a:off x="4873147" y="2735059"/>
            <a:ext cx="389567" cy="390329"/>
            <a:chOff x="4877760" y="2887459"/>
            <a:chExt cx="389567" cy="390329"/>
          </a:xfrm>
        </p:grpSpPr>
        <p:sp>
          <p:nvSpPr>
            <p:cNvPr id="10576" name="Google Shape;10576;p62"/>
            <p:cNvSpPr/>
            <p:nvPr/>
          </p:nvSpPr>
          <p:spPr>
            <a:xfrm>
              <a:off x="5124079" y="2893052"/>
              <a:ext cx="118695" cy="91411"/>
            </a:xfrm>
            <a:custGeom>
              <a:avLst/>
              <a:gdLst/>
              <a:ahLst/>
              <a:cxnLst/>
              <a:rect l="l" t="t" r="r" b="b"/>
              <a:pathLst>
                <a:path w="4520" h="3481" extrusionOk="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62"/>
            <p:cNvSpPr/>
            <p:nvPr/>
          </p:nvSpPr>
          <p:spPr>
            <a:xfrm>
              <a:off x="4903390" y="2892396"/>
              <a:ext cx="120139" cy="92278"/>
            </a:xfrm>
            <a:custGeom>
              <a:avLst/>
              <a:gdLst/>
              <a:ahLst/>
              <a:cxnLst/>
              <a:rect l="l" t="t" r="r" b="b"/>
              <a:pathLst>
                <a:path w="4575" h="3514" extrusionOk="0">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62"/>
            <p:cNvSpPr/>
            <p:nvPr/>
          </p:nvSpPr>
          <p:spPr>
            <a:xfrm>
              <a:off x="4901735" y="3179155"/>
              <a:ext cx="100313" cy="84347"/>
            </a:xfrm>
            <a:custGeom>
              <a:avLst/>
              <a:gdLst/>
              <a:ahLst/>
              <a:cxnLst/>
              <a:rect l="l" t="t" r="r" b="b"/>
              <a:pathLst>
                <a:path w="3820" h="3212" extrusionOk="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62"/>
            <p:cNvSpPr/>
            <p:nvPr/>
          </p:nvSpPr>
          <p:spPr>
            <a:xfrm>
              <a:off x="5145428" y="3179759"/>
              <a:ext cx="97346" cy="82929"/>
            </a:xfrm>
            <a:custGeom>
              <a:avLst/>
              <a:gdLst/>
              <a:ahLst/>
              <a:cxnLst/>
              <a:rect l="l" t="t" r="r" b="b"/>
              <a:pathLst>
                <a:path w="3707" h="3158" extrusionOk="0">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62"/>
            <p:cNvSpPr/>
            <p:nvPr/>
          </p:nvSpPr>
          <p:spPr>
            <a:xfrm>
              <a:off x="4878784" y="3101320"/>
              <a:ext cx="125680" cy="66438"/>
            </a:xfrm>
            <a:custGeom>
              <a:avLst/>
              <a:gdLst/>
              <a:ahLst/>
              <a:cxnLst/>
              <a:rect l="l" t="t" r="r" b="b"/>
              <a:pathLst>
                <a:path w="4786" h="2530" extrusionOk="0">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62"/>
            <p:cNvSpPr/>
            <p:nvPr/>
          </p:nvSpPr>
          <p:spPr>
            <a:xfrm>
              <a:off x="4877760" y="3101819"/>
              <a:ext cx="51049" cy="65939"/>
            </a:xfrm>
            <a:custGeom>
              <a:avLst/>
              <a:gdLst/>
              <a:ahLst/>
              <a:cxnLst/>
              <a:rect l="l" t="t" r="r" b="b"/>
              <a:pathLst>
                <a:path w="1944" h="2511" extrusionOk="0">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62"/>
            <p:cNvSpPr/>
            <p:nvPr/>
          </p:nvSpPr>
          <p:spPr>
            <a:xfrm>
              <a:off x="4901131" y="2997278"/>
              <a:ext cx="79463" cy="56328"/>
            </a:xfrm>
            <a:custGeom>
              <a:avLst/>
              <a:gdLst/>
              <a:ahLst/>
              <a:cxnLst/>
              <a:rect l="l" t="t" r="r" b="b"/>
              <a:pathLst>
                <a:path w="3026" h="2145" extrusionOk="0">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62"/>
            <p:cNvSpPr/>
            <p:nvPr/>
          </p:nvSpPr>
          <p:spPr>
            <a:xfrm>
              <a:off x="4901131" y="2997541"/>
              <a:ext cx="43250" cy="56065"/>
            </a:xfrm>
            <a:custGeom>
              <a:avLst/>
              <a:gdLst/>
              <a:ahLst/>
              <a:cxnLst/>
              <a:rect l="l" t="t" r="r" b="b"/>
              <a:pathLst>
                <a:path w="1647" h="2135" extrusionOk="0">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62"/>
            <p:cNvSpPr/>
            <p:nvPr/>
          </p:nvSpPr>
          <p:spPr>
            <a:xfrm>
              <a:off x="4969749" y="3047802"/>
              <a:ext cx="17620" cy="23371"/>
            </a:xfrm>
            <a:custGeom>
              <a:avLst/>
              <a:gdLst/>
              <a:ahLst/>
              <a:cxnLst/>
              <a:rect l="l" t="t" r="r" b="b"/>
              <a:pathLst>
                <a:path w="671" h="890" extrusionOk="0">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62"/>
            <p:cNvSpPr/>
            <p:nvPr/>
          </p:nvSpPr>
          <p:spPr>
            <a:xfrm>
              <a:off x="4894592" y="3047802"/>
              <a:ext cx="17620" cy="23371"/>
            </a:xfrm>
            <a:custGeom>
              <a:avLst/>
              <a:gdLst/>
              <a:ahLst/>
              <a:cxnLst/>
              <a:rect l="l" t="t" r="r" b="b"/>
              <a:pathLst>
                <a:path w="671" h="890" extrusionOk="0">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62"/>
            <p:cNvSpPr/>
            <p:nvPr/>
          </p:nvSpPr>
          <p:spPr>
            <a:xfrm>
              <a:off x="4926262" y="3088610"/>
              <a:ext cx="29437" cy="33350"/>
            </a:xfrm>
            <a:custGeom>
              <a:avLst/>
              <a:gdLst/>
              <a:ahLst/>
              <a:cxnLst/>
              <a:rect l="l" t="t" r="r" b="b"/>
              <a:pathLst>
                <a:path w="1121" h="1270" extrusionOk="0">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62"/>
            <p:cNvSpPr/>
            <p:nvPr/>
          </p:nvSpPr>
          <p:spPr>
            <a:xfrm>
              <a:off x="4926262" y="3088952"/>
              <a:ext cx="17883" cy="33245"/>
            </a:xfrm>
            <a:custGeom>
              <a:avLst/>
              <a:gdLst/>
              <a:ahLst/>
              <a:cxnLst/>
              <a:rect l="l" t="t" r="r" b="b"/>
              <a:pathLst>
                <a:path w="681" h="1266" extrusionOk="0">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62"/>
            <p:cNvSpPr/>
            <p:nvPr/>
          </p:nvSpPr>
          <p:spPr>
            <a:xfrm>
              <a:off x="4909692" y="3030261"/>
              <a:ext cx="62341" cy="66805"/>
            </a:xfrm>
            <a:custGeom>
              <a:avLst/>
              <a:gdLst/>
              <a:ahLst/>
              <a:cxnLst/>
              <a:rect l="l" t="t" r="r" b="b"/>
              <a:pathLst>
                <a:path w="2374" h="254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62"/>
            <p:cNvSpPr/>
            <p:nvPr/>
          </p:nvSpPr>
          <p:spPr>
            <a:xfrm>
              <a:off x="4909692"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62"/>
            <p:cNvSpPr/>
            <p:nvPr/>
          </p:nvSpPr>
          <p:spPr>
            <a:xfrm>
              <a:off x="5142408" y="3101583"/>
              <a:ext cx="124919" cy="66175"/>
            </a:xfrm>
            <a:custGeom>
              <a:avLst/>
              <a:gdLst/>
              <a:ahLst/>
              <a:cxnLst/>
              <a:rect l="l" t="t" r="r" b="b"/>
              <a:pathLst>
                <a:path w="4757" h="2520" extrusionOk="0">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62"/>
            <p:cNvSpPr/>
            <p:nvPr/>
          </p:nvSpPr>
          <p:spPr>
            <a:xfrm>
              <a:off x="5140885" y="3101819"/>
              <a:ext cx="51049" cy="65939"/>
            </a:xfrm>
            <a:custGeom>
              <a:avLst/>
              <a:gdLst/>
              <a:ahLst/>
              <a:cxnLst/>
              <a:rect l="l" t="t" r="r" b="b"/>
              <a:pathLst>
                <a:path w="1944" h="2511" extrusionOk="0">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62"/>
            <p:cNvSpPr/>
            <p:nvPr/>
          </p:nvSpPr>
          <p:spPr>
            <a:xfrm>
              <a:off x="5164256" y="2997278"/>
              <a:ext cx="79699" cy="56328"/>
            </a:xfrm>
            <a:custGeom>
              <a:avLst/>
              <a:gdLst/>
              <a:ahLst/>
              <a:cxnLst/>
              <a:rect l="l" t="t" r="r" b="b"/>
              <a:pathLst>
                <a:path w="3035" h="2145" extrusionOk="0">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62"/>
            <p:cNvSpPr/>
            <p:nvPr/>
          </p:nvSpPr>
          <p:spPr>
            <a:xfrm>
              <a:off x="5164256" y="2997541"/>
              <a:ext cx="43250" cy="56065"/>
            </a:xfrm>
            <a:custGeom>
              <a:avLst/>
              <a:gdLst/>
              <a:ahLst/>
              <a:cxnLst/>
              <a:rect l="l" t="t" r="r" b="b"/>
              <a:pathLst>
                <a:path w="1647" h="2135" extrusionOk="0">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62"/>
            <p:cNvSpPr/>
            <p:nvPr/>
          </p:nvSpPr>
          <p:spPr>
            <a:xfrm>
              <a:off x="5233136" y="3047802"/>
              <a:ext cx="17358" cy="23371"/>
            </a:xfrm>
            <a:custGeom>
              <a:avLst/>
              <a:gdLst/>
              <a:ahLst/>
              <a:cxnLst/>
              <a:rect l="l" t="t" r="r" b="b"/>
              <a:pathLst>
                <a:path w="661" h="890" extrusionOk="0">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62"/>
            <p:cNvSpPr/>
            <p:nvPr/>
          </p:nvSpPr>
          <p:spPr>
            <a:xfrm>
              <a:off x="5157980" y="3047802"/>
              <a:ext cx="17358" cy="23371"/>
            </a:xfrm>
            <a:custGeom>
              <a:avLst/>
              <a:gdLst/>
              <a:ahLst/>
              <a:cxnLst/>
              <a:rect l="l" t="t" r="r" b="b"/>
              <a:pathLst>
                <a:path w="661" h="890" extrusionOk="0">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62"/>
            <p:cNvSpPr/>
            <p:nvPr/>
          </p:nvSpPr>
          <p:spPr>
            <a:xfrm>
              <a:off x="5189387" y="3088610"/>
              <a:ext cx="29700" cy="33587"/>
            </a:xfrm>
            <a:custGeom>
              <a:avLst/>
              <a:gdLst/>
              <a:ahLst/>
              <a:cxnLst/>
              <a:rect l="l" t="t" r="r" b="b"/>
              <a:pathLst>
                <a:path w="1131" h="1279" extrusionOk="0">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62"/>
            <p:cNvSpPr/>
            <p:nvPr/>
          </p:nvSpPr>
          <p:spPr>
            <a:xfrm>
              <a:off x="5189650" y="3088952"/>
              <a:ext cx="17857" cy="33245"/>
            </a:xfrm>
            <a:custGeom>
              <a:avLst/>
              <a:gdLst/>
              <a:ahLst/>
              <a:cxnLst/>
              <a:rect l="l" t="t" r="r" b="b"/>
              <a:pathLst>
                <a:path w="680" h="1266" extrusionOk="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62"/>
            <p:cNvSpPr/>
            <p:nvPr/>
          </p:nvSpPr>
          <p:spPr>
            <a:xfrm>
              <a:off x="5173054" y="3030261"/>
              <a:ext cx="62368" cy="66805"/>
            </a:xfrm>
            <a:custGeom>
              <a:avLst/>
              <a:gdLst/>
              <a:ahLst/>
              <a:cxnLst/>
              <a:rect l="l" t="t" r="r" b="b"/>
              <a:pathLst>
                <a:path w="2375" h="2544" extrusionOk="0">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62"/>
            <p:cNvSpPr/>
            <p:nvPr/>
          </p:nvSpPr>
          <p:spPr>
            <a:xfrm>
              <a:off x="5172817"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62"/>
            <p:cNvSpPr/>
            <p:nvPr/>
          </p:nvSpPr>
          <p:spPr>
            <a:xfrm>
              <a:off x="5009953" y="2992000"/>
              <a:ext cx="125680" cy="66149"/>
            </a:xfrm>
            <a:custGeom>
              <a:avLst/>
              <a:gdLst/>
              <a:ahLst/>
              <a:cxnLst/>
              <a:rect l="l" t="t" r="r" b="b"/>
              <a:pathLst>
                <a:path w="4786" h="2519" extrusionOk="0">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62"/>
            <p:cNvSpPr/>
            <p:nvPr/>
          </p:nvSpPr>
          <p:spPr>
            <a:xfrm>
              <a:off x="5009217" y="2992262"/>
              <a:ext cx="51286" cy="65913"/>
            </a:xfrm>
            <a:custGeom>
              <a:avLst/>
              <a:gdLst/>
              <a:ahLst/>
              <a:cxnLst/>
              <a:rect l="l" t="t" r="r" b="b"/>
              <a:pathLst>
                <a:path w="1953" h="2510" extrusionOk="0">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62"/>
            <p:cNvSpPr/>
            <p:nvPr/>
          </p:nvSpPr>
          <p:spPr>
            <a:xfrm>
              <a:off x="5032825" y="2887695"/>
              <a:ext cx="79436" cy="56091"/>
            </a:xfrm>
            <a:custGeom>
              <a:avLst/>
              <a:gdLst/>
              <a:ahLst/>
              <a:cxnLst/>
              <a:rect l="l" t="t" r="r" b="b"/>
              <a:pathLst>
                <a:path w="3025" h="2136" extrusionOk="0">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62"/>
            <p:cNvSpPr/>
            <p:nvPr/>
          </p:nvSpPr>
          <p:spPr>
            <a:xfrm>
              <a:off x="5032825" y="2887459"/>
              <a:ext cx="43014" cy="56328"/>
            </a:xfrm>
            <a:custGeom>
              <a:avLst/>
              <a:gdLst/>
              <a:ahLst/>
              <a:cxnLst/>
              <a:rect l="l" t="t" r="r" b="b"/>
              <a:pathLst>
                <a:path w="1638" h="2145" extrusionOk="0">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62"/>
            <p:cNvSpPr/>
            <p:nvPr/>
          </p:nvSpPr>
          <p:spPr>
            <a:xfrm>
              <a:off x="5101442" y="2937983"/>
              <a:ext cx="17358" cy="23371"/>
            </a:xfrm>
            <a:custGeom>
              <a:avLst/>
              <a:gdLst/>
              <a:ahLst/>
              <a:cxnLst/>
              <a:rect l="l" t="t" r="r" b="b"/>
              <a:pathLst>
                <a:path w="661" h="890" extrusionOk="0">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62"/>
            <p:cNvSpPr/>
            <p:nvPr/>
          </p:nvSpPr>
          <p:spPr>
            <a:xfrm>
              <a:off x="5026286" y="2937957"/>
              <a:ext cx="17620" cy="23398"/>
            </a:xfrm>
            <a:custGeom>
              <a:avLst/>
              <a:gdLst/>
              <a:ahLst/>
              <a:cxnLst/>
              <a:rect l="l" t="t" r="r" b="b"/>
              <a:pathLst>
                <a:path w="671" h="891" extrusionOk="0">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62"/>
            <p:cNvSpPr/>
            <p:nvPr/>
          </p:nvSpPr>
          <p:spPr>
            <a:xfrm>
              <a:off x="5057956" y="2979027"/>
              <a:ext cx="29175" cy="33350"/>
            </a:xfrm>
            <a:custGeom>
              <a:avLst/>
              <a:gdLst/>
              <a:ahLst/>
              <a:cxnLst/>
              <a:rect l="l" t="t" r="r" b="b"/>
              <a:pathLst>
                <a:path w="1111" h="1270" extrusionOk="0">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62"/>
            <p:cNvSpPr/>
            <p:nvPr/>
          </p:nvSpPr>
          <p:spPr>
            <a:xfrm>
              <a:off x="5057956" y="2979369"/>
              <a:ext cx="17883" cy="33271"/>
            </a:xfrm>
            <a:custGeom>
              <a:avLst/>
              <a:gdLst/>
              <a:ahLst/>
              <a:cxnLst/>
              <a:rect l="l" t="t" r="r" b="b"/>
              <a:pathLst>
                <a:path w="681" h="1267" extrusionOk="0">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62"/>
            <p:cNvSpPr/>
            <p:nvPr/>
          </p:nvSpPr>
          <p:spPr>
            <a:xfrm>
              <a:off x="5041386" y="2920520"/>
              <a:ext cx="62341" cy="66989"/>
            </a:xfrm>
            <a:custGeom>
              <a:avLst/>
              <a:gdLst/>
              <a:ahLst/>
              <a:cxnLst/>
              <a:rect l="l" t="t" r="r" b="b"/>
              <a:pathLst>
                <a:path w="2374" h="2551" extrusionOk="0">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62"/>
            <p:cNvSpPr/>
            <p:nvPr/>
          </p:nvSpPr>
          <p:spPr>
            <a:xfrm>
              <a:off x="5041386" y="2920625"/>
              <a:ext cx="45246" cy="66884"/>
            </a:xfrm>
            <a:custGeom>
              <a:avLst/>
              <a:gdLst/>
              <a:ahLst/>
              <a:cxnLst/>
              <a:rect l="l" t="t" r="r" b="b"/>
              <a:pathLst>
                <a:path w="1723" h="2547" extrusionOk="0">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62"/>
            <p:cNvSpPr/>
            <p:nvPr/>
          </p:nvSpPr>
          <p:spPr>
            <a:xfrm>
              <a:off x="5010714" y="3211139"/>
              <a:ext cx="125680" cy="66648"/>
            </a:xfrm>
            <a:custGeom>
              <a:avLst/>
              <a:gdLst/>
              <a:ahLst/>
              <a:cxnLst/>
              <a:rect l="l" t="t" r="r" b="b"/>
              <a:pathLst>
                <a:path w="4786" h="2538" extrusionOk="0">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62"/>
            <p:cNvSpPr/>
            <p:nvPr/>
          </p:nvSpPr>
          <p:spPr>
            <a:xfrm>
              <a:off x="5009217" y="3211402"/>
              <a:ext cx="51286" cy="65939"/>
            </a:xfrm>
            <a:custGeom>
              <a:avLst/>
              <a:gdLst/>
              <a:ahLst/>
              <a:cxnLst/>
              <a:rect l="l" t="t" r="r" b="b"/>
              <a:pathLst>
                <a:path w="1953" h="2511" extrusionOk="0">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62"/>
            <p:cNvSpPr/>
            <p:nvPr/>
          </p:nvSpPr>
          <p:spPr>
            <a:xfrm>
              <a:off x="5032825" y="3106861"/>
              <a:ext cx="79436" cy="56301"/>
            </a:xfrm>
            <a:custGeom>
              <a:avLst/>
              <a:gdLst/>
              <a:ahLst/>
              <a:cxnLst/>
              <a:rect l="l" t="t" r="r" b="b"/>
              <a:pathLst>
                <a:path w="3025" h="2144" extrusionOk="0">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62"/>
            <p:cNvSpPr/>
            <p:nvPr/>
          </p:nvSpPr>
          <p:spPr>
            <a:xfrm>
              <a:off x="5032825" y="3106861"/>
              <a:ext cx="43014" cy="56301"/>
            </a:xfrm>
            <a:custGeom>
              <a:avLst/>
              <a:gdLst/>
              <a:ahLst/>
              <a:cxnLst/>
              <a:rect l="l" t="t" r="r" b="b"/>
              <a:pathLst>
                <a:path w="1638" h="2144" extrusionOk="0">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62"/>
            <p:cNvSpPr/>
            <p:nvPr/>
          </p:nvSpPr>
          <p:spPr>
            <a:xfrm>
              <a:off x="5101442" y="3157385"/>
              <a:ext cx="17358" cy="23345"/>
            </a:xfrm>
            <a:custGeom>
              <a:avLst/>
              <a:gdLst/>
              <a:ahLst/>
              <a:cxnLst/>
              <a:rect l="l" t="t" r="r" b="b"/>
              <a:pathLst>
                <a:path w="661" h="889" extrusionOk="0">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62"/>
            <p:cNvSpPr/>
            <p:nvPr/>
          </p:nvSpPr>
          <p:spPr>
            <a:xfrm>
              <a:off x="5026286" y="3157359"/>
              <a:ext cx="17620" cy="23371"/>
            </a:xfrm>
            <a:custGeom>
              <a:avLst/>
              <a:gdLst/>
              <a:ahLst/>
              <a:cxnLst/>
              <a:rect l="l" t="t" r="r" b="b"/>
              <a:pathLst>
                <a:path w="671" h="890" extrusionOk="0">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62"/>
            <p:cNvSpPr/>
            <p:nvPr/>
          </p:nvSpPr>
          <p:spPr>
            <a:xfrm>
              <a:off x="5057956" y="3198272"/>
              <a:ext cx="29175" cy="33271"/>
            </a:xfrm>
            <a:custGeom>
              <a:avLst/>
              <a:gdLst/>
              <a:ahLst/>
              <a:cxnLst/>
              <a:rect l="l" t="t" r="r" b="b"/>
              <a:pathLst>
                <a:path w="1111" h="1267" extrusionOk="0">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62"/>
            <p:cNvSpPr/>
            <p:nvPr/>
          </p:nvSpPr>
          <p:spPr>
            <a:xfrm>
              <a:off x="5057956" y="3198508"/>
              <a:ext cx="17883" cy="33350"/>
            </a:xfrm>
            <a:custGeom>
              <a:avLst/>
              <a:gdLst/>
              <a:ahLst/>
              <a:cxnLst/>
              <a:rect l="l" t="t" r="r" b="b"/>
              <a:pathLst>
                <a:path w="681" h="1270" extrusionOk="0">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62"/>
            <p:cNvSpPr/>
            <p:nvPr/>
          </p:nvSpPr>
          <p:spPr>
            <a:xfrm>
              <a:off x="5041386" y="3139844"/>
              <a:ext cx="62341" cy="66805"/>
            </a:xfrm>
            <a:custGeom>
              <a:avLst/>
              <a:gdLst/>
              <a:ahLst/>
              <a:cxnLst/>
              <a:rect l="l" t="t" r="r" b="b"/>
              <a:pathLst>
                <a:path w="2374" h="254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62"/>
            <p:cNvSpPr/>
            <p:nvPr/>
          </p:nvSpPr>
          <p:spPr>
            <a:xfrm>
              <a:off x="5041386" y="3139844"/>
              <a:ext cx="45246" cy="67068"/>
            </a:xfrm>
            <a:custGeom>
              <a:avLst/>
              <a:gdLst/>
              <a:ahLst/>
              <a:cxnLst/>
              <a:rect l="l" t="t" r="r" b="b"/>
              <a:pathLst>
                <a:path w="1723" h="255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20" name="Google Shape;10620;p62"/>
          <p:cNvSpPr/>
          <p:nvPr/>
        </p:nvSpPr>
        <p:spPr>
          <a:xfrm>
            <a:off x="5906557" y="2735295"/>
            <a:ext cx="50288" cy="25157"/>
          </a:xfrm>
          <a:custGeom>
            <a:avLst/>
            <a:gdLst/>
            <a:ahLst/>
            <a:cxnLst/>
            <a:rect l="l" t="t" r="r" b="b"/>
            <a:pathLst>
              <a:path w="1915" h="958" extrusionOk="0">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62"/>
          <p:cNvSpPr/>
          <p:nvPr/>
        </p:nvSpPr>
        <p:spPr>
          <a:xfrm>
            <a:off x="5906557" y="2735295"/>
            <a:ext cx="34716" cy="22899"/>
          </a:xfrm>
          <a:custGeom>
            <a:avLst/>
            <a:gdLst/>
            <a:ahLst/>
            <a:cxnLst/>
            <a:rect l="l" t="t" r="r" b="b"/>
            <a:pathLst>
              <a:path w="1322" h="872" extrusionOk="0">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62"/>
          <p:cNvSpPr/>
          <p:nvPr/>
        </p:nvSpPr>
        <p:spPr>
          <a:xfrm>
            <a:off x="5793482" y="2992906"/>
            <a:ext cx="28177" cy="75681"/>
          </a:xfrm>
          <a:custGeom>
            <a:avLst/>
            <a:gdLst/>
            <a:ahLst/>
            <a:cxnLst/>
            <a:rect l="l" t="t" r="r" b="b"/>
            <a:pathLst>
              <a:path w="1073" h="2882" extrusionOk="0">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62"/>
          <p:cNvSpPr/>
          <p:nvPr/>
        </p:nvSpPr>
        <p:spPr>
          <a:xfrm>
            <a:off x="5793219" y="2993168"/>
            <a:ext cx="28440" cy="56065"/>
          </a:xfrm>
          <a:custGeom>
            <a:avLst/>
            <a:gdLst/>
            <a:ahLst/>
            <a:cxnLst/>
            <a:rect l="l" t="t" r="r" b="b"/>
            <a:pathLst>
              <a:path w="1083" h="2135" extrusionOk="0">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62"/>
          <p:cNvSpPr/>
          <p:nvPr/>
        </p:nvSpPr>
        <p:spPr>
          <a:xfrm>
            <a:off x="5774627" y="3076596"/>
            <a:ext cx="18881" cy="48528"/>
          </a:xfrm>
          <a:custGeom>
            <a:avLst/>
            <a:gdLst/>
            <a:ahLst/>
            <a:cxnLst/>
            <a:rect l="l" t="t" r="r" b="b"/>
            <a:pathLst>
              <a:path w="719" h="1848" extrusionOk="0">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25" name="Google Shape;10625;p62"/>
          <p:cNvGrpSpPr/>
          <p:nvPr/>
        </p:nvGrpSpPr>
        <p:grpSpPr>
          <a:xfrm>
            <a:off x="5774627" y="2735295"/>
            <a:ext cx="314411" cy="389830"/>
            <a:chOff x="5779239" y="2887695"/>
            <a:chExt cx="314411" cy="389830"/>
          </a:xfrm>
        </p:grpSpPr>
        <p:sp>
          <p:nvSpPr>
            <p:cNvPr id="10626" name="Google Shape;10626;p62"/>
            <p:cNvSpPr/>
            <p:nvPr/>
          </p:nvSpPr>
          <p:spPr>
            <a:xfrm>
              <a:off x="5898617" y="2937957"/>
              <a:ext cx="75419" cy="62866"/>
            </a:xfrm>
            <a:custGeom>
              <a:avLst/>
              <a:gdLst/>
              <a:ahLst/>
              <a:cxnLst/>
              <a:rect l="l" t="t" r="r" b="b"/>
              <a:pathLst>
                <a:path w="2872" h="2394" extrusionOk="0">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62"/>
            <p:cNvSpPr/>
            <p:nvPr/>
          </p:nvSpPr>
          <p:spPr>
            <a:xfrm>
              <a:off x="5922488" y="2937957"/>
              <a:ext cx="27678" cy="18750"/>
            </a:xfrm>
            <a:custGeom>
              <a:avLst/>
              <a:gdLst/>
              <a:ahLst/>
              <a:cxnLst/>
              <a:rect l="l" t="t" r="r" b="b"/>
              <a:pathLst>
                <a:path w="1054" h="714" extrusionOk="0">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62"/>
            <p:cNvSpPr/>
            <p:nvPr/>
          </p:nvSpPr>
          <p:spPr>
            <a:xfrm>
              <a:off x="5898617" y="2957836"/>
              <a:ext cx="75419" cy="42988"/>
            </a:xfrm>
            <a:custGeom>
              <a:avLst/>
              <a:gdLst/>
              <a:ahLst/>
              <a:cxnLst/>
              <a:rect l="l" t="t" r="r" b="b"/>
              <a:pathLst>
                <a:path w="2872" h="1637" extrusionOk="0">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62"/>
            <p:cNvSpPr/>
            <p:nvPr/>
          </p:nvSpPr>
          <p:spPr>
            <a:xfrm>
              <a:off x="5898617" y="2968891"/>
              <a:ext cx="18881" cy="31932"/>
            </a:xfrm>
            <a:custGeom>
              <a:avLst/>
              <a:gdLst/>
              <a:ahLst/>
              <a:cxnLst/>
              <a:rect l="l" t="t" r="r" b="b"/>
              <a:pathLst>
                <a:path w="719" h="1216" extrusionOk="0">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62"/>
            <p:cNvSpPr/>
            <p:nvPr/>
          </p:nvSpPr>
          <p:spPr>
            <a:xfrm>
              <a:off x="5955155" y="2968891"/>
              <a:ext cx="18881" cy="31932"/>
            </a:xfrm>
            <a:custGeom>
              <a:avLst/>
              <a:gdLst/>
              <a:ahLst/>
              <a:cxnLst/>
              <a:rect l="l" t="t" r="r" b="b"/>
              <a:pathLst>
                <a:path w="719" h="1216" extrusionOk="0">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62"/>
            <p:cNvSpPr/>
            <p:nvPr/>
          </p:nvSpPr>
          <p:spPr>
            <a:xfrm>
              <a:off x="5911170" y="2887695"/>
              <a:ext cx="50288" cy="56590"/>
            </a:xfrm>
            <a:custGeom>
              <a:avLst/>
              <a:gdLst/>
              <a:ahLst/>
              <a:cxnLst/>
              <a:rect l="l" t="t" r="r" b="b"/>
              <a:pathLst>
                <a:path w="1915" h="2155" extrusionOk="0">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62"/>
            <p:cNvSpPr/>
            <p:nvPr/>
          </p:nvSpPr>
          <p:spPr>
            <a:xfrm>
              <a:off x="5911170" y="2887695"/>
              <a:ext cx="34716" cy="56485"/>
            </a:xfrm>
            <a:custGeom>
              <a:avLst/>
              <a:gdLst/>
              <a:ahLst/>
              <a:cxnLst/>
              <a:rect l="l" t="t" r="r" b="b"/>
              <a:pathLst>
                <a:path w="1322" h="2151" extrusionOk="0">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62"/>
            <p:cNvSpPr/>
            <p:nvPr/>
          </p:nvSpPr>
          <p:spPr>
            <a:xfrm>
              <a:off x="5892341" y="3013375"/>
              <a:ext cx="87971" cy="150811"/>
            </a:xfrm>
            <a:custGeom>
              <a:avLst/>
              <a:gdLst/>
              <a:ahLst/>
              <a:cxnLst/>
              <a:rect l="l" t="t" r="r" b="b"/>
              <a:pathLst>
                <a:path w="3350" h="5743" extrusionOk="0">
                  <a:moveTo>
                    <a:pt x="0" y="0"/>
                  </a:moveTo>
                  <a:lnTo>
                    <a:pt x="0" y="5742"/>
                  </a:lnTo>
                  <a:lnTo>
                    <a:pt x="3350" y="5742"/>
                  </a:lnTo>
                  <a:lnTo>
                    <a:pt x="335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62"/>
            <p:cNvSpPr/>
            <p:nvPr/>
          </p:nvSpPr>
          <p:spPr>
            <a:xfrm>
              <a:off x="5892341" y="3101320"/>
              <a:ext cx="87971" cy="62866"/>
            </a:xfrm>
            <a:custGeom>
              <a:avLst/>
              <a:gdLst/>
              <a:ahLst/>
              <a:cxnLst/>
              <a:rect l="l" t="t" r="r" b="b"/>
              <a:pathLst>
                <a:path w="3350" h="2394" extrusionOk="0">
                  <a:moveTo>
                    <a:pt x="0" y="1"/>
                  </a:moveTo>
                  <a:lnTo>
                    <a:pt x="0" y="2393"/>
                  </a:lnTo>
                  <a:lnTo>
                    <a:pt x="3350" y="2393"/>
                  </a:lnTo>
                  <a:lnTo>
                    <a:pt x="3350"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62"/>
            <p:cNvSpPr/>
            <p:nvPr/>
          </p:nvSpPr>
          <p:spPr>
            <a:xfrm>
              <a:off x="5967734" y="3082466"/>
              <a:ext cx="50288" cy="75419"/>
            </a:xfrm>
            <a:custGeom>
              <a:avLst/>
              <a:gdLst/>
              <a:ahLst/>
              <a:cxnLst/>
              <a:rect l="l" t="t" r="r" b="b"/>
              <a:pathLst>
                <a:path w="1915" h="2872" extrusionOk="0">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62"/>
            <p:cNvSpPr/>
            <p:nvPr/>
          </p:nvSpPr>
          <p:spPr>
            <a:xfrm>
              <a:off x="5967734" y="3082466"/>
              <a:ext cx="28413" cy="75419"/>
            </a:xfrm>
            <a:custGeom>
              <a:avLst/>
              <a:gdLst/>
              <a:ahLst/>
              <a:cxnLst/>
              <a:rect l="l" t="t" r="r" b="b"/>
              <a:pathLst>
                <a:path w="1082" h="2872" extrusionOk="0">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62"/>
            <p:cNvSpPr/>
            <p:nvPr/>
          </p:nvSpPr>
          <p:spPr>
            <a:xfrm>
              <a:off x="5967734" y="3082466"/>
              <a:ext cx="50288" cy="56590"/>
            </a:xfrm>
            <a:custGeom>
              <a:avLst/>
              <a:gdLst/>
              <a:ahLst/>
              <a:cxnLst/>
              <a:rect l="l" t="t" r="r" b="b"/>
              <a:pathLst>
                <a:path w="1915" h="2155" extrusionOk="0">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62"/>
            <p:cNvSpPr/>
            <p:nvPr/>
          </p:nvSpPr>
          <p:spPr>
            <a:xfrm>
              <a:off x="5967734" y="3082466"/>
              <a:ext cx="28177" cy="56328"/>
            </a:xfrm>
            <a:custGeom>
              <a:avLst/>
              <a:gdLst/>
              <a:ahLst/>
              <a:cxnLst/>
              <a:rect l="l" t="t" r="r" b="b"/>
              <a:pathLst>
                <a:path w="1073" h="2145" extrusionOk="0">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62"/>
            <p:cNvSpPr/>
            <p:nvPr/>
          </p:nvSpPr>
          <p:spPr>
            <a:xfrm>
              <a:off x="5948879" y="3151582"/>
              <a:ext cx="87971" cy="100812"/>
            </a:xfrm>
            <a:custGeom>
              <a:avLst/>
              <a:gdLst/>
              <a:ahLst/>
              <a:cxnLst/>
              <a:rect l="l" t="t" r="r" b="b"/>
              <a:pathLst>
                <a:path w="3350" h="3839" extrusionOk="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62"/>
            <p:cNvSpPr/>
            <p:nvPr/>
          </p:nvSpPr>
          <p:spPr>
            <a:xfrm>
              <a:off x="5948879" y="3165920"/>
              <a:ext cx="18881" cy="86474"/>
            </a:xfrm>
            <a:custGeom>
              <a:avLst/>
              <a:gdLst/>
              <a:ahLst/>
              <a:cxnLst/>
              <a:rect l="l" t="t" r="r" b="b"/>
              <a:pathLst>
                <a:path w="719" h="3293" extrusionOk="0">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62"/>
            <p:cNvSpPr/>
            <p:nvPr/>
          </p:nvSpPr>
          <p:spPr>
            <a:xfrm>
              <a:off x="6017995" y="3165920"/>
              <a:ext cx="18855" cy="86474"/>
            </a:xfrm>
            <a:custGeom>
              <a:avLst/>
              <a:gdLst/>
              <a:ahLst/>
              <a:cxnLst/>
              <a:rect l="l" t="t" r="r" b="b"/>
              <a:pathLst>
                <a:path w="718" h="3293" extrusionOk="0">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62"/>
            <p:cNvSpPr/>
            <p:nvPr/>
          </p:nvSpPr>
          <p:spPr>
            <a:xfrm>
              <a:off x="5854632" y="3082466"/>
              <a:ext cx="50288" cy="75419"/>
            </a:xfrm>
            <a:custGeom>
              <a:avLst/>
              <a:gdLst/>
              <a:ahLst/>
              <a:cxnLst/>
              <a:rect l="l" t="t" r="r" b="b"/>
              <a:pathLst>
                <a:path w="1915" h="2872" extrusionOk="0">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62"/>
            <p:cNvSpPr/>
            <p:nvPr/>
          </p:nvSpPr>
          <p:spPr>
            <a:xfrm>
              <a:off x="5854632" y="3082466"/>
              <a:ext cx="28177" cy="75419"/>
            </a:xfrm>
            <a:custGeom>
              <a:avLst/>
              <a:gdLst/>
              <a:ahLst/>
              <a:cxnLst/>
              <a:rect l="l" t="t" r="r" b="b"/>
              <a:pathLst>
                <a:path w="1073" h="2872" extrusionOk="0">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62"/>
            <p:cNvSpPr/>
            <p:nvPr/>
          </p:nvSpPr>
          <p:spPr>
            <a:xfrm>
              <a:off x="5854632" y="3082466"/>
              <a:ext cx="50288" cy="56590"/>
            </a:xfrm>
            <a:custGeom>
              <a:avLst/>
              <a:gdLst/>
              <a:ahLst/>
              <a:cxnLst/>
              <a:rect l="l" t="t" r="r" b="b"/>
              <a:pathLst>
                <a:path w="1915" h="2155" extrusionOk="0">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62"/>
            <p:cNvSpPr/>
            <p:nvPr/>
          </p:nvSpPr>
          <p:spPr>
            <a:xfrm>
              <a:off x="5854632" y="3082466"/>
              <a:ext cx="28177" cy="56328"/>
            </a:xfrm>
            <a:custGeom>
              <a:avLst/>
              <a:gdLst/>
              <a:ahLst/>
              <a:cxnLst/>
              <a:rect l="l" t="t" r="r" b="b"/>
              <a:pathLst>
                <a:path w="1073" h="2145" extrusionOk="0">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62"/>
            <p:cNvSpPr/>
            <p:nvPr/>
          </p:nvSpPr>
          <p:spPr>
            <a:xfrm>
              <a:off x="5835777" y="3151582"/>
              <a:ext cx="87997" cy="100812"/>
            </a:xfrm>
            <a:custGeom>
              <a:avLst/>
              <a:gdLst/>
              <a:ahLst/>
              <a:cxnLst/>
              <a:rect l="l" t="t" r="r" b="b"/>
              <a:pathLst>
                <a:path w="3351" h="3839" extrusionOk="0">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62"/>
            <p:cNvSpPr/>
            <p:nvPr/>
          </p:nvSpPr>
          <p:spPr>
            <a:xfrm>
              <a:off x="5835777" y="3165920"/>
              <a:ext cx="18881" cy="86474"/>
            </a:xfrm>
            <a:custGeom>
              <a:avLst/>
              <a:gdLst/>
              <a:ahLst/>
              <a:cxnLst/>
              <a:rect l="l" t="t" r="r" b="b"/>
              <a:pathLst>
                <a:path w="719" h="3293" extrusionOk="0">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62"/>
            <p:cNvSpPr/>
            <p:nvPr/>
          </p:nvSpPr>
          <p:spPr>
            <a:xfrm>
              <a:off x="5904893" y="3165920"/>
              <a:ext cx="18881" cy="86474"/>
            </a:xfrm>
            <a:custGeom>
              <a:avLst/>
              <a:gdLst/>
              <a:ahLst/>
              <a:cxnLst/>
              <a:rect l="l" t="t" r="r" b="b"/>
              <a:pathLst>
                <a:path w="719" h="3293" extrusionOk="0">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62"/>
            <p:cNvSpPr/>
            <p:nvPr/>
          </p:nvSpPr>
          <p:spPr>
            <a:xfrm>
              <a:off x="6024271" y="3145306"/>
              <a:ext cx="50288" cy="75419"/>
            </a:xfrm>
            <a:custGeom>
              <a:avLst/>
              <a:gdLst/>
              <a:ahLst/>
              <a:cxnLst/>
              <a:rect l="l" t="t" r="r" b="b"/>
              <a:pathLst>
                <a:path w="1915" h="2872" extrusionOk="0">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62"/>
            <p:cNvSpPr/>
            <p:nvPr/>
          </p:nvSpPr>
          <p:spPr>
            <a:xfrm>
              <a:off x="6024271" y="3145306"/>
              <a:ext cx="28413" cy="75681"/>
            </a:xfrm>
            <a:custGeom>
              <a:avLst/>
              <a:gdLst/>
              <a:ahLst/>
              <a:cxnLst/>
              <a:rect l="l" t="t" r="r" b="b"/>
              <a:pathLst>
                <a:path w="1082" h="2882" extrusionOk="0">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62"/>
            <p:cNvSpPr/>
            <p:nvPr/>
          </p:nvSpPr>
          <p:spPr>
            <a:xfrm>
              <a:off x="6024271" y="3145306"/>
              <a:ext cx="50288" cy="56564"/>
            </a:xfrm>
            <a:custGeom>
              <a:avLst/>
              <a:gdLst/>
              <a:ahLst/>
              <a:cxnLst/>
              <a:rect l="l" t="t" r="r" b="b"/>
              <a:pathLst>
                <a:path w="1915" h="2154" extrusionOk="0">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62"/>
            <p:cNvSpPr/>
            <p:nvPr/>
          </p:nvSpPr>
          <p:spPr>
            <a:xfrm>
              <a:off x="6024271" y="3145568"/>
              <a:ext cx="28177" cy="56065"/>
            </a:xfrm>
            <a:custGeom>
              <a:avLst/>
              <a:gdLst/>
              <a:ahLst/>
              <a:cxnLst/>
              <a:rect l="l" t="t" r="r" b="b"/>
              <a:pathLst>
                <a:path w="1073" h="2135" extrusionOk="0">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62"/>
            <p:cNvSpPr/>
            <p:nvPr/>
          </p:nvSpPr>
          <p:spPr>
            <a:xfrm>
              <a:off x="6005417" y="3214422"/>
              <a:ext cx="87997" cy="63103"/>
            </a:xfrm>
            <a:custGeom>
              <a:avLst/>
              <a:gdLst/>
              <a:ahLst/>
              <a:cxnLst/>
              <a:rect l="l" t="t" r="r" b="b"/>
              <a:pathLst>
                <a:path w="3351" h="2403" extrusionOk="0">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62"/>
            <p:cNvSpPr/>
            <p:nvPr/>
          </p:nvSpPr>
          <p:spPr>
            <a:xfrm>
              <a:off x="6005417" y="3228996"/>
              <a:ext cx="18881" cy="48528"/>
            </a:xfrm>
            <a:custGeom>
              <a:avLst/>
              <a:gdLst/>
              <a:ahLst/>
              <a:cxnLst/>
              <a:rect l="l" t="t" r="r" b="b"/>
              <a:pathLst>
                <a:path w="719" h="1848" extrusionOk="0">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62"/>
            <p:cNvSpPr/>
            <p:nvPr/>
          </p:nvSpPr>
          <p:spPr>
            <a:xfrm>
              <a:off x="6074796" y="3228996"/>
              <a:ext cx="18855" cy="48528"/>
            </a:xfrm>
            <a:custGeom>
              <a:avLst/>
              <a:gdLst/>
              <a:ahLst/>
              <a:cxnLst/>
              <a:rect l="l" t="t" r="r" b="b"/>
              <a:pathLst>
                <a:path w="718" h="1848" extrusionOk="0">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62"/>
            <p:cNvSpPr/>
            <p:nvPr/>
          </p:nvSpPr>
          <p:spPr>
            <a:xfrm>
              <a:off x="5911170" y="3145306"/>
              <a:ext cx="50288" cy="75419"/>
            </a:xfrm>
            <a:custGeom>
              <a:avLst/>
              <a:gdLst/>
              <a:ahLst/>
              <a:cxnLst/>
              <a:rect l="l" t="t" r="r" b="b"/>
              <a:pathLst>
                <a:path w="1915" h="2872" extrusionOk="0">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62"/>
            <p:cNvSpPr/>
            <p:nvPr/>
          </p:nvSpPr>
          <p:spPr>
            <a:xfrm>
              <a:off x="5911170" y="3145306"/>
              <a:ext cx="28440" cy="75681"/>
            </a:xfrm>
            <a:custGeom>
              <a:avLst/>
              <a:gdLst/>
              <a:ahLst/>
              <a:cxnLst/>
              <a:rect l="l" t="t" r="r" b="b"/>
              <a:pathLst>
                <a:path w="1083" h="2882" extrusionOk="0">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62"/>
            <p:cNvSpPr/>
            <p:nvPr/>
          </p:nvSpPr>
          <p:spPr>
            <a:xfrm>
              <a:off x="5911170" y="3145306"/>
              <a:ext cx="50288" cy="56564"/>
            </a:xfrm>
            <a:custGeom>
              <a:avLst/>
              <a:gdLst/>
              <a:ahLst/>
              <a:cxnLst/>
              <a:rect l="l" t="t" r="r" b="b"/>
              <a:pathLst>
                <a:path w="1915" h="2154" extrusionOk="0">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62"/>
            <p:cNvSpPr/>
            <p:nvPr/>
          </p:nvSpPr>
          <p:spPr>
            <a:xfrm>
              <a:off x="5911170" y="3145568"/>
              <a:ext cx="28177" cy="56065"/>
            </a:xfrm>
            <a:custGeom>
              <a:avLst/>
              <a:gdLst/>
              <a:ahLst/>
              <a:cxnLst/>
              <a:rect l="l" t="t" r="r" b="b"/>
              <a:pathLst>
                <a:path w="1073" h="2135" extrusionOk="0">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62"/>
            <p:cNvSpPr/>
            <p:nvPr/>
          </p:nvSpPr>
          <p:spPr>
            <a:xfrm>
              <a:off x="5892341" y="3214422"/>
              <a:ext cx="87971" cy="63103"/>
            </a:xfrm>
            <a:custGeom>
              <a:avLst/>
              <a:gdLst/>
              <a:ahLst/>
              <a:cxnLst/>
              <a:rect l="l" t="t" r="r" b="b"/>
              <a:pathLst>
                <a:path w="3350" h="2403" extrusionOk="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62"/>
            <p:cNvSpPr/>
            <p:nvPr/>
          </p:nvSpPr>
          <p:spPr>
            <a:xfrm>
              <a:off x="5892341" y="3228996"/>
              <a:ext cx="18855" cy="48528"/>
            </a:xfrm>
            <a:custGeom>
              <a:avLst/>
              <a:gdLst/>
              <a:ahLst/>
              <a:cxnLst/>
              <a:rect l="l" t="t" r="r" b="b"/>
              <a:pathLst>
                <a:path w="718" h="1848" extrusionOk="0">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62"/>
            <p:cNvSpPr/>
            <p:nvPr/>
          </p:nvSpPr>
          <p:spPr>
            <a:xfrm>
              <a:off x="5961431" y="3228996"/>
              <a:ext cx="18881" cy="48528"/>
            </a:xfrm>
            <a:custGeom>
              <a:avLst/>
              <a:gdLst/>
              <a:ahLst/>
              <a:cxnLst/>
              <a:rect l="l" t="t" r="r" b="b"/>
              <a:pathLst>
                <a:path w="719" h="1848" extrusionOk="0">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62"/>
            <p:cNvSpPr/>
            <p:nvPr/>
          </p:nvSpPr>
          <p:spPr>
            <a:xfrm>
              <a:off x="5798094" y="3145306"/>
              <a:ext cx="50288" cy="75419"/>
            </a:xfrm>
            <a:custGeom>
              <a:avLst/>
              <a:gdLst/>
              <a:ahLst/>
              <a:cxnLst/>
              <a:rect l="l" t="t" r="r" b="b"/>
              <a:pathLst>
                <a:path w="1915" h="2872" extrusionOk="0">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62"/>
            <p:cNvSpPr/>
            <p:nvPr/>
          </p:nvSpPr>
          <p:spPr>
            <a:xfrm>
              <a:off x="5798094" y="3145306"/>
              <a:ext cx="50288" cy="56564"/>
            </a:xfrm>
            <a:custGeom>
              <a:avLst/>
              <a:gdLst/>
              <a:ahLst/>
              <a:cxnLst/>
              <a:rect l="l" t="t" r="r" b="b"/>
              <a:pathLst>
                <a:path w="1915" h="2154" extrusionOk="0">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62"/>
            <p:cNvSpPr/>
            <p:nvPr/>
          </p:nvSpPr>
          <p:spPr>
            <a:xfrm>
              <a:off x="5779239" y="3214422"/>
              <a:ext cx="87997" cy="63103"/>
            </a:xfrm>
            <a:custGeom>
              <a:avLst/>
              <a:gdLst/>
              <a:ahLst/>
              <a:cxnLst/>
              <a:rect l="l" t="t" r="r" b="b"/>
              <a:pathLst>
                <a:path w="3351" h="2403" extrusionOk="0">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62"/>
            <p:cNvSpPr/>
            <p:nvPr/>
          </p:nvSpPr>
          <p:spPr>
            <a:xfrm>
              <a:off x="5848356" y="3228996"/>
              <a:ext cx="18881" cy="48528"/>
            </a:xfrm>
            <a:custGeom>
              <a:avLst/>
              <a:gdLst/>
              <a:ahLst/>
              <a:cxnLst/>
              <a:rect l="l" t="t" r="r" b="b"/>
              <a:pathLst>
                <a:path w="719" h="1848" extrusionOk="0">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62"/>
            <p:cNvSpPr/>
            <p:nvPr/>
          </p:nvSpPr>
          <p:spPr>
            <a:xfrm>
              <a:off x="5875482" y="2994521"/>
              <a:ext cx="121925" cy="25157"/>
            </a:xfrm>
            <a:custGeom>
              <a:avLst/>
              <a:gdLst/>
              <a:ahLst/>
              <a:cxnLst/>
              <a:rect l="l" t="t" r="r" b="b"/>
              <a:pathLst>
                <a:path w="4643" h="958" extrusionOk="0">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62"/>
            <p:cNvSpPr/>
            <p:nvPr/>
          </p:nvSpPr>
          <p:spPr>
            <a:xfrm>
              <a:off x="5917472" y="3038506"/>
              <a:ext cx="37709" cy="18855"/>
            </a:xfrm>
            <a:custGeom>
              <a:avLst/>
              <a:gdLst/>
              <a:ahLst/>
              <a:cxnLst/>
              <a:rect l="l" t="t" r="r" b="b"/>
              <a:pathLst>
                <a:path w="1436" h="718" extrusionOk="0">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62"/>
            <p:cNvSpPr/>
            <p:nvPr/>
          </p:nvSpPr>
          <p:spPr>
            <a:xfrm>
              <a:off x="5892341" y="3007073"/>
              <a:ext cx="87971" cy="12605"/>
            </a:xfrm>
            <a:custGeom>
              <a:avLst/>
              <a:gdLst/>
              <a:ahLst/>
              <a:cxnLst/>
              <a:rect l="l" t="t" r="r" b="b"/>
              <a:pathLst>
                <a:path w="3350" h="480" extrusionOk="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0" name="Google Shape;10670;p62"/>
          <p:cNvGrpSpPr/>
          <p:nvPr/>
        </p:nvGrpSpPr>
        <p:grpSpPr>
          <a:xfrm>
            <a:off x="6185517" y="2788577"/>
            <a:ext cx="389830" cy="283004"/>
            <a:chOff x="6190130" y="2940977"/>
            <a:chExt cx="389830" cy="283004"/>
          </a:xfrm>
        </p:grpSpPr>
        <p:sp>
          <p:nvSpPr>
            <p:cNvPr id="10671" name="Google Shape;10671;p62"/>
            <p:cNvSpPr/>
            <p:nvPr/>
          </p:nvSpPr>
          <p:spPr>
            <a:xfrm>
              <a:off x="6208984" y="2940977"/>
              <a:ext cx="352120" cy="257873"/>
            </a:xfrm>
            <a:custGeom>
              <a:avLst/>
              <a:gdLst/>
              <a:ahLst/>
              <a:cxnLst/>
              <a:rect l="l" t="t" r="r" b="b"/>
              <a:pathLst>
                <a:path w="13409" h="9820" extrusionOk="0">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62"/>
            <p:cNvSpPr/>
            <p:nvPr/>
          </p:nvSpPr>
          <p:spPr>
            <a:xfrm>
              <a:off x="6234115" y="2966370"/>
              <a:ext cx="301859" cy="201073"/>
            </a:xfrm>
            <a:custGeom>
              <a:avLst/>
              <a:gdLst/>
              <a:ahLst/>
              <a:cxnLst/>
              <a:rect l="l" t="t" r="r" b="b"/>
              <a:pathLst>
                <a:path w="11495" h="7657" extrusionOk="0">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62"/>
            <p:cNvSpPr/>
            <p:nvPr/>
          </p:nvSpPr>
          <p:spPr>
            <a:xfrm>
              <a:off x="6234115" y="3129734"/>
              <a:ext cx="175942" cy="37709"/>
            </a:xfrm>
            <a:custGeom>
              <a:avLst/>
              <a:gdLst/>
              <a:ahLst/>
              <a:cxnLst/>
              <a:rect l="l" t="t" r="r" b="b"/>
              <a:pathLst>
                <a:path w="6700" h="1436" extrusionOk="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62"/>
            <p:cNvSpPr/>
            <p:nvPr/>
          </p:nvSpPr>
          <p:spPr>
            <a:xfrm>
              <a:off x="6410293" y="2966370"/>
              <a:ext cx="125680" cy="100550"/>
            </a:xfrm>
            <a:custGeom>
              <a:avLst/>
              <a:gdLst/>
              <a:ahLst/>
              <a:cxnLst/>
              <a:rect l="l" t="t" r="r" b="b"/>
              <a:pathLst>
                <a:path w="4786" h="3829" extrusionOk="0">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62"/>
            <p:cNvSpPr/>
            <p:nvPr/>
          </p:nvSpPr>
          <p:spPr>
            <a:xfrm>
              <a:off x="6410293" y="3066893"/>
              <a:ext cx="125680" cy="100550"/>
            </a:xfrm>
            <a:custGeom>
              <a:avLst/>
              <a:gdLst/>
              <a:ahLst/>
              <a:cxnLst/>
              <a:rect l="l" t="t" r="r" b="b"/>
              <a:pathLst>
                <a:path w="4786" h="3829" extrusionOk="0">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62"/>
            <p:cNvSpPr/>
            <p:nvPr/>
          </p:nvSpPr>
          <p:spPr>
            <a:xfrm>
              <a:off x="6190130" y="3192547"/>
              <a:ext cx="389830" cy="31433"/>
            </a:xfrm>
            <a:custGeom>
              <a:avLst/>
              <a:gdLst/>
              <a:ahLst/>
              <a:cxnLst/>
              <a:rect l="l" t="t" r="r" b="b"/>
              <a:pathLst>
                <a:path w="14845" h="1197" extrusionOk="0">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62"/>
            <p:cNvSpPr/>
            <p:nvPr/>
          </p:nvSpPr>
          <p:spPr>
            <a:xfrm>
              <a:off x="6190130" y="3192547"/>
              <a:ext cx="389830" cy="12605"/>
            </a:xfrm>
            <a:custGeom>
              <a:avLst/>
              <a:gdLst/>
              <a:ahLst/>
              <a:cxnLst/>
              <a:rect l="l" t="t" r="r" b="b"/>
              <a:pathLst>
                <a:path w="14845" h="480" extrusionOk="0">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62"/>
            <p:cNvSpPr/>
            <p:nvPr/>
          </p:nvSpPr>
          <p:spPr>
            <a:xfrm>
              <a:off x="6347217" y="3192547"/>
              <a:ext cx="75419" cy="18881"/>
            </a:xfrm>
            <a:custGeom>
              <a:avLst/>
              <a:gdLst/>
              <a:ahLst/>
              <a:cxnLst/>
              <a:rect l="l" t="t" r="r" b="b"/>
              <a:pathLst>
                <a:path w="2872" h="719" extrusionOk="0">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62"/>
            <p:cNvSpPr/>
            <p:nvPr/>
          </p:nvSpPr>
          <p:spPr>
            <a:xfrm>
              <a:off x="6441700" y="3041763"/>
              <a:ext cx="62866" cy="25157"/>
            </a:xfrm>
            <a:custGeom>
              <a:avLst/>
              <a:gdLst/>
              <a:ahLst/>
              <a:cxnLst/>
              <a:rect l="l" t="t" r="r" b="b"/>
              <a:pathLst>
                <a:path w="2394" h="958" extrusionOk="0">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62"/>
            <p:cNvSpPr/>
            <p:nvPr/>
          </p:nvSpPr>
          <p:spPr>
            <a:xfrm>
              <a:off x="6460555" y="3022908"/>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62"/>
            <p:cNvSpPr/>
            <p:nvPr/>
          </p:nvSpPr>
          <p:spPr>
            <a:xfrm>
              <a:off x="6454279" y="2991501"/>
              <a:ext cx="37709" cy="44012"/>
            </a:xfrm>
            <a:custGeom>
              <a:avLst/>
              <a:gdLst/>
              <a:ahLst/>
              <a:cxnLst/>
              <a:rect l="l" t="t" r="r" b="b"/>
              <a:pathLst>
                <a:path w="1436" h="1676" extrusionOk="0">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62"/>
            <p:cNvSpPr/>
            <p:nvPr/>
          </p:nvSpPr>
          <p:spPr>
            <a:xfrm>
              <a:off x="6454069" y="2991501"/>
              <a:ext cx="25367" cy="43907"/>
            </a:xfrm>
            <a:custGeom>
              <a:avLst/>
              <a:gdLst/>
              <a:ahLst/>
              <a:cxnLst/>
              <a:rect l="l" t="t" r="r" b="b"/>
              <a:pathLst>
                <a:path w="966" h="1672" extrusionOk="0">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62"/>
            <p:cNvSpPr/>
            <p:nvPr/>
          </p:nvSpPr>
          <p:spPr>
            <a:xfrm>
              <a:off x="6454279" y="2991501"/>
              <a:ext cx="37709" cy="18881"/>
            </a:xfrm>
            <a:custGeom>
              <a:avLst/>
              <a:gdLst/>
              <a:ahLst/>
              <a:cxnLst/>
              <a:rect l="l" t="t" r="r" b="b"/>
              <a:pathLst>
                <a:path w="1436" h="719" extrusionOk="0">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62"/>
            <p:cNvSpPr/>
            <p:nvPr/>
          </p:nvSpPr>
          <p:spPr>
            <a:xfrm>
              <a:off x="6454279" y="2991501"/>
              <a:ext cx="25157" cy="15598"/>
            </a:xfrm>
            <a:custGeom>
              <a:avLst/>
              <a:gdLst/>
              <a:ahLst/>
              <a:cxnLst/>
              <a:rect l="l" t="t" r="r" b="b"/>
              <a:pathLst>
                <a:path w="958" h="594" extrusionOk="0">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62"/>
            <p:cNvSpPr/>
            <p:nvPr/>
          </p:nvSpPr>
          <p:spPr>
            <a:xfrm>
              <a:off x="6441700" y="3142286"/>
              <a:ext cx="62866" cy="25157"/>
            </a:xfrm>
            <a:custGeom>
              <a:avLst/>
              <a:gdLst/>
              <a:ahLst/>
              <a:cxnLst/>
              <a:rect l="l" t="t" r="r" b="b"/>
              <a:pathLst>
                <a:path w="2394" h="958" extrusionOk="0">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62"/>
            <p:cNvSpPr/>
            <p:nvPr/>
          </p:nvSpPr>
          <p:spPr>
            <a:xfrm>
              <a:off x="6460555" y="3123431"/>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62"/>
            <p:cNvSpPr/>
            <p:nvPr/>
          </p:nvSpPr>
          <p:spPr>
            <a:xfrm>
              <a:off x="6454279" y="3092024"/>
              <a:ext cx="37709" cy="44012"/>
            </a:xfrm>
            <a:custGeom>
              <a:avLst/>
              <a:gdLst/>
              <a:ahLst/>
              <a:cxnLst/>
              <a:rect l="l" t="t" r="r" b="b"/>
              <a:pathLst>
                <a:path w="1436" h="1676" extrusionOk="0">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62"/>
            <p:cNvSpPr/>
            <p:nvPr/>
          </p:nvSpPr>
          <p:spPr>
            <a:xfrm>
              <a:off x="6454069" y="3092024"/>
              <a:ext cx="25367" cy="43933"/>
            </a:xfrm>
            <a:custGeom>
              <a:avLst/>
              <a:gdLst/>
              <a:ahLst/>
              <a:cxnLst/>
              <a:rect l="l" t="t" r="r" b="b"/>
              <a:pathLst>
                <a:path w="966" h="1673" extrusionOk="0">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62"/>
            <p:cNvSpPr/>
            <p:nvPr/>
          </p:nvSpPr>
          <p:spPr>
            <a:xfrm>
              <a:off x="6454279" y="3092024"/>
              <a:ext cx="37709" cy="18881"/>
            </a:xfrm>
            <a:custGeom>
              <a:avLst/>
              <a:gdLst/>
              <a:ahLst/>
              <a:cxnLst/>
              <a:rect l="l" t="t" r="r" b="b"/>
              <a:pathLst>
                <a:path w="1436" h="719" extrusionOk="0">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62"/>
            <p:cNvSpPr/>
            <p:nvPr/>
          </p:nvSpPr>
          <p:spPr>
            <a:xfrm>
              <a:off x="6454279" y="3092024"/>
              <a:ext cx="25157" cy="15598"/>
            </a:xfrm>
            <a:custGeom>
              <a:avLst/>
              <a:gdLst/>
              <a:ahLst/>
              <a:cxnLst/>
              <a:rect l="l" t="t" r="r" b="b"/>
              <a:pathLst>
                <a:path w="958" h="594" extrusionOk="0">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62"/>
            <p:cNvSpPr/>
            <p:nvPr/>
          </p:nvSpPr>
          <p:spPr>
            <a:xfrm>
              <a:off x="6284377" y="3048039"/>
              <a:ext cx="75419" cy="94273"/>
            </a:xfrm>
            <a:custGeom>
              <a:avLst/>
              <a:gdLst/>
              <a:ahLst/>
              <a:cxnLst/>
              <a:rect l="l" t="t" r="r" b="b"/>
              <a:pathLst>
                <a:path w="2872" h="3590" extrusionOk="0">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62"/>
            <p:cNvSpPr/>
            <p:nvPr/>
          </p:nvSpPr>
          <p:spPr>
            <a:xfrm>
              <a:off x="6308247" y="3048039"/>
              <a:ext cx="27678" cy="18750"/>
            </a:xfrm>
            <a:custGeom>
              <a:avLst/>
              <a:gdLst/>
              <a:ahLst/>
              <a:cxnLst/>
              <a:rect l="l" t="t" r="r" b="b"/>
              <a:pathLst>
                <a:path w="1054" h="714" extrusionOk="0">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62"/>
            <p:cNvSpPr/>
            <p:nvPr/>
          </p:nvSpPr>
          <p:spPr>
            <a:xfrm>
              <a:off x="6284377" y="3067891"/>
              <a:ext cx="75681" cy="74421"/>
            </a:xfrm>
            <a:custGeom>
              <a:avLst/>
              <a:gdLst/>
              <a:ahLst/>
              <a:cxnLst/>
              <a:rect l="l" t="t" r="r" b="b"/>
              <a:pathLst>
                <a:path w="2882" h="2834" extrusionOk="0">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62"/>
            <p:cNvSpPr/>
            <p:nvPr/>
          </p:nvSpPr>
          <p:spPr>
            <a:xfrm>
              <a:off x="6296955" y="2997777"/>
              <a:ext cx="50288" cy="56590"/>
            </a:xfrm>
            <a:custGeom>
              <a:avLst/>
              <a:gdLst/>
              <a:ahLst/>
              <a:cxnLst/>
              <a:rect l="l" t="t" r="r" b="b"/>
              <a:pathLst>
                <a:path w="1915" h="2155" extrusionOk="0">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62"/>
            <p:cNvSpPr/>
            <p:nvPr/>
          </p:nvSpPr>
          <p:spPr>
            <a:xfrm>
              <a:off x="6296955" y="2997777"/>
              <a:ext cx="34689" cy="56485"/>
            </a:xfrm>
            <a:custGeom>
              <a:avLst/>
              <a:gdLst/>
              <a:ahLst/>
              <a:cxnLst/>
              <a:rect l="l" t="t" r="r" b="b"/>
              <a:pathLst>
                <a:path w="1321" h="2151" extrusionOk="0">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62"/>
            <p:cNvSpPr/>
            <p:nvPr/>
          </p:nvSpPr>
          <p:spPr>
            <a:xfrm>
              <a:off x="6296955" y="2997777"/>
              <a:ext cx="50288" cy="25157"/>
            </a:xfrm>
            <a:custGeom>
              <a:avLst/>
              <a:gdLst/>
              <a:ahLst/>
              <a:cxnLst/>
              <a:rect l="l" t="t" r="r" b="b"/>
              <a:pathLst>
                <a:path w="1915" h="958" extrusionOk="0">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62"/>
            <p:cNvSpPr/>
            <p:nvPr/>
          </p:nvSpPr>
          <p:spPr>
            <a:xfrm>
              <a:off x="6296955" y="2997777"/>
              <a:ext cx="34689" cy="22899"/>
            </a:xfrm>
            <a:custGeom>
              <a:avLst/>
              <a:gdLst/>
              <a:ahLst/>
              <a:cxnLst/>
              <a:rect l="l" t="t" r="r" b="b"/>
              <a:pathLst>
                <a:path w="1321" h="872" extrusionOk="0">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62"/>
            <p:cNvSpPr/>
            <p:nvPr/>
          </p:nvSpPr>
          <p:spPr>
            <a:xfrm>
              <a:off x="6284377" y="3078947"/>
              <a:ext cx="31459" cy="63365"/>
            </a:xfrm>
            <a:custGeom>
              <a:avLst/>
              <a:gdLst/>
              <a:ahLst/>
              <a:cxnLst/>
              <a:rect l="l" t="t" r="r" b="b"/>
              <a:pathLst>
                <a:path w="1198" h="2413" extrusionOk="0">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62"/>
            <p:cNvSpPr/>
            <p:nvPr/>
          </p:nvSpPr>
          <p:spPr>
            <a:xfrm>
              <a:off x="6328625" y="3078947"/>
              <a:ext cx="31433" cy="63365"/>
            </a:xfrm>
            <a:custGeom>
              <a:avLst/>
              <a:gdLst/>
              <a:ahLst/>
              <a:cxnLst/>
              <a:rect l="l" t="t" r="r" b="b"/>
              <a:pathLst>
                <a:path w="1197" h="2413" extrusionOk="0">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62"/>
            <p:cNvSpPr/>
            <p:nvPr/>
          </p:nvSpPr>
          <p:spPr>
            <a:xfrm>
              <a:off x="6309770" y="3129734"/>
              <a:ext cx="25157" cy="12579"/>
            </a:xfrm>
            <a:custGeom>
              <a:avLst/>
              <a:gdLst/>
              <a:ahLst/>
              <a:cxnLst/>
              <a:rect l="l" t="t" r="r" b="b"/>
              <a:pathLst>
                <a:path w="958" h="479" extrusionOk="0">
                  <a:moveTo>
                    <a:pt x="0" y="0"/>
                  </a:moveTo>
                  <a:lnTo>
                    <a:pt x="0" y="479"/>
                  </a:lnTo>
                  <a:lnTo>
                    <a:pt x="957" y="479"/>
                  </a:lnTo>
                  <a:lnTo>
                    <a:pt x="9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1" name="Google Shape;10701;p62"/>
          <p:cNvGrpSpPr/>
          <p:nvPr/>
        </p:nvGrpSpPr>
        <p:grpSpPr>
          <a:xfrm>
            <a:off x="6629364" y="2747874"/>
            <a:ext cx="389803" cy="364673"/>
            <a:chOff x="6633976" y="2900274"/>
            <a:chExt cx="389803" cy="364673"/>
          </a:xfrm>
        </p:grpSpPr>
        <p:sp>
          <p:nvSpPr>
            <p:cNvPr id="10702" name="Google Shape;10702;p62"/>
            <p:cNvSpPr/>
            <p:nvPr/>
          </p:nvSpPr>
          <p:spPr>
            <a:xfrm>
              <a:off x="6847838" y="2937957"/>
              <a:ext cx="175942" cy="184109"/>
            </a:xfrm>
            <a:custGeom>
              <a:avLst/>
              <a:gdLst/>
              <a:ahLst/>
              <a:cxnLst/>
              <a:rect l="l" t="t" r="r" b="b"/>
              <a:pathLst>
                <a:path w="6700" h="7011" extrusionOk="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62"/>
            <p:cNvSpPr/>
            <p:nvPr/>
          </p:nvSpPr>
          <p:spPr>
            <a:xfrm>
              <a:off x="6910651" y="2937957"/>
              <a:ext cx="50288" cy="119404"/>
            </a:xfrm>
            <a:custGeom>
              <a:avLst/>
              <a:gdLst/>
              <a:ahLst/>
              <a:cxnLst/>
              <a:rect l="l" t="t" r="r" b="b"/>
              <a:pathLst>
                <a:path w="1915" h="4547" extrusionOk="0">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62"/>
            <p:cNvSpPr/>
            <p:nvPr/>
          </p:nvSpPr>
          <p:spPr>
            <a:xfrm>
              <a:off x="6923493" y="2900274"/>
              <a:ext cx="24632" cy="100550"/>
            </a:xfrm>
            <a:custGeom>
              <a:avLst/>
              <a:gdLst/>
              <a:ahLst/>
              <a:cxnLst/>
              <a:rect l="l" t="t" r="r" b="b"/>
              <a:pathLst>
                <a:path w="938" h="3829" extrusionOk="0">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62"/>
            <p:cNvSpPr/>
            <p:nvPr/>
          </p:nvSpPr>
          <p:spPr>
            <a:xfrm>
              <a:off x="6923230" y="3019652"/>
              <a:ext cx="25157" cy="25157"/>
            </a:xfrm>
            <a:custGeom>
              <a:avLst/>
              <a:gdLst/>
              <a:ahLst/>
              <a:cxnLst/>
              <a:rect l="l" t="t" r="r" b="b"/>
              <a:pathLst>
                <a:path w="958" h="958" extrusionOk="0">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62"/>
            <p:cNvSpPr/>
            <p:nvPr/>
          </p:nvSpPr>
          <p:spPr>
            <a:xfrm>
              <a:off x="6633976" y="3176713"/>
              <a:ext cx="213625" cy="88234"/>
            </a:xfrm>
            <a:custGeom>
              <a:avLst/>
              <a:gdLst/>
              <a:ahLst/>
              <a:cxnLst/>
              <a:rect l="l" t="t" r="r" b="b"/>
              <a:pathLst>
                <a:path w="8135" h="3360" extrusionOk="0">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62"/>
            <p:cNvSpPr/>
            <p:nvPr/>
          </p:nvSpPr>
          <p:spPr>
            <a:xfrm>
              <a:off x="6728460" y="3201843"/>
              <a:ext cx="25157" cy="63103"/>
            </a:xfrm>
            <a:custGeom>
              <a:avLst/>
              <a:gdLst/>
              <a:ahLst/>
              <a:cxnLst/>
              <a:rect l="l" t="t" r="r" b="b"/>
              <a:pathLst>
                <a:path w="958" h="2403" extrusionOk="0">
                  <a:moveTo>
                    <a:pt x="221" y="1"/>
                  </a:moveTo>
                  <a:lnTo>
                    <a:pt x="0" y="2403"/>
                  </a:lnTo>
                  <a:lnTo>
                    <a:pt x="957" y="2403"/>
                  </a:lnTo>
                  <a:lnTo>
                    <a:pt x="728"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62"/>
            <p:cNvSpPr/>
            <p:nvPr/>
          </p:nvSpPr>
          <p:spPr>
            <a:xfrm>
              <a:off x="6729956" y="3189291"/>
              <a:ext cx="21901" cy="21376"/>
            </a:xfrm>
            <a:custGeom>
              <a:avLst/>
              <a:gdLst/>
              <a:ahLst/>
              <a:cxnLst/>
              <a:rect l="l" t="t" r="r" b="b"/>
              <a:pathLst>
                <a:path w="834" h="814" extrusionOk="0">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62"/>
            <p:cNvSpPr/>
            <p:nvPr/>
          </p:nvSpPr>
          <p:spPr>
            <a:xfrm>
              <a:off x="6810128" y="3202605"/>
              <a:ext cx="37736" cy="62341"/>
            </a:xfrm>
            <a:custGeom>
              <a:avLst/>
              <a:gdLst/>
              <a:ahLst/>
              <a:cxnLst/>
              <a:rect l="l" t="t" r="r" b="b"/>
              <a:pathLst>
                <a:path w="1437" h="2374" extrusionOk="0">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62"/>
            <p:cNvSpPr/>
            <p:nvPr/>
          </p:nvSpPr>
          <p:spPr>
            <a:xfrm>
              <a:off x="6671922" y="2981942"/>
              <a:ext cx="138233" cy="100550"/>
            </a:xfrm>
            <a:custGeom>
              <a:avLst/>
              <a:gdLst/>
              <a:ahLst/>
              <a:cxnLst/>
              <a:rect l="l" t="t" r="r" b="b"/>
              <a:pathLst>
                <a:path w="5264" h="3829" extrusionOk="0">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62"/>
            <p:cNvSpPr/>
            <p:nvPr/>
          </p:nvSpPr>
          <p:spPr>
            <a:xfrm>
              <a:off x="6703066" y="2981942"/>
              <a:ext cx="107088" cy="100550"/>
            </a:xfrm>
            <a:custGeom>
              <a:avLst/>
              <a:gdLst/>
              <a:ahLst/>
              <a:cxnLst/>
              <a:rect l="l" t="t" r="r" b="b"/>
              <a:pathLst>
                <a:path w="4078" h="3829" extrusionOk="0">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62"/>
            <p:cNvSpPr/>
            <p:nvPr/>
          </p:nvSpPr>
          <p:spPr>
            <a:xfrm>
              <a:off x="6703066" y="3132727"/>
              <a:ext cx="75681" cy="56590"/>
            </a:xfrm>
            <a:custGeom>
              <a:avLst/>
              <a:gdLst/>
              <a:ahLst/>
              <a:cxnLst/>
              <a:rect l="l" t="t" r="r" b="b"/>
              <a:pathLst>
                <a:path w="2882" h="2155" extrusionOk="0">
                  <a:moveTo>
                    <a:pt x="1" y="1"/>
                  </a:moveTo>
                  <a:lnTo>
                    <a:pt x="1" y="2154"/>
                  </a:lnTo>
                  <a:lnTo>
                    <a:pt x="2882" y="2154"/>
                  </a:lnTo>
                  <a:lnTo>
                    <a:pt x="288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62"/>
            <p:cNvSpPr/>
            <p:nvPr/>
          </p:nvSpPr>
          <p:spPr>
            <a:xfrm>
              <a:off x="6703329" y="3132727"/>
              <a:ext cx="75419" cy="31565"/>
            </a:xfrm>
            <a:custGeom>
              <a:avLst/>
              <a:gdLst/>
              <a:ahLst/>
              <a:cxnLst/>
              <a:rect l="l" t="t" r="r" b="b"/>
              <a:pathLst>
                <a:path w="2872" h="1202" extrusionOk="0">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62"/>
            <p:cNvSpPr/>
            <p:nvPr/>
          </p:nvSpPr>
          <p:spPr>
            <a:xfrm>
              <a:off x="6690750" y="3166314"/>
              <a:ext cx="50288" cy="45036"/>
            </a:xfrm>
            <a:custGeom>
              <a:avLst/>
              <a:gdLst/>
              <a:ahLst/>
              <a:cxnLst/>
              <a:rect l="l" t="t" r="r" b="b"/>
              <a:pathLst>
                <a:path w="1915" h="1715" extrusionOk="0">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62"/>
            <p:cNvSpPr/>
            <p:nvPr/>
          </p:nvSpPr>
          <p:spPr>
            <a:xfrm>
              <a:off x="6741012" y="3166314"/>
              <a:ext cx="50314" cy="45036"/>
            </a:xfrm>
            <a:custGeom>
              <a:avLst/>
              <a:gdLst/>
              <a:ahLst/>
              <a:cxnLst/>
              <a:rect l="l" t="t" r="r" b="b"/>
              <a:pathLst>
                <a:path w="1916" h="1715" extrusionOk="0">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62"/>
            <p:cNvSpPr/>
            <p:nvPr/>
          </p:nvSpPr>
          <p:spPr>
            <a:xfrm>
              <a:off x="6677935" y="3032887"/>
              <a:ext cx="125943" cy="118721"/>
            </a:xfrm>
            <a:custGeom>
              <a:avLst/>
              <a:gdLst/>
              <a:ahLst/>
              <a:cxnLst/>
              <a:rect l="l" t="t" r="r" b="b"/>
              <a:pathLst>
                <a:path w="4796" h="4521" extrusionOk="0">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62"/>
            <p:cNvSpPr/>
            <p:nvPr/>
          </p:nvSpPr>
          <p:spPr>
            <a:xfrm>
              <a:off x="6677935" y="3033044"/>
              <a:ext cx="113391" cy="118328"/>
            </a:xfrm>
            <a:custGeom>
              <a:avLst/>
              <a:gdLst/>
              <a:ahLst/>
              <a:cxnLst/>
              <a:rect l="l" t="t" r="r" b="b"/>
              <a:pathLst>
                <a:path w="4318" h="4506" extrusionOk="0">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62"/>
            <p:cNvSpPr/>
            <p:nvPr/>
          </p:nvSpPr>
          <p:spPr>
            <a:xfrm>
              <a:off x="6633976" y="3202605"/>
              <a:ext cx="37709" cy="62341"/>
            </a:xfrm>
            <a:custGeom>
              <a:avLst/>
              <a:gdLst/>
              <a:ahLst/>
              <a:cxnLst/>
              <a:rect l="l" t="t" r="r" b="b"/>
              <a:pathLst>
                <a:path w="1436" h="2374" extrusionOk="0">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9" name="Google Shape;10719;p62"/>
          <p:cNvGrpSpPr/>
          <p:nvPr/>
        </p:nvGrpSpPr>
        <p:grpSpPr>
          <a:xfrm>
            <a:off x="7513223" y="2733037"/>
            <a:ext cx="364935" cy="382529"/>
            <a:chOff x="7517835" y="2885437"/>
            <a:chExt cx="364935" cy="382529"/>
          </a:xfrm>
        </p:grpSpPr>
        <p:sp>
          <p:nvSpPr>
            <p:cNvPr id="10720" name="Google Shape;10720;p62"/>
            <p:cNvSpPr/>
            <p:nvPr/>
          </p:nvSpPr>
          <p:spPr>
            <a:xfrm>
              <a:off x="7517835" y="3182752"/>
              <a:ext cx="72924" cy="57063"/>
            </a:xfrm>
            <a:custGeom>
              <a:avLst/>
              <a:gdLst/>
              <a:ahLst/>
              <a:cxnLst/>
              <a:rect l="l" t="t" r="r" b="b"/>
              <a:pathLst>
                <a:path w="2777" h="2173" extrusionOk="0">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62"/>
            <p:cNvSpPr/>
            <p:nvPr/>
          </p:nvSpPr>
          <p:spPr>
            <a:xfrm>
              <a:off x="7517835" y="3202106"/>
              <a:ext cx="73160" cy="65860"/>
            </a:xfrm>
            <a:custGeom>
              <a:avLst/>
              <a:gdLst/>
              <a:ahLst/>
              <a:cxnLst/>
              <a:rect l="l" t="t" r="r" b="b"/>
              <a:pathLst>
                <a:path w="2786" h="2508" extrusionOk="0">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62"/>
            <p:cNvSpPr/>
            <p:nvPr/>
          </p:nvSpPr>
          <p:spPr>
            <a:xfrm>
              <a:off x="7540970" y="3182752"/>
              <a:ext cx="26654" cy="18303"/>
            </a:xfrm>
            <a:custGeom>
              <a:avLst/>
              <a:gdLst/>
              <a:ahLst/>
              <a:cxnLst/>
              <a:rect l="l" t="t" r="r" b="b"/>
              <a:pathLst>
                <a:path w="1015" h="697" extrusionOk="0">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62"/>
            <p:cNvSpPr/>
            <p:nvPr/>
          </p:nvSpPr>
          <p:spPr>
            <a:xfrm>
              <a:off x="7530151" y="3133988"/>
              <a:ext cx="48528" cy="55067"/>
            </a:xfrm>
            <a:custGeom>
              <a:avLst/>
              <a:gdLst/>
              <a:ahLst/>
              <a:cxnLst/>
              <a:rect l="l" t="t" r="r" b="b"/>
              <a:pathLst>
                <a:path w="1848" h="2097" extrusionOk="0">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62"/>
            <p:cNvSpPr/>
            <p:nvPr/>
          </p:nvSpPr>
          <p:spPr>
            <a:xfrm>
              <a:off x="7529915" y="3133988"/>
              <a:ext cx="33692" cy="54883"/>
            </a:xfrm>
            <a:custGeom>
              <a:avLst/>
              <a:gdLst/>
              <a:ahLst/>
              <a:cxnLst/>
              <a:rect l="l" t="t" r="r" b="b"/>
              <a:pathLst>
                <a:path w="1283" h="2090" extrusionOk="0">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62"/>
            <p:cNvSpPr/>
            <p:nvPr/>
          </p:nvSpPr>
          <p:spPr>
            <a:xfrm>
              <a:off x="7529915" y="3133988"/>
              <a:ext cx="48765" cy="24658"/>
            </a:xfrm>
            <a:custGeom>
              <a:avLst/>
              <a:gdLst/>
              <a:ahLst/>
              <a:cxnLst/>
              <a:rect l="l" t="t" r="r" b="b"/>
              <a:pathLst>
                <a:path w="1857" h="939" extrusionOk="0">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62"/>
            <p:cNvSpPr/>
            <p:nvPr/>
          </p:nvSpPr>
          <p:spPr>
            <a:xfrm>
              <a:off x="7529915"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62"/>
            <p:cNvSpPr/>
            <p:nvPr/>
          </p:nvSpPr>
          <p:spPr>
            <a:xfrm>
              <a:off x="7517835"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62"/>
            <p:cNvSpPr/>
            <p:nvPr/>
          </p:nvSpPr>
          <p:spPr>
            <a:xfrm>
              <a:off x="7572640" y="3212663"/>
              <a:ext cx="18119" cy="55304"/>
            </a:xfrm>
            <a:custGeom>
              <a:avLst/>
              <a:gdLst/>
              <a:ahLst/>
              <a:cxnLst/>
              <a:rect l="l" t="t" r="r" b="b"/>
              <a:pathLst>
                <a:path w="690" h="2106" extrusionOk="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62"/>
            <p:cNvSpPr/>
            <p:nvPr/>
          </p:nvSpPr>
          <p:spPr>
            <a:xfrm>
              <a:off x="7615102"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62"/>
            <p:cNvSpPr/>
            <p:nvPr/>
          </p:nvSpPr>
          <p:spPr>
            <a:xfrm>
              <a:off x="7615102" y="3202106"/>
              <a:ext cx="73160" cy="65860"/>
            </a:xfrm>
            <a:custGeom>
              <a:avLst/>
              <a:gdLst/>
              <a:ahLst/>
              <a:cxnLst/>
              <a:rect l="l" t="t" r="r" b="b"/>
              <a:pathLst>
                <a:path w="2786" h="2508" extrusionOk="0">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62"/>
            <p:cNvSpPr/>
            <p:nvPr/>
          </p:nvSpPr>
          <p:spPr>
            <a:xfrm>
              <a:off x="7638211" y="3182752"/>
              <a:ext cx="26916" cy="18303"/>
            </a:xfrm>
            <a:custGeom>
              <a:avLst/>
              <a:gdLst/>
              <a:ahLst/>
              <a:cxnLst/>
              <a:rect l="l" t="t" r="r" b="b"/>
              <a:pathLst>
                <a:path w="1025" h="697" extrusionOk="0">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62"/>
            <p:cNvSpPr/>
            <p:nvPr/>
          </p:nvSpPr>
          <p:spPr>
            <a:xfrm>
              <a:off x="7627418" y="3133988"/>
              <a:ext cx="48791" cy="55067"/>
            </a:xfrm>
            <a:custGeom>
              <a:avLst/>
              <a:gdLst/>
              <a:ahLst/>
              <a:cxnLst/>
              <a:rect l="l" t="t" r="r" b="b"/>
              <a:pathLst>
                <a:path w="1858" h="2097" extrusionOk="0">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62"/>
            <p:cNvSpPr/>
            <p:nvPr/>
          </p:nvSpPr>
          <p:spPr>
            <a:xfrm>
              <a:off x="7627156" y="3133988"/>
              <a:ext cx="33718" cy="54883"/>
            </a:xfrm>
            <a:custGeom>
              <a:avLst/>
              <a:gdLst/>
              <a:ahLst/>
              <a:cxnLst/>
              <a:rect l="l" t="t" r="r" b="b"/>
              <a:pathLst>
                <a:path w="1284" h="2090" extrusionOk="0">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62"/>
            <p:cNvSpPr/>
            <p:nvPr/>
          </p:nvSpPr>
          <p:spPr>
            <a:xfrm>
              <a:off x="7627418" y="3133988"/>
              <a:ext cx="48791" cy="24658"/>
            </a:xfrm>
            <a:custGeom>
              <a:avLst/>
              <a:gdLst/>
              <a:ahLst/>
              <a:cxnLst/>
              <a:rect l="l" t="t" r="r" b="b"/>
              <a:pathLst>
                <a:path w="1858" h="939" extrusionOk="0">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62"/>
            <p:cNvSpPr/>
            <p:nvPr/>
          </p:nvSpPr>
          <p:spPr>
            <a:xfrm>
              <a:off x="7627156" y="3133988"/>
              <a:ext cx="33718" cy="22137"/>
            </a:xfrm>
            <a:custGeom>
              <a:avLst/>
              <a:gdLst/>
              <a:ahLst/>
              <a:cxnLst/>
              <a:rect l="l" t="t" r="r" b="b"/>
              <a:pathLst>
                <a:path w="1284" h="843" extrusionOk="0">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62"/>
            <p:cNvSpPr/>
            <p:nvPr/>
          </p:nvSpPr>
          <p:spPr>
            <a:xfrm>
              <a:off x="7615102" y="3212899"/>
              <a:ext cx="18382" cy="55067"/>
            </a:xfrm>
            <a:custGeom>
              <a:avLst/>
              <a:gdLst/>
              <a:ahLst/>
              <a:cxnLst/>
              <a:rect l="l" t="t" r="r" b="b"/>
              <a:pathLst>
                <a:path w="700" h="2097" extrusionOk="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62"/>
            <p:cNvSpPr/>
            <p:nvPr/>
          </p:nvSpPr>
          <p:spPr>
            <a:xfrm>
              <a:off x="7669881" y="3212663"/>
              <a:ext cx="18119" cy="55304"/>
            </a:xfrm>
            <a:custGeom>
              <a:avLst/>
              <a:gdLst/>
              <a:ahLst/>
              <a:cxnLst/>
              <a:rect l="l" t="t" r="r" b="b"/>
              <a:pathLst>
                <a:path w="690" h="2106" extrusionOk="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62"/>
            <p:cNvSpPr/>
            <p:nvPr/>
          </p:nvSpPr>
          <p:spPr>
            <a:xfrm>
              <a:off x="7712369"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62"/>
            <p:cNvSpPr/>
            <p:nvPr/>
          </p:nvSpPr>
          <p:spPr>
            <a:xfrm>
              <a:off x="7712369" y="3202106"/>
              <a:ext cx="73160" cy="65860"/>
            </a:xfrm>
            <a:custGeom>
              <a:avLst/>
              <a:gdLst/>
              <a:ahLst/>
              <a:cxnLst/>
              <a:rect l="l" t="t" r="r" b="b"/>
              <a:pathLst>
                <a:path w="2786" h="2508" extrusionOk="0">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62"/>
            <p:cNvSpPr/>
            <p:nvPr/>
          </p:nvSpPr>
          <p:spPr>
            <a:xfrm>
              <a:off x="7735741" y="3182752"/>
              <a:ext cx="26654" cy="18303"/>
            </a:xfrm>
            <a:custGeom>
              <a:avLst/>
              <a:gdLst/>
              <a:ahLst/>
              <a:cxnLst/>
              <a:rect l="l" t="t" r="r" b="b"/>
              <a:pathLst>
                <a:path w="1015" h="697" extrusionOk="0">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62"/>
            <p:cNvSpPr/>
            <p:nvPr/>
          </p:nvSpPr>
          <p:spPr>
            <a:xfrm>
              <a:off x="7724685" y="3133988"/>
              <a:ext cx="48765" cy="55067"/>
            </a:xfrm>
            <a:custGeom>
              <a:avLst/>
              <a:gdLst/>
              <a:ahLst/>
              <a:cxnLst/>
              <a:rect l="l" t="t" r="r" b="b"/>
              <a:pathLst>
                <a:path w="1857" h="2097" extrusionOk="0">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62"/>
            <p:cNvSpPr/>
            <p:nvPr/>
          </p:nvSpPr>
          <p:spPr>
            <a:xfrm>
              <a:off x="7724423" y="3133988"/>
              <a:ext cx="33692" cy="54883"/>
            </a:xfrm>
            <a:custGeom>
              <a:avLst/>
              <a:gdLst/>
              <a:ahLst/>
              <a:cxnLst/>
              <a:rect l="l" t="t" r="r" b="b"/>
              <a:pathLst>
                <a:path w="1283" h="2090" extrusionOk="0">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62"/>
            <p:cNvSpPr/>
            <p:nvPr/>
          </p:nvSpPr>
          <p:spPr>
            <a:xfrm>
              <a:off x="7724685" y="3133988"/>
              <a:ext cx="48528" cy="24422"/>
            </a:xfrm>
            <a:custGeom>
              <a:avLst/>
              <a:gdLst/>
              <a:ahLst/>
              <a:cxnLst/>
              <a:rect l="l" t="t" r="r" b="b"/>
              <a:pathLst>
                <a:path w="1848" h="930" extrusionOk="0">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62"/>
            <p:cNvSpPr/>
            <p:nvPr/>
          </p:nvSpPr>
          <p:spPr>
            <a:xfrm>
              <a:off x="7724423" y="3133988"/>
              <a:ext cx="33692" cy="22137"/>
            </a:xfrm>
            <a:custGeom>
              <a:avLst/>
              <a:gdLst/>
              <a:ahLst/>
              <a:cxnLst/>
              <a:rect l="l" t="t" r="r" b="b"/>
              <a:pathLst>
                <a:path w="1283" h="843" extrusionOk="0">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62"/>
            <p:cNvSpPr/>
            <p:nvPr/>
          </p:nvSpPr>
          <p:spPr>
            <a:xfrm>
              <a:off x="7712369" y="3212899"/>
              <a:ext cx="18356" cy="55067"/>
            </a:xfrm>
            <a:custGeom>
              <a:avLst/>
              <a:gdLst/>
              <a:ahLst/>
              <a:cxnLst/>
              <a:rect l="l" t="t" r="r" b="b"/>
              <a:pathLst>
                <a:path w="699" h="2097" extrusionOk="0">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62"/>
            <p:cNvSpPr/>
            <p:nvPr/>
          </p:nvSpPr>
          <p:spPr>
            <a:xfrm>
              <a:off x="7767148" y="3212663"/>
              <a:ext cx="18382" cy="55304"/>
            </a:xfrm>
            <a:custGeom>
              <a:avLst/>
              <a:gdLst/>
              <a:ahLst/>
              <a:cxnLst/>
              <a:rect l="l" t="t" r="r" b="b"/>
              <a:pathLst>
                <a:path w="700" h="2106" extrusionOk="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62"/>
            <p:cNvSpPr/>
            <p:nvPr/>
          </p:nvSpPr>
          <p:spPr>
            <a:xfrm>
              <a:off x="7809873" y="3182752"/>
              <a:ext cx="72898" cy="57063"/>
            </a:xfrm>
            <a:custGeom>
              <a:avLst/>
              <a:gdLst/>
              <a:ahLst/>
              <a:cxnLst/>
              <a:rect l="l" t="t" r="r" b="b"/>
              <a:pathLst>
                <a:path w="2776" h="2173" extrusionOk="0">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62"/>
            <p:cNvSpPr/>
            <p:nvPr/>
          </p:nvSpPr>
          <p:spPr>
            <a:xfrm>
              <a:off x="7809610" y="3202106"/>
              <a:ext cx="73160" cy="65860"/>
            </a:xfrm>
            <a:custGeom>
              <a:avLst/>
              <a:gdLst/>
              <a:ahLst/>
              <a:cxnLst/>
              <a:rect l="l" t="t" r="r" b="b"/>
              <a:pathLst>
                <a:path w="2786" h="2508" extrusionOk="0">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62"/>
            <p:cNvSpPr/>
            <p:nvPr/>
          </p:nvSpPr>
          <p:spPr>
            <a:xfrm>
              <a:off x="7832981" y="3182752"/>
              <a:ext cx="26680" cy="18303"/>
            </a:xfrm>
            <a:custGeom>
              <a:avLst/>
              <a:gdLst/>
              <a:ahLst/>
              <a:cxnLst/>
              <a:rect l="l" t="t" r="r" b="b"/>
              <a:pathLst>
                <a:path w="1016" h="697" extrusionOk="0">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62"/>
            <p:cNvSpPr/>
            <p:nvPr/>
          </p:nvSpPr>
          <p:spPr>
            <a:xfrm>
              <a:off x="7821926" y="3133988"/>
              <a:ext cx="48791" cy="55067"/>
            </a:xfrm>
            <a:custGeom>
              <a:avLst/>
              <a:gdLst/>
              <a:ahLst/>
              <a:cxnLst/>
              <a:rect l="l" t="t" r="r" b="b"/>
              <a:pathLst>
                <a:path w="1858" h="2097" extrusionOk="0">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62"/>
            <p:cNvSpPr/>
            <p:nvPr/>
          </p:nvSpPr>
          <p:spPr>
            <a:xfrm>
              <a:off x="7821690" y="3133988"/>
              <a:ext cx="33692" cy="54883"/>
            </a:xfrm>
            <a:custGeom>
              <a:avLst/>
              <a:gdLst/>
              <a:ahLst/>
              <a:cxnLst/>
              <a:rect l="l" t="t" r="r" b="b"/>
              <a:pathLst>
                <a:path w="1283" h="2090" extrusionOk="0">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62"/>
            <p:cNvSpPr/>
            <p:nvPr/>
          </p:nvSpPr>
          <p:spPr>
            <a:xfrm>
              <a:off x="7821926" y="3133988"/>
              <a:ext cx="48528" cy="24422"/>
            </a:xfrm>
            <a:custGeom>
              <a:avLst/>
              <a:gdLst/>
              <a:ahLst/>
              <a:cxnLst/>
              <a:rect l="l" t="t" r="r" b="b"/>
              <a:pathLst>
                <a:path w="1848" h="930" extrusionOk="0">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62"/>
            <p:cNvSpPr/>
            <p:nvPr/>
          </p:nvSpPr>
          <p:spPr>
            <a:xfrm>
              <a:off x="7821690"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62"/>
            <p:cNvSpPr/>
            <p:nvPr/>
          </p:nvSpPr>
          <p:spPr>
            <a:xfrm>
              <a:off x="7809610"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62"/>
            <p:cNvSpPr/>
            <p:nvPr/>
          </p:nvSpPr>
          <p:spPr>
            <a:xfrm>
              <a:off x="7864415" y="3212663"/>
              <a:ext cx="18356" cy="55304"/>
            </a:xfrm>
            <a:custGeom>
              <a:avLst/>
              <a:gdLst/>
              <a:ahLst/>
              <a:cxnLst/>
              <a:rect l="l" t="t" r="r" b="b"/>
              <a:pathLst>
                <a:path w="699" h="2106" extrusionOk="0">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62"/>
            <p:cNvSpPr/>
            <p:nvPr/>
          </p:nvSpPr>
          <p:spPr>
            <a:xfrm>
              <a:off x="7548008" y="2885437"/>
              <a:ext cx="304616" cy="237075"/>
            </a:xfrm>
            <a:custGeom>
              <a:avLst/>
              <a:gdLst/>
              <a:ahLst/>
              <a:cxnLst/>
              <a:rect l="l" t="t" r="r" b="b"/>
              <a:pathLst>
                <a:path w="11600" h="9028" extrusionOk="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7" name="Google Shape;10757;p62"/>
          <p:cNvGrpSpPr/>
          <p:nvPr/>
        </p:nvGrpSpPr>
        <p:grpSpPr>
          <a:xfrm>
            <a:off x="7082979" y="2734744"/>
            <a:ext cx="358160" cy="385602"/>
            <a:chOff x="7087591" y="2887144"/>
            <a:chExt cx="358160" cy="385602"/>
          </a:xfrm>
        </p:grpSpPr>
        <p:sp>
          <p:nvSpPr>
            <p:cNvPr id="10758" name="Google Shape;10758;p62"/>
            <p:cNvSpPr/>
            <p:nvPr/>
          </p:nvSpPr>
          <p:spPr>
            <a:xfrm>
              <a:off x="7266527" y="2904554"/>
              <a:ext cx="89494" cy="49264"/>
            </a:xfrm>
            <a:custGeom>
              <a:avLst/>
              <a:gdLst/>
              <a:ahLst/>
              <a:cxnLst/>
              <a:rect l="l" t="t" r="r" b="b"/>
              <a:pathLst>
                <a:path w="3408" h="1876" extrusionOk="0">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62"/>
            <p:cNvSpPr/>
            <p:nvPr/>
          </p:nvSpPr>
          <p:spPr>
            <a:xfrm>
              <a:off x="7266527" y="2904554"/>
              <a:ext cx="18382" cy="49264"/>
            </a:xfrm>
            <a:custGeom>
              <a:avLst/>
              <a:gdLst/>
              <a:ahLst/>
              <a:cxnLst/>
              <a:rect l="l" t="t" r="r" b="b"/>
              <a:pathLst>
                <a:path w="700" h="1876" extrusionOk="0">
                  <a:moveTo>
                    <a:pt x="0" y="0"/>
                  </a:moveTo>
                  <a:lnTo>
                    <a:pt x="0" y="1876"/>
                  </a:lnTo>
                  <a:lnTo>
                    <a:pt x="699" y="1876"/>
                  </a:lnTo>
                  <a:lnTo>
                    <a:pt x="6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62"/>
            <p:cNvSpPr/>
            <p:nvPr/>
          </p:nvSpPr>
          <p:spPr>
            <a:xfrm>
              <a:off x="7260251" y="2887144"/>
              <a:ext cx="12342" cy="275284"/>
            </a:xfrm>
            <a:custGeom>
              <a:avLst/>
              <a:gdLst/>
              <a:ahLst/>
              <a:cxnLst/>
              <a:rect l="l" t="t" r="r" b="b"/>
              <a:pathLst>
                <a:path w="470" h="10483" extrusionOk="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62"/>
            <p:cNvSpPr/>
            <p:nvPr/>
          </p:nvSpPr>
          <p:spPr>
            <a:xfrm>
              <a:off x="7162222" y="3107097"/>
              <a:ext cx="49027" cy="110371"/>
            </a:xfrm>
            <a:custGeom>
              <a:avLst/>
              <a:gdLst/>
              <a:ahLst/>
              <a:cxnLst/>
              <a:rect l="l" t="t" r="r" b="b"/>
              <a:pathLst>
                <a:path w="1867" h="4203" extrusionOk="0">
                  <a:moveTo>
                    <a:pt x="1" y="1"/>
                  </a:moveTo>
                  <a:lnTo>
                    <a:pt x="1" y="4202"/>
                  </a:lnTo>
                  <a:lnTo>
                    <a:pt x="1867" y="4202"/>
                  </a:lnTo>
                  <a:lnTo>
                    <a:pt x="1867"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62"/>
            <p:cNvSpPr/>
            <p:nvPr/>
          </p:nvSpPr>
          <p:spPr>
            <a:xfrm>
              <a:off x="7149906" y="2990503"/>
              <a:ext cx="130959" cy="129199"/>
            </a:xfrm>
            <a:custGeom>
              <a:avLst/>
              <a:gdLst/>
              <a:ahLst/>
              <a:cxnLst/>
              <a:rect l="l" t="t" r="r" b="b"/>
              <a:pathLst>
                <a:path w="4987" h="4920" extrusionOk="0">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62"/>
            <p:cNvSpPr/>
            <p:nvPr/>
          </p:nvSpPr>
          <p:spPr>
            <a:xfrm>
              <a:off x="7186618" y="3119413"/>
              <a:ext cx="6302" cy="98291"/>
            </a:xfrm>
            <a:custGeom>
              <a:avLst/>
              <a:gdLst/>
              <a:ahLst/>
              <a:cxnLst/>
              <a:rect l="l" t="t" r="r" b="b"/>
              <a:pathLst>
                <a:path w="240" h="3743" extrusionOk="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62"/>
            <p:cNvSpPr/>
            <p:nvPr/>
          </p:nvSpPr>
          <p:spPr>
            <a:xfrm>
              <a:off x="7087828" y="3143284"/>
              <a:ext cx="357924" cy="129462"/>
            </a:xfrm>
            <a:custGeom>
              <a:avLst/>
              <a:gdLst/>
              <a:ahLst/>
              <a:cxnLst/>
              <a:rect l="l" t="t" r="r" b="b"/>
              <a:pathLst>
                <a:path w="13630" h="4930" extrusionOk="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62"/>
            <p:cNvSpPr/>
            <p:nvPr/>
          </p:nvSpPr>
          <p:spPr>
            <a:xfrm>
              <a:off x="7293890" y="3179365"/>
              <a:ext cx="60372" cy="43119"/>
            </a:xfrm>
            <a:custGeom>
              <a:avLst/>
              <a:gdLst/>
              <a:ahLst/>
              <a:cxnLst/>
              <a:rect l="l" t="t" r="r" b="b"/>
              <a:pathLst>
                <a:path w="2299" h="1642" extrusionOk="0">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62"/>
            <p:cNvSpPr/>
            <p:nvPr/>
          </p:nvSpPr>
          <p:spPr>
            <a:xfrm>
              <a:off x="7269521" y="3162007"/>
              <a:ext cx="23424" cy="16990"/>
            </a:xfrm>
            <a:custGeom>
              <a:avLst/>
              <a:gdLst/>
              <a:ahLst/>
              <a:cxnLst/>
              <a:rect l="l" t="t" r="r" b="b"/>
              <a:pathLst>
                <a:path w="892" h="647" extrusionOk="0">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62"/>
            <p:cNvSpPr/>
            <p:nvPr/>
          </p:nvSpPr>
          <p:spPr>
            <a:xfrm>
              <a:off x="7087591" y="3143257"/>
              <a:ext cx="186000" cy="129488"/>
            </a:xfrm>
            <a:custGeom>
              <a:avLst/>
              <a:gdLst/>
              <a:ahLst/>
              <a:cxnLst/>
              <a:rect l="l" t="t" r="r" b="b"/>
              <a:pathLst>
                <a:path w="7083" h="4931" extrusionOk="0">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62"/>
            <p:cNvSpPr/>
            <p:nvPr/>
          </p:nvSpPr>
          <p:spPr>
            <a:xfrm>
              <a:off x="7174039" y="2990503"/>
              <a:ext cx="25420" cy="18356"/>
            </a:xfrm>
            <a:custGeom>
              <a:avLst/>
              <a:gdLst/>
              <a:ahLst/>
              <a:cxnLst/>
              <a:rect l="l" t="t" r="r" b="b"/>
              <a:pathLst>
                <a:path w="968" h="699" extrusionOk="0">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62"/>
            <p:cNvSpPr/>
            <p:nvPr/>
          </p:nvSpPr>
          <p:spPr>
            <a:xfrm>
              <a:off x="7162222" y="2947515"/>
              <a:ext cx="49027" cy="55330"/>
            </a:xfrm>
            <a:custGeom>
              <a:avLst/>
              <a:gdLst/>
              <a:ahLst/>
              <a:cxnLst/>
              <a:rect l="l" t="t" r="r" b="b"/>
              <a:pathLst>
                <a:path w="1867" h="2107" extrusionOk="0">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62"/>
            <p:cNvSpPr/>
            <p:nvPr/>
          </p:nvSpPr>
          <p:spPr>
            <a:xfrm>
              <a:off x="7162038" y="2947515"/>
              <a:ext cx="33902" cy="55382"/>
            </a:xfrm>
            <a:custGeom>
              <a:avLst/>
              <a:gdLst/>
              <a:ahLst/>
              <a:cxnLst/>
              <a:rect l="l" t="t" r="r" b="b"/>
              <a:pathLst>
                <a:path w="1291" h="2109" extrusionOk="0">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62"/>
            <p:cNvSpPr/>
            <p:nvPr/>
          </p:nvSpPr>
          <p:spPr>
            <a:xfrm>
              <a:off x="7162222" y="2947515"/>
              <a:ext cx="49027" cy="24658"/>
            </a:xfrm>
            <a:custGeom>
              <a:avLst/>
              <a:gdLst/>
              <a:ahLst/>
              <a:cxnLst/>
              <a:rect l="l" t="t" r="r" b="b"/>
              <a:pathLst>
                <a:path w="1867" h="939" extrusionOk="0">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62"/>
            <p:cNvSpPr/>
            <p:nvPr/>
          </p:nvSpPr>
          <p:spPr>
            <a:xfrm>
              <a:off x="7162222" y="2947515"/>
              <a:ext cx="33718" cy="22400"/>
            </a:xfrm>
            <a:custGeom>
              <a:avLst/>
              <a:gdLst/>
              <a:ahLst/>
              <a:cxnLst/>
              <a:rect l="l" t="t" r="r" b="b"/>
              <a:pathLst>
                <a:path w="1284" h="853" extrusionOk="0">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62"/>
            <p:cNvSpPr/>
            <p:nvPr/>
          </p:nvSpPr>
          <p:spPr>
            <a:xfrm>
              <a:off x="7149906" y="3011353"/>
              <a:ext cx="119667" cy="95770"/>
            </a:xfrm>
            <a:custGeom>
              <a:avLst/>
              <a:gdLst/>
              <a:ahLst/>
              <a:cxnLst/>
              <a:rect l="l" t="t" r="r" b="b"/>
              <a:pathLst>
                <a:path w="4557" h="3647" extrusionOk="0">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62"/>
            <p:cNvSpPr/>
            <p:nvPr/>
          </p:nvSpPr>
          <p:spPr>
            <a:xfrm>
              <a:off x="7211223" y="3019153"/>
              <a:ext cx="58586" cy="45929"/>
            </a:xfrm>
            <a:custGeom>
              <a:avLst/>
              <a:gdLst/>
              <a:ahLst/>
              <a:cxnLst/>
              <a:rect l="l" t="t" r="r" b="b"/>
              <a:pathLst>
                <a:path w="2231" h="1749" extrusionOk="0">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62"/>
            <p:cNvSpPr/>
            <p:nvPr/>
          </p:nvSpPr>
          <p:spPr>
            <a:xfrm>
              <a:off x="7149906" y="3018890"/>
              <a:ext cx="18645" cy="100550"/>
            </a:xfrm>
            <a:custGeom>
              <a:avLst/>
              <a:gdLst/>
              <a:ahLst/>
              <a:cxnLst/>
              <a:rect l="l" t="t" r="r" b="b"/>
              <a:pathLst>
                <a:path w="710" h="3829" extrusionOk="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62"/>
            <p:cNvSpPr/>
            <p:nvPr/>
          </p:nvSpPr>
          <p:spPr>
            <a:xfrm>
              <a:off x="7155946" y="3119177"/>
              <a:ext cx="12605" cy="12579"/>
            </a:xfrm>
            <a:custGeom>
              <a:avLst/>
              <a:gdLst/>
              <a:ahLst/>
              <a:cxnLst/>
              <a:rect l="l" t="t" r="r" b="b"/>
              <a:pathLst>
                <a:path w="480" h="479" extrusionOk="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7" name="Google Shape;10777;p62"/>
          <p:cNvGrpSpPr/>
          <p:nvPr/>
        </p:nvGrpSpPr>
        <p:grpSpPr>
          <a:xfrm>
            <a:off x="7946749" y="2733037"/>
            <a:ext cx="382529" cy="382529"/>
            <a:chOff x="7951362" y="2885437"/>
            <a:chExt cx="382529" cy="382529"/>
          </a:xfrm>
        </p:grpSpPr>
        <p:sp>
          <p:nvSpPr>
            <p:cNvPr id="10778" name="Google Shape;10778;p62"/>
            <p:cNvSpPr/>
            <p:nvPr/>
          </p:nvSpPr>
          <p:spPr>
            <a:xfrm>
              <a:off x="8141615" y="2898514"/>
              <a:ext cx="96768" cy="94510"/>
            </a:xfrm>
            <a:custGeom>
              <a:avLst/>
              <a:gdLst/>
              <a:ahLst/>
              <a:cxnLst/>
              <a:rect l="l" t="t" r="r" b="b"/>
              <a:pathLst>
                <a:path w="3685" h="3599" extrusionOk="0">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62"/>
            <p:cNvSpPr/>
            <p:nvPr/>
          </p:nvSpPr>
          <p:spPr>
            <a:xfrm>
              <a:off x="8141615" y="2969390"/>
              <a:ext cx="76916" cy="23634"/>
            </a:xfrm>
            <a:custGeom>
              <a:avLst/>
              <a:gdLst/>
              <a:ahLst/>
              <a:cxnLst/>
              <a:rect l="l" t="t" r="r" b="b"/>
              <a:pathLst>
                <a:path w="2929" h="900" extrusionOk="0">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62"/>
            <p:cNvSpPr/>
            <p:nvPr/>
          </p:nvSpPr>
          <p:spPr>
            <a:xfrm>
              <a:off x="8047105" y="3161902"/>
              <a:ext cx="96794" cy="94247"/>
            </a:xfrm>
            <a:custGeom>
              <a:avLst/>
              <a:gdLst/>
              <a:ahLst/>
              <a:cxnLst/>
              <a:rect l="l" t="t" r="r" b="b"/>
              <a:pathLst>
                <a:path w="3686" h="3589" extrusionOk="0">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62"/>
            <p:cNvSpPr/>
            <p:nvPr/>
          </p:nvSpPr>
          <p:spPr>
            <a:xfrm>
              <a:off x="8067221" y="3161902"/>
              <a:ext cx="76679" cy="23398"/>
            </a:xfrm>
            <a:custGeom>
              <a:avLst/>
              <a:gdLst/>
              <a:ahLst/>
              <a:cxnLst/>
              <a:rect l="l" t="t" r="r" b="b"/>
              <a:pathLst>
                <a:path w="2920" h="891" extrusionOk="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62"/>
            <p:cNvSpPr/>
            <p:nvPr/>
          </p:nvSpPr>
          <p:spPr>
            <a:xfrm>
              <a:off x="7958137" y="3102318"/>
              <a:ext cx="132744" cy="165648"/>
            </a:xfrm>
            <a:custGeom>
              <a:avLst/>
              <a:gdLst/>
              <a:ahLst/>
              <a:cxnLst/>
              <a:rect l="l" t="t" r="r" b="b"/>
              <a:pathLst>
                <a:path w="5055" h="6308" extrusionOk="0">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62"/>
            <p:cNvSpPr/>
            <p:nvPr/>
          </p:nvSpPr>
          <p:spPr>
            <a:xfrm>
              <a:off x="7958137" y="3102318"/>
              <a:ext cx="24159" cy="129225"/>
            </a:xfrm>
            <a:custGeom>
              <a:avLst/>
              <a:gdLst/>
              <a:ahLst/>
              <a:cxnLst/>
              <a:rect l="l" t="t" r="r" b="b"/>
              <a:pathLst>
                <a:path w="920" h="4921" extrusionOk="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62"/>
            <p:cNvSpPr/>
            <p:nvPr/>
          </p:nvSpPr>
          <p:spPr>
            <a:xfrm>
              <a:off x="7980773" y="3188661"/>
              <a:ext cx="17857" cy="68749"/>
            </a:xfrm>
            <a:custGeom>
              <a:avLst/>
              <a:gdLst/>
              <a:ahLst/>
              <a:cxnLst/>
              <a:rect l="l" t="t" r="r" b="b"/>
              <a:pathLst>
                <a:path w="680" h="2618" extrusionOk="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62"/>
            <p:cNvSpPr/>
            <p:nvPr/>
          </p:nvSpPr>
          <p:spPr>
            <a:xfrm>
              <a:off x="8029012" y="3205231"/>
              <a:ext cx="13603" cy="51995"/>
            </a:xfrm>
            <a:custGeom>
              <a:avLst/>
              <a:gdLst/>
              <a:ahLst/>
              <a:cxnLst/>
              <a:rect l="l" t="t" r="r" b="b"/>
              <a:pathLst>
                <a:path w="518" h="1980" extrusionOk="0">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62"/>
            <p:cNvSpPr/>
            <p:nvPr/>
          </p:nvSpPr>
          <p:spPr>
            <a:xfrm>
              <a:off x="8003146" y="3209328"/>
              <a:ext cx="17358" cy="58639"/>
            </a:xfrm>
            <a:custGeom>
              <a:avLst/>
              <a:gdLst/>
              <a:ahLst/>
              <a:cxnLst/>
              <a:rect l="l" t="t" r="r" b="b"/>
              <a:pathLst>
                <a:path w="661" h="2233" extrusionOk="0">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62"/>
            <p:cNvSpPr/>
            <p:nvPr/>
          </p:nvSpPr>
          <p:spPr>
            <a:xfrm>
              <a:off x="8051885" y="3184013"/>
              <a:ext cx="26155" cy="27520"/>
            </a:xfrm>
            <a:custGeom>
              <a:avLst/>
              <a:gdLst/>
              <a:ahLst/>
              <a:cxnLst/>
              <a:rect l="l" t="t" r="r" b="b"/>
              <a:pathLst>
                <a:path w="996" h="1048" extrusionOk="0">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62"/>
            <p:cNvSpPr/>
            <p:nvPr/>
          </p:nvSpPr>
          <p:spPr>
            <a:xfrm>
              <a:off x="7963940" y="2981706"/>
              <a:ext cx="94510" cy="96768"/>
            </a:xfrm>
            <a:custGeom>
              <a:avLst/>
              <a:gdLst/>
              <a:ahLst/>
              <a:cxnLst/>
              <a:rect l="l" t="t" r="r" b="b"/>
              <a:pathLst>
                <a:path w="3599" h="3685" extrusionOk="0">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62"/>
            <p:cNvSpPr/>
            <p:nvPr/>
          </p:nvSpPr>
          <p:spPr>
            <a:xfrm>
              <a:off x="8227065" y="3076189"/>
              <a:ext cx="94772" cy="96794"/>
            </a:xfrm>
            <a:custGeom>
              <a:avLst/>
              <a:gdLst/>
              <a:ahLst/>
              <a:cxnLst/>
              <a:rect l="l" t="t" r="r" b="b"/>
              <a:pathLst>
                <a:path w="3609" h="3686" extrusionOk="0">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62"/>
            <p:cNvSpPr/>
            <p:nvPr/>
          </p:nvSpPr>
          <p:spPr>
            <a:xfrm>
              <a:off x="8227065" y="3076189"/>
              <a:ext cx="23897" cy="76942"/>
            </a:xfrm>
            <a:custGeom>
              <a:avLst/>
              <a:gdLst/>
              <a:ahLst/>
              <a:cxnLst/>
              <a:rect l="l" t="t" r="r" b="b"/>
              <a:pathLst>
                <a:path w="910" h="2930" extrusionOk="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62"/>
            <p:cNvSpPr/>
            <p:nvPr/>
          </p:nvSpPr>
          <p:spPr>
            <a:xfrm>
              <a:off x="7963940" y="2957836"/>
              <a:ext cx="23634" cy="120638"/>
            </a:xfrm>
            <a:custGeom>
              <a:avLst/>
              <a:gdLst/>
              <a:ahLst/>
              <a:cxnLst/>
              <a:rect l="l" t="t" r="r" b="b"/>
              <a:pathLst>
                <a:path w="900" h="4594" extrusionOk="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62"/>
            <p:cNvSpPr/>
            <p:nvPr/>
          </p:nvSpPr>
          <p:spPr>
            <a:xfrm>
              <a:off x="8194634" y="2885437"/>
              <a:ext cx="132718" cy="165412"/>
            </a:xfrm>
            <a:custGeom>
              <a:avLst/>
              <a:gdLst/>
              <a:ahLst/>
              <a:cxnLst/>
              <a:rect l="l" t="t" r="r" b="b"/>
              <a:pathLst>
                <a:path w="5054" h="6299" extrusionOk="0">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62"/>
            <p:cNvSpPr/>
            <p:nvPr/>
          </p:nvSpPr>
          <p:spPr>
            <a:xfrm>
              <a:off x="8194634" y="2941738"/>
              <a:ext cx="48528" cy="109110"/>
            </a:xfrm>
            <a:custGeom>
              <a:avLst/>
              <a:gdLst/>
              <a:ahLst/>
              <a:cxnLst/>
              <a:rect l="l" t="t" r="r" b="b"/>
              <a:pathLst>
                <a:path w="1848" h="4155" extrusionOk="0">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62"/>
            <p:cNvSpPr/>
            <p:nvPr/>
          </p:nvSpPr>
          <p:spPr>
            <a:xfrm>
              <a:off x="8281345" y="2895993"/>
              <a:ext cx="13603" cy="52179"/>
            </a:xfrm>
            <a:custGeom>
              <a:avLst/>
              <a:gdLst/>
              <a:ahLst/>
              <a:cxnLst/>
              <a:rect l="l" t="t" r="r" b="b"/>
              <a:pathLst>
                <a:path w="518" h="1987" extrusionOk="0">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62"/>
            <p:cNvSpPr/>
            <p:nvPr/>
          </p:nvSpPr>
          <p:spPr>
            <a:xfrm>
              <a:off x="8304217" y="2922096"/>
              <a:ext cx="13340" cy="35635"/>
            </a:xfrm>
            <a:custGeom>
              <a:avLst/>
              <a:gdLst/>
              <a:ahLst/>
              <a:cxnLst/>
              <a:rect l="l" t="t" r="r" b="b"/>
              <a:pathLst>
                <a:path w="508" h="1357" extrusionOk="0">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62"/>
            <p:cNvSpPr/>
            <p:nvPr/>
          </p:nvSpPr>
          <p:spPr>
            <a:xfrm>
              <a:off x="8255452" y="2885437"/>
              <a:ext cx="17620" cy="58665"/>
            </a:xfrm>
            <a:custGeom>
              <a:avLst/>
              <a:gdLst/>
              <a:ahLst/>
              <a:cxnLst/>
              <a:rect l="l" t="t" r="r" b="b"/>
              <a:pathLst>
                <a:path w="671" h="2234" extrusionOk="0">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62"/>
            <p:cNvSpPr/>
            <p:nvPr/>
          </p:nvSpPr>
          <p:spPr>
            <a:xfrm>
              <a:off x="8233341" y="2895993"/>
              <a:ext cx="17620" cy="73160"/>
            </a:xfrm>
            <a:custGeom>
              <a:avLst/>
              <a:gdLst/>
              <a:ahLst/>
              <a:cxnLst/>
              <a:rect l="l" t="t" r="r" b="b"/>
              <a:pathLst>
                <a:path w="671" h="2786" extrusionOk="0">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62"/>
            <p:cNvSpPr/>
            <p:nvPr/>
          </p:nvSpPr>
          <p:spPr>
            <a:xfrm>
              <a:off x="7951362" y="2892737"/>
              <a:ext cx="165648" cy="128674"/>
            </a:xfrm>
            <a:custGeom>
              <a:avLst/>
              <a:gdLst/>
              <a:ahLst/>
              <a:cxnLst/>
              <a:rect l="l" t="t" r="r" b="b"/>
              <a:pathLst>
                <a:path w="6308" h="4900" extrusionOk="0">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62"/>
            <p:cNvSpPr/>
            <p:nvPr/>
          </p:nvSpPr>
          <p:spPr>
            <a:xfrm>
              <a:off x="7988047" y="2892737"/>
              <a:ext cx="128963" cy="21875"/>
            </a:xfrm>
            <a:custGeom>
              <a:avLst/>
              <a:gdLst/>
              <a:ahLst/>
              <a:cxnLst/>
              <a:rect l="l" t="t" r="r" b="b"/>
              <a:pathLst>
                <a:path w="4911" h="833" extrusionOk="0">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62"/>
            <p:cNvSpPr/>
            <p:nvPr/>
          </p:nvSpPr>
          <p:spPr>
            <a:xfrm>
              <a:off x="7961918" y="2914848"/>
              <a:ext cx="70140" cy="17883"/>
            </a:xfrm>
            <a:custGeom>
              <a:avLst/>
              <a:gdLst/>
              <a:ahLst/>
              <a:cxnLst/>
              <a:rect l="l" t="t" r="r" b="b"/>
              <a:pathLst>
                <a:path w="2671" h="681" extrusionOk="0">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62"/>
            <p:cNvSpPr/>
            <p:nvPr/>
          </p:nvSpPr>
          <p:spPr>
            <a:xfrm>
              <a:off x="7961918" y="2963114"/>
              <a:ext cx="53807" cy="13576"/>
            </a:xfrm>
            <a:custGeom>
              <a:avLst/>
              <a:gdLst/>
              <a:ahLst/>
              <a:cxnLst/>
              <a:rect l="l" t="t" r="r" b="b"/>
              <a:pathLst>
                <a:path w="2049" h="517" extrusionOk="0">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62"/>
            <p:cNvSpPr/>
            <p:nvPr/>
          </p:nvSpPr>
          <p:spPr>
            <a:xfrm>
              <a:off x="7951624" y="2937221"/>
              <a:ext cx="59820" cy="17620"/>
            </a:xfrm>
            <a:custGeom>
              <a:avLst/>
              <a:gdLst/>
              <a:ahLst/>
              <a:cxnLst/>
              <a:rect l="l" t="t" r="r" b="b"/>
              <a:pathLst>
                <a:path w="2278" h="671" extrusionOk="0">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62"/>
            <p:cNvSpPr/>
            <p:nvPr/>
          </p:nvSpPr>
          <p:spPr>
            <a:xfrm>
              <a:off x="8007663" y="2985960"/>
              <a:ext cx="27652" cy="26181"/>
            </a:xfrm>
            <a:custGeom>
              <a:avLst/>
              <a:gdLst/>
              <a:ahLst/>
              <a:cxnLst/>
              <a:rect l="l" t="t" r="r" b="b"/>
              <a:pathLst>
                <a:path w="1053" h="997" extrusionOk="0">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62"/>
            <p:cNvSpPr/>
            <p:nvPr/>
          </p:nvSpPr>
          <p:spPr>
            <a:xfrm>
              <a:off x="8168505" y="3131992"/>
              <a:ext cx="165385" cy="128700"/>
            </a:xfrm>
            <a:custGeom>
              <a:avLst/>
              <a:gdLst/>
              <a:ahLst/>
              <a:cxnLst/>
              <a:rect l="l" t="t" r="r" b="b"/>
              <a:pathLst>
                <a:path w="6298" h="4901" extrusionOk="0">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62"/>
            <p:cNvSpPr/>
            <p:nvPr/>
          </p:nvSpPr>
          <p:spPr>
            <a:xfrm>
              <a:off x="8168505" y="3132123"/>
              <a:ext cx="109583" cy="45115"/>
            </a:xfrm>
            <a:custGeom>
              <a:avLst/>
              <a:gdLst/>
              <a:ahLst/>
              <a:cxnLst/>
              <a:rect l="l" t="t" r="r" b="b"/>
              <a:pathLst>
                <a:path w="4173" h="1718" extrusionOk="0">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62"/>
            <p:cNvSpPr/>
            <p:nvPr/>
          </p:nvSpPr>
          <p:spPr>
            <a:xfrm>
              <a:off x="8269790" y="3215420"/>
              <a:ext cx="53807" cy="13603"/>
            </a:xfrm>
            <a:custGeom>
              <a:avLst/>
              <a:gdLst/>
              <a:ahLst/>
              <a:cxnLst/>
              <a:rect l="l" t="t" r="r" b="b"/>
              <a:pathLst>
                <a:path w="2049" h="518" extrusionOk="0">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62"/>
            <p:cNvSpPr/>
            <p:nvPr/>
          </p:nvSpPr>
          <p:spPr>
            <a:xfrm>
              <a:off x="8260494" y="3238292"/>
              <a:ext cx="37210" cy="13340"/>
            </a:xfrm>
            <a:custGeom>
              <a:avLst/>
              <a:gdLst/>
              <a:ahLst/>
              <a:cxnLst/>
              <a:rect l="l" t="t" r="r" b="b"/>
              <a:pathLst>
                <a:path w="1417" h="508" extrusionOk="0">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62"/>
            <p:cNvSpPr/>
            <p:nvPr/>
          </p:nvSpPr>
          <p:spPr>
            <a:xfrm>
              <a:off x="8274044" y="3189528"/>
              <a:ext cx="59847" cy="17620"/>
            </a:xfrm>
            <a:custGeom>
              <a:avLst/>
              <a:gdLst/>
              <a:ahLst/>
              <a:cxnLst/>
              <a:rect l="l" t="t" r="r" b="b"/>
              <a:pathLst>
                <a:path w="2279" h="671" extrusionOk="0">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62"/>
            <p:cNvSpPr/>
            <p:nvPr/>
          </p:nvSpPr>
          <p:spPr>
            <a:xfrm>
              <a:off x="8250174" y="3167180"/>
              <a:ext cx="73160" cy="17857"/>
            </a:xfrm>
            <a:custGeom>
              <a:avLst/>
              <a:gdLst/>
              <a:ahLst/>
              <a:cxnLst/>
              <a:rect l="l" t="t" r="r" b="b"/>
              <a:pathLst>
                <a:path w="2786" h="680" extrusionOk="0">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62"/>
            <p:cNvSpPr/>
            <p:nvPr/>
          </p:nvSpPr>
          <p:spPr>
            <a:xfrm>
              <a:off x="8169241" y="3170699"/>
              <a:ext cx="9349" cy="75156"/>
            </a:xfrm>
            <a:custGeom>
              <a:avLst/>
              <a:gdLst/>
              <a:ahLst/>
              <a:cxnLst/>
              <a:rect l="l" t="t" r="r" b="b"/>
              <a:pathLst>
                <a:path w="356" h="2862" extrusionOk="0">
                  <a:moveTo>
                    <a:pt x="1" y="0"/>
                  </a:moveTo>
                  <a:lnTo>
                    <a:pt x="1" y="2862"/>
                  </a:lnTo>
                  <a:lnTo>
                    <a:pt x="355" y="2862"/>
                  </a:lnTo>
                  <a:lnTo>
                    <a:pt x="355"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62"/>
            <p:cNvSpPr/>
            <p:nvPr/>
          </p:nvSpPr>
          <p:spPr>
            <a:xfrm>
              <a:off x="8158185" y="2907548"/>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62"/>
            <p:cNvSpPr/>
            <p:nvPr/>
          </p:nvSpPr>
          <p:spPr>
            <a:xfrm>
              <a:off x="8179797" y="2907548"/>
              <a:ext cx="15861" cy="15861"/>
            </a:xfrm>
            <a:custGeom>
              <a:avLst/>
              <a:gdLst/>
              <a:ahLst/>
              <a:cxnLst/>
              <a:rect l="l" t="t" r="r" b="b"/>
              <a:pathLst>
                <a:path w="604" h="604" extrusionOk="0">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62"/>
            <p:cNvSpPr/>
            <p:nvPr/>
          </p:nvSpPr>
          <p:spPr>
            <a:xfrm>
              <a:off x="8297915" y="3093521"/>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62"/>
            <p:cNvSpPr/>
            <p:nvPr/>
          </p:nvSpPr>
          <p:spPr>
            <a:xfrm>
              <a:off x="8297915" y="3115159"/>
              <a:ext cx="15861" cy="15835"/>
            </a:xfrm>
            <a:custGeom>
              <a:avLst/>
              <a:gdLst/>
              <a:ahLst/>
              <a:cxnLst/>
              <a:rect l="l" t="t" r="r" b="b"/>
              <a:pathLst>
                <a:path w="604" h="603" extrusionOk="0">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62"/>
            <p:cNvSpPr/>
            <p:nvPr/>
          </p:nvSpPr>
          <p:spPr>
            <a:xfrm>
              <a:off x="7972212" y="3025928"/>
              <a:ext cx="15861" cy="15598"/>
            </a:xfrm>
            <a:custGeom>
              <a:avLst/>
              <a:gdLst/>
              <a:ahLst/>
              <a:cxnLst/>
              <a:rect l="l" t="t" r="r" b="b"/>
              <a:pathLst>
                <a:path w="604" h="594" extrusionOk="0">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62"/>
            <p:cNvSpPr/>
            <p:nvPr/>
          </p:nvSpPr>
          <p:spPr>
            <a:xfrm>
              <a:off x="7972212" y="3047540"/>
              <a:ext cx="15861" cy="15598"/>
            </a:xfrm>
            <a:custGeom>
              <a:avLst/>
              <a:gdLst/>
              <a:ahLst/>
              <a:cxnLst/>
              <a:rect l="l" t="t" r="r" b="b"/>
              <a:pathLst>
                <a:path w="604" h="594" extrusionOk="0">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62"/>
            <p:cNvSpPr/>
            <p:nvPr/>
          </p:nvSpPr>
          <p:spPr>
            <a:xfrm>
              <a:off x="8090592" y="3233277"/>
              <a:ext cx="15598" cy="15835"/>
            </a:xfrm>
            <a:custGeom>
              <a:avLst/>
              <a:gdLst/>
              <a:ahLst/>
              <a:cxnLst/>
              <a:rect l="l" t="t" r="r" b="b"/>
              <a:pathLst>
                <a:path w="594" h="603" extrusionOk="0">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62"/>
            <p:cNvSpPr/>
            <p:nvPr/>
          </p:nvSpPr>
          <p:spPr>
            <a:xfrm>
              <a:off x="8111941" y="3233277"/>
              <a:ext cx="15861" cy="15835"/>
            </a:xfrm>
            <a:custGeom>
              <a:avLst/>
              <a:gdLst/>
              <a:ahLst/>
              <a:cxnLst/>
              <a:rect l="l" t="t" r="r" b="b"/>
              <a:pathLst>
                <a:path w="604" h="603" extrusionOk="0">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62"/>
            <p:cNvSpPr/>
            <p:nvPr/>
          </p:nvSpPr>
          <p:spPr>
            <a:xfrm>
              <a:off x="7963415" y="3074693"/>
              <a:ext cx="95534" cy="32694"/>
            </a:xfrm>
            <a:custGeom>
              <a:avLst/>
              <a:gdLst/>
              <a:ahLst/>
              <a:cxnLst/>
              <a:rect l="l" t="t" r="r" b="b"/>
              <a:pathLst>
                <a:path w="3638" h="1245" extrusionOk="0">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62"/>
            <p:cNvSpPr/>
            <p:nvPr/>
          </p:nvSpPr>
          <p:spPr>
            <a:xfrm>
              <a:off x="7987548" y="3074693"/>
              <a:ext cx="71401" cy="32694"/>
            </a:xfrm>
            <a:custGeom>
              <a:avLst/>
              <a:gdLst/>
              <a:ahLst/>
              <a:cxnLst/>
              <a:rect l="l" t="t" r="r" b="b"/>
              <a:pathLst>
                <a:path w="2719" h="1245" extrusionOk="0">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62"/>
            <p:cNvSpPr/>
            <p:nvPr/>
          </p:nvSpPr>
          <p:spPr>
            <a:xfrm>
              <a:off x="8139856" y="3161587"/>
              <a:ext cx="32694" cy="94825"/>
            </a:xfrm>
            <a:custGeom>
              <a:avLst/>
              <a:gdLst/>
              <a:ahLst/>
              <a:cxnLst/>
              <a:rect l="l" t="t" r="r" b="b"/>
              <a:pathLst>
                <a:path w="1245" h="3611" extrusionOk="0">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62"/>
            <p:cNvSpPr/>
            <p:nvPr/>
          </p:nvSpPr>
          <p:spPr>
            <a:xfrm>
              <a:off x="8139593" y="3185510"/>
              <a:ext cx="32956" cy="70718"/>
            </a:xfrm>
            <a:custGeom>
              <a:avLst/>
              <a:gdLst/>
              <a:ahLst/>
              <a:cxnLst/>
              <a:rect l="l" t="t" r="r" b="b"/>
              <a:pathLst>
                <a:path w="1255" h="2693" extrusionOk="0">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62"/>
            <p:cNvSpPr/>
            <p:nvPr/>
          </p:nvSpPr>
          <p:spPr>
            <a:xfrm>
              <a:off x="8226803" y="3047303"/>
              <a:ext cx="95534" cy="32694"/>
            </a:xfrm>
            <a:custGeom>
              <a:avLst/>
              <a:gdLst/>
              <a:ahLst/>
              <a:cxnLst/>
              <a:rect l="l" t="t" r="r" b="b"/>
              <a:pathLst>
                <a:path w="3638" h="1245" extrusionOk="0">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62"/>
            <p:cNvSpPr/>
            <p:nvPr/>
          </p:nvSpPr>
          <p:spPr>
            <a:xfrm>
              <a:off x="8226803" y="3047303"/>
              <a:ext cx="71401" cy="32930"/>
            </a:xfrm>
            <a:custGeom>
              <a:avLst/>
              <a:gdLst/>
              <a:ahLst/>
              <a:cxnLst/>
              <a:rect l="l" t="t" r="r" b="b"/>
              <a:pathLst>
                <a:path w="2719" h="1254" extrusionOk="0">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62"/>
            <p:cNvSpPr/>
            <p:nvPr/>
          </p:nvSpPr>
          <p:spPr>
            <a:xfrm>
              <a:off x="8114226" y="2898252"/>
              <a:ext cx="32694" cy="94851"/>
            </a:xfrm>
            <a:custGeom>
              <a:avLst/>
              <a:gdLst/>
              <a:ahLst/>
              <a:cxnLst/>
              <a:rect l="l" t="t" r="r" b="b"/>
              <a:pathLst>
                <a:path w="1245" h="3612" extrusionOk="0">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62"/>
            <p:cNvSpPr/>
            <p:nvPr/>
          </p:nvSpPr>
          <p:spPr>
            <a:xfrm>
              <a:off x="8114226" y="2898252"/>
              <a:ext cx="32930" cy="70902"/>
            </a:xfrm>
            <a:custGeom>
              <a:avLst/>
              <a:gdLst/>
              <a:ahLst/>
              <a:cxnLst/>
              <a:rect l="l" t="t" r="r" b="b"/>
              <a:pathLst>
                <a:path w="1254" h="2700" extrusionOk="0">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7" name="Google Shape;10827;p62"/>
          <p:cNvGrpSpPr/>
          <p:nvPr/>
        </p:nvGrpSpPr>
        <p:grpSpPr>
          <a:xfrm>
            <a:off x="8049793" y="3662089"/>
            <a:ext cx="276964" cy="336601"/>
            <a:chOff x="8054406" y="3814489"/>
            <a:chExt cx="276964" cy="336601"/>
          </a:xfrm>
        </p:grpSpPr>
        <p:sp>
          <p:nvSpPr>
            <p:cNvPr id="10828" name="Google Shape;10828;p62"/>
            <p:cNvSpPr/>
            <p:nvPr/>
          </p:nvSpPr>
          <p:spPr>
            <a:xfrm>
              <a:off x="8054406" y="3843218"/>
              <a:ext cx="276964" cy="307872"/>
            </a:xfrm>
            <a:custGeom>
              <a:avLst/>
              <a:gdLst/>
              <a:ahLst/>
              <a:cxnLst/>
              <a:rect l="l" t="t" r="r" b="b"/>
              <a:pathLst>
                <a:path w="10547" h="11724" extrusionOk="0">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62"/>
            <p:cNvSpPr/>
            <p:nvPr/>
          </p:nvSpPr>
          <p:spPr>
            <a:xfrm>
              <a:off x="8313251" y="3861311"/>
              <a:ext cx="18119" cy="289543"/>
            </a:xfrm>
            <a:custGeom>
              <a:avLst/>
              <a:gdLst/>
              <a:ahLst/>
              <a:cxnLst/>
              <a:rect l="l" t="t" r="r" b="b"/>
              <a:pathLst>
                <a:path w="690" h="11026" extrusionOk="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62"/>
            <p:cNvSpPr/>
            <p:nvPr/>
          </p:nvSpPr>
          <p:spPr>
            <a:xfrm>
              <a:off x="8138333" y="3904036"/>
              <a:ext cx="109110" cy="225757"/>
            </a:xfrm>
            <a:custGeom>
              <a:avLst/>
              <a:gdLst/>
              <a:ahLst/>
              <a:cxnLst/>
              <a:rect l="l" t="t" r="r" b="b"/>
              <a:pathLst>
                <a:path w="4155" h="8597" extrusionOk="0">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62"/>
            <p:cNvSpPr/>
            <p:nvPr/>
          </p:nvSpPr>
          <p:spPr>
            <a:xfrm>
              <a:off x="8180322" y="3904036"/>
              <a:ext cx="67121" cy="225705"/>
            </a:xfrm>
            <a:custGeom>
              <a:avLst/>
              <a:gdLst/>
              <a:ahLst/>
              <a:cxnLst/>
              <a:rect l="l" t="t" r="r" b="b"/>
              <a:pathLst>
                <a:path w="2556" h="8595" extrusionOk="0">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62"/>
            <p:cNvSpPr/>
            <p:nvPr/>
          </p:nvSpPr>
          <p:spPr>
            <a:xfrm>
              <a:off x="8155927" y="3857267"/>
              <a:ext cx="74158" cy="55566"/>
            </a:xfrm>
            <a:custGeom>
              <a:avLst/>
              <a:gdLst/>
              <a:ahLst/>
              <a:cxnLst/>
              <a:rect l="l" t="t" r="r" b="b"/>
              <a:pathLst>
                <a:path w="2824" h="2116" extrusionOk="0">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62"/>
            <p:cNvSpPr/>
            <p:nvPr/>
          </p:nvSpPr>
          <p:spPr>
            <a:xfrm>
              <a:off x="8195895" y="3882660"/>
              <a:ext cx="34191" cy="30173"/>
            </a:xfrm>
            <a:custGeom>
              <a:avLst/>
              <a:gdLst/>
              <a:ahLst/>
              <a:cxnLst/>
              <a:rect l="l" t="t" r="r" b="b"/>
              <a:pathLst>
                <a:path w="1302" h="1149" extrusionOk="0">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62"/>
            <p:cNvSpPr/>
            <p:nvPr/>
          </p:nvSpPr>
          <p:spPr>
            <a:xfrm>
              <a:off x="8122761" y="3814568"/>
              <a:ext cx="138758" cy="52546"/>
            </a:xfrm>
            <a:custGeom>
              <a:avLst/>
              <a:gdLst/>
              <a:ahLst/>
              <a:cxnLst/>
              <a:rect l="l" t="t" r="r" b="b"/>
              <a:pathLst>
                <a:path w="5284" h="2001" extrusionOk="0">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62"/>
            <p:cNvSpPr/>
            <p:nvPr/>
          </p:nvSpPr>
          <p:spPr>
            <a:xfrm>
              <a:off x="8113464" y="3814489"/>
              <a:ext cx="84452" cy="93092"/>
            </a:xfrm>
            <a:custGeom>
              <a:avLst/>
              <a:gdLst/>
              <a:ahLst/>
              <a:cxnLst/>
              <a:rect l="l" t="t" r="r" b="b"/>
              <a:pathLst>
                <a:path w="3216" h="3545" extrusionOk="0">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62"/>
            <p:cNvSpPr/>
            <p:nvPr/>
          </p:nvSpPr>
          <p:spPr>
            <a:xfrm>
              <a:off x="8187360" y="3814489"/>
              <a:ext cx="84951" cy="93092"/>
            </a:xfrm>
            <a:custGeom>
              <a:avLst/>
              <a:gdLst/>
              <a:ahLst/>
              <a:cxnLst/>
              <a:rect l="l" t="t" r="r" b="b"/>
              <a:pathLst>
                <a:path w="3235" h="3545" extrusionOk="0">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7" name="Google Shape;10837;p62"/>
          <p:cNvGrpSpPr/>
          <p:nvPr/>
        </p:nvGrpSpPr>
        <p:grpSpPr>
          <a:xfrm>
            <a:off x="7932175" y="4142674"/>
            <a:ext cx="378249" cy="335524"/>
            <a:chOff x="7936787" y="4295074"/>
            <a:chExt cx="378249" cy="335524"/>
          </a:xfrm>
        </p:grpSpPr>
        <p:sp>
          <p:nvSpPr>
            <p:cNvPr id="10838" name="Google Shape;10838;p62"/>
            <p:cNvSpPr/>
            <p:nvPr/>
          </p:nvSpPr>
          <p:spPr>
            <a:xfrm>
              <a:off x="8095371" y="4295074"/>
              <a:ext cx="219665" cy="182980"/>
            </a:xfrm>
            <a:custGeom>
              <a:avLst/>
              <a:gdLst/>
              <a:ahLst/>
              <a:cxnLst/>
              <a:rect l="l" t="t" r="r" b="b"/>
              <a:pathLst>
                <a:path w="8365" h="6968" extrusionOk="0">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62"/>
            <p:cNvSpPr/>
            <p:nvPr/>
          </p:nvSpPr>
          <p:spPr>
            <a:xfrm>
              <a:off x="7937286" y="4441342"/>
              <a:ext cx="109609" cy="109846"/>
            </a:xfrm>
            <a:custGeom>
              <a:avLst/>
              <a:gdLst/>
              <a:ahLst/>
              <a:cxnLst/>
              <a:rect l="l" t="t" r="r" b="b"/>
              <a:pathLst>
                <a:path w="4174" h="4183" extrusionOk="0">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62"/>
            <p:cNvSpPr/>
            <p:nvPr/>
          </p:nvSpPr>
          <p:spPr>
            <a:xfrm>
              <a:off x="7966934" y="4441342"/>
              <a:ext cx="79962" cy="110108"/>
            </a:xfrm>
            <a:custGeom>
              <a:avLst/>
              <a:gdLst/>
              <a:ahLst/>
              <a:cxnLst/>
              <a:rect l="l" t="t" r="r" b="b"/>
              <a:pathLst>
                <a:path w="3045" h="4193" extrusionOk="0">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62"/>
            <p:cNvSpPr/>
            <p:nvPr/>
          </p:nvSpPr>
          <p:spPr>
            <a:xfrm>
              <a:off x="7936787" y="4446541"/>
              <a:ext cx="207612" cy="184056"/>
            </a:xfrm>
            <a:custGeom>
              <a:avLst/>
              <a:gdLst/>
              <a:ahLst/>
              <a:cxnLst/>
              <a:rect l="l" t="t" r="r" b="b"/>
              <a:pathLst>
                <a:path w="7906" h="7009" extrusionOk="0">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62"/>
            <p:cNvSpPr/>
            <p:nvPr/>
          </p:nvSpPr>
          <p:spPr>
            <a:xfrm>
              <a:off x="7936787" y="4473747"/>
              <a:ext cx="189019" cy="156851"/>
            </a:xfrm>
            <a:custGeom>
              <a:avLst/>
              <a:gdLst/>
              <a:ahLst/>
              <a:cxnLst/>
              <a:rect l="l" t="t" r="r" b="b"/>
              <a:pathLst>
                <a:path w="7198" h="5973" extrusionOk="0">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62"/>
            <p:cNvSpPr/>
            <p:nvPr/>
          </p:nvSpPr>
          <p:spPr>
            <a:xfrm>
              <a:off x="7971976" y="4526792"/>
              <a:ext cx="39232" cy="21875"/>
            </a:xfrm>
            <a:custGeom>
              <a:avLst/>
              <a:gdLst/>
              <a:ahLst/>
              <a:cxnLst/>
              <a:rect l="l" t="t" r="r" b="b"/>
              <a:pathLst>
                <a:path w="1494" h="833" extrusionOk="0">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62"/>
            <p:cNvSpPr/>
            <p:nvPr/>
          </p:nvSpPr>
          <p:spPr>
            <a:xfrm>
              <a:off x="7954880" y="4476661"/>
              <a:ext cx="73160" cy="59952"/>
            </a:xfrm>
            <a:custGeom>
              <a:avLst/>
              <a:gdLst/>
              <a:ahLst/>
              <a:cxnLst/>
              <a:rect l="l" t="t" r="r" b="b"/>
              <a:pathLst>
                <a:path w="2786" h="2283" extrusionOk="0">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62"/>
            <p:cNvSpPr/>
            <p:nvPr/>
          </p:nvSpPr>
          <p:spPr>
            <a:xfrm>
              <a:off x="7954880" y="4476583"/>
              <a:ext cx="73423" cy="59531"/>
            </a:xfrm>
            <a:custGeom>
              <a:avLst/>
              <a:gdLst/>
              <a:ahLst/>
              <a:cxnLst/>
              <a:rect l="l" t="t" r="r" b="b"/>
              <a:pathLst>
                <a:path w="2796" h="2267" extrusionOk="0">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62"/>
            <p:cNvSpPr/>
            <p:nvPr/>
          </p:nvSpPr>
          <p:spPr>
            <a:xfrm>
              <a:off x="7936787" y="4566234"/>
              <a:ext cx="24396" cy="64363"/>
            </a:xfrm>
            <a:custGeom>
              <a:avLst/>
              <a:gdLst/>
              <a:ahLst/>
              <a:cxnLst/>
              <a:rect l="l" t="t" r="r" b="b"/>
              <a:pathLst>
                <a:path w="929" h="2451" extrusionOk="0">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62"/>
            <p:cNvSpPr/>
            <p:nvPr/>
          </p:nvSpPr>
          <p:spPr>
            <a:xfrm>
              <a:off x="8150150" y="4337799"/>
              <a:ext cx="109846" cy="109846"/>
            </a:xfrm>
            <a:custGeom>
              <a:avLst/>
              <a:gdLst/>
              <a:ahLst/>
              <a:cxnLst/>
              <a:rect l="l" t="t" r="r" b="b"/>
              <a:pathLst>
                <a:path w="4183" h="4183" extrusionOk="0">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62"/>
            <p:cNvSpPr/>
            <p:nvPr/>
          </p:nvSpPr>
          <p:spPr>
            <a:xfrm>
              <a:off x="8168505" y="4355892"/>
              <a:ext cx="73397" cy="73397"/>
            </a:xfrm>
            <a:custGeom>
              <a:avLst/>
              <a:gdLst/>
              <a:ahLst/>
              <a:cxnLst/>
              <a:rect l="l" t="t" r="r" b="b"/>
              <a:pathLst>
                <a:path w="2795" h="2795" extrusionOk="0">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62"/>
            <p:cNvSpPr/>
            <p:nvPr/>
          </p:nvSpPr>
          <p:spPr>
            <a:xfrm>
              <a:off x="8022237" y="4473747"/>
              <a:ext cx="103569" cy="130460"/>
            </a:xfrm>
            <a:custGeom>
              <a:avLst/>
              <a:gdLst/>
              <a:ahLst/>
              <a:cxnLst/>
              <a:rect l="l" t="t" r="r" b="b"/>
              <a:pathLst>
                <a:path w="3944" h="4968" extrusionOk="0">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62"/>
            <p:cNvSpPr/>
            <p:nvPr/>
          </p:nvSpPr>
          <p:spPr>
            <a:xfrm>
              <a:off x="8186835" y="4374221"/>
              <a:ext cx="36738" cy="36738"/>
            </a:xfrm>
            <a:custGeom>
              <a:avLst/>
              <a:gdLst/>
              <a:ahLst/>
              <a:cxnLst/>
              <a:rect l="l" t="t" r="r" b="b"/>
              <a:pathLst>
                <a:path w="1399" h="1399" extrusionOk="0">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62"/>
            <p:cNvSpPr/>
            <p:nvPr/>
          </p:nvSpPr>
          <p:spPr>
            <a:xfrm>
              <a:off x="8196893" y="4319285"/>
              <a:ext cx="84111" cy="79594"/>
            </a:xfrm>
            <a:custGeom>
              <a:avLst/>
              <a:gdLst/>
              <a:ahLst/>
              <a:cxnLst/>
              <a:rect l="l" t="t" r="r" b="b"/>
              <a:pathLst>
                <a:path w="3203" h="3031" extrusionOk="0">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62"/>
            <p:cNvSpPr/>
            <p:nvPr/>
          </p:nvSpPr>
          <p:spPr>
            <a:xfrm>
              <a:off x="8243635" y="4322095"/>
              <a:ext cx="38734" cy="32063"/>
            </a:xfrm>
            <a:custGeom>
              <a:avLst/>
              <a:gdLst/>
              <a:ahLst/>
              <a:cxnLst/>
              <a:rect l="l" t="t" r="r" b="b"/>
              <a:pathLst>
                <a:path w="1475" h="1221" extrusionOk="0">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62"/>
            <p:cNvSpPr/>
            <p:nvPr/>
          </p:nvSpPr>
          <p:spPr>
            <a:xfrm>
              <a:off x="8217822" y="4319312"/>
              <a:ext cx="61291" cy="58245"/>
            </a:xfrm>
            <a:custGeom>
              <a:avLst/>
              <a:gdLst/>
              <a:ahLst/>
              <a:cxnLst/>
              <a:rect l="l" t="t" r="r" b="b"/>
              <a:pathLst>
                <a:path w="2334" h="2218" extrusionOk="0">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4" name="Google Shape;10854;p62"/>
          <p:cNvGrpSpPr/>
          <p:nvPr/>
        </p:nvGrpSpPr>
        <p:grpSpPr>
          <a:xfrm>
            <a:off x="4881445" y="1813490"/>
            <a:ext cx="388569" cy="388307"/>
            <a:chOff x="4886058" y="1965890"/>
            <a:chExt cx="388569" cy="388307"/>
          </a:xfrm>
        </p:grpSpPr>
        <p:sp>
          <p:nvSpPr>
            <p:cNvPr id="10855" name="Google Shape;10855;p62"/>
            <p:cNvSpPr/>
            <p:nvPr/>
          </p:nvSpPr>
          <p:spPr>
            <a:xfrm>
              <a:off x="4886058" y="1965890"/>
              <a:ext cx="388569" cy="388307"/>
            </a:xfrm>
            <a:custGeom>
              <a:avLst/>
              <a:gdLst/>
              <a:ahLst/>
              <a:cxnLst/>
              <a:rect l="l" t="t" r="r" b="b"/>
              <a:pathLst>
                <a:path w="14797" h="14787" extrusionOk="0">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62"/>
            <p:cNvSpPr/>
            <p:nvPr/>
          </p:nvSpPr>
          <p:spPr>
            <a:xfrm>
              <a:off x="4896352" y="1992150"/>
              <a:ext cx="368218" cy="335787"/>
            </a:xfrm>
            <a:custGeom>
              <a:avLst/>
              <a:gdLst/>
              <a:ahLst/>
              <a:cxnLst/>
              <a:rect l="l" t="t" r="r" b="b"/>
              <a:pathLst>
                <a:path w="14022" h="12787" extrusionOk="0">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62"/>
            <p:cNvSpPr/>
            <p:nvPr/>
          </p:nvSpPr>
          <p:spPr>
            <a:xfrm>
              <a:off x="5056958" y="1992072"/>
              <a:ext cx="207612" cy="336102"/>
            </a:xfrm>
            <a:custGeom>
              <a:avLst/>
              <a:gdLst/>
              <a:ahLst/>
              <a:cxnLst/>
              <a:rect l="l" t="t" r="r" b="b"/>
              <a:pathLst>
                <a:path w="7906" h="12799" extrusionOk="0">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62"/>
            <p:cNvSpPr/>
            <p:nvPr/>
          </p:nvSpPr>
          <p:spPr>
            <a:xfrm>
              <a:off x="5074158" y="1993647"/>
              <a:ext cx="12342" cy="39364"/>
            </a:xfrm>
            <a:custGeom>
              <a:avLst/>
              <a:gdLst/>
              <a:ahLst/>
              <a:cxnLst/>
              <a:rect l="l" t="t" r="r" b="b"/>
              <a:pathLst>
                <a:path w="470" h="1499" extrusionOk="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62"/>
            <p:cNvSpPr/>
            <p:nvPr/>
          </p:nvSpPr>
          <p:spPr>
            <a:xfrm>
              <a:off x="5074158" y="2286866"/>
              <a:ext cx="12342" cy="39416"/>
            </a:xfrm>
            <a:custGeom>
              <a:avLst/>
              <a:gdLst/>
              <a:ahLst/>
              <a:cxnLst/>
              <a:rect l="l" t="t" r="r" b="b"/>
              <a:pathLst>
                <a:path w="470" h="1501" extrusionOk="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62"/>
            <p:cNvSpPr/>
            <p:nvPr/>
          </p:nvSpPr>
          <p:spPr>
            <a:xfrm>
              <a:off x="5205984" y="2153597"/>
              <a:ext cx="42515" cy="11633"/>
            </a:xfrm>
            <a:custGeom>
              <a:avLst/>
              <a:gdLst/>
              <a:ahLst/>
              <a:cxnLst/>
              <a:rect l="l" t="t" r="r" b="b"/>
              <a:pathLst>
                <a:path w="1619" h="443" extrusionOk="0">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62"/>
            <p:cNvSpPr/>
            <p:nvPr/>
          </p:nvSpPr>
          <p:spPr>
            <a:xfrm>
              <a:off x="4912948" y="2153623"/>
              <a:ext cx="41753" cy="11581"/>
            </a:xfrm>
            <a:custGeom>
              <a:avLst/>
              <a:gdLst/>
              <a:ahLst/>
              <a:cxnLst/>
              <a:rect l="l" t="t" r="r" b="b"/>
              <a:pathLst>
                <a:path w="1590" h="441" extrusionOk="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62"/>
            <p:cNvSpPr/>
            <p:nvPr/>
          </p:nvSpPr>
          <p:spPr>
            <a:xfrm>
              <a:off x="5002101" y="2140808"/>
              <a:ext cx="97608" cy="96400"/>
            </a:xfrm>
            <a:custGeom>
              <a:avLst/>
              <a:gdLst/>
              <a:ahLst/>
              <a:cxnLst/>
              <a:rect l="l" t="t" r="r" b="b"/>
              <a:pathLst>
                <a:path w="3717" h="3671" extrusionOk="0">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62"/>
            <p:cNvSpPr/>
            <p:nvPr/>
          </p:nvSpPr>
          <p:spPr>
            <a:xfrm>
              <a:off x="5002101" y="2165177"/>
              <a:ext cx="97608" cy="72031"/>
            </a:xfrm>
            <a:custGeom>
              <a:avLst/>
              <a:gdLst/>
              <a:ahLst/>
              <a:cxnLst/>
              <a:rect l="l" t="t" r="r" b="b"/>
              <a:pathLst>
                <a:path w="3717" h="2743" extrusionOk="0">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62"/>
            <p:cNvSpPr/>
            <p:nvPr/>
          </p:nvSpPr>
          <p:spPr>
            <a:xfrm>
              <a:off x="5061238" y="2082984"/>
              <a:ext cx="97503" cy="96532"/>
            </a:xfrm>
            <a:custGeom>
              <a:avLst/>
              <a:gdLst/>
              <a:ahLst/>
              <a:cxnLst/>
              <a:rect l="l" t="t" r="r" b="b"/>
              <a:pathLst>
                <a:path w="3713" h="3676" extrusionOk="0">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62"/>
            <p:cNvSpPr/>
            <p:nvPr/>
          </p:nvSpPr>
          <p:spPr>
            <a:xfrm>
              <a:off x="5085345" y="2083089"/>
              <a:ext cx="73213" cy="96190"/>
            </a:xfrm>
            <a:custGeom>
              <a:avLst/>
              <a:gdLst/>
              <a:ahLst/>
              <a:cxnLst/>
              <a:rect l="l" t="t" r="r" b="b"/>
              <a:pathLst>
                <a:path w="2788" h="3663" extrusionOk="0">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66" name="Google Shape;10866;p62"/>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Business Icons</a:t>
            </a:r>
            <a:endParaRPr sz="2400">
              <a:solidFill>
                <a:schemeClr val="lt1"/>
              </a:solidFill>
            </a:endParaRPr>
          </a:p>
        </p:txBody>
      </p:sp>
      <p:sp>
        <p:nvSpPr>
          <p:cNvPr id="10867" name="Google Shape;10867;p62"/>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871"/>
        <p:cNvGrpSpPr/>
        <p:nvPr/>
      </p:nvGrpSpPr>
      <p:grpSpPr>
        <a:xfrm>
          <a:off x="0" y="0"/>
          <a:ext cx="0" cy="0"/>
          <a:chOff x="0" y="0"/>
          <a:chExt cx="0" cy="0"/>
        </a:xfrm>
      </p:grpSpPr>
      <p:grpSp>
        <p:nvGrpSpPr>
          <p:cNvPr id="10872" name="Google Shape;10872;p63"/>
          <p:cNvGrpSpPr/>
          <p:nvPr/>
        </p:nvGrpSpPr>
        <p:grpSpPr>
          <a:xfrm>
            <a:off x="1738624" y="3196252"/>
            <a:ext cx="292801" cy="359258"/>
            <a:chOff x="1765162" y="3346789"/>
            <a:chExt cx="292801" cy="359258"/>
          </a:xfrm>
        </p:grpSpPr>
        <p:sp>
          <p:nvSpPr>
            <p:cNvPr id="10873" name="Google Shape;10873;p63"/>
            <p:cNvSpPr/>
            <p:nvPr/>
          </p:nvSpPr>
          <p:spPr>
            <a:xfrm>
              <a:off x="1765423" y="3394001"/>
              <a:ext cx="230821" cy="312047"/>
            </a:xfrm>
            <a:custGeom>
              <a:avLst/>
              <a:gdLst/>
              <a:ahLst/>
              <a:cxnLst/>
              <a:rect l="l" t="t" r="r" b="b"/>
              <a:pathLst>
                <a:path w="8815" h="11917" extrusionOk="0">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63"/>
            <p:cNvSpPr/>
            <p:nvPr/>
          </p:nvSpPr>
          <p:spPr>
            <a:xfrm>
              <a:off x="1765162" y="3624088"/>
              <a:ext cx="81959" cy="81959"/>
            </a:xfrm>
            <a:custGeom>
              <a:avLst/>
              <a:gdLst/>
              <a:ahLst/>
              <a:cxnLst/>
              <a:rect l="l" t="t" r="r" b="b"/>
              <a:pathLst>
                <a:path w="3130" h="3130" extrusionOk="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63"/>
            <p:cNvSpPr/>
            <p:nvPr/>
          </p:nvSpPr>
          <p:spPr>
            <a:xfrm>
              <a:off x="1896558" y="3394001"/>
              <a:ext cx="99686" cy="103719"/>
            </a:xfrm>
            <a:custGeom>
              <a:avLst/>
              <a:gdLst/>
              <a:ahLst/>
              <a:cxnLst/>
              <a:rect l="l" t="t" r="r" b="b"/>
              <a:pathLst>
                <a:path w="3807" h="3961" extrusionOk="0">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63"/>
            <p:cNvSpPr/>
            <p:nvPr/>
          </p:nvSpPr>
          <p:spPr>
            <a:xfrm>
              <a:off x="1816379" y="3394001"/>
              <a:ext cx="179629" cy="312047"/>
            </a:xfrm>
            <a:custGeom>
              <a:avLst/>
              <a:gdLst/>
              <a:ahLst/>
              <a:cxnLst/>
              <a:rect l="l" t="t" r="r" b="b"/>
              <a:pathLst>
                <a:path w="6860" h="11917" extrusionOk="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63"/>
            <p:cNvSpPr/>
            <p:nvPr/>
          </p:nvSpPr>
          <p:spPr>
            <a:xfrm>
              <a:off x="1799647" y="3462448"/>
              <a:ext cx="162138" cy="23776"/>
            </a:xfrm>
            <a:custGeom>
              <a:avLst/>
              <a:gdLst/>
              <a:ahLst/>
              <a:cxnLst/>
              <a:rect l="l" t="t" r="r" b="b"/>
              <a:pathLst>
                <a:path w="6192" h="908" extrusionOk="0">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63"/>
            <p:cNvSpPr/>
            <p:nvPr/>
          </p:nvSpPr>
          <p:spPr>
            <a:xfrm>
              <a:off x="1922795" y="3462710"/>
              <a:ext cx="38989" cy="23514"/>
            </a:xfrm>
            <a:custGeom>
              <a:avLst/>
              <a:gdLst/>
              <a:ahLst/>
              <a:cxnLst/>
              <a:rect l="l" t="t" r="r" b="b"/>
              <a:pathLst>
                <a:path w="1489" h="898" extrusionOk="0">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63"/>
            <p:cNvSpPr/>
            <p:nvPr/>
          </p:nvSpPr>
          <p:spPr>
            <a:xfrm>
              <a:off x="1765162" y="3637076"/>
              <a:ext cx="68971" cy="68971"/>
            </a:xfrm>
            <a:custGeom>
              <a:avLst/>
              <a:gdLst/>
              <a:ahLst/>
              <a:cxnLst/>
              <a:rect l="l" t="t" r="r" b="b"/>
              <a:pathLst>
                <a:path w="2634" h="2634" extrusionOk="0">
                  <a:moveTo>
                    <a:pt x="1" y="0"/>
                  </a:moveTo>
                  <a:lnTo>
                    <a:pt x="2634" y="2633"/>
                  </a:lnTo>
                  <a:lnTo>
                    <a:pt x="2634" y="220"/>
                  </a:lnTo>
                  <a:cubicBezTo>
                    <a:pt x="2634" y="96"/>
                    <a:pt x="2538" y="0"/>
                    <a:pt x="241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63"/>
            <p:cNvSpPr/>
            <p:nvPr/>
          </p:nvSpPr>
          <p:spPr>
            <a:xfrm>
              <a:off x="1923528" y="3346789"/>
              <a:ext cx="134434" cy="134434"/>
            </a:xfrm>
            <a:custGeom>
              <a:avLst/>
              <a:gdLst/>
              <a:ahLst/>
              <a:cxnLst/>
              <a:rect l="l" t="t" r="r" b="b"/>
              <a:pathLst>
                <a:path w="5134" h="5134" extrusionOk="0">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63"/>
            <p:cNvSpPr/>
            <p:nvPr/>
          </p:nvSpPr>
          <p:spPr>
            <a:xfrm>
              <a:off x="1978255" y="3377033"/>
              <a:ext cx="48730" cy="48730"/>
            </a:xfrm>
            <a:custGeom>
              <a:avLst/>
              <a:gdLst/>
              <a:ahLst/>
              <a:cxnLst/>
              <a:rect l="l" t="t" r="r" b="b"/>
              <a:pathLst>
                <a:path w="1861" h="1861" extrusionOk="0">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63"/>
            <p:cNvSpPr/>
            <p:nvPr/>
          </p:nvSpPr>
          <p:spPr>
            <a:xfrm>
              <a:off x="1960999" y="3371560"/>
              <a:ext cx="82587" cy="59702"/>
            </a:xfrm>
            <a:custGeom>
              <a:avLst/>
              <a:gdLst/>
              <a:ahLst/>
              <a:cxnLst/>
              <a:rect l="l" t="t" r="r" b="b"/>
              <a:pathLst>
                <a:path w="3154" h="2280" extrusionOk="0">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63"/>
            <p:cNvSpPr/>
            <p:nvPr/>
          </p:nvSpPr>
          <p:spPr>
            <a:xfrm>
              <a:off x="1950028" y="3412592"/>
              <a:ext cx="43755" cy="39408"/>
            </a:xfrm>
            <a:custGeom>
              <a:avLst/>
              <a:gdLst/>
              <a:ahLst/>
              <a:cxnLst/>
              <a:rect l="l" t="t" r="r" b="b"/>
              <a:pathLst>
                <a:path w="1671" h="1505" extrusionOk="0">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63"/>
            <p:cNvSpPr/>
            <p:nvPr/>
          </p:nvSpPr>
          <p:spPr>
            <a:xfrm>
              <a:off x="1792054" y="3504659"/>
              <a:ext cx="176225" cy="10814"/>
            </a:xfrm>
            <a:custGeom>
              <a:avLst/>
              <a:gdLst/>
              <a:ahLst/>
              <a:cxnLst/>
              <a:rect l="l" t="t" r="r" b="b"/>
              <a:pathLst>
                <a:path w="6730" h="413" extrusionOk="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63"/>
            <p:cNvSpPr/>
            <p:nvPr/>
          </p:nvSpPr>
          <p:spPr>
            <a:xfrm>
              <a:off x="1792891" y="3528408"/>
              <a:ext cx="175387" cy="11024"/>
            </a:xfrm>
            <a:custGeom>
              <a:avLst/>
              <a:gdLst/>
              <a:ahLst/>
              <a:cxnLst/>
              <a:rect l="l" t="t" r="r" b="b"/>
              <a:pathLst>
                <a:path w="6698" h="421" extrusionOk="0">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63"/>
            <p:cNvSpPr/>
            <p:nvPr/>
          </p:nvSpPr>
          <p:spPr>
            <a:xfrm>
              <a:off x="1792891" y="3552394"/>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63"/>
            <p:cNvSpPr/>
            <p:nvPr/>
          </p:nvSpPr>
          <p:spPr>
            <a:xfrm>
              <a:off x="1792891" y="3576379"/>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8" name="Google Shape;10888;p63"/>
          <p:cNvGrpSpPr/>
          <p:nvPr/>
        </p:nvGrpSpPr>
        <p:grpSpPr>
          <a:xfrm>
            <a:off x="3051095" y="2294466"/>
            <a:ext cx="358996" cy="296309"/>
            <a:chOff x="3077632" y="2445004"/>
            <a:chExt cx="358996" cy="296309"/>
          </a:xfrm>
        </p:grpSpPr>
        <p:sp>
          <p:nvSpPr>
            <p:cNvPr id="10889" name="Google Shape;10889;p63"/>
            <p:cNvSpPr/>
            <p:nvPr/>
          </p:nvSpPr>
          <p:spPr>
            <a:xfrm>
              <a:off x="3097873" y="2504968"/>
              <a:ext cx="294293" cy="195366"/>
            </a:xfrm>
            <a:custGeom>
              <a:avLst/>
              <a:gdLst/>
              <a:ahLst/>
              <a:cxnLst/>
              <a:rect l="l" t="t" r="r" b="b"/>
              <a:pathLst>
                <a:path w="11239" h="7461" extrusionOk="0">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63"/>
            <p:cNvSpPr/>
            <p:nvPr/>
          </p:nvSpPr>
          <p:spPr>
            <a:xfrm>
              <a:off x="3296696" y="2504968"/>
              <a:ext cx="95471" cy="80100"/>
            </a:xfrm>
            <a:custGeom>
              <a:avLst/>
              <a:gdLst/>
              <a:ahLst/>
              <a:cxnLst/>
              <a:rect l="l" t="t" r="r" b="b"/>
              <a:pathLst>
                <a:path w="3646" h="3059" extrusionOk="0">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63"/>
            <p:cNvSpPr/>
            <p:nvPr/>
          </p:nvSpPr>
          <p:spPr>
            <a:xfrm>
              <a:off x="3097873" y="2685330"/>
              <a:ext cx="294293" cy="15004"/>
            </a:xfrm>
            <a:custGeom>
              <a:avLst/>
              <a:gdLst/>
              <a:ahLst/>
              <a:cxnLst/>
              <a:rect l="l" t="t" r="r" b="b"/>
              <a:pathLst>
                <a:path w="11239" h="573" extrusionOk="0">
                  <a:moveTo>
                    <a:pt x="0" y="0"/>
                  </a:moveTo>
                  <a:lnTo>
                    <a:pt x="0" y="573"/>
                  </a:lnTo>
                  <a:lnTo>
                    <a:pt x="11238" y="573"/>
                  </a:lnTo>
                  <a:lnTo>
                    <a:pt x="1123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63"/>
            <p:cNvSpPr/>
            <p:nvPr/>
          </p:nvSpPr>
          <p:spPr>
            <a:xfrm>
              <a:off x="3116596" y="2524685"/>
              <a:ext cx="256587" cy="140430"/>
            </a:xfrm>
            <a:custGeom>
              <a:avLst/>
              <a:gdLst/>
              <a:ahLst/>
              <a:cxnLst/>
              <a:rect l="l" t="t" r="r" b="b"/>
              <a:pathLst>
                <a:path w="9799" h="5363" extrusionOk="0">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63"/>
            <p:cNvSpPr/>
            <p:nvPr/>
          </p:nvSpPr>
          <p:spPr>
            <a:xfrm>
              <a:off x="3298215" y="2524685"/>
              <a:ext cx="74968" cy="60487"/>
            </a:xfrm>
            <a:custGeom>
              <a:avLst/>
              <a:gdLst/>
              <a:ahLst/>
              <a:cxnLst/>
              <a:rect l="l" t="t" r="r" b="b"/>
              <a:pathLst>
                <a:path w="2863" h="2310" extrusionOk="0">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63"/>
            <p:cNvSpPr/>
            <p:nvPr/>
          </p:nvSpPr>
          <p:spPr>
            <a:xfrm>
              <a:off x="3273967" y="2567157"/>
              <a:ext cx="72480" cy="72480"/>
            </a:xfrm>
            <a:custGeom>
              <a:avLst/>
              <a:gdLst/>
              <a:ahLst/>
              <a:cxnLst/>
              <a:rect l="l" t="t" r="r" b="b"/>
              <a:pathLst>
                <a:path w="2768" h="2768" extrusionOk="0">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63"/>
            <p:cNvSpPr/>
            <p:nvPr/>
          </p:nvSpPr>
          <p:spPr>
            <a:xfrm>
              <a:off x="3323928" y="2567157"/>
              <a:ext cx="22519" cy="13014"/>
            </a:xfrm>
            <a:custGeom>
              <a:avLst/>
              <a:gdLst/>
              <a:ahLst/>
              <a:cxnLst/>
              <a:rect l="l" t="t" r="r" b="b"/>
              <a:pathLst>
                <a:path w="860" h="497" extrusionOk="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63"/>
            <p:cNvSpPr/>
            <p:nvPr/>
          </p:nvSpPr>
          <p:spPr>
            <a:xfrm>
              <a:off x="3116596" y="2524449"/>
              <a:ext cx="256587" cy="140430"/>
            </a:xfrm>
            <a:custGeom>
              <a:avLst/>
              <a:gdLst/>
              <a:ahLst/>
              <a:cxnLst/>
              <a:rect l="l" t="t" r="r" b="b"/>
              <a:pathLst>
                <a:path w="9799" h="5363" extrusionOk="0">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63"/>
            <p:cNvSpPr/>
            <p:nvPr/>
          </p:nvSpPr>
          <p:spPr>
            <a:xfrm>
              <a:off x="3116596" y="2524685"/>
              <a:ext cx="256587" cy="20267"/>
            </a:xfrm>
            <a:custGeom>
              <a:avLst/>
              <a:gdLst/>
              <a:ahLst/>
              <a:cxnLst/>
              <a:rect l="l" t="t" r="r" b="b"/>
              <a:pathLst>
                <a:path w="9799" h="774" extrusionOk="0">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63"/>
            <p:cNvSpPr/>
            <p:nvPr/>
          </p:nvSpPr>
          <p:spPr>
            <a:xfrm>
              <a:off x="3298450" y="2524711"/>
              <a:ext cx="74732" cy="20241"/>
            </a:xfrm>
            <a:custGeom>
              <a:avLst/>
              <a:gdLst/>
              <a:ahLst/>
              <a:cxnLst/>
              <a:rect l="l" t="t" r="r" b="b"/>
              <a:pathLst>
                <a:path w="2854" h="773" extrusionOk="0">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63"/>
            <p:cNvSpPr/>
            <p:nvPr/>
          </p:nvSpPr>
          <p:spPr>
            <a:xfrm>
              <a:off x="3224766" y="2674332"/>
              <a:ext cx="40246" cy="11024"/>
            </a:xfrm>
            <a:custGeom>
              <a:avLst/>
              <a:gdLst/>
              <a:ahLst/>
              <a:cxnLst/>
              <a:rect l="l" t="t" r="r" b="b"/>
              <a:pathLst>
                <a:path w="1537" h="421" extrusionOk="0">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63"/>
            <p:cNvSpPr/>
            <p:nvPr/>
          </p:nvSpPr>
          <p:spPr>
            <a:xfrm>
              <a:off x="3309684" y="2445004"/>
              <a:ext cx="126945" cy="127181"/>
            </a:xfrm>
            <a:custGeom>
              <a:avLst/>
              <a:gdLst/>
              <a:ahLst/>
              <a:cxnLst/>
              <a:rect l="l" t="t" r="r" b="b"/>
              <a:pathLst>
                <a:path w="4848" h="4857" extrusionOk="0">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63"/>
            <p:cNvSpPr/>
            <p:nvPr/>
          </p:nvSpPr>
          <p:spPr>
            <a:xfrm>
              <a:off x="3336681" y="2472236"/>
              <a:ext cx="72951" cy="72218"/>
            </a:xfrm>
            <a:custGeom>
              <a:avLst/>
              <a:gdLst/>
              <a:ahLst/>
              <a:cxnLst/>
              <a:rect l="l" t="t" r="r" b="b"/>
              <a:pathLst>
                <a:path w="2786" h="2758" extrusionOk="0">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63"/>
            <p:cNvSpPr/>
            <p:nvPr/>
          </p:nvSpPr>
          <p:spPr>
            <a:xfrm>
              <a:off x="3366165" y="2473231"/>
              <a:ext cx="43729" cy="71878"/>
            </a:xfrm>
            <a:custGeom>
              <a:avLst/>
              <a:gdLst/>
              <a:ahLst/>
              <a:cxnLst/>
              <a:rect l="l" t="t" r="r" b="b"/>
              <a:pathLst>
                <a:path w="1670" h="2745" extrusionOk="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63"/>
            <p:cNvSpPr/>
            <p:nvPr/>
          </p:nvSpPr>
          <p:spPr>
            <a:xfrm>
              <a:off x="3336681" y="2497976"/>
              <a:ext cx="30244" cy="32757"/>
            </a:xfrm>
            <a:custGeom>
              <a:avLst/>
              <a:gdLst/>
              <a:ahLst/>
              <a:cxnLst/>
              <a:rect l="l" t="t" r="r" b="b"/>
              <a:pathLst>
                <a:path w="1155" h="1251" extrusionOk="0">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63"/>
            <p:cNvSpPr/>
            <p:nvPr/>
          </p:nvSpPr>
          <p:spPr>
            <a:xfrm>
              <a:off x="3144587" y="2567157"/>
              <a:ext cx="27232" cy="27259"/>
            </a:xfrm>
            <a:custGeom>
              <a:avLst/>
              <a:gdLst/>
              <a:ahLst/>
              <a:cxnLst/>
              <a:rect l="l" t="t" r="r" b="b"/>
              <a:pathLst>
                <a:path w="1040" h="1041" extrusionOk="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63"/>
            <p:cNvSpPr/>
            <p:nvPr/>
          </p:nvSpPr>
          <p:spPr>
            <a:xfrm>
              <a:off x="3180958" y="2561658"/>
              <a:ext cx="79655" cy="11050"/>
            </a:xfrm>
            <a:custGeom>
              <a:avLst/>
              <a:gdLst/>
              <a:ahLst/>
              <a:cxnLst/>
              <a:rect l="l" t="t" r="r" b="b"/>
              <a:pathLst>
                <a:path w="3042" h="422" extrusionOk="0">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63"/>
            <p:cNvSpPr/>
            <p:nvPr/>
          </p:nvSpPr>
          <p:spPr>
            <a:xfrm>
              <a:off x="3182058" y="2575405"/>
              <a:ext cx="77455" cy="10762"/>
            </a:xfrm>
            <a:custGeom>
              <a:avLst/>
              <a:gdLst/>
              <a:ahLst/>
              <a:cxnLst/>
              <a:rect l="l" t="t" r="r" b="b"/>
              <a:pathLst>
                <a:path w="2958" h="411"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63"/>
            <p:cNvSpPr/>
            <p:nvPr/>
          </p:nvSpPr>
          <p:spPr>
            <a:xfrm>
              <a:off x="3182058" y="2588890"/>
              <a:ext cx="77455" cy="10788"/>
            </a:xfrm>
            <a:custGeom>
              <a:avLst/>
              <a:gdLst/>
              <a:ahLst/>
              <a:cxnLst/>
              <a:rect l="l" t="t" r="r" b="b"/>
              <a:pathLst>
                <a:path w="2958" h="412"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63"/>
            <p:cNvSpPr/>
            <p:nvPr/>
          </p:nvSpPr>
          <p:spPr>
            <a:xfrm>
              <a:off x="3144587" y="2612378"/>
              <a:ext cx="27232" cy="27259"/>
            </a:xfrm>
            <a:custGeom>
              <a:avLst/>
              <a:gdLst/>
              <a:ahLst/>
              <a:cxnLst/>
              <a:rect l="l" t="t" r="r" b="b"/>
              <a:pathLst>
                <a:path w="1040" h="1041" extrusionOk="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63"/>
            <p:cNvSpPr/>
            <p:nvPr/>
          </p:nvSpPr>
          <p:spPr>
            <a:xfrm>
              <a:off x="3182058" y="2607141"/>
              <a:ext cx="77455" cy="10762"/>
            </a:xfrm>
            <a:custGeom>
              <a:avLst/>
              <a:gdLst/>
              <a:ahLst/>
              <a:cxnLst/>
              <a:rect l="l" t="t" r="r" b="b"/>
              <a:pathLst>
                <a:path w="2958" h="411" extrusionOk="0">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63"/>
            <p:cNvSpPr/>
            <p:nvPr/>
          </p:nvSpPr>
          <p:spPr>
            <a:xfrm>
              <a:off x="3182058" y="2620627"/>
              <a:ext cx="77455" cy="10762"/>
            </a:xfrm>
            <a:custGeom>
              <a:avLst/>
              <a:gdLst/>
              <a:ahLst/>
              <a:cxnLst/>
              <a:rect l="l" t="t" r="r" b="b"/>
              <a:pathLst>
                <a:path w="2958" h="411" extrusionOk="0">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63"/>
            <p:cNvSpPr/>
            <p:nvPr/>
          </p:nvSpPr>
          <p:spPr>
            <a:xfrm>
              <a:off x="3182058" y="2634374"/>
              <a:ext cx="77455" cy="10762"/>
            </a:xfrm>
            <a:custGeom>
              <a:avLst/>
              <a:gdLst/>
              <a:ahLst/>
              <a:cxnLst/>
              <a:rect l="l" t="t" r="r" b="b"/>
              <a:pathLst>
                <a:path w="2958" h="411" extrusionOk="0">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63"/>
            <p:cNvSpPr/>
            <p:nvPr/>
          </p:nvSpPr>
          <p:spPr>
            <a:xfrm>
              <a:off x="3077632" y="2694311"/>
              <a:ext cx="334749" cy="34250"/>
            </a:xfrm>
            <a:custGeom>
              <a:avLst/>
              <a:gdLst/>
              <a:ahLst/>
              <a:cxnLst/>
              <a:rect l="l" t="t" r="r" b="b"/>
              <a:pathLst>
                <a:path w="12784" h="1308" extrusionOk="0">
                  <a:moveTo>
                    <a:pt x="773" y="1"/>
                  </a:moveTo>
                  <a:lnTo>
                    <a:pt x="0" y="1031"/>
                  </a:lnTo>
                  <a:lnTo>
                    <a:pt x="0" y="1308"/>
                  </a:lnTo>
                  <a:lnTo>
                    <a:pt x="12784" y="1308"/>
                  </a:lnTo>
                  <a:lnTo>
                    <a:pt x="12784" y="1031"/>
                  </a:lnTo>
                  <a:lnTo>
                    <a:pt x="1201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63"/>
            <p:cNvSpPr/>
            <p:nvPr/>
          </p:nvSpPr>
          <p:spPr>
            <a:xfrm>
              <a:off x="3188552" y="2700072"/>
              <a:ext cx="112674" cy="16758"/>
            </a:xfrm>
            <a:custGeom>
              <a:avLst/>
              <a:gdLst/>
              <a:ahLst/>
              <a:cxnLst/>
              <a:rect l="l" t="t" r="r" b="b"/>
              <a:pathLst>
                <a:path w="4303" h="640" extrusionOk="0">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63"/>
            <p:cNvSpPr/>
            <p:nvPr/>
          </p:nvSpPr>
          <p:spPr>
            <a:xfrm>
              <a:off x="3077632" y="2721308"/>
              <a:ext cx="334513" cy="20005"/>
            </a:xfrm>
            <a:custGeom>
              <a:avLst/>
              <a:gdLst/>
              <a:ahLst/>
              <a:cxnLst/>
              <a:rect l="l" t="t" r="r" b="b"/>
              <a:pathLst>
                <a:path w="12775" h="764" extrusionOk="0">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5" name="Google Shape;10915;p63"/>
          <p:cNvGrpSpPr/>
          <p:nvPr/>
        </p:nvGrpSpPr>
        <p:grpSpPr>
          <a:xfrm>
            <a:off x="2608699" y="2281243"/>
            <a:ext cx="359232" cy="323018"/>
            <a:chOff x="2635237" y="2431780"/>
            <a:chExt cx="359232" cy="323018"/>
          </a:xfrm>
        </p:grpSpPr>
        <p:sp>
          <p:nvSpPr>
            <p:cNvPr id="10916" name="Google Shape;10916;p63"/>
            <p:cNvSpPr/>
            <p:nvPr/>
          </p:nvSpPr>
          <p:spPr>
            <a:xfrm>
              <a:off x="2769121" y="2696328"/>
              <a:ext cx="44253" cy="40482"/>
            </a:xfrm>
            <a:custGeom>
              <a:avLst/>
              <a:gdLst/>
              <a:ahLst/>
              <a:cxnLst/>
              <a:rect l="l" t="t" r="r" b="b"/>
              <a:pathLst>
                <a:path w="1690" h="1546" extrusionOk="0">
                  <a:moveTo>
                    <a:pt x="344" y="0"/>
                  </a:moveTo>
                  <a:lnTo>
                    <a:pt x="1" y="1546"/>
                  </a:lnTo>
                  <a:lnTo>
                    <a:pt x="1689" y="1546"/>
                  </a:lnTo>
                  <a:lnTo>
                    <a:pt x="1346"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63"/>
            <p:cNvSpPr/>
            <p:nvPr/>
          </p:nvSpPr>
          <p:spPr>
            <a:xfrm>
              <a:off x="2738903" y="2733039"/>
              <a:ext cx="104688" cy="21760"/>
            </a:xfrm>
            <a:custGeom>
              <a:avLst/>
              <a:gdLst/>
              <a:ahLst/>
              <a:cxnLst/>
              <a:rect l="l" t="t" r="r" b="b"/>
              <a:pathLst>
                <a:path w="3998" h="831" extrusionOk="0">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63"/>
            <p:cNvSpPr/>
            <p:nvPr/>
          </p:nvSpPr>
          <p:spPr>
            <a:xfrm>
              <a:off x="2635237" y="2498212"/>
              <a:ext cx="312020" cy="203876"/>
            </a:xfrm>
            <a:custGeom>
              <a:avLst/>
              <a:gdLst/>
              <a:ahLst/>
              <a:cxnLst/>
              <a:rect l="l" t="t" r="r" b="b"/>
              <a:pathLst>
                <a:path w="11916" h="7786" extrusionOk="0">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63"/>
            <p:cNvSpPr/>
            <p:nvPr/>
          </p:nvSpPr>
          <p:spPr>
            <a:xfrm>
              <a:off x="2845555" y="2498212"/>
              <a:ext cx="101703" cy="84211"/>
            </a:xfrm>
            <a:custGeom>
              <a:avLst/>
              <a:gdLst/>
              <a:ahLst/>
              <a:cxnLst/>
              <a:rect l="l" t="t" r="r" b="b"/>
              <a:pathLst>
                <a:path w="3884" h="3216" extrusionOk="0">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63"/>
            <p:cNvSpPr/>
            <p:nvPr/>
          </p:nvSpPr>
          <p:spPr>
            <a:xfrm>
              <a:off x="2635472" y="2687582"/>
              <a:ext cx="311523" cy="14506"/>
            </a:xfrm>
            <a:custGeom>
              <a:avLst/>
              <a:gdLst/>
              <a:ahLst/>
              <a:cxnLst/>
              <a:rect l="l" t="t" r="r" b="b"/>
              <a:pathLst>
                <a:path w="11897" h="554" extrusionOk="0">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63"/>
            <p:cNvSpPr/>
            <p:nvPr/>
          </p:nvSpPr>
          <p:spPr>
            <a:xfrm>
              <a:off x="2655216" y="2517196"/>
              <a:ext cx="272062" cy="151166"/>
            </a:xfrm>
            <a:custGeom>
              <a:avLst/>
              <a:gdLst/>
              <a:ahLst/>
              <a:cxnLst/>
              <a:rect l="l" t="t" r="r" b="b"/>
              <a:pathLst>
                <a:path w="10390" h="5773" extrusionOk="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63"/>
            <p:cNvSpPr/>
            <p:nvPr/>
          </p:nvSpPr>
          <p:spPr>
            <a:xfrm>
              <a:off x="2847807" y="2517196"/>
              <a:ext cx="79471" cy="65227"/>
            </a:xfrm>
            <a:custGeom>
              <a:avLst/>
              <a:gdLst/>
              <a:ahLst/>
              <a:cxnLst/>
              <a:rect l="l" t="t" r="r" b="b"/>
              <a:pathLst>
                <a:path w="3035" h="2491" extrusionOk="0">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63"/>
            <p:cNvSpPr/>
            <p:nvPr/>
          </p:nvSpPr>
          <p:spPr>
            <a:xfrm>
              <a:off x="2655216" y="2517196"/>
              <a:ext cx="272062" cy="151166"/>
            </a:xfrm>
            <a:custGeom>
              <a:avLst/>
              <a:gdLst/>
              <a:ahLst/>
              <a:cxnLst/>
              <a:rect l="l" t="t" r="r" b="b"/>
              <a:pathLst>
                <a:path w="10390" h="5773" extrusionOk="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63"/>
            <p:cNvSpPr/>
            <p:nvPr/>
          </p:nvSpPr>
          <p:spPr>
            <a:xfrm>
              <a:off x="2770378" y="2678836"/>
              <a:ext cx="41739" cy="10762"/>
            </a:xfrm>
            <a:custGeom>
              <a:avLst/>
              <a:gdLst/>
              <a:ahLst/>
              <a:cxnLst/>
              <a:rect l="l" t="t" r="r" b="b"/>
              <a:pathLst>
                <a:path w="1594" h="411" extrusionOk="0">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63"/>
            <p:cNvSpPr/>
            <p:nvPr/>
          </p:nvSpPr>
          <p:spPr>
            <a:xfrm>
              <a:off x="2733404"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63"/>
            <p:cNvSpPr/>
            <p:nvPr/>
          </p:nvSpPr>
          <p:spPr>
            <a:xfrm>
              <a:off x="2778364" y="2584910"/>
              <a:ext cx="25766" cy="26002"/>
            </a:xfrm>
            <a:custGeom>
              <a:avLst/>
              <a:gdLst/>
              <a:ahLst/>
              <a:cxnLst/>
              <a:rect l="l" t="t" r="r" b="b"/>
              <a:pathLst>
                <a:path w="984" h="993" extrusionOk="0">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63"/>
            <p:cNvSpPr/>
            <p:nvPr/>
          </p:nvSpPr>
          <p:spPr>
            <a:xfrm>
              <a:off x="2823585"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63"/>
            <p:cNvSpPr/>
            <p:nvPr/>
          </p:nvSpPr>
          <p:spPr>
            <a:xfrm>
              <a:off x="2859799" y="2431780"/>
              <a:ext cx="134669" cy="136424"/>
            </a:xfrm>
            <a:custGeom>
              <a:avLst/>
              <a:gdLst/>
              <a:ahLst/>
              <a:cxnLst/>
              <a:rect l="l" t="t" r="r" b="b"/>
              <a:pathLst>
                <a:path w="5143" h="5210" extrusionOk="0">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63"/>
            <p:cNvSpPr/>
            <p:nvPr/>
          </p:nvSpPr>
          <p:spPr>
            <a:xfrm>
              <a:off x="2904026" y="2482920"/>
              <a:ext cx="39984" cy="34302"/>
            </a:xfrm>
            <a:custGeom>
              <a:avLst/>
              <a:gdLst/>
              <a:ahLst/>
              <a:cxnLst/>
              <a:rect l="l" t="t" r="r" b="b"/>
              <a:pathLst>
                <a:path w="1527" h="1310" extrusionOk="0">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63"/>
            <p:cNvSpPr/>
            <p:nvPr/>
          </p:nvSpPr>
          <p:spPr>
            <a:xfrm>
              <a:off x="2880433" y="2455190"/>
              <a:ext cx="93638" cy="89841"/>
            </a:xfrm>
            <a:custGeom>
              <a:avLst/>
              <a:gdLst/>
              <a:ahLst/>
              <a:cxnLst/>
              <a:rect l="l" t="t" r="r" b="b"/>
              <a:pathLst>
                <a:path w="3576" h="3431" extrusionOk="0">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1" name="Google Shape;10931;p63"/>
          <p:cNvGrpSpPr/>
          <p:nvPr/>
        </p:nvGrpSpPr>
        <p:grpSpPr>
          <a:xfrm>
            <a:off x="3985114" y="3617594"/>
            <a:ext cx="373189" cy="358944"/>
            <a:chOff x="4011651" y="3768132"/>
            <a:chExt cx="373189" cy="358944"/>
          </a:xfrm>
        </p:grpSpPr>
        <p:sp>
          <p:nvSpPr>
            <p:cNvPr id="10932" name="Google Shape;10932;p63"/>
            <p:cNvSpPr/>
            <p:nvPr/>
          </p:nvSpPr>
          <p:spPr>
            <a:xfrm>
              <a:off x="4011651" y="3859387"/>
              <a:ext cx="275309" cy="267689"/>
            </a:xfrm>
            <a:custGeom>
              <a:avLst/>
              <a:gdLst/>
              <a:ahLst/>
              <a:cxnLst/>
              <a:rect l="l" t="t" r="r" b="b"/>
              <a:pathLst>
                <a:path w="10514" h="10223" extrusionOk="0">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63"/>
            <p:cNvSpPr/>
            <p:nvPr/>
          </p:nvSpPr>
          <p:spPr>
            <a:xfrm>
              <a:off x="4054359" y="3859151"/>
              <a:ext cx="56481" cy="72716"/>
            </a:xfrm>
            <a:custGeom>
              <a:avLst/>
              <a:gdLst/>
              <a:ahLst/>
              <a:cxnLst/>
              <a:rect l="l" t="t" r="r" b="b"/>
              <a:pathLst>
                <a:path w="2157" h="2777" extrusionOk="0">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63"/>
            <p:cNvSpPr/>
            <p:nvPr/>
          </p:nvSpPr>
          <p:spPr>
            <a:xfrm>
              <a:off x="4214480" y="4035245"/>
              <a:ext cx="72480" cy="56743"/>
            </a:xfrm>
            <a:custGeom>
              <a:avLst/>
              <a:gdLst/>
              <a:ahLst/>
              <a:cxnLst/>
              <a:rect l="l" t="t" r="r" b="b"/>
              <a:pathLst>
                <a:path w="2768" h="2167" extrusionOk="0">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63"/>
            <p:cNvSpPr/>
            <p:nvPr/>
          </p:nvSpPr>
          <p:spPr>
            <a:xfrm>
              <a:off x="4135559" y="3768132"/>
              <a:ext cx="249281" cy="210946"/>
            </a:xfrm>
            <a:custGeom>
              <a:avLst/>
              <a:gdLst/>
              <a:ahLst/>
              <a:cxnLst/>
              <a:rect l="l" t="t" r="r" b="b"/>
              <a:pathLst>
                <a:path w="9520" h="8056" extrusionOk="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63"/>
            <p:cNvSpPr/>
            <p:nvPr/>
          </p:nvSpPr>
          <p:spPr>
            <a:xfrm>
              <a:off x="4062110" y="3836553"/>
              <a:ext cx="78712" cy="97827"/>
            </a:xfrm>
            <a:custGeom>
              <a:avLst/>
              <a:gdLst/>
              <a:ahLst/>
              <a:cxnLst/>
              <a:rect l="l" t="t" r="r" b="b"/>
              <a:pathLst>
                <a:path w="3006" h="3736" extrusionOk="0">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63"/>
            <p:cNvSpPr/>
            <p:nvPr/>
          </p:nvSpPr>
          <p:spPr>
            <a:xfrm>
              <a:off x="4210998" y="4006154"/>
              <a:ext cx="99451" cy="77298"/>
            </a:xfrm>
            <a:custGeom>
              <a:avLst/>
              <a:gdLst/>
              <a:ahLst/>
              <a:cxnLst/>
              <a:rect l="l" t="t" r="r" b="b"/>
              <a:pathLst>
                <a:path w="3798" h="2952" extrusionOk="0">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63"/>
            <p:cNvSpPr/>
            <p:nvPr/>
          </p:nvSpPr>
          <p:spPr>
            <a:xfrm>
              <a:off x="4186750" y="3787195"/>
              <a:ext cx="147657" cy="149595"/>
            </a:xfrm>
            <a:custGeom>
              <a:avLst/>
              <a:gdLst/>
              <a:ahLst/>
              <a:cxnLst/>
              <a:rect l="l" t="t" r="r" b="b"/>
              <a:pathLst>
                <a:path w="5639" h="5713" extrusionOk="0">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63"/>
            <p:cNvSpPr/>
            <p:nvPr/>
          </p:nvSpPr>
          <p:spPr>
            <a:xfrm>
              <a:off x="4226473" y="3841659"/>
              <a:ext cx="42734" cy="53496"/>
            </a:xfrm>
            <a:custGeom>
              <a:avLst/>
              <a:gdLst/>
              <a:ahLst/>
              <a:cxnLst/>
              <a:rect l="l" t="t" r="r" b="b"/>
              <a:pathLst>
                <a:path w="1632" h="2043" extrusionOk="0">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63"/>
            <p:cNvSpPr/>
            <p:nvPr/>
          </p:nvSpPr>
          <p:spPr>
            <a:xfrm>
              <a:off x="4266431" y="3841476"/>
              <a:ext cx="30008" cy="53417"/>
            </a:xfrm>
            <a:custGeom>
              <a:avLst/>
              <a:gdLst/>
              <a:ahLst/>
              <a:cxnLst/>
              <a:rect l="l" t="t" r="r" b="b"/>
              <a:pathLst>
                <a:path w="1146" h="2040" extrusionOk="0">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63"/>
            <p:cNvSpPr/>
            <p:nvPr/>
          </p:nvSpPr>
          <p:spPr>
            <a:xfrm>
              <a:off x="4285677" y="3841476"/>
              <a:ext cx="10762" cy="33438"/>
            </a:xfrm>
            <a:custGeom>
              <a:avLst/>
              <a:gdLst/>
              <a:ahLst/>
              <a:cxnLst/>
              <a:rect l="l" t="t" r="r" b="b"/>
              <a:pathLst>
                <a:path w="411" h="1277" extrusionOk="0">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2" name="Google Shape;10942;p63"/>
          <p:cNvGrpSpPr/>
          <p:nvPr/>
        </p:nvGrpSpPr>
        <p:grpSpPr>
          <a:xfrm>
            <a:off x="2163031" y="1811065"/>
            <a:ext cx="364993" cy="359049"/>
            <a:chOff x="2189568" y="1961603"/>
            <a:chExt cx="364993" cy="359049"/>
          </a:xfrm>
        </p:grpSpPr>
        <p:sp>
          <p:nvSpPr>
            <p:cNvPr id="10943" name="Google Shape;10943;p63"/>
            <p:cNvSpPr/>
            <p:nvPr/>
          </p:nvSpPr>
          <p:spPr>
            <a:xfrm>
              <a:off x="2232197" y="2004206"/>
              <a:ext cx="77822" cy="73868"/>
            </a:xfrm>
            <a:custGeom>
              <a:avLst/>
              <a:gdLst/>
              <a:ahLst/>
              <a:cxnLst/>
              <a:rect l="l" t="t" r="r" b="b"/>
              <a:pathLst>
                <a:path w="2972" h="2821" extrusionOk="0">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63"/>
            <p:cNvSpPr/>
            <p:nvPr/>
          </p:nvSpPr>
          <p:spPr>
            <a:xfrm>
              <a:off x="2192187" y="2070061"/>
              <a:ext cx="100838" cy="35009"/>
            </a:xfrm>
            <a:custGeom>
              <a:avLst/>
              <a:gdLst/>
              <a:ahLst/>
              <a:cxnLst/>
              <a:rect l="l" t="t" r="r" b="b"/>
              <a:pathLst>
                <a:path w="3851" h="1337" extrusionOk="0">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63"/>
            <p:cNvSpPr/>
            <p:nvPr/>
          </p:nvSpPr>
          <p:spPr>
            <a:xfrm>
              <a:off x="2189568" y="2121514"/>
              <a:ext cx="100131" cy="36999"/>
            </a:xfrm>
            <a:custGeom>
              <a:avLst/>
              <a:gdLst/>
              <a:ahLst/>
              <a:cxnLst/>
              <a:rect l="l" t="t" r="r" b="b"/>
              <a:pathLst>
                <a:path w="3824" h="1413" extrusionOk="0">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63"/>
            <p:cNvSpPr/>
            <p:nvPr/>
          </p:nvSpPr>
          <p:spPr>
            <a:xfrm>
              <a:off x="2299048" y="1964404"/>
              <a:ext cx="36947" cy="96439"/>
            </a:xfrm>
            <a:custGeom>
              <a:avLst/>
              <a:gdLst/>
              <a:ahLst/>
              <a:cxnLst/>
              <a:rect l="l" t="t" r="r" b="b"/>
              <a:pathLst>
                <a:path w="1411" h="3683" extrusionOk="0">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63"/>
            <p:cNvSpPr/>
            <p:nvPr/>
          </p:nvSpPr>
          <p:spPr>
            <a:xfrm>
              <a:off x="2350711" y="1961603"/>
              <a:ext cx="38701" cy="95732"/>
            </a:xfrm>
            <a:custGeom>
              <a:avLst/>
              <a:gdLst/>
              <a:ahLst/>
              <a:cxnLst/>
              <a:rect l="l" t="t" r="r" b="b"/>
              <a:pathLst>
                <a:path w="1478" h="3656" extrusionOk="0">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63"/>
            <p:cNvSpPr/>
            <p:nvPr/>
          </p:nvSpPr>
          <p:spPr>
            <a:xfrm>
              <a:off x="2286243" y="2072313"/>
              <a:ext cx="237838" cy="221604"/>
            </a:xfrm>
            <a:custGeom>
              <a:avLst/>
              <a:gdLst/>
              <a:ahLst/>
              <a:cxnLst/>
              <a:rect l="l" t="t" r="r" b="b"/>
              <a:pathLst>
                <a:path w="9083" h="8463" extrusionOk="0">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63"/>
            <p:cNvSpPr/>
            <p:nvPr/>
          </p:nvSpPr>
          <p:spPr>
            <a:xfrm>
              <a:off x="2296481" y="2086296"/>
              <a:ext cx="194895" cy="207621"/>
            </a:xfrm>
            <a:custGeom>
              <a:avLst/>
              <a:gdLst/>
              <a:ahLst/>
              <a:cxnLst/>
              <a:rect l="l" t="t" r="r" b="b"/>
              <a:pathLst>
                <a:path w="7443" h="7929" extrusionOk="0">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63"/>
            <p:cNvSpPr/>
            <p:nvPr/>
          </p:nvSpPr>
          <p:spPr>
            <a:xfrm>
              <a:off x="2430549" y="2174330"/>
              <a:ext cx="86044" cy="82116"/>
            </a:xfrm>
            <a:custGeom>
              <a:avLst/>
              <a:gdLst/>
              <a:ahLst/>
              <a:cxnLst/>
              <a:rect l="l" t="t" r="r" b="b"/>
              <a:pathLst>
                <a:path w="3286" h="3136" extrusionOk="0">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63"/>
            <p:cNvSpPr/>
            <p:nvPr/>
          </p:nvSpPr>
          <p:spPr>
            <a:xfrm>
              <a:off x="2402740" y="2202478"/>
              <a:ext cx="28358" cy="24483"/>
            </a:xfrm>
            <a:custGeom>
              <a:avLst/>
              <a:gdLst/>
              <a:ahLst/>
              <a:cxnLst/>
              <a:rect l="l" t="t" r="r" b="b"/>
              <a:pathLst>
                <a:path w="1083" h="935" extrusionOk="0">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63"/>
            <p:cNvSpPr/>
            <p:nvPr/>
          </p:nvSpPr>
          <p:spPr>
            <a:xfrm>
              <a:off x="2433324" y="2233141"/>
              <a:ext cx="55538" cy="51532"/>
            </a:xfrm>
            <a:custGeom>
              <a:avLst/>
              <a:gdLst/>
              <a:ahLst/>
              <a:cxnLst/>
              <a:rect l="l" t="t" r="r" b="b"/>
              <a:pathLst>
                <a:path w="2121" h="1968" extrusionOk="0">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63"/>
            <p:cNvSpPr/>
            <p:nvPr/>
          </p:nvSpPr>
          <p:spPr>
            <a:xfrm>
              <a:off x="2356105" y="2093994"/>
              <a:ext cx="71066" cy="20320"/>
            </a:xfrm>
            <a:custGeom>
              <a:avLst/>
              <a:gdLst/>
              <a:ahLst/>
              <a:cxnLst/>
              <a:rect l="l" t="t" r="r" b="b"/>
              <a:pathLst>
                <a:path w="2714" h="776" extrusionOk="0">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63"/>
            <p:cNvSpPr/>
            <p:nvPr/>
          </p:nvSpPr>
          <p:spPr>
            <a:xfrm>
              <a:off x="2387422" y="2184961"/>
              <a:ext cx="30008" cy="30270"/>
            </a:xfrm>
            <a:custGeom>
              <a:avLst/>
              <a:gdLst/>
              <a:ahLst/>
              <a:cxnLst/>
              <a:rect l="l" t="t" r="r" b="b"/>
              <a:pathLst>
                <a:path w="1146" h="1156" extrusionOk="0">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63"/>
            <p:cNvSpPr/>
            <p:nvPr/>
          </p:nvSpPr>
          <p:spPr>
            <a:xfrm>
              <a:off x="2415152" y="2156995"/>
              <a:ext cx="30244" cy="30244"/>
            </a:xfrm>
            <a:custGeom>
              <a:avLst/>
              <a:gdLst/>
              <a:ahLst/>
              <a:cxnLst/>
              <a:rect l="l" t="t" r="r" b="b"/>
              <a:pathLst>
                <a:path w="1155" h="1155" extrusionOk="0">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63"/>
            <p:cNvSpPr/>
            <p:nvPr/>
          </p:nvSpPr>
          <p:spPr>
            <a:xfrm>
              <a:off x="2474854" y="2244924"/>
              <a:ext cx="79707" cy="75727"/>
            </a:xfrm>
            <a:custGeom>
              <a:avLst/>
              <a:gdLst/>
              <a:ahLst/>
              <a:cxnLst/>
              <a:rect l="l" t="t" r="r" b="b"/>
              <a:pathLst>
                <a:path w="3044" h="2892" extrusionOk="0">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63"/>
            <p:cNvSpPr/>
            <p:nvPr/>
          </p:nvSpPr>
          <p:spPr>
            <a:xfrm>
              <a:off x="2475115" y="2244924"/>
              <a:ext cx="71459" cy="71721"/>
            </a:xfrm>
            <a:custGeom>
              <a:avLst/>
              <a:gdLst/>
              <a:ahLst/>
              <a:cxnLst/>
              <a:rect l="l" t="t" r="r" b="b"/>
              <a:pathLst>
                <a:path w="2729" h="2739" extrusionOk="0">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63"/>
            <p:cNvSpPr/>
            <p:nvPr/>
          </p:nvSpPr>
          <p:spPr>
            <a:xfrm>
              <a:off x="2450371" y="2220756"/>
              <a:ext cx="89945" cy="88820"/>
            </a:xfrm>
            <a:custGeom>
              <a:avLst/>
              <a:gdLst/>
              <a:ahLst/>
              <a:cxnLst/>
              <a:rect l="l" t="t" r="r" b="b"/>
              <a:pathLst>
                <a:path w="3435" h="3392" extrusionOk="0">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9" name="Google Shape;10959;p63"/>
          <p:cNvGrpSpPr/>
          <p:nvPr/>
        </p:nvGrpSpPr>
        <p:grpSpPr>
          <a:xfrm>
            <a:off x="2166539" y="2269434"/>
            <a:ext cx="378426" cy="346323"/>
            <a:chOff x="2193077" y="2419971"/>
            <a:chExt cx="378426" cy="346323"/>
          </a:xfrm>
        </p:grpSpPr>
        <p:sp>
          <p:nvSpPr>
            <p:cNvPr id="10960" name="Google Shape;10960;p63"/>
            <p:cNvSpPr/>
            <p:nvPr/>
          </p:nvSpPr>
          <p:spPr>
            <a:xfrm>
              <a:off x="2392423" y="2419971"/>
              <a:ext cx="179079" cy="150852"/>
            </a:xfrm>
            <a:custGeom>
              <a:avLst/>
              <a:gdLst/>
              <a:ahLst/>
              <a:cxnLst/>
              <a:rect l="l" t="t" r="r" b="b"/>
              <a:pathLst>
                <a:path w="6839" h="5761" extrusionOk="0">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63"/>
            <p:cNvSpPr/>
            <p:nvPr/>
          </p:nvSpPr>
          <p:spPr>
            <a:xfrm>
              <a:off x="2299990" y="2594389"/>
              <a:ext cx="51977" cy="93952"/>
            </a:xfrm>
            <a:custGeom>
              <a:avLst/>
              <a:gdLst/>
              <a:ahLst/>
              <a:cxnLst/>
              <a:rect l="l" t="t" r="r" b="b"/>
              <a:pathLst>
                <a:path w="1985"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63"/>
            <p:cNvSpPr/>
            <p:nvPr/>
          </p:nvSpPr>
          <p:spPr>
            <a:xfrm>
              <a:off x="2193077" y="2652599"/>
              <a:ext cx="265804" cy="113695"/>
            </a:xfrm>
            <a:custGeom>
              <a:avLst/>
              <a:gdLst/>
              <a:ahLst/>
              <a:cxnLst/>
              <a:rect l="l" t="t" r="r" b="b"/>
              <a:pathLst>
                <a:path w="10151" h="4342" extrusionOk="0">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63"/>
            <p:cNvSpPr/>
            <p:nvPr/>
          </p:nvSpPr>
          <p:spPr>
            <a:xfrm>
              <a:off x="2393916" y="2666084"/>
              <a:ext cx="64965" cy="100210"/>
            </a:xfrm>
            <a:custGeom>
              <a:avLst/>
              <a:gdLst/>
              <a:ahLst/>
              <a:cxnLst/>
              <a:rect l="l" t="t" r="r" b="b"/>
              <a:pathLst>
                <a:path w="2481" h="3827" extrusionOk="0">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63"/>
            <p:cNvSpPr/>
            <p:nvPr/>
          </p:nvSpPr>
          <p:spPr>
            <a:xfrm>
              <a:off x="2193077" y="2666346"/>
              <a:ext cx="64729" cy="99948"/>
            </a:xfrm>
            <a:custGeom>
              <a:avLst/>
              <a:gdLst/>
              <a:ahLst/>
              <a:cxnLst/>
              <a:rect l="l" t="t" r="r" b="b"/>
              <a:pathLst>
                <a:path w="2472" h="3817" extrusionOk="0">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63"/>
            <p:cNvSpPr/>
            <p:nvPr/>
          </p:nvSpPr>
          <p:spPr>
            <a:xfrm>
              <a:off x="2320231" y="2697742"/>
              <a:ext cx="11521" cy="12333"/>
            </a:xfrm>
            <a:custGeom>
              <a:avLst/>
              <a:gdLst/>
              <a:ahLst/>
              <a:cxnLst/>
              <a:rect l="l" t="t" r="r" b="b"/>
              <a:pathLst>
                <a:path w="440" h="471" extrusionOk="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63"/>
            <p:cNvSpPr/>
            <p:nvPr/>
          </p:nvSpPr>
          <p:spPr>
            <a:xfrm>
              <a:off x="2320231" y="2716490"/>
              <a:ext cx="11521" cy="12333"/>
            </a:xfrm>
            <a:custGeom>
              <a:avLst/>
              <a:gdLst/>
              <a:ahLst/>
              <a:cxnLst/>
              <a:rect l="l" t="t" r="r" b="b"/>
              <a:pathLst>
                <a:path w="440" h="471" extrusionOk="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63"/>
            <p:cNvSpPr/>
            <p:nvPr/>
          </p:nvSpPr>
          <p:spPr>
            <a:xfrm>
              <a:off x="2299833" y="2652860"/>
              <a:ext cx="26159" cy="38963"/>
            </a:xfrm>
            <a:custGeom>
              <a:avLst/>
              <a:gdLst/>
              <a:ahLst/>
              <a:cxnLst/>
              <a:rect l="l" t="t" r="r" b="b"/>
              <a:pathLst>
                <a:path w="999" h="1488" extrusionOk="0">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63"/>
            <p:cNvSpPr/>
            <p:nvPr/>
          </p:nvSpPr>
          <p:spPr>
            <a:xfrm>
              <a:off x="2270768" y="2472001"/>
              <a:ext cx="110448" cy="152030"/>
            </a:xfrm>
            <a:custGeom>
              <a:avLst/>
              <a:gdLst/>
              <a:ahLst/>
              <a:cxnLst/>
              <a:rect l="l" t="t" r="r" b="b"/>
              <a:pathLst>
                <a:path w="4218" h="5806" extrusionOk="0">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63"/>
            <p:cNvSpPr/>
            <p:nvPr/>
          </p:nvSpPr>
          <p:spPr>
            <a:xfrm>
              <a:off x="2253145" y="2454745"/>
              <a:ext cx="145301" cy="78293"/>
            </a:xfrm>
            <a:custGeom>
              <a:avLst/>
              <a:gdLst/>
              <a:ahLst/>
              <a:cxnLst/>
              <a:rect l="l" t="t" r="r" b="b"/>
              <a:pathLst>
                <a:path w="5549" h="2990" extrusionOk="0">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63"/>
            <p:cNvSpPr/>
            <p:nvPr/>
          </p:nvSpPr>
          <p:spPr>
            <a:xfrm>
              <a:off x="2319236" y="2570352"/>
              <a:ext cx="79210" cy="77534"/>
            </a:xfrm>
            <a:custGeom>
              <a:avLst/>
              <a:gdLst/>
              <a:ahLst/>
              <a:cxnLst/>
              <a:rect l="l" t="t" r="r" b="b"/>
              <a:pathLst>
                <a:path w="3025" h="2961" extrusionOk="0">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63"/>
            <p:cNvSpPr/>
            <p:nvPr/>
          </p:nvSpPr>
          <p:spPr>
            <a:xfrm>
              <a:off x="2325966" y="2652860"/>
              <a:ext cx="26264" cy="38963"/>
            </a:xfrm>
            <a:custGeom>
              <a:avLst/>
              <a:gdLst/>
              <a:ahLst/>
              <a:cxnLst/>
              <a:rect l="l" t="t" r="r" b="b"/>
              <a:pathLst>
                <a:path w="1003" h="1488" extrusionOk="0">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63"/>
            <p:cNvSpPr/>
            <p:nvPr/>
          </p:nvSpPr>
          <p:spPr>
            <a:xfrm>
              <a:off x="2363698" y="2721308"/>
              <a:ext cx="54229" cy="20503"/>
            </a:xfrm>
            <a:custGeom>
              <a:avLst/>
              <a:gdLst/>
              <a:ahLst/>
              <a:cxnLst/>
              <a:rect l="l" t="t" r="r" b="b"/>
              <a:pathLst>
                <a:path w="2071" h="783" extrusionOk="0">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63"/>
            <p:cNvSpPr/>
            <p:nvPr/>
          </p:nvSpPr>
          <p:spPr>
            <a:xfrm>
              <a:off x="2314732" y="2631127"/>
              <a:ext cx="22493" cy="22493"/>
            </a:xfrm>
            <a:custGeom>
              <a:avLst/>
              <a:gdLst/>
              <a:ahLst/>
              <a:cxnLst/>
              <a:rect l="l" t="t" r="r" b="b"/>
              <a:pathLst>
                <a:path w="859" h="859" extrusionOk="0">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63"/>
            <p:cNvSpPr/>
            <p:nvPr/>
          </p:nvSpPr>
          <p:spPr>
            <a:xfrm>
              <a:off x="2270768" y="2472236"/>
              <a:ext cx="37994" cy="49987"/>
            </a:xfrm>
            <a:custGeom>
              <a:avLst/>
              <a:gdLst/>
              <a:ahLst/>
              <a:cxnLst/>
              <a:rect l="l" t="t" r="r" b="b"/>
              <a:pathLst>
                <a:path w="1451" h="1909" extrusionOk="0">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63"/>
            <p:cNvSpPr/>
            <p:nvPr/>
          </p:nvSpPr>
          <p:spPr>
            <a:xfrm>
              <a:off x="2308736" y="2472001"/>
              <a:ext cx="72480" cy="71956"/>
            </a:xfrm>
            <a:custGeom>
              <a:avLst/>
              <a:gdLst/>
              <a:ahLst/>
              <a:cxnLst/>
              <a:rect l="l" t="t" r="r" b="b"/>
              <a:pathLst>
                <a:path w="2768" h="2748" extrusionOk="0">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63"/>
            <p:cNvSpPr/>
            <p:nvPr/>
          </p:nvSpPr>
          <p:spPr>
            <a:xfrm>
              <a:off x="2459614" y="2474567"/>
              <a:ext cx="38492" cy="32915"/>
            </a:xfrm>
            <a:custGeom>
              <a:avLst/>
              <a:gdLst/>
              <a:ahLst/>
              <a:cxnLst/>
              <a:rect l="l" t="t" r="r" b="b"/>
              <a:pathLst>
                <a:path w="1470" h="1257" extrusionOk="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63"/>
            <p:cNvSpPr/>
            <p:nvPr/>
          </p:nvSpPr>
          <p:spPr>
            <a:xfrm>
              <a:off x="2437540" y="2448696"/>
              <a:ext cx="88636" cy="84839"/>
            </a:xfrm>
            <a:custGeom>
              <a:avLst/>
              <a:gdLst/>
              <a:ahLst/>
              <a:cxnLst/>
              <a:rect l="l" t="t" r="r" b="b"/>
              <a:pathLst>
                <a:path w="3385" h="3240" extrusionOk="0">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63"/>
            <p:cNvSpPr/>
            <p:nvPr/>
          </p:nvSpPr>
          <p:spPr>
            <a:xfrm>
              <a:off x="2314235" y="2542883"/>
              <a:ext cx="23750" cy="37052"/>
            </a:xfrm>
            <a:custGeom>
              <a:avLst/>
              <a:gdLst/>
              <a:ahLst/>
              <a:cxnLst/>
              <a:rect l="l" t="t" r="r" b="b"/>
              <a:pathLst>
                <a:path w="907" h="1415" extrusionOk="0">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63"/>
            <p:cNvSpPr/>
            <p:nvPr/>
          </p:nvSpPr>
          <p:spPr>
            <a:xfrm>
              <a:off x="2231804" y="2521962"/>
              <a:ext cx="32496" cy="57974"/>
            </a:xfrm>
            <a:custGeom>
              <a:avLst/>
              <a:gdLst/>
              <a:ahLst/>
              <a:cxnLst/>
              <a:rect l="l" t="t" r="r" b="b"/>
              <a:pathLst>
                <a:path w="1241" h="2214" extrusionOk="0">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63"/>
            <p:cNvSpPr/>
            <p:nvPr/>
          </p:nvSpPr>
          <p:spPr>
            <a:xfrm>
              <a:off x="2387684" y="2521962"/>
              <a:ext cx="32496" cy="57974"/>
            </a:xfrm>
            <a:custGeom>
              <a:avLst/>
              <a:gdLst/>
              <a:ahLst/>
              <a:cxnLst/>
              <a:rect l="l" t="t" r="r" b="b"/>
              <a:pathLst>
                <a:path w="1241" h="2214" extrusionOk="0">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1" name="Google Shape;10981;p63"/>
          <p:cNvGrpSpPr/>
          <p:nvPr/>
        </p:nvGrpSpPr>
        <p:grpSpPr>
          <a:xfrm>
            <a:off x="835084" y="2731232"/>
            <a:ext cx="276802" cy="367140"/>
            <a:chOff x="861622" y="2881770"/>
            <a:chExt cx="276802" cy="367140"/>
          </a:xfrm>
        </p:grpSpPr>
        <p:sp>
          <p:nvSpPr>
            <p:cNvPr id="10982" name="Google Shape;10982;p63"/>
            <p:cNvSpPr/>
            <p:nvPr/>
          </p:nvSpPr>
          <p:spPr>
            <a:xfrm>
              <a:off x="982518" y="2994575"/>
              <a:ext cx="155905" cy="254335"/>
            </a:xfrm>
            <a:custGeom>
              <a:avLst/>
              <a:gdLst/>
              <a:ahLst/>
              <a:cxnLst/>
              <a:rect l="l" t="t" r="r" b="b"/>
              <a:pathLst>
                <a:path w="5954" h="9713" extrusionOk="0">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63"/>
            <p:cNvSpPr/>
            <p:nvPr/>
          </p:nvSpPr>
          <p:spPr>
            <a:xfrm>
              <a:off x="982518" y="3149956"/>
              <a:ext cx="42498" cy="87955"/>
            </a:xfrm>
            <a:custGeom>
              <a:avLst/>
              <a:gdLst/>
              <a:ahLst/>
              <a:cxnLst/>
              <a:rect l="l" t="t" r="r" b="b"/>
              <a:pathLst>
                <a:path w="1623" h="3359" extrusionOk="0">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63"/>
            <p:cNvSpPr/>
            <p:nvPr/>
          </p:nvSpPr>
          <p:spPr>
            <a:xfrm>
              <a:off x="1001502" y="3147705"/>
              <a:ext cx="59257" cy="28515"/>
            </a:xfrm>
            <a:custGeom>
              <a:avLst/>
              <a:gdLst/>
              <a:ahLst/>
              <a:cxnLst/>
              <a:rect l="l" t="t" r="r" b="b"/>
              <a:pathLst>
                <a:path w="2263" h="1089" extrusionOk="0">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63"/>
            <p:cNvSpPr/>
            <p:nvPr/>
          </p:nvSpPr>
          <p:spPr>
            <a:xfrm>
              <a:off x="1060445" y="3173549"/>
              <a:ext cx="36031" cy="35873"/>
            </a:xfrm>
            <a:custGeom>
              <a:avLst/>
              <a:gdLst/>
              <a:ahLst/>
              <a:cxnLst/>
              <a:rect l="l" t="t" r="r" b="b"/>
              <a:pathLst>
                <a:path w="1376" h="1370" extrusionOk="0">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63"/>
            <p:cNvSpPr/>
            <p:nvPr/>
          </p:nvSpPr>
          <p:spPr>
            <a:xfrm>
              <a:off x="1068222" y="3083761"/>
              <a:ext cx="52710" cy="21498"/>
            </a:xfrm>
            <a:custGeom>
              <a:avLst/>
              <a:gdLst/>
              <a:ahLst/>
              <a:cxnLst/>
              <a:rect l="l" t="t" r="r" b="b"/>
              <a:pathLst>
                <a:path w="2013" h="821" extrusionOk="0">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63"/>
            <p:cNvSpPr/>
            <p:nvPr/>
          </p:nvSpPr>
          <p:spPr>
            <a:xfrm>
              <a:off x="1057721" y="3032307"/>
              <a:ext cx="37994" cy="38989"/>
            </a:xfrm>
            <a:custGeom>
              <a:avLst/>
              <a:gdLst/>
              <a:ahLst/>
              <a:cxnLst/>
              <a:rect l="l" t="t" r="r" b="b"/>
              <a:pathLst>
                <a:path w="1451" h="1489" extrusionOk="0">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63"/>
            <p:cNvSpPr/>
            <p:nvPr/>
          </p:nvSpPr>
          <p:spPr>
            <a:xfrm>
              <a:off x="1027556" y="3008767"/>
              <a:ext cx="49673" cy="24064"/>
            </a:xfrm>
            <a:custGeom>
              <a:avLst/>
              <a:gdLst/>
              <a:ahLst/>
              <a:cxnLst/>
              <a:rect l="l" t="t" r="r" b="b"/>
              <a:pathLst>
                <a:path w="1897" h="919" extrusionOk="0">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63"/>
            <p:cNvSpPr/>
            <p:nvPr/>
          </p:nvSpPr>
          <p:spPr>
            <a:xfrm>
              <a:off x="1008965" y="3173785"/>
              <a:ext cx="62006" cy="44881"/>
            </a:xfrm>
            <a:custGeom>
              <a:avLst/>
              <a:gdLst/>
              <a:ahLst/>
              <a:cxnLst/>
              <a:rect l="l" t="t" r="r" b="b"/>
              <a:pathLst>
                <a:path w="2368" h="1714" extrusionOk="0">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63"/>
            <p:cNvSpPr/>
            <p:nvPr/>
          </p:nvSpPr>
          <p:spPr>
            <a:xfrm>
              <a:off x="1096606" y="3110417"/>
              <a:ext cx="32338" cy="40063"/>
            </a:xfrm>
            <a:custGeom>
              <a:avLst/>
              <a:gdLst/>
              <a:ahLst/>
              <a:cxnLst/>
              <a:rect l="l" t="t" r="r" b="b"/>
              <a:pathLst>
                <a:path w="1235" h="1530" extrusionOk="0">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63"/>
            <p:cNvSpPr/>
            <p:nvPr/>
          </p:nvSpPr>
          <p:spPr>
            <a:xfrm>
              <a:off x="1029730" y="3086248"/>
              <a:ext cx="28515" cy="52998"/>
            </a:xfrm>
            <a:custGeom>
              <a:avLst/>
              <a:gdLst/>
              <a:ahLst/>
              <a:cxnLst/>
              <a:rect l="l" t="t" r="r" b="b"/>
              <a:pathLst>
                <a:path w="1089" h="2024" extrusionOk="0">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63"/>
            <p:cNvSpPr/>
            <p:nvPr/>
          </p:nvSpPr>
          <p:spPr>
            <a:xfrm>
              <a:off x="937323" y="2881770"/>
              <a:ext cx="112674" cy="117387"/>
            </a:xfrm>
            <a:custGeom>
              <a:avLst/>
              <a:gdLst/>
              <a:ahLst/>
              <a:cxnLst/>
              <a:rect l="l" t="t" r="r" b="b"/>
              <a:pathLst>
                <a:path w="4303" h="4483" extrusionOk="0">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63"/>
            <p:cNvSpPr/>
            <p:nvPr/>
          </p:nvSpPr>
          <p:spPr>
            <a:xfrm>
              <a:off x="985032" y="2920628"/>
              <a:ext cx="26499" cy="22755"/>
            </a:xfrm>
            <a:custGeom>
              <a:avLst/>
              <a:gdLst/>
              <a:ahLst/>
              <a:cxnLst/>
              <a:rect l="l" t="t" r="r" b="b"/>
              <a:pathLst>
                <a:path w="1012" h="869" extrusionOk="0">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63"/>
            <p:cNvSpPr/>
            <p:nvPr/>
          </p:nvSpPr>
          <p:spPr>
            <a:xfrm>
              <a:off x="963298" y="2897271"/>
              <a:ext cx="72951" cy="69233"/>
            </a:xfrm>
            <a:custGeom>
              <a:avLst/>
              <a:gdLst/>
              <a:ahLst/>
              <a:cxnLst/>
              <a:rect l="l" t="t" r="r" b="b"/>
              <a:pathLst>
                <a:path w="2786" h="2644" extrusionOk="0">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63"/>
            <p:cNvSpPr/>
            <p:nvPr/>
          </p:nvSpPr>
          <p:spPr>
            <a:xfrm>
              <a:off x="861622" y="2994837"/>
              <a:ext cx="150171" cy="254073"/>
            </a:xfrm>
            <a:custGeom>
              <a:avLst/>
              <a:gdLst/>
              <a:ahLst/>
              <a:cxnLst/>
              <a:rect l="l" t="t" r="r" b="b"/>
              <a:pathLst>
                <a:path w="5735" h="9703" extrusionOk="0">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63"/>
            <p:cNvSpPr/>
            <p:nvPr/>
          </p:nvSpPr>
          <p:spPr>
            <a:xfrm>
              <a:off x="939287" y="3147705"/>
              <a:ext cx="59257" cy="28515"/>
            </a:xfrm>
            <a:custGeom>
              <a:avLst/>
              <a:gdLst/>
              <a:ahLst/>
              <a:cxnLst/>
              <a:rect l="l" t="t" r="r" b="b"/>
              <a:pathLst>
                <a:path w="2263" h="1089" extrusionOk="0">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63"/>
            <p:cNvSpPr/>
            <p:nvPr/>
          </p:nvSpPr>
          <p:spPr>
            <a:xfrm>
              <a:off x="903597" y="3173444"/>
              <a:ext cx="36371" cy="35978"/>
            </a:xfrm>
            <a:custGeom>
              <a:avLst/>
              <a:gdLst/>
              <a:ahLst/>
              <a:cxnLst/>
              <a:rect l="l" t="t" r="r" b="b"/>
              <a:pathLst>
                <a:path w="1389" h="1374" extrusionOk="0">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63"/>
            <p:cNvSpPr/>
            <p:nvPr/>
          </p:nvSpPr>
          <p:spPr>
            <a:xfrm>
              <a:off x="878852" y="3083761"/>
              <a:ext cx="52998" cy="21498"/>
            </a:xfrm>
            <a:custGeom>
              <a:avLst/>
              <a:gdLst/>
              <a:ahLst/>
              <a:cxnLst/>
              <a:rect l="l" t="t" r="r" b="b"/>
              <a:pathLst>
                <a:path w="2024" h="821" extrusionOk="0">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63"/>
            <p:cNvSpPr/>
            <p:nvPr/>
          </p:nvSpPr>
          <p:spPr>
            <a:xfrm>
              <a:off x="904094" y="3032307"/>
              <a:ext cx="38230" cy="38989"/>
            </a:xfrm>
            <a:custGeom>
              <a:avLst/>
              <a:gdLst/>
              <a:ahLst/>
              <a:cxnLst/>
              <a:rect l="l" t="t" r="r" b="b"/>
              <a:pathLst>
                <a:path w="1460" h="1489" extrusionOk="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63"/>
            <p:cNvSpPr/>
            <p:nvPr/>
          </p:nvSpPr>
          <p:spPr>
            <a:xfrm>
              <a:off x="922581" y="3008819"/>
              <a:ext cx="49751" cy="24012"/>
            </a:xfrm>
            <a:custGeom>
              <a:avLst/>
              <a:gdLst/>
              <a:ahLst/>
              <a:cxnLst/>
              <a:rect l="l" t="t" r="r" b="b"/>
              <a:pathLst>
                <a:path w="1900" h="917" extrusionOk="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63"/>
            <p:cNvSpPr/>
            <p:nvPr/>
          </p:nvSpPr>
          <p:spPr>
            <a:xfrm>
              <a:off x="929075" y="3173785"/>
              <a:ext cx="62006" cy="44881"/>
            </a:xfrm>
            <a:custGeom>
              <a:avLst/>
              <a:gdLst/>
              <a:ahLst/>
              <a:cxnLst/>
              <a:rect l="l" t="t" r="r" b="b"/>
              <a:pathLst>
                <a:path w="2368" h="1714" extrusionOk="0">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63"/>
            <p:cNvSpPr/>
            <p:nvPr/>
          </p:nvSpPr>
          <p:spPr>
            <a:xfrm>
              <a:off x="871127" y="3110417"/>
              <a:ext cx="32077" cy="40063"/>
            </a:xfrm>
            <a:custGeom>
              <a:avLst/>
              <a:gdLst/>
              <a:ahLst/>
              <a:cxnLst/>
              <a:rect l="l" t="t" r="r" b="b"/>
              <a:pathLst>
                <a:path w="1225" h="1530" extrusionOk="0">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63"/>
            <p:cNvSpPr/>
            <p:nvPr/>
          </p:nvSpPr>
          <p:spPr>
            <a:xfrm>
              <a:off x="941800" y="3086248"/>
              <a:ext cx="28254" cy="52998"/>
            </a:xfrm>
            <a:custGeom>
              <a:avLst/>
              <a:gdLst/>
              <a:ahLst/>
              <a:cxnLst/>
              <a:rect l="l" t="t" r="r" b="b"/>
              <a:pathLst>
                <a:path w="1079" h="2024" extrusionOk="0">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4" name="Google Shape;11004;p63"/>
          <p:cNvGrpSpPr/>
          <p:nvPr/>
        </p:nvGrpSpPr>
        <p:grpSpPr>
          <a:xfrm>
            <a:off x="3941647" y="2731154"/>
            <a:ext cx="369444" cy="367140"/>
            <a:chOff x="3968184" y="2881691"/>
            <a:chExt cx="369444" cy="367140"/>
          </a:xfrm>
        </p:grpSpPr>
        <p:sp>
          <p:nvSpPr>
            <p:cNvPr id="11005" name="Google Shape;11005;p63"/>
            <p:cNvSpPr/>
            <p:nvPr/>
          </p:nvSpPr>
          <p:spPr>
            <a:xfrm>
              <a:off x="4042131" y="3065536"/>
              <a:ext cx="109925" cy="110186"/>
            </a:xfrm>
            <a:custGeom>
              <a:avLst/>
              <a:gdLst/>
              <a:ahLst/>
              <a:cxnLst/>
              <a:rect l="l" t="t" r="r" b="b"/>
              <a:pathLst>
                <a:path w="4198" h="4208" extrusionOk="0">
                  <a:moveTo>
                    <a:pt x="1154" y="0"/>
                  </a:moveTo>
                  <a:lnTo>
                    <a:pt x="0" y="1154"/>
                  </a:lnTo>
                  <a:lnTo>
                    <a:pt x="3043" y="4207"/>
                  </a:lnTo>
                  <a:lnTo>
                    <a:pt x="4198" y="3043"/>
                  </a:lnTo>
                  <a:lnTo>
                    <a:pt x="1154"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63"/>
            <p:cNvSpPr/>
            <p:nvPr/>
          </p:nvSpPr>
          <p:spPr>
            <a:xfrm>
              <a:off x="4047865" y="3068521"/>
              <a:ext cx="54491" cy="54229"/>
            </a:xfrm>
            <a:custGeom>
              <a:avLst/>
              <a:gdLst/>
              <a:ahLst/>
              <a:cxnLst/>
              <a:rect l="l" t="t" r="r" b="b"/>
              <a:pathLst>
                <a:path w="2081" h="2071" extrusionOk="0">
                  <a:moveTo>
                    <a:pt x="1040" y="0"/>
                  </a:moveTo>
                  <a:lnTo>
                    <a:pt x="1" y="1260"/>
                  </a:lnTo>
                  <a:lnTo>
                    <a:pt x="811" y="2071"/>
                  </a:lnTo>
                  <a:lnTo>
                    <a:pt x="2080" y="1031"/>
                  </a:lnTo>
                  <a:lnTo>
                    <a:pt x="1040"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63"/>
            <p:cNvSpPr/>
            <p:nvPr/>
          </p:nvSpPr>
          <p:spPr>
            <a:xfrm>
              <a:off x="4094841" y="3115471"/>
              <a:ext cx="54465" cy="54255"/>
            </a:xfrm>
            <a:custGeom>
              <a:avLst/>
              <a:gdLst/>
              <a:ahLst/>
              <a:cxnLst/>
              <a:rect l="l" t="t" r="r" b="b"/>
              <a:pathLst>
                <a:path w="2080" h="2072" extrusionOk="0">
                  <a:moveTo>
                    <a:pt x="1049" y="1"/>
                  </a:moveTo>
                  <a:lnTo>
                    <a:pt x="0" y="1270"/>
                  </a:lnTo>
                  <a:lnTo>
                    <a:pt x="811" y="2071"/>
                  </a:lnTo>
                  <a:lnTo>
                    <a:pt x="2080" y="1031"/>
                  </a:lnTo>
                  <a:lnTo>
                    <a:pt x="104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63"/>
            <p:cNvSpPr/>
            <p:nvPr/>
          </p:nvSpPr>
          <p:spPr>
            <a:xfrm>
              <a:off x="4237706" y="2916412"/>
              <a:ext cx="65777" cy="61718"/>
            </a:xfrm>
            <a:custGeom>
              <a:avLst/>
              <a:gdLst/>
              <a:ahLst/>
              <a:cxnLst/>
              <a:rect l="l" t="t" r="r" b="b"/>
              <a:pathLst>
                <a:path w="2512" h="2357" extrusionOk="0">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63"/>
            <p:cNvSpPr/>
            <p:nvPr/>
          </p:nvSpPr>
          <p:spPr>
            <a:xfrm>
              <a:off x="4216994" y="2884519"/>
              <a:ext cx="32469" cy="79864"/>
            </a:xfrm>
            <a:custGeom>
              <a:avLst/>
              <a:gdLst/>
              <a:ahLst/>
              <a:cxnLst/>
              <a:rect l="l" t="t" r="r" b="b"/>
              <a:pathLst>
                <a:path w="1240" h="3050" extrusionOk="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63"/>
            <p:cNvSpPr/>
            <p:nvPr/>
          </p:nvSpPr>
          <p:spPr>
            <a:xfrm>
              <a:off x="4173213" y="2881691"/>
              <a:ext cx="34564" cy="79943"/>
            </a:xfrm>
            <a:custGeom>
              <a:avLst/>
              <a:gdLst/>
              <a:ahLst/>
              <a:cxnLst/>
              <a:rect l="l" t="t" r="r" b="b"/>
              <a:pathLst>
                <a:path w="1320" h="3053" extrusionOk="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63"/>
            <p:cNvSpPr/>
            <p:nvPr/>
          </p:nvSpPr>
          <p:spPr>
            <a:xfrm>
              <a:off x="4251218" y="2969280"/>
              <a:ext cx="84551" cy="30584"/>
            </a:xfrm>
            <a:custGeom>
              <a:avLst/>
              <a:gdLst/>
              <a:ahLst/>
              <a:cxnLst/>
              <a:rect l="l" t="t" r="r" b="b"/>
              <a:pathLst>
                <a:path w="3229" h="1168" extrusionOk="0">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63"/>
            <p:cNvSpPr/>
            <p:nvPr/>
          </p:nvSpPr>
          <p:spPr>
            <a:xfrm>
              <a:off x="4254098" y="3010940"/>
              <a:ext cx="83530" cy="31867"/>
            </a:xfrm>
            <a:custGeom>
              <a:avLst/>
              <a:gdLst/>
              <a:ahLst/>
              <a:cxnLst/>
              <a:rect l="l" t="t" r="r" b="b"/>
              <a:pathLst>
                <a:path w="3190" h="1217" extrusionOk="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63"/>
            <p:cNvSpPr/>
            <p:nvPr/>
          </p:nvSpPr>
          <p:spPr>
            <a:xfrm>
              <a:off x="4122309" y="2939403"/>
              <a:ext cx="71459" cy="63472"/>
            </a:xfrm>
            <a:custGeom>
              <a:avLst/>
              <a:gdLst/>
              <a:ahLst/>
              <a:cxnLst/>
              <a:rect l="l" t="t" r="r" b="b"/>
              <a:pathLst>
                <a:path w="2729" h="2424" extrusionOk="0">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63"/>
            <p:cNvSpPr/>
            <p:nvPr/>
          </p:nvSpPr>
          <p:spPr>
            <a:xfrm>
              <a:off x="4107331" y="2941183"/>
              <a:ext cx="80938" cy="80650"/>
            </a:xfrm>
            <a:custGeom>
              <a:avLst/>
              <a:gdLst/>
              <a:ahLst/>
              <a:cxnLst/>
              <a:rect l="l" t="t" r="r" b="b"/>
              <a:pathLst>
                <a:path w="3091" h="3080" extrusionOk="0">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63"/>
            <p:cNvSpPr/>
            <p:nvPr/>
          </p:nvSpPr>
          <p:spPr>
            <a:xfrm>
              <a:off x="4107331" y="2948123"/>
              <a:ext cx="73449" cy="73711"/>
            </a:xfrm>
            <a:custGeom>
              <a:avLst/>
              <a:gdLst/>
              <a:ahLst/>
              <a:cxnLst/>
              <a:rect l="l" t="t" r="r" b="b"/>
              <a:pathLst>
                <a:path w="2805" h="2815" extrusionOk="0">
                  <a:moveTo>
                    <a:pt x="563" y="0"/>
                  </a:moveTo>
                  <a:lnTo>
                    <a:pt x="0" y="563"/>
                  </a:lnTo>
                  <a:lnTo>
                    <a:pt x="2251" y="2815"/>
                  </a:lnTo>
                  <a:lnTo>
                    <a:pt x="2805" y="2252"/>
                  </a:lnTo>
                  <a:lnTo>
                    <a:pt x="563"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63"/>
            <p:cNvSpPr/>
            <p:nvPr/>
          </p:nvSpPr>
          <p:spPr>
            <a:xfrm>
              <a:off x="3990651" y="2958099"/>
              <a:ext cx="181148" cy="180388"/>
            </a:xfrm>
            <a:custGeom>
              <a:avLst/>
              <a:gdLst/>
              <a:ahLst/>
              <a:cxnLst/>
              <a:rect l="l" t="t" r="r" b="b"/>
              <a:pathLst>
                <a:path w="6918" h="6889" extrusionOk="0">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63"/>
            <p:cNvSpPr/>
            <p:nvPr/>
          </p:nvSpPr>
          <p:spPr>
            <a:xfrm>
              <a:off x="3990651" y="3009055"/>
              <a:ext cx="181148" cy="129432"/>
            </a:xfrm>
            <a:custGeom>
              <a:avLst/>
              <a:gdLst/>
              <a:ahLst/>
              <a:cxnLst/>
              <a:rect l="l" t="t" r="r" b="b"/>
              <a:pathLst>
                <a:path w="6918" h="4943" extrusionOk="0">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63"/>
            <p:cNvSpPr/>
            <p:nvPr/>
          </p:nvSpPr>
          <p:spPr>
            <a:xfrm>
              <a:off x="3968420" y="3087819"/>
              <a:ext cx="73239" cy="72349"/>
            </a:xfrm>
            <a:custGeom>
              <a:avLst/>
              <a:gdLst/>
              <a:ahLst/>
              <a:cxnLst/>
              <a:rect l="l" t="t" r="r" b="b"/>
              <a:pathLst>
                <a:path w="2797" h="2763" extrusionOk="0">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63"/>
            <p:cNvSpPr/>
            <p:nvPr/>
          </p:nvSpPr>
          <p:spPr>
            <a:xfrm>
              <a:off x="3968184" y="3097508"/>
              <a:ext cx="63472" cy="62896"/>
            </a:xfrm>
            <a:custGeom>
              <a:avLst/>
              <a:gdLst/>
              <a:ahLst/>
              <a:cxnLst/>
              <a:rect l="l" t="t" r="r" b="b"/>
              <a:pathLst>
                <a:path w="2424" h="2402" extrusionOk="0">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63"/>
            <p:cNvSpPr/>
            <p:nvPr/>
          </p:nvSpPr>
          <p:spPr>
            <a:xfrm>
              <a:off x="4019140" y="3001618"/>
              <a:ext cx="82797" cy="91150"/>
            </a:xfrm>
            <a:custGeom>
              <a:avLst/>
              <a:gdLst/>
              <a:ahLst/>
              <a:cxnLst/>
              <a:rect l="l" t="t" r="r" b="b"/>
              <a:pathLst>
                <a:path w="3162" h="3481" extrusionOk="0">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63"/>
            <p:cNvSpPr/>
            <p:nvPr/>
          </p:nvSpPr>
          <p:spPr>
            <a:xfrm>
              <a:off x="4210736" y="3028013"/>
              <a:ext cx="71459" cy="63420"/>
            </a:xfrm>
            <a:custGeom>
              <a:avLst/>
              <a:gdLst/>
              <a:ahLst/>
              <a:cxnLst/>
              <a:rect l="l" t="t" r="r" b="b"/>
              <a:pathLst>
                <a:path w="2729" h="2422" extrusionOk="0">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63"/>
            <p:cNvSpPr/>
            <p:nvPr/>
          </p:nvSpPr>
          <p:spPr>
            <a:xfrm>
              <a:off x="4195994" y="3029872"/>
              <a:ext cx="80964" cy="80388"/>
            </a:xfrm>
            <a:custGeom>
              <a:avLst/>
              <a:gdLst/>
              <a:ahLst/>
              <a:cxnLst/>
              <a:rect l="l" t="t" r="r" b="b"/>
              <a:pathLst>
                <a:path w="3092" h="3070" extrusionOk="0">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63"/>
            <p:cNvSpPr/>
            <p:nvPr/>
          </p:nvSpPr>
          <p:spPr>
            <a:xfrm>
              <a:off x="4195994" y="3036785"/>
              <a:ext cx="73475" cy="73475"/>
            </a:xfrm>
            <a:custGeom>
              <a:avLst/>
              <a:gdLst/>
              <a:ahLst/>
              <a:cxnLst/>
              <a:rect l="l" t="t" r="r" b="b"/>
              <a:pathLst>
                <a:path w="2806" h="2806" extrusionOk="0">
                  <a:moveTo>
                    <a:pt x="554" y="1"/>
                  </a:moveTo>
                  <a:lnTo>
                    <a:pt x="1" y="564"/>
                  </a:lnTo>
                  <a:lnTo>
                    <a:pt x="2243" y="2806"/>
                  </a:lnTo>
                  <a:lnTo>
                    <a:pt x="2805" y="2252"/>
                  </a:lnTo>
                  <a:lnTo>
                    <a:pt x="554"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63"/>
            <p:cNvSpPr/>
            <p:nvPr/>
          </p:nvSpPr>
          <p:spPr>
            <a:xfrm>
              <a:off x="4079340" y="3046788"/>
              <a:ext cx="180886" cy="180388"/>
            </a:xfrm>
            <a:custGeom>
              <a:avLst/>
              <a:gdLst/>
              <a:ahLst/>
              <a:cxnLst/>
              <a:rect l="l" t="t" r="r" b="b"/>
              <a:pathLst>
                <a:path w="6908" h="6889" extrusionOk="0">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63"/>
            <p:cNvSpPr/>
            <p:nvPr/>
          </p:nvSpPr>
          <p:spPr>
            <a:xfrm>
              <a:off x="4079340" y="3097508"/>
              <a:ext cx="180886" cy="129406"/>
            </a:xfrm>
            <a:custGeom>
              <a:avLst/>
              <a:gdLst/>
              <a:ahLst/>
              <a:cxnLst/>
              <a:rect l="l" t="t" r="r" b="b"/>
              <a:pathLst>
                <a:path w="6908" h="4942" extrusionOk="0">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63"/>
            <p:cNvSpPr/>
            <p:nvPr/>
          </p:nvSpPr>
          <p:spPr>
            <a:xfrm>
              <a:off x="4056847" y="3176508"/>
              <a:ext cx="73475" cy="72323"/>
            </a:xfrm>
            <a:custGeom>
              <a:avLst/>
              <a:gdLst/>
              <a:ahLst/>
              <a:cxnLst/>
              <a:rect l="l" t="t" r="r" b="b"/>
              <a:pathLst>
                <a:path w="2806" h="2762" extrusionOk="0">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63"/>
            <p:cNvSpPr/>
            <p:nvPr/>
          </p:nvSpPr>
          <p:spPr>
            <a:xfrm>
              <a:off x="4056847" y="3186170"/>
              <a:ext cx="63237" cy="62661"/>
            </a:xfrm>
            <a:custGeom>
              <a:avLst/>
              <a:gdLst/>
              <a:ahLst/>
              <a:cxnLst/>
              <a:rect l="l" t="t" r="r" b="b"/>
              <a:pathLst>
                <a:path w="2415" h="2393" extrusionOk="0">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63"/>
            <p:cNvSpPr/>
            <p:nvPr/>
          </p:nvSpPr>
          <p:spPr>
            <a:xfrm>
              <a:off x="4107567" y="3090176"/>
              <a:ext cx="83006" cy="91281"/>
            </a:xfrm>
            <a:custGeom>
              <a:avLst/>
              <a:gdLst/>
              <a:ahLst/>
              <a:cxnLst/>
              <a:rect l="l" t="t" r="r" b="b"/>
              <a:pathLst>
                <a:path w="3170" h="3486" extrusionOk="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9" name="Google Shape;11029;p63"/>
          <p:cNvGrpSpPr/>
          <p:nvPr/>
        </p:nvGrpSpPr>
        <p:grpSpPr>
          <a:xfrm>
            <a:off x="3487258" y="2731546"/>
            <a:ext cx="371487" cy="366826"/>
            <a:chOff x="3513796" y="2882084"/>
            <a:chExt cx="371487" cy="366826"/>
          </a:xfrm>
        </p:grpSpPr>
        <p:sp>
          <p:nvSpPr>
            <p:cNvPr id="11030" name="Google Shape;11030;p63"/>
            <p:cNvSpPr/>
            <p:nvPr/>
          </p:nvSpPr>
          <p:spPr>
            <a:xfrm>
              <a:off x="3696384" y="2890725"/>
              <a:ext cx="11024" cy="60409"/>
            </a:xfrm>
            <a:custGeom>
              <a:avLst/>
              <a:gdLst/>
              <a:ahLst/>
              <a:cxnLst/>
              <a:rect l="l" t="t" r="r" b="b"/>
              <a:pathLst>
                <a:path w="421" h="2307" extrusionOk="0">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63"/>
            <p:cNvSpPr/>
            <p:nvPr/>
          </p:nvSpPr>
          <p:spPr>
            <a:xfrm>
              <a:off x="3682899" y="2882084"/>
              <a:ext cx="32993" cy="28332"/>
            </a:xfrm>
            <a:custGeom>
              <a:avLst/>
              <a:gdLst/>
              <a:ahLst/>
              <a:cxnLst/>
              <a:rect l="l" t="t" r="r" b="b"/>
              <a:pathLst>
                <a:path w="1260" h="1082" extrusionOk="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63"/>
            <p:cNvSpPr/>
            <p:nvPr/>
          </p:nvSpPr>
          <p:spPr>
            <a:xfrm>
              <a:off x="3754357" y="2890725"/>
              <a:ext cx="10762" cy="60409"/>
            </a:xfrm>
            <a:custGeom>
              <a:avLst/>
              <a:gdLst/>
              <a:ahLst/>
              <a:cxnLst/>
              <a:rect l="l" t="t" r="r" b="b"/>
              <a:pathLst>
                <a:path w="411" h="2307" extrusionOk="0">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63"/>
            <p:cNvSpPr/>
            <p:nvPr/>
          </p:nvSpPr>
          <p:spPr>
            <a:xfrm>
              <a:off x="3740610" y="2882084"/>
              <a:ext cx="33255" cy="28332"/>
            </a:xfrm>
            <a:custGeom>
              <a:avLst/>
              <a:gdLst/>
              <a:ahLst/>
              <a:cxnLst/>
              <a:rect l="l" t="t" r="r" b="b"/>
              <a:pathLst>
                <a:path w="1270" h="1082" extrusionOk="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63"/>
            <p:cNvSpPr/>
            <p:nvPr/>
          </p:nvSpPr>
          <p:spPr>
            <a:xfrm>
              <a:off x="3638698" y="2890725"/>
              <a:ext cx="10762" cy="60409"/>
            </a:xfrm>
            <a:custGeom>
              <a:avLst/>
              <a:gdLst/>
              <a:ahLst/>
              <a:cxnLst/>
              <a:rect l="l" t="t" r="r" b="b"/>
              <a:pathLst>
                <a:path w="411" h="2307" extrusionOk="0">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63"/>
            <p:cNvSpPr/>
            <p:nvPr/>
          </p:nvSpPr>
          <p:spPr>
            <a:xfrm>
              <a:off x="3625187" y="2882084"/>
              <a:ext cx="33019" cy="28332"/>
            </a:xfrm>
            <a:custGeom>
              <a:avLst/>
              <a:gdLst/>
              <a:ahLst/>
              <a:cxnLst/>
              <a:rect l="l" t="t" r="r" b="b"/>
              <a:pathLst>
                <a:path w="1261" h="1082" extrusionOk="0">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63"/>
            <p:cNvSpPr/>
            <p:nvPr/>
          </p:nvSpPr>
          <p:spPr>
            <a:xfrm>
              <a:off x="3696384" y="3179991"/>
              <a:ext cx="10788" cy="60173"/>
            </a:xfrm>
            <a:custGeom>
              <a:avLst/>
              <a:gdLst/>
              <a:ahLst/>
              <a:cxnLst/>
              <a:rect l="l" t="t" r="r" b="b"/>
              <a:pathLst>
                <a:path w="412" h="2298" extrusionOk="0">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63"/>
            <p:cNvSpPr/>
            <p:nvPr/>
          </p:nvSpPr>
          <p:spPr>
            <a:xfrm>
              <a:off x="3682899" y="3220656"/>
              <a:ext cx="32993" cy="28254"/>
            </a:xfrm>
            <a:custGeom>
              <a:avLst/>
              <a:gdLst/>
              <a:ahLst/>
              <a:cxnLst/>
              <a:rect l="l" t="t" r="r" b="b"/>
              <a:pathLst>
                <a:path w="1260" h="1079" extrusionOk="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63"/>
            <p:cNvSpPr/>
            <p:nvPr/>
          </p:nvSpPr>
          <p:spPr>
            <a:xfrm>
              <a:off x="3638698" y="3179991"/>
              <a:ext cx="10762" cy="60173"/>
            </a:xfrm>
            <a:custGeom>
              <a:avLst/>
              <a:gdLst/>
              <a:ahLst/>
              <a:cxnLst/>
              <a:rect l="l" t="t" r="r" b="b"/>
              <a:pathLst>
                <a:path w="411" h="2298" extrusionOk="0">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63"/>
            <p:cNvSpPr/>
            <p:nvPr/>
          </p:nvSpPr>
          <p:spPr>
            <a:xfrm>
              <a:off x="3625187" y="3220656"/>
              <a:ext cx="33019" cy="28254"/>
            </a:xfrm>
            <a:custGeom>
              <a:avLst/>
              <a:gdLst/>
              <a:ahLst/>
              <a:cxnLst/>
              <a:rect l="l" t="t" r="r" b="b"/>
              <a:pathLst>
                <a:path w="1261" h="1079" extrusionOk="0">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63"/>
            <p:cNvSpPr/>
            <p:nvPr/>
          </p:nvSpPr>
          <p:spPr>
            <a:xfrm>
              <a:off x="3754227" y="3179991"/>
              <a:ext cx="10893" cy="60173"/>
            </a:xfrm>
            <a:custGeom>
              <a:avLst/>
              <a:gdLst/>
              <a:ahLst/>
              <a:cxnLst/>
              <a:rect l="l" t="t" r="r" b="b"/>
              <a:pathLst>
                <a:path w="416" h="2298" extrusionOk="0">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63"/>
            <p:cNvSpPr/>
            <p:nvPr/>
          </p:nvSpPr>
          <p:spPr>
            <a:xfrm>
              <a:off x="3740610" y="3220656"/>
              <a:ext cx="33255" cy="28254"/>
            </a:xfrm>
            <a:custGeom>
              <a:avLst/>
              <a:gdLst/>
              <a:ahLst/>
              <a:cxnLst/>
              <a:rect l="l" t="t" r="r" b="b"/>
              <a:pathLst>
                <a:path w="1270" h="1079" extrusionOk="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63"/>
            <p:cNvSpPr/>
            <p:nvPr/>
          </p:nvSpPr>
          <p:spPr>
            <a:xfrm>
              <a:off x="3814557" y="3060273"/>
              <a:ext cx="63708" cy="10762"/>
            </a:xfrm>
            <a:custGeom>
              <a:avLst/>
              <a:gdLst/>
              <a:ahLst/>
              <a:cxnLst/>
              <a:rect l="l" t="t" r="r" b="b"/>
              <a:pathLst>
                <a:path w="2433" h="411" extrusionOk="0">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63"/>
            <p:cNvSpPr/>
            <p:nvPr/>
          </p:nvSpPr>
          <p:spPr>
            <a:xfrm>
              <a:off x="3852263" y="3051344"/>
              <a:ext cx="33019" cy="28201"/>
            </a:xfrm>
            <a:custGeom>
              <a:avLst/>
              <a:gdLst/>
              <a:ahLst/>
              <a:cxnLst/>
              <a:rect l="l" t="t" r="r" b="b"/>
              <a:pathLst>
                <a:path w="1261" h="1077" extrusionOk="0">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63"/>
            <p:cNvSpPr/>
            <p:nvPr/>
          </p:nvSpPr>
          <p:spPr>
            <a:xfrm>
              <a:off x="3814557" y="311798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63"/>
            <p:cNvSpPr/>
            <p:nvPr/>
          </p:nvSpPr>
          <p:spPr>
            <a:xfrm>
              <a:off x="3852263" y="3109056"/>
              <a:ext cx="33019" cy="28437"/>
            </a:xfrm>
            <a:custGeom>
              <a:avLst/>
              <a:gdLst/>
              <a:ahLst/>
              <a:cxnLst/>
              <a:rect l="l" t="t" r="r" b="b"/>
              <a:pathLst>
                <a:path w="1261" h="1086" extrusionOk="0">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63"/>
            <p:cNvSpPr/>
            <p:nvPr/>
          </p:nvSpPr>
          <p:spPr>
            <a:xfrm>
              <a:off x="3814557" y="300232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63"/>
            <p:cNvSpPr/>
            <p:nvPr/>
          </p:nvSpPr>
          <p:spPr>
            <a:xfrm>
              <a:off x="3852263" y="2993580"/>
              <a:ext cx="33019" cy="28254"/>
            </a:xfrm>
            <a:custGeom>
              <a:avLst/>
              <a:gdLst/>
              <a:ahLst/>
              <a:cxnLst/>
              <a:rect l="l" t="t" r="r" b="b"/>
              <a:pathLst>
                <a:path w="1261" h="1079" extrusionOk="0">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63"/>
            <p:cNvSpPr/>
            <p:nvPr/>
          </p:nvSpPr>
          <p:spPr>
            <a:xfrm>
              <a:off x="3525265" y="3060273"/>
              <a:ext cx="63996" cy="10762"/>
            </a:xfrm>
            <a:custGeom>
              <a:avLst/>
              <a:gdLst/>
              <a:ahLst/>
              <a:cxnLst/>
              <a:rect l="l" t="t" r="r" b="b"/>
              <a:pathLst>
                <a:path w="2444" h="411" extrusionOk="0">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63"/>
            <p:cNvSpPr/>
            <p:nvPr/>
          </p:nvSpPr>
          <p:spPr>
            <a:xfrm>
              <a:off x="3513796" y="3051344"/>
              <a:ext cx="32993" cy="28201"/>
            </a:xfrm>
            <a:custGeom>
              <a:avLst/>
              <a:gdLst/>
              <a:ahLst/>
              <a:cxnLst/>
              <a:rect l="l" t="t" r="r" b="b"/>
              <a:pathLst>
                <a:path w="1260" h="1077" extrusionOk="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63"/>
            <p:cNvSpPr/>
            <p:nvPr/>
          </p:nvSpPr>
          <p:spPr>
            <a:xfrm>
              <a:off x="3525265" y="300232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63"/>
            <p:cNvSpPr/>
            <p:nvPr/>
          </p:nvSpPr>
          <p:spPr>
            <a:xfrm>
              <a:off x="3513796" y="2993580"/>
              <a:ext cx="32993" cy="28254"/>
            </a:xfrm>
            <a:custGeom>
              <a:avLst/>
              <a:gdLst/>
              <a:ahLst/>
              <a:cxnLst/>
              <a:rect l="l" t="t" r="r" b="b"/>
              <a:pathLst>
                <a:path w="1260" h="1079" extrusionOk="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63"/>
            <p:cNvSpPr/>
            <p:nvPr/>
          </p:nvSpPr>
          <p:spPr>
            <a:xfrm>
              <a:off x="3525265" y="311798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63"/>
            <p:cNvSpPr/>
            <p:nvPr/>
          </p:nvSpPr>
          <p:spPr>
            <a:xfrm>
              <a:off x="3513796" y="3109056"/>
              <a:ext cx="32993" cy="28437"/>
            </a:xfrm>
            <a:custGeom>
              <a:avLst/>
              <a:gdLst/>
              <a:ahLst/>
              <a:cxnLst/>
              <a:rect l="l" t="t" r="r" b="b"/>
              <a:pathLst>
                <a:path w="1260" h="1086" extrusionOk="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63"/>
            <p:cNvSpPr/>
            <p:nvPr/>
          </p:nvSpPr>
          <p:spPr>
            <a:xfrm>
              <a:off x="3581982" y="2945609"/>
              <a:ext cx="239828" cy="239855"/>
            </a:xfrm>
            <a:custGeom>
              <a:avLst/>
              <a:gdLst/>
              <a:ahLst/>
              <a:cxnLst/>
              <a:rect l="l" t="t" r="r" b="b"/>
              <a:pathLst>
                <a:path w="9159" h="9160" extrusionOk="0">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63"/>
            <p:cNvSpPr/>
            <p:nvPr/>
          </p:nvSpPr>
          <p:spPr>
            <a:xfrm>
              <a:off x="3599709" y="2963362"/>
              <a:ext cx="204374" cy="204348"/>
            </a:xfrm>
            <a:custGeom>
              <a:avLst/>
              <a:gdLst/>
              <a:ahLst/>
              <a:cxnLst/>
              <a:rect l="l" t="t" r="r" b="b"/>
              <a:pathLst>
                <a:path w="7805" h="7804" extrusionOk="0">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63"/>
            <p:cNvSpPr/>
            <p:nvPr/>
          </p:nvSpPr>
          <p:spPr>
            <a:xfrm>
              <a:off x="3599709" y="2963362"/>
              <a:ext cx="204374" cy="204348"/>
            </a:xfrm>
            <a:custGeom>
              <a:avLst/>
              <a:gdLst/>
              <a:ahLst/>
              <a:cxnLst/>
              <a:rect l="l" t="t" r="r" b="b"/>
              <a:pathLst>
                <a:path w="7805" h="7804" extrusionOk="0">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63"/>
            <p:cNvSpPr/>
            <p:nvPr/>
          </p:nvSpPr>
          <p:spPr>
            <a:xfrm>
              <a:off x="3649932" y="3013559"/>
              <a:ext cx="104190" cy="103954"/>
            </a:xfrm>
            <a:custGeom>
              <a:avLst/>
              <a:gdLst/>
              <a:ahLst/>
              <a:cxnLst/>
              <a:rect l="l" t="t" r="r" b="b"/>
              <a:pathLst>
                <a:path w="3979" h="3970" extrusionOk="0">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63"/>
            <p:cNvSpPr/>
            <p:nvPr/>
          </p:nvSpPr>
          <p:spPr>
            <a:xfrm>
              <a:off x="3665171" y="3028798"/>
              <a:ext cx="73475" cy="73475"/>
            </a:xfrm>
            <a:custGeom>
              <a:avLst/>
              <a:gdLst/>
              <a:ahLst/>
              <a:cxnLst/>
              <a:rect l="l" t="t" r="r" b="b"/>
              <a:pathLst>
                <a:path w="2806" h="2806" extrusionOk="0">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63"/>
            <p:cNvSpPr/>
            <p:nvPr/>
          </p:nvSpPr>
          <p:spPr>
            <a:xfrm>
              <a:off x="3621442"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63"/>
            <p:cNvSpPr/>
            <p:nvPr/>
          </p:nvSpPr>
          <p:spPr>
            <a:xfrm>
              <a:off x="3649670" y="2984834"/>
              <a:ext cx="19508" cy="19508"/>
            </a:xfrm>
            <a:custGeom>
              <a:avLst/>
              <a:gdLst/>
              <a:ahLst/>
              <a:cxnLst/>
              <a:rect l="l" t="t" r="r" b="b"/>
              <a:pathLst>
                <a:path w="745" h="745" extrusionOk="0">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63"/>
            <p:cNvSpPr/>
            <p:nvPr/>
          </p:nvSpPr>
          <p:spPr>
            <a:xfrm>
              <a:off x="3677897" y="2984834"/>
              <a:ext cx="19508" cy="19508"/>
            </a:xfrm>
            <a:custGeom>
              <a:avLst/>
              <a:gdLst/>
              <a:ahLst/>
              <a:cxnLst/>
              <a:rect l="l" t="t" r="r" b="b"/>
              <a:pathLst>
                <a:path w="745" h="745" extrusionOk="0">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63"/>
            <p:cNvSpPr/>
            <p:nvPr/>
          </p:nvSpPr>
          <p:spPr>
            <a:xfrm>
              <a:off x="3706387" y="2984834"/>
              <a:ext cx="19246" cy="19508"/>
            </a:xfrm>
            <a:custGeom>
              <a:avLst/>
              <a:gdLst/>
              <a:ahLst/>
              <a:cxnLst/>
              <a:rect l="l" t="t" r="r" b="b"/>
              <a:pathLst>
                <a:path w="735" h="745" extrusionOk="0">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63"/>
            <p:cNvSpPr/>
            <p:nvPr/>
          </p:nvSpPr>
          <p:spPr>
            <a:xfrm>
              <a:off x="3734614" y="2984834"/>
              <a:ext cx="19508" cy="19508"/>
            </a:xfrm>
            <a:custGeom>
              <a:avLst/>
              <a:gdLst/>
              <a:ahLst/>
              <a:cxnLst/>
              <a:rect l="l" t="t" r="r" b="b"/>
              <a:pathLst>
                <a:path w="745" h="745" extrusionOk="0">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63"/>
            <p:cNvSpPr/>
            <p:nvPr/>
          </p:nvSpPr>
          <p:spPr>
            <a:xfrm>
              <a:off x="3763077"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63"/>
            <p:cNvSpPr/>
            <p:nvPr/>
          </p:nvSpPr>
          <p:spPr>
            <a:xfrm>
              <a:off x="3621442" y="3126469"/>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63"/>
            <p:cNvSpPr/>
            <p:nvPr/>
          </p:nvSpPr>
          <p:spPr>
            <a:xfrm>
              <a:off x="3649670" y="3126469"/>
              <a:ext cx="19508" cy="19508"/>
            </a:xfrm>
            <a:custGeom>
              <a:avLst/>
              <a:gdLst/>
              <a:ahLst/>
              <a:cxnLst/>
              <a:rect l="l" t="t" r="r" b="b"/>
              <a:pathLst>
                <a:path w="745" h="745" extrusionOk="0">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63"/>
            <p:cNvSpPr/>
            <p:nvPr/>
          </p:nvSpPr>
          <p:spPr>
            <a:xfrm>
              <a:off x="3677897" y="3126469"/>
              <a:ext cx="19508" cy="19508"/>
            </a:xfrm>
            <a:custGeom>
              <a:avLst/>
              <a:gdLst/>
              <a:ahLst/>
              <a:cxnLst/>
              <a:rect l="l" t="t" r="r" b="b"/>
              <a:pathLst>
                <a:path w="745" h="745" extrusionOk="0">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63"/>
            <p:cNvSpPr/>
            <p:nvPr/>
          </p:nvSpPr>
          <p:spPr>
            <a:xfrm>
              <a:off x="3706387" y="3126730"/>
              <a:ext cx="19246" cy="19508"/>
            </a:xfrm>
            <a:custGeom>
              <a:avLst/>
              <a:gdLst/>
              <a:ahLst/>
              <a:cxnLst/>
              <a:rect l="l" t="t" r="r" b="b"/>
              <a:pathLst>
                <a:path w="735" h="745" extrusionOk="0">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63"/>
            <p:cNvSpPr/>
            <p:nvPr/>
          </p:nvSpPr>
          <p:spPr>
            <a:xfrm>
              <a:off x="3734614" y="3126469"/>
              <a:ext cx="19508" cy="19508"/>
            </a:xfrm>
            <a:custGeom>
              <a:avLst/>
              <a:gdLst/>
              <a:ahLst/>
              <a:cxnLst/>
              <a:rect l="l" t="t" r="r" b="b"/>
              <a:pathLst>
                <a:path w="745" h="745" extrusionOk="0">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63"/>
            <p:cNvSpPr/>
            <p:nvPr/>
          </p:nvSpPr>
          <p:spPr>
            <a:xfrm>
              <a:off x="3763077" y="3126469"/>
              <a:ext cx="19272" cy="19508"/>
            </a:xfrm>
            <a:custGeom>
              <a:avLst/>
              <a:gdLst/>
              <a:ahLst/>
              <a:cxnLst/>
              <a:rect l="l" t="t" r="r" b="b"/>
              <a:pathLst>
                <a:path w="736" h="745" extrusionOk="0">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63"/>
            <p:cNvSpPr/>
            <p:nvPr/>
          </p:nvSpPr>
          <p:spPr>
            <a:xfrm>
              <a:off x="3621442" y="3013323"/>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63"/>
            <p:cNvSpPr/>
            <p:nvPr/>
          </p:nvSpPr>
          <p:spPr>
            <a:xfrm>
              <a:off x="3621442" y="3041551"/>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63"/>
            <p:cNvSpPr/>
            <p:nvPr/>
          </p:nvSpPr>
          <p:spPr>
            <a:xfrm>
              <a:off x="3621442" y="3070014"/>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63"/>
            <p:cNvSpPr/>
            <p:nvPr/>
          </p:nvSpPr>
          <p:spPr>
            <a:xfrm>
              <a:off x="3621442" y="3098241"/>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63"/>
            <p:cNvSpPr/>
            <p:nvPr/>
          </p:nvSpPr>
          <p:spPr>
            <a:xfrm>
              <a:off x="3762841" y="3013061"/>
              <a:ext cx="19508" cy="19508"/>
            </a:xfrm>
            <a:custGeom>
              <a:avLst/>
              <a:gdLst/>
              <a:ahLst/>
              <a:cxnLst/>
              <a:rect l="l" t="t" r="r" b="b"/>
              <a:pathLst>
                <a:path w="745" h="745" extrusionOk="0">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63"/>
            <p:cNvSpPr/>
            <p:nvPr/>
          </p:nvSpPr>
          <p:spPr>
            <a:xfrm>
              <a:off x="3763077" y="3041551"/>
              <a:ext cx="19272" cy="19508"/>
            </a:xfrm>
            <a:custGeom>
              <a:avLst/>
              <a:gdLst/>
              <a:ahLst/>
              <a:cxnLst/>
              <a:rect l="l" t="t" r="r" b="b"/>
              <a:pathLst>
                <a:path w="736" h="745" extrusionOk="0">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63"/>
            <p:cNvSpPr/>
            <p:nvPr/>
          </p:nvSpPr>
          <p:spPr>
            <a:xfrm>
              <a:off x="3763077" y="3069778"/>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63"/>
            <p:cNvSpPr/>
            <p:nvPr/>
          </p:nvSpPr>
          <p:spPr>
            <a:xfrm>
              <a:off x="3763077" y="3098241"/>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9" name="Google Shape;11079;p63"/>
          <p:cNvGrpSpPr/>
          <p:nvPr/>
        </p:nvGrpSpPr>
        <p:grpSpPr>
          <a:xfrm>
            <a:off x="847077" y="1349738"/>
            <a:ext cx="335011" cy="359232"/>
            <a:chOff x="873615" y="1500275"/>
            <a:chExt cx="335011" cy="359232"/>
          </a:xfrm>
        </p:grpSpPr>
        <p:sp>
          <p:nvSpPr>
            <p:cNvPr id="11080" name="Google Shape;11080;p63"/>
            <p:cNvSpPr/>
            <p:nvPr/>
          </p:nvSpPr>
          <p:spPr>
            <a:xfrm>
              <a:off x="965550" y="1500275"/>
              <a:ext cx="151140" cy="359232"/>
            </a:xfrm>
            <a:custGeom>
              <a:avLst/>
              <a:gdLst/>
              <a:ahLst/>
              <a:cxnLst/>
              <a:rect l="l" t="t" r="r" b="b"/>
              <a:pathLst>
                <a:path w="5772" h="13719" extrusionOk="0">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63"/>
            <p:cNvSpPr/>
            <p:nvPr/>
          </p:nvSpPr>
          <p:spPr>
            <a:xfrm>
              <a:off x="873615" y="1500275"/>
              <a:ext cx="158655" cy="359232"/>
            </a:xfrm>
            <a:custGeom>
              <a:avLst/>
              <a:gdLst/>
              <a:ahLst/>
              <a:cxnLst/>
              <a:rect l="l" t="t" r="r" b="b"/>
              <a:pathLst>
                <a:path w="6059" h="13719" extrusionOk="0">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63"/>
            <p:cNvSpPr/>
            <p:nvPr/>
          </p:nvSpPr>
          <p:spPr>
            <a:xfrm>
              <a:off x="873615" y="1784540"/>
              <a:ext cx="158655" cy="50485"/>
            </a:xfrm>
            <a:custGeom>
              <a:avLst/>
              <a:gdLst/>
              <a:ahLst/>
              <a:cxnLst/>
              <a:rect l="l" t="t" r="r" b="b"/>
              <a:pathLst>
                <a:path w="6059" h="1928" extrusionOk="0">
                  <a:moveTo>
                    <a:pt x="0" y="0"/>
                  </a:moveTo>
                  <a:lnTo>
                    <a:pt x="0" y="1927"/>
                  </a:lnTo>
                  <a:lnTo>
                    <a:pt x="6058" y="1927"/>
                  </a:lnTo>
                  <a:lnTo>
                    <a:pt x="6058"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63"/>
            <p:cNvSpPr/>
            <p:nvPr/>
          </p:nvSpPr>
          <p:spPr>
            <a:xfrm>
              <a:off x="873615" y="1500275"/>
              <a:ext cx="158655" cy="274550"/>
            </a:xfrm>
            <a:custGeom>
              <a:avLst/>
              <a:gdLst/>
              <a:ahLst/>
              <a:cxnLst/>
              <a:rect l="l" t="t" r="r" b="b"/>
              <a:pathLst>
                <a:path w="6059" h="10485" extrusionOk="0">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63"/>
            <p:cNvSpPr/>
            <p:nvPr/>
          </p:nvSpPr>
          <p:spPr>
            <a:xfrm>
              <a:off x="873615" y="1795537"/>
              <a:ext cx="158655" cy="28489"/>
            </a:xfrm>
            <a:custGeom>
              <a:avLst/>
              <a:gdLst/>
              <a:ahLst/>
              <a:cxnLst/>
              <a:rect l="l" t="t" r="r" b="b"/>
              <a:pathLst>
                <a:path w="6059" h="1088" extrusionOk="0">
                  <a:moveTo>
                    <a:pt x="0" y="0"/>
                  </a:moveTo>
                  <a:lnTo>
                    <a:pt x="0" y="1088"/>
                  </a:lnTo>
                  <a:lnTo>
                    <a:pt x="6058" y="1088"/>
                  </a:lnTo>
                  <a:lnTo>
                    <a:pt x="6058"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63"/>
            <p:cNvSpPr/>
            <p:nvPr/>
          </p:nvSpPr>
          <p:spPr>
            <a:xfrm>
              <a:off x="873615" y="1500275"/>
              <a:ext cx="158655" cy="263552"/>
            </a:xfrm>
            <a:custGeom>
              <a:avLst/>
              <a:gdLst/>
              <a:ahLst/>
              <a:cxnLst/>
              <a:rect l="l" t="t" r="r" b="b"/>
              <a:pathLst>
                <a:path w="6059" h="10065" extrusionOk="0">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63"/>
            <p:cNvSpPr/>
            <p:nvPr/>
          </p:nvSpPr>
          <p:spPr>
            <a:xfrm>
              <a:off x="1049971" y="1500275"/>
              <a:ext cx="158655" cy="359232"/>
            </a:xfrm>
            <a:custGeom>
              <a:avLst/>
              <a:gdLst/>
              <a:ahLst/>
              <a:cxnLst/>
              <a:rect l="l" t="t" r="r" b="b"/>
              <a:pathLst>
                <a:path w="6059" h="13719" extrusionOk="0">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63"/>
            <p:cNvSpPr/>
            <p:nvPr/>
          </p:nvSpPr>
          <p:spPr>
            <a:xfrm>
              <a:off x="1049971" y="1784540"/>
              <a:ext cx="158655" cy="50485"/>
            </a:xfrm>
            <a:custGeom>
              <a:avLst/>
              <a:gdLst/>
              <a:ahLst/>
              <a:cxnLst/>
              <a:rect l="l" t="t" r="r" b="b"/>
              <a:pathLst>
                <a:path w="6059" h="1928" extrusionOk="0">
                  <a:moveTo>
                    <a:pt x="1" y="0"/>
                  </a:moveTo>
                  <a:lnTo>
                    <a:pt x="1" y="1927"/>
                  </a:lnTo>
                  <a:lnTo>
                    <a:pt x="6059" y="1927"/>
                  </a:lnTo>
                  <a:lnTo>
                    <a:pt x="6059"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63"/>
            <p:cNvSpPr/>
            <p:nvPr/>
          </p:nvSpPr>
          <p:spPr>
            <a:xfrm>
              <a:off x="1049971" y="1500275"/>
              <a:ext cx="158655" cy="274550"/>
            </a:xfrm>
            <a:custGeom>
              <a:avLst/>
              <a:gdLst/>
              <a:ahLst/>
              <a:cxnLst/>
              <a:rect l="l" t="t" r="r" b="b"/>
              <a:pathLst>
                <a:path w="6059" h="10485" extrusionOk="0">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63"/>
            <p:cNvSpPr/>
            <p:nvPr/>
          </p:nvSpPr>
          <p:spPr>
            <a:xfrm>
              <a:off x="1049971" y="1795537"/>
              <a:ext cx="158655" cy="28489"/>
            </a:xfrm>
            <a:custGeom>
              <a:avLst/>
              <a:gdLst/>
              <a:ahLst/>
              <a:cxnLst/>
              <a:rect l="l" t="t" r="r" b="b"/>
              <a:pathLst>
                <a:path w="6059" h="1088" extrusionOk="0">
                  <a:moveTo>
                    <a:pt x="1" y="0"/>
                  </a:moveTo>
                  <a:lnTo>
                    <a:pt x="1" y="1088"/>
                  </a:lnTo>
                  <a:lnTo>
                    <a:pt x="6059" y="1088"/>
                  </a:lnTo>
                  <a:lnTo>
                    <a:pt x="6059"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63"/>
            <p:cNvSpPr/>
            <p:nvPr/>
          </p:nvSpPr>
          <p:spPr>
            <a:xfrm>
              <a:off x="1049971" y="1500275"/>
              <a:ext cx="158655" cy="263552"/>
            </a:xfrm>
            <a:custGeom>
              <a:avLst/>
              <a:gdLst/>
              <a:ahLst/>
              <a:cxnLst/>
              <a:rect l="l" t="t" r="r" b="b"/>
              <a:pathLst>
                <a:path w="6059" h="10065" extrusionOk="0">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1" name="Google Shape;11091;p63"/>
          <p:cNvGrpSpPr/>
          <p:nvPr/>
        </p:nvGrpSpPr>
        <p:grpSpPr>
          <a:xfrm>
            <a:off x="2175521" y="3196199"/>
            <a:ext cx="337158" cy="359311"/>
            <a:chOff x="2202058" y="3346737"/>
            <a:chExt cx="337158" cy="359311"/>
          </a:xfrm>
        </p:grpSpPr>
        <p:sp>
          <p:nvSpPr>
            <p:cNvPr id="11092" name="Google Shape;11092;p63"/>
            <p:cNvSpPr/>
            <p:nvPr/>
          </p:nvSpPr>
          <p:spPr>
            <a:xfrm>
              <a:off x="2202058" y="3449225"/>
              <a:ext cx="257084" cy="256822"/>
            </a:xfrm>
            <a:custGeom>
              <a:avLst/>
              <a:gdLst/>
              <a:ahLst/>
              <a:cxnLst/>
              <a:rect l="l" t="t" r="r" b="b"/>
              <a:pathLst>
                <a:path w="9818" h="9808" extrusionOk="0">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63"/>
            <p:cNvSpPr/>
            <p:nvPr/>
          </p:nvSpPr>
          <p:spPr>
            <a:xfrm>
              <a:off x="2202320" y="3448989"/>
              <a:ext cx="158655" cy="257032"/>
            </a:xfrm>
            <a:custGeom>
              <a:avLst/>
              <a:gdLst/>
              <a:ahLst/>
              <a:cxnLst/>
              <a:rect l="l" t="t" r="r" b="b"/>
              <a:pathLst>
                <a:path w="6059" h="9816" extrusionOk="0">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63"/>
            <p:cNvSpPr/>
            <p:nvPr/>
          </p:nvSpPr>
          <p:spPr>
            <a:xfrm>
              <a:off x="2338220" y="3346737"/>
              <a:ext cx="200996" cy="169731"/>
            </a:xfrm>
            <a:custGeom>
              <a:avLst/>
              <a:gdLst/>
              <a:ahLst/>
              <a:cxnLst/>
              <a:rect l="l" t="t" r="r" b="b"/>
              <a:pathLst>
                <a:path w="7676" h="6482" extrusionOk="0">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63"/>
            <p:cNvSpPr/>
            <p:nvPr/>
          </p:nvSpPr>
          <p:spPr>
            <a:xfrm>
              <a:off x="2424133" y="3390518"/>
              <a:ext cx="52239" cy="52239"/>
            </a:xfrm>
            <a:custGeom>
              <a:avLst/>
              <a:gdLst/>
              <a:ahLst/>
              <a:cxnLst/>
              <a:rect l="l" t="t" r="r" b="b"/>
              <a:pathLst>
                <a:path w="1995" h="1995" extrusionOk="0">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63"/>
            <p:cNvSpPr/>
            <p:nvPr/>
          </p:nvSpPr>
          <p:spPr>
            <a:xfrm>
              <a:off x="2406406" y="3384993"/>
              <a:ext cx="87196" cy="63263"/>
            </a:xfrm>
            <a:custGeom>
              <a:avLst/>
              <a:gdLst/>
              <a:ahLst/>
              <a:cxnLst/>
              <a:rect l="l" t="t" r="r" b="b"/>
              <a:pathLst>
                <a:path w="3330" h="2416" extrusionOk="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63"/>
            <p:cNvSpPr/>
            <p:nvPr/>
          </p:nvSpPr>
          <p:spPr>
            <a:xfrm>
              <a:off x="2394675" y="3429062"/>
              <a:ext cx="45693" cy="41425"/>
            </a:xfrm>
            <a:custGeom>
              <a:avLst/>
              <a:gdLst/>
              <a:ahLst/>
              <a:cxnLst/>
              <a:rect l="l" t="t" r="r" b="b"/>
              <a:pathLst>
                <a:path w="1745" h="1582" extrusionOk="0">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63"/>
            <p:cNvSpPr/>
            <p:nvPr/>
          </p:nvSpPr>
          <p:spPr>
            <a:xfrm>
              <a:off x="2230050" y="3532598"/>
              <a:ext cx="201363" cy="89998"/>
            </a:xfrm>
            <a:custGeom>
              <a:avLst/>
              <a:gdLst/>
              <a:ahLst/>
              <a:cxnLst/>
              <a:rect l="l" t="t" r="r" b="b"/>
              <a:pathLst>
                <a:path w="7690" h="3437" extrusionOk="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63"/>
            <p:cNvSpPr/>
            <p:nvPr/>
          </p:nvSpPr>
          <p:spPr>
            <a:xfrm>
              <a:off x="2227746" y="3605523"/>
              <a:ext cx="90495" cy="41058"/>
            </a:xfrm>
            <a:custGeom>
              <a:avLst/>
              <a:gdLst/>
              <a:ahLst/>
              <a:cxnLst/>
              <a:rect l="l" t="t" r="r" b="b"/>
              <a:pathLst>
                <a:path w="3456" h="1568" extrusionOk="0">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63"/>
            <p:cNvSpPr/>
            <p:nvPr/>
          </p:nvSpPr>
          <p:spPr>
            <a:xfrm>
              <a:off x="2279252" y="3532598"/>
              <a:ext cx="93716" cy="74182"/>
            </a:xfrm>
            <a:custGeom>
              <a:avLst/>
              <a:gdLst/>
              <a:ahLst/>
              <a:cxnLst/>
              <a:rect l="l" t="t" r="r" b="b"/>
              <a:pathLst>
                <a:path w="3579" h="2833" extrusionOk="0">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1" name="Google Shape;11101;p63"/>
          <p:cNvGrpSpPr/>
          <p:nvPr/>
        </p:nvGrpSpPr>
        <p:grpSpPr>
          <a:xfrm>
            <a:off x="2196521" y="3667634"/>
            <a:ext cx="359232" cy="306050"/>
            <a:chOff x="2223059" y="3818172"/>
            <a:chExt cx="359232" cy="306050"/>
          </a:xfrm>
        </p:grpSpPr>
        <p:sp>
          <p:nvSpPr>
            <p:cNvPr id="11102" name="Google Shape;11102;p63"/>
            <p:cNvSpPr/>
            <p:nvPr/>
          </p:nvSpPr>
          <p:spPr>
            <a:xfrm>
              <a:off x="2271763" y="3818172"/>
              <a:ext cx="310528" cy="155146"/>
            </a:xfrm>
            <a:custGeom>
              <a:avLst/>
              <a:gdLst/>
              <a:ahLst/>
              <a:cxnLst/>
              <a:rect l="l" t="t" r="r" b="b"/>
              <a:pathLst>
                <a:path w="11859" h="5925" extrusionOk="0">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63"/>
            <p:cNvSpPr/>
            <p:nvPr/>
          </p:nvSpPr>
          <p:spPr>
            <a:xfrm>
              <a:off x="2326725" y="3862895"/>
              <a:ext cx="248339" cy="110422"/>
            </a:xfrm>
            <a:custGeom>
              <a:avLst/>
              <a:gdLst/>
              <a:ahLst/>
              <a:cxnLst/>
              <a:rect l="l" t="t" r="r" b="b"/>
              <a:pathLst>
                <a:path w="9484" h="4217" extrusionOk="0">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63"/>
            <p:cNvSpPr/>
            <p:nvPr/>
          </p:nvSpPr>
          <p:spPr>
            <a:xfrm>
              <a:off x="2343955" y="3877376"/>
              <a:ext cx="213853" cy="95942"/>
            </a:xfrm>
            <a:custGeom>
              <a:avLst/>
              <a:gdLst/>
              <a:ahLst/>
              <a:cxnLst/>
              <a:rect l="l" t="t" r="r" b="b"/>
              <a:pathLst>
                <a:path w="8167" h="3664" extrusionOk="0">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63"/>
            <p:cNvSpPr/>
            <p:nvPr/>
          </p:nvSpPr>
          <p:spPr>
            <a:xfrm>
              <a:off x="2470114" y="4050878"/>
              <a:ext cx="10762" cy="73344"/>
            </a:xfrm>
            <a:custGeom>
              <a:avLst/>
              <a:gdLst/>
              <a:ahLst/>
              <a:cxnLst/>
              <a:rect l="l" t="t" r="r" b="b"/>
              <a:pathLst>
                <a:path w="411" h="2801" extrusionOk="0">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63"/>
            <p:cNvSpPr/>
            <p:nvPr/>
          </p:nvSpPr>
          <p:spPr>
            <a:xfrm>
              <a:off x="2412114" y="3988426"/>
              <a:ext cx="118147" cy="72847"/>
            </a:xfrm>
            <a:custGeom>
              <a:avLst/>
              <a:gdLst/>
              <a:ahLst/>
              <a:cxnLst/>
              <a:rect l="l" t="t" r="r" b="b"/>
              <a:pathLst>
                <a:path w="4512" h="2782" extrusionOk="0">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63"/>
            <p:cNvSpPr/>
            <p:nvPr/>
          </p:nvSpPr>
          <p:spPr>
            <a:xfrm>
              <a:off x="2452623" y="4045248"/>
              <a:ext cx="45483" cy="24012"/>
            </a:xfrm>
            <a:custGeom>
              <a:avLst/>
              <a:gdLst/>
              <a:ahLst/>
              <a:cxnLst/>
              <a:rect l="l" t="t" r="r" b="b"/>
              <a:pathLst>
                <a:path w="1737" h="917" extrusionOk="0">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63"/>
            <p:cNvSpPr/>
            <p:nvPr/>
          </p:nvSpPr>
          <p:spPr>
            <a:xfrm>
              <a:off x="2491586" y="3993532"/>
              <a:ext cx="90469" cy="40508"/>
            </a:xfrm>
            <a:custGeom>
              <a:avLst/>
              <a:gdLst/>
              <a:ahLst/>
              <a:cxnLst/>
              <a:rect l="l" t="t" r="r" b="b"/>
              <a:pathLst>
                <a:path w="3455" h="1547" extrusionOk="0">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63"/>
            <p:cNvSpPr/>
            <p:nvPr/>
          </p:nvSpPr>
          <p:spPr>
            <a:xfrm>
              <a:off x="2223059" y="3971066"/>
              <a:ext cx="359232" cy="32993"/>
            </a:xfrm>
            <a:custGeom>
              <a:avLst/>
              <a:gdLst/>
              <a:ahLst/>
              <a:cxnLst/>
              <a:rect l="l" t="t" r="r" b="b"/>
              <a:pathLst>
                <a:path w="13719" h="1260" extrusionOk="0">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63"/>
            <p:cNvSpPr/>
            <p:nvPr/>
          </p:nvSpPr>
          <p:spPr>
            <a:xfrm>
              <a:off x="2461107" y="3933595"/>
              <a:ext cx="60723" cy="21760"/>
            </a:xfrm>
            <a:custGeom>
              <a:avLst/>
              <a:gdLst/>
              <a:ahLst/>
              <a:cxnLst/>
              <a:rect l="l" t="t" r="r" b="b"/>
              <a:pathLst>
                <a:path w="2319" h="831" extrusionOk="0">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1" name="Google Shape;11111;p63"/>
          <p:cNvGrpSpPr/>
          <p:nvPr/>
        </p:nvGrpSpPr>
        <p:grpSpPr>
          <a:xfrm>
            <a:off x="1699451" y="1841283"/>
            <a:ext cx="378426" cy="298509"/>
            <a:chOff x="1725989" y="1991820"/>
            <a:chExt cx="378426" cy="298509"/>
          </a:xfrm>
        </p:grpSpPr>
        <p:sp>
          <p:nvSpPr>
            <p:cNvPr id="11112" name="Google Shape;11112;p63"/>
            <p:cNvSpPr/>
            <p:nvPr/>
          </p:nvSpPr>
          <p:spPr>
            <a:xfrm>
              <a:off x="1803392" y="2021331"/>
              <a:ext cx="145143" cy="236346"/>
            </a:xfrm>
            <a:custGeom>
              <a:avLst/>
              <a:gdLst/>
              <a:ahLst/>
              <a:cxnLst/>
              <a:rect l="l" t="t" r="r" b="b"/>
              <a:pathLst>
                <a:path w="5543" h="9026" extrusionOk="0">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63"/>
            <p:cNvSpPr/>
            <p:nvPr/>
          </p:nvSpPr>
          <p:spPr>
            <a:xfrm>
              <a:off x="1948509" y="2155738"/>
              <a:ext cx="134669" cy="132679"/>
            </a:xfrm>
            <a:custGeom>
              <a:avLst/>
              <a:gdLst/>
              <a:ahLst/>
              <a:cxnLst/>
              <a:rect l="l" t="t" r="r" b="b"/>
              <a:pathLst>
                <a:path w="5143" h="5067" extrusionOk="0">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63"/>
            <p:cNvSpPr/>
            <p:nvPr/>
          </p:nvSpPr>
          <p:spPr>
            <a:xfrm>
              <a:off x="1814861" y="2034842"/>
              <a:ext cx="82980" cy="123619"/>
            </a:xfrm>
            <a:custGeom>
              <a:avLst/>
              <a:gdLst/>
              <a:ahLst/>
              <a:cxnLst/>
              <a:rect l="l" t="t" r="r" b="b"/>
              <a:pathLst>
                <a:path w="3169" h="4721" extrusionOk="0">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63"/>
            <p:cNvSpPr/>
            <p:nvPr/>
          </p:nvSpPr>
          <p:spPr>
            <a:xfrm>
              <a:off x="1967493" y="2155738"/>
              <a:ext cx="115685" cy="132679"/>
            </a:xfrm>
            <a:custGeom>
              <a:avLst/>
              <a:gdLst/>
              <a:ahLst/>
              <a:cxnLst/>
              <a:rect l="l" t="t" r="r" b="b"/>
              <a:pathLst>
                <a:path w="4418" h="5067" extrusionOk="0">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63"/>
            <p:cNvSpPr/>
            <p:nvPr/>
          </p:nvSpPr>
          <p:spPr>
            <a:xfrm>
              <a:off x="1969745" y="2000854"/>
              <a:ext cx="134669" cy="134460"/>
            </a:xfrm>
            <a:custGeom>
              <a:avLst/>
              <a:gdLst/>
              <a:ahLst/>
              <a:cxnLst/>
              <a:rect l="l" t="t" r="r" b="b"/>
              <a:pathLst>
                <a:path w="5143" h="5135" extrusionOk="0">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63"/>
            <p:cNvSpPr/>
            <p:nvPr/>
          </p:nvSpPr>
          <p:spPr>
            <a:xfrm>
              <a:off x="1969745" y="2014365"/>
              <a:ext cx="134669" cy="120922"/>
            </a:xfrm>
            <a:custGeom>
              <a:avLst/>
              <a:gdLst/>
              <a:ahLst/>
              <a:cxnLst/>
              <a:rect l="l" t="t" r="r" b="b"/>
              <a:pathLst>
                <a:path w="5143" h="4618" extrusionOk="0">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63"/>
            <p:cNvSpPr/>
            <p:nvPr/>
          </p:nvSpPr>
          <p:spPr>
            <a:xfrm>
              <a:off x="1860842" y="2155738"/>
              <a:ext cx="110684" cy="134591"/>
            </a:xfrm>
            <a:custGeom>
              <a:avLst/>
              <a:gdLst/>
              <a:ahLst/>
              <a:cxnLst/>
              <a:rect l="l" t="t" r="r" b="b"/>
              <a:pathLst>
                <a:path w="4227" h="5140" extrusionOk="0">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63"/>
            <p:cNvSpPr/>
            <p:nvPr/>
          </p:nvSpPr>
          <p:spPr>
            <a:xfrm>
              <a:off x="1860842" y="2252413"/>
              <a:ext cx="110684" cy="37916"/>
            </a:xfrm>
            <a:custGeom>
              <a:avLst/>
              <a:gdLst/>
              <a:ahLst/>
              <a:cxnLst/>
              <a:rect l="l" t="t" r="r" b="b"/>
              <a:pathLst>
                <a:path w="4227" h="1448" extrusionOk="0">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63"/>
            <p:cNvSpPr/>
            <p:nvPr/>
          </p:nvSpPr>
          <p:spPr>
            <a:xfrm>
              <a:off x="1725989" y="1991820"/>
              <a:ext cx="177089" cy="148966"/>
            </a:xfrm>
            <a:custGeom>
              <a:avLst/>
              <a:gdLst/>
              <a:ahLst/>
              <a:cxnLst/>
              <a:rect l="l" t="t" r="r" b="b"/>
              <a:pathLst>
                <a:path w="6763" h="5689" extrusionOk="0">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63"/>
            <p:cNvSpPr/>
            <p:nvPr/>
          </p:nvSpPr>
          <p:spPr>
            <a:xfrm>
              <a:off x="1798128" y="2039582"/>
              <a:ext cx="20529" cy="52737"/>
            </a:xfrm>
            <a:custGeom>
              <a:avLst/>
              <a:gdLst/>
              <a:ahLst/>
              <a:cxnLst/>
              <a:rect l="l" t="t" r="r" b="b"/>
              <a:pathLst>
                <a:path w="784" h="2014" extrusionOk="0">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63"/>
            <p:cNvSpPr/>
            <p:nvPr/>
          </p:nvSpPr>
          <p:spPr>
            <a:xfrm>
              <a:off x="1797893" y="2083808"/>
              <a:ext cx="31239" cy="10762"/>
            </a:xfrm>
            <a:custGeom>
              <a:avLst/>
              <a:gdLst/>
              <a:ahLst/>
              <a:cxnLst/>
              <a:rect l="l" t="t" r="r" b="b"/>
              <a:pathLst>
                <a:path w="1193" h="411" extrusionOk="0">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63"/>
            <p:cNvSpPr/>
            <p:nvPr/>
          </p:nvSpPr>
          <p:spPr>
            <a:xfrm>
              <a:off x="1800145" y="2023006"/>
              <a:ext cx="18513" cy="15868"/>
            </a:xfrm>
            <a:custGeom>
              <a:avLst/>
              <a:gdLst/>
              <a:ahLst/>
              <a:cxnLst/>
              <a:rect l="l" t="t" r="r" b="b"/>
              <a:pathLst>
                <a:path w="707" h="606" extrusionOk="0">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4" name="Google Shape;11124;p63"/>
          <p:cNvGrpSpPr/>
          <p:nvPr/>
        </p:nvGrpSpPr>
        <p:grpSpPr>
          <a:xfrm>
            <a:off x="1741871" y="3641213"/>
            <a:ext cx="367978" cy="359075"/>
            <a:chOff x="1768409" y="3791751"/>
            <a:chExt cx="367978" cy="359075"/>
          </a:xfrm>
        </p:grpSpPr>
        <p:sp>
          <p:nvSpPr>
            <p:cNvPr id="11125" name="Google Shape;11125;p63"/>
            <p:cNvSpPr/>
            <p:nvPr/>
          </p:nvSpPr>
          <p:spPr>
            <a:xfrm>
              <a:off x="1919784" y="3791751"/>
              <a:ext cx="216602" cy="216052"/>
            </a:xfrm>
            <a:custGeom>
              <a:avLst/>
              <a:gdLst/>
              <a:ahLst/>
              <a:cxnLst/>
              <a:rect l="l" t="t" r="r" b="b"/>
              <a:pathLst>
                <a:path w="8272" h="8251" extrusionOk="0">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63"/>
            <p:cNvSpPr/>
            <p:nvPr/>
          </p:nvSpPr>
          <p:spPr>
            <a:xfrm>
              <a:off x="1919784" y="3833673"/>
              <a:ext cx="173895" cy="173868"/>
            </a:xfrm>
            <a:custGeom>
              <a:avLst/>
              <a:gdLst/>
              <a:ahLst/>
              <a:cxnLst/>
              <a:rect l="l" t="t" r="r" b="b"/>
              <a:pathLst>
                <a:path w="6641" h="6640" extrusionOk="0">
                  <a:moveTo>
                    <a:pt x="3645" y="0"/>
                  </a:moveTo>
                  <a:lnTo>
                    <a:pt x="1" y="3654"/>
                  </a:lnTo>
                  <a:lnTo>
                    <a:pt x="2996" y="6640"/>
                  </a:lnTo>
                  <a:lnTo>
                    <a:pt x="6641" y="2996"/>
                  </a:lnTo>
                  <a:lnTo>
                    <a:pt x="3645"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63"/>
            <p:cNvSpPr/>
            <p:nvPr/>
          </p:nvSpPr>
          <p:spPr>
            <a:xfrm>
              <a:off x="2048195" y="3831735"/>
              <a:ext cx="16994" cy="15894"/>
            </a:xfrm>
            <a:custGeom>
              <a:avLst/>
              <a:gdLst/>
              <a:ahLst/>
              <a:cxnLst/>
              <a:rect l="l" t="t" r="r" b="b"/>
              <a:pathLst>
                <a:path w="649" h="607" extrusionOk="0">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63"/>
            <p:cNvSpPr/>
            <p:nvPr/>
          </p:nvSpPr>
          <p:spPr>
            <a:xfrm>
              <a:off x="2079172" y="3862712"/>
              <a:ext cx="16994" cy="15868"/>
            </a:xfrm>
            <a:custGeom>
              <a:avLst/>
              <a:gdLst/>
              <a:ahLst/>
              <a:cxnLst/>
              <a:rect l="l" t="t" r="r" b="b"/>
              <a:pathLst>
                <a:path w="649" h="606" extrusionOk="0">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63"/>
            <p:cNvSpPr/>
            <p:nvPr/>
          </p:nvSpPr>
          <p:spPr>
            <a:xfrm>
              <a:off x="1768409" y="3834982"/>
              <a:ext cx="324511" cy="315843"/>
            </a:xfrm>
            <a:custGeom>
              <a:avLst/>
              <a:gdLst/>
              <a:ahLst/>
              <a:cxnLst/>
              <a:rect l="l" t="t" r="r" b="b"/>
              <a:pathLst>
                <a:path w="12393" h="12062" extrusionOk="0">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63"/>
            <p:cNvSpPr/>
            <p:nvPr/>
          </p:nvSpPr>
          <p:spPr>
            <a:xfrm>
              <a:off x="1864900" y="3952762"/>
              <a:ext cx="106835" cy="103064"/>
            </a:xfrm>
            <a:custGeom>
              <a:avLst/>
              <a:gdLst/>
              <a:ahLst/>
              <a:cxnLst/>
              <a:rect l="l" t="t" r="r" b="b"/>
              <a:pathLst>
                <a:path w="4080" h="3936" extrusionOk="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63"/>
            <p:cNvSpPr/>
            <p:nvPr/>
          </p:nvSpPr>
          <p:spPr>
            <a:xfrm>
              <a:off x="1773907" y="3934826"/>
              <a:ext cx="319012" cy="216000"/>
            </a:xfrm>
            <a:custGeom>
              <a:avLst/>
              <a:gdLst/>
              <a:ahLst/>
              <a:cxnLst/>
              <a:rect l="l" t="t" r="r" b="b"/>
              <a:pathLst>
                <a:path w="12183" h="8249" extrusionOk="0">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63"/>
            <p:cNvSpPr/>
            <p:nvPr/>
          </p:nvSpPr>
          <p:spPr>
            <a:xfrm>
              <a:off x="1916197" y="3992485"/>
              <a:ext cx="70176" cy="30558"/>
            </a:xfrm>
            <a:custGeom>
              <a:avLst/>
              <a:gdLst/>
              <a:ahLst/>
              <a:cxnLst/>
              <a:rect l="l" t="t" r="r" b="b"/>
              <a:pathLst>
                <a:path w="2680" h="1167" extrusionOk="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63"/>
            <p:cNvSpPr/>
            <p:nvPr/>
          </p:nvSpPr>
          <p:spPr>
            <a:xfrm>
              <a:off x="1879328" y="3957607"/>
              <a:ext cx="44096" cy="67924"/>
            </a:xfrm>
            <a:custGeom>
              <a:avLst/>
              <a:gdLst/>
              <a:ahLst/>
              <a:cxnLst/>
              <a:rect l="l" t="t" r="r" b="b"/>
              <a:pathLst>
                <a:path w="1684" h="2594" extrusionOk="0">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63"/>
            <p:cNvSpPr/>
            <p:nvPr/>
          </p:nvSpPr>
          <p:spPr>
            <a:xfrm>
              <a:off x="1858092" y="4036266"/>
              <a:ext cx="28489" cy="28254"/>
            </a:xfrm>
            <a:custGeom>
              <a:avLst/>
              <a:gdLst/>
              <a:ahLst/>
              <a:cxnLst/>
              <a:rect l="l" t="t" r="r" b="b"/>
              <a:pathLst>
                <a:path w="1088" h="1079" extrusionOk="0">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63"/>
            <p:cNvSpPr/>
            <p:nvPr/>
          </p:nvSpPr>
          <p:spPr>
            <a:xfrm>
              <a:off x="1953275" y="3946818"/>
              <a:ext cx="22755" cy="22519"/>
            </a:xfrm>
            <a:custGeom>
              <a:avLst/>
              <a:gdLst/>
              <a:ahLst/>
              <a:cxnLst/>
              <a:rect l="l" t="t" r="r" b="b"/>
              <a:pathLst>
                <a:path w="869" h="860" extrusionOk="0">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63"/>
            <p:cNvSpPr/>
            <p:nvPr/>
          </p:nvSpPr>
          <p:spPr>
            <a:xfrm>
              <a:off x="1966760" y="3989552"/>
              <a:ext cx="22755" cy="22755"/>
            </a:xfrm>
            <a:custGeom>
              <a:avLst/>
              <a:gdLst/>
              <a:ahLst/>
              <a:cxnLst/>
              <a:rect l="l" t="t" r="r" b="b"/>
              <a:pathLst>
                <a:path w="869" h="869" extrusionOk="0">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63"/>
            <p:cNvSpPr/>
            <p:nvPr/>
          </p:nvSpPr>
          <p:spPr>
            <a:xfrm>
              <a:off x="1904806" y="3951060"/>
              <a:ext cx="22493" cy="22781"/>
            </a:xfrm>
            <a:custGeom>
              <a:avLst/>
              <a:gdLst/>
              <a:ahLst/>
              <a:cxnLst/>
              <a:rect l="l" t="t" r="r" b="b"/>
              <a:pathLst>
                <a:path w="859" h="870" extrusionOk="0">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8" name="Google Shape;11138;p63"/>
          <p:cNvGrpSpPr/>
          <p:nvPr/>
        </p:nvGrpSpPr>
        <p:grpSpPr>
          <a:xfrm>
            <a:off x="2642426" y="3640768"/>
            <a:ext cx="358735" cy="359311"/>
            <a:chOff x="2668963" y="3791306"/>
            <a:chExt cx="358735" cy="359311"/>
          </a:xfrm>
        </p:grpSpPr>
        <p:sp>
          <p:nvSpPr>
            <p:cNvPr id="11139" name="Google Shape;11139;p63"/>
            <p:cNvSpPr/>
            <p:nvPr/>
          </p:nvSpPr>
          <p:spPr>
            <a:xfrm>
              <a:off x="2854065" y="4004268"/>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63"/>
            <p:cNvSpPr/>
            <p:nvPr/>
          </p:nvSpPr>
          <p:spPr>
            <a:xfrm>
              <a:off x="2879045" y="402924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63"/>
            <p:cNvSpPr/>
            <p:nvPr/>
          </p:nvSpPr>
          <p:spPr>
            <a:xfrm>
              <a:off x="2904026" y="405422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63"/>
            <p:cNvSpPr/>
            <p:nvPr/>
          </p:nvSpPr>
          <p:spPr>
            <a:xfrm>
              <a:off x="2829320" y="4006415"/>
              <a:ext cx="153156" cy="143913"/>
            </a:xfrm>
            <a:custGeom>
              <a:avLst/>
              <a:gdLst/>
              <a:ahLst/>
              <a:cxnLst/>
              <a:rect l="l" t="t" r="r" b="b"/>
              <a:pathLst>
                <a:path w="5849" h="5496" extrusionOk="0">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63"/>
            <p:cNvSpPr/>
            <p:nvPr/>
          </p:nvSpPr>
          <p:spPr>
            <a:xfrm>
              <a:off x="2917511" y="3991857"/>
              <a:ext cx="24745" cy="23697"/>
            </a:xfrm>
            <a:custGeom>
              <a:avLst/>
              <a:gdLst/>
              <a:ahLst/>
              <a:cxnLst/>
              <a:rect l="l" t="t" r="r" b="b"/>
              <a:pathLst>
                <a:path w="945" h="905" extrusionOk="0">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63"/>
            <p:cNvSpPr/>
            <p:nvPr/>
          </p:nvSpPr>
          <p:spPr>
            <a:xfrm>
              <a:off x="2942492" y="4016837"/>
              <a:ext cx="24745" cy="23619"/>
            </a:xfrm>
            <a:custGeom>
              <a:avLst/>
              <a:gdLst/>
              <a:ahLst/>
              <a:cxnLst/>
              <a:rect l="l" t="t" r="r" b="b"/>
              <a:pathLst>
                <a:path w="945" h="902" extrusionOk="0">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63"/>
            <p:cNvSpPr/>
            <p:nvPr/>
          </p:nvSpPr>
          <p:spPr>
            <a:xfrm>
              <a:off x="2967210" y="4041818"/>
              <a:ext cx="24771" cy="23619"/>
            </a:xfrm>
            <a:custGeom>
              <a:avLst/>
              <a:gdLst/>
              <a:ahLst/>
              <a:cxnLst/>
              <a:rect l="l" t="t" r="r" b="b"/>
              <a:pathLst>
                <a:path w="946" h="902" extrusionOk="0">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63"/>
            <p:cNvSpPr/>
            <p:nvPr/>
          </p:nvSpPr>
          <p:spPr>
            <a:xfrm>
              <a:off x="2704496" y="3827467"/>
              <a:ext cx="68395" cy="64179"/>
            </a:xfrm>
            <a:custGeom>
              <a:avLst/>
              <a:gdLst/>
              <a:ahLst/>
              <a:cxnLst/>
              <a:rect l="l" t="t" r="r" b="b"/>
              <a:pathLst>
                <a:path w="2612" h="2451" extrusionOk="0">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63"/>
            <p:cNvSpPr/>
            <p:nvPr/>
          </p:nvSpPr>
          <p:spPr>
            <a:xfrm>
              <a:off x="2671005" y="3882927"/>
              <a:ext cx="87641" cy="31448"/>
            </a:xfrm>
            <a:custGeom>
              <a:avLst/>
              <a:gdLst/>
              <a:ahLst/>
              <a:cxnLst/>
              <a:rect l="l" t="t" r="r" b="b"/>
              <a:pathLst>
                <a:path w="3347" h="1201" extrusionOk="0">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63"/>
            <p:cNvSpPr/>
            <p:nvPr/>
          </p:nvSpPr>
          <p:spPr>
            <a:xfrm>
              <a:off x="2668963" y="3926394"/>
              <a:ext cx="86934" cy="32941"/>
            </a:xfrm>
            <a:custGeom>
              <a:avLst/>
              <a:gdLst/>
              <a:ahLst/>
              <a:cxnLst/>
              <a:rect l="l" t="t" r="r" b="b"/>
              <a:pathLst>
                <a:path w="3320" h="1258" extrusionOk="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63"/>
            <p:cNvSpPr/>
            <p:nvPr/>
          </p:nvSpPr>
          <p:spPr>
            <a:xfrm>
              <a:off x="2761422" y="3794081"/>
              <a:ext cx="33203" cy="83085"/>
            </a:xfrm>
            <a:custGeom>
              <a:avLst/>
              <a:gdLst/>
              <a:ahLst/>
              <a:cxnLst/>
              <a:rect l="l" t="t" r="r" b="b"/>
              <a:pathLst>
                <a:path w="1268" h="3173" extrusionOk="0">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63"/>
            <p:cNvSpPr/>
            <p:nvPr/>
          </p:nvSpPr>
          <p:spPr>
            <a:xfrm>
              <a:off x="2805099" y="3791306"/>
              <a:ext cx="34774" cy="82849"/>
            </a:xfrm>
            <a:custGeom>
              <a:avLst/>
              <a:gdLst/>
              <a:ahLst/>
              <a:cxnLst/>
              <a:rect l="l" t="t" r="r" b="b"/>
              <a:pathLst>
                <a:path w="1328" h="3164" extrusionOk="0">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63"/>
            <p:cNvSpPr/>
            <p:nvPr/>
          </p:nvSpPr>
          <p:spPr>
            <a:xfrm>
              <a:off x="2757128" y="3882220"/>
              <a:ext cx="261064" cy="259729"/>
            </a:xfrm>
            <a:custGeom>
              <a:avLst/>
              <a:gdLst/>
              <a:ahLst/>
              <a:cxnLst/>
              <a:rect l="l" t="t" r="r" b="b"/>
              <a:pathLst>
                <a:path w="9970" h="9919" extrusionOk="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63"/>
            <p:cNvSpPr/>
            <p:nvPr/>
          </p:nvSpPr>
          <p:spPr>
            <a:xfrm>
              <a:off x="2757128" y="3881880"/>
              <a:ext cx="91700" cy="90207"/>
            </a:xfrm>
            <a:custGeom>
              <a:avLst/>
              <a:gdLst/>
              <a:ahLst/>
              <a:cxnLst/>
              <a:rect l="l" t="t" r="r" b="b"/>
              <a:pathLst>
                <a:path w="3502" h="3445" extrusionOk="0">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63"/>
            <p:cNvSpPr/>
            <p:nvPr/>
          </p:nvSpPr>
          <p:spPr>
            <a:xfrm>
              <a:off x="2757128" y="3881984"/>
              <a:ext cx="85206" cy="83844"/>
            </a:xfrm>
            <a:custGeom>
              <a:avLst/>
              <a:gdLst/>
              <a:ahLst/>
              <a:cxnLst/>
              <a:rect l="l" t="t" r="r" b="b"/>
              <a:pathLst>
                <a:path w="3254" h="3202" extrusionOk="0">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63"/>
            <p:cNvSpPr/>
            <p:nvPr/>
          </p:nvSpPr>
          <p:spPr>
            <a:xfrm>
              <a:off x="2992950" y="4116995"/>
              <a:ext cx="34747" cy="33622"/>
            </a:xfrm>
            <a:custGeom>
              <a:avLst/>
              <a:gdLst/>
              <a:ahLst/>
              <a:cxnLst/>
              <a:rect l="l" t="t" r="r" b="b"/>
              <a:pathLst>
                <a:path w="1327" h="1284" extrusionOk="0">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5" name="Google Shape;11155;p63"/>
          <p:cNvGrpSpPr/>
          <p:nvPr/>
        </p:nvGrpSpPr>
        <p:grpSpPr>
          <a:xfrm>
            <a:off x="823144" y="1844660"/>
            <a:ext cx="363893" cy="291727"/>
            <a:chOff x="849682" y="1995198"/>
            <a:chExt cx="363893" cy="291727"/>
          </a:xfrm>
        </p:grpSpPr>
        <p:sp>
          <p:nvSpPr>
            <p:cNvPr id="11156" name="Google Shape;11156;p63"/>
            <p:cNvSpPr/>
            <p:nvPr/>
          </p:nvSpPr>
          <p:spPr>
            <a:xfrm>
              <a:off x="907838" y="2131517"/>
              <a:ext cx="247579" cy="155408"/>
            </a:xfrm>
            <a:custGeom>
              <a:avLst/>
              <a:gdLst/>
              <a:ahLst/>
              <a:cxnLst/>
              <a:rect l="l" t="t" r="r" b="b"/>
              <a:pathLst>
                <a:path w="9455" h="5935" extrusionOk="0">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63"/>
            <p:cNvSpPr/>
            <p:nvPr/>
          </p:nvSpPr>
          <p:spPr>
            <a:xfrm>
              <a:off x="1140414" y="2131517"/>
              <a:ext cx="15004" cy="136424"/>
            </a:xfrm>
            <a:custGeom>
              <a:avLst/>
              <a:gdLst/>
              <a:ahLst/>
              <a:cxnLst/>
              <a:rect l="l" t="t" r="r" b="b"/>
              <a:pathLst>
                <a:path w="573" h="5210" extrusionOk="0">
                  <a:moveTo>
                    <a:pt x="0" y="0"/>
                  </a:moveTo>
                  <a:lnTo>
                    <a:pt x="0" y="5209"/>
                  </a:lnTo>
                  <a:cubicBezTo>
                    <a:pt x="363" y="5009"/>
                    <a:pt x="572" y="4780"/>
                    <a:pt x="572" y="4541"/>
                  </a:cubicBezTo>
                  <a:lnTo>
                    <a:pt x="57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63"/>
            <p:cNvSpPr/>
            <p:nvPr/>
          </p:nvSpPr>
          <p:spPr>
            <a:xfrm>
              <a:off x="1026483" y="2148511"/>
              <a:ext cx="10526" cy="138414"/>
            </a:xfrm>
            <a:custGeom>
              <a:avLst/>
              <a:gdLst/>
              <a:ahLst/>
              <a:cxnLst/>
              <a:rect l="l" t="t" r="r" b="b"/>
              <a:pathLst>
                <a:path w="402" h="5286" extrusionOk="0">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63"/>
            <p:cNvSpPr/>
            <p:nvPr/>
          </p:nvSpPr>
          <p:spPr>
            <a:xfrm>
              <a:off x="945047" y="2148511"/>
              <a:ext cx="10526" cy="68212"/>
            </a:xfrm>
            <a:custGeom>
              <a:avLst/>
              <a:gdLst/>
              <a:ahLst/>
              <a:cxnLst/>
              <a:rect l="l" t="t" r="r" b="b"/>
              <a:pathLst>
                <a:path w="402" h="2605" extrusionOk="0">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63"/>
            <p:cNvSpPr/>
            <p:nvPr/>
          </p:nvSpPr>
          <p:spPr>
            <a:xfrm>
              <a:off x="945309" y="2228192"/>
              <a:ext cx="10526" cy="50982"/>
            </a:xfrm>
            <a:custGeom>
              <a:avLst/>
              <a:gdLst/>
              <a:ahLst/>
              <a:cxnLst/>
              <a:rect l="l" t="t" r="r" b="b"/>
              <a:pathLst>
                <a:path w="402" h="1947" extrusionOk="0">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63"/>
            <p:cNvSpPr/>
            <p:nvPr/>
          </p:nvSpPr>
          <p:spPr>
            <a:xfrm>
              <a:off x="1107682" y="2148511"/>
              <a:ext cx="10762" cy="130663"/>
            </a:xfrm>
            <a:custGeom>
              <a:avLst/>
              <a:gdLst/>
              <a:ahLst/>
              <a:cxnLst/>
              <a:rect l="l" t="t" r="r" b="b"/>
              <a:pathLst>
                <a:path w="411" h="4990" extrusionOk="0">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63"/>
            <p:cNvSpPr/>
            <p:nvPr/>
          </p:nvSpPr>
          <p:spPr>
            <a:xfrm>
              <a:off x="907838" y="2122274"/>
              <a:ext cx="247579" cy="59230"/>
            </a:xfrm>
            <a:custGeom>
              <a:avLst/>
              <a:gdLst/>
              <a:ahLst/>
              <a:cxnLst/>
              <a:rect l="l" t="t" r="r" b="b"/>
              <a:pathLst>
                <a:path w="9455" h="2262" extrusionOk="0">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63"/>
            <p:cNvSpPr/>
            <p:nvPr/>
          </p:nvSpPr>
          <p:spPr>
            <a:xfrm>
              <a:off x="1140414" y="2122012"/>
              <a:ext cx="15004" cy="40508"/>
            </a:xfrm>
            <a:custGeom>
              <a:avLst/>
              <a:gdLst/>
              <a:ahLst/>
              <a:cxnLst/>
              <a:rect l="l" t="t" r="r" b="b"/>
              <a:pathLst>
                <a:path w="573" h="1547" extrusionOk="0">
                  <a:moveTo>
                    <a:pt x="0" y="1"/>
                  </a:moveTo>
                  <a:lnTo>
                    <a:pt x="0" y="10"/>
                  </a:lnTo>
                  <a:lnTo>
                    <a:pt x="0" y="1546"/>
                  </a:lnTo>
                  <a:cubicBezTo>
                    <a:pt x="363" y="1346"/>
                    <a:pt x="572" y="1117"/>
                    <a:pt x="572" y="878"/>
                  </a:cubicBezTo>
                  <a:lnTo>
                    <a:pt x="572" y="1"/>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63"/>
            <p:cNvSpPr/>
            <p:nvPr/>
          </p:nvSpPr>
          <p:spPr>
            <a:xfrm>
              <a:off x="907838" y="2085798"/>
              <a:ext cx="247579" cy="72716"/>
            </a:xfrm>
            <a:custGeom>
              <a:avLst/>
              <a:gdLst/>
              <a:ahLst/>
              <a:cxnLst/>
              <a:rect l="l" t="t" r="r" b="b"/>
              <a:pathLst>
                <a:path w="9455" h="2777" extrusionOk="0">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63"/>
            <p:cNvSpPr/>
            <p:nvPr/>
          </p:nvSpPr>
          <p:spPr>
            <a:xfrm>
              <a:off x="1012264" y="2085798"/>
              <a:ext cx="143153" cy="72716"/>
            </a:xfrm>
            <a:custGeom>
              <a:avLst/>
              <a:gdLst/>
              <a:ahLst/>
              <a:cxnLst/>
              <a:rect l="l" t="t" r="r" b="b"/>
              <a:pathLst>
                <a:path w="5467" h="2777" extrusionOk="0">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63"/>
            <p:cNvSpPr/>
            <p:nvPr/>
          </p:nvSpPr>
          <p:spPr>
            <a:xfrm>
              <a:off x="1049971" y="1995198"/>
              <a:ext cx="123750" cy="119613"/>
            </a:xfrm>
            <a:custGeom>
              <a:avLst/>
              <a:gdLst/>
              <a:ahLst/>
              <a:cxnLst/>
              <a:rect l="l" t="t" r="r" b="b"/>
              <a:pathLst>
                <a:path w="4726" h="4568" extrusionOk="0">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63"/>
            <p:cNvSpPr/>
            <p:nvPr/>
          </p:nvSpPr>
          <p:spPr>
            <a:xfrm>
              <a:off x="1044734" y="2103525"/>
              <a:ext cx="18513" cy="18775"/>
            </a:xfrm>
            <a:custGeom>
              <a:avLst/>
              <a:gdLst/>
              <a:ahLst/>
              <a:cxnLst/>
              <a:rect l="l" t="t" r="r" b="b"/>
              <a:pathLst>
                <a:path w="707" h="717" extrusionOk="0">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63"/>
            <p:cNvSpPr/>
            <p:nvPr/>
          </p:nvSpPr>
          <p:spPr>
            <a:xfrm>
              <a:off x="889509" y="1995224"/>
              <a:ext cx="123776" cy="119587"/>
            </a:xfrm>
            <a:custGeom>
              <a:avLst/>
              <a:gdLst/>
              <a:ahLst/>
              <a:cxnLst/>
              <a:rect l="l" t="t" r="r" b="b"/>
              <a:pathLst>
                <a:path w="4727" h="4567" extrusionOk="0">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63"/>
            <p:cNvSpPr/>
            <p:nvPr/>
          </p:nvSpPr>
          <p:spPr>
            <a:xfrm>
              <a:off x="1000010" y="2103525"/>
              <a:ext cx="18775" cy="18775"/>
            </a:xfrm>
            <a:custGeom>
              <a:avLst/>
              <a:gdLst/>
              <a:ahLst/>
              <a:cxnLst/>
              <a:rect l="l" t="t" r="r" b="b"/>
              <a:pathLst>
                <a:path w="717" h="717" extrusionOk="0">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63"/>
            <p:cNvSpPr/>
            <p:nvPr/>
          </p:nvSpPr>
          <p:spPr>
            <a:xfrm>
              <a:off x="883984" y="2035811"/>
              <a:ext cx="42603" cy="55250"/>
            </a:xfrm>
            <a:custGeom>
              <a:avLst/>
              <a:gdLst/>
              <a:ahLst/>
              <a:cxnLst/>
              <a:rect l="l" t="t" r="r" b="b"/>
              <a:pathLst>
                <a:path w="1627" h="2110" extrusionOk="0">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63"/>
            <p:cNvSpPr/>
            <p:nvPr/>
          </p:nvSpPr>
          <p:spPr>
            <a:xfrm>
              <a:off x="849682" y="2076083"/>
              <a:ext cx="61090" cy="29720"/>
            </a:xfrm>
            <a:custGeom>
              <a:avLst/>
              <a:gdLst/>
              <a:ahLst/>
              <a:cxnLst/>
              <a:rect l="l" t="t" r="r" b="b"/>
              <a:pathLst>
                <a:path w="2333" h="1135" extrusionOk="0">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63"/>
            <p:cNvSpPr/>
            <p:nvPr/>
          </p:nvSpPr>
          <p:spPr>
            <a:xfrm>
              <a:off x="1136643" y="2035811"/>
              <a:ext cx="42629" cy="55250"/>
            </a:xfrm>
            <a:custGeom>
              <a:avLst/>
              <a:gdLst/>
              <a:ahLst/>
              <a:cxnLst/>
              <a:rect l="l" t="t" r="r" b="b"/>
              <a:pathLst>
                <a:path w="1628" h="2110" extrusionOk="0">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63"/>
            <p:cNvSpPr/>
            <p:nvPr/>
          </p:nvSpPr>
          <p:spPr>
            <a:xfrm>
              <a:off x="1152406" y="2076083"/>
              <a:ext cx="61168" cy="29720"/>
            </a:xfrm>
            <a:custGeom>
              <a:avLst/>
              <a:gdLst/>
              <a:ahLst/>
              <a:cxnLst/>
              <a:rect l="l" t="t" r="r" b="b"/>
              <a:pathLst>
                <a:path w="2336" h="1135" extrusionOk="0">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4" name="Google Shape;11174;p63"/>
          <p:cNvGrpSpPr/>
          <p:nvPr/>
        </p:nvGrpSpPr>
        <p:grpSpPr>
          <a:xfrm>
            <a:off x="3038893" y="1839528"/>
            <a:ext cx="378190" cy="302044"/>
            <a:chOff x="3065430" y="1990066"/>
            <a:chExt cx="378190" cy="302044"/>
          </a:xfrm>
        </p:grpSpPr>
        <p:sp>
          <p:nvSpPr>
            <p:cNvPr id="11175" name="Google Shape;11175;p63"/>
            <p:cNvSpPr/>
            <p:nvPr/>
          </p:nvSpPr>
          <p:spPr>
            <a:xfrm>
              <a:off x="3216282" y="2149742"/>
              <a:ext cx="67714" cy="67741"/>
            </a:xfrm>
            <a:custGeom>
              <a:avLst/>
              <a:gdLst/>
              <a:ahLst/>
              <a:cxnLst/>
              <a:rect l="l" t="t" r="r" b="b"/>
              <a:pathLst>
                <a:path w="2586" h="2587" extrusionOk="0">
                  <a:moveTo>
                    <a:pt x="1946" y="1"/>
                  </a:moveTo>
                  <a:lnTo>
                    <a:pt x="0" y="1947"/>
                  </a:lnTo>
                  <a:lnTo>
                    <a:pt x="639" y="2586"/>
                  </a:lnTo>
                  <a:lnTo>
                    <a:pt x="2585" y="640"/>
                  </a:lnTo>
                  <a:lnTo>
                    <a:pt x="1946"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63"/>
            <p:cNvSpPr/>
            <p:nvPr/>
          </p:nvSpPr>
          <p:spPr>
            <a:xfrm>
              <a:off x="3216282" y="2180483"/>
              <a:ext cx="36973" cy="36999"/>
            </a:xfrm>
            <a:custGeom>
              <a:avLst/>
              <a:gdLst/>
              <a:ahLst/>
              <a:cxnLst/>
              <a:rect l="l" t="t" r="r" b="b"/>
              <a:pathLst>
                <a:path w="1412" h="1413" extrusionOk="0">
                  <a:moveTo>
                    <a:pt x="773" y="0"/>
                  </a:moveTo>
                  <a:lnTo>
                    <a:pt x="0" y="773"/>
                  </a:lnTo>
                  <a:lnTo>
                    <a:pt x="639" y="1412"/>
                  </a:lnTo>
                  <a:lnTo>
                    <a:pt x="1412" y="639"/>
                  </a:lnTo>
                  <a:lnTo>
                    <a:pt x="773"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63"/>
            <p:cNvSpPr/>
            <p:nvPr/>
          </p:nvSpPr>
          <p:spPr>
            <a:xfrm>
              <a:off x="3141079" y="2188103"/>
              <a:ext cx="104949" cy="104007"/>
            </a:xfrm>
            <a:custGeom>
              <a:avLst/>
              <a:gdLst/>
              <a:ahLst/>
              <a:cxnLst/>
              <a:rect l="l" t="t" r="r" b="b"/>
              <a:pathLst>
                <a:path w="4008" h="3972" extrusionOk="0">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63"/>
            <p:cNvSpPr/>
            <p:nvPr/>
          </p:nvSpPr>
          <p:spPr>
            <a:xfrm>
              <a:off x="3235999" y="1990118"/>
              <a:ext cx="207621" cy="207621"/>
            </a:xfrm>
            <a:custGeom>
              <a:avLst/>
              <a:gdLst/>
              <a:ahLst/>
              <a:cxnLst/>
              <a:rect l="l" t="t" r="r" b="b"/>
              <a:pathLst>
                <a:path w="7929" h="7929" extrusionOk="0">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63"/>
            <p:cNvSpPr/>
            <p:nvPr/>
          </p:nvSpPr>
          <p:spPr>
            <a:xfrm>
              <a:off x="3226023" y="1990066"/>
              <a:ext cx="192119" cy="181933"/>
            </a:xfrm>
            <a:custGeom>
              <a:avLst/>
              <a:gdLst/>
              <a:ahLst/>
              <a:cxnLst/>
              <a:rect l="l" t="t" r="r" b="b"/>
              <a:pathLst>
                <a:path w="7337" h="6948" extrusionOk="0">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63"/>
            <p:cNvSpPr/>
            <p:nvPr/>
          </p:nvSpPr>
          <p:spPr>
            <a:xfrm>
              <a:off x="3252234" y="2013816"/>
              <a:ext cx="167401" cy="159938"/>
            </a:xfrm>
            <a:custGeom>
              <a:avLst/>
              <a:gdLst/>
              <a:ahLst/>
              <a:cxnLst/>
              <a:rect l="l" t="t" r="r" b="b"/>
              <a:pathLst>
                <a:path w="6393" h="6108" extrusionOk="0">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63"/>
            <p:cNvSpPr/>
            <p:nvPr/>
          </p:nvSpPr>
          <p:spPr>
            <a:xfrm>
              <a:off x="3275722" y="2029605"/>
              <a:ext cx="153654" cy="144175"/>
            </a:xfrm>
            <a:custGeom>
              <a:avLst/>
              <a:gdLst/>
              <a:ahLst/>
              <a:cxnLst/>
              <a:rect l="l" t="t" r="r" b="b"/>
              <a:pathLst>
                <a:path w="5868" h="5506" extrusionOk="0">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63"/>
            <p:cNvSpPr/>
            <p:nvPr/>
          </p:nvSpPr>
          <p:spPr>
            <a:xfrm>
              <a:off x="3065430" y="1990066"/>
              <a:ext cx="177587" cy="149464"/>
            </a:xfrm>
            <a:custGeom>
              <a:avLst/>
              <a:gdLst/>
              <a:ahLst/>
              <a:cxnLst/>
              <a:rect l="l" t="t" r="r" b="b"/>
              <a:pathLst>
                <a:path w="6782" h="5708" extrusionOk="0">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63"/>
            <p:cNvSpPr/>
            <p:nvPr/>
          </p:nvSpPr>
          <p:spPr>
            <a:xfrm>
              <a:off x="3137832" y="2038089"/>
              <a:ext cx="20503" cy="52972"/>
            </a:xfrm>
            <a:custGeom>
              <a:avLst/>
              <a:gdLst/>
              <a:ahLst/>
              <a:cxnLst/>
              <a:rect l="l" t="t" r="r" b="b"/>
              <a:pathLst>
                <a:path w="783" h="2023" extrusionOk="0">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63"/>
            <p:cNvSpPr/>
            <p:nvPr/>
          </p:nvSpPr>
          <p:spPr>
            <a:xfrm>
              <a:off x="3137334" y="2082525"/>
              <a:ext cx="32338" cy="10814"/>
            </a:xfrm>
            <a:custGeom>
              <a:avLst/>
              <a:gdLst/>
              <a:ahLst/>
              <a:cxnLst/>
              <a:rect l="l" t="t" r="r" b="b"/>
              <a:pathLst>
                <a:path w="1235" h="413" extrusionOk="0">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63"/>
            <p:cNvSpPr/>
            <p:nvPr/>
          </p:nvSpPr>
          <p:spPr>
            <a:xfrm>
              <a:off x="3139822" y="2021488"/>
              <a:ext cx="18513" cy="15868"/>
            </a:xfrm>
            <a:custGeom>
              <a:avLst/>
              <a:gdLst/>
              <a:ahLst/>
              <a:cxnLst/>
              <a:rect l="l" t="t" r="r" b="b"/>
              <a:pathLst>
                <a:path w="707" h="606" extrusionOk="0">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6" name="Google Shape;11186;p63"/>
          <p:cNvGrpSpPr/>
          <p:nvPr/>
        </p:nvGrpSpPr>
        <p:grpSpPr>
          <a:xfrm>
            <a:off x="3541697" y="3640873"/>
            <a:ext cx="347501" cy="359284"/>
            <a:chOff x="3568234" y="3791410"/>
            <a:chExt cx="347501" cy="359284"/>
          </a:xfrm>
        </p:grpSpPr>
        <p:sp>
          <p:nvSpPr>
            <p:cNvPr id="11187" name="Google Shape;11187;p63"/>
            <p:cNvSpPr/>
            <p:nvPr/>
          </p:nvSpPr>
          <p:spPr>
            <a:xfrm>
              <a:off x="3657682" y="3791410"/>
              <a:ext cx="151899" cy="160750"/>
            </a:xfrm>
            <a:custGeom>
              <a:avLst/>
              <a:gdLst/>
              <a:ahLst/>
              <a:cxnLst/>
              <a:rect l="l" t="t" r="r" b="b"/>
              <a:pathLst>
                <a:path w="5801" h="6139" extrusionOk="0">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63"/>
            <p:cNvSpPr/>
            <p:nvPr/>
          </p:nvSpPr>
          <p:spPr>
            <a:xfrm>
              <a:off x="3727858" y="3822413"/>
              <a:ext cx="48992" cy="48992"/>
            </a:xfrm>
            <a:custGeom>
              <a:avLst/>
              <a:gdLst/>
              <a:ahLst/>
              <a:cxnLst/>
              <a:rect l="l" t="t" r="r" b="b"/>
              <a:pathLst>
                <a:path w="1871" h="1871" extrusionOk="0">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63"/>
            <p:cNvSpPr/>
            <p:nvPr/>
          </p:nvSpPr>
          <p:spPr>
            <a:xfrm>
              <a:off x="3710890" y="3816731"/>
              <a:ext cx="82823" cy="60173"/>
            </a:xfrm>
            <a:custGeom>
              <a:avLst/>
              <a:gdLst/>
              <a:ahLst/>
              <a:cxnLst/>
              <a:rect l="l" t="t" r="r" b="b"/>
              <a:pathLst>
                <a:path w="3163" h="2298" extrusionOk="0">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63"/>
            <p:cNvSpPr/>
            <p:nvPr/>
          </p:nvSpPr>
          <p:spPr>
            <a:xfrm>
              <a:off x="3699631" y="3857973"/>
              <a:ext cx="44017" cy="39670"/>
            </a:xfrm>
            <a:custGeom>
              <a:avLst/>
              <a:gdLst/>
              <a:ahLst/>
              <a:cxnLst/>
              <a:rect l="l" t="t" r="r" b="b"/>
              <a:pathLst>
                <a:path w="1681" h="1515" extrusionOk="0">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63"/>
            <p:cNvSpPr/>
            <p:nvPr/>
          </p:nvSpPr>
          <p:spPr>
            <a:xfrm>
              <a:off x="3568234" y="3947316"/>
              <a:ext cx="86960" cy="201179"/>
            </a:xfrm>
            <a:custGeom>
              <a:avLst/>
              <a:gdLst/>
              <a:ahLst/>
              <a:cxnLst/>
              <a:rect l="l" t="t" r="r" b="b"/>
              <a:pathLst>
                <a:path w="3321" h="7683" extrusionOk="0">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63"/>
            <p:cNvSpPr/>
            <p:nvPr/>
          </p:nvSpPr>
          <p:spPr>
            <a:xfrm>
              <a:off x="3655169" y="3947316"/>
              <a:ext cx="86960" cy="203379"/>
            </a:xfrm>
            <a:custGeom>
              <a:avLst/>
              <a:gdLst/>
              <a:ahLst/>
              <a:cxnLst/>
              <a:rect l="l" t="t" r="r" b="b"/>
              <a:pathLst>
                <a:path w="3321" h="7767" extrusionOk="0">
                  <a:moveTo>
                    <a:pt x="1" y="1"/>
                  </a:moveTo>
                  <a:lnTo>
                    <a:pt x="1" y="6660"/>
                  </a:lnTo>
                  <a:lnTo>
                    <a:pt x="3321" y="7766"/>
                  </a:lnTo>
                  <a:lnTo>
                    <a:pt x="3321" y="1107"/>
                  </a:lnTo>
                  <a:lnTo>
                    <a:pt x="1" y="1"/>
                  </a:ln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63"/>
            <p:cNvSpPr/>
            <p:nvPr/>
          </p:nvSpPr>
          <p:spPr>
            <a:xfrm>
              <a:off x="3742103" y="3947316"/>
              <a:ext cx="86699" cy="203379"/>
            </a:xfrm>
            <a:custGeom>
              <a:avLst/>
              <a:gdLst/>
              <a:ahLst/>
              <a:cxnLst/>
              <a:rect l="l" t="t" r="r" b="b"/>
              <a:pathLst>
                <a:path w="3311" h="7767" extrusionOk="0">
                  <a:moveTo>
                    <a:pt x="3311" y="1"/>
                  </a:moveTo>
                  <a:lnTo>
                    <a:pt x="1" y="1107"/>
                  </a:lnTo>
                  <a:lnTo>
                    <a:pt x="1" y="7766"/>
                  </a:lnTo>
                  <a:lnTo>
                    <a:pt x="3311" y="6660"/>
                  </a:lnTo>
                  <a:lnTo>
                    <a:pt x="3311"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63"/>
            <p:cNvSpPr/>
            <p:nvPr/>
          </p:nvSpPr>
          <p:spPr>
            <a:xfrm>
              <a:off x="3828775" y="3947316"/>
              <a:ext cx="86960" cy="201179"/>
            </a:xfrm>
            <a:custGeom>
              <a:avLst/>
              <a:gdLst/>
              <a:ahLst/>
              <a:cxnLst/>
              <a:rect l="l" t="t" r="r" b="b"/>
              <a:pathLst>
                <a:path w="3321" h="7683" extrusionOk="0">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63"/>
            <p:cNvSpPr/>
            <p:nvPr/>
          </p:nvSpPr>
          <p:spPr>
            <a:xfrm>
              <a:off x="3582741" y="3962556"/>
              <a:ext cx="318776" cy="173135"/>
            </a:xfrm>
            <a:custGeom>
              <a:avLst/>
              <a:gdLst/>
              <a:ahLst/>
              <a:cxnLst/>
              <a:rect l="l" t="t" r="r" b="b"/>
              <a:pathLst>
                <a:path w="12174" h="6612" extrusionOk="0">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63"/>
            <p:cNvSpPr/>
            <p:nvPr/>
          </p:nvSpPr>
          <p:spPr>
            <a:xfrm>
              <a:off x="3582741" y="3962556"/>
              <a:ext cx="72454" cy="166196"/>
            </a:xfrm>
            <a:custGeom>
              <a:avLst/>
              <a:gdLst/>
              <a:ahLst/>
              <a:cxnLst/>
              <a:rect l="l" t="t" r="r" b="b"/>
              <a:pathLst>
                <a:path w="2767" h="6347" extrusionOk="0">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63"/>
            <p:cNvSpPr/>
            <p:nvPr/>
          </p:nvSpPr>
          <p:spPr>
            <a:xfrm>
              <a:off x="3742103" y="3962556"/>
              <a:ext cx="86699" cy="173135"/>
            </a:xfrm>
            <a:custGeom>
              <a:avLst/>
              <a:gdLst/>
              <a:ahLst/>
              <a:cxnLst/>
              <a:rect l="l" t="t" r="r" b="b"/>
              <a:pathLst>
                <a:path w="3311" h="6612" extrusionOk="0">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8" name="Google Shape;11198;p63"/>
          <p:cNvGrpSpPr/>
          <p:nvPr/>
        </p:nvGrpSpPr>
        <p:grpSpPr>
          <a:xfrm>
            <a:off x="1733387" y="1350550"/>
            <a:ext cx="347004" cy="358420"/>
            <a:chOff x="1759925" y="1501087"/>
            <a:chExt cx="347004" cy="358420"/>
          </a:xfrm>
        </p:grpSpPr>
        <p:sp>
          <p:nvSpPr>
            <p:cNvPr id="11199" name="Google Shape;11199;p63"/>
            <p:cNvSpPr/>
            <p:nvPr/>
          </p:nvSpPr>
          <p:spPr>
            <a:xfrm>
              <a:off x="1897055" y="1797266"/>
              <a:ext cx="72480" cy="62242"/>
            </a:xfrm>
            <a:custGeom>
              <a:avLst/>
              <a:gdLst/>
              <a:ahLst/>
              <a:cxnLst/>
              <a:rect l="l" t="t" r="r" b="b"/>
              <a:pathLst>
                <a:path w="2768" h="2377" extrusionOk="0">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63"/>
            <p:cNvSpPr/>
            <p:nvPr/>
          </p:nvSpPr>
          <p:spPr>
            <a:xfrm>
              <a:off x="1897055" y="1797266"/>
              <a:ext cx="72480" cy="31003"/>
            </a:xfrm>
            <a:custGeom>
              <a:avLst/>
              <a:gdLst/>
              <a:ahLst/>
              <a:cxnLst/>
              <a:rect l="l" t="t" r="r" b="b"/>
              <a:pathLst>
                <a:path w="2768" h="1184" extrusionOk="0">
                  <a:moveTo>
                    <a:pt x="1" y="1"/>
                  </a:moveTo>
                  <a:lnTo>
                    <a:pt x="1" y="1184"/>
                  </a:lnTo>
                  <a:lnTo>
                    <a:pt x="2767" y="1184"/>
                  </a:lnTo>
                  <a:lnTo>
                    <a:pt x="2767"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63"/>
            <p:cNvSpPr/>
            <p:nvPr/>
          </p:nvSpPr>
          <p:spPr>
            <a:xfrm>
              <a:off x="1854086" y="1501087"/>
              <a:ext cx="158419" cy="311942"/>
            </a:xfrm>
            <a:custGeom>
              <a:avLst/>
              <a:gdLst/>
              <a:ahLst/>
              <a:cxnLst/>
              <a:rect l="l" t="t" r="r" b="b"/>
              <a:pathLst>
                <a:path w="6050" h="11913" extrusionOk="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63"/>
            <p:cNvSpPr/>
            <p:nvPr/>
          </p:nvSpPr>
          <p:spPr>
            <a:xfrm>
              <a:off x="1854086" y="1795040"/>
              <a:ext cx="158419" cy="17989"/>
            </a:xfrm>
            <a:custGeom>
              <a:avLst/>
              <a:gdLst/>
              <a:ahLst/>
              <a:cxnLst/>
              <a:rect l="l" t="t" r="r" b="b"/>
              <a:pathLst>
                <a:path w="6050" h="687" extrusionOk="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63"/>
            <p:cNvSpPr/>
            <p:nvPr/>
          </p:nvSpPr>
          <p:spPr>
            <a:xfrm>
              <a:off x="1854348" y="1602685"/>
              <a:ext cx="105447" cy="80702"/>
            </a:xfrm>
            <a:custGeom>
              <a:avLst/>
              <a:gdLst/>
              <a:ahLst/>
              <a:cxnLst/>
              <a:rect l="l" t="t" r="r" b="b"/>
              <a:pathLst>
                <a:path w="4027" h="3082" extrusionOk="0">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63"/>
            <p:cNvSpPr/>
            <p:nvPr/>
          </p:nvSpPr>
          <p:spPr>
            <a:xfrm>
              <a:off x="1893808" y="1586188"/>
              <a:ext cx="118697" cy="63996"/>
            </a:xfrm>
            <a:custGeom>
              <a:avLst/>
              <a:gdLst/>
              <a:ahLst/>
              <a:cxnLst/>
              <a:rect l="l" t="t" r="r" b="b"/>
              <a:pathLst>
                <a:path w="4533" h="2444" extrusionOk="0">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63"/>
            <p:cNvSpPr/>
            <p:nvPr/>
          </p:nvSpPr>
          <p:spPr>
            <a:xfrm>
              <a:off x="1893808" y="1552724"/>
              <a:ext cx="39487" cy="83452"/>
            </a:xfrm>
            <a:custGeom>
              <a:avLst/>
              <a:gdLst/>
              <a:ahLst/>
              <a:cxnLst/>
              <a:rect l="l" t="t" r="r" b="b"/>
              <a:pathLst>
                <a:path w="1508" h="3187" extrusionOk="0">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63"/>
            <p:cNvSpPr/>
            <p:nvPr/>
          </p:nvSpPr>
          <p:spPr>
            <a:xfrm>
              <a:off x="1933269" y="1552724"/>
              <a:ext cx="39749" cy="79210"/>
            </a:xfrm>
            <a:custGeom>
              <a:avLst/>
              <a:gdLst/>
              <a:ahLst/>
              <a:cxnLst/>
              <a:rect l="l" t="t" r="r" b="b"/>
              <a:pathLst>
                <a:path w="1518" h="3025" extrusionOk="0">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63"/>
            <p:cNvSpPr/>
            <p:nvPr/>
          </p:nvSpPr>
          <p:spPr>
            <a:xfrm>
              <a:off x="1972992" y="1552724"/>
              <a:ext cx="39513" cy="70726"/>
            </a:xfrm>
            <a:custGeom>
              <a:avLst/>
              <a:gdLst/>
              <a:ahLst/>
              <a:cxnLst/>
              <a:rect l="l" t="t" r="r" b="b"/>
              <a:pathLst>
                <a:path w="1509" h="2701" extrusionOk="0">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63"/>
            <p:cNvSpPr/>
            <p:nvPr/>
          </p:nvSpPr>
          <p:spPr>
            <a:xfrm>
              <a:off x="1893808" y="1552724"/>
              <a:ext cx="25007" cy="83452"/>
            </a:xfrm>
            <a:custGeom>
              <a:avLst/>
              <a:gdLst/>
              <a:ahLst/>
              <a:cxnLst/>
              <a:rect l="l" t="t" r="r" b="b"/>
              <a:pathLst>
                <a:path w="955" h="3187" extrusionOk="0">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63"/>
            <p:cNvSpPr/>
            <p:nvPr/>
          </p:nvSpPr>
          <p:spPr>
            <a:xfrm>
              <a:off x="1933269" y="1552724"/>
              <a:ext cx="25007" cy="79210"/>
            </a:xfrm>
            <a:custGeom>
              <a:avLst/>
              <a:gdLst/>
              <a:ahLst/>
              <a:cxnLst/>
              <a:rect l="l" t="t" r="r" b="b"/>
              <a:pathLst>
                <a:path w="955" h="3025" extrusionOk="0">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63"/>
            <p:cNvSpPr/>
            <p:nvPr/>
          </p:nvSpPr>
          <p:spPr>
            <a:xfrm>
              <a:off x="1972992" y="1552724"/>
              <a:ext cx="25007" cy="70830"/>
            </a:xfrm>
            <a:custGeom>
              <a:avLst/>
              <a:gdLst/>
              <a:ahLst/>
              <a:cxnLst/>
              <a:rect l="l" t="t" r="r" b="b"/>
              <a:pathLst>
                <a:path w="955" h="2705" extrusionOk="0">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63"/>
            <p:cNvSpPr/>
            <p:nvPr/>
          </p:nvSpPr>
          <p:spPr>
            <a:xfrm>
              <a:off x="1854348" y="1616432"/>
              <a:ext cx="91438" cy="53234"/>
            </a:xfrm>
            <a:custGeom>
              <a:avLst/>
              <a:gdLst/>
              <a:ahLst/>
              <a:cxnLst/>
              <a:rect l="l" t="t" r="r" b="b"/>
              <a:pathLst>
                <a:path w="3492" h="2033" extrusionOk="0">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63"/>
            <p:cNvSpPr/>
            <p:nvPr/>
          </p:nvSpPr>
          <p:spPr>
            <a:xfrm>
              <a:off x="1894070" y="1697029"/>
              <a:ext cx="19167" cy="50301"/>
            </a:xfrm>
            <a:custGeom>
              <a:avLst/>
              <a:gdLst/>
              <a:ahLst/>
              <a:cxnLst/>
              <a:rect l="l" t="t" r="r" b="b"/>
              <a:pathLst>
                <a:path w="732" h="1921" extrusionOk="0">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63"/>
            <p:cNvSpPr/>
            <p:nvPr/>
          </p:nvSpPr>
          <p:spPr>
            <a:xfrm>
              <a:off x="1918789" y="1697029"/>
              <a:ext cx="19194" cy="50301"/>
            </a:xfrm>
            <a:custGeom>
              <a:avLst/>
              <a:gdLst/>
              <a:ahLst/>
              <a:cxnLst/>
              <a:rect l="l" t="t" r="r" b="b"/>
              <a:pathLst>
                <a:path w="733" h="1921" extrusionOk="0">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63"/>
            <p:cNvSpPr/>
            <p:nvPr/>
          </p:nvSpPr>
          <p:spPr>
            <a:xfrm>
              <a:off x="1892552" y="1704099"/>
              <a:ext cx="52998" cy="11024"/>
            </a:xfrm>
            <a:custGeom>
              <a:avLst/>
              <a:gdLst/>
              <a:ahLst/>
              <a:cxnLst/>
              <a:rect l="l" t="t" r="r" b="b"/>
              <a:pathLst>
                <a:path w="2024" h="421" extrusionOk="0">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63"/>
            <p:cNvSpPr/>
            <p:nvPr/>
          </p:nvSpPr>
          <p:spPr>
            <a:xfrm>
              <a:off x="1887315" y="1728844"/>
              <a:ext cx="52998" cy="10998"/>
            </a:xfrm>
            <a:custGeom>
              <a:avLst/>
              <a:gdLst/>
              <a:ahLst/>
              <a:cxnLst/>
              <a:rect l="l" t="t" r="r" b="b"/>
              <a:pathLst>
                <a:path w="2024" h="420" extrusionOk="0">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63"/>
            <p:cNvSpPr/>
            <p:nvPr/>
          </p:nvSpPr>
          <p:spPr>
            <a:xfrm>
              <a:off x="1946519" y="1679800"/>
              <a:ext cx="21760" cy="67531"/>
            </a:xfrm>
            <a:custGeom>
              <a:avLst/>
              <a:gdLst/>
              <a:ahLst/>
              <a:cxnLst/>
              <a:rect l="l" t="t" r="r" b="b"/>
              <a:pathLst>
                <a:path w="831" h="2579" extrusionOk="0">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63"/>
            <p:cNvSpPr/>
            <p:nvPr/>
          </p:nvSpPr>
          <p:spPr>
            <a:xfrm>
              <a:off x="1947278" y="1736333"/>
              <a:ext cx="32234" cy="10998"/>
            </a:xfrm>
            <a:custGeom>
              <a:avLst/>
              <a:gdLst/>
              <a:ahLst/>
              <a:cxnLst/>
              <a:rect l="l" t="t" r="r" b="b"/>
              <a:pathLst>
                <a:path w="1231" h="420" extrusionOk="0">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63"/>
            <p:cNvSpPr/>
            <p:nvPr/>
          </p:nvSpPr>
          <p:spPr>
            <a:xfrm>
              <a:off x="2037695" y="1701350"/>
              <a:ext cx="69233" cy="11024"/>
            </a:xfrm>
            <a:custGeom>
              <a:avLst/>
              <a:gdLst/>
              <a:ahLst/>
              <a:cxnLst/>
              <a:rect l="l" t="t" r="r" b="b"/>
              <a:pathLst>
                <a:path w="2644" h="421" extrusionOk="0">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63"/>
            <p:cNvSpPr/>
            <p:nvPr/>
          </p:nvSpPr>
          <p:spPr>
            <a:xfrm>
              <a:off x="2037381" y="1755972"/>
              <a:ext cx="53810" cy="50066"/>
            </a:xfrm>
            <a:custGeom>
              <a:avLst/>
              <a:gdLst/>
              <a:ahLst/>
              <a:cxnLst/>
              <a:rect l="l" t="t" r="r" b="b"/>
              <a:pathLst>
                <a:path w="2055" h="1912" extrusionOk="0">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63"/>
            <p:cNvSpPr/>
            <p:nvPr/>
          </p:nvSpPr>
          <p:spPr>
            <a:xfrm>
              <a:off x="2036936" y="1604099"/>
              <a:ext cx="54046" cy="50066"/>
            </a:xfrm>
            <a:custGeom>
              <a:avLst/>
              <a:gdLst/>
              <a:ahLst/>
              <a:cxnLst/>
              <a:rect l="l" t="t" r="r" b="b"/>
              <a:pathLst>
                <a:path w="2064" h="1912" extrusionOk="0">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63"/>
            <p:cNvSpPr/>
            <p:nvPr/>
          </p:nvSpPr>
          <p:spPr>
            <a:xfrm>
              <a:off x="1759925" y="1697344"/>
              <a:ext cx="68971" cy="11024"/>
            </a:xfrm>
            <a:custGeom>
              <a:avLst/>
              <a:gdLst/>
              <a:ahLst/>
              <a:cxnLst/>
              <a:rect l="l" t="t" r="r" b="b"/>
              <a:pathLst>
                <a:path w="2634" h="421" extrusionOk="0">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63"/>
            <p:cNvSpPr/>
            <p:nvPr/>
          </p:nvSpPr>
          <p:spPr>
            <a:xfrm>
              <a:off x="1775845" y="1604099"/>
              <a:ext cx="53758" cy="50066"/>
            </a:xfrm>
            <a:custGeom>
              <a:avLst/>
              <a:gdLst/>
              <a:ahLst/>
              <a:cxnLst/>
              <a:rect l="l" t="t" r="r" b="b"/>
              <a:pathLst>
                <a:path w="2053" h="1912" extrusionOk="0">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63"/>
            <p:cNvSpPr/>
            <p:nvPr/>
          </p:nvSpPr>
          <p:spPr>
            <a:xfrm>
              <a:off x="1775400" y="1755029"/>
              <a:ext cx="55303" cy="50773"/>
            </a:xfrm>
            <a:custGeom>
              <a:avLst/>
              <a:gdLst/>
              <a:ahLst/>
              <a:cxnLst/>
              <a:rect l="l" t="t" r="r" b="b"/>
              <a:pathLst>
                <a:path w="2112" h="1939" extrusionOk="0">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63"/>
            <p:cNvSpPr/>
            <p:nvPr/>
          </p:nvSpPr>
          <p:spPr>
            <a:xfrm>
              <a:off x="1943010" y="1775296"/>
              <a:ext cx="69495" cy="11024"/>
            </a:xfrm>
            <a:custGeom>
              <a:avLst/>
              <a:gdLst/>
              <a:ahLst/>
              <a:cxnLst/>
              <a:rect l="l" t="t" r="r" b="b"/>
              <a:pathLst>
                <a:path w="2654" h="421" extrusionOk="0">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63"/>
            <p:cNvSpPr/>
            <p:nvPr/>
          </p:nvSpPr>
          <p:spPr>
            <a:xfrm>
              <a:off x="1854348" y="1775296"/>
              <a:ext cx="76958" cy="11024"/>
            </a:xfrm>
            <a:custGeom>
              <a:avLst/>
              <a:gdLst/>
              <a:ahLst/>
              <a:cxnLst/>
              <a:rect l="l" t="t" r="r" b="b"/>
              <a:pathLst>
                <a:path w="2939" h="421" extrusionOk="0">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6" name="Google Shape;11226;p63"/>
          <p:cNvGrpSpPr/>
          <p:nvPr/>
        </p:nvGrpSpPr>
        <p:grpSpPr>
          <a:xfrm>
            <a:off x="3492757" y="2263123"/>
            <a:ext cx="360227" cy="359311"/>
            <a:chOff x="3519295" y="2413660"/>
            <a:chExt cx="360227" cy="359311"/>
          </a:xfrm>
        </p:grpSpPr>
        <p:sp>
          <p:nvSpPr>
            <p:cNvPr id="11227" name="Google Shape;11227;p63"/>
            <p:cNvSpPr/>
            <p:nvPr/>
          </p:nvSpPr>
          <p:spPr>
            <a:xfrm>
              <a:off x="3639693" y="2545240"/>
              <a:ext cx="225846" cy="214298"/>
            </a:xfrm>
            <a:custGeom>
              <a:avLst/>
              <a:gdLst/>
              <a:ahLst/>
              <a:cxnLst/>
              <a:rect l="l" t="t" r="r" b="b"/>
              <a:pathLst>
                <a:path w="8625" h="8184" extrusionOk="0">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63"/>
            <p:cNvSpPr/>
            <p:nvPr/>
          </p:nvSpPr>
          <p:spPr>
            <a:xfrm>
              <a:off x="3639693" y="2545162"/>
              <a:ext cx="118932" cy="125452"/>
            </a:xfrm>
            <a:custGeom>
              <a:avLst/>
              <a:gdLst/>
              <a:ahLst/>
              <a:cxnLst/>
              <a:rect l="l" t="t" r="r" b="b"/>
              <a:pathLst>
                <a:path w="4542" h="4791" extrusionOk="0">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63"/>
            <p:cNvSpPr/>
            <p:nvPr/>
          </p:nvSpPr>
          <p:spPr>
            <a:xfrm>
              <a:off x="3703637" y="2545004"/>
              <a:ext cx="161902" cy="168082"/>
            </a:xfrm>
            <a:custGeom>
              <a:avLst/>
              <a:gdLst/>
              <a:ahLst/>
              <a:cxnLst/>
              <a:rect l="l" t="t" r="r" b="b"/>
              <a:pathLst>
                <a:path w="6183" h="6419" extrusionOk="0">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63"/>
            <p:cNvSpPr/>
            <p:nvPr/>
          </p:nvSpPr>
          <p:spPr>
            <a:xfrm>
              <a:off x="3782087" y="2676087"/>
              <a:ext cx="83452" cy="83452"/>
            </a:xfrm>
            <a:custGeom>
              <a:avLst/>
              <a:gdLst/>
              <a:ahLst/>
              <a:cxnLst/>
              <a:rect l="l" t="t" r="r" b="b"/>
              <a:pathLst>
                <a:path w="3187" h="3187" extrusionOk="0">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63"/>
            <p:cNvSpPr/>
            <p:nvPr/>
          </p:nvSpPr>
          <p:spPr>
            <a:xfrm>
              <a:off x="3792561" y="2687137"/>
              <a:ext cx="86960" cy="85834"/>
            </a:xfrm>
            <a:custGeom>
              <a:avLst/>
              <a:gdLst/>
              <a:ahLst/>
              <a:cxnLst/>
              <a:rect l="l" t="t" r="r" b="b"/>
              <a:pathLst>
                <a:path w="3321" h="3278" extrusionOk="0">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63"/>
            <p:cNvSpPr/>
            <p:nvPr/>
          </p:nvSpPr>
          <p:spPr>
            <a:xfrm>
              <a:off x="3842522" y="2687189"/>
              <a:ext cx="36999" cy="36135"/>
            </a:xfrm>
            <a:custGeom>
              <a:avLst/>
              <a:gdLst/>
              <a:ahLst/>
              <a:cxnLst/>
              <a:rect l="l" t="t" r="r" b="b"/>
              <a:pathLst>
                <a:path w="1413" h="1380" extrusionOk="0">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63"/>
            <p:cNvSpPr/>
            <p:nvPr/>
          </p:nvSpPr>
          <p:spPr>
            <a:xfrm>
              <a:off x="3656609" y="2587529"/>
              <a:ext cx="80990" cy="77089"/>
            </a:xfrm>
            <a:custGeom>
              <a:avLst/>
              <a:gdLst/>
              <a:ahLst/>
              <a:cxnLst/>
              <a:rect l="l" t="t" r="r" b="b"/>
              <a:pathLst>
                <a:path w="3093" h="2944" extrusionOk="0">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63"/>
            <p:cNvSpPr/>
            <p:nvPr/>
          </p:nvSpPr>
          <p:spPr>
            <a:xfrm>
              <a:off x="3676379" y="2572446"/>
              <a:ext cx="84997" cy="80938"/>
            </a:xfrm>
            <a:custGeom>
              <a:avLst/>
              <a:gdLst/>
              <a:ahLst/>
              <a:cxnLst/>
              <a:rect l="l" t="t" r="r" b="b"/>
              <a:pathLst>
                <a:path w="3246" h="3091" extrusionOk="0">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63"/>
            <p:cNvSpPr/>
            <p:nvPr/>
          </p:nvSpPr>
          <p:spPr>
            <a:xfrm>
              <a:off x="3698636" y="2559930"/>
              <a:ext cx="73973" cy="69966"/>
            </a:xfrm>
            <a:custGeom>
              <a:avLst/>
              <a:gdLst/>
              <a:ahLst/>
              <a:cxnLst/>
              <a:rect l="l" t="t" r="r" b="b"/>
              <a:pathLst>
                <a:path w="2825" h="2672" extrusionOk="0">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63"/>
            <p:cNvSpPr/>
            <p:nvPr/>
          </p:nvSpPr>
          <p:spPr>
            <a:xfrm>
              <a:off x="3533278" y="2427041"/>
              <a:ext cx="226081" cy="214272"/>
            </a:xfrm>
            <a:custGeom>
              <a:avLst/>
              <a:gdLst/>
              <a:ahLst/>
              <a:cxnLst/>
              <a:rect l="l" t="t" r="r" b="b"/>
              <a:pathLst>
                <a:path w="8634" h="8183" extrusionOk="0">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63"/>
            <p:cNvSpPr/>
            <p:nvPr/>
          </p:nvSpPr>
          <p:spPr>
            <a:xfrm>
              <a:off x="3622202" y="2523454"/>
              <a:ext cx="131684" cy="117859"/>
            </a:xfrm>
            <a:custGeom>
              <a:avLst/>
              <a:gdLst/>
              <a:ahLst/>
              <a:cxnLst/>
              <a:rect l="l" t="t" r="r" b="b"/>
              <a:pathLst>
                <a:path w="5029" h="4501" extrusionOk="0">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63"/>
            <p:cNvSpPr/>
            <p:nvPr/>
          </p:nvSpPr>
          <p:spPr>
            <a:xfrm>
              <a:off x="3533278" y="2473493"/>
              <a:ext cx="161902" cy="168082"/>
            </a:xfrm>
            <a:custGeom>
              <a:avLst/>
              <a:gdLst/>
              <a:ahLst/>
              <a:cxnLst/>
              <a:rect l="l" t="t" r="r" b="b"/>
              <a:pathLst>
                <a:path w="6183" h="6419" extrusionOk="0">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63"/>
            <p:cNvSpPr/>
            <p:nvPr/>
          </p:nvSpPr>
          <p:spPr>
            <a:xfrm>
              <a:off x="3533278" y="2427041"/>
              <a:ext cx="83713" cy="83452"/>
            </a:xfrm>
            <a:custGeom>
              <a:avLst/>
              <a:gdLst/>
              <a:ahLst/>
              <a:cxnLst/>
              <a:rect l="l" t="t" r="r" b="b"/>
              <a:pathLst>
                <a:path w="3197" h="3187" extrusionOk="0">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63"/>
            <p:cNvSpPr/>
            <p:nvPr/>
          </p:nvSpPr>
          <p:spPr>
            <a:xfrm>
              <a:off x="3519295" y="2413660"/>
              <a:ext cx="86934" cy="85782"/>
            </a:xfrm>
            <a:custGeom>
              <a:avLst/>
              <a:gdLst/>
              <a:ahLst/>
              <a:cxnLst/>
              <a:rect l="l" t="t" r="r" b="b"/>
              <a:pathLst>
                <a:path w="3320" h="3276" extrusionOk="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63"/>
            <p:cNvSpPr/>
            <p:nvPr/>
          </p:nvSpPr>
          <p:spPr>
            <a:xfrm>
              <a:off x="3519295" y="2462993"/>
              <a:ext cx="36973" cy="36188"/>
            </a:xfrm>
            <a:custGeom>
              <a:avLst/>
              <a:gdLst/>
              <a:ahLst/>
              <a:cxnLst/>
              <a:rect l="l" t="t" r="r" b="b"/>
              <a:pathLst>
                <a:path w="1412" h="1382" extrusionOk="0">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63"/>
            <p:cNvSpPr/>
            <p:nvPr/>
          </p:nvSpPr>
          <p:spPr>
            <a:xfrm>
              <a:off x="3660353" y="2521831"/>
              <a:ext cx="81278" cy="77089"/>
            </a:xfrm>
            <a:custGeom>
              <a:avLst/>
              <a:gdLst/>
              <a:ahLst/>
              <a:cxnLst/>
              <a:rect l="l" t="t" r="r" b="b"/>
              <a:pathLst>
                <a:path w="3104" h="2944" extrusionOk="0">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63"/>
            <p:cNvSpPr/>
            <p:nvPr/>
          </p:nvSpPr>
          <p:spPr>
            <a:xfrm>
              <a:off x="3637075" y="2533090"/>
              <a:ext cx="84813" cy="80807"/>
            </a:xfrm>
            <a:custGeom>
              <a:avLst/>
              <a:gdLst/>
              <a:ahLst/>
              <a:cxnLst/>
              <a:rect l="l" t="t" r="r" b="b"/>
              <a:pathLst>
                <a:path w="3239" h="3086" extrusionOk="0">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63"/>
            <p:cNvSpPr/>
            <p:nvPr/>
          </p:nvSpPr>
          <p:spPr>
            <a:xfrm>
              <a:off x="3625841" y="2556552"/>
              <a:ext cx="73816" cy="69835"/>
            </a:xfrm>
            <a:custGeom>
              <a:avLst/>
              <a:gdLst/>
              <a:ahLst/>
              <a:cxnLst/>
              <a:rect l="l" t="t" r="r" b="b"/>
              <a:pathLst>
                <a:path w="2819" h="2667" extrusionOk="0">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63"/>
            <p:cNvSpPr/>
            <p:nvPr/>
          </p:nvSpPr>
          <p:spPr>
            <a:xfrm>
              <a:off x="3650429" y="2427277"/>
              <a:ext cx="215110" cy="224484"/>
            </a:xfrm>
            <a:custGeom>
              <a:avLst/>
              <a:gdLst/>
              <a:ahLst/>
              <a:cxnLst/>
              <a:rect l="l" t="t" r="r" b="b"/>
              <a:pathLst>
                <a:path w="8215" h="8573" extrusionOk="0">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63"/>
            <p:cNvSpPr/>
            <p:nvPr/>
          </p:nvSpPr>
          <p:spPr>
            <a:xfrm>
              <a:off x="3650167" y="2524449"/>
              <a:ext cx="107699" cy="127311"/>
            </a:xfrm>
            <a:custGeom>
              <a:avLst/>
              <a:gdLst/>
              <a:ahLst/>
              <a:cxnLst/>
              <a:rect l="l" t="t" r="r" b="b"/>
              <a:pathLst>
                <a:path w="4113" h="4862" extrusionOk="0">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63"/>
            <p:cNvSpPr/>
            <p:nvPr/>
          </p:nvSpPr>
          <p:spPr>
            <a:xfrm>
              <a:off x="3782323" y="2427041"/>
              <a:ext cx="83216" cy="83687"/>
            </a:xfrm>
            <a:custGeom>
              <a:avLst/>
              <a:gdLst/>
              <a:ahLst/>
              <a:cxnLst/>
              <a:rect l="l" t="t" r="r" b="b"/>
              <a:pathLst>
                <a:path w="3178" h="3196" extrusionOk="0">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63"/>
            <p:cNvSpPr/>
            <p:nvPr/>
          </p:nvSpPr>
          <p:spPr>
            <a:xfrm>
              <a:off x="3650167" y="2427041"/>
              <a:ext cx="168893" cy="162138"/>
            </a:xfrm>
            <a:custGeom>
              <a:avLst/>
              <a:gdLst/>
              <a:ahLst/>
              <a:cxnLst/>
              <a:rect l="l" t="t" r="r" b="b"/>
              <a:pathLst>
                <a:path w="6450" h="6192" extrusionOk="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63"/>
            <p:cNvSpPr/>
            <p:nvPr/>
          </p:nvSpPr>
          <p:spPr>
            <a:xfrm>
              <a:off x="3792823" y="2413660"/>
              <a:ext cx="86699" cy="85782"/>
            </a:xfrm>
            <a:custGeom>
              <a:avLst/>
              <a:gdLst/>
              <a:ahLst/>
              <a:cxnLst/>
              <a:rect l="l" t="t" r="r" b="b"/>
              <a:pathLst>
                <a:path w="3311" h="3276" extrusionOk="0">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63"/>
            <p:cNvSpPr/>
            <p:nvPr/>
          </p:nvSpPr>
          <p:spPr>
            <a:xfrm>
              <a:off x="3792823" y="2413844"/>
              <a:ext cx="36999" cy="36450"/>
            </a:xfrm>
            <a:custGeom>
              <a:avLst/>
              <a:gdLst/>
              <a:ahLst/>
              <a:cxnLst/>
              <a:rect l="l" t="t" r="r" b="b"/>
              <a:pathLst>
                <a:path w="1413" h="1392" extrusionOk="0">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63"/>
            <p:cNvSpPr/>
            <p:nvPr/>
          </p:nvSpPr>
          <p:spPr>
            <a:xfrm>
              <a:off x="3691906" y="2556683"/>
              <a:ext cx="81226" cy="76958"/>
            </a:xfrm>
            <a:custGeom>
              <a:avLst/>
              <a:gdLst/>
              <a:ahLst/>
              <a:cxnLst/>
              <a:rect l="l" t="t" r="r" b="b"/>
              <a:pathLst>
                <a:path w="3102" h="2939" extrusionOk="0">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63"/>
            <p:cNvSpPr/>
            <p:nvPr/>
          </p:nvSpPr>
          <p:spPr>
            <a:xfrm>
              <a:off x="3676902" y="2533195"/>
              <a:ext cx="84970" cy="80702"/>
            </a:xfrm>
            <a:custGeom>
              <a:avLst/>
              <a:gdLst/>
              <a:ahLst/>
              <a:cxnLst/>
              <a:rect l="l" t="t" r="r" b="b"/>
              <a:pathLst>
                <a:path w="3245" h="3082" extrusionOk="0">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63"/>
            <p:cNvSpPr/>
            <p:nvPr/>
          </p:nvSpPr>
          <p:spPr>
            <a:xfrm>
              <a:off x="3664412" y="2522433"/>
              <a:ext cx="72768" cy="69233"/>
            </a:xfrm>
            <a:custGeom>
              <a:avLst/>
              <a:gdLst/>
              <a:ahLst/>
              <a:cxnLst/>
              <a:rect l="l" t="t" r="r" b="b"/>
              <a:pathLst>
                <a:path w="2779" h="2644" extrusionOk="0">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63"/>
            <p:cNvSpPr/>
            <p:nvPr/>
          </p:nvSpPr>
          <p:spPr>
            <a:xfrm>
              <a:off x="3533278" y="2534557"/>
              <a:ext cx="215607" cy="224746"/>
            </a:xfrm>
            <a:custGeom>
              <a:avLst/>
              <a:gdLst/>
              <a:ahLst/>
              <a:cxnLst/>
              <a:rect l="l" t="t" r="r" b="b"/>
              <a:pathLst>
                <a:path w="8234" h="8583" extrusionOk="0">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63"/>
            <p:cNvSpPr/>
            <p:nvPr/>
          </p:nvSpPr>
          <p:spPr>
            <a:xfrm>
              <a:off x="3579730" y="2597401"/>
              <a:ext cx="168893" cy="161902"/>
            </a:xfrm>
            <a:custGeom>
              <a:avLst/>
              <a:gdLst/>
              <a:ahLst/>
              <a:cxnLst/>
              <a:rect l="l" t="t" r="r" b="b"/>
              <a:pathLst>
                <a:path w="6450" h="6183" extrusionOk="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63"/>
            <p:cNvSpPr/>
            <p:nvPr/>
          </p:nvSpPr>
          <p:spPr>
            <a:xfrm>
              <a:off x="3533278" y="2675825"/>
              <a:ext cx="83216" cy="83713"/>
            </a:xfrm>
            <a:custGeom>
              <a:avLst/>
              <a:gdLst/>
              <a:ahLst/>
              <a:cxnLst/>
              <a:rect l="l" t="t" r="r" b="b"/>
              <a:pathLst>
                <a:path w="3178" h="3197" extrusionOk="0">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63"/>
            <p:cNvSpPr/>
            <p:nvPr/>
          </p:nvSpPr>
          <p:spPr>
            <a:xfrm>
              <a:off x="3519295" y="2687137"/>
              <a:ext cx="86934" cy="85834"/>
            </a:xfrm>
            <a:custGeom>
              <a:avLst/>
              <a:gdLst/>
              <a:ahLst/>
              <a:cxnLst/>
              <a:rect l="l" t="t" r="r" b="b"/>
              <a:pathLst>
                <a:path w="3320" h="3278" extrusionOk="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63"/>
            <p:cNvSpPr/>
            <p:nvPr/>
          </p:nvSpPr>
          <p:spPr>
            <a:xfrm>
              <a:off x="3569230" y="2736286"/>
              <a:ext cx="36764" cy="36685"/>
            </a:xfrm>
            <a:custGeom>
              <a:avLst/>
              <a:gdLst/>
              <a:ahLst/>
              <a:cxnLst/>
              <a:rect l="l" t="t" r="r" b="b"/>
              <a:pathLst>
                <a:path w="1404" h="1401" extrusionOk="0">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63"/>
            <p:cNvSpPr/>
            <p:nvPr/>
          </p:nvSpPr>
          <p:spPr>
            <a:xfrm>
              <a:off x="3623694" y="2539427"/>
              <a:ext cx="83478" cy="86646"/>
            </a:xfrm>
            <a:custGeom>
              <a:avLst/>
              <a:gdLst/>
              <a:ahLst/>
              <a:cxnLst/>
              <a:rect l="l" t="t" r="r" b="b"/>
              <a:pathLst>
                <a:path w="3188" h="3309" extrusionOk="0">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63"/>
            <p:cNvSpPr/>
            <p:nvPr/>
          </p:nvSpPr>
          <p:spPr>
            <a:xfrm>
              <a:off x="3633147" y="2559930"/>
              <a:ext cx="88243" cy="89657"/>
            </a:xfrm>
            <a:custGeom>
              <a:avLst/>
              <a:gdLst/>
              <a:ahLst/>
              <a:cxnLst/>
              <a:rect l="l" t="t" r="r" b="b"/>
              <a:pathLst>
                <a:path w="3370" h="3424" extrusionOk="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63"/>
            <p:cNvSpPr/>
            <p:nvPr/>
          </p:nvSpPr>
          <p:spPr>
            <a:xfrm>
              <a:off x="3656635" y="2579909"/>
              <a:ext cx="79760" cy="80938"/>
            </a:xfrm>
            <a:custGeom>
              <a:avLst/>
              <a:gdLst/>
              <a:ahLst/>
              <a:cxnLst/>
              <a:rect l="l" t="t" r="r" b="b"/>
              <a:pathLst>
                <a:path w="3046" h="3091" extrusionOk="0">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2" name="Google Shape;11262;p63"/>
          <p:cNvGrpSpPr/>
          <p:nvPr/>
        </p:nvGrpSpPr>
        <p:grpSpPr>
          <a:xfrm>
            <a:off x="1303717" y="3695181"/>
            <a:ext cx="358996" cy="250774"/>
            <a:chOff x="1330255" y="3845718"/>
            <a:chExt cx="358996" cy="250774"/>
          </a:xfrm>
        </p:grpSpPr>
        <p:sp>
          <p:nvSpPr>
            <p:cNvPr id="11263" name="Google Shape;11263;p63"/>
            <p:cNvSpPr/>
            <p:nvPr/>
          </p:nvSpPr>
          <p:spPr>
            <a:xfrm>
              <a:off x="1445417" y="3845718"/>
              <a:ext cx="243835" cy="247762"/>
            </a:xfrm>
            <a:custGeom>
              <a:avLst/>
              <a:gdLst/>
              <a:ahLst/>
              <a:cxnLst/>
              <a:rect l="l" t="t" r="r" b="b"/>
              <a:pathLst>
                <a:path w="9312" h="9462" extrusionOk="0">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63"/>
            <p:cNvSpPr/>
            <p:nvPr/>
          </p:nvSpPr>
          <p:spPr>
            <a:xfrm>
              <a:off x="1445417" y="4055250"/>
              <a:ext cx="218854" cy="38492"/>
            </a:xfrm>
            <a:custGeom>
              <a:avLst/>
              <a:gdLst/>
              <a:ahLst/>
              <a:cxnLst/>
              <a:rect l="l" t="t" r="r" b="b"/>
              <a:pathLst>
                <a:path w="8358" h="1470" extrusionOk="0">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63"/>
            <p:cNvSpPr/>
            <p:nvPr/>
          </p:nvSpPr>
          <p:spPr>
            <a:xfrm>
              <a:off x="1445417" y="3946085"/>
              <a:ext cx="56219" cy="132653"/>
            </a:xfrm>
            <a:custGeom>
              <a:avLst/>
              <a:gdLst/>
              <a:ahLst/>
              <a:cxnLst/>
              <a:rect l="l" t="t" r="r" b="b"/>
              <a:pathLst>
                <a:path w="2147" h="5066" extrusionOk="0">
                  <a:moveTo>
                    <a:pt x="2147" y="0"/>
                  </a:moveTo>
                  <a:lnTo>
                    <a:pt x="2061" y="10"/>
                  </a:lnTo>
                  <a:lnTo>
                    <a:pt x="0" y="10"/>
                  </a:lnTo>
                  <a:lnTo>
                    <a:pt x="0" y="5066"/>
                  </a:lnTo>
                  <a:lnTo>
                    <a:pt x="2147" y="5066"/>
                  </a:lnTo>
                  <a:lnTo>
                    <a:pt x="2147"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63"/>
            <p:cNvSpPr/>
            <p:nvPr/>
          </p:nvSpPr>
          <p:spPr>
            <a:xfrm>
              <a:off x="1418446" y="3936083"/>
              <a:ext cx="58969" cy="152659"/>
            </a:xfrm>
            <a:custGeom>
              <a:avLst/>
              <a:gdLst/>
              <a:ahLst/>
              <a:cxnLst/>
              <a:rect l="l" t="t" r="r" b="b"/>
              <a:pathLst>
                <a:path w="2252" h="5830" extrusionOk="0">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63"/>
            <p:cNvSpPr/>
            <p:nvPr/>
          </p:nvSpPr>
          <p:spPr>
            <a:xfrm>
              <a:off x="1418446" y="4056743"/>
              <a:ext cx="58969" cy="31998"/>
            </a:xfrm>
            <a:custGeom>
              <a:avLst/>
              <a:gdLst/>
              <a:ahLst/>
              <a:cxnLst/>
              <a:rect l="l" t="t" r="r" b="b"/>
              <a:pathLst>
                <a:path w="2252" h="1222" extrusionOk="0">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63"/>
            <p:cNvSpPr/>
            <p:nvPr/>
          </p:nvSpPr>
          <p:spPr>
            <a:xfrm>
              <a:off x="1330255" y="3928332"/>
              <a:ext cx="92459" cy="168160"/>
            </a:xfrm>
            <a:custGeom>
              <a:avLst/>
              <a:gdLst/>
              <a:ahLst/>
              <a:cxnLst/>
              <a:rect l="l" t="t" r="r" b="b"/>
              <a:pathLst>
                <a:path w="3531" h="6422" extrusionOk="0">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63"/>
            <p:cNvSpPr/>
            <p:nvPr/>
          </p:nvSpPr>
          <p:spPr>
            <a:xfrm>
              <a:off x="1330255" y="4056743"/>
              <a:ext cx="92459" cy="39749"/>
            </a:xfrm>
            <a:custGeom>
              <a:avLst/>
              <a:gdLst/>
              <a:ahLst/>
              <a:cxnLst/>
              <a:rect l="l" t="t" r="r" b="b"/>
              <a:pathLst>
                <a:path w="3531" h="1518" extrusionOk="0">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63"/>
            <p:cNvSpPr/>
            <p:nvPr/>
          </p:nvSpPr>
          <p:spPr>
            <a:xfrm>
              <a:off x="1631435" y="3961037"/>
              <a:ext cx="56062" cy="10841"/>
            </a:xfrm>
            <a:custGeom>
              <a:avLst/>
              <a:gdLst/>
              <a:ahLst/>
              <a:cxnLst/>
              <a:rect l="l" t="t" r="r" b="b"/>
              <a:pathLst>
                <a:path w="2141" h="414" extrusionOk="0">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63"/>
            <p:cNvSpPr/>
            <p:nvPr/>
          </p:nvSpPr>
          <p:spPr>
            <a:xfrm>
              <a:off x="1632273" y="4001545"/>
              <a:ext cx="47971" cy="10998"/>
            </a:xfrm>
            <a:custGeom>
              <a:avLst/>
              <a:gdLst/>
              <a:ahLst/>
              <a:cxnLst/>
              <a:rect l="l" t="t" r="r" b="b"/>
              <a:pathLst>
                <a:path w="1832" h="420" extrusionOk="0">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63"/>
            <p:cNvSpPr/>
            <p:nvPr/>
          </p:nvSpPr>
          <p:spPr>
            <a:xfrm>
              <a:off x="1631435" y="4041975"/>
              <a:ext cx="43074" cy="10814"/>
            </a:xfrm>
            <a:custGeom>
              <a:avLst/>
              <a:gdLst/>
              <a:ahLst/>
              <a:cxnLst/>
              <a:rect l="l" t="t" r="r" b="b"/>
              <a:pathLst>
                <a:path w="1645" h="413" extrusionOk="0">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3" name="Google Shape;11273;p63"/>
          <p:cNvGrpSpPr/>
          <p:nvPr/>
        </p:nvGrpSpPr>
        <p:grpSpPr>
          <a:xfrm>
            <a:off x="3088566" y="3640847"/>
            <a:ext cx="373424" cy="359311"/>
            <a:chOff x="3115103" y="3791384"/>
            <a:chExt cx="373424" cy="359311"/>
          </a:xfrm>
        </p:grpSpPr>
        <p:sp>
          <p:nvSpPr>
            <p:cNvPr id="11274" name="Google Shape;11274;p63"/>
            <p:cNvSpPr/>
            <p:nvPr/>
          </p:nvSpPr>
          <p:spPr>
            <a:xfrm>
              <a:off x="3115103" y="3891908"/>
              <a:ext cx="159152" cy="180598"/>
            </a:xfrm>
            <a:custGeom>
              <a:avLst/>
              <a:gdLst/>
              <a:ahLst/>
              <a:cxnLst/>
              <a:rect l="l" t="t" r="r" b="b"/>
              <a:pathLst>
                <a:path w="6078" h="6897" extrusionOk="0">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63"/>
            <p:cNvSpPr/>
            <p:nvPr/>
          </p:nvSpPr>
          <p:spPr>
            <a:xfrm>
              <a:off x="3232517" y="3940586"/>
              <a:ext cx="45798" cy="40561"/>
            </a:xfrm>
            <a:custGeom>
              <a:avLst/>
              <a:gdLst/>
              <a:ahLst/>
              <a:cxnLst/>
              <a:rect l="l" t="t" r="r" b="b"/>
              <a:pathLst>
                <a:path w="1749" h="1549" extrusionOk="0">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63"/>
            <p:cNvSpPr/>
            <p:nvPr/>
          </p:nvSpPr>
          <p:spPr>
            <a:xfrm>
              <a:off x="3242493" y="3950956"/>
              <a:ext cx="43991" cy="43598"/>
            </a:xfrm>
            <a:custGeom>
              <a:avLst/>
              <a:gdLst/>
              <a:ahLst/>
              <a:cxnLst/>
              <a:rect l="l" t="t" r="r" b="b"/>
              <a:pathLst>
                <a:path w="1680" h="1665" extrusionOk="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63"/>
            <p:cNvSpPr/>
            <p:nvPr/>
          </p:nvSpPr>
          <p:spPr>
            <a:xfrm>
              <a:off x="3319948" y="3791384"/>
              <a:ext cx="168579" cy="141478"/>
            </a:xfrm>
            <a:custGeom>
              <a:avLst/>
              <a:gdLst/>
              <a:ahLst/>
              <a:cxnLst/>
              <a:rect l="l" t="t" r="r" b="b"/>
              <a:pathLst>
                <a:path w="6438" h="5403" extrusionOk="0">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63"/>
            <p:cNvSpPr/>
            <p:nvPr/>
          </p:nvSpPr>
          <p:spPr>
            <a:xfrm>
              <a:off x="3233747" y="3945614"/>
              <a:ext cx="213879" cy="205081"/>
            </a:xfrm>
            <a:custGeom>
              <a:avLst/>
              <a:gdLst/>
              <a:ahLst/>
              <a:cxnLst/>
              <a:rect l="l" t="t" r="r" b="b"/>
              <a:pathLst>
                <a:path w="8168" h="7832" extrusionOk="0">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63"/>
            <p:cNvSpPr/>
            <p:nvPr/>
          </p:nvSpPr>
          <p:spPr>
            <a:xfrm>
              <a:off x="3311438" y="4019272"/>
              <a:ext cx="136424" cy="131423"/>
            </a:xfrm>
            <a:custGeom>
              <a:avLst/>
              <a:gdLst/>
              <a:ahLst/>
              <a:cxnLst/>
              <a:rect l="l" t="t" r="r" b="b"/>
              <a:pathLst>
                <a:path w="5210" h="5019" extrusionOk="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63"/>
            <p:cNvSpPr/>
            <p:nvPr/>
          </p:nvSpPr>
          <p:spPr>
            <a:xfrm>
              <a:off x="3233747" y="3945614"/>
              <a:ext cx="164154" cy="156115"/>
            </a:xfrm>
            <a:custGeom>
              <a:avLst/>
              <a:gdLst/>
              <a:ahLst/>
              <a:cxnLst/>
              <a:rect l="l" t="t" r="r" b="b"/>
              <a:pathLst>
                <a:path w="6269" h="5962" extrusionOk="0">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63"/>
            <p:cNvSpPr/>
            <p:nvPr/>
          </p:nvSpPr>
          <p:spPr>
            <a:xfrm>
              <a:off x="3236261" y="3945509"/>
              <a:ext cx="151402" cy="146715"/>
            </a:xfrm>
            <a:custGeom>
              <a:avLst/>
              <a:gdLst/>
              <a:ahLst/>
              <a:cxnLst/>
              <a:rect l="l" t="t" r="r" b="b"/>
              <a:pathLst>
                <a:path w="5782" h="5603" extrusionOk="0">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63"/>
            <p:cNvSpPr/>
            <p:nvPr/>
          </p:nvSpPr>
          <p:spPr>
            <a:xfrm>
              <a:off x="3236261" y="3945509"/>
              <a:ext cx="151402" cy="146715"/>
            </a:xfrm>
            <a:custGeom>
              <a:avLst/>
              <a:gdLst/>
              <a:ahLst/>
              <a:cxnLst/>
              <a:rect l="l" t="t" r="r" b="b"/>
              <a:pathLst>
                <a:path w="5782" h="5603" extrusionOk="0">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63"/>
            <p:cNvSpPr/>
            <p:nvPr/>
          </p:nvSpPr>
          <p:spPr>
            <a:xfrm>
              <a:off x="3264488" y="3972558"/>
              <a:ext cx="87955" cy="87196"/>
            </a:xfrm>
            <a:custGeom>
              <a:avLst/>
              <a:gdLst/>
              <a:ahLst/>
              <a:cxnLst/>
              <a:rect l="l" t="t" r="r" b="b"/>
              <a:pathLst>
                <a:path w="3359" h="3330" extrusionOk="0">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63"/>
            <p:cNvSpPr/>
            <p:nvPr/>
          </p:nvSpPr>
          <p:spPr>
            <a:xfrm>
              <a:off x="3283473" y="3992668"/>
              <a:ext cx="36999" cy="34302"/>
            </a:xfrm>
            <a:custGeom>
              <a:avLst/>
              <a:gdLst/>
              <a:ahLst/>
              <a:cxnLst/>
              <a:rect l="l" t="t" r="r" b="b"/>
              <a:pathLst>
                <a:path w="1413" h="1310" extrusionOk="0">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63"/>
            <p:cNvSpPr/>
            <p:nvPr/>
          </p:nvSpPr>
          <p:spPr>
            <a:xfrm>
              <a:off x="3392140" y="3828174"/>
              <a:ext cx="43729" cy="43493"/>
            </a:xfrm>
            <a:custGeom>
              <a:avLst/>
              <a:gdLst/>
              <a:ahLst/>
              <a:cxnLst/>
              <a:rect l="l" t="t" r="r" b="b"/>
              <a:pathLst>
                <a:path w="1670" h="1661" extrusionOk="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63"/>
            <p:cNvSpPr/>
            <p:nvPr/>
          </p:nvSpPr>
          <p:spPr>
            <a:xfrm>
              <a:off x="3376141" y="3822649"/>
              <a:ext cx="75360" cy="54517"/>
            </a:xfrm>
            <a:custGeom>
              <a:avLst/>
              <a:gdLst/>
              <a:ahLst/>
              <a:cxnLst/>
              <a:rect l="l" t="t" r="r" b="b"/>
              <a:pathLst>
                <a:path w="2878" h="2082" extrusionOk="0">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63"/>
            <p:cNvSpPr/>
            <p:nvPr/>
          </p:nvSpPr>
          <p:spPr>
            <a:xfrm>
              <a:off x="3366165" y="3859230"/>
              <a:ext cx="40953" cy="36659"/>
            </a:xfrm>
            <a:custGeom>
              <a:avLst/>
              <a:gdLst/>
              <a:ahLst/>
              <a:cxnLst/>
              <a:rect l="l" t="t" r="r" b="b"/>
              <a:pathLst>
                <a:path w="1564" h="1400" extrusionOk="0">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8" name="Google Shape;11288;p63"/>
          <p:cNvGrpSpPr/>
          <p:nvPr/>
        </p:nvGrpSpPr>
        <p:grpSpPr>
          <a:xfrm>
            <a:off x="857316" y="3642104"/>
            <a:ext cx="378190" cy="357059"/>
            <a:chOff x="883853" y="3792641"/>
            <a:chExt cx="378190" cy="357059"/>
          </a:xfrm>
        </p:grpSpPr>
        <p:sp>
          <p:nvSpPr>
            <p:cNvPr id="11289" name="Google Shape;11289;p63"/>
            <p:cNvSpPr/>
            <p:nvPr/>
          </p:nvSpPr>
          <p:spPr>
            <a:xfrm>
              <a:off x="1012500" y="4093219"/>
              <a:ext cx="42734" cy="38989"/>
            </a:xfrm>
            <a:custGeom>
              <a:avLst/>
              <a:gdLst/>
              <a:ahLst/>
              <a:cxnLst/>
              <a:rect l="l" t="t" r="r" b="b"/>
              <a:pathLst>
                <a:path w="1632" h="1489" extrusionOk="0">
                  <a:moveTo>
                    <a:pt x="335" y="0"/>
                  </a:moveTo>
                  <a:lnTo>
                    <a:pt x="1" y="1488"/>
                  </a:lnTo>
                  <a:lnTo>
                    <a:pt x="1632" y="1488"/>
                  </a:lnTo>
                  <a:lnTo>
                    <a:pt x="1298"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63"/>
            <p:cNvSpPr/>
            <p:nvPr/>
          </p:nvSpPr>
          <p:spPr>
            <a:xfrm>
              <a:off x="983277" y="4128673"/>
              <a:ext cx="101205" cy="21027"/>
            </a:xfrm>
            <a:custGeom>
              <a:avLst/>
              <a:gdLst/>
              <a:ahLst/>
              <a:cxnLst/>
              <a:rect l="l" t="t" r="r" b="b"/>
              <a:pathLst>
                <a:path w="3865" h="803" extrusionOk="0">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63"/>
            <p:cNvSpPr/>
            <p:nvPr/>
          </p:nvSpPr>
          <p:spPr>
            <a:xfrm>
              <a:off x="883853" y="3900602"/>
              <a:ext cx="300054" cy="196126"/>
            </a:xfrm>
            <a:custGeom>
              <a:avLst/>
              <a:gdLst/>
              <a:ahLst/>
              <a:cxnLst/>
              <a:rect l="l" t="t" r="r" b="b"/>
              <a:pathLst>
                <a:path w="11459" h="7490" extrusionOk="0">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63"/>
            <p:cNvSpPr/>
            <p:nvPr/>
          </p:nvSpPr>
          <p:spPr>
            <a:xfrm>
              <a:off x="883853" y="4081462"/>
              <a:ext cx="300290" cy="15266"/>
            </a:xfrm>
            <a:custGeom>
              <a:avLst/>
              <a:gdLst/>
              <a:ahLst/>
              <a:cxnLst/>
              <a:rect l="l" t="t" r="r" b="b"/>
              <a:pathLst>
                <a:path w="11468" h="583" extrusionOk="0">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63"/>
            <p:cNvSpPr/>
            <p:nvPr/>
          </p:nvSpPr>
          <p:spPr>
            <a:xfrm>
              <a:off x="902837" y="3920843"/>
              <a:ext cx="262086" cy="145667"/>
            </a:xfrm>
            <a:custGeom>
              <a:avLst/>
              <a:gdLst/>
              <a:ahLst/>
              <a:cxnLst/>
              <a:rect l="l" t="t" r="r" b="b"/>
              <a:pathLst>
                <a:path w="10009" h="5563" extrusionOk="0">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63"/>
            <p:cNvSpPr/>
            <p:nvPr/>
          </p:nvSpPr>
          <p:spPr>
            <a:xfrm>
              <a:off x="902837" y="3920843"/>
              <a:ext cx="262086" cy="145667"/>
            </a:xfrm>
            <a:custGeom>
              <a:avLst/>
              <a:gdLst/>
              <a:ahLst/>
              <a:cxnLst/>
              <a:rect l="l" t="t" r="r" b="b"/>
              <a:pathLst>
                <a:path w="10009" h="5563" extrusionOk="0">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63"/>
            <p:cNvSpPr/>
            <p:nvPr/>
          </p:nvSpPr>
          <p:spPr>
            <a:xfrm>
              <a:off x="1013495" y="4076225"/>
              <a:ext cx="40744" cy="11024"/>
            </a:xfrm>
            <a:custGeom>
              <a:avLst/>
              <a:gdLst/>
              <a:ahLst/>
              <a:cxnLst/>
              <a:rect l="l" t="t" r="r" b="b"/>
              <a:pathLst>
                <a:path w="1556" h="421" extrusionOk="0">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63"/>
            <p:cNvSpPr/>
            <p:nvPr/>
          </p:nvSpPr>
          <p:spPr>
            <a:xfrm>
              <a:off x="1084456" y="3792641"/>
              <a:ext cx="177587" cy="149228"/>
            </a:xfrm>
            <a:custGeom>
              <a:avLst/>
              <a:gdLst/>
              <a:ahLst/>
              <a:cxnLst/>
              <a:rect l="l" t="t" r="r" b="b"/>
              <a:pathLst>
                <a:path w="6782" h="5699" extrusionOk="0">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63"/>
            <p:cNvSpPr/>
            <p:nvPr/>
          </p:nvSpPr>
          <p:spPr>
            <a:xfrm>
              <a:off x="1157800" y="3841633"/>
              <a:ext cx="21341" cy="52998"/>
            </a:xfrm>
            <a:custGeom>
              <a:avLst/>
              <a:gdLst/>
              <a:ahLst/>
              <a:cxnLst/>
              <a:rect l="l" t="t" r="r" b="b"/>
              <a:pathLst>
                <a:path w="815" h="2024" extrusionOk="0">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63"/>
            <p:cNvSpPr/>
            <p:nvPr/>
          </p:nvSpPr>
          <p:spPr>
            <a:xfrm>
              <a:off x="1157041" y="3886095"/>
              <a:ext cx="32338" cy="10814"/>
            </a:xfrm>
            <a:custGeom>
              <a:avLst/>
              <a:gdLst/>
              <a:ahLst/>
              <a:cxnLst/>
              <a:rect l="l" t="t" r="r" b="b"/>
              <a:pathLst>
                <a:path w="1235" h="413" extrusionOk="0">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63"/>
            <p:cNvSpPr/>
            <p:nvPr/>
          </p:nvSpPr>
          <p:spPr>
            <a:xfrm>
              <a:off x="1160628" y="3825058"/>
              <a:ext cx="18513" cy="15868"/>
            </a:xfrm>
            <a:custGeom>
              <a:avLst/>
              <a:gdLst/>
              <a:ahLst/>
              <a:cxnLst/>
              <a:rect l="l" t="t" r="r" b="b"/>
              <a:pathLst>
                <a:path w="707" h="606" extrusionOk="0">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63"/>
            <p:cNvSpPr/>
            <p:nvPr/>
          </p:nvSpPr>
          <p:spPr>
            <a:xfrm>
              <a:off x="976784" y="3861639"/>
              <a:ext cx="26997" cy="26997"/>
            </a:xfrm>
            <a:custGeom>
              <a:avLst/>
              <a:gdLst/>
              <a:ahLst/>
              <a:cxnLst/>
              <a:rect l="l" t="t" r="r" b="b"/>
              <a:pathLst>
                <a:path w="1031" h="1031" extrusionOk="0">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63"/>
            <p:cNvSpPr/>
            <p:nvPr/>
          </p:nvSpPr>
          <p:spPr>
            <a:xfrm>
              <a:off x="1063953" y="3861639"/>
              <a:ext cx="27023" cy="26997"/>
            </a:xfrm>
            <a:custGeom>
              <a:avLst/>
              <a:gdLst/>
              <a:ahLst/>
              <a:cxnLst/>
              <a:rect l="l" t="t" r="r" b="b"/>
              <a:pathLst>
                <a:path w="1032" h="1031" extrusionOk="0">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63"/>
            <p:cNvSpPr/>
            <p:nvPr/>
          </p:nvSpPr>
          <p:spPr>
            <a:xfrm>
              <a:off x="1013259" y="3901361"/>
              <a:ext cx="41241" cy="74208"/>
            </a:xfrm>
            <a:custGeom>
              <a:avLst/>
              <a:gdLst/>
              <a:ahLst/>
              <a:cxnLst/>
              <a:rect l="l" t="t" r="r" b="b"/>
              <a:pathLst>
                <a:path w="1575" h="2834" extrusionOk="0">
                  <a:moveTo>
                    <a:pt x="0" y="1"/>
                  </a:moveTo>
                  <a:lnTo>
                    <a:pt x="0" y="2157"/>
                  </a:lnTo>
                  <a:lnTo>
                    <a:pt x="783" y="2834"/>
                  </a:lnTo>
                  <a:lnTo>
                    <a:pt x="792" y="2834"/>
                  </a:lnTo>
                  <a:lnTo>
                    <a:pt x="1574" y="2157"/>
                  </a:lnTo>
                  <a:lnTo>
                    <a:pt x="157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63"/>
            <p:cNvSpPr/>
            <p:nvPr/>
          </p:nvSpPr>
          <p:spPr>
            <a:xfrm>
              <a:off x="928813" y="3947316"/>
              <a:ext cx="210108" cy="89710"/>
            </a:xfrm>
            <a:custGeom>
              <a:avLst/>
              <a:gdLst/>
              <a:ahLst/>
              <a:cxnLst/>
              <a:rect l="l" t="t" r="r" b="b"/>
              <a:pathLst>
                <a:path w="8024" h="3426" extrusionOk="0">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63"/>
            <p:cNvSpPr/>
            <p:nvPr/>
          </p:nvSpPr>
          <p:spPr>
            <a:xfrm>
              <a:off x="990269" y="3804686"/>
              <a:ext cx="87222" cy="120058"/>
            </a:xfrm>
            <a:custGeom>
              <a:avLst/>
              <a:gdLst/>
              <a:ahLst/>
              <a:cxnLst/>
              <a:rect l="l" t="t" r="r" b="b"/>
              <a:pathLst>
                <a:path w="3331" h="4585" extrusionOk="0">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63"/>
            <p:cNvSpPr/>
            <p:nvPr/>
          </p:nvSpPr>
          <p:spPr>
            <a:xfrm>
              <a:off x="990269" y="3804948"/>
              <a:ext cx="30008" cy="39487"/>
            </a:xfrm>
            <a:custGeom>
              <a:avLst/>
              <a:gdLst/>
              <a:ahLst/>
              <a:cxnLst/>
              <a:rect l="l" t="t" r="r" b="b"/>
              <a:pathLst>
                <a:path w="1146" h="1508" extrusionOk="0">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63"/>
            <p:cNvSpPr/>
            <p:nvPr/>
          </p:nvSpPr>
          <p:spPr>
            <a:xfrm>
              <a:off x="1020251" y="3804686"/>
              <a:ext cx="57240" cy="56979"/>
            </a:xfrm>
            <a:custGeom>
              <a:avLst/>
              <a:gdLst/>
              <a:ahLst/>
              <a:cxnLst/>
              <a:rect l="l" t="t" r="r" b="b"/>
              <a:pathLst>
                <a:path w="2186" h="2176" extrusionOk="0">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63"/>
            <p:cNvSpPr/>
            <p:nvPr/>
          </p:nvSpPr>
          <p:spPr>
            <a:xfrm>
              <a:off x="1023000" y="3858837"/>
              <a:ext cx="22598" cy="32312"/>
            </a:xfrm>
            <a:custGeom>
              <a:avLst/>
              <a:gdLst/>
              <a:ahLst/>
              <a:cxnLst/>
              <a:rect l="l" t="t" r="r" b="b"/>
              <a:pathLst>
                <a:path w="863" h="1234" extrusionOk="0">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63"/>
            <p:cNvSpPr/>
            <p:nvPr/>
          </p:nvSpPr>
          <p:spPr>
            <a:xfrm>
              <a:off x="1019256" y="3961822"/>
              <a:ext cx="29249" cy="75203"/>
            </a:xfrm>
            <a:custGeom>
              <a:avLst/>
              <a:gdLst/>
              <a:ahLst/>
              <a:cxnLst/>
              <a:rect l="l" t="t" r="r" b="b"/>
              <a:pathLst>
                <a:path w="1117" h="2872" extrusionOk="0">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63"/>
            <p:cNvSpPr/>
            <p:nvPr/>
          </p:nvSpPr>
          <p:spPr>
            <a:xfrm>
              <a:off x="1013259" y="3947316"/>
              <a:ext cx="20765" cy="39016"/>
            </a:xfrm>
            <a:custGeom>
              <a:avLst/>
              <a:gdLst/>
              <a:ahLst/>
              <a:cxnLst/>
              <a:rect l="l" t="t" r="r" b="b"/>
              <a:pathLst>
                <a:path w="793" h="1490" extrusionOk="0">
                  <a:moveTo>
                    <a:pt x="0" y="1"/>
                  </a:moveTo>
                  <a:lnTo>
                    <a:pt x="0" y="1489"/>
                  </a:lnTo>
                  <a:lnTo>
                    <a:pt x="792" y="554"/>
                  </a:lnTo>
                  <a:lnTo>
                    <a:pt x="0"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63"/>
            <p:cNvSpPr/>
            <p:nvPr/>
          </p:nvSpPr>
          <p:spPr>
            <a:xfrm>
              <a:off x="1033736" y="3947316"/>
              <a:ext cx="20765" cy="39016"/>
            </a:xfrm>
            <a:custGeom>
              <a:avLst/>
              <a:gdLst/>
              <a:ahLst/>
              <a:cxnLst/>
              <a:rect l="l" t="t" r="r" b="b"/>
              <a:pathLst>
                <a:path w="793" h="1490" extrusionOk="0">
                  <a:moveTo>
                    <a:pt x="792" y="1"/>
                  </a:moveTo>
                  <a:lnTo>
                    <a:pt x="1" y="554"/>
                  </a:lnTo>
                  <a:lnTo>
                    <a:pt x="792" y="1489"/>
                  </a:lnTo>
                  <a:lnTo>
                    <a:pt x="792"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63"/>
            <p:cNvSpPr/>
            <p:nvPr/>
          </p:nvSpPr>
          <p:spPr>
            <a:xfrm>
              <a:off x="928813" y="3947316"/>
              <a:ext cx="84473" cy="89710"/>
            </a:xfrm>
            <a:custGeom>
              <a:avLst/>
              <a:gdLst/>
              <a:ahLst/>
              <a:cxnLst/>
              <a:rect l="l" t="t" r="r" b="b"/>
              <a:pathLst>
                <a:path w="3226" h="3426" extrusionOk="0">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63"/>
            <p:cNvSpPr/>
            <p:nvPr/>
          </p:nvSpPr>
          <p:spPr>
            <a:xfrm>
              <a:off x="928813" y="3955826"/>
              <a:ext cx="58497" cy="81200"/>
            </a:xfrm>
            <a:custGeom>
              <a:avLst/>
              <a:gdLst/>
              <a:ahLst/>
              <a:cxnLst/>
              <a:rect l="l" t="t" r="r" b="b"/>
              <a:pathLst>
                <a:path w="2234" h="3101" extrusionOk="0">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63"/>
            <p:cNvSpPr/>
            <p:nvPr/>
          </p:nvSpPr>
          <p:spPr>
            <a:xfrm>
              <a:off x="1054474" y="3947316"/>
              <a:ext cx="84211" cy="89710"/>
            </a:xfrm>
            <a:custGeom>
              <a:avLst/>
              <a:gdLst/>
              <a:ahLst/>
              <a:cxnLst/>
              <a:rect l="l" t="t" r="r" b="b"/>
              <a:pathLst>
                <a:path w="3216" h="3426" extrusionOk="0">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63"/>
            <p:cNvSpPr/>
            <p:nvPr/>
          </p:nvSpPr>
          <p:spPr>
            <a:xfrm>
              <a:off x="1089955" y="3958811"/>
              <a:ext cx="48730" cy="78215"/>
            </a:xfrm>
            <a:custGeom>
              <a:avLst/>
              <a:gdLst/>
              <a:ahLst/>
              <a:cxnLst/>
              <a:rect l="l" t="t" r="r" b="b"/>
              <a:pathLst>
                <a:path w="1861" h="2987" extrusionOk="0">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5" name="Google Shape;11315;p63"/>
          <p:cNvGrpSpPr/>
          <p:nvPr/>
        </p:nvGrpSpPr>
        <p:grpSpPr>
          <a:xfrm>
            <a:off x="3907659" y="2334268"/>
            <a:ext cx="401207" cy="214036"/>
            <a:chOff x="3934196" y="2484805"/>
            <a:chExt cx="401207" cy="214036"/>
          </a:xfrm>
        </p:grpSpPr>
        <p:sp>
          <p:nvSpPr>
            <p:cNvPr id="11316" name="Google Shape;11316;p63"/>
            <p:cNvSpPr/>
            <p:nvPr/>
          </p:nvSpPr>
          <p:spPr>
            <a:xfrm>
              <a:off x="4120555" y="2484805"/>
              <a:ext cx="214848" cy="214036"/>
            </a:xfrm>
            <a:custGeom>
              <a:avLst/>
              <a:gdLst/>
              <a:ahLst/>
              <a:cxnLst/>
              <a:rect l="l" t="t" r="r" b="b"/>
              <a:pathLst>
                <a:path w="8205" h="8174" extrusionOk="0">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63"/>
            <p:cNvSpPr/>
            <p:nvPr/>
          </p:nvSpPr>
          <p:spPr>
            <a:xfrm>
              <a:off x="4120555" y="2522695"/>
              <a:ext cx="54727" cy="124195"/>
            </a:xfrm>
            <a:custGeom>
              <a:avLst/>
              <a:gdLst/>
              <a:ahLst/>
              <a:cxnLst/>
              <a:rect l="l" t="t" r="r" b="b"/>
              <a:pathLst>
                <a:path w="2090" h="4743" extrusionOk="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63"/>
            <p:cNvSpPr/>
            <p:nvPr/>
          </p:nvSpPr>
          <p:spPr>
            <a:xfrm>
              <a:off x="3934196" y="2488131"/>
              <a:ext cx="248548" cy="210475"/>
            </a:xfrm>
            <a:custGeom>
              <a:avLst/>
              <a:gdLst/>
              <a:ahLst/>
              <a:cxnLst/>
              <a:rect l="l" t="t" r="r" b="b"/>
              <a:pathLst>
                <a:path w="9492" h="8038" extrusionOk="0">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63"/>
            <p:cNvSpPr/>
            <p:nvPr/>
          </p:nvSpPr>
          <p:spPr>
            <a:xfrm>
              <a:off x="4005393" y="2538353"/>
              <a:ext cx="104269" cy="97618"/>
            </a:xfrm>
            <a:custGeom>
              <a:avLst/>
              <a:gdLst/>
              <a:ahLst/>
              <a:cxnLst/>
              <a:rect l="l" t="t" r="r" b="b"/>
              <a:pathLst>
                <a:path w="3982" h="3728" extrusionOk="0">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63"/>
            <p:cNvSpPr/>
            <p:nvPr/>
          </p:nvSpPr>
          <p:spPr>
            <a:xfrm>
              <a:off x="4182849" y="2537070"/>
              <a:ext cx="81174" cy="92381"/>
            </a:xfrm>
            <a:custGeom>
              <a:avLst/>
              <a:gdLst/>
              <a:ahLst/>
              <a:cxnLst/>
              <a:rect l="l" t="t" r="r" b="b"/>
              <a:pathLst>
                <a:path w="3100" h="3528" extrusionOk="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1" name="Google Shape;11321;p63"/>
          <p:cNvGrpSpPr/>
          <p:nvPr/>
        </p:nvGrpSpPr>
        <p:grpSpPr>
          <a:xfrm>
            <a:off x="3973357" y="1349659"/>
            <a:ext cx="342474" cy="359232"/>
            <a:chOff x="3999894" y="1500197"/>
            <a:chExt cx="342474" cy="359232"/>
          </a:xfrm>
        </p:grpSpPr>
        <p:sp>
          <p:nvSpPr>
            <p:cNvPr id="11322" name="Google Shape;11322;p63"/>
            <p:cNvSpPr/>
            <p:nvPr/>
          </p:nvSpPr>
          <p:spPr>
            <a:xfrm>
              <a:off x="4165279" y="1500197"/>
              <a:ext cx="177089" cy="149412"/>
            </a:xfrm>
            <a:custGeom>
              <a:avLst/>
              <a:gdLst/>
              <a:ahLst/>
              <a:cxnLst/>
              <a:rect l="l" t="t" r="r" b="b"/>
              <a:pathLst>
                <a:path w="6763" h="5706" extrusionOk="0">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63"/>
            <p:cNvSpPr/>
            <p:nvPr/>
          </p:nvSpPr>
          <p:spPr>
            <a:xfrm>
              <a:off x="4210238" y="1533871"/>
              <a:ext cx="82457" cy="71773"/>
            </a:xfrm>
            <a:custGeom>
              <a:avLst/>
              <a:gdLst/>
              <a:ahLst/>
              <a:cxnLst/>
              <a:rect l="l" t="t" r="r" b="b"/>
              <a:pathLst>
                <a:path w="3149" h="2741" extrusionOk="0">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63"/>
            <p:cNvSpPr/>
            <p:nvPr/>
          </p:nvSpPr>
          <p:spPr>
            <a:xfrm>
              <a:off x="4017883" y="1549477"/>
              <a:ext cx="292303" cy="292539"/>
            </a:xfrm>
            <a:custGeom>
              <a:avLst/>
              <a:gdLst/>
              <a:ahLst/>
              <a:cxnLst/>
              <a:rect l="l" t="t" r="r" b="b"/>
              <a:pathLst>
                <a:path w="11163" h="11172" extrusionOk="0">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63"/>
            <p:cNvSpPr/>
            <p:nvPr/>
          </p:nvSpPr>
          <p:spPr>
            <a:xfrm>
              <a:off x="4098324" y="1549713"/>
              <a:ext cx="211863" cy="211863"/>
            </a:xfrm>
            <a:custGeom>
              <a:avLst/>
              <a:gdLst/>
              <a:ahLst/>
              <a:cxnLst/>
              <a:rect l="l" t="t" r="r" b="b"/>
              <a:pathLst>
                <a:path w="8091" h="8091" extrusionOk="0">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63"/>
            <p:cNvSpPr/>
            <p:nvPr/>
          </p:nvSpPr>
          <p:spPr>
            <a:xfrm>
              <a:off x="3999894" y="1532300"/>
              <a:ext cx="130427" cy="129302"/>
            </a:xfrm>
            <a:custGeom>
              <a:avLst/>
              <a:gdLst/>
              <a:ahLst/>
              <a:cxnLst/>
              <a:rect l="l" t="t" r="r" b="b"/>
              <a:pathLst>
                <a:path w="4981" h="4938" extrusionOk="0">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63"/>
            <p:cNvSpPr/>
            <p:nvPr/>
          </p:nvSpPr>
          <p:spPr>
            <a:xfrm>
              <a:off x="4007907" y="1539736"/>
              <a:ext cx="122415" cy="121865"/>
            </a:xfrm>
            <a:custGeom>
              <a:avLst/>
              <a:gdLst/>
              <a:ahLst/>
              <a:cxnLst/>
              <a:rect l="l" t="t" r="r" b="b"/>
              <a:pathLst>
                <a:path w="4675" h="4654" extrusionOk="0">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63"/>
            <p:cNvSpPr/>
            <p:nvPr/>
          </p:nvSpPr>
          <p:spPr>
            <a:xfrm>
              <a:off x="4197748" y="1730153"/>
              <a:ext cx="130427" cy="129275"/>
            </a:xfrm>
            <a:custGeom>
              <a:avLst/>
              <a:gdLst/>
              <a:ahLst/>
              <a:cxnLst/>
              <a:rect l="l" t="t" r="r" b="b"/>
              <a:pathLst>
                <a:path w="4981" h="4937" extrusionOk="0">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63"/>
            <p:cNvSpPr/>
            <p:nvPr/>
          </p:nvSpPr>
          <p:spPr>
            <a:xfrm>
              <a:off x="4205499" y="1737328"/>
              <a:ext cx="122677" cy="122101"/>
            </a:xfrm>
            <a:custGeom>
              <a:avLst/>
              <a:gdLst/>
              <a:ahLst/>
              <a:cxnLst/>
              <a:rect l="l" t="t" r="r" b="b"/>
              <a:pathLst>
                <a:path w="4685" h="4663" extrusionOk="0">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63"/>
            <p:cNvSpPr/>
            <p:nvPr/>
          </p:nvSpPr>
          <p:spPr>
            <a:xfrm>
              <a:off x="4065854" y="1663879"/>
              <a:ext cx="86463" cy="32155"/>
            </a:xfrm>
            <a:custGeom>
              <a:avLst/>
              <a:gdLst/>
              <a:ahLst/>
              <a:cxnLst/>
              <a:rect l="l" t="t" r="r" b="b"/>
              <a:pathLst>
                <a:path w="3302" h="1228" extrusionOk="0">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63"/>
            <p:cNvSpPr/>
            <p:nvPr/>
          </p:nvSpPr>
          <p:spPr>
            <a:xfrm>
              <a:off x="4164519" y="1753301"/>
              <a:ext cx="90705" cy="51689"/>
            </a:xfrm>
            <a:custGeom>
              <a:avLst/>
              <a:gdLst/>
              <a:ahLst/>
              <a:cxnLst/>
              <a:rect l="l" t="t" r="r" b="b"/>
              <a:pathLst>
                <a:path w="3464" h="1974" extrusionOk="0">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2" name="Google Shape;11332;p63"/>
          <p:cNvGrpSpPr/>
          <p:nvPr/>
        </p:nvGrpSpPr>
        <p:grpSpPr>
          <a:xfrm>
            <a:off x="2207257" y="2731625"/>
            <a:ext cx="232601" cy="366747"/>
            <a:chOff x="2233795" y="2882162"/>
            <a:chExt cx="232601" cy="366747"/>
          </a:xfrm>
        </p:grpSpPr>
        <p:sp>
          <p:nvSpPr>
            <p:cNvPr id="11333" name="Google Shape;11333;p63"/>
            <p:cNvSpPr/>
            <p:nvPr/>
          </p:nvSpPr>
          <p:spPr>
            <a:xfrm>
              <a:off x="2350946" y="2946368"/>
              <a:ext cx="115188" cy="214979"/>
            </a:xfrm>
            <a:custGeom>
              <a:avLst/>
              <a:gdLst/>
              <a:ahLst/>
              <a:cxnLst/>
              <a:rect l="l" t="t" r="r" b="b"/>
              <a:pathLst>
                <a:path w="4399" h="8210" extrusionOk="0">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63"/>
            <p:cNvSpPr/>
            <p:nvPr/>
          </p:nvSpPr>
          <p:spPr>
            <a:xfrm>
              <a:off x="2379933" y="3052679"/>
              <a:ext cx="86463" cy="46583"/>
            </a:xfrm>
            <a:custGeom>
              <a:avLst/>
              <a:gdLst/>
              <a:ahLst/>
              <a:cxnLst/>
              <a:rect l="l" t="t" r="r" b="b"/>
              <a:pathLst>
                <a:path w="3302" h="1779" extrusionOk="0">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63"/>
            <p:cNvSpPr/>
            <p:nvPr/>
          </p:nvSpPr>
          <p:spPr>
            <a:xfrm>
              <a:off x="2369930" y="2946368"/>
              <a:ext cx="77220" cy="44750"/>
            </a:xfrm>
            <a:custGeom>
              <a:avLst/>
              <a:gdLst/>
              <a:ahLst/>
              <a:cxnLst/>
              <a:rect l="l" t="t" r="r" b="b"/>
              <a:pathLst>
                <a:path w="2949" h="1709" extrusionOk="0">
                  <a:moveTo>
                    <a:pt x="1" y="0"/>
                  </a:moveTo>
                  <a:lnTo>
                    <a:pt x="1" y="1708"/>
                  </a:lnTo>
                  <a:lnTo>
                    <a:pt x="2949" y="1708"/>
                  </a:lnTo>
                  <a:lnTo>
                    <a:pt x="2949"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63"/>
            <p:cNvSpPr/>
            <p:nvPr/>
          </p:nvSpPr>
          <p:spPr>
            <a:xfrm>
              <a:off x="2357440" y="2882162"/>
              <a:ext cx="102200" cy="67976"/>
            </a:xfrm>
            <a:custGeom>
              <a:avLst/>
              <a:gdLst/>
              <a:ahLst/>
              <a:cxnLst/>
              <a:rect l="l" t="t" r="r" b="b"/>
              <a:pathLst>
                <a:path w="3903" h="2596" extrusionOk="0">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63"/>
            <p:cNvSpPr/>
            <p:nvPr/>
          </p:nvSpPr>
          <p:spPr>
            <a:xfrm>
              <a:off x="2379671" y="3062787"/>
              <a:ext cx="29013" cy="60959"/>
            </a:xfrm>
            <a:custGeom>
              <a:avLst/>
              <a:gdLst/>
              <a:ahLst/>
              <a:cxnLst/>
              <a:rect l="l" t="t" r="r" b="b"/>
              <a:pathLst>
                <a:path w="1108" h="2328" extrusionOk="0">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63"/>
            <p:cNvSpPr/>
            <p:nvPr/>
          </p:nvSpPr>
          <p:spPr>
            <a:xfrm>
              <a:off x="2379671" y="3062787"/>
              <a:ext cx="16758" cy="60723"/>
            </a:xfrm>
            <a:custGeom>
              <a:avLst/>
              <a:gdLst/>
              <a:ahLst/>
              <a:cxnLst/>
              <a:rect l="l" t="t" r="r" b="b"/>
              <a:pathLst>
                <a:path w="640" h="2319" extrusionOk="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63"/>
            <p:cNvSpPr/>
            <p:nvPr/>
          </p:nvSpPr>
          <p:spPr>
            <a:xfrm>
              <a:off x="2408658" y="3066034"/>
              <a:ext cx="29013" cy="57712"/>
            </a:xfrm>
            <a:custGeom>
              <a:avLst/>
              <a:gdLst/>
              <a:ahLst/>
              <a:cxnLst/>
              <a:rect l="l" t="t" r="r" b="b"/>
              <a:pathLst>
                <a:path w="1108" h="2204" extrusionOk="0">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63"/>
            <p:cNvSpPr/>
            <p:nvPr/>
          </p:nvSpPr>
          <p:spPr>
            <a:xfrm>
              <a:off x="2408658" y="3066034"/>
              <a:ext cx="17020" cy="57712"/>
            </a:xfrm>
            <a:custGeom>
              <a:avLst/>
              <a:gdLst/>
              <a:ahLst/>
              <a:cxnLst/>
              <a:rect l="l" t="t" r="r" b="b"/>
              <a:pathLst>
                <a:path w="650" h="2204" extrusionOk="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63"/>
            <p:cNvSpPr/>
            <p:nvPr/>
          </p:nvSpPr>
          <p:spPr>
            <a:xfrm>
              <a:off x="2437383" y="3072030"/>
              <a:ext cx="28751" cy="51715"/>
            </a:xfrm>
            <a:custGeom>
              <a:avLst/>
              <a:gdLst/>
              <a:ahLst/>
              <a:cxnLst/>
              <a:rect l="l" t="t" r="r" b="b"/>
              <a:pathLst>
                <a:path w="1098" h="1975" extrusionOk="0">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63"/>
            <p:cNvSpPr/>
            <p:nvPr/>
          </p:nvSpPr>
          <p:spPr>
            <a:xfrm>
              <a:off x="2437383" y="3072266"/>
              <a:ext cx="17020" cy="51480"/>
            </a:xfrm>
            <a:custGeom>
              <a:avLst/>
              <a:gdLst/>
              <a:ahLst/>
              <a:cxnLst/>
              <a:rect l="l" t="t" r="r" b="b"/>
              <a:pathLst>
                <a:path w="650" h="1966" extrusionOk="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63"/>
            <p:cNvSpPr/>
            <p:nvPr/>
          </p:nvSpPr>
          <p:spPr>
            <a:xfrm>
              <a:off x="2357440" y="2944614"/>
              <a:ext cx="102462" cy="28751"/>
            </a:xfrm>
            <a:custGeom>
              <a:avLst/>
              <a:gdLst/>
              <a:ahLst/>
              <a:cxnLst/>
              <a:rect l="l" t="t" r="r" b="b"/>
              <a:pathLst>
                <a:path w="3913" h="1098" extrusionOk="0">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63"/>
            <p:cNvSpPr/>
            <p:nvPr/>
          </p:nvSpPr>
          <p:spPr>
            <a:xfrm>
              <a:off x="2350946" y="3028301"/>
              <a:ext cx="76722" cy="58969"/>
            </a:xfrm>
            <a:custGeom>
              <a:avLst/>
              <a:gdLst/>
              <a:ahLst/>
              <a:cxnLst/>
              <a:rect l="l" t="t" r="r" b="b"/>
              <a:pathLst>
                <a:path w="2930" h="2252" extrusionOk="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63"/>
            <p:cNvSpPr/>
            <p:nvPr/>
          </p:nvSpPr>
          <p:spPr>
            <a:xfrm>
              <a:off x="2350946" y="3038539"/>
              <a:ext cx="66719" cy="38754"/>
            </a:xfrm>
            <a:custGeom>
              <a:avLst/>
              <a:gdLst/>
              <a:ahLst/>
              <a:cxnLst/>
              <a:rect l="l" t="t" r="r" b="b"/>
              <a:pathLst>
                <a:path w="2548" h="1480" extrusionOk="0">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63"/>
            <p:cNvSpPr/>
            <p:nvPr/>
          </p:nvSpPr>
          <p:spPr>
            <a:xfrm>
              <a:off x="2282499" y="3193921"/>
              <a:ext cx="166641" cy="54988"/>
            </a:xfrm>
            <a:custGeom>
              <a:avLst/>
              <a:gdLst/>
              <a:ahLst/>
              <a:cxnLst/>
              <a:rect l="l" t="t" r="r" b="b"/>
              <a:pathLst>
                <a:path w="6364" h="2100" extrusionOk="0">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63"/>
            <p:cNvSpPr/>
            <p:nvPr/>
          </p:nvSpPr>
          <p:spPr>
            <a:xfrm>
              <a:off x="2306248" y="3178681"/>
              <a:ext cx="119665" cy="30506"/>
            </a:xfrm>
            <a:custGeom>
              <a:avLst/>
              <a:gdLst/>
              <a:ahLst/>
              <a:cxnLst/>
              <a:rect l="l" t="t" r="r" b="b"/>
              <a:pathLst>
                <a:path w="4570" h="1165" extrusionOk="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63"/>
            <p:cNvSpPr/>
            <p:nvPr/>
          </p:nvSpPr>
          <p:spPr>
            <a:xfrm>
              <a:off x="2322719" y="3108296"/>
              <a:ext cx="11024" cy="59178"/>
            </a:xfrm>
            <a:custGeom>
              <a:avLst/>
              <a:gdLst/>
              <a:ahLst/>
              <a:cxnLst/>
              <a:rect l="l" t="t" r="r" b="b"/>
              <a:pathLst>
                <a:path w="421" h="2260" extrusionOk="0">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63"/>
            <p:cNvSpPr/>
            <p:nvPr/>
          </p:nvSpPr>
          <p:spPr>
            <a:xfrm>
              <a:off x="2264928" y="3128668"/>
              <a:ext cx="48573" cy="44803"/>
            </a:xfrm>
            <a:custGeom>
              <a:avLst/>
              <a:gdLst/>
              <a:ahLst/>
              <a:cxnLst/>
              <a:rect l="l" t="t" r="r" b="b"/>
              <a:pathLst>
                <a:path w="1855" h="1711" extrusionOk="0">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63"/>
            <p:cNvSpPr/>
            <p:nvPr/>
          </p:nvSpPr>
          <p:spPr>
            <a:xfrm>
              <a:off x="2233795" y="3181928"/>
              <a:ext cx="62713" cy="11024"/>
            </a:xfrm>
            <a:custGeom>
              <a:avLst/>
              <a:gdLst/>
              <a:ahLst/>
              <a:cxnLst/>
              <a:rect l="l" t="t" r="r" b="b"/>
              <a:pathLst>
                <a:path w="2395" h="421" extrusionOk="0">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1" name="Google Shape;11351;p63"/>
          <p:cNvGrpSpPr/>
          <p:nvPr/>
        </p:nvGrpSpPr>
        <p:grpSpPr>
          <a:xfrm>
            <a:off x="3497235" y="3253885"/>
            <a:ext cx="362008" cy="244175"/>
            <a:chOff x="3523772" y="3404422"/>
            <a:chExt cx="362008" cy="244175"/>
          </a:xfrm>
        </p:grpSpPr>
        <p:sp>
          <p:nvSpPr>
            <p:cNvPr id="11352" name="Google Shape;11352;p63"/>
            <p:cNvSpPr/>
            <p:nvPr/>
          </p:nvSpPr>
          <p:spPr>
            <a:xfrm>
              <a:off x="3566244" y="3404579"/>
              <a:ext cx="122677" cy="233256"/>
            </a:xfrm>
            <a:custGeom>
              <a:avLst/>
              <a:gdLst/>
              <a:ahLst/>
              <a:cxnLst/>
              <a:rect l="l" t="t" r="r" b="b"/>
              <a:pathLst>
                <a:path w="4685" h="8908" extrusionOk="0">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63"/>
            <p:cNvSpPr/>
            <p:nvPr/>
          </p:nvSpPr>
          <p:spPr>
            <a:xfrm>
              <a:off x="3566244" y="3511179"/>
              <a:ext cx="78476" cy="126657"/>
            </a:xfrm>
            <a:custGeom>
              <a:avLst/>
              <a:gdLst/>
              <a:ahLst/>
              <a:cxnLst/>
              <a:rect l="l" t="t" r="r" b="b"/>
              <a:pathLst>
                <a:path w="2997" h="4837" extrusionOk="0">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63"/>
            <p:cNvSpPr/>
            <p:nvPr/>
          </p:nvSpPr>
          <p:spPr>
            <a:xfrm>
              <a:off x="3586852" y="3414504"/>
              <a:ext cx="11390" cy="95759"/>
            </a:xfrm>
            <a:custGeom>
              <a:avLst/>
              <a:gdLst/>
              <a:ahLst/>
              <a:cxnLst/>
              <a:rect l="l" t="t" r="r" b="b"/>
              <a:pathLst>
                <a:path w="435" h="3657" extrusionOk="0">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63"/>
            <p:cNvSpPr/>
            <p:nvPr/>
          </p:nvSpPr>
          <p:spPr>
            <a:xfrm>
              <a:off x="3622202" y="3405758"/>
              <a:ext cx="11521" cy="103928"/>
            </a:xfrm>
            <a:custGeom>
              <a:avLst/>
              <a:gdLst/>
              <a:ahLst/>
              <a:cxnLst/>
              <a:rect l="l" t="t" r="r" b="b"/>
              <a:pathLst>
                <a:path w="440" h="3969" extrusionOk="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63"/>
            <p:cNvSpPr/>
            <p:nvPr/>
          </p:nvSpPr>
          <p:spPr>
            <a:xfrm>
              <a:off x="3654174" y="3420002"/>
              <a:ext cx="11024" cy="89317"/>
            </a:xfrm>
            <a:custGeom>
              <a:avLst/>
              <a:gdLst/>
              <a:ahLst/>
              <a:cxnLst/>
              <a:rect l="l" t="t" r="r" b="b"/>
              <a:pathLst>
                <a:path w="421" h="3411" extrusionOk="0">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63"/>
            <p:cNvSpPr/>
            <p:nvPr/>
          </p:nvSpPr>
          <p:spPr>
            <a:xfrm>
              <a:off x="3523772" y="3493320"/>
              <a:ext cx="90469" cy="144515"/>
            </a:xfrm>
            <a:custGeom>
              <a:avLst/>
              <a:gdLst/>
              <a:ahLst/>
              <a:cxnLst/>
              <a:rect l="l" t="t" r="r" b="b"/>
              <a:pathLst>
                <a:path w="3455" h="5519" extrusionOk="0">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63"/>
            <p:cNvSpPr/>
            <p:nvPr/>
          </p:nvSpPr>
          <p:spPr>
            <a:xfrm>
              <a:off x="3557263" y="3624324"/>
              <a:ext cx="140404" cy="24273"/>
            </a:xfrm>
            <a:custGeom>
              <a:avLst/>
              <a:gdLst/>
              <a:ahLst/>
              <a:cxnLst/>
              <a:rect l="l" t="t" r="r" b="b"/>
              <a:pathLst>
                <a:path w="5362" h="927" extrusionOk="0">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63"/>
            <p:cNvSpPr/>
            <p:nvPr/>
          </p:nvSpPr>
          <p:spPr>
            <a:xfrm>
              <a:off x="3720631" y="3404422"/>
              <a:ext cx="122677" cy="233413"/>
            </a:xfrm>
            <a:custGeom>
              <a:avLst/>
              <a:gdLst/>
              <a:ahLst/>
              <a:cxnLst/>
              <a:rect l="l" t="t" r="r" b="b"/>
              <a:pathLst>
                <a:path w="4685" h="8914" extrusionOk="0">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63"/>
            <p:cNvSpPr/>
            <p:nvPr/>
          </p:nvSpPr>
          <p:spPr>
            <a:xfrm>
              <a:off x="3764831" y="3511179"/>
              <a:ext cx="78476" cy="126657"/>
            </a:xfrm>
            <a:custGeom>
              <a:avLst/>
              <a:gdLst/>
              <a:ahLst/>
              <a:cxnLst/>
              <a:rect l="l" t="t" r="r" b="b"/>
              <a:pathLst>
                <a:path w="2997" h="4837" extrusionOk="0">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63"/>
            <p:cNvSpPr/>
            <p:nvPr/>
          </p:nvSpPr>
          <p:spPr>
            <a:xfrm>
              <a:off x="3811546" y="3414504"/>
              <a:ext cx="10762" cy="94764"/>
            </a:xfrm>
            <a:custGeom>
              <a:avLst/>
              <a:gdLst/>
              <a:ahLst/>
              <a:cxnLst/>
              <a:rect l="l" t="t" r="r" b="b"/>
              <a:pathLst>
                <a:path w="411" h="3619" extrusionOk="0">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63"/>
            <p:cNvSpPr/>
            <p:nvPr/>
          </p:nvSpPr>
          <p:spPr>
            <a:xfrm>
              <a:off x="3776091" y="3472372"/>
              <a:ext cx="11260" cy="37340"/>
            </a:xfrm>
            <a:custGeom>
              <a:avLst/>
              <a:gdLst/>
              <a:ahLst/>
              <a:cxnLst/>
              <a:rect l="l" t="t" r="r" b="b"/>
              <a:pathLst>
                <a:path w="430" h="1426" extrusionOk="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63"/>
            <p:cNvSpPr/>
            <p:nvPr/>
          </p:nvSpPr>
          <p:spPr>
            <a:xfrm>
              <a:off x="3744355" y="3420238"/>
              <a:ext cx="10762" cy="89265"/>
            </a:xfrm>
            <a:custGeom>
              <a:avLst/>
              <a:gdLst/>
              <a:ahLst/>
              <a:cxnLst/>
              <a:rect l="l" t="t" r="r" b="b"/>
              <a:pathLst>
                <a:path w="411" h="3409" extrusionOk="0">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63"/>
            <p:cNvSpPr/>
            <p:nvPr/>
          </p:nvSpPr>
          <p:spPr>
            <a:xfrm>
              <a:off x="3795311" y="3493320"/>
              <a:ext cx="90469" cy="144515"/>
            </a:xfrm>
            <a:custGeom>
              <a:avLst/>
              <a:gdLst/>
              <a:ahLst/>
              <a:cxnLst/>
              <a:rect l="l" t="t" r="r" b="b"/>
              <a:pathLst>
                <a:path w="3455" h="5519" extrusionOk="0">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63"/>
            <p:cNvSpPr/>
            <p:nvPr/>
          </p:nvSpPr>
          <p:spPr>
            <a:xfrm>
              <a:off x="3711624" y="3624324"/>
              <a:ext cx="140666" cy="24273"/>
            </a:xfrm>
            <a:custGeom>
              <a:avLst/>
              <a:gdLst/>
              <a:ahLst/>
              <a:cxnLst/>
              <a:rect l="l" t="t" r="r" b="b"/>
              <a:pathLst>
                <a:path w="5372" h="927" extrusionOk="0">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63"/>
            <p:cNvSpPr/>
            <p:nvPr/>
          </p:nvSpPr>
          <p:spPr>
            <a:xfrm>
              <a:off x="3776327" y="3405758"/>
              <a:ext cx="10762" cy="56795"/>
            </a:xfrm>
            <a:custGeom>
              <a:avLst/>
              <a:gdLst/>
              <a:ahLst/>
              <a:cxnLst/>
              <a:rect l="l" t="t" r="r" b="b"/>
              <a:pathLst>
                <a:path w="411" h="2169" extrusionOk="0">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7" name="Google Shape;11367;p63"/>
          <p:cNvGrpSpPr/>
          <p:nvPr/>
        </p:nvGrpSpPr>
        <p:grpSpPr>
          <a:xfrm>
            <a:off x="3504488" y="1826776"/>
            <a:ext cx="359232" cy="327836"/>
            <a:chOff x="3531026" y="1977314"/>
            <a:chExt cx="359232" cy="327836"/>
          </a:xfrm>
        </p:grpSpPr>
        <p:sp>
          <p:nvSpPr>
            <p:cNvPr id="11368" name="Google Shape;11368;p63"/>
            <p:cNvSpPr/>
            <p:nvPr/>
          </p:nvSpPr>
          <p:spPr>
            <a:xfrm>
              <a:off x="3668156" y="1977314"/>
              <a:ext cx="96806" cy="92590"/>
            </a:xfrm>
            <a:custGeom>
              <a:avLst/>
              <a:gdLst/>
              <a:ahLst/>
              <a:cxnLst/>
              <a:rect l="l" t="t" r="r" b="b"/>
              <a:pathLst>
                <a:path w="3697" h="3536" extrusionOk="0">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63"/>
            <p:cNvSpPr/>
            <p:nvPr/>
          </p:nvSpPr>
          <p:spPr>
            <a:xfrm>
              <a:off x="3692901" y="2005960"/>
              <a:ext cx="40744" cy="35140"/>
            </a:xfrm>
            <a:custGeom>
              <a:avLst/>
              <a:gdLst/>
              <a:ahLst/>
              <a:cxnLst/>
              <a:rect l="l" t="t" r="r" b="b"/>
              <a:pathLst>
                <a:path w="1556" h="1342" extrusionOk="0">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63"/>
            <p:cNvSpPr/>
            <p:nvPr/>
          </p:nvSpPr>
          <p:spPr>
            <a:xfrm>
              <a:off x="3531026" y="2088286"/>
              <a:ext cx="276068" cy="216864"/>
            </a:xfrm>
            <a:custGeom>
              <a:avLst/>
              <a:gdLst/>
              <a:ahLst/>
              <a:cxnLst/>
              <a:rect l="l" t="t" r="r" b="b"/>
              <a:pathLst>
                <a:path w="10543" h="8282" extrusionOk="0">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63"/>
            <p:cNvSpPr/>
            <p:nvPr/>
          </p:nvSpPr>
          <p:spPr>
            <a:xfrm>
              <a:off x="3743360" y="2124264"/>
              <a:ext cx="63472" cy="51742"/>
            </a:xfrm>
            <a:custGeom>
              <a:avLst/>
              <a:gdLst/>
              <a:ahLst/>
              <a:cxnLst/>
              <a:rect l="l" t="t" r="r" b="b"/>
              <a:pathLst>
                <a:path w="2424" h="1976" extrusionOk="0">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63"/>
            <p:cNvSpPr/>
            <p:nvPr/>
          </p:nvSpPr>
          <p:spPr>
            <a:xfrm>
              <a:off x="3531026" y="2193471"/>
              <a:ext cx="276068" cy="111443"/>
            </a:xfrm>
            <a:custGeom>
              <a:avLst/>
              <a:gdLst/>
              <a:ahLst/>
              <a:cxnLst/>
              <a:rect l="l" t="t" r="r" b="b"/>
              <a:pathLst>
                <a:path w="10543" h="4256" extrusionOk="0">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63"/>
            <p:cNvSpPr/>
            <p:nvPr/>
          </p:nvSpPr>
          <p:spPr>
            <a:xfrm>
              <a:off x="3531785" y="2179462"/>
              <a:ext cx="298535" cy="125688"/>
            </a:xfrm>
            <a:custGeom>
              <a:avLst/>
              <a:gdLst/>
              <a:ahLst/>
              <a:cxnLst/>
              <a:rect l="l" t="t" r="r" b="b"/>
              <a:pathLst>
                <a:path w="11401" h="4800" extrusionOk="0">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63"/>
            <p:cNvSpPr/>
            <p:nvPr/>
          </p:nvSpPr>
          <p:spPr>
            <a:xfrm>
              <a:off x="3531785" y="2282893"/>
              <a:ext cx="279551" cy="22257"/>
            </a:xfrm>
            <a:custGeom>
              <a:avLst/>
              <a:gdLst/>
              <a:ahLst/>
              <a:cxnLst/>
              <a:rect l="l" t="t" r="r" b="b"/>
              <a:pathLst>
                <a:path w="10676" h="850" extrusionOk="0">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63"/>
            <p:cNvSpPr/>
            <p:nvPr/>
          </p:nvSpPr>
          <p:spPr>
            <a:xfrm>
              <a:off x="3740846" y="2015596"/>
              <a:ext cx="149412" cy="149176"/>
            </a:xfrm>
            <a:custGeom>
              <a:avLst/>
              <a:gdLst/>
              <a:ahLst/>
              <a:cxnLst/>
              <a:rect l="l" t="t" r="r" b="b"/>
              <a:pathLst>
                <a:path w="5706" h="5697" extrusionOk="0">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63"/>
            <p:cNvSpPr/>
            <p:nvPr/>
          </p:nvSpPr>
          <p:spPr>
            <a:xfrm>
              <a:off x="3789576" y="2070532"/>
              <a:ext cx="45221" cy="38780"/>
            </a:xfrm>
            <a:custGeom>
              <a:avLst/>
              <a:gdLst/>
              <a:ahLst/>
              <a:cxnLst/>
              <a:rect l="l" t="t" r="r" b="b"/>
              <a:pathLst>
                <a:path w="1727" h="1481" extrusionOk="0">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63"/>
            <p:cNvSpPr/>
            <p:nvPr/>
          </p:nvSpPr>
          <p:spPr>
            <a:xfrm>
              <a:off x="3531026" y="2088286"/>
              <a:ext cx="111679" cy="36004"/>
            </a:xfrm>
            <a:custGeom>
              <a:avLst/>
              <a:gdLst/>
              <a:ahLst/>
              <a:cxnLst/>
              <a:rect l="l" t="t" r="r" b="b"/>
              <a:pathLst>
                <a:path w="4265" h="1375" extrusionOk="0">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8" name="Google Shape;11378;p63"/>
          <p:cNvGrpSpPr/>
          <p:nvPr/>
        </p:nvGrpSpPr>
        <p:grpSpPr>
          <a:xfrm>
            <a:off x="3096814" y="1349738"/>
            <a:ext cx="296781" cy="359232"/>
            <a:chOff x="3123351" y="1500275"/>
            <a:chExt cx="296781" cy="359232"/>
          </a:xfrm>
        </p:grpSpPr>
        <p:sp>
          <p:nvSpPr>
            <p:cNvPr id="11379" name="Google Shape;11379;p63"/>
            <p:cNvSpPr/>
            <p:nvPr/>
          </p:nvSpPr>
          <p:spPr>
            <a:xfrm>
              <a:off x="3123351" y="1562700"/>
              <a:ext cx="296781" cy="296545"/>
            </a:xfrm>
            <a:custGeom>
              <a:avLst/>
              <a:gdLst/>
              <a:ahLst/>
              <a:cxnLst/>
              <a:rect l="l" t="t" r="r" b="b"/>
              <a:pathLst>
                <a:path w="11334" h="11325" extrusionOk="0">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63"/>
            <p:cNvSpPr/>
            <p:nvPr/>
          </p:nvSpPr>
          <p:spPr>
            <a:xfrm>
              <a:off x="3276979" y="1562465"/>
              <a:ext cx="99189" cy="33569"/>
            </a:xfrm>
            <a:custGeom>
              <a:avLst/>
              <a:gdLst/>
              <a:ahLst/>
              <a:cxnLst/>
              <a:rect l="l" t="t" r="r" b="b"/>
              <a:pathLst>
                <a:path w="3788" h="1282" extrusionOk="0">
                  <a:moveTo>
                    <a:pt x="0" y="0"/>
                  </a:moveTo>
                  <a:cubicBezTo>
                    <a:pt x="344" y="854"/>
                    <a:pt x="1119" y="1281"/>
                    <a:pt x="1894" y="1281"/>
                  </a:cubicBezTo>
                  <a:cubicBezTo>
                    <a:pt x="2669" y="1281"/>
                    <a:pt x="3444" y="854"/>
                    <a:pt x="3788"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63"/>
            <p:cNvSpPr/>
            <p:nvPr/>
          </p:nvSpPr>
          <p:spPr>
            <a:xfrm>
              <a:off x="3130081" y="1800277"/>
              <a:ext cx="75963" cy="59230"/>
            </a:xfrm>
            <a:custGeom>
              <a:avLst/>
              <a:gdLst/>
              <a:ahLst/>
              <a:cxnLst/>
              <a:rect l="l" t="t" r="r" b="b"/>
              <a:pathLst>
                <a:path w="2901" h="2262" extrusionOk="0">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63"/>
            <p:cNvSpPr/>
            <p:nvPr/>
          </p:nvSpPr>
          <p:spPr>
            <a:xfrm>
              <a:off x="3170799" y="1562465"/>
              <a:ext cx="249334" cy="296781"/>
            </a:xfrm>
            <a:custGeom>
              <a:avLst/>
              <a:gdLst/>
              <a:ahLst/>
              <a:cxnLst/>
              <a:rect l="l" t="t" r="r" b="b"/>
              <a:pathLst>
                <a:path w="9522" h="11334" extrusionOk="0">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63"/>
            <p:cNvSpPr/>
            <p:nvPr/>
          </p:nvSpPr>
          <p:spPr>
            <a:xfrm>
              <a:off x="3123351" y="1793285"/>
              <a:ext cx="64206" cy="66222"/>
            </a:xfrm>
            <a:custGeom>
              <a:avLst/>
              <a:gdLst/>
              <a:ahLst/>
              <a:cxnLst/>
              <a:rect l="l" t="t" r="r" b="b"/>
              <a:pathLst>
                <a:path w="2452" h="2529" extrusionOk="0">
                  <a:moveTo>
                    <a:pt x="0" y="0"/>
                  </a:moveTo>
                  <a:lnTo>
                    <a:pt x="2452" y="2528"/>
                  </a:lnTo>
                  <a:lnTo>
                    <a:pt x="2452" y="220"/>
                  </a:lnTo>
                  <a:cubicBezTo>
                    <a:pt x="2452" y="96"/>
                    <a:pt x="2347" y="0"/>
                    <a:pt x="222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63"/>
            <p:cNvSpPr/>
            <p:nvPr/>
          </p:nvSpPr>
          <p:spPr>
            <a:xfrm>
              <a:off x="3251998" y="1787787"/>
              <a:ext cx="131658" cy="11024"/>
            </a:xfrm>
            <a:custGeom>
              <a:avLst/>
              <a:gdLst/>
              <a:ahLst/>
              <a:cxnLst/>
              <a:rect l="l" t="t" r="r" b="b"/>
              <a:pathLst>
                <a:path w="5028" h="421" extrusionOk="0">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63"/>
            <p:cNvSpPr/>
            <p:nvPr/>
          </p:nvSpPr>
          <p:spPr>
            <a:xfrm>
              <a:off x="3259304" y="1537432"/>
              <a:ext cx="74234" cy="70516"/>
            </a:xfrm>
            <a:custGeom>
              <a:avLst/>
              <a:gdLst/>
              <a:ahLst/>
              <a:cxnLst/>
              <a:rect l="l" t="t" r="r" b="b"/>
              <a:pathLst>
                <a:path w="2835" h="2693" extrusionOk="0">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63"/>
            <p:cNvSpPr/>
            <p:nvPr/>
          </p:nvSpPr>
          <p:spPr>
            <a:xfrm>
              <a:off x="3283970" y="1500275"/>
              <a:ext cx="84944" cy="84944"/>
            </a:xfrm>
            <a:custGeom>
              <a:avLst/>
              <a:gdLst/>
              <a:ahLst/>
              <a:cxnLst/>
              <a:rect l="l" t="t" r="r" b="b"/>
              <a:pathLst>
                <a:path w="3244" h="3244" extrusionOk="0">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63"/>
            <p:cNvSpPr/>
            <p:nvPr/>
          </p:nvSpPr>
          <p:spPr>
            <a:xfrm>
              <a:off x="3185803" y="1633662"/>
              <a:ext cx="171878" cy="19743"/>
            </a:xfrm>
            <a:custGeom>
              <a:avLst/>
              <a:gdLst/>
              <a:ahLst/>
              <a:cxnLst/>
              <a:rect l="l" t="t" r="r" b="b"/>
              <a:pathLst>
                <a:path w="6564" h="754" extrusionOk="0">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63"/>
            <p:cNvSpPr/>
            <p:nvPr/>
          </p:nvSpPr>
          <p:spPr>
            <a:xfrm>
              <a:off x="3179047" y="1674851"/>
              <a:ext cx="186463" cy="10814"/>
            </a:xfrm>
            <a:custGeom>
              <a:avLst/>
              <a:gdLst/>
              <a:ahLst/>
              <a:cxnLst/>
              <a:rect l="l" t="t" r="r" b="b"/>
              <a:pathLst>
                <a:path w="7121" h="413" extrusionOk="0">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63"/>
            <p:cNvSpPr/>
            <p:nvPr/>
          </p:nvSpPr>
          <p:spPr>
            <a:xfrm>
              <a:off x="3179047" y="1701847"/>
              <a:ext cx="185390" cy="10762"/>
            </a:xfrm>
            <a:custGeom>
              <a:avLst/>
              <a:gdLst/>
              <a:ahLst/>
              <a:cxnLst/>
              <a:rect l="l" t="t" r="r" b="b"/>
              <a:pathLst>
                <a:path w="7080" h="411" extrusionOk="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0" name="Google Shape;11390;p63"/>
          <p:cNvGrpSpPr/>
          <p:nvPr/>
        </p:nvGrpSpPr>
        <p:grpSpPr>
          <a:xfrm>
            <a:off x="2632920" y="1349738"/>
            <a:ext cx="332261" cy="359232"/>
            <a:chOff x="2659458" y="1500275"/>
            <a:chExt cx="332261" cy="359232"/>
          </a:xfrm>
        </p:grpSpPr>
        <p:sp>
          <p:nvSpPr>
            <p:cNvPr id="11391" name="Google Shape;11391;p63"/>
            <p:cNvSpPr/>
            <p:nvPr/>
          </p:nvSpPr>
          <p:spPr>
            <a:xfrm>
              <a:off x="2957234" y="1800015"/>
              <a:ext cx="34486" cy="59361"/>
            </a:xfrm>
            <a:custGeom>
              <a:avLst/>
              <a:gdLst/>
              <a:ahLst/>
              <a:cxnLst/>
              <a:rect l="l" t="t" r="r" b="b"/>
              <a:pathLst>
                <a:path w="1317" h="2267" extrusionOk="0">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63"/>
            <p:cNvSpPr/>
            <p:nvPr/>
          </p:nvSpPr>
          <p:spPr>
            <a:xfrm>
              <a:off x="2974463" y="1800015"/>
              <a:ext cx="17256" cy="59492"/>
            </a:xfrm>
            <a:custGeom>
              <a:avLst/>
              <a:gdLst/>
              <a:ahLst/>
              <a:cxnLst/>
              <a:rect l="l" t="t" r="r" b="b"/>
              <a:pathLst>
                <a:path w="659" h="2272" extrusionOk="0">
                  <a:moveTo>
                    <a:pt x="0" y="1"/>
                  </a:moveTo>
                  <a:lnTo>
                    <a:pt x="0" y="2271"/>
                  </a:lnTo>
                  <a:cubicBezTo>
                    <a:pt x="201" y="2262"/>
                    <a:pt x="382" y="2109"/>
                    <a:pt x="411" y="1909"/>
                  </a:cubicBezTo>
                  <a:lnTo>
                    <a:pt x="659" y="1"/>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63"/>
            <p:cNvSpPr/>
            <p:nvPr/>
          </p:nvSpPr>
          <p:spPr>
            <a:xfrm>
              <a:off x="2659458" y="1500275"/>
              <a:ext cx="266066" cy="358970"/>
            </a:xfrm>
            <a:custGeom>
              <a:avLst/>
              <a:gdLst/>
              <a:ahLst/>
              <a:cxnLst/>
              <a:rect l="l" t="t" r="r" b="b"/>
              <a:pathLst>
                <a:path w="10161" h="13709" extrusionOk="0">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63"/>
            <p:cNvSpPr/>
            <p:nvPr/>
          </p:nvSpPr>
          <p:spPr>
            <a:xfrm>
              <a:off x="2659458" y="1500275"/>
              <a:ext cx="92459" cy="92197"/>
            </a:xfrm>
            <a:custGeom>
              <a:avLst/>
              <a:gdLst/>
              <a:ahLst/>
              <a:cxnLst/>
              <a:rect l="l" t="t" r="r" b="b"/>
              <a:pathLst>
                <a:path w="3531" h="3521" extrusionOk="0">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63"/>
            <p:cNvSpPr/>
            <p:nvPr/>
          </p:nvSpPr>
          <p:spPr>
            <a:xfrm>
              <a:off x="2659458" y="1500275"/>
              <a:ext cx="266066" cy="358970"/>
            </a:xfrm>
            <a:custGeom>
              <a:avLst/>
              <a:gdLst/>
              <a:ahLst/>
              <a:cxnLst/>
              <a:rect l="l" t="t" r="r" b="b"/>
              <a:pathLst>
                <a:path w="10161" h="13709" extrusionOk="0">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63"/>
            <p:cNvSpPr/>
            <p:nvPr/>
          </p:nvSpPr>
          <p:spPr>
            <a:xfrm>
              <a:off x="2659458" y="1500275"/>
              <a:ext cx="79471" cy="79445"/>
            </a:xfrm>
            <a:custGeom>
              <a:avLst/>
              <a:gdLst/>
              <a:ahLst/>
              <a:cxnLst/>
              <a:rect l="l" t="t" r="r" b="b"/>
              <a:pathLst>
                <a:path w="3035" h="3034" extrusionOk="0">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63"/>
            <p:cNvSpPr/>
            <p:nvPr/>
          </p:nvSpPr>
          <p:spPr>
            <a:xfrm>
              <a:off x="2710414" y="1744817"/>
              <a:ext cx="164154" cy="11024"/>
            </a:xfrm>
            <a:custGeom>
              <a:avLst/>
              <a:gdLst/>
              <a:ahLst/>
              <a:cxnLst/>
              <a:rect l="l" t="t" r="r" b="b"/>
              <a:pathLst>
                <a:path w="6269" h="421" extrusionOk="0">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63"/>
            <p:cNvSpPr/>
            <p:nvPr/>
          </p:nvSpPr>
          <p:spPr>
            <a:xfrm>
              <a:off x="2785853" y="1811013"/>
              <a:ext cx="88715" cy="11024"/>
            </a:xfrm>
            <a:custGeom>
              <a:avLst/>
              <a:gdLst/>
              <a:ahLst/>
              <a:cxnLst/>
              <a:rect l="l" t="t" r="r" b="b"/>
              <a:pathLst>
                <a:path w="3388" h="421" extrusionOk="0">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63"/>
            <p:cNvSpPr/>
            <p:nvPr/>
          </p:nvSpPr>
          <p:spPr>
            <a:xfrm>
              <a:off x="2710414" y="1717349"/>
              <a:ext cx="164154" cy="10998"/>
            </a:xfrm>
            <a:custGeom>
              <a:avLst/>
              <a:gdLst/>
              <a:ahLst/>
              <a:cxnLst/>
              <a:rect l="l" t="t" r="r" b="b"/>
              <a:pathLst>
                <a:path w="6269" h="420" extrusionOk="0">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63"/>
            <p:cNvSpPr/>
            <p:nvPr/>
          </p:nvSpPr>
          <p:spPr>
            <a:xfrm>
              <a:off x="2710414" y="1689855"/>
              <a:ext cx="164154" cy="11024"/>
            </a:xfrm>
            <a:custGeom>
              <a:avLst/>
              <a:gdLst/>
              <a:ahLst/>
              <a:cxnLst/>
              <a:rect l="l" t="t" r="r" b="b"/>
              <a:pathLst>
                <a:path w="6269" h="421" extrusionOk="0">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63"/>
            <p:cNvSpPr/>
            <p:nvPr/>
          </p:nvSpPr>
          <p:spPr>
            <a:xfrm>
              <a:off x="2709576" y="1662360"/>
              <a:ext cx="165830" cy="11050"/>
            </a:xfrm>
            <a:custGeom>
              <a:avLst/>
              <a:gdLst/>
              <a:ahLst/>
              <a:cxnLst/>
              <a:rect l="l" t="t" r="r" b="b"/>
              <a:pathLst>
                <a:path w="6333" h="422" extrusionOk="0">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63"/>
            <p:cNvSpPr/>
            <p:nvPr/>
          </p:nvSpPr>
          <p:spPr>
            <a:xfrm>
              <a:off x="2774515" y="1581423"/>
              <a:ext cx="23357" cy="62242"/>
            </a:xfrm>
            <a:custGeom>
              <a:avLst/>
              <a:gdLst/>
              <a:ahLst/>
              <a:cxnLst/>
              <a:rect l="l" t="t" r="r" b="b"/>
              <a:pathLst>
                <a:path w="892" h="2377" extrusionOk="0">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63"/>
            <p:cNvSpPr/>
            <p:nvPr/>
          </p:nvSpPr>
          <p:spPr>
            <a:xfrm>
              <a:off x="2773782" y="1635364"/>
              <a:ext cx="37183" cy="10814"/>
            </a:xfrm>
            <a:custGeom>
              <a:avLst/>
              <a:gdLst/>
              <a:ahLst/>
              <a:cxnLst/>
              <a:rect l="l" t="t" r="r" b="b"/>
              <a:pathLst>
                <a:path w="1420" h="413" extrusionOk="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63"/>
            <p:cNvSpPr/>
            <p:nvPr/>
          </p:nvSpPr>
          <p:spPr>
            <a:xfrm>
              <a:off x="2777866" y="1561103"/>
              <a:ext cx="20005" cy="17125"/>
            </a:xfrm>
            <a:custGeom>
              <a:avLst/>
              <a:gdLst/>
              <a:ahLst/>
              <a:cxnLst/>
              <a:rect l="l" t="t" r="r" b="b"/>
              <a:pathLst>
                <a:path w="764" h="654" extrusionOk="0">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63"/>
            <p:cNvSpPr/>
            <p:nvPr/>
          </p:nvSpPr>
          <p:spPr>
            <a:xfrm>
              <a:off x="2957234" y="1582941"/>
              <a:ext cx="34486" cy="229852"/>
            </a:xfrm>
            <a:custGeom>
              <a:avLst/>
              <a:gdLst/>
              <a:ahLst/>
              <a:cxnLst/>
              <a:rect l="l" t="t" r="r" b="b"/>
              <a:pathLst>
                <a:path w="1317" h="8778" extrusionOk="0">
                  <a:moveTo>
                    <a:pt x="0" y="1"/>
                  </a:moveTo>
                  <a:lnTo>
                    <a:pt x="0" y="8777"/>
                  </a:lnTo>
                  <a:lnTo>
                    <a:pt x="1317" y="8777"/>
                  </a:lnTo>
                  <a:lnTo>
                    <a:pt x="131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63"/>
            <p:cNvSpPr/>
            <p:nvPr/>
          </p:nvSpPr>
          <p:spPr>
            <a:xfrm>
              <a:off x="2974463" y="1582941"/>
              <a:ext cx="17256" cy="229852"/>
            </a:xfrm>
            <a:custGeom>
              <a:avLst/>
              <a:gdLst/>
              <a:ahLst/>
              <a:cxnLst/>
              <a:rect l="l" t="t" r="r" b="b"/>
              <a:pathLst>
                <a:path w="659" h="8778" extrusionOk="0">
                  <a:moveTo>
                    <a:pt x="0" y="1"/>
                  </a:moveTo>
                  <a:lnTo>
                    <a:pt x="0" y="8777"/>
                  </a:lnTo>
                  <a:lnTo>
                    <a:pt x="659" y="8777"/>
                  </a:lnTo>
                  <a:lnTo>
                    <a:pt x="659"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63"/>
            <p:cNvSpPr/>
            <p:nvPr/>
          </p:nvSpPr>
          <p:spPr>
            <a:xfrm>
              <a:off x="2957234" y="1550210"/>
              <a:ext cx="34486" cy="40246"/>
            </a:xfrm>
            <a:custGeom>
              <a:avLst/>
              <a:gdLst/>
              <a:ahLst/>
              <a:cxnLst/>
              <a:rect l="l" t="t" r="r" b="b"/>
              <a:pathLst>
                <a:path w="1317" h="1537" extrusionOk="0">
                  <a:moveTo>
                    <a:pt x="0" y="1"/>
                  </a:moveTo>
                  <a:lnTo>
                    <a:pt x="0" y="1537"/>
                  </a:lnTo>
                  <a:lnTo>
                    <a:pt x="1317" y="1537"/>
                  </a:lnTo>
                  <a:lnTo>
                    <a:pt x="1317"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63"/>
            <p:cNvSpPr/>
            <p:nvPr/>
          </p:nvSpPr>
          <p:spPr>
            <a:xfrm>
              <a:off x="2974463" y="1550210"/>
              <a:ext cx="17256" cy="40246"/>
            </a:xfrm>
            <a:custGeom>
              <a:avLst/>
              <a:gdLst/>
              <a:ahLst/>
              <a:cxnLst/>
              <a:rect l="l" t="t" r="r" b="b"/>
              <a:pathLst>
                <a:path w="659" h="1537" extrusionOk="0">
                  <a:moveTo>
                    <a:pt x="0" y="1"/>
                  </a:moveTo>
                  <a:lnTo>
                    <a:pt x="0" y="1537"/>
                  </a:lnTo>
                  <a:lnTo>
                    <a:pt x="659" y="1537"/>
                  </a:lnTo>
                  <a:lnTo>
                    <a:pt x="659"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63"/>
            <p:cNvSpPr/>
            <p:nvPr/>
          </p:nvSpPr>
          <p:spPr>
            <a:xfrm>
              <a:off x="2957234" y="1500275"/>
              <a:ext cx="34486" cy="49961"/>
            </a:xfrm>
            <a:custGeom>
              <a:avLst/>
              <a:gdLst/>
              <a:ahLst/>
              <a:cxnLst/>
              <a:rect l="l" t="t" r="r" b="b"/>
              <a:pathLst>
                <a:path w="1317" h="1908" extrusionOk="0">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63"/>
            <p:cNvSpPr/>
            <p:nvPr/>
          </p:nvSpPr>
          <p:spPr>
            <a:xfrm>
              <a:off x="2974463" y="1500275"/>
              <a:ext cx="17256" cy="49961"/>
            </a:xfrm>
            <a:custGeom>
              <a:avLst/>
              <a:gdLst/>
              <a:ahLst/>
              <a:cxnLst/>
              <a:rect l="l" t="t" r="r" b="b"/>
              <a:pathLst>
                <a:path w="659" h="1908" extrusionOk="0">
                  <a:moveTo>
                    <a:pt x="0" y="0"/>
                  </a:moveTo>
                  <a:lnTo>
                    <a:pt x="0" y="1908"/>
                  </a:lnTo>
                  <a:lnTo>
                    <a:pt x="659" y="1908"/>
                  </a:lnTo>
                  <a:lnTo>
                    <a:pt x="659" y="658"/>
                  </a:lnTo>
                  <a:cubicBezTo>
                    <a:pt x="659" y="296"/>
                    <a:pt x="363"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1" name="Google Shape;11411;p63"/>
          <p:cNvGrpSpPr/>
          <p:nvPr/>
        </p:nvGrpSpPr>
        <p:grpSpPr>
          <a:xfrm>
            <a:off x="1723646" y="2262992"/>
            <a:ext cx="359730" cy="359441"/>
            <a:chOff x="1750184" y="2413530"/>
            <a:chExt cx="359730" cy="359441"/>
          </a:xfrm>
        </p:grpSpPr>
        <p:sp>
          <p:nvSpPr>
            <p:cNvPr id="11412" name="Google Shape;11412;p63"/>
            <p:cNvSpPr/>
            <p:nvPr/>
          </p:nvSpPr>
          <p:spPr>
            <a:xfrm>
              <a:off x="1867074" y="2496981"/>
              <a:ext cx="58000" cy="64965"/>
            </a:xfrm>
            <a:custGeom>
              <a:avLst/>
              <a:gdLst/>
              <a:ahLst/>
              <a:cxnLst/>
              <a:rect l="l" t="t" r="r" b="b"/>
              <a:pathLst>
                <a:path w="2215" h="2481" extrusionOk="0">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63"/>
            <p:cNvSpPr/>
            <p:nvPr/>
          </p:nvSpPr>
          <p:spPr>
            <a:xfrm>
              <a:off x="1824863" y="2413530"/>
              <a:ext cx="285050" cy="285312"/>
            </a:xfrm>
            <a:custGeom>
              <a:avLst/>
              <a:gdLst/>
              <a:ahLst/>
              <a:cxnLst/>
              <a:rect l="l" t="t" r="r" b="b"/>
              <a:pathLst>
                <a:path w="10886" h="10896" extrusionOk="0">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63"/>
            <p:cNvSpPr/>
            <p:nvPr/>
          </p:nvSpPr>
          <p:spPr>
            <a:xfrm>
              <a:off x="1893808" y="2482737"/>
              <a:ext cx="147160" cy="146898"/>
            </a:xfrm>
            <a:custGeom>
              <a:avLst/>
              <a:gdLst/>
              <a:ahLst/>
              <a:cxnLst/>
              <a:rect l="l" t="t" r="r" b="b"/>
              <a:pathLst>
                <a:path w="5620" h="5610" extrusionOk="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63"/>
            <p:cNvSpPr/>
            <p:nvPr/>
          </p:nvSpPr>
          <p:spPr>
            <a:xfrm>
              <a:off x="1787654" y="2492294"/>
              <a:ext cx="245065" cy="246767"/>
            </a:xfrm>
            <a:custGeom>
              <a:avLst/>
              <a:gdLst/>
              <a:ahLst/>
              <a:cxnLst/>
              <a:rect l="l" t="t" r="r" b="b"/>
              <a:pathLst>
                <a:path w="9359" h="9424" extrusionOk="0">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63"/>
            <p:cNvSpPr/>
            <p:nvPr/>
          </p:nvSpPr>
          <p:spPr>
            <a:xfrm>
              <a:off x="1806141" y="2613871"/>
              <a:ext cx="106442" cy="106442"/>
            </a:xfrm>
            <a:custGeom>
              <a:avLst/>
              <a:gdLst/>
              <a:ahLst/>
              <a:cxnLst/>
              <a:rect l="l" t="t" r="r" b="b"/>
              <a:pathLst>
                <a:path w="4065" h="4065" extrusionOk="0">
                  <a:moveTo>
                    <a:pt x="1746" y="1"/>
                  </a:moveTo>
                  <a:lnTo>
                    <a:pt x="0" y="1747"/>
                  </a:lnTo>
                  <a:lnTo>
                    <a:pt x="2318" y="4065"/>
                  </a:lnTo>
                  <a:lnTo>
                    <a:pt x="4064" y="2310"/>
                  </a:lnTo>
                  <a:lnTo>
                    <a:pt x="1746"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63"/>
            <p:cNvSpPr/>
            <p:nvPr/>
          </p:nvSpPr>
          <p:spPr>
            <a:xfrm>
              <a:off x="1923790" y="2515075"/>
              <a:ext cx="52972" cy="46321"/>
            </a:xfrm>
            <a:custGeom>
              <a:avLst/>
              <a:gdLst/>
              <a:ahLst/>
              <a:cxnLst/>
              <a:rect l="l" t="t" r="r" b="b"/>
              <a:pathLst>
                <a:path w="2023" h="1769" extrusionOk="0">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63"/>
            <p:cNvSpPr/>
            <p:nvPr/>
          </p:nvSpPr>
          <p:spPr>
            <a:xfrm>
              <a:off x="1944215" y="2537882"/>
              <a:ext cx="55277" cy="46766"/>
            </a:xfrm>
            <a:custGeom>
              <a:avLst/>
              <a:gdLst/>
              <a:ahLst/>
              <a:cxnLst/>
              <a:rect l="l" t="t" r="r" b="b"/>
              <a:pathLst>
                <a:path w="2111" h="1786" extrusionOk="0">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63"/>
            <p:cNvSpPr/>
            <p:nvPr/>
          </p:nvSpPr>
          <p:spPr>
            <a:xfrm>
              <a:off x="1968252" y="2560611"/>
              <a:ext cx="53993" cy="46243"/>
            </a:xfrm>
            <a:custGeom>
              <a:avLst/>
              <a:gdLst/>
              <a:ahLst/>
              <a:cxnLst/>
              <a:rect l="l" t="t" r="r" b="b"/>
              <a:pathLst>
                <a:path w="2062" h="1766" extrusionOk="0">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63"/>
            <p:cNvSpPr/>
            <p:nvPr/>
          </p:nvSpPr>
          <p:spPr>
            <a:xfrm>
              <a:off x="1792630" y="2614945"/>
              <a:ext cx="116707" cy="115869"/>
            </a:xfrm>
            <a:custGeom>
              <a:avLst/>
              <a:gdLst/>
              <a:ahLst/>
              <a:cxnLst/>
              <a:rect l="l" t="t" r="r" b="b"/>
              <a:pathLst>
                <a:path w="4457" h="4425" extrusionOk="0">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63"/>
            <p:cNvSpPr/>
            <p:nvPr/>
          </p:nvSpPr>
          <p:spPr>
            <a:xfrm>
              <a:off x="1750184" y="2637621"/>
              <a:ext cx="135900" cy="135350"/>
            </a:xfrm>
            <a:custGeom>
              <a:avLst/>
              <a:gdLst/>
              <a:ahLst/>
              <a:cxnLst/>
              <a:rect l="l" t="t" r="r" b="b"/>
              <a:pathLst>
                <a:path w="5190" h="5169" extrusionOk="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63"/>
            <p:cNvSpPr/>
            <p:nvPr/>
          </p:nvSpPr>
          <p:spPr>
            <a:xfrm>
              <a:off x="1750184" y="2665586"/>
              <a:ext cx="107673" cy="107385"/>
            </a:xfrm>
            <a:custGeom>
              <a:avLst/>
              <a:gdLst/>
              <a:ahLst/>
              <a:cxnLst/>
              <a:rect l="l" t="t" r="r" b="b"/>
              <a:pathLst>
                <a:path w="4112" h="4101" extrusionOk="0">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3" name="Google Shape;11423;p63"/>
          <p:cNvGrpSpPr/>
          <p:nvPr/>
        </p:nvGrpSpPr>
        <p:grpSpPr>
          <a:xfrm>
            <a:off x="2203513" y="1349685"/>
            <a:ext cx="316524" cy="359284"/>
            <a:chOff x="2230050" y="1500223"/>
            <a:chExt cx="316524" cy="359284"/>
          </a:xfrm>
        </p:grpSpPr>
        <p:sp>
          <p:nvSpPr>
            <p:cNvPr id="11424" name="Google Shape;11424;p63"/>
            <p:cNvSpPr/>
            <p:nvPr/>
          </p:nvSpPr>
          <p:spPr>
            <a:xfrm>
              <a:off x="2230050" y="1584958"/>
              <a:ext cx="189632" cy="274550"/>
            </a:xfrm>
            <a:custGeom>
              <a:avLst/>
              <a:gdLst/>
              <a:ahLst/>
              <a:cxnLst/>
              <a:rect l="l" t="t" r="r" b="b"/>
              <a:pathLst>
                <a:path w="7242" h="10485" extrusionOk="0">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63"/>
            <p:cNvSpPr/>
            <p:nvPr/>
          </p:nvSpPr>
          <p:spPr>
            <a:xfrm>
              <a:off x="2230050" y="1849243"/>
              <a:ext cx="189632" cy="10265"/>
            </a:xfrm>
            <a:custGeom>
              <a:avLst/>
              <a:gdLst/>
              <a:ahLst/>
              <a:cxnLst/>
              <a:rect l="l" t="t" r="r" b="b"/>
              <a:pathLst>
                <a:path w="7242" h="392" extrusionOk="0">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63"/>
            <p:cNvSpPr/>
            <p:nvPr/>
          </p:nvSpPr>
          <p:spPr>
            <a:xfrm>
              <a:off x="2266028" y="1585193"/>
              <a:ext cx="117675" cy="37759"/>
            </a:xfrm>
            <a:custGeom>
              <a:avLst/>
              <a:gdLst/>
              <a:ahLst/>
              <a:cxnLst/>
              <a:rect l="l" t="t" r="r" b="b"/>
              <a:pathLst>
                <a:path w="4494" h="1442" extrusionOk="0">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63"/>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63"/>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63"/>
            <p:cNvSpPr/>
            <p:nvPr/>
          </p:nvSpPr>
          <p:spPr>
            <a:xfrm>
              <a:off x="2266028" y="1603680"/>
              <a:ext cx="117675" cy="19272"/>
            </a:xfrm>
            <a:custGeom>
              <a:avLst/>
              <a:gdLst/>
              <a:ahLst/>
              <a:cxnLst/>
              <a:rect l="l" t="t" r="r" b="b"/>
              <a:pathLst>
                <a:path w="4494" h="736" extrusionOk="0">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63"/>
            <p:cNvSpPr/>
            <p:nvPr/>
          </p:nvSpPr>
          <p:spPr>
            <a:xfrm>
              <a:off x="2275272" y="1546466"/>
              <a:ext cx="99189" cy="67243"/>
            </a:xfrm>
            <a:custGeom>
              <a:avLst/>
              <a:gdLst/>
              <a:ahLst/>
              <a:cxnLst/>
              <a:rect l="l" t="t" r="r" b="b"/>
              <a:pathLst>
                <a:path w="3788" h="2568" extrusionOk="0">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63"/>
            <p:cNvSpPr/>
            <p:nvPr/>
          </p:nvSpPr>
          <p:spPr>
            <a:xfrm>
              <a:off x="2275272" y="1599935"/>
              <a:ext cx="99189" cy="13773"/>
            </a:xfrm>
            <a:custGeom>
              <a:avLst/>
              <a:gdLst/>
              <a:ahLst/>
              <a:cxnLst/>
              <a:rect l="l" t="t" r="r" b="b"/>
              <a:pathLst>
                <a:path w="3788" h="526" extrusionOk="0">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63"/>
            <p:cNvSpPr/>
            <p:nvPr/>
          </p:nvSpPr>
          <p:spPr>
            <a:xfrm>
              <a:off x="2272156" y="1710070"/>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63"/>
            <p:cNvSpPr/>
            <p:nvPr/>
          </p:nvSpPr>
          <p:spPr>
            <a:xfrm>
              <a:off x="2272156" y="1730808"/>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63"/>
            <p:cNvSpPr/>
            <p:nvPr/>
          </p:nvSpPr>
          <p:spPr>
            <a:xfrm>
              <a:off x="2272156" y="1751547"/>
              <a:ext cx="105395" cy="10814"/>
            </a:xfrm>
            <a:custGeom>
              <a:avLst/>
              <a:gdLst/>
              <a:ahLst/>
              <a:cxnLst/>
              <a:rect l="l" t="t" r="r" b="b"/>
              <a:pathLst>
                <a:path w="4025" h="413" extrusionOk="0">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63"/>
            <p:cNvSpPr/>
            <p:nvPr/>
          </p:nvSpPr>
          <p:spPr>
            <a:xfrm>
              <a:off x="2272156" y="1772285"/>
              <a:ext cx="105395" cy="11050"/>
            </a:xfrm>
            <a:custGeom>
              <a:avLst/>
              <a:gdLst/>
              <a:ahLst/>
              <a:cxnLst/>
              <a:rect l="l" t="t" r="r" b="b"/>
              <a:pathLst>
                <a:path w="4025" h="422" extrusionOk="0">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63"/>
            <p:cNvSpPr/>
            <p:nvPr/>
          </p:nvSpPr>
          <p:spPr>
            <a:xfrm>
              <a:off x="2382918" y="1500223"/>
              <a:ext cx="163656" cy="137209"/>
            </a:xfrm>
            <a:custGeom>
              <a:avLst/>
              <a:gdLst/>
              <a:ahLst/>
              <a:cxnLst/>
              <a:rect l="l" t="t" r="r" b="b"/>
              <a:pathLst>
                <a:path w="6250" h="5240" extrusionOk="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63"/>
            <p:cNvSpPr/>
            <p:nvPr/>
          </p:nvSpPr>
          <p:spPr>
            <a:xfrm>
              <a:off x="2427380" y="1560396"/>
              <a:ext cx="11521" cy="12333"/>
            </a:xfrm>
            <a:custGeom>
              <a:avLst/>
              <a:gdLst/>
              <a:ahLst/>
              <a:cxnLst/>
              <a:rect l="l" t="t" r="r" b="b"/>
              <a:pathLst>
                <a:path w="440" h="471" extrusionOk="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63"/>
            <p:cNvSpPr/>
            <p:nvPr/>
          </p:nvSpPr>
          <p:spPr>
            <a:xfrm>
              <a:off x="2448878" y="1560396"/>
              <a:ext cx="11390" cy="12333"/>
            </a:xfrm>
            <a:custGeom>
              <a:avLst/>
              <a:gdLst/>
              <a:ahLst/>
              <a:cxnLst/>
              <a:rect l="l" t="t" r="r" b="b"/>
              <a:pathLst>
                <a:path w="435" h="471" extrusionOk="0">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63"/>
            <p:cNvSpPr/>
            <p:nvPr/>
          </p:nvSpPr>
          <p:spPr>
            <a:xfrm>
              <a:off x="2470114" y="1560396"/>
              <a:ext cx="11521" cy="12333"/>
            </a:xfrm>
            <a:custGeom>
              <a:avLst/>
              <a:gdLst/>
              <a:ahLst/>
              <a:cxnLst/>
              <a:rect l="l" t="t" r="r" b="b"/>
              <a:pathLst>
                <a:path w="440" h="471" extrusionOk="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63"/>
            <p:cNvSpPr/>
            <p:nvPr/>
          </p:nvSpPr>
          <p:spPr>
            <a:xfrm>
              <a:off x="2491455" y="1560396"/>
              <a:ext cx="11390" cy="12333"/>
            </a:xfrm>
            <a:custGeom>
              <a:avLst/>
              <a:gdLst/>
              <a:ahLst/>
              <a:cxnLst/>
              <a:rect l="l" t="t" r="r" b="b"/>
              <a:pathLst>
                <a:path w="435" h="471" extrusionOk="0">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63"/>
            <p:cNvSpPr/>
            <p:nvPr/>
          </p:nvSpPr>
          <p:spPr>
            <a:xfrm>
              <a:off x="2310229" y="1645393"/>
              <a:ext cx="20005" cy="49490"/>
            </a:xfrm>
            <a:custGeom>
              <a:avLst/>
              <a:gdLst/>
              <a:ahLst/>
              <a:cxnLst/>
              <a:rect l="l" t="t" r="r" b="b"/>
              <a:pathLst>
                <a:path w="764" h="1890" extrusionOk="0">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63"/>
            <p:cNvSpPr/>
            <p:nvPr/>
          </p:nvSpPr>
          <p:spPr>
            <a:xfrm>
              <a:off x="2308893" y="1686110"/>
              <a:ext cx="31946" cy="11050"/>
            </a:xfrm>
            <a:custGeom>
              <a:avLst/>
              <a:gdLst/>
              <a:ahLst/>
              <a:cxnLst/>
              <a:rect l="l" t="t" r="r" b="b"/>
              <a:pathLst>
                <a:path w="1220" h="422" extrusionOk="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63"/>
            <p:cNvSpPr/>
            <p:nvPr/>
          </p:nvSpPr>
          <p:spPr>
            <a:xfrm>
              <a:off x="2311983" y="1627063"/>
              <a:ext cx="18251" cy="15606"/>
            </a:xfrm>
            <a:custGeom>
              <a:avLst/>
              <a:gdLst/>
              <a:ahLst/>
              <a:cxnLst/>
              <a:rect l="l" t="t" r="r" b="b"/>
              <a:pathLst>
                <a:path w="697" h="596" extrusionOk="0">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4" name="Google Shape;11444;p63"/>
          <p:cNvGrpSpPr/>
          <p:nvPr/>
        </p:nvGrpSpPr>
        <p:grpSpPr>
          <a:xfrm>
            <a:off x="2663504" y="4112229"/>
            <a:ext cx="359389" cy="359232"/>
            <a:chOff x="2690042" y="4262767"/>
            <a:chExt cx="359389" cy="359232"/>
          </a:xfrm>
        </p:grpSpPr>
        <p:sp>
          <p:nvSpPr>
            <p:cNvPr id="11445" name="Google Shape;11445;p63"/>
            <p:cNvSpPr/>
            <p:nvPr/>
          </p:nvSpPr>
          <p:spPr>
            <a:xfrm>
              <a:off x="2690042" y="4262767"/>
              <a:ext cx="205002" cy="173214"/>
            </a:xfrm>
            <a:custGeom>
              <a:avLst/>
              <a:gdLst/>
              <a:ahLst/>
              <a:cxnLst/>
              <a:rect l="l" t="t" r="r" b="b"/>
              <a:pathLst>
                <a:path w="7829" h="6615" extrusionOk="0">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63"/>
            <p:cNvSpPr/>
            <p:nvPr/>
          </p:nvSpPr>
          <p:spPr>
            <a:xfrm>
              <a:off x="2729293" y="4277456"/>
              <a:ext cx="124038" cy="125086"/>
            </a:xfrm>
            <a:custGeom>
              <a:avLst/>
              <a:gdLst/>
              <a:ahLst/>
              <a:cxnLst/>
              <a:rect l="l" t="t" r="r" b="b"/>
              <a:pathLst>
                <a:path w="4737" h="4777" extrusionOk="0">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63"/>
            <p:cNvSpPr/>
            <p:nvPr/>
          </p:nvSpPr>
          <p:spPr>
            <a:xfrm>
              <a:off x="2762365" y="4322285"/>
              <a:ext cx="37261" cy="45981"/>
            </a:xfrm>
            <a:custGeom>
              <a:avLst/>
              <a:gdLst/>
              <a:ahLst/>
              <a:cxnLst/>
              <a:rect l="l" t="t" r="r" b="b"/>
              <a:pathLst>
                <a:path w="1423" h="1756" extrusionOk="0">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63"/>
            <p:cNvSpPr/>
            <p:nvPr/>
          </p:nvSpPr>
          <p:spPr>
            <a:xfrm>
              <a:off x="2795594" y="4322285"/>
              <a:ext cx="26761" cy="45536"/>
            </a:xfrm>
            <a:custGeom>
              <a:avLst/>
              <a:gdLst/>
              <a:ahLst/>
              <a:cxnLst/>
              <a:rect l="l" t="t" r="r" b="b"/>
              <a:pathLst>
                <a:path w="1022" h="1739" extrusionOk="0">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63"/>
            <p:cNvSpPr/>
            <p:nvPr/>
          </p:nvSpPr>
          <p:spPr>
            <a:xfrm>
              <a:off x="2753122" y="4328439"/>
              <a:ext cx="296309" cy="293560"/>
            </a:xfrm>
            <a:custGeom>
              <a:avLst/>
              <a:gdLst/>
              <a:ahLst/>
              <a:cxnLst/>
              <a:rect l="l" t="t" r="r" b="b"/>
              <a:pathLst>
                <a:path w="11316" h="11211" extrusionOk="0">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63"/>
            <p:cNvSpPr/>
            <p:nvPr/>
          </p:nvSpPr>
          <p:spPr>
            <a:xfrm>
              <a:off x="2753122" y="4543103"/>
              <a:ext cx="81985" cy="78895"/>
            </a:xfrm>
            <a:custGeom>
              <a:avLst/>
              <a:gdLst/>
              <a:ahLst/>
              <a:cxnLst/>
              <a:rect l="l" t="t" r="r" b="b"/>
              <a:pathLst>
                <a:path w="3131" h="3013" extrusionOk="0">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63"/>
            <p:cNvSpPr/>
            <p:nvPr/>
          </p:nvSpPr>
          <p:spPr>
            <a:xfrm>
              <a:off x="2926990" y="4373241"/>
              <a:ext cx="70726" cy="73711"/>
            </a:xfrm>
            <a:custGeom>
              <a:avLst/>
              <a:gdLst/>
              <a:ahLst/>
              <a:cxnLst/>
              <a:rect l="l" t="t" r="r" b="b"/>
              <a:pathLst>
                <a:path w="2701" h="2815" extrusionOk="0">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2" name="Google Shape;11452;p63"/>
          <p:cNvGrpSpPr/>
          <p:nvPr/>
        </p:nvGrpSpPr>
        <p:grpSpPr>
          <a:xfrm>
            <a:off x="2662902" y="2731625"/>
            <a:ext cx="222337" cy="366721"/>
            <a:chOff x="2689440" y="2882162"/>
            <a:chExt cx="222337" cy="366721"/>
          </a:xfrm>
        </p:grpSpPr>
        <p:sp>
          <p:nvSpPr>
            <p:cNvPr id="11453" name="Google Shape;11453;p63"/>
            <p:cNvSpPr/>
            <p:nvPr/>
          </p:nvSpPr>
          <p:spPr>
            <a:xfrm>
              <a:off x="2689440" y="3022566"/>
              <a:ext cx="30741" cy="46976"/>
            </a:xfrm>
            <a:custGeom>
              <a:avLst/>
              <a:gdLst/>
              <a:ahLst/>
              <a:cxnLst/>
              <a:rect l="l" t="t" r="r" b="b"/>
              <a:pathLst>
                <a:path w="1174" h="1794" extrusionOk="0">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63"/>
            <p:cNvSpPr/>
            <p:nvPr/>
          </p:nvSpPr>
          <p:spPr>
            <a:xfrm>
              <a:off x="2719422" y="3061268"/>
              <a:ext cx="162635" cy="187616"/>
            </a:xfrm>
            <a:custGeom>
              <a:avLst/>
              <a:gdLst/>
              <a:ahLst/>
              <a:cxnLst/>
              <a:rect l="l" t="t" r="r" b="b"/>
              <a:pathLst>
                <a:path w="6211" h="7165" extrusionOk="0">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63"/>
            <p:cNvSpPr/>
            <p:nvPr/>
          </p:nvSpPr>
          <p:spPr>
            <a:xfrm>
              <a:off x="2761867" y="3061268"/>
              <a:ext cx="96701" cy="86227"/>
            </a:xfrm>
            <a:custGeom>
              <a:avLst/>
              <a:gdLst/>
              <a:ahLst/>
              <a:cxnLst/>
              <a:rect l="l" t="t" r="r" b="b"/>
              <a:pathLst>
                <a:path w="3693" h="3293" extrusionOk="0">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63"/>
            <p:cNvSpPr/>
            <p:nvPr/>
          </p:nvSpPr>
          <p:spPr>
            <a:xfrm>
              <a:off x="2722407" y="3171690"/>
              <a:ext cx="159650" cy="77193"/>
            </a:xfrm>
            <a:custGeom>
              <a:avLst/>
              <a:gdLst/>
              <a:ahLst/>
              <a:cxnLst/>
              <a:rect l="l" t="t" r="r" b="b"/>
              <a:pathLst>
                <a:path w="6097" h="2948" extrusionOk="0">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63"/>
            <p:cNvSpPr/>
            <p:nvPr/>
          </p:nvSpPr>
          <p:spPr>
            <a:xfrm>
              <a:off x="2708659" y="2882162"/>
              <a:ext cx="203117" cy="254335"/>
            </a:xfrm>
            <a:custGeom>
              <a:avLst/>
              <a:gdLst/>
              <a:ahLst/>
              <a:cxnLst/>
              <a:rect l="l" t="t" r="r" b="b"/>
              <a:pathLst>
                <a:path w="7757" h="9713" extrusionOk="0">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63"/>
            <p:cNvSpPr/>
            <p:nvPr/>
          </p:nvSpPr>
          <p:spPr>
            <a:xfrm>
              <a:off x="2708659" y="3091512"/>
              <a:ext cx="40246" cy="11260"/>
            </a:xfrm>
            <a:custGeom>
              <a:avLst/>
              <a:gdLst/>
              <a:ahLst/>
              <a:cxnLst/>
              <a:rect l="l" t="t" r="r" b="b"/>
              <a:pathLst>
                <a:path w="1537" h="430" extrusionOk="0">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63"/>
            <p:cNvSpPr/>
            <p:nvPr/>
          </p:nvSpPr>
          <p:spPr>
            <a:xfrm>
              <a:off x="2755871" y="2907641"/>
              <a:ext cx="127181" cy="127181"/>
            </a:xfrm>
            <a:custGeom>
              <a:avLst/>
              <a:gdLst/>
              <a:ahLst/>
              <a:cxnLst/>
              <a:rect l="l" t="t" r="r" b="b"/>
              <a:pathLst>
                <a:path w="4857" h="4857" extrusionOk="0">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63"/>
            <p:cNvSpPr/>
            <p:nvPr/>
          </p:nvSpPr>
          <p:spPr>
            <a:xfrm>
              <a:off x="2788602" y="2927122"/>
              <a:ext cx="84028" cy="60985"/>
            </a:xfrm>
            <a:custGeom>
              <a:avLst/>
              <a:gdLst/>
              <a:ahLst/>
              <a:cxnLst/>
              <a:rect l="l" t="t" r="r" b="b"/>
              <a:pathLst>
                <a:path w="3209" h="2329" extrusionOk="0">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63"/>
            <p:cNvSpPr/>
            <p:nvPr/>
          </p:nvSpPr>
          <p:spPr>
            <a:xfrm>
              <a:off x="2777369" y="2969385"/>
              <a:ext cx="44017" cy="39696"/>
            </a:xfrm>
            <a:custGeom>
              <a:avLst/>
              <a:gdLst/>
              <a:ahLst/>
              <a:cxnLst/>
              <a:rect l="l" t="t" r="r" b="b"/>
              <a:pathLst>
                <a:path w="1681" h="1516" extrusionOk="0">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62" name="Google Shape;11462;p63"/>
          <p:cNvSpPr/>
          <p:nvPr/>
        </p:nvSpPr>
        <p:spPr>
          <a:xfrm>
            <a:off x="2611449" y="2130365"/>
            <a:ext cx="303039" cy="21000"/>
          </a:xfrm>
          <a:custGeom>
            <a:avLst/>
            <a:gdLst/>
            <a:ahLst/>
            <a:cxnLst/>
            <a:rect l="l" t="t" r="r" b="b"/>
            <a:pathLst>
              <a:path w="11573" h="802" extrusionOk="0">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63" name="Google Shape;11463;p63"/>
          <p:cNvGrpSpPr/>
          <p:nvPr/>
        </p:nvGrpSpPr>
        <p:grpSpPr>
          <a:xfrm>
            <a:off x="2611449" y="1829604"/>
            <a:ext cx="359232" cy="322023"/>
            <a:chOff x="2637986" y="1980142"/>
            <a:chExt cx="359232" cy="322023"/>
          </a:xfrm>
        </p:grpSpPr>
        <p:sp>
          <p:nvSpPr>
            <p:cNvPr id="11464" name="Google Shape;11464;p63"/>
            <p:cNvSpPr/>
            <p:nvPr/>
          </p:nvSpPr>
          <p:spPr>
            <a:xfrm>
              <a:off x="2637986" y="2064065"/>
              <a:ext cx="303039" cy="238100"/>
            </a:xfrm>
            <a:custGeom>
              <a:avLst/>
              <a:gdLst/>
              <a:ahLst/>
              <a:cxnLst/>
              <a:rect l="l" t="t" r="r" b="b"/>
              <a:pathLst>
                <a:path w="11573" h="9093" extrusionOk="0">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63"/>
            <p:cNvSpPr/>
            <p:nvPr/>
          </p:nvSpPr>
          <p:spPr>
            <a:xfrm>
              <a:off x="2638222"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63"/>
            <p:cNvSpPr/>
            <p:nvPr/>
          </p:nvSpPr>
          <p:spPr>
            <a:xfrm>
              <a:off x="2918742" y="2110019"/>
              <a:ext cx="22022" cy="192146"/>
            </a:xfrm>
            <a:custGeom>
              <a:avLst/>
              <a:gdLst/>
              <a:ahLst/>
              <a:cxnLst/>
              <a:rect l="l" t="t" r="r" b="b"/>
              <a:pathLst>
                <a:path w="841" h="7338" extrusionOk="0">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63"/>
            <p:cNvSpPr/>
            <p:nvPr/>
          </p:nvSpPr>
          <p:spPr>
            <a:xfrm>
              <a:off x="2835814" y="2103787"/>
              <a:ext cx="105211" cy="49149"/>
            </a:xfrm>
            <a:custGeom>
              <a:avLst/>
              <a:gdLst/>
              <a:ahLst/>
              <a:cxnLst/>
              <a:rect l="l" t="t" r="r" b="b"/>
              <a:pathLst>
                <a:path w="4018" h="1877" extrusionOk="0">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63"/>
            <p:cNvSpPr/>
            <p:nvPr/>
          </p:nvSpPr>
          <p:spPr>
            <a:xfrm>
              <a:off x="2842072"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63"/>
            <p:cNvSpPr/>
            <p:nvPr/>
          </p:nvSpPr>
          <p:spPr>
            <a:xfrm>
              <a:off x="2885277" y="2043326"/>
              <a:ext cx="66719" cy="47997"/>
            </a:xfrm>
            <a:custGeom>
              <a:avLst/>
              <a:gdLst/>
              <a:ahLst/>
              <a:cxnLst/>
              <a:rect l="l" t="t" r="r" b="b"/>
              <a:pathLst>
                <a:path w="2548" h="1833" extrusionOk="0">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63"/>
            <p:cNvSpPr/>
            <p:nvPr/>
          </p:nvSpPr>
          <p:spPr>
            <a:xfrm>
              <a:off x="2723166" y="2183232"/>
              <a:ext cx="33255" cy="33229"/>
            </a:xfrm>
            <a:custGeom>
              <a:avLst/>
              <a:gdLst/>
              <a:ahLst/>
              <a:cxnLst/>
              <a:rect l="l" t="t" r="r" b="b"/>
              <a:pathLst>
                <a:path w="1270" h="1269" extrusionOk="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63"/>
            <p:cNvSpPr/>
            <p:nvPr/>
          </p:nvSpPr>
          <p:spPr>
            <a:xfrm>
              <a:off x="2770613" y="2177734"/>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63"/>
            <p:cNvSpPr/>
            <p:nvPr/>
          </p:nvSpPr>
          <p:spPr>
            <a:xfrm>
              <a:off x="2770613" y="2194204"/>
              <a:ext cx="92800" cy="11050"/>
            </a:xfrm>
            <a:custGeom>
              <a:avLst/>
              <a:gdLst/>
              <a:ahLst/>
              <a:cxnLst/>
              <a:rect l="l" t="t" r="r" b="b"/>
              <a:pathLst>
                <a:path w="3544" h="422" extrusionOk="0">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63"/>
            <p:cNvSpPr/>
            <p:nvPr/>
          </p:nvSpPr>
          <p:spPr>
            <a:xfrm>
              <a:off x="2770613" y="2210962"/>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63"/>
            <p:cNvSpPr/>
            <p:nvPr/>
          </p:nvSpPr>
          <p:spPr>
            <a:xfrm>
              <a:off x="2909420" y="2057780"/>
              <a:ext cx="20686" cy="10814"/>
            </a:xfrm>
            <a:custGeom>
              <a:avLst/>
              <a:gdLst/>
              <a:ahLst/>
              <a:cxnLst/>
              <a:rect l="l" t="t" r="r" b="b"/>
              <a:pathLst>
                <a:path w="790" h="413" extrusionOk="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63"/>
            <p:cNvSpPr/>
            <p:nvPr/>
          </p:nvSpPr>
          <p:spPr>
            <a:xfrm>
              <a:off x="2914264" y="2058016"/>
              <a:ext cx="10762" cy="18827"/>
            </a:xfrm>
            <a:custGeom>
              <a:avLst/>
              <a:gdLst/>
              <a:ahLst/>
              <a:cxnLst/>
              <a:rect l="l" t="t" r="r" b="b"/>
              <a:pathLst>
                <a:path w="411" h="719" extrusionOk="0">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63"/>
            <p:cNvSpPr/>
            <p:nvPr/>
          </p:nvSpPr>
          <p:spPr>
            <a:xfrm>
              <a:off x="2898265" y="2004363"/>
              <a:ext cx="40744" cy="38989"/>
            </a:xfrm>
            <a:custGeom>
              <a:avLst/>
              <a:gdLst/>
              <a:ahLst/>
              <a:cxnLst/>
              <a:rect l="l" t="t" r="r" b="b"/>
              <a:pathLst>
                <a:path w="1556" h="1489" extrusionOk="0">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7" name="Google Shape;11477;p63"/>
          <p:cNvGrpSpPr/>
          <p:nvPr/>
        </p:nvGrpSpPr>
        <p:grpSpPr>
          <a:xfrm>
            <a:off x="1279994" y="3196435"/>
            <a:ext cx="323018" cy="359075"/>
            <a:chOff x="1306531" y="3346972"/>
            <a:chExt cx="323018" cy="359075"/>
          </a:xfrm>
        </p:grpSpPr>
        <p:sp>
          <p:nvSpPr>
            <p:cNvPr id="11478" name="Google Shape;11478;p63"/>
            <p:cNvSpPr/>
            <p:nvPr/>
          </p:nvSpPr>
          <p:spPr>
            <a:xfrm>
              <a:off x="1314020" y="3592614"/>
              <a:ext cx="98194" cy="97880"/>
            </a:xfrm>
            <a:custGeom>
              <a:avLst/>
              <a:gdLst/>
              <a:ahLst/>
              <a:cxnLst/>
              <a:rect l="l" t="t" r="r" b="b"/>
              <a:pathLst>
                <a:path w="3750" h="3738" extrusionOk="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63"/>
            <p:cNvSpPr/>
            <p:nvPr/>
          </p:nvSpPr>
          <p:spPr>
            <a:xfrm>
              <a:off x="1444657" y="3534326"/>
              <a:ext cx="170909" cy="171721"/>
            </a:xfrm>
            <a:custGeom>
              <a:avLst/>
              <a:gdLst/>
              <a:ahLst/>
              <a:cxnLst/>
              <a:rect l="l" t="t" r="r" b="b"/>
              <a:pathLst>
                <a:path w="6527" h="6558" extrusionOk="0">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63"/>
            <p:cNvSpPr/>
            <p:nvPr/>
          </p:nvSpPr>
          <p:spPr>
            <a:xfrm>
              <a:off x="1503364" y="3585125"/>
              <a:ext cx="36240" cy="39723"/>
            </a:xfrm>
            <a:custGeom>
              <a:avLst/>
              <a:gdLst/>
              <a:ahLst/>
              <a:cxnLst/>
              <a:rect l="l" t="t" r="r" b="b"/>
              <a:pathLst>
                <a:path w="1384" h="1517" extrusionOk="0">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63"/>
            <p:cNvSpPr/>
            <p:nvPr/>
          </p:nvSpPr>
          <p:spPr>
            <a:xfrm>
              <a:off x="1492628" y="3619584"/>
              <a:ext cx="57476" cy="41241"/>
            </a:xfrm>
            <a:custGeom>
              <a:avLst/>
              <a:gdLst/>
              <a:ahLst/>
              <a:cxnLst/>
              <a:rect l="l" t="t" r="r" b="b"/>
              <a:pathLst>
                <a:path w="2195" h="1575" extrusionOk="0">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63"/>
            <p:cNvSpPr/>
            <p:nvPr/>
          </p:nvSpPr>
          <p:spPr>
            <a:xfrm>
              <a:off x="1306531" y="3459463"/>
              <a:ext cx="200368" cy="202122"/>
            </a:xfrm>
            <a:custGeom>
              <a:avLst/>
              <a:gdLst/>
              <a:ahLst/>
              <a:cxnLst/>
              <a:rect l="l" t="t" r="r" b="b"/>
              <a:pathLst>
                <a:path w="7652" h="7719" extrusionOk="0">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63"/>
            <p:cNvSpPr/>
            <p:nvPr/>
          </p:nvSpPr>
          <p:spPr>
            <a:xfrm>
              <a:off x="1470633" y="3462710"/>
              <a:ext cx="33019" cy="32993"/>
            </a:xfrm>
            <a:custGeom>
              <a:avLst/>
              <a:gdLst/>
              <a:ahLst/>
              <a:cxnLst/>
              <a:rect l="l" t="t" r="r" b="b"/>
              <a:pathLst>
                <a:path w="1261" h="1260" extrusionOk="0">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63"/>
            <p:cNvSpPr/>
            <p:nvPr/>
          </p:nvSpPr>
          <p:spPr>
            <a:xfrm>
              <a:off x="1450156" y="3346972"/>
              <a:ext cx="179393" cy="158995"/>
            </a:xfrm>
            <a:custGeom>
              <a:avLst/>
              <a:gdLst/>
              <a:ahLst/>
              <a:cxnLst/>
              <a:rect l="l" t="t" r="r" b="b"/>
              <a:pathLst>
                <a:path w="6851" h="6072" extrusionOk="0">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63"/>
            <p:cNvSpPr/>
            <p:nvPr/>
          </p:nvSpPr>
          <p:spPr>
            <a:xfrm>
              <a:off x="1511272" y="3631551"/>
              <a:ext cx="19613" cy="10814"/>
            </a:xfrm>
            <a:custGeom>
              <a:avLst/>
              <a:gdLst/>
              <a:ahLst/>
              <a:cxnLst/>
              <a:rect l="l" t="t" r="r" b="b"/>
              <a:pathLst>
                <a:path w="749" h="413" extrusionOk="0">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63"/>
            <p:cNvSpPr/>
            <p:nvPr/>
          </p:nvSpPr>
          <p:spPr>
            <a:xfrm>
              <a:off x="1516116" y="3631760"/>
              <a:ext cx="10762" cy="18827"/>
            </a:xfrm>
            <a:custGeom>
              <a:avLst/>
              <a:gdLst/>
              <a:ahLst/>
              <a:cxnLst/>
              <a:rect l="l" t="t" r="r" b="b"/>
              <a:pathLst>
                <a:path w="411" h="719" extrusionOk="0">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7" name="Google Shape;11487;p63"/>
          <p:cNvGrpSpPr/>
          <p:nvPr/>
        </p:nvGrpSpPr>
        <p:grpSpPr>
          <a:xfrm>
            <a:off x="1281486" y="2263437"/>
            <a:ext cx="360253" cy="357111"/>
            <a:chOff x="1308024" y="2413975"/>
            <a:chExt cx="360253" cy="357111"/>
          </a:xfrm>
        </p:grpSpPr>
        <p:sp>
          <p:nvSpPr>
            <p:cNvPr id="11488" name="Google Shape;11488;p63"/>
            <p:cNvSpPr/>
            <p:nvPr/>
          </p:nvSpPr>
          <p:spPr>
            <a:xfrm>
              <a:off x="1403939" y="2569173"/>
              <a:ext cx="212622" cy="201913"/>
            </a:xfrm>
            <a:custGeom>
              <a:avLst/>
              <a:gdLst/>
              <a:ahLst/>
              <a:cxnLst/>
              <a:rect l="l" t="t" r="r" b="b"/>
              <a:pathLst>
                <a:path w="8120" h="7711" extrusionOk="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63"/>
            <p:cNvSpPr/>
            <p:nvPr/>
          </p:nvSpPr>
          <p:spPr>
            <a:xfrm>
              <a:off x="1422426" y="2593080"/>
              <a:ext cx="140928" cy="170700"/>
            </a:xfrm>
            <a:custGeom>
              <a:avLst/>
              <a:gdLst/>
              <a:ahLst/>
              <a:cxnLst/>
              <a:rect l="l" t="t" r="r" b="b"/>
              <a:pathLst>
                <a:path w="5382" h="6519" extrusionOk="0">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63"/>
            <p:cNvSpPr/>
            <p:nvPr/>
          </p:nvSpPr>
          <p:spPr>
            <a:xfrm>
              <a:off x="1464139" y="2613138"/>
              <a:ext cx="152161" cy="157896"/>
            </a:xfrm>
            <a:custGeom>
              <a:avLst/>
              <a:gdLst/>
              <a:ahLst/>
              <a:cxnLst/>
              <a:rect l="l" t="t" r="r" b="b"/>
              <a:pathLst>
                <a:path w="5811" h="6030" extrusionOk="0">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63"/>
            <p:cNvSpPr/>
            <p:nvPr/>
          </p:nvSpPr>
          <p:spPr>
            <a:xfrm>
              <a:off x="1537850" y="2569671"/>
              <a:ext cx="78712" cy="78215"/>
            </a:xfrm>
            <a:custGeom>
              <a:avLst/>
              <a:gdLst/>
              <a:ahLst/>
              <a:cxnLst/>
              <a:rect l="l" t="t" r="r" b="b"/>
              <a:pathLst>
                <a:path w="3006" h="2987" extrusionOk="0">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63"/>
            <p:cNvSpPr/>
            <p:nvPr/>
          </p:nvSpPr>
          <p:spPr>
            <a:xfrm>
              <a:off x="1548088" y="2554667"/>
              <a:ext cx="83216" cy="82666"/>
            </a:xfrm>
            <a:custGeom>
              <a:avLst/>
              <a:gdLst/>
              <a:ahLst/>
              <a:cxnLst/>
              <a:rect l="l" t="t" r="r" b="b"/>
              <a:pathLst>
                <a:path w="3178" h="3157" extrusionOk="0">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63"/>
            <p:cNvSpPr/>
            <p:nvPr/>
          </p:nvSpPr>
          <p:spPr>
            <a:xfrm>
              <a:off x="1594802" y="2603397"/>
              <a:ext cx="36502" cy="33936"/>
            </a:xfrm>
            <a:custGeom>
              <a:avLst/>
              <a:gdLst/>
              <a:ahLst/>
              <a:cxnLst/>
              <a:rect l="l" t="t" r="r" b="b"/>
              <a:pathLst>
                <a:path w="1394" h="1296" extrusionOk="0">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63"/>
            <p:cNvSpPr/>
            <p:nvPr/>
          </p:nvSpPr>
          <p:spPr>
            <a:xfrm>
              <a:off x="1566810" y="2518531"/>
              <a:ext cx="101205" cy="99817"/>
            </a:xfrm>
            <a:custGeom>
              <a:avLst/>
              <a:gdLst/>
              <a:ahLst/>
              <a:cxnLst/>
              <a:rect l="l" t="t" r="r" b="b"/>
              <a:pathLst>
                <a:path w="3865" h="3812" extrusionOk="0">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63"/>
            <p:cNvSpPr/>
            <p:nvPr/>
          </p:nvSpPr>
          <p:spPr>
            <a:xfrm>
              <a:off x="1616771" y="2567654"/>
              <a:ext cx="51506" cy="50930"/>
            </a:xfrm>
            <a:custGeom>
              <a:avLst/>
              <a:gdLst/>
              <a:ahLst/>
              <a:cxnLst/>
              <a:rect l="l" t="t" r="r" b="b"/>
              <a:pathLst>
                <a:path w="1967" h="1945" extrusionOk="0">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63"/>
            <p:cNvSpPr/>
            <p:nvPr/>
          </p:nvSpPr>
          <p:spPr>
            <a:xfrm>
              <a:off x="1409203" y="2654379"/>
              <a:ext cx="84237" cy="77612"/>
            </a:xfrm>
            <a:custGeom>
              <a:avLst/>
              <a:gdLst/>
              <a:ahLst/>
              <a:cxnLst/>
              <a:rect l="l" t="t" r="r" b="b"/>
              <a:pathLst>
                <a:path w="3217" h="2964" extrusionOk="0">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63"/>
            <p:cNvSpPr/>
            <p:nvPr/>
          </p:nvSpPr>
          <p:spPr>
            <a:xfrm>
              <a:off x="1428422" y="2665351"/>
              <a:ext cx="86987" cy="80152"/>
            </a:xfrm>
            <a:custGeom>
              <a:avLst/>
              <a:gdLst/>
              <a:ahLst/>
              <a:cxnLst/>
              <a:rect l="l" t="t" r="r" b="b"/>
              <a:pathLst>
                <a:path w="3322" h="3061" extrusionOk="0">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63"/>
            <p:cNvSpPr/>
            <p:nvPr/>
          </p:nvSpPr>
          <p:spPr>
            <a:xfrm>
              <a:off x="1447171" y="2687084"/>
              <a:ext cx="78974" cy="72218"/>
            </a:xfrm>
            <a:custGeom>
              <a:avLst/>
              <a:gdLst/>
              <a:ahLst/>
              <a:cxnLst/>
              <a:rect l="l" t="t" r="r" b="b"/>
              <a:pathLst>
                <a:path w="3016" h="2758" extrusionOk="0">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63"/>
            <p:cNvSpPr/>
            <p:nvPr/>
          </p:nvSpPr>
          <p:spPr>
            <a:xfrm>
              <a:off x="1482756" y="2624502"/>
              <a:ext cx="64101" cy="60095"/>
            </a:xfrm>
            <a:custGeom>
              <a:avLst/>
              <a:gdLst/>
              <a:ahLst/>
              <a:cxnLst/>
              <a:rect l="l" t="t" r="r" b="b"/>
              <a:pathLst>
                <a:path w="2448" h="2295" extrusionOk="0">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63"/>
            <p:cNvSpPr/>
            <p:nvPr/>
          </p:nvSpPr>
          <p:spPr>
            <a:xfrm>
              <a:off x="1359739" y="2560166"/>
              <a:ext cx="212360" cy="201363"/>
            </a:xfrm>
            <a:custGeom>
              <a:avLst/>
              <a:gdLst/>
              <a:ahLst/>
              <a:cxnLst/>
              <a:rect l="l" t="t" r="r" b="b"/>
              <a:pathLst>
                <a:path w="8110" h="7690" extrusionOk="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63"/>
            <p:cNvSpPr/>
            <p:nvPr/>
          </p:nvSpPr>
          <p:spPr>
            <a:xfrm>
              <a:off x="1359739" y="2603633"/>
              <a:ext cx="152397" cy="157974"/>
            </a:xfrm>
            <a:custGeom>
              <a:avLst/>
              <a:gdLst/>
              <a:ahLst/>
              <a:cxnLst/>
              <a:rect l="l" t="t" r="r" b="b"/>
              <a:pathLst>
                <a:path w="5820" h="6033" extrusionOk="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63"/>
            <p:cNvSpPr/>
            <p:nvPr/>
          </p:nvSpPr>
          <p:spPr>
            <a:xfrm>
              <a:off x="1359739" y="2560166"/>
              <a:ext cx="78450" cy="78215"/>
            </a:xfrm>
            <a:custGeom>
              <a:avLst/>
              <a:gdLst/>
              <a:ahLst/>
              <a:cxnLst/>
              <a:rect l="l" t="t" r="r" b="b"/>
              <a:pathLst>
                <a:path w="2996" h="2987" extrusionOk="0">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63"/>
            <p:cNvSpPr/>
            <p:nvPr/>
          </p:nvSpPr>
          <p:spPr>
            <a:xfrm>
              <a:off x="1344997" y="2545188"/>
              <a:ext cx="83216" cy="82640"/>
            </a:xfrm>
            <a:custGeom>
              <a:avLst/>
              <a:gdLst/>
              <a:ahLst/>
              <a:cxnLst/>
              <a:rect l="l" t="t" r="r" b="b"/>
              <a:pathLst>
                <a:path w="3178" h="3156" extrusionOk="0">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63"/>
            <p:cNvSpPr/>
            <p:nvPr/>
          </p:nvSpPr>
          <p:spPr>
            <a:xfrm>
              <a:off x="1344735" y="2593892"/>
              <a:ext cx="36764" cy="33936"/>
            </a:xfrm>
            <a:custGeom>
              <a:avLst/>
              <a:gdLst/>
              <a:ahLst/>
              <a:cxnLst/>
              <a:rect l="l" t="t" r="r" b="b"/>
              <a:pathLst>
                <a:path w="1404" h="1296" extrusionOk="0">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63"/>
            <p:cNvSpPr/>
            <p:nvPr/>
          </p:nvSpPr>
          <p:spPr>
            <a:xfrm>
              <a:off x="1308024" y="2509026"/>
              <a:ext cx="101205" cy="100079"/>
            </a:xfrm>
            <a:custGeom>
              <a:avLst/>
              <a:gdLst/>
              <a:ahLst/>
              <a:cxnLst/>
              <a:rect l="l" t="t" r="r" b="b"/>
              <a:pathLst>
                <a:path w="3865" h="3822" extrusionOk="0">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63"/>
            <p:cNvSpPr/>
            <p:nvPr/>
          </p:nvSpPr>
          <p:spPr>
            <a:xfrm>
              <a:off x="1308024" y="2558437"/>
              <a:ext cx="51480" cy="50668"/>
            </a:xfrm>
            <a:custGeom>
              <a:avLst/>
              <a:gdLst/>
              <a:ahLst/>
              <a:cxnLst/>
              <a:rect l="l" t="t" r="r" b="b"/>
              <a:pathLst>
                <a:path w="1966" h="1935" extrusionOk="0">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63"/>
            <p:cNvSpPr/>
            <p:nvPr/>
          </p:nvSpPr>
          <p:spPr>
            <a:xfrm>
              <a:off x="1482625" y="2645110"/>
              <a:ext cx="84211" cy="77403"/>
            </a:xfrm>
            <a:custGeom>
              <a:avLst/>
              <a:gdLst/>
              <a:ahLst/>
              <a:cxnLst/>
              <a:rect l="l" t="t" r="r" b="b"/>
              <a:pathLst>
                <a:path w="3216" h="2956" extrusionOk="0">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63"/>
            <p:cNvSpPr/>
            <p:nvPr/>
          </p:nvSpPr>
          <p:spPr>
            <a:xfrm>
              <a:off x="1460630" y="2655610"/>
              <a:ext cx="86987" cy="80205"/>
            </a:xfrm>
            <a:custGeom>
              <a:avLst/>
              <a:gdLst/>
              <a:ahLst/>
              <a:cxnLst/>
              <a:rect l="l" t="t" r="r" b="b"/>
              <a:pathLst>
                <a:path w="3322" h="3063" extrusionOk="0">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63"/>
            <p:cNvSpPr/>
            <p:nvPr/>
          </p:nvSpPr>
          <p:spPr>
            <a:xfrm>
              <a:off x="1449894" y="2677841"/>
              <a:ext cx="78974" cy="72140"/>
            </a:xfrm>
            <a:custGeom>
              <a:avLst/>
              <a:gdLst/>
              <a:ahLst/>
              <a:cxnLst/>
              <a:rect l="l" t="t" r="r" b="b"/>
              <a:pathLst>
                <a:path w="3016" h="2755" extrusionOk="0">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63"/>
            <p:cNvSpPr/>
            <p:nvPr/>
          </p:nvSpPr>
          <p:spPr>
            <a:xfrm>
              <a:off x="1478383" y="2413975"/>
              <a:ext cx="97199" cy="94764"/>
            </a:xfrm>
            <a:custGeom>
              <a:avLst/>
              <a:gdLst/>
              <a:ahLst/>
              <a:cxnLst/>
              <a:rect l="l" t="t" r="r" b="b"/>
              <a:pathLst>
                <a:path w="3712" h="3619" extrusionOk="0">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63"/>
            <p:cNvSpPr/>
            <p:nvPr/>
          </p:nvSpPr>
          <p:spPr>
            <a:xfrm>
              <a:off x="1394199" y="2415755"/>
              <a:ext cx="112334" cy="92983"/>
            </a:xfrm>
            <a:custGeom>
              <a:avLst/>
              <a:gdLst/>
              <a:ahLst/>
              <a:cxnLst/>
              <a:rect l="l" t="t" r="r" b="b"/>
              <a:pathLst>
                <a:path w="4290" h="3551" extrusionOk="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63"/>
            <p:cNvSpPr/>
            <p:nvPr/>
          </p:nvSpPr>
          <p:spPr>
            <a:xfrm>
              <a:off x="1429679" y="2455373"/>
              <a:ext cx="11024" cy="11888"/>
            </a:xfrm>
            <a:custGeom>
              <a:avLst/>
              <a:gdLst/>
              <a:ahLst/>
              <a:cxnLst/>
              <a:rect l="l" t="t" r="r" b="b"/>
              <a:pathLst>
                <a:path w="421" h="454" extrusionOk="0">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63"/>
            <p:cNvSpPr/>
            <p:nvPr/>
          </p:nvSpPr>
          <p:spPr>
            <a:xfrm>
              <a:off x="1445155" y="2455373"/>
              <a:ext cx="11024" cy="11888"/>
            </a:xfrm>
            <a:custGeom>
              <a:avLst/>
              <a:gdLst/>
              <a:ahLst/>
              <a:cxnLst/>
              <a:rect l="l" t="t" r="r" b="b"/>
              <a:pathLst>
                <a:path w="421" h="454" extrusionOk="0">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63"/>
            <p:cNvSpPr/>
            <p:nvPr/>
          </p:nvSpPr>
          <p:spPr>
            <a:xfrm>
              <a:off x="1460787"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63"/>
            <p:cNvSpPr/>
            <p:nvPr/>
          </p:nvSpPr>
          <p:spPr>
            <a:xfrm>
              <a:off x="1505878" y="2455373"/>
              <a:ext cx="10998" cy="11888"/>
            </a:xfrm>
            <a:custGeom>
              <a:avLst/>
              <a:gdLst/>
              <a:ahLst/>
              <a:cxnLst/>
              <a:rect l="l" t="t" r="r" b="b"/>
              <a:pathLst>
                <a:path w="420" h="454" extrusionOk="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63"/>
            <p:cNvSpPr/>
            <p:nvPr/>
          </p:nvSpPr>
          <p:spPr>
            <a:xfrm>
              <a:off x="1521353" y="2455373"/>
              <a:ext cx="11024" cy="11888"/>
            </a:xfrm>
            <a:custGeom>
              <a:avLst/>
              <a:gdLst/>
              <a:ahLst/>
              <a:cxnLst/>
              <a:rect l="l" t="t" r="r" b="b"/>
              <a:pathLst>
                <a:path w="421" h="454" extrusionOk="0">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63"/>
            <p:cNvSpPr/>
            <p:nvPr/>
          </p:nvSpPr>
          <p:spPr>
            <a:xfrm>
              <a:off x="1536724"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8" name="Google Shape;11518;p63"/>
          <p:cNvGrpSpPr/>
          <p:nvPr/>
        </p:nvGrpSpPr>
        <p:grpSpPr>
          <a:xfrm>
            <a:off x="1271981" y="1819785"/>
            <a:ext cx="378452" cy="341321"/>
            <a:chOff x="1298519" y="1970322"/>
            <a:chExt cx="378452" cy="341321"/>
          </a:xfrm>
        </p:grpSpPr>
        <p:sp>
          <p:nvSpPr>
            <p:cNvPr id="11519" name="Google Shape;11519;p63"/>
            <p:cNvSpPr/>
            <p:nvPr/>
          </p:nvSpPr>
          <p:spPr>
            <a:xfrm>
              <a:off x="1498624" y="1970322"/>
              <a:ext cx="178346" cy="149857"/>
            </a:xfrm>
            <a:custGeom>
              <a:avLst/>
              <a:gdLst/>
              <a:ahLst/>
              <a:cxnLst/>
              <a:rect l="l" t="t" r="r" b="b"/>
              <a:pathLst>
                <a:path w="6811" h="5723" extrusionOk="0">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63"/>
            <p:cNvSpPr/>
            <p:nvPr/>
          </p:nvSpPr>
          <p:spPr>
            <a:xfrm>
              <a:off x="1571969" y="2019576"/>
              <a:ext cx="21603" cy="53260"/>
            </a:xfrm>
            <a:custGeom>
              <a:avLst/>
              <a:gdLst/>
              <a:ahLst/>
              <a:cxnLst/>
              <a:rect l="l" t="t" r="r" b="b"/>
              <a:pathLst>
                <a:path w="825" h="2034" extrusionOk="0">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63"/>
            <p:cNvSpPr/>
            <p:nvPr/>
          </p:nvSpPr>
          <p:spPr>
            <a:xfrm>
              <a:off x="1571707" y="2064038"/>
              <a:ext cx="33203" cy="10814"/>
            </a:xfrm>
            <a:custGeom>
              <a:avLst/>
              <a:gdLst/>
              <a:ahLst/>
              <a:cxnLst/>
              <a:rect l="l" t="t" r="r" b="b"/>
              <a:pathLst>
                <a:path w="1268" h="413" extrusionOk="0">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63"/>
            <p:cNvSpPr/>
            <p:nvPr/>
          </p:nvSpPr>
          <p:spPr>
            <a:xfrm>
              <a:off x="1575058" y="2003001"/>
              <a:ext cx="18775" cy="15868"/>
            </a:xfrm>
            <a:custGeom>
              <a:avLst/>
              <a:gdLst/>
              <a:ahLst/>
              <a:cxnLst/>
              <a:rect l="l" t="t" r="r" b="b"/>
              <a:pathLst>
                <a:path w="717" h="606" extrusionOk="0">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63"/>
            <p:cNvSpPr/>
            <p:nvPr/>
          </p:nvSpPr>
          <p:spPr>
            <a:xfrm>
              <a:off x="1345495" y="2004625"/>
              <a:ext cx="170150" cy="171119"/>
            </a:xfrm>
            <a:custGeom>
              <a:avLst/>
              <a:gdLst/>
              <a:ahLst/>
              <a:cxnLst/>
              <a:rect l="l" t="t" r="r" b="b"/>
              <a:pathLst>
                <a:path w="6498" h="6535" extrusionOk="0">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63"/>
            <p:cNvSpPr/>
            <p:nvPr/>
          </p:nvSpPr>
          <p:spPr>
            <a:xfrm>
              <a:off x="1404935" y="2140760"/>
              <a:ext cx="51742" cy="93454"/>
            </a:xfrm>
            <a:custGeom>
              <a:avLst/>
              <a:gdLst/>
              <a:ahLst/>
              <a:cxnLst/>
              <a:rect l="l" t="t" r="r" b="b"/>
              <a:pathLst>
                <a:path w="1976" h="3569" extrusionOk="0">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63"/>
            <p:cNvSpPr/>
            <p:nvPr/>
          </p:nvSpPr>
          <p:spPr>
            <a:xfrm>
              <a:off x="1298519" y="2198708"/>
              <a:ext cx="264338" cy="112936"/>
            </a:xfrm>
            <a:custGeom>
              <a:avLst/>
              <a:gdLst/>
              <a:ahLst/>
              <a:cxnLst/>
              <a:rect l="l" t="t" r="r" b="b"/>
              <a:pathLst>
                <a:path w="10095" h="4313" extrusionOk="0">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63"/>
            <p:cNvSpPr/>
            <p:nvPr/>
          </p:nvSpPr>
          <p:spPr>
            <a:xfrm>
              <a:off x="1488124" y="2208710"/>
              <a:ext cx="74732" cy="102933"/>
            </a:xfrm>
            <a:custGeom>
              <a:avLst/>
              <a:gdLst/>
              <a:ahLst/>
              <a:cxnLst/>
              <a:rect l="l" t="t" r="r" b="b"/>
              <a:pathLst>
                <a:path w="2854" h="3931" extrusionOk="0">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63"/>
            <p:cNvSpPr/>
            <p:nvPr/>
          </p:nvSpPr>
          <p:spPr>
            <a:xfrm>
              <a:off x="1298519" y="2209941"/>
              <a:ext cx="71721" cy="101703"/>
            </a:xfrm>
            <a:custGeom>
              <a:avLst/>
              <a:gdLst/>
              <a:ahLst/>
              <a:cxnLst/>
              <a:rect l="l" t="t" r="r" b="b"/>
              <a:pathLst>
                <a:path w="2739" h="3884" extrusionOk="0">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63"/>
            <p:cNvSpPr/>
            <p:nvPr/>
          </p:nvSpPr>
          <p:spPr>
            <a:xfrm>
              <a:off x="1425045" y="2243615"/>
              <a:ext cx="11390" cy="12333"/>
            </a:xfrm>
            <a:custGeom>
              <a:avLst/>
              <a:gdLst/>
              <a:ahLst/>
              <a:cxnLst/>
              <a:rect l="l" t="t" r="r" b="b"/>
              <a:pathLst>
                <a:path w="435" h="471" extrusionOk="0">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63"/>
            <p:cNvSpPr/>
            <p:nvPr/>
          </p:nvSpPr>
          <p:spPr>
            <a:xfrm>
              <a:off x="1425045" y="2262102"/>
              <a:ext cx="11390" cy="12333"/>
            </a:xfrm>
            <a:custGeom>
              <a:avLst/>
              <a:gdLst/>
              <a:ahLst/>
              <a:cxnLst/>
              <a:rect l="l" t="t" r="r" b="b"/>
              <a:pathLst>
                <a:path w="435" h="471" extrusionOk="0">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63"/>
            <p:cNvSpPr/>
            <p:nvPr/>
          </p:nvSpPr>
          <p:spPr>
            <a:xfrm>
              <a:off x="1404935" y="2198708"/>
              <a:ext cx="26028" cy="38963"/>
            </a:xfrm>
            <a:custGeom>
              <a:avLst/>
              <a:gdLst/>
              <a:ahLst/>
              <a:cxnLst/>
              <a:rect l="l" t="t" r="r" b="b"/>
              <a:pathLst>
                <a:path w="994" h="1488" extrusionOk="0">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63"/>
            <p:cNvSpPr/>
            <p:nvPr/>
          </p:nvSpPr>
          <p:spPr>
            <a:xfrm>
              <a:off x="1430674" y="2198708"/>
              <a:ext cx="26002" cy="38963"/>
            </a:xfrm>
            <a:custGeom>
              <a:avLst/>
              <a:gdLst/>
              <a:ahLst/>
              <a:cxnLst/>
              <a:rect l="l" t="t" r="r" b="b"/>
              <a:pathLst>
                <a:path w="993" h="1488" extrusionOk="0">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63"/>
            <p:cNvSpPr/>
            <p:nvPr/>
          </p:nvSpPr>
          <p:spPr>
            <a:xfrm>
              <a:off x="1467648" y="2266658"/>
              <a:ext cx="53732" cy="20503"/>
            </a:xfrm>
            <a:custGeom>
              <a:avLst/>
              <a:gdLst/>
              <a:ahLst/>
              <a:cxnLst/>
              <a:rect l="l" t="t" r="r" b="b"/>
              <a:pathLst>
                <a:path w="2052" h="783" extrusionOk="0">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63"/>
            <p:cNvSpPr/>
            <p:nvPr/>
          </p:nvSpPr>
          <p:spPr>
            <a:xfrm>
              <a:off x="1375712" y="2026358"/>
              <a:ext cx="109951" cy="150328"/>
            </a:xfrm>
            <a:custGeom>
              <a:avLst/>
              <a:gdLst/>
              <a:ahLst/>
              <a:cxnLst/>
              <a:rect l="l" t="t" r="r" b="b"/>
              <a:pathLst>
                <a:path w="4199" h="5741" extrusionOk="0">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63"/>
            <p:cNvSpPr/>
            <p:nvPr/>
          </p:nvSpPr>
          <p:spPr>
            <a:xfrm>
              <a:off x="1342483" y="2077026"/>
              <a:ext cx="21524" cy="46766"/>
            </a:xfrm>
            <a:custGeom>
              <a:avLst/>
              <a:gdLst/>
              <a:ahLst/>
              <a:cxnLst/>
              <a:rect l="l" t="t" r="r" b="b"/>
              <a:pathLst>
                <a:path w="822" h="1786" extrusionOk="0">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63"/>
            <p:cNvSpPr/>
            <p:nvPr/>
          </p:nvSpPr>
          <p:spPr>
            <a:xfrm>
              <a:off x="1419179" y="2091742"/>
              <a:ext cx="25111" cy="37575"/>
            </a:xfrm>
            <a:custGeom>
              <a:avLst/>
              <a:gdLst/>
              <a:ahLst/>
              <a:cxnLst/>
              <a:rect l="l" t="t" r="r" b="b"/>
              <a:pathLst>
                <a:path w="959" h="1435" extrusionOk="0">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63"/>
            <p:cNvSpPr/>
            <p:nvPr/>
          </p:nvSpPr>
          <p:spPr>
            <a:xfrm>
              <a:off x="1429418" y="2118267"/>
              <a:ext cx="78974" cy="78712"/>
            </a:xfrm>
            <a:custGeom>
              <a:avLst/>
              <a:gdLst/>
              <a:ahLst/>
              <a:cxnLst/>
              <a:rect l="l" t="t" r="r" b="b"/>
              <a:pathLst>
                <a:path w="3016" h="3006" extrusionOk="0">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63"/>
            <p:cNvSpPr/>
            <p:nvPr/>
          </p:nvSpPr>
          <p:spPr>
            <a:xfrm>
              <a:off x="1497394" y="2077026"/>
              <a:ext cx="21734" cy="46766"/>
            </a:xfrm>
            <a:custGeom>
              <a:avLst/>
              <a:gdLst/>
              <a:ahLst/>
              <a:cxnLst/>
              <a:rect l="l" t="t" r="r" b="b"/>
              <a:pathLst>
                <a:path w="830" h="1786" extrusionOk="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63"/>
            <p:cNvSpPr/>
            <p:nvPr/>
          </p:nvSpPr>
          <p:spPr>
            <a:xfrm>
              <a:off x="1419677" y="2180483"/>
              <a:ext cx="22257" cy="22257"/>
            </a:xfrm>
            <a:custGeom>
              <a:avLst/>
              <a:gdLst/>
              <a:ahLst/>
              <a:cxnLst/>
              <a:rect l="l" t="t" r="r" b="b"/>
              <a:pathLst>
                <a:path w="850" h="850" extrusionOk="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9" name="Google Shape;11539;p63"/>
          <p:cNvGrpSpPr/>
          <p:nvPr/>
        </p:nvGrpSpPr>
        <p:grpSpPr>
          <a:xfrm>
            <a:off x="3088278" y="3196330"/>
            <a:ext cx="283217" cy="359180"/>
            <a:chOff x="3114815" y="3346868"/>
            <a:chExt cx="283217" cy="359180"/>
          </a:xfrm>
        </p:grpSpPr>
        <p:sp>
          <p:nvSpPr>
            <p:cNvPr id="11540" name="Google Shape;11540;p63"/>
            <p:cNvSpPr/>
            <p:nvPr/>
          </p:nvSpPr>
          <p:spPr>
            <a:xfrm>
              <a:off x="3180304" y="3473446"/>
              <a:ext cx="152397" cy="176146"/>
            </a:xfrm>
            <a:custGeom>
              <a:avLst/>
              <a:gdLst/>
              <a:ahLst/>
              <a:cxnLst/>
              <a:rect l="l" t="t" r="r" b="b"/>
              <a:pathLst>
                <a:path w="5820" h="6727" extrusionOk="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63"/>
            <p:cNvSpPr/>
            <p:nvPr/>
          </p:nvSpPr>
          <p:spPr>
            <a:xfrm>
              <a:off x="3180304" y="3473394"/>
              <a:ext cx="92197" cy="176199"/>
            </a:xfrm>
            <a:custGeom>
              <a:avLst/>
              <a:gdLst/>
              <a:ahLst/>
              <a:cxnLst/>
              <a:rect l="l" t="t" r="r" b="b"/>
              <a:pathLst>
                <a:path w="3521" h="6729" extrusionOk="0">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63"/>
            <p:cNvSpPr/>
            <p:nvPr/>
          </p:nvSpPr>
          <p:spPr>
            <a:xfrm>
              <a:off x="3244509" y="3603585"/>
              <a:ext cx="22257" cy="46007"/>
            </a:xfrm>
            <a:custGeom>
              <a:avLst/>
              <a:gdLst/>
              <a:ahLst/>
              <a:cxnLst/>
              <a:rect l="l" t="t" r="r" b="b"/>
              <a:pathLst>
                <a:path w="850" h="1757" extrusionOk="0">
                  <a:moveTo>
                    <a:pt x="0" y="1"/>
                  </a:moveTo>
                  <a:lnTo>
                    <a:pt x="0" y="1756"/>
                  </a:lnTo>
                  <a:lnTo>
                    <a:pt x="849" y="1756"/>
                  </a:lnTo>
                  <a:lnTo>
                    <a:pt x="84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63"/>
            <p:cNvSpPr/>
            <p:nvPr/>
          </p:nvSpPr>
          <p:spPr>
            <a:xfrm>
              <a:off x="3165300" y="3638333"/>
              <a:ext cx="182405" cy="35245"/>
            </a:xfrm>
            <a:custGeom>
              <a:avLst/>
              <a:gdLst/>
              <a:ahLst/>
              <a:cxnLst/>
              <a:rect l="l" t="t" r="r" b="b"/>
              <a:pathLst>
                <a:path w="6966" h="1346" extrusionOk="0">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63"/>
            <p:cNvSpPr/>
            <p:nvPr/>
          </p:nvSpPr>
          <p:spPr>
            <a:xfrm>
              <a:off x="3165300" y="3638333"/>
              <a:ext cx="15266" cy="35245"/>
            </a:xfrm>
            <a:custGeom>
              <a:avLst/>
              <a:gdLst/>
              <a:ahLst/>
              <a:cxnLst/>
              <a:rect l="l" t="t" r="r" b="b"/>
              <a:pathLst>
                <a:path w="583" h="1346" extrusionOk="0">
                  <a:moveTo>
                    <a:pt x="220" y="0"/>
                  </a:moveTo>
                  <a:cubicBezTo>
                    <a:pt x="96" y="0"/>
                    <a:pt x="1" y="95"/>
                    <a:pt x="1" y="210"/>
                  </a:cubicBezTo>
                  <a:lnTo>
                    <a:pt x="1" y="1345"/>
                  </a:lnTo>
                  <a:lnTo>
                    <a:pt x="583" y="1345"/>
                  </a:lnTo>
                  <a:lnTo>
                    <a:pt x="58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63"/>
            <p:cNvSpPr/>
            <p:nvPr/>
          </p:nvSpPr>
          <p:spPr>
            <a:xfrm>
              <a:off x="3149563" y="3664308"/>
              <a:ext cx="213879" cy="41739"/>
            </a:xfrm>
            <a:custGeom>
              <a:avLst/>
              <a:gdLst/>
              <a:ahLst/>
              <a:cxnLst/>
              <a:rect l="l" t="t" r="r" b="b"/>
              <a:pathLst>
                <a:path w="8168" h="1594" extrusionOk="0">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63"/>
            <p:cNvSpPr/>
            <p:nvPr/>
          </p:nvSpPr>
          <p:spPr>
            <a:xfrm>
              <a:off x="3149327" y="3664308"/>
              <a:ext cx="15999" cy="41739"/>
            </a:xfrm>
            <a:custGeom>
              <a:avLst/>
              <a:gdLst/>
              <a:ahLst/>
              <a:cxnLst/>
              <a:rect l="l" t="t" r="r" b="b"/>
              <a:pathLst>
                <a:path w="611" h="1594" extrusionOk="0">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63"/>
            <p:cNvSpPr/>
            <p:nvPr/>
          </p:nvSpPr>
          <p:spPr>
            <a:xfrm>
              <a:off x="3251239" y="3346868"/>
              <a:ext cx="10762" cy="101886"/>
            </a:xfrm>
            <a:custGeom>
              <a:avLst/>
              <a:gdLst/>
              <a:ahLst/>
              <a:cxnLst/>
              <a:rect l="l" t="t" r="r" b="b"/>
              <a:pathLst>
                <a:path w="411" h="3891" extrusionOk="0">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63"/>
            <p:cNvSpPr/>
            <p:nvPr/>
          </p:nvSpPr>
          <p:spPr>
            <a:xfrm>
              <a:off x="3173155" y="3365485"/>
              <a:ext cx="58131" cy="90260"/>
            </a:xfrm>
            <a:custGeom>
              <a:avLst/>
              <a:gdLst/>
              <a:ahLst/>
              <a:cxnLst/>
              <a:rect l="l" t="t" r="r" b="b"/>
              <a:pathLst>
                <a:path w="2220" h="3447" extrusionOk="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63"/>
            <p:cNvSpPr/>
            <p:nvPr/>
          </p:nvSpPr>
          <p:spPr>
            <a:xfrm>
              <a:off x="3114815" y="3419767"/>
              <a:ext cx="94999" cy="53208"/>
            </a:xfrm>
            <a:custGeom>
              <a:avLst/>
              <a:gdLst/>
              <a:ahLst/>
              <a:cxnLst/>
              <a:rect l="l" t="t" r="r" b="b"/>
              <a:pathLst>
                <a:path w="3628" h="2032" extrusionOk="0">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63"/>
            <p:cNvSpPr/>
            <p:nvPr/>
          </p:nvSpPr>
          <p:spPr>
            <a:xfrm>
              <a:off x="3281718" y="3365485"/>
              <a:ext cx="57947" cy="90260"/>
            </a:xfrm>
            <a:custGeom>
              <a:avLst/>
              <a:gdLst/>
              <a:ahLst/>
              <a:cxnLst/>
              <a:rect l="l" t="t" r="r" b="b"/>
              <a:pathLst>
                <a:path w="2213" h="3447" extrusionOk="0">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63"/>
            <p:cNvSpPr/>
            <p:nvPr/>
          </p:nvSpPr>
          <p:spPr>
            <a:xfrm>
              <a:off x="3303190" y="3419610"/>
              <a:ext cx="94842" cy="53129"/>
            </a:xfrm>
            <a:custGeom>
              <a:avLst/>
              <a:gdLst/>
              <a:ahLst/>
              <a:cxnLst/>
              <a:rect l="l" t="t" r="r" b="b"/>
              <a:pathLst>
                <a:path w="3622" h="2029" extrusionOk="0">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63"/>
            <p:cNvSpPr/>
            <p:nvPr/>
          </p:nvSpPr>
          <p:spPr>
            <a:xfrm>
              <a:off x="3228510" y="3561375"/>
              <a:ext cx="54229" cy="53993"/>
            </a:xfrm>
            <a:custGeom>
              <a:avLst/>
              <a:gdLst/>
              <a:ahLst/>
              <a:cxnLst/>
              <a:rect l="l" t="t" r="r" b="b"/>
              <a:pathLst>
                <a:path w="2071" h="2062" extrusionOk="0">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3" name="Google Shape;11553;p63"/>
          <p:cNvGrpSpPr/>
          <p:nvPr/>
        </p:nvGrpSpPr>
        <p:grpSpPr>
          <a:xfrm>
            <a:off x="3946648" y="3202693"/>
            <a:ext cx="378661" cy="346558"/>
            <a:chOff x="3973186" y="3353231"/>
            <a:chExt cx="378661" cy="346558"/>
          </a:xfrm>
        </p:grpSpPr>
        <p:sp>
          <p:nvSpPr>
            <p:cNvPr id="11554" name="Google Shape;11554;p63"/>
            <p:cNvSpPr/>
            <p:nvPr/>
          </p:nvSpPr>
          <p:spPr>
            <a:xfrm>
              <a:off x="4033882" y="3477190"/>
              <a:ext cx="34486" cy="34512"/>
            </a:xfrm>
            <a:custGeom>
              <a:avLst/>
              <a:gdLst/>
              <a:ahLst/>
              <a:cxnLst/>
              <a:rect l="l" t="t" r="r" b="b"/>
              <a:pathLst>
                <a:path w="1317" h="1318" extrusionOk="0">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63"/>
            <p:cNvSpPr/>
            <p:nvPr/>
          </p:nvSpPr>
          <p:spPr>
            <a:xfrm>
              <a:off x="4144278" y="3477190"/>
              <a:ext cx="34512" cy="34512"/>
            </a:xfrm>
            <a:custGeom>
              <a:avLst/>
              <a:gdLst/>
              <a:ahLst/>
              <a:cxnLst/>
              <a:rect l="l" t="t" r="r" b="b"/>
              <a:pathLst>
                <a:path w="1318" h="1318" extrusionOk="0">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63"/>
            <p:cNvSpPr/>
            <p:nvPr/>
          </p:nvSpPr>
          <p:spPr>
            <a:xfrm>
              <a:off x="4172768" y="3353231"/>
              <a:ext cx="179079" cy="150852"/>
            </a:xfrm>
            <a:custGeom>
              <a:avLst/>
              <a:gdLst/>
              <a:ahLst/>
              <a:cxnLst/>
              <a:rect l="l" t="t" r="r" b="b"/>
              <a:pathLst>
                <a:path w="6839" h="5761" extrusionOk="0">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63"/>
            <p:cNvSpPr/>
            <p:nvPr/>
          </p:nvSpPr>
          <p:spPr>
            <a:xfrm>
              <a:off x="4080335" y="3527649"/>
              <a:ext cx="52003" cy="93952"/>
            </a:xfrm>
            <a:custGeom>
              <a:avLst/>
              <a:gdLst/>
              <a:ahLst/>
              <a:cxnLst/>
              <a:rect l="l" t="t" r="r" b="b"/>
              <a:pathLst>
                <a:path w="1986"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63"/>
            <p:cNvSpPr/>
            <p:nvPr/>
          </p:nvSpPr>
          <p:spPr>
            <a:xfrm>
              <a:off x="3973186" y="3585858"/>
              <a:ext cx="265804" cy="113695"/>
            </a:xfrm>
            <a:custGeom>
              <a:avLst/>
              <a:gdLst/>
              <a:ahLst/>
              <a:cxnLst/>
              <a:rect l="l" t="t" r="r" b="b"/>
              <a:pathLst>
                <a:path w="10151" h="4342" extrusionOk="0">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63"/>
            <p:cNvSpPr/>
            <p:nvPr/>
          </p:nvSpPr>
          <p:spPr>
            <a:xfrm>
              <a:off x="4051112" y="3405260"/>
              <a:ext cx="110448" cy="151768"/>
            </a:xfrm>
            <a:custGeom>
              <a:avLst/>
              <a:gdLst/>
              <a:ahLst/>
              <a:cxnLst/>
              <a:rect l="l" t="t" r="r" b="b"/>
              <a:pathLst>
                <a:path w="4218" h="5796" extrusionOk="0">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63"/>
            <p:cNvSpPr/>
            <p:nvPr/>
          </p:nvSpPr>
          <p:spPr>
            <a:xfrm>
              <a:off x="4051112" y="3405496"/>
              <a:ext cx="37994" cy="49987"/>
            </a:xfrm>
            <a:custGeom>
              <a:avLst/>
              <a:gdLst/>
              <a:ahLst/>
              <a:cxnLst/>
              <a:rect l="l" t="t" r="r" b="b"/>
              <a:pathLst>
                <a:path w="1451" h="1909" extrusionOk="0">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63"/>
            <p:cNvSpPr/>
            <p:nvPr/>
          </p:nvSpPr>
          <p:spPr>
            <a:xfrm>
              <a:off x="4089080" y="3405260"/>
              <a:ext cx="72480" cy="71956"/>
            </a:xfrm>
            <a:custGeom>
              <a:avLst/>
              <a:gdLst/>
              <a:ahLst/>
              <a:cxnLst/>
              <a:rect l="l" t="t" r="r" b="b"/>
              <a:pathLst>
                <a:path w="2768" h="2748" extrusionOk="0">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63"/>
            <p:cNvSpPr/>
            <p:nvPr/>
          </p:nvSpPr>
          <p:spPr>
            <a:xfrm>
              <a:off x="4094317" y="3475384"/>
              <a:ext cx="24012" cy="37811"/>
            </a:xfrm>
            <a:custGeom>
              <a:avLst/>
              <a:gdLst/>
              <a:ahLst/>
              <a:cxnLst/>
              <a:rect l="l" t="t" r="r" b="b"/>
              <a:pathLst>
                <a:path w="917" h="1444" extrusionOk="0">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63"/>
            <p:cNvSpPr/>
            <p:nvPr/>
          </p:nvSpPr>
          <p:spPr>
            <a:xfrm>
              <a:off x="4087823" y="3604345"/>
              <a:ext cx="36999" cy="95209"/>
            </a:xfrm>
            <a:custGeom>
              <a:avLst/>
              <a:gdLst/>
              <a:ahLst/>
              <a:cxnLst/>
              <a:rect l="l" t="t" r="r" b="b"/>
              <a:pathLst>
                <a:path w="1413" h="3636" extrusionOk="0">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63"/>
            <p:cNvSpPr/>
            <p:nvPr/>
          </p:nvSpPr>
          <p:spPr>
            <a:xfrm>
              <a:off x="4080335" y="3586120"/>
              <a:ext cx="26002" cy="38963"/>
            </a:xfrm>
            <a:custGeom>
              <a:avLst/>
              <a:gdLst/>
              <a:ahLst/>
              <a:cxnLst/>
              <a:rect l="l" t="t" r="r" b="b"/>
              <a:pathLst>
                <a:path w="993" h="1488" extrusionOk="0">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63"/>
            <p:cNvSpPr/>
            <p:nvPr/>
          </p:nvSpPr>
          <p:spPr>
            <a:xfrm>
              <a:off x="4106310" y="3586120"/>
              <a:ext cx="26028" cy="38963"/>
            </a:xfrm>
            <a:custGeom>
              <a:avLst/>
              <a:gdLst/>
              <a:ahLst/>
              <a:cxnLst/>
              <a:rect l="l" t="t" r="r" b="b"/>
              <a:pathLst>
                <a:path w="994" h="1488" extrusionOk="0">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63"/>
            <p:cNvSpPr/>
            <p:nvPr/>
          </p:nvSpPr>
          <p:spPr>
            <a:xfrm>
              <a:off x="3973421" y="3586120"/>
              <a:ext cx="106940" cy="113669"/>
            </a:xfrm>
            <a:custGeom>
              <a:avLst/>
              <a:gdLst/>
              <a:ahLst/>
              <a:cxnLst/>
              <a:rect l="l" t="t" r="r" b="b"/>
              <a:pathLst>
                <a:path w="4084" h="4341" extrusionOk="0">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63"/>
            <p:cNvSpPr/>
            <p:nvPr/>
          </p:nvSpPr>
          <p:spPr>
            <a:xfrm>
              <a:off x="4132312" y="3586120"/>
              <a:ext cx="106940" cy="113433"/>
            </a:xfrm>
            <a:custGeom>
              <a:avLst/>
              <a:gdLst/>
              <a:ahLst/>
              <a:cxnLst/>
              <a:rect l="l" t="t" r="r" b="b"/>
              <a:pathLst>
                <a:path w="4084" h="4332" extrusionOk="0">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63"/>
            <p:cNvSpPr/>
            <p:nvPr/>
          </p:nvSpPr>
          <p:spPr>
            <a:xfrm>
              <a:off x="3973421" y="3598610"/>
              <a:ext cx="67714" cy="100943"/>
            </a:xfrm>
            <a:custGeom>
              <a:avLst/>
              <a:gdLst/>
              <a:ahLst/>
              <a:cxnLst/>
              <a:rect l="l" t="t" r="r" b="b"/>
              <a:pathLst>
                <a:path w="2586" h="3855" extrusionOk="0">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63"/>
            <p:cNvSpPr/>
            <p:nvPr/>
          </p:nvSpPr>
          <p:spPr>
            <a:xfrm>
              <a:off x="4171773" y="3598610"/>
              <a:ext cx="67479" cy="100943"/>
            </a:xfrm>
            <a:custGeom>
              <a:avLst/>
              <a:gdLst/>
              <a:ahLst/>
              <a:cxnLst/>
              <a:rect l="l" t="t" r="r" b="b"/>
              <a:pathLst>
                <a:path w="2577" h="3855" extrusionOk="0">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63"/>
            <p:cNvSpPr/>
            <p:nvPr/>
          </p:nvSpPr>
          <p:spPr>
            <a:xfrm>
              <a:off x="4241320" y="3379232"/>
              <a:ext cx="45379" cy="65017"/>
            </a:xfrm>
            <a:custGeom>
              <a:avLst/>
              <a:gdLst/>
              <a:ahLst/>
              <a:cxnLst/>
              <a:rect l="l" t="t" r="r" b="b"/>
              <a:pathLst>
                <a:path w="1733" h="2483" extrusionOk="0">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63"/>
            <p:cNvSpPr/>
            <p:nvPr/>
          </p:nvSpPr>
          <p:spPr>
            <a:xfrm>
              <a:off x="4250458" y="3449644"/>
              <a:ext cx="17020" cy="14349"/>
            </a:xfrm>
            <a:custGeom>
              <a:avLst/>
              <a:gdLst/>
              <a:ahLst/>
              <a:cxnLst/>
              <a:rect l="l" t="t" r="r" b="b"/>
              <a:pathLst>
                <a:path w="650" h="548" extrusionOk="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2" name="Google Shape;11572;p63"/>
          <p:cNvGrpSpPr/>
          <p:nvPr/>
        </p:nvGrpSpPr>
        <p:grpSpPr>
          <a:xfrm>
            <a:off x="2126319" y="4112465"/>
            <a:ext cx="373241" cy="359127"/>
            <a:chOff x="2152857" y="4263002"/>
            <a:chExt cx="373241" cy="359127"/>
          </a:xfrm>
        </p:grpSpPr>
        <p:sp>
          <p:nvSpPr>
            <p:cNvPr id="11573" name="Google Shape;11573;p63"/>
            <p:cNvSpPr/>
            <p:nvPr/>
          </p:nvSpPr>
          <p:spPr>
            <a:xfrm>
              <a:off x="2152857" y="4354493"/>
              <a:ext cx="275309" cy="267637"/>
            </a:xfrm>
            <a:custGeom>
              <a:avLst/>
              <a:gdLst/>
              <a:ahLst/>
              <a:cxnLst/>
              <a:rect l="l" t="t" r="r" b="b"/>
              <a:pathLst>
                <a:path w="10514" h="10221" extrusionOk="0">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63"/>
            <p:cNvSpPr/>
            <p:nvPr/>
          </p:nvSpPr>
          <p:spPr>
            <a:xfrm>
              <a:off x="2195564" y="4354257"/>
              <a:ext cx="56481" cy="72454"/>
            </a:xfrm>
            <a:custGeom>
              <a:avLst/>
              <a:gdLst/>
              <a:ahLst/>
              <a:cxnLst/>
              <a:rect l="l" t="t" r="r" b="b"/>
              <a:pathLst>
                <a:path w="2157" h="2767" extrusionOk="0">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63"/>
            <p:cNvSpPr/>
            <p:nvPr/>
          </p:nvSpPr>
          <p:spPr>
            <a:xfrm>
              <a:off x="2355686" y="4530351"/>
              <a:ext cx="72480" cy="56743"/>
            </a:xfrm>
            <a:custGeom>
              <a:avLst/>
              <a:gdLst/>
              <a:ahLst/>
              <a:cxnLst/>
              <a:rect l="l" t="t" r="r" b="b"/>
              <a:pathLst>
                <a:path w="2768" h="2167" extrusionOk="0">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63"/>
            <p:cNvSpPr/>
            <p:nvPr/>
          </p:nvSpPr>
          <p:spPr>
            <a:xfrm>
              <a:off x="2276764" y="4263002"/>
              <a:ext cx="249334" cy="210946"/>
            </a:xfrm>
            <a:custGeom>
              <a:avLst/>
              <a:gdLst/>
              <a:ahLst/>
              <a:cxnLst/>
              <a:rect l="l" t="t" r="r" b="b"/>
              <a:pathLst>
                <a:path w="9522" h="8056" extrusionOk="0">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63"/>
            <p:cNvSpPr/>
            <p:nvPr/>
          </p:nvSpPr>
          <p:spPr>
            <a:xfrm>
              <a:off x="2203080" y="4331502"/>
              <a:ext cx="78948" cy="97906"/>
            </a:xfrm>
            <a:custGeom>
              <a:avLst/>
              <a:gdLst/>
              <a:ahLst/>
              <a:cxnLst/>
              <a:rect l="l" t="t" r="r" b="b"/>
              <a:pathLst>
                <a:path w="3015" h="3739" extrusionOk="0">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63"/>
            <p:cNvSpPr/>
            <p:nvPr/>
          </p:nvSpPr>
          <p:spPr>
            <a:xfrm>
              <a:off x="2352203" y="4501129"/>
              <a:ext cx="99451" cy="77350"/>
            </a:xfrm>
            <a:custGeom>
              <a:avLst/>
              <a:gdLst/>
              <a:ahLst/>
              <a:cxnLst/>
              <a:rect l="l" t="t" r="r" b="b"/>
              <a:pathLst>
                <a:path w="3798" h="2954" extrusionOk="0">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63"/>
            <p:cNvSpPr/>
            <p:nvPr/>
          </p:nvSpPr>
          <p:spPr>
            <a:xfrm>
              <a:off x="2324971" y="4303039"/>
              <a:ext cx="134669" cy="115135"/>
            </a:xfrm>
            <a:custGeom>
              <a:avLst/>
              <a:gdLst/>
              <a:ahLst/>
              <a:cxnLst/>
              <a:rect l="l" t="t" r="r" b="b"/>
              <a:pathLst>
                <a:path w="5143" h="4397" extrusionOk="0">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63"/>
            <p:cNvSpPr/>
            <p:nvPr/>
          </p:nvSpPr>
          <p:spPr>
            <a:xfrm>
              <a:off x="2347464" y="4313775"/>
              <a:ext cx="109427" cy="93219"/>
            </a:xfrm>
            <a:custGeom>
              <a:avLst/>
              <a:gdLst/>
              <a:ahLst/>
              <a:cxnLst/>
              <a:rect l="l" t="t" r="r" b="b"/>
              <a:pathLst>
                <a:path w="4179" h="3560" extrusionOk="0">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1" name="Google Shape;11581;p63"/>
          <p:cNvGrpSpPr/>
          <p:nvPr/>
        </p:nvGrpSpPr>
        <p:grpSpPr>
          <a:xfrm>
            <a:off x="833094" y="3196435"/>
            <a:ext cx="303537" cy="359127"/>
            <a:chOff x="859632" y="3346972"/>
            <a:chExt cx="303537" cy="359127"/>
          </a:xfrm>
        </p:grpSpPr>
        <p:sp>
          <p:nvSpPr>
            <p:cNvPr id="11582" name="Google Shape;11582;p63"/>
            <p:cNvSpPr/>
            <p:nvPr/>
          </p:nvSpPr>
          <p:spPr>
            <a:xfrm>
              <a:off x="859632" y="3346972"/>
              <a:ext cx="303537" cy="359127"/>
            </a:xfrm>
            <a:custGeom>
              <a:avLst/>
              <a:gdLst/>
              <a:ahLst/>
              <a:cxnLst/>
              <a:rect l="l" t="t" r="r" b="b"/>
              <a:pathLst>
                <a:path w="11592" h="13715" extrusionOk="0">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63"/>
            <p:cNvSpPr/>
            <p:nvPr/>
          </p:nvSpPr>
          <p:spPr>
            <a:xfrm>
              <a:off x="926063" y="3427989"/>
              <a:ext cx="153156" cy="145903"/>
            </a:xfrm>
            <a:custGeom>
              <a:avLst/>
              <a:gdLst/>
              <a:ahLst/>
              <a:cxnLst/>
              <a:rect l="l" t="t" r="r" b="b"/>
              <a:pathLst>
                <a:path w="5849" h="5572" extrusionOk="0">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63"/>
            <p:cNvSpPr/>
            <p:nvPr/>
          </p:nvSpPr>
          <p:spPr>
            <a:xfrm>
              <a:off x="1011767" y="3492928"/>
              <a:ext cx="64703" cy="74470"/>
            </a:xfrm>
            <a:custGeom>
              <a:avLst/>
              <a:gdLst/>
              <a:ahLst/>
              <a:cxnLst/>
              <a:rect l="l" t="t" r="r" b="b"/>
              <a:pathLst>
                <a:path w="2471" h="2844" extrusionOk="0">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63"/>
            <p:cNvSpPr/>
            <p:nvPr/>
          </p:nvSpPr>
          <p:spPr>
            <a:xfrm>
              <a:off x="998020" y="3428224"/>
              <a:ext cx="81462" cy="145667"/>
            </a:xfrm>
            <a:custGeom>
              <a:avLst/>
              <a:gdLst/>
              <a:ahLst/>
              <a:cxnLst/>
              <a:rect l="l" t="t" r="r" b="b"/>
              <a:pathLst>
                <a:path w="3111" h="5563" extrusionOk="0">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63"/>
            <p:cNvSpPr/>
            <p:nvPr/>
          </p:nvSpPr>
          <p:spPr>
            <a:xfrm>
              <a:off x="1022738" y="3503925"/>
              <a:ext cx="80964" cy="81200"/>
            </a:xfrm>
            <a:custGeom>
              <a:avLst/>
              <a:gdLst/>
              <a:ahLst/>
              <a:cxnLst/>
              <a:rect l="l" t="t" r="r" b="b"/>
              <a:pathLst>
                <a:path w="3092" h="3101" extrusionOk="0">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7" name="Google Shape;11587;p63"/>
          <p:cNvGrpSpPr/>
          <p:nvPr/>
        </p:nvGrpSpPr>
        <p:grpSpPr>
          <a:xfrm>
            <a:off x="1741373" y="2731704"/>
            <a:ext cx="265306" cy="366799"/>
            <a:chOff x="1767911" y="2882241"/>
            <a:chExt cx="265306" cy="366799"/>
          </a:xfrm>
        </p:grpSpPr>
        <p:sp>
          <p:nvSpPr>
            <p:cNvPr id="11588" name="Google Shape;11588;p63"/>
            <p:cNvSpPr/>
            <p:nvPr/>
          </p:nvSpPr>
          <p:spPr>
            <a:xfrm>
              <a:off x="1767911" y="3066269"/>
              <a:ext cx="265306" cy="182771"/>
            </a:xfrm>
            <a:custGeom>
              <a:avLst/>
              <a:gdLst/>
              <a:ahLst/>
              <a:cxnLst/>
              <a:rect l="l" t="t" r="r" b="b"/>
              <a:pathLst>
                <a:path w="10132" h="6980" extrusionOk="0">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63"/>
            <p:cNvSpPr/>
            <p:nvPr/>
          </p:nvSpPr>
          <p:spPr>
            <a:xfrm>
              <a:off x="1818867" y="2882241"/>
              <a:ext cx="147422" cy="155905"/>
            </a:xfrm>
            <a:custGeom>
              <a:avLst/>
              <a:gdLst/>
              <a:ahLst/>
              <a:cxnLst/>
              <a:rect l="l" t="t" r="r" b="b"/>
              <a:pathLst>
                <a:path w="5630" h="5954" extrusionOk="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63"/>
            <p:cNvSpPr/>
            <p:nvPr/>
          </p:nvSpPr>
          <p:spPr>
            <a:xfrm>
              <a:off x="1886817" y="2912144"/>
              <a:ext cx="47735" cy="47500"/>
            </a:xfrm>
            <a:custGeom>
              <a:avLst/>
              <a:gdLst/>
              <a:ahLst/>
              <a:cxnLst/>
              <a:rect l="l" t="t" r="r" b="b"/>
              <a:pathLst>
                <a:path w="1823" h="1814" extrusionOk="0">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63"/>
            <p:cNvSpPr/>
            <p:nvPr/>
          </p:nvSpPr>
          <p:spPr>
            <a:xfrm>
              <a:off x="1858799" y="2906488"/>
              <a:ext cx="84237" cy="79079"/>
            </a:xfrm>
            <a:custGeom>
              <a:avLst/>
              <a:gdLst/>
              <a:ahLst/>
              <a:cxnLst/>
              <a:rect l="l" t="t" r="r" b="b"/>
              <a:pathLst>
                <a:path w="3217" h="3020" extrusionOk="0">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63"/>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63"/>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63"/>
            <p:cNvSpPr/>
            <p:nvPr/>
          </p:nvSpPr>
          <p:spPr>
            <a:xfrm>
              <a:off x="1783151" y="3029008"/>
              <a:ext cx="117440" cy="159938"/>
            </a:xfrm>
            <a:custGeom>
              <a:avLst/>
              <a:gdLst/>
              <a:ahLst/>
              <a:cxnLst/>
              <a:rect l="l" t="t" r="r" b="b"/>
              <a:pathLst>
                <a:path w="4485" h="6108" extrusionOk="0">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63"/>
            <p:cNvSpPr/>
            <p:nvPr/>
          </p:nvSpPr>
          <p:spPr>
            <a:xfrm>
              <a:off x="1813290" y="3067212"/>
              <a:ext cx="65305" cy="26578"/>
            </a:xfrm>
            <a:custGeom>
              <a:avLst/>
              <a:gdLst/>
              <a:ahLst/>
              <a:cxnLst/>
              <a:rect l="l" t="t" r="r" b="b"/>
              <a:pathLst>
                <a:path w="2494" h="1015" extrusionOk="0">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63"/>
            <p:cNvSpPr/>
            <p:nvPr/>
          </p:nvSpPr>
          <p:spPr>
            <a:xfrm>
              <a:off x="1813237" y="3086746"/>
              <a:ext cx="65279" cy="26525"/>
            </a:xfrm>
            <a:custGeom>
              <a:avLst/>
              <a:gdLst/>
              <a:ahLst/>
              <a:cxnLst/>
              <a:rect l="l" t="t" r="r" b="b"/>
              <a:pathLst>
                <a:path w="2493" h="1013" extrusionOk="0">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63"/>
            <p:cNvSpPr/>
            <p:nvPr/>
          </p:nvSpPr>
          <p:spPr>
            <a:xfrm>
              <a:off x="1813290" y="3106437"/>
              <a:ext cx="65227" cy="26552"/>
            </a:xfrm>
            <a:custGeom>
              <a:avLst/>
              <a:gdLst/>
              <a:ahLst/>
              <a:cxnLst/>
              <a:rect l="l" t="t" r="r" b="b"/>
              <a:pathLst>
                <a:path w="2491" h="1014" extrusionOk="0">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63"/>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63"/>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63"/>
            <p:cNvSpPr/>
            <p:nvPr/>
          </p:nvSpPr>
          <p:spPr>
            <a:xfrm>
              <a:off x="1900564" y="3029008"/>
              <a:ext cx="117414" cy="159938"/>
            </a:xfrm>
            <a:custGeom>
              <a:avLst/>
              <a:gdLst/>
              <a:ahLst/>
              <a:cxnLst/>
              <a:rect l="l" t="t" r="r" b="b"/>
              <a:pathLst>
                <a:path w="4484" h="6108" extrusionOk="0">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63"/>
            <p:cNvSpPr/>
            <p:nvPr/>
          </p:nvSpPr>
          <p:spPr>
            <a:xfrm>
              <a:off x="1900564" y="3029244"/>
              <a:ext cx="117414" cy="159702"/>
            </a:xfrm>
            <a:custGeom>
              <a:avLst/>
              <a:gdLst/>
              <a:ahLst/>
              <a:cxnLst/>
              <a:rect l="l" t="t" r="r" b="b"/>
              <a:pathLst>
                <a:path w="4484" h="6099" extrusionOk="0">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63"/>
            <p:cNvSpPr/>
            <p:nvPr/>
          </p:nvSpPr>
          <p:spPr>
            <a:xfrm>
              <a:off x="1941282" y="3069988"/>
              <a:ext cx="29484" cy="36345"/>
            </a:xfrm>
            <a:custGeom>
              <a:avLst/>
              <a:gdLst/>
              <a:ahLst/>
              <a:cxnLst/>
              <a:rect l="l" t="t" r="r" b="b"/>
              <a:pathLst>
                <a:path w="1126" h="1388" extrusionOk="0">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3" name="Google Shape;11603;p63"/>
          <p:cNvGrpSpPr/>
          <p:nvPr/>
        </p:nvGrpSpPr>
        <p:grpSpPr>
          <a:xfrm>
            <a:off x="1305472" y="1349397"/>
            <a:ext cx="331895" cy="359311"/>
            <a:chOff x="1332009" y="1499935"/>
            <a:chExt cx="331895" cy="359311"/>
          </a:xfrm>
        </p:grpSpPr>
        <p:sp>
          <p:nvSpPr>
            <p:cNvPr id="11604" name="Google Shape;11604;p63"/>
            <p:cNvSpPr/>
            <p:nvPr/>
          </p:nvSpPr>
          <p:spPr>
            <a:xfrm>
              <a:off x="1435414" y="1570451"/>
              <a:ext cx="28515" cy="79210"/>
            </a:xfrm>
            <a:custGeom>
              <a:avLst/>
              <a:gdLst/>
              <a:ahLst/>
              <a:cxnLst/>
              <a:rect l="l" t="t" r="r" b="b"/>
              <a:pathLst>
                <a:path w="1089" h="3025" extrusionOk="0">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63"/>
            <p:cNvSpPr/>
            <p:nvPr/>
          </p:nvSpPr>
          <p:spPr>
            <a:xfrm>
              <a:off x="1435414" y="1627665"/>
              <a:ext cx="28515" cy="21995"/>
            </a:xfrm>
            <a:custGeom>
              <a:avLst/>
              <a:gdLst/>
              <a:ahLst/>
              <a:cxnLst/>
              <a:rect l="l" t="t" r="r" b="b"/>
              <a:pathLst>
                <a:path w="1089" h="840" extrusionOk="0">
                  <a:moveTo>
                    <a:pt x="1" y="0"/>
                  </a:moveTo>
                  <a:lnTo>
                    <a:pt x="1" y="840"/>
                  </a:lnTo>
                  <a:lnTo>
                    <a:pt x="1088" y="840"/>
                  </a:lnTo>
                  <a:lnTo>
                    <a:pt x="1088"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63"/>
            <p:cNvSpPr/>
            <p:nvPr/>
          </p:nvSpPr>
          <p:spPr>
            <a:xfrm>
              <a:off x="1350496" y="1570451"/>
              <a:ext cx="28254" cy="79210"/>
            </a:xfrm>
            <a:custGeom>
              <a:avLst/>
              <a:gdLst/>
              <a:ahLst/>
              <a:cxnLst/>
              <a:rect l="l" t="t" r="r" b="b"/>
              <a:pathLst>
                <a:path w="1079" h="3025" extrusionOk="0">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63"/>
            <p:cNvSpPr/>
            <p:nvPr/>
          </p:nvSpPr>
          <p:spPr>
            <a:xfrm>
              <a:off x="1350496" y="1627665"/>
              <a:ext cx="28254" cy="21995"/>
            </a:xfrm>
            <a:custGeom>
              <a:avLst/>
              <a:gdLst/>
              <a:ahLst/>
              <a:cxnLst/>
              <a:rect l="l" t="t" r="r" b="b"/>
              <a:pathLst>
                <a:path w="1079" h="840" extrusionOk="0">
                  <a:moveTo>
                    <a:pt x="0" y="0"/>
                  </a:moveTo>
                  <a:lnTo>
                    <a:pt x="0" y="840"/>
                  </a:lnTo>
                  <a:lnTo>
                    <a:pt x="1078" y="840"/>
                  </a:lnTo>
                  <a:lnTo>
                    <a:pt x="1078"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63"/>
            <p:cNvSpPr/>
            <p:nvPr/>
          </p:nvSpPr>
          <p:spPr>
            <a:xfrm>
              <a:off x="1392706" y="1791531"/>
              <a:ext cx="28751" cy="67714"/>
            </a:xfrm>
            <a:custGeom>
              <a:avLst/>
              <a:gdLst/>
              <a:ahLst/>
              <a:cxnLst/>
              <a:rect l="l" t="t" r="r" b="b"/>
              <a:pathLst>
                <a:path w="1098" h="2586" extrusionOk="0">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63"/>
            <p:cNvSpPr/>
            <p:nvPr/>
          </p:nvSpPr>
          <p:spPr>
            <a:xfrm>
              <a:off x="1392942" y="1791531"/>
              <a:ext cx="28515" cy="22519"/>
            </a:xfrm>
            <a:custGeom>
              <a:avLst/>
              <a:gdLst/>
              <a:ahLst/>
              <a:cxnLst/>
              <a:rect l="l" t="t" r="r" b="b"/>
              <a:pathLst>
                <a:path w="1089" h="860" extrusionOk="0">
                  <a:moveTo>
                    <a:pt x="1" y="1"/>
                  </a:moveTo>
                  <a:lnTo>
                    <a:pt x="1" y="859"/>
                  </a:lnTo>
                  <a:lnTo>
                    <a:pt x="1089" y="859"/>
                  </a:lnTo>
                  <a:lnTo>
                    <a:pt x="108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63"/>
            <p:cNvSpPr/>
            <p:nvPr/>
          </p:nvSpPr>
          <p:spPr>
            <a:xfrm>
              <a:off x="1386448" y="1765294"/>
              <a:ext cx="41503" cy="33255"/>
            </a:xfrm>
            <a:custGeom>
              <a:avLst/>
              <a:gdLst/>
              <a:ahLst/>
              <a:cxnLst/>
              <a:rect l="l" t="t" r="r" b="b"/>
              <a:pathLst>
                <a:path w="1585" h="1270" extrusionOk="0">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63"/>
            <p:cNvSpPr/>
            <p:nvPr/>
          </p:nvSpPr>
          <p:spPr>
            <a:xfrm>
              <a:off x="1411428" y="1765294"/>
              <a:ext cx="16287" cy="33255"/>
            </a:xfrm>
            <a:custGeom>
              <a:avLst/>
              <a:gdLst/>
              <a:ahLst/>
              <a:cxnLst/>
              <a:rect l="l" t="t" r="r" b="b"/>
              <a:pathLst>
                <a:path w="622" h="1270" extrusionOk="0">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63"/>
            <p:cNvSpPr/>
            <p:nvPr/>
          </p:nvSpPr>
          <p:spPr>
            <a:xfrm>
              <a:off x="1381473" y="1738585"/>
              <a:ext cx="51480" cy="33517"/>
            </a:xfrm>
            <a:custGeom>
              <a:avLst/>
              <a:gdLst/>
              <a:ahLst/>
              <a:cxnLst/>
              <a:rect l="l" t="t" r="r" b="b"/>
              <a:pathLst>
                <a:path w="1966" h="1280" extrusionOk="0">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63"/>
            <p:cNvSpPr/>
            <p:nvPr/>
          </p:nvSpPr>
          <p:spPr>
            <a:xfrm>
              <a:off x="1411428" y="1738585"/>
              <a:ext cx="21524" cy="33517"/>
            </a:xfrm>
            <a:custGeom>
              <a:avLst/>
              <a:gdLst/>
              <a:ahLst/>
              <a:cxnLst/>
              <a:rect l="l" t="t" r="r" b="b"/>
              <a:pathLst>
                <a:path w="822" h="1280" extrusionOk="0">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63"/>
            <p:cNvSpPr/>
            <p:nvPr/>
          </p:nvSpPr>
          <p:spPr>
            <a:xfrm>
              <a:off x="1339001" y="1668619"/>
              <a:ext cx="136162" cy="77220"/>
            </a:xfrm>
            <a:custGeom>
              <a:avLst/>
              <a:gdLst/>
              <a:ahLst/>
              <a:cxnLst/>
              <a:rect l="l" t="t" r="r" b="b"/>
              <a:pathLst>
                <a:path w="5200" h="2949" extrusionOk="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63"/>
            <p:cNvSpPr/>
            <p:nvPr/>
          </p:nvSpPr>
          <p:spPr>
            <a:xfrm>
              <a:off x="1411428" y="1668619"/>
              <a:ext cx="63996" cy="77220"/>
            </a:xfrm>
            <a:custGeom>
              <a:avLst/>
              <a:gdLst/>
              <a:ahLst/>
              <a:cxnLst/>
              <a:rect l="l" t="t" r="r" b="b"/>
              <a:pathLst>
                <a:path w="2444" h="2949" extrusionOk="0">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63"/>
            <p:cNvSpPr/>
            <p:nvPr/>
          </p:nvSpPr>
          <p:spPr>
            <a:xfrm>
              <a:off x="1332009" y="1640889"/>
              <a:ext cx="150145" cy="27756"/>
            </a:xfrm>
            <a:custGeom>
              <a:avLst/>
              <a:gdLst/>
              <a:ahLst/>
              <a:cxnLst/>
              <a:rect l="l" t="t" r="r" b="b"/>
              <a:pathLst>
                <a:path w="5734" h="1060" extrusionOk="0">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63"/>
            <p:cNvSpPr/>
            <p:nvPr/>
          </p:nvSpPr>
          <p:spPr>
            <a:xfrm>
              <a:off x="1461651" y="1640889"/>
              <a:ext cx="20503" cy="27756"/>
            </a:xfrm>
            <a:custGeom>
              <a:avLst/>
              <a:gdLst/>
              <a:ahLst/>
              <a:cxnLst/>
              <a:rect l="l" t="t" r="r" b="b"/>
              <a:pathLst>
                <a:path w="783" h="1060" extrusionOk="0">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63"/>
            <p:cNvSpPr/>
            <p:nvPr/>
          </p:nvSpPr>
          <p:spPr>
            <a:xfrm>
              <a:off x="1467386" y="1499935"/>
              <a:ext cx="196518" cy="165725"/>
            </a:xfrm>
            <a:custGeom>
              <a:avLst/>
              <a:gdLst/>
              <a:ahLst/>
              <a:cxnLst/>
              <a:rect l="l" t="t" r="r" b="b"/>
              <a:pathLst>
                <a:path w="7505" h="6329" extrusionOk="0">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63"/>
            <p:cNvSpPr/>
            <p:nvPr/>
          </p:nvSpPr>
          <p:spPr>
            <a:xfrm>
              <a:off x="1369873" y="1679852"/>
              <a:ext cx="74653" cy="11050"/>
            </a:xfrm>
            <a:custGeom>
              <a:avLst/>
              <a:gdLst/>
              <a:ahLst/>
              <a:cxnLst/>
              <a:rect l="l" t="t" r="r" b="b"/>
              <a:pathLst>
                <a:path w="2851" h="422" extrusionOk="0">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63"/>
            <p:cNvSpPr/>
            <p:nvPr/>
          </p:nvSpPr>
          <p:spPr>
            <a:xfrm>
              <a:off x="1533346" y="1524496"/>
              <a:ext cx="60487" cy="92459"/>
            </a:xfrm>
            <a:custGeom>
              <a:avLst/>
              <a:gdLst/>
              <a:ahLst/>
              <a:cxnLst/>
              <a:rect l="l" t="t" r="r" b="b"/>
              <a:pathLst>
                <a:path w="2310" h="3531" extrusionOk="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1" name="Google Shape;11621;p63"/>
          <p:cNvGrpSpPr/>
          <p:nvPr/>
        </p:nvGrpSpPr>
        <p:grpSpPr>
          <a:xfrm>
            <a:off x="2636927" y="3196278"/>
            <a:ext cx="289528" cy="359232"/>
            <a:chOff x="2663464" y="3346815"/>
            <a:chExt cx="289528" cy="359232"/>
          </a:xfrm>
        </p:grpSpPr>
        <p:sp>
          <p:nvSpPr>
            <p:cNvPr id="11622" name="Google Shape;11622;p63"/>
            <p:cNvSpPr/>
            <p:nvPr/>
          </p:nvSpPr>
          <p:spPr>
            <a:xfrm>
              <a:off x="2663464" y="3490676"/>
              <a:ext cx="133674" cy="140666"/>
            </a:xfrm>
            <a:custGeom>
              <a:avLst/>
              <a:gdLst/>
              <a:ahLst/>
              <a:cxnLst/>
              <a:rect l="l" t="t" r="r" b="b"/>
              <a:pathLst>
                <a:path w="5105" h="5372" extrusionOk="0">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63"/>
            <p:cNvSpPr/>
            <p:nvPr/>
          </p:nvSpPr>
          <p:spPr>
            <a:xfrm>
              <a:off x="2742386" y="3610839"/>
              <a:ext cx="54753" cy="20503"/>
            </a:xfrm>
            <a:custGeom>
              <a:avLst/>
              <a:gdLst/>
              <a:ahLst/>
              <a:cxnLst/>
              <a:rect l="l" t="t" r="r" b="b"/>
              <a:pathLst>
                <a:path w="2091" h="783" extrusionOk="0">
                  <a:moveTo>
                    <a:pt x="1" y="1"/>
                  </a:moveTo>
                  <a:lnTo>
                    <a:pt x="1" y="783"/>
                  </a:lnTo>
                  <a:lnTo>
                    <a:pt x="2090" y="783"/>
                  </a:lnTo>
                  <a:lnTo>
                    <a:pt x="2090"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63"/>
            <p:cNvSpPr/>
            <p:nvPr/>
          </p:nvSpPr>
          <p:spPr>
            <a:xfrm>
              <a:off x="2819082" y="3490676"/>
              <a:ext cx="133910" cy="140666"/>
            </a:xfrm>
            <a:custGeom>
              <a:avLst/>
              <a:gdLst/>
              <a:ahLst/>
              <a:cxnLst/>
              <a:rect l="l" t="t" r="r" b="b"/>
              <a:pathLst>
                <a:path w="5114" h="5372" extrusionOk="0">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63"/>
            <p:cNvSpPr/>
            <p:nvPr/>
          </p:nvSpPr>
          <p:spPr>
            <a:xfrm>
              <a:off x="2819082" y="3610839"/>
              <a:ext cx="54988" cy="20503"/>
            </a:xfrm>
            <a:custGeom>
              <a:avLst/>
              <a:gdLst/>
              <a:ahLst/>
              <a:cxnLst/>
              <a:rect l="l" t="t" r="r" b="b"/>
              <a:pathLst>
                <a:path w="2100" h="783" extrusionOk="0">
                  <a:moveTo>
                    <a:pt x="1" y="1"/>
                  </a:moveTo>
                  <a:lnTo>
                    <a:pt x="1" y="783"/>
                  </a:lnTo>
                  <a:lnTo>
                    <a:pt x="2099" y="783"/>
                  </a:lnTo>
                  <a:lnTo>
                    <a:pt x="2099"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63"/>
            <p:cNvSpPr/>
            <p:nvPr/>
          </p:nvSpPr>
          <p:spPr>
            <a:xfrm>
              <a:off x="2714918" y="3346815"/>
              <a:ext cx="167898" cy="178189"/>
            </a:xfrm>
            <a:custGeom>
              <a:avLst/>
              <a:gdLst/>
              <a:ahLst/>
              <a:cxnLst/>
              <a:rect l="l" t="t" r="r" b="b"/>
              <a:pathLst>
                <a:path w="6412" h="6805" extrusionOk="0">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63"/>
            <p:cNvSpPr/>
            <p:nvPr/>
          </p:nvSpPr>
          <p:spPr>
            <a:xfrm>
              <a:off x="2757887" y="3372293"/>
              <a:ext cx="101467" cy="98744"/>
            </a:xfrm>
            <a:custGeom>
              <a:avLst/>
              <a:gdLst/>
              <a:ahLst/>
              <a:cxnLst/>
              <a:rect l="l" t="t" r="r" b="b"/>
              <a:pathLst>
                <a:path w="3875" h="3771" extrusionOk="0">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63"/>
            <p:cNvSpPr/>
            <p:nvPr/>
          </p:nvSpPr>
          <p:spPr>
            <a:xfrm>
              <a:off x="2789597" y="3403323"/>
              <a:ext cx="36999" cy="36423"/>
            </a:xfrm>
            <a:custGeom>
              <a:avLst/>
              <a:gdLst/>
              <a:ahLst/>
              <a:cxnLst/>
              <a:rect l="l" t="t" r="r" b="b"/>
              <a:pathLst>
                <a:path w="1413" h="1391" extrusionOk="0">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63"/>
            <p:cNvSpPr/>
            <p:nvPr/>
          </p:nvSpPr>
          <p:spPr>
            <a:xfrm>
              <a:off x="2734137" y="3660564"/>
              <a:ext cx="63001" cy="45483"/>
            </a:xfrm>
            <a:custGeom>
              <a:avLst/>
              <a:gdLst/>
              <a:ahLst/>
              <a:cxnLst/>
              <a:rect l="l" t="t" r="r" b="b"/>
              <a:pathLst>
                <a:path w="2406" h="1737" extrusionOk="0">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63"/>
            <p:cNvSpPr/>
            <p:nvPr/>
          </p:nvSpPr>
          <p:spPr>
            <a:xfrm>
              <a:off x="2734137" y="3629325"/>
              <a:ext cx="63001" cy="31265"/>
            </a:xfrm>
            <a:custGeom>
              <a:avLst/>
              <a:gdLst/>
              <a:ahLst/>
              <a:cxnLst/>
              <a:rect l="l" t="t" r="r" b="b"/>
              <a:pathLst>
                <a:path w="2406" h="1194" extrusionOk="0">
                  <a:moveTo>
                    <a:pt x="220" y="1"/>
                  </a:moveTo>
                  <a:cubicBezTo>
                    <a:pt x="106" y="1"/>
                    <a:pt x="1" y="96"/>
                    <a:pt x="1" y="220"/>
                  </a:cubicBezTo>
                  <a:lnTo>
                    <a:pt x="1" y="1193"/>
                  </a:lnTo>
                  <a:lnTo>
                    <a:pt x="2405" y="1193"/>
                  </a:lnTo>
                  <a:lnTo>
                    <a:pt x="2405"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63"/>
            <p:cNvSpPr/>
            <p:nvPr/>
          </p:nvSpPr>
          <p:spPr>
            <a:xfrm>
              <a:off x="2819082" y="3660564"/>
              <a:ext cx="62975" cy="45483"/>
            </a:xfrm>
            <a:custGeom>
              <a:avLst/>
              <a:gdLst/>
              <a:ahLst/>
              <a:cxnLst/>
              <a:rect l="l" t="t" r="r" b="b"/>
              <a:pathLst>
                <a:path w="2405" h="1737" extrusionOk="0">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63"/>
            <p:cNvSpPr/>
            <p:nvPr/>
          </p:nvSpPr>
          <p:spPr>
            <a:xfrm>
              <a:off x="2819082" y="3629090"/>
              <a:ext cx="62975" cy="31239"/>
            </a:xfrm>
            <a:custGeom>
              <a:avLst/>
              <a:gdLst/>
              <a:ahLst/>
              <a:cxnLst/>
              <a:rect l="l" t="t" r="r" b="b"/>
              <a:pathLst>
                <a:path w="2405" h="1193" extrusionOk="0">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3" name="Google Shape;11633;p63"/>
          <p:cNvGrpSpPr/>
          <p:nvPr/>
        </p:nvGrpSpPr>
        <p:grpSpPr>
          <a:xfrm>
            <a:off x="1289237" y="2731389"/>
            <a:ext cx="269051" cy="366983"/>
            <a:chOff x="1315775" y="2881927"/>
            <a:chExt cx="269051" cy="366983"/>
          </a:xfrm>
        </p:grpSpPr>
        <p:sp>
          <p:nvSpPr>
            <p:cNvPr id="11634" name="Google Shape;11634;p63"/>
            <p:cNvSpPr/>
            <p:nvPr/>
          </p:nvSpPr>
          <p:spPr>
            <a:xfrm>
              <a:off x="1319755" y="3230397"/>
              <a:ext cx="185390" cy="13250"/>
            </a:xfrm>
            <a:custGeom>
              <a:avLst/>
              <a:gdLst/>
              <a:ahLst/>
              <a:cxnLst/>
              <a:rect l="l" t="t" r="r" b="b"/>
              <a:pathLst>
                <a:path w="7080" h="506" extrusionOk="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63"/>
            <p:cNvSpPr/>
            <p:nvPr/>
          </p:nvSpPr>
          <p:spPr>
            <a:xfrm>
              <a:off x="1315775" y="2917146"/>
              <a:ext cx="191124" cy="331764"/>
            </a:xfrm>
            <a:custGeom>
              <a:avLst/>
              <a:gdLst/>
              <a:ahLst/>
              <a:cxnLst/>
              <a:rect l="l" t="t" r="r" b="b"/>
              <a:pathLst>
                <a:path w="7299" h="12670" extrusionOk="0">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63"/>
            <p:cNvSpPr/>
            <p:nvPr/>
          </p:nvSpPr>
          <p:spPr>
            <a:xfrm>
              <a:off x="1430674" y="2917146"/>
              <a:ext cx="76225" cy="118435"/>
            </a:xfrm>
            <a:custGeom>
              <a:avLst/>
              <a:gdLst/>
              <a:ahLst/>
              <a:cxnLst/>
              <a:rect l="l" t="t" r="r" b="b"/>
              <a:pathLst>
                <a:path w="2911" h="4523" extrusionOk="0">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63"/>
            <p:cNvSpPr/>
            <p:nvPr/>
          </p:nvSpPr>
          <p:spPr>
            <a:xfrm>
              <a:off x="1335256" y="2950872"/>
              <a:ext cx="152397" cy="239069"/>
            </a:xfrm>
            <a:custGeom>
              <a:avLst/>
              <a:gdLst/>
              <a:ahLst/>
              <a:cxnLst/>
              <a:rect l="l" t="t" r="r" b="b"/>
              <a:pathLst>
                <a:path w="5820" h="9130" extrusionOk="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63"/>
            <p:cNvSpPr/>
            <p:nvPr/>
          </p:nvSpPr>
          <p:spPr>
            <a:xfrm>
              <a:off x="1430674" y="2950872"/>
              <a:ext cx="56979" cy="80467"/>
            </a:xfrm>
            <a:custGeom>
              <a:avLst/>
              <a:gdLst/>
              <a:ahLst/>
              <a:cxnLst/>
              <a:rect l="l" t="t" r="r" b="b"/>
              <a:pathLst>
                <a:path w="2176" h="3073" extrusionOk="0">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63"/>
            <p:cNvSpPr/>
            <p:nvPr/>
          </p:nvSpPr>
          <p:spPr>
            <a:xfrm>
              <a:off x="1334994" y="2950872"/>
              <a:ext cx="152423" cy="239069"/>
            </a:xfrm>
            <a:custGeom>
              <a:avLst/>
              <a:gdLst/>
              <a:ahLst/>
              <a:cxnLst/>
              <a:rect l="l" t="t" r="r" b="b"/>
              <a:pathLst>
                <a:path w="5821" h="9130" extrusionOk="0">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63"/>
            <p:cNvSpPr/>
            <p:nvPr/>
          </p:nvSpPr>
          <p:spPr>
            <a:xfrm>
              <a:off x="1398938" y="3203662"/>
              <a:ext cx="24771" cy="24771"/>
            </a:xfrm>
            <a:custGeom>
              <a:avLst/>
              <a:gdLst/>
              <a:ahLst/>
              <a:cxnLst/>
              <a:rect l="l" t="t" r="r" b="b"/>
              <a:pathLst>
                <a:path w="946" h="946" extrusionOk="0">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63"/>
            <p:cNvSpPr/>
            <p:nvPr/>
          </p:nvSpPr>
          <p:spPr>
            <a:xfrm>
              <a:off x="1448166" y="2881927"/>
              <a:ext cx="136660" cy="136660"/>
            </a:xfrm>
            <a:custGeom>
              <a:avLst/>
              <a:gdLst/>
              <a:ahLst/>
              <a:cxnLst/>
              <a:rect l="l" t="t" r="r" b="b"/>
              <a:pathLst>
                <a:path w="5219" h="5219" extrusionOk="0">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63"/>
            <p:cNvSpPr/>
            <p:nvPr/>
          </p:nvSpPr>
          <p:spPr>
            <a:xfrm>
              <a:off x="1477127" y="2911149"/>
              <a:ext cx="78738" cy="77717"/>
            </a:xfrm>
            <a:custGeom>
              <a:avLst/>
              <a:gdLst/>
              <a:ahLst/>
              <a:cxnLst/>
              <a:rect l="l" t="t" r="r" b="b"/>
              <a:pathLst>
                <a:path w="3007" h="2968" extrusionOk="0">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63"/>
            <p:cNvSpPr/>
            <p:nvPr/>
          </p:nvSpPr>
          <p:spPr>
            <a:xfrm>
              <a:off x="1399462" y="2924923"/>
              <a:ext cx="20739" cy="17963"/>
            </a:xfrm>
            <a:custGeom>
              <a:avLst/>
              <a:gdLst/>
              <a:ahLst/>
              <a:cxnLst/>
              <a:rect l="l" t="t" r="r" b="b"/>
              <a:pathLst>
                <a:path w="792" h="686" extrusionOk="0">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63"/>
            <p:cNvSpPr/>
            <p:nvPr/>
          </p:nvSpPr>
          <p:spPr>
            <a:xfrm>
              <a:off x="1363484" y="3032045"/>
              <a:ext cx="95706" cy="22519"/>
            </a:xfrm>
            <a:custGeom>
              <a:avLst/>
              <a:gdLst/>
              <a:ahLst/>
              <a:cxnLst/>
              <a:rect l="l" t="t" r="r" b="b"/>
              <a:pathLst>
                <a:path w="3655" h="860" extrusionOk="0">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63"/>
            <p:cNvSpPr/>
            <p:nvPr/>
          </p:nvSpPr>
          <p:spPr>
            <a:xfrm>
              <a:off x="1363484" y="3073261"/>
              <a:ext cx="95706" cy="22519"/>
            </a:xfrm>
            <a:custGeom>
              <a:avLst/>
              <a:gdLst/>
              <a:ahLst/>
              <a:cxnLst/>
              <a:rect l="l" t="t" r="r" b="b"/>
              <a:pathLst>
                <a:path w="3655" h="860" extrusionOk="0">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63"/>
            <p:cNvSpPr/>
            <p:nvPr/>
          </p:nvSpPr>
          <p:spPr>
            <a:xfrm>
              <a:off x="1363484" y="3114240"/>
              <a:ext cx="95706" cy="22493"/>
            </a:xfrm>
            <a:custGeom>
              <a:avLst/>
              <a:gdLst/>
              <a:ahLst/>
              <a:cxnLst/>
              <a:rect l="l" t="t" r="r" b="b"/>
              <a:pathLst>
                <a:path w="3655" h="859" extrusionOk="0">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63"/>
            <p:cNvSpPr/>
            <p:nvPr/>
          </p:nvSpPr>
          <p:spPr>
            <a:xfrm>
              <a:off x="1508863" y="2912406"/>
              <a:ext cx="46740" cy="77193"/>
            </a:xfrm>
            <a:custGeom>
              <a:avLst/>
              <a:gdLst/>
              <a:ahLst/>
              <a:cxnLst/>
              <a:rect l="l" t="t" r="r" b="b"/>
              <a:pathLst>
                <a:path w="1785" h="2948" extrusionOk="0">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63"/>
            <p:cNvSpPr/>
            <p:nvPr/>
          </p:nvSpPr>
          <p:spPr>
            <a:xfrm>
              <a:off x="1477127" y="2938879"/>
              <a:ext cx="32757" cy="35245"/>
            </a:xfrm>
            <a:custGeom>
              <a:avLst/>
              <a:gdLst/>
              <a:ahLst/>
              <a:cxnLst/>
              <a:rect l="l" t="t" r="r" b="b"/>
              <a:pathLst>
                <a:path w="1251" h="1346" extrusionOk="0">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9" name="Google Shape;11649;p63"/>
          <p:cNvGrpSpPr/>
          <p:nvPr/>
        </p:nvGrpSpPr>
        <p:grpSpPr>
          <a:xfrm>
            <a:off x="3950890" y="1829604"/>
            <a:ext cx="359232" cy="322023"/>
            <a:chOff x="3977427" y="1980142"/>
            <a:chExt cx="359232" cy="322023"/>
          </a:xfrm>
        </p:grpSpPr>
        <p:sp>
          <p:nvSpPr>
            <p:cNvPr id="11650" name="Google Shape;11650;p63"/>
            <p:cNvSpPr/>
            <p:nvPr/>
          </p:nvSpPr>
          <p:spPr>
            <a:xfrm>
              <a:off x="3977427" y="2064065"/>
              <a:ext cx="303039" cy="238100"/>
            </a:xfrm>
            <a:custGeom>
              <a:avLst/>
              <a:gdLst/>
              <a:ahLst/>
              <a:cxnLst/>
              <a:rect l="l" t="t" r="r" b="b"/>
              <a:pathLst>
                <a:path w="11573" h="9093" extrusionOk="0">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63"/>
            <p:cNvSpPr/>
            <p:nvPr/>
          </p:nvSpPr>
          <p:spPr>
            <a:xfrm>
              <a:off x="3977427" y="2179724"/>
              <a:ext cx="303039" cy="122441"/>
            </a:xfrm>
            <a:custGeom>
              <a:avLst/>
              <a:gdLst/>
              <a:ahLst/>
              <a:cxnLst/>
              <a:rect l="l" t="t" r="r" b="b"/>
              <a:pathLst>
                <a:path w="11573" h="4676" extrusionOk="0">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63"/>
            <p:cNvSpPr/>
            <p:nvPr/>
          </p:nvSpPr>
          <p:spPr>
            <a:xfrm>
              <a:off x="4175517" y="2103787"/>
              <a:ext cx="104949" cy="49149"/>
            </a:xfrm>
            <a:custGeom>
              <a:avLst/>
              <a:gdLst/>
              <a:ahLst/>
              <a:cxnLst/>
              <a:rect l="l" t="t" r="r" b="b"/>
              <a:pathLst>
                <a:path w="4008" h="1877" extrusionOk="0">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63"/>
            <p:cNvSpPr/>
            <p:nvPr/>
          </p:nvSpPr>
          <p:spPr>
            <a:xfrm>
              <a:off x="3978161" y="2164248"/>
              <a:ext cx="327784" cy="137916"/>
            </a:xfrm>
            <a:custGeom>
              <a:avLst/>
              <a:gdLst/>
              <a:ahLst/>
              <a:cxnLst/>
              <a:rect l="l" t="t" r="r" b="b"/>
              <a:pathLst>
                <a:path w="12518" h="5267" extrusionOk="0">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63"/>
            <p:cNvSpPr/>
            <p:nvPr/>
          </p:nvSpPr>
          <p:spPr>
            <a:xfrm>
              <a:off x="3978161" y="2277891"/>
              <a:ext cx="306783" cy="24273"/>
            </a:xfrm>
            <a:custGeom>
              <a:avLst/>
              <a:gdLst/>
              <a:ahLst/>
              <a:cxnLst/>
              <a:rect l="l" t="t" r="r" b="b"/>
              <a:pathLst>
                <a:path w="11716" h="927" extrusionOk="0">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63"/>
            <p:cNvSpPr/>
            <p:nvPr/>
          </p:nvSpPr>
          <p:spPr>
            <a:xfrm>
              <a:off x="4181513"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63"/>
            <p:cNvSpPr/>
            <p:nvPr/>
          </p:nvSpPr>
          <p:spPr>
            <a:xfrm>
              <a:off x="4241870" y="2033585"/>
              <a:ext cx="23357" cy="62242"/>
            </a:xfrm>
            <a:custGeom>
              <a:avLst/>
              <a:gdLst/>
              <a:ahLst/>
              <a:cxnLst/>
              <a:rect l="l" t="t" r="r" b="b"/>
              <a:pathLst>
                <a:path w="892" h="2377" extrusionOk="0">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63"/>
            <p:cNvSpPr/>
            <p:nvPr/>
          </p:nvSpPr>
          <p:spPr>
            <a:xfrm>
              <a:off x="4241372" y="2087762"/>
              <a:ext cx="37183" cy="10814"/>
            </a:xfrm>
            <a:custGeom>
              <a:avLst/>
              <a:gdLst/>
              <a:ahLst/>
              <a:cxnLst/>
              <a:rect l="l" t="t" r="r" b="b"/>
              <a:pathLst>
                <a:path w="1420" h="413" extrusionOk="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63"/>
            <p:cNvSpPr/>
            <p:nvPr/>
          </p:nvSpPr>
          <p:spPr>
            <a:xfrm>
              <a:off x="4245221" y="2013239"/>
              <a:ext cx="20005" cy="17125"/>
            </a:xfrm>
            <a:custGeom>
              <a:avLst/>
              <a:gdLst/>
              <a:ahLst/>
              <a:cxnLst/>
              <a:rect l="l" t="t" r="r" b="b"/>
              <a:pathLst>
                <a:path w="764" h="654" extrusionOk="0">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63"/>
            <p:cNvSpPr/>
            <p:nvPr/>
          </p:nvSpPr>
          <p:spPr>
            <a:xfrm>
              <a:off x="3977663"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0" name="Google Shape;11660;p63"/>
          <p:cNvGrpSpPr/>
          <p:nvPr/>
        </p:nvGrpSpPr>
        <p:grpSpPr>
          <a:xfrm>
            <a:off x="839091" y="2263071"/>
            <a:ext cx="361720" cy="359180"/>
            <a:chOff x="865628" y="2413608"/>
            <a:chExt cx="361720" cy="359180"/>
          </a:xfrm>
        </p:grpSpPr>
        <p:sp>
          <p:nvSpPr>
            <p:cNvPr id="11661" name="Google Shape;11661;p63"/>
            <p:cNvSpPr/>
            <p:nvPr/>
          </p:nvSpPr>
          <p:spPr>
            <a:xfrm>
              <a:off x="865628" y="2710048"/>
              <a:ext cx="63472" cy="62739"/>
            </a:xfrm>
            <a:custGeom>
              <a:avLst/>
              <a:gdLst/>
              <a:ahLst/>
              <a:cxnLst/>
              <a:rect l="l" t="t" r="r" b="b"/>
              <a:pathLst>
                <a:path w="2424" h="2396" extrusionOk="0">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63"/>
            <p:cNvSpPr/>
            <p:nvPr/>
          </p:nvSpPr>
          <p:spPr>
            <a:xfrm>
              <a:off x="880370" y="2726283"/>
              <a:ext cx="48730" cy="46505"/>
            </a:xfrm>
            <a:custGeom>
              <a:avLst/>
              <a:gdLst/>
              <a:ahLst/>
              <a:cxnLst/>
              <a:rect l="l" t="t" r="r" b="b"/>
              <a:pathLst>
                <a:path w="1861" h="1776" extrusionOk="0">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63"/>
            <p:cNvSpPr/>
            <p:nvPr/>
          </p:nvSpPr>
          <p:spPr>
            <a:xfrm>
              <a:off x="879349" y="2579909"/>
              <a:ext cx="179891" cy="179132"/>
            </a:xfrm>
            <a:custGeom>
              <a:avLst/>
              <a:gdLst/>
              <a:ahLst/>
              <a:cxnLst/>
              <a:rect l="l" t="t" r="r" b="b"/>
              <a:pathLst>
                <a:path w="6870" h="6841" extrusionOk="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63"/>
            <p:cNvSpPr/>
            <p:nvPr/>
          </p:nvSpPr>
          <p:spPr>
            <a:xfrm>
              <a:off x="899590" y="2602140"/>
              <a:ext cx="159650" cy="156901"/>
            </a:xfrm>
            <a:custGeom>
              <a:avLst/>
              <a:gdLst/>
              <a:ahLst/>
              <a:cxnLst/>
              <a:rect l="l" t="t" r="r" b="b"/>
              <a:pathLst>
                <a:path w="6097" h="5992" extrusionOk="0">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63"/>
            <p:cNvSpPr/>
            <p:nvPr/>
          </p:nvSpPr>
          <p:spPr>
            <a:xfrm>
              <a:off x="971782" y="2617432"/>
              <a:ext cx="50485" cy="49359"/>
            </a:xfrm>
            <a:custGeom>
              <a:avLst/>
              <a:gdLst/>
              <a:ahLst/>
              <a:cxnLst/>
              <a:rect l="l" t="t" r="r" b="b"/>
              <a:pathLst>
                <a:path w="1928" h="1885" extrusionOk="0">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63"/>
            <p:cNvSpPr/>
            <p:nvPr/>
          </p:nvSpPr>
          <p:spPr>
            <a:xfrm>
              <a:off x="1033500" y="2509707"/>
              <a:ext cx="95942" cy="95968"/>
            </a:xfrm>
            <a:custGeom>
              <a:avLst/>
              <a:gdLst/>
              <a:ahLst/>
              <a:cxnLst/>
              <a:rect l="l" t="t" r="r" b="b"/>
              <a:pathLst>
                <a:path w="3664" h="3665" extrusionOk="0">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63"/>
            <p:cNvSpPr/>
            <p:nvPr/>
          </p:nvSpPr>
          <p:spPr>
            <a:xfrm>
              <a:off x="1001502" y="2559171"/>
              <a:ext cx="78712" cy="77900"/>
            </a:xfrm>
            <a:custGeom>
              <a:avLst/>
              <a:gdLst/>
              <a:ahLst/>
              <a:cxnLst/>
              <a:rect l="l" t="t" r="r" b="b"/>
              <a:pathLst>
                <a:path w="3006" h="2975" extrusionOk="0">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63"/>
            <p:cNvSpPr/>
            <p:nvPr/>
          </p:nvSpPr>
          <p:spPr>
            <a:xfrm>
              <a:off x="1030227" y="2589912"/>
              <a:ext cx="49987" cy="47159"/>
            </a:xfrm>
            <a:custGeom>
              <a:avLst/>
              <a:gdLst/>
              <a:ahLst/>
              <a:cxnLst/>
              <a:rect l="l" t="t" r="r" b="b"/>
              <a:pathLst>
                <a:path w="1909" h="1801" extrusionOk="0">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63"/>
            <p:cNvSpPr/>
            <p:nvPr/>
          </p:nvSpPr>
          <p:spPr>
            <a:xfrm>
              <a:off x="1128159" y="2454719"/>
              <a:ext cx="58209" cy="54282"/>
            </a:xfrm>
            <a:custGeom>
              <a:avLst/>
              <a:gdLst/>
              <a:ahLst/>
              <a:cxnLst/>
              <a:rect l="l" t="t" r="r" b="b"/>
              <a:pathLst>
                <a:path w="2223" h="2073" extrusionOk="0">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63"/>
            <p:cNvSpPr/>
            <p:nvPr/>
          </p:nvSpPr>
          <p:spPr>
            <a:xfrm>
              <a:off x="1099932" y="2413608"/>
              <a:ext cx="10762" cy="72899"/>
            </a:xfrm>
            <a:custGeom>
              <a:avLst/>
              <a:gdLst/>
              <a:ahLst/>
              <a:cxnLst/>
              <a:rect l="l" t="t" r="r" b="b"/>
              <a:pathLst>
                <a:path w="411" h="2784" extrusionOk="0">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63"/>
            <p:cNvSpPr/>
            <p:nvPr/>
          </p:nvSpPr>
          <p:spPr>
            <a:xfrm>
              <a:off x="1150888" y="2528194"/>
              <a:ext cx="76460" cy="10762"/>
            </a:xfrm>
            <a:custGeom>
              <a:avLst/>
              <a:gdLst/>
              <a:ahLst/>
              <a:cxnLst/>
              <a:rect l="l" t="t" r="r" b="b"/>
              <a:pathLst>
                <a:path w="2920" h="411" extrusionOk="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63"/>
            <p:cNvSpPr/>
            <p:nvPr/>
          </p:nvSpPr>
          <p:spPr>
            <a:xfrm>
              <a:off x="1002262" y="2486533"/>
              <a:ext cx="150904" cy="145484"/>
            </a:xfrm>
            <a:custGeom>
              <a:avLst/>
              <a:gdLst/>
              <a:ahLst/>
              <a:cxnLst/>
              <a:rect l="l" t="t" r="r" b="b"/>
              <a:pathLst>
                <a:path w="5763" h="5556" extrusionOk="0">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63"/>
            <p:cNvSpPr/>
            <p:nvPr/>
          </p:nvSpPr>
          <p:spPr>
            <a:xfrm>
              <a:off x="1039470" y="2572656"/>
              <a:ext cx="113695" cy="59361"/>
            </a:xfrm>
            <a:custGeom>
              <a:avLst/>
              <a:gdLst/>
              <a:ahLst/>
              <a:cxnLst/>
              <a:rect l="l" t="t" r="r" b="b"/>
              <a:pathLst>
                <a:path w="4342" h="2267" extrusionOk="0">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4" name="Google Shape;11674;p63"/>
          <p:cNvGrpSpPr/>
          <p:nvPr/>
        </p:nvGrpSpPr>
        <p:grpSpPr>
          <a:xfrm>
            <a:off x="3090556" y="2731389"/>
            <a:ext cx="268815" cy="366983"/>
            <a:chOff x="3117093" y="2881927"/>
            <a:chExt cx="268815" cy="366983"/>
          </a:xfrm>
        </p:grpSpPr>
        <p:sp>
          <p:nvSpPr>
            <p:cNvPr id="11675" name="Google Shape;11675;p63"/>
            <p:cNvSpPr/>
            <p:nvPr/>
          </p:nvSpPr>
          <p:spPr>
            <a:xfrm>
              <a:off x="3117093" y="2917146"/>
              <a:ext cx="191124" cy="331764"/>
            </a:xfrm>
            <a:custGeom>
              <a:avLst/>
              <a:gdLst/>
              <a:ahLst/>
              <a:cxnLst/>
              <a:rect l="l" t="t" r="r" b="b"/>
              <a:pathLst>
                <a:path w="7299" h="12670" extrusionOk="0">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63"/>
            <p:cNvSpPr/>
            <p:nvPr/>
          </p:nvSpPr>
          <p:spPr>
            <a:xfrm>
              <a:off x="3232019" y="2917146"/>
              <a:ext cx="76198" cy="118670"/>
            </a:xfrm>
            <a:custGeom>
              <a:avLst/>
              <a:gdLst/>
              <a:ahLst/>
              <a:cxnLst/>
              <a:rect l="l" t="t" r="r" b="b"/>
              <a:pathLst>
                <a:path w="2910" h="4532" extrusionOk="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63"/>
            <p:cNvSpPr/>
            <p:nvPr/>
          </p:nvSpPr>
          <p:spPr>
            <a:xfrm>
              <a:off x="3117093" y="3235398"/>
              <a:ext cx="191124" cy="13511"/>
            </a:xfrm>
            <a:custGeom>
              <a:avLst/>
              <a:gdLst/>
              <a:ahLst/>
              <a:cxnLst/>
              <a:rect l="l" t="t" r="r" b="b"/>
              <a:pathLst>
                <a:path w="7299" h="516" extrusionOk="0">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63"/>
            <p:cNvSpPr/>
            <p:nvPr/>
          </p:nvSpPr>
          <p:spPr>
            <a:xfrm>
              <a:off x="3136575" y="2950872"/>
              <a:ext cx="152161" cy="239069"/>
            </a:xfrm>
            <a:custGeom>
              <a:avLst/>
              <a:gdLst/>
              <a:ahLst/>
              <a:cxnLst/>
              <a:rect l="l" t="t" r="r" b="b"/>
              <a:pathLst>
                <a:path w="5811" h="9130" extrusionOk="0">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63"/>
            <p:cNvSpPr/>
            <p:nvPr/>
          </p:nvSpPr>
          <p:spPr>
            <a:xfrm>
              <a:off x="3232019" y="2950872"/>
              <a:ext cx="56717" cy="80467"/>
            </a:xfrm>
            <a:custGeom>
              <a:avLst/>
              <a:gdLst/>
              <a:ahLst/>
              <a:cxnLst/>
              <a:rect l="l" t="t" r="r" b="b"/>
              <a:pathLst>
                <a:path w="2166" h="3073" extrusionOk="0">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63"/>
            <p:cNvSpPr/>
            <p:nvPr/>
          </p:nvSpPr>
          <p:spPr>
            <a:xfrm>
              <a:off x="3136339" y="2951108"/>
              <a:ext cx="152397" cy="239095"/>
            </a:xfrm>
            <a:custGeom>
              <a:avLst/>
              <a:gdLst/>
              <a:ahLst/>
              <a:cxnLst/>
              <a:rect l="l" t="t" r="r" b="b"/>
              <a:pathLst>
                <a:path w="5820" h="9131" extrusionOk="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63"/>
            <p:cNvSpPr/>
            <p:nvPr/>
          </p:nvSpPr>
          <p:spPr>
            <a:xfrm>
              <a:off x="3190778" y="2927882"/>
              <a:ext cx="43755" cy="11024"/>
            </a:xfrm>
            <a:custGeom>
              <a:avLst/>
              <a:gdLst/>
              <a:ahLst/>
              <a:cxnLst/>
              <a:rect l="l" t="t" r="r" b="b"/>
              <a:pathLst>
                <a:path w="1671" h="421" extrusionOk="0">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63"/>
            <p:cNvSpPr/>
            <p:nvPr/>
          </p:nvSpPr>
          <p:spPr>
            <a:xfrm>
              <a:off x="3164802" y="3041289"/>
              <a:ext cx="95706" cy="22519"/>
            </a:xfrm>
            <a:custGeom>
              <a:avLst/>
              <a:gdLst/>
              <a:ahLst/>
              <a:cxnLst/>
              <a:rect l="l" t="t" r="r" b="b"/>
              <a:pathLst>
                <a:path w="3655" h="860" extrusionOk="0">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63"/>
            <p:cNvSpPr/>
            <p:nvPr/>
          </p:nvSpPr>
          <p:spPr>
            <a:xfrm>
              <a:off x="3157313" y="3083263"/>
              <a:ext cx="110448" cy="11024"/>
            </a:xfrm>
            <a:custGeom>
              <a:avLst/>
              <a:gdLst/>
              <a:ahLst/>
              <a:cxnLst/>
              <a:rect l="l" t="t" r="r" b="b"/>
              <a:pathLst>
                <a:path w="4218" h="421" extrusionOk="0">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63"/>
            <p:cNvSpPr/>
            <p:nvPr/>
          </p:nvSpPr>
          <p:spPr>
            <a:xfrm>
              <a:off x="3157313" y="3109998"/>
              <a:ext cx="110448" cy="11260"/>
            </a:xfrm>
            <a:custGeom>
              <a:avLst/>
              <a:gdLst/>
              <a:ahLst/>
              <a:cxnLst/>
              <a:rect l="l" t="t" r="r" b="b"/>
              <a:pathLst>
                <a:path w="4218" h="430" extrusionOk="0">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63"/>
            <p:cNvSpPr/>
            <p:nvPr/>
          </p:nvSpPr>
          <p:spPr>
            <a:xfrm>
              <a:off x="3200283" y="3203662"/>
              <a:ext cx="24745" cy="24771"/>
            </a:xfrm>
            <a:custGeom>
              <a:avLst/>
              <a:gdLst/>
              <a:ahLst/>
              <a:cxnLst/>
              <a:rect l="l" t="t" r="r" b="b"/>
              <a:pathLst>
                <a:path w="945" h="946" extrusionOk="0">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63"/>
            <p:cNvSpPr/>
            <p:nvPr/>
          </p:nvSpPr>
          <p:spPr>
            <a:xfrm>
              <a:off x="3249249" y="2881927"/>
              <a:ext cx="136660" cy="136660"/>
            </a:xfrm>
            <a:custGeom>
              <a:avLst/>
              <a:gdLst/>
              <a:ahLst/>
              <a:cxnLst/>
              <a:rect l="l" t="t" r="r" b="b"/>
              <a:pathLst>
                <a:path w="5219" h="5219" extrusionOk="0">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63"/>
            <p:cNvSpPr/>
            <p:nvPr/>
          </p:nvSpPr>
          <p:spPr>
            <a:xfrm>
              <a:off x="3301959" y="2928641"/>
              <a:ext cx="21995" cy="56219"/>
            </a:xfrm>
            <a:custGeom>
              <a:avLst/>
              <a:gdLst/>
              <a:ahLst/>
              <a:cxnLst/>
              <a:rect l="l" t="t" r="r" b="b"/>
              <a:pathLst>
                <a:path w="840" h="2147" extrusionOk="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63"/>
            <p:cNvSpPr/>
            <p:nvPr/>
          </p:nvSpPr>
          <p:spPr>
            <a:xfrm>
              <a:off x="3301462" y="2976088"/>
              <a:ext cx="33988" cy="11286"/>
            </a:xfrm>
            <a:custGeom>
              <a:avLst/>
              <a:gdLst/>
              <a:ahLst/>
              <a:cxnLst/>
              <a:rect l="l" t="t" r="r" b="b"/>
              <a:pathLst>
                <a:path w="1298" h="431" extrusionOk="0">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63"/>
            <p:cNvSpPr/>
            <p:nvPr/>
          </p:nvSpPr>
          <p:spPr>
            <a:xfrm>
              <a:off x="3304709" y="2910704"/>
              <a:ext cx="19246" cy="16706"/>
            </a:xfrm>
            <a:custGeom>
              <a:avLst/>
              <a:gdLst/>
              <a:ahLst/>
              <a:cxnLst/>
              <a:rect l="l" t="t" r="r" b="b"/>
              <a:pathLst>
                <a:path w="735" h="638" extrusionOk="0">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0" name="Google Shape;11690;p63"/>
          <p:cNvGrpSpPr/>
          <p:nvPr/>
        </p:nvGrpSpPr>
        <p:grpSpPr>
          <a:xfrm>
            <a:off x="3507971" y="1357462"/>
            <a:ext cx="368502" cy="343521"/>
            <a:chOff x="3534508" y="1508000"/>
            <a:chExt cx="368502" cy="343521"/>
          </a:xfrm>
        </p:grpSpPr>
        <p:sp>
          <p:nvSpPr>
            <p:cNvPr id="11691" name="Google Shape;11691;p63"/>
            <p:cNvSpPr/>
            <p:nvPr/>
          </p:nvSpPr>
          <p:spPr>
            <a:xfrm>
              <a:off x="3591984" y="1754322"/>
              <a:ext cx="45719" cy="45719"/>
            </a:xfrm>
            <a:custGeom>
              <a:avLst/>
              <a:gdLst/>
              <a:ahLst/>
              <a:cxnLst/>
              <a:rect l="l" t="t" r="r" b="b"/>
              <a:pathLst>
                <a:path w="1746" h="1746" extrusionOk="0">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63"/>
            <p:cNvSpPr/>
            <p:nvPr/>
          </p:nvSpPr>
          <p:spPr>
            <a:xfrm>
              <a:off x="3742600" y="1633897"/>
              <a:ext cx="106940" cy="91805"/>
            </a:xfrm>
            <a:custGeom>
              <a:avLst/>
              <a:gdLst/>
              <a:ahLst/>
              <a:cxnLst/>
              <a:rect l="l" t="t" r="r" b="b"/>
              <a:pathLst>
                <a:path w="4084" h="3506" extrusionOk="0">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63"/>
            <p:cNvSpPr/>
            <p:nvPr/>
          </p:nvSpPr>
          <p:spPr>
            <a:xfrm>
              <a:off x="3753336" y="1671132"/>
              <a:ext cx="100969" cy="54465"/>
            </a:xfrm>
            <a:custGeom>
              <a:avLst/>
              <a:gdLst/>
              <a:ahLst/>
              <a:cxnLst/>
              <a:rect l="l" t="t" r="r" b="b"/>
              <a:pathLst>
                <a:path w="3856" h="2080" extrusionOk="0">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63"/>
            <p:cNvSpPr/>
            <p:nvPr/>
          </p:nvSpPr>
          <p:spPr>
            <a:xfrm>
              <a:off x="3620447" y="1530990"/>
              <a:ext cx="154649" cy="297645"/>
            </a:xfrm>
            <a:custGeom>
              <a:avLst/>
              <a:gdLst/>
              <a:ahLst/>
              <a:cxnLst/>
              <a:rect l="l" t="t" r="r" b="b"/>
              <a:pathLst>
                <a:path w="5906" h="11367" extrusionOk="0">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63"/>
            <p:cNvSpPr/>
            <p:nvPr/>
          </p:nvSpPr>
          <p:spPr>
            <a:xfrm>
              <a:off x="3620447" y="1708603"/>
              <a:ext cx="154649" cy="120032"/>
            </a:xfrm>
            <a:custGeom>
              <a:avLst/>
              <a:gdLst/>
              <a:ahLst/>
              <a:cxnLst/>
              <a:rect l="l" t="t" r="r" b="b"/>
              <a:pathLst>
                <a:path w="5906" h="4584" extrusionOk="0">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63"/>
            <p:cNvSpPr/>
            <p:nvPr/>
          </p:nvSpPr>
          <p:spPr>
            <a:xfrm>
              <a:off x="3763601" y="1508000"/>
              <a:ext cx="45981" cy="343521"/>
            </a:xfrm>
            <a:custGeom>
              <a:avLst/>
              <a:gdLst/>
              <a:ahLst/>
              <a:cxnLst/>
              <a:rect l="l" t="t" r="r" b="b"/>
              <a:pathLst>
                <a:path w="1756" h="13119" extrusionOk="0">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63"/>
            <p:cNvSpPr/>
            <p:nvPr/>
          </p:nvSpPr>
          <p:spPr>
            <a:xfrm>
              <a:off x="3763601" y="1823005"/>
              <a:ext cx="45981" cy="28515"/>
            </a:xfrm>
            <a:custGeom>
              <a:avLst/>
              <a:gdLst/>
              <a:ahLst/>
              <a:cxnLst/>
              <a:rect l="l" t="t" r="r" b="b"/>
              <a:pathLst>
                <a:path w="1756" h="1089" extrusionOk="0">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63"/>
            <p:cNvSpPr/>
            <p:nvPr/>
          </p:nvSpPr>
          <p:spPr>
            <a:xfrm>
              <a:off x="3534508" y="1628399"/>
              <a:ext cx="46007" cy="102959"/>
            </a:xfrm>
            <a:custGeom>
              <a:avLst/>
              <a:gdLst/>
              <a:ahLst/>
              <a:cxnLst/>
              <a:rect l="l" t="t" r="r" b="b"/>
              <a:pathLst>
                <a:path w="1757" h="3932" extrusionOk="0">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63"/>
            <p:cNvSpPr/>
            <p:nvPr/>
          </p:nvSpPr>
          <p:spPr>
            <a:xfrm>
              <a:off x="3534508" y="1633400"/>
              <a:ext cx="46007" cy="97958"/>
            </a:xfrm>
            <a:custGeom>
              <a:avLst/>
              <a:gdLst/>
              <a:ahLst/>
              <a:cxnLst/>
              <a:rect l="l" t="t" r="r" b="b"/>
              <a:pathLst>
                <a:path w="1757" h="3741" extrusionOk="0">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63"/>
            <p:cNvSpPr/>
            <p:nvPr/>
          </p:nvSpPr>
          <p:spPr>
            <a:xfrm>
              <a:off x="3574728" y="1628163"/>
              <a:ext cx="57240" cy="103195"/>
            </a:xfrm>
            <a:custGeom>
              <a:avLst/>
              <a:gdLst/>
              <a:ahLst/>
              <a:cxnLst/>
              <a:rect l="l" t="t" r="r" b="b"/>
              <a:pathLst>
                <a:path w="2186" h="3941" extrusionOk="0">
                  <a:moveTo>
                    <a:pt x="1" y="0"/>
                  </a:moveTo>
                  <a:lnTo>
                    <a:pt x="1" y="3940"/>
                  </a:lnTo>
                  <a:lnTo>
                    <a:pt x="2186" y="3940"/>
                  </a:lnTo>
                  <a:lnTo>
                    <a:pt x="2186" y="0"/>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63"/>
            <p:cNvSpPr/>
            <p:nvPr/>
          </p:nvSpPr>
          <p:spPr>
            <a:xfrm>
              <a:off x="3574728" y="1714102"/>
              <a:ext cx="57240" cy="17256"/>
            </a:xfrm>
            <a:custGeom>
              <a:avLst/>
              <a:gdLst/>
              <a:ahLst/>
              <a:cxnLst/>
              <a:rect l="l" t="t" r="r" b="b"/>
              <a:pathLst>
                <a:path w="2186" h="659" extrusionOk="0">
                  <a:moveTo>
                    <a:pt x="1" y="0"/>
                  </a:moveTo>
                  <a:lnTo>
                    <a:pt x="1" y="658"/>
                  </a:lnTo>
                  <a:lnTo>
                    <a:pt x="2186" y="658"/>
                  </a:lnTo>
                  <a:lnTo>
                    <a:pt x="2186" y="0"/>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63"/>
            <p:cNvSpPr/>
            <p:nvPr/>
          </p:nvSpPr>
          <p:spPr>
            <a:xfrm>
              <a:off x="3574728" y="1731332"/>
              <a:ext cx="57240" cy="91700"/>
            </a:xfrm>
            <a:custGeom>
              <a:avLst/>
              <a:gdLst/>
              <a:ahLst/>
              <a:cxnLst/>
              <a:rect l="l" t="t" r="r" b="b"/>
              <a:pathLst>
                <a:path w="2186" h="3502" extrusionOk="0">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63"/>
            <p:cNvSpPr/>
            <p:nvPr/>
          </p:nvSpPr>
          <p:spPr>
            <a:xfrm>
              <a:off x="3870514" y="1674118"/>
              <a:ext cx="32496" cy="11521"/>
            </a:xfrm>
            <a:custGeom>
              <a:avLst/>
              <a:gdLst/>
              <a:ahLst/>
              <a:cxnLst/>
              <a:rect l="l" t="t" r="r" b="b"/>
              <a:pathLst>
                <a:path w="1241" h="440" extrusionOk="0">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63"/>
            <p:cNvSpPr/>
            <p:nvPr/>
          </p:nvSpPr>
          <p:spPr>
            <a:xfrm>
              <a:off x="3848781" y="1609493"/>
              <a:ext cx="27232" cy="23436"/>
            </a:xfrm>
            <a:custGeom>
              <a:avLst/>
              <a:gdLst/>
              <a:ahLst/>
              <a:cxnLst/>
              <a:rect l="l" t="t" r="r" b="b"/>
              <a:pathLst>
                <a:path w="1040" h="895" extrusionOk="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63"/>
            <p:cNvSpPr/>
            <p:nvPr/>
          </p:nvSpPr>
          <p:spPr>
            <a:xfrm>
              <a:off x="3848231" y="1726618"/>
              <a:ext cx="27808" cy="23724"/>
            </a:xfrm>
            <a:custGeom>
              <a:avLst/>
              <a:gdLst/>
              <a:ahLst/>
              <a:cxnLst/>
              <a:rect l="l" t="t" r="r" b="b"/>
              <a:pathLst>
                <a:path w="1062" h="906" extrusionOk="0">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6" name="Google Shape;11706;p63"/>
          <p:cNvGrpSpPr/>
          <p:nvPr/>
        </p:nvGrpSpPr>
        <p:grpSpPr>
          <a:xfrm>
            <a:off x="7131161" y="1349424"/>
            <a:ext cx="279054" cy="354754"/>
            <a:chOff x="7147436" y="1502999"/>
            <a:chExt cx="279054" cy="354754"/>
          </a:xfrm>
        </p:grpSpPr>
        <p:sp>
          <p:nvSpPr>
            <p:cNvPr id="11707" name="Google Shape;11707;p63"/>
            <p:cNvSpPr/>
            <p:nvPr/>
          </p:nvSpPr>
          <p:spPr>
            <a:xfrm>
              <a:off x="7147436" y="1745576"/>
              <a:ext cx="279054" cy="112177"/>
            </a:xfrm>
            <a:custGeom>
              <a:avLst/>
              <a:gdLst/>
              <a:ahLst/>
              <a:cxnLst/>
              <a:rect l="l" t="t" r="r" b="b"/>
              <a:pathLst>
                <a:path w="10657" h="4284" extrusionOk="0">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63"/>
            <p:cNvSpPr/>
            <p:nvPr/>
          </p:nvSpPr>
          <p:spPr>
            <a:xfrm>
              <a:off x="7187892" y="1694856"/>
              <a:ext cx="197618" cy="104688"/>
            </a:xfrm>
            <a:custGeom>
              <a:avLst/>
              <a:gdLst/>
              <a:ahLst/>
              <a:cxnLst/>
              <a:rect l="l" t="t" r="r" b="b"/>
              <a:pathLst>
                <a:path w="7547" h="3998" extrusionOk="0">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63"/>
            <p:cNvSpPr/>
            <p:nvPr/>
          </p:nvSpPr>
          <p:spPr>
            <a:xfrm>
              <a:off x="7206876" y="1712348"/>
              <a:ext cx="159912" cy="66274"/>
            </a:xfrm>
            <a:custGeom>
              <a:avLst/>
              <a:gdLst/>
              <a:ahLst/>
              <a:cxnLst/>
              <a:rect l="l" t="t" r="r" b="b"/>
              <a:pathLst>
                <a:path w="6107" h="2531" extrusionOk="0">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63"/>
            <p:cNvSpPr/>
            <p:nvPr/>
          </p:nvSpPr>
          <p:spPr>
            <a:xfrm>
              <a:off x="7232118" y="1700852"/>
              <a:ext cx="109689" cy="77769"/>
            </a:xfrm>
            <a:custGeom>
              <a:avLst/>
              <a:gdLst/>
              <a:ahLst/>
              <a:cxnLst/>
              <a:rect l="l" t="t" r="r" b="b"/>
              <a:pathLst>
                <a:path w="4189" h="2970" extrusionOk="0">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63"/>
            <p:cNvSpPr/>
            <p:nvPr/>
          </p:nvSpPr>
          <p:spPr>
            <a:xfrm>
              <a:off x="7246101" y="1700852"/>
              <a:ext cx="81462" cy="23121"/>
            </a:xfrm>
            <a:custGeom>
              <a:avLst/>
              <a:gdLst/>
              <a:ahLst/>
              <a:cxnLst/>
              <a:rect l="l" t="t" r="r" b="b"/>
              <a:pathLst>
                <a:path w="3111" h="883" extrusionOk="0">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63"/>
            <p:cNvSpPr/>
            <p:nvPr/>
          </p:nvSpPr>
          <p:spPr>
            <a:xfrm>
              <a:off x="7189149" y="1543716"/>
              <a:ext cx="190627" cy="168658"/>
            </a:xfrm>
            <a:custGeom>
              <a:avLst/>
              <a:gdLst/>
              <a:ahLst/>
              <a:cxnLst/>
              <a:rect l="l" t="t" r="r" b="b"/>
              <a:pathLst>
                <a:path w="7280" h="6441" extrusionOk="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63"/>
            <p:cNvSpPr/>
            <p:nvPr/>
          </p:nvSpPr>
          <p:spPr>
            <a:xfrm>
              <a:off x="7192893" y="1549713"/>
              <a:ext cx="146400" cy="162635"/>
            </a:xfrm>
            <a:custGeom>
              <a:avLst/>
              <a:gdLst/>
              <a:ahLst/>
              <a:cxnLst/>
              <a:rect l="l" t="t" r="r" b="b"/>
              <a:pathLst>
                <a:path w="5591" h="6211" extrusionOk="0">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63"/>
            <p:cNvSpPr/>
            <p:nvPr/>
          </p:nvSpPr>
          <p:spPr>
            <a:xfrm>
              <a:off x="7246101" y="1613604"/>
              <a:ext cx="11757" cy="17334"/>
            </a:xfrm>
            <a:custGeom>
              <a:avLst/>
              <a:gdLst/>
              <a:ahLst/>
              <a:cxnLst/>
              <a:rect l="l" t="t" r="r" b="b"/>
              <a:pathLst>
                <a:path w="449" h="662" extrusionOk="0">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63"/>
            <p:cNvSpPr/>
            <p:nvPr/>
          </p:nvSpPr>
          <p:spPr>
            <a:xfrm>
              <a:off x="7316041" y="1613604"/>
              <a:ext cx="11521" cy="17334"/>
            </a:xfrm>
            <a:custGeom>
              <a:avLst/>
              <a:gdLst/>
              <a:ahLst/>
              <a:cxnLst/>
              <a:rect l="l" t="t" r="r" b="b"/>
              <a:pathLst>
                <a:path w="440" h="662" extrusionOk="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63"/>
            <p:cNvSpPr/>
            <p:nvPr/>
          </p:nvSpPr>
          <p:spPr>
            <a:xfrm>
              <a:off x="7238115" y="1593834"/>
              <a:ext cx="28097" cy="13878"/>
            </a:xfrm>
            <a:custGeom>
              <a:avLst/>
              <a:gdLst/>
              <a:ahLst/>
              <a:cxnLst/>
              <a:rect l="l" t="t" r="r" b="b"/>
              <a:pathLst>
                <a:path w="1073" h="530" extrusionOk="0">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63"/>
            <p:cNvSpPr/>
            <p:nvPr/>
          </p:nvSpPr>
          <p:spPr>
            <a:xfrm>
              <a:off x="7307767" y="1594044"/>
              <a:ext cx="27782" cy="13904"/>
            </a:xfrm>
            <a:custGeom>
              <a:avLst/>
              <a:gdLst/>
              <a:ahLst/>
              <a:cxnLst/>
              <a:rect l="l" t="t" r="r" b="b"/>
              <a:pathLst>
                <a:path w="1061" h="531" extrusionOk="0">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63"/>
            <p:cNvSpPr/>
            <p:nvPr/>
          </p:nvSpPr>
          <p:spPr>
            <a:xfrm>
              <a:off x="7211380" y="1502999"/>
              <a:ext cx="174392" cy="52501"/>
            </a:xfrm>
            <a:custGeom>
              <a:avLst/>
              <a:gdLst/>
              <a:ahLst/>
              <a:cxnLst/>
              <a:rect l="l" t="t" r="r" b="b"/>
              <a:pathLst>
                <a:path w="6660" h="2005" extrusionOk="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63"/>
            <p:cNvSpPr/>
            <p:nvPr/>
          </p:nvSpPr>
          <p:spPr>
            <a:xfrm>
              <a:off x="7257832" y="1502999"/>
              <a:ext cx="127940" cy="40744"/>
            </a:xfrm>
            <a:custGeom>
              <a:avLst/>
              <a:gdLst/>
              <a:ahLst/>
              <a:cxnLst/>
              <a:rect l="l" t="t" r="r" b="b"/>
              <a:pathLst>
                <a:path w="4886" h="1556" extrusionOk="0">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63"/>
            <p:cNvSpPr/>
            <p:nvPr/>
          </p:nvSpPr>
          <p:spPr>
            <a:xfrm>
              <a:off x="7252097" y="1782262"/>
              <a:ext cx="11521" cy="75491"/>
            </a:xfrm>
            <a:custGeom>
              <a:avLst/>
              <a:gdLst/>
              <a:ahLst/>
              <a:cxnLst/>
              <a:rect l="l" t="t" r="r" b="b"/>
              <a:pathLst>
                <a:path w="440" h="2883" extrusionOk="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63"/>
            <p:cNvSpPr/>
            <p:nvPr/>
          </p:nvSpPr>
          <p:spPr>
            <a:xfrm>
              <a:off x="7310045" y="1782262"/>
              <a:ext cx="11783" cy="75491"/>
            </a:xfrm>
            <a:custGeom>
              <a:avLst/>
              <a:gdLst/>
              <a:ahLst/>
              <a:cxnLst/>
              <a:rect l="l" t="t" r="r" b="b"/>
              <a:pathLst>
                <a:path w="450" h="2883" extrusionOk="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63"/>
            <p:cNvSpPr/>
            <p:nvPr/>
          </p:nvSpPr>
          <p:spPr>
            <a:xfrm>
              <a:off x="7260896" y="1654112"/>
              <a:ext cx="51872" cy="17570"/>
            </a:xfrm>
            <a:custGeom>
              <a:avLst/>
              <a:gdLst/>
              <a:ahLst/>
              <a:cxnLst/>
              <a:rect l="l" t="t" r="r" b="b"/>
              <a:pathLst>
                <a:path w="1981" h="671" extrusionOk="0">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3" name="Google Shape;11723;p63"/>
          <p:cNvGrpSpPr/>
          <p:nvPr/>
        </p:nvGrpSpPr>
        <p:grpSpPr>
          <a:xfrm>
            <a:off x="7586806" y="1819497"/>
            <a:ext cx="276802" cy="354807"/>
            <a:chOff x="7603081" y="1973072"/>
            <a:chExt cx="276802" cy="354807"/>
          </a:xfrm>
        </p:grpSpPr>
        <p:sp>
          <p:nvSpPr>
            <p:cNvPr id="11724" name="Google Shape;11724;p63"/>
            <p:cNvSpPr/>
            <p:nvPr/>
          </p:nvSpPr>
          <p:spPr>
            <a:xfrm>
              <a:off x="7603081" y="2189465"/>
              <a:ext cx="276802" cy="138414"/>
            </a:xfrm>
            <a:custGeom>
              <a:avLst/>
              <a:gdLst/>
              <a:ahLst/>
              <a:cxnLst/>
              <a:rect l="l" t="t" r="r" b="b"/>
              <a:pathLst>
                <a:path w="10571" h="5286" extrusionOk="0">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63"/>
            <p:cNvSpPr/>
            <p:nvPr/>
          </p:nvSpPr>
          <p:spPr>
            <a:xfrm>
              <a:off x="7666527" y="2189465"/>
              <a:ext cx="149909" cy="92197"/>
            </a:xfrm>
            <a:custGeom>
              <a:avLst/>
              <a:gdLst/>
              <a:ahLst/>
              <a:cxnLst/>
              <a:rect l="l" t="t" r="r" b="b"/>
              <a:pathLst>
                <a:path w="5725" h="3521" extrusionOk="0">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63"/>
            <p:cNvSpPr/>
            <p:nvPr/>
          </p:nvSpPr>
          <p:spPr>
            <a:xfrm>
              <a:off x="7679751" y="2189465"/>
              <a:ext cx="123698" cy="34564"/>
            </a:xfrm>
            <a:custGeom>
              <a:avLst/>
              <a:gdLst/>
              <a:ahLst/>
              <a:cxnLst/>
              <a:rect l="l" t="t" r="r" b="b"/>
              <a:pathLst>
                <a:path w="4724" h="1320" extrusionOk="0">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63"/>
            <p:cNvSpPr/>
            <p:nvPr/>
          </p:nvSpPr>
          <p:spPr>
            <a:xfrm>
              <a:off x="7644532" y="2033585"/>
              <a:ext cx="189370" cy="155408"/>
            </a:xfrm>
            <a:custGeom>
              <a:avLst/>
              <a:gdLst/>
              <a:ahLst/>
              <a:cxnLst/>
              <a:rect l="l" t="t" r="r" b="b"/>
              <a:pathLst>
                <a:path w="7232" h="5935" extrusionOk="0">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63"/>
            <p:cNvSpPr/>
            <p:nvPr/>
          </p:nvSpPr>
          <p:spPr>
            <a:xfrm>
              <a:off x="7701249" y="2092292"/>
              <a:ext cx="11521" cy="17020"/>
            </a:xfrm>
            <a:custGeom>
              <a:avLst/>
              <a:gdLst/>
              <a:ahLst/>
              <a:cxnLst/>
              <a:rect l="l" t="t" r="r" b="b"/>
              <a:pathLst>
                <a:path w="440" h="650" extrusionOk="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63"/>
            <p:cNvSpPr/>
            <p:nvPr/>
          </p:nvSpPr>
          <p:spPr>
            <a:xfrm>
              <a:off x="7770429" y="2092292"/>
              <a:ext cx="11521" cy="17020"/>
            </a:xfrm>
            <a:custGeom>
              <a:avLst/>
              <a:gdLst/>
              <a:ahLst/>
              <a:cxnLst/>
              <a:rect l="l" t="t" r="r" b="b"/>
              <a:pathLst>
                <a:path w="440" h="650" extrusionOk="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63"/>
            <p:cNvSpPr/>
            <p:nvPr/>
          </p:nvSpPr>
          <p:spPr>
            <a:xfrm>
              <a:off x="7693995" y="2074067"/>
              <a:ext cx="25766" cy="11495"/>
            </a:xfrm>
            <a:custGeom>
              <a:avLst/>
              <a:gdLst/>
              <a:ahLst/>
              <a:cxnLst/>
              <a:rect l="l" t="t" r="r" b="b"/>
              <a:pathLst>
                <a:path w="984" h="439" extrusionOk="0">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63"/>
            <p:cNvSpPr/>
            <p:nvPr/>
          </p:nvSpPr>
          <p:spPr>
            <a:xfrm>
              <a:off x="7763202" y="2074067"/>
              <a:ext cx="25740" cy="11495"/>
            </a:xfrm>
            <a:custGeom>
              <a:avLst/>
              <a:gdLst/>
              <a:ahLst/>
              <a:cxnLst/>
              <a:rect l="l" t="t" r="r" b="b"/>
              <a:pathLst>
                <a:path w="983" h="439" extrusionOk="0">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63"/>
            <p:cNvSpPr/>
            <p:nvPr/>
          </p:nvSpPr>
          <p:spPr>
            <a:xfrm>
              <a:off x="7647281" y="2033585"/>
              <a:ext cx="140430" cy="155879"/>
            </a:xfrm>
            <a:custGeom>
              <a:avLst/>
              <a:gdLst/>
              <a:ahLst/>
              <a:cxnLst/>
              <a:rect l="l" t="t" r="r" b="b"/>
              <a:pathLst>
                <a:path w="5363" h="5953" extrusionOk="0">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63"/>
            <p:cNvSpPr/>
            <p:nvPr/>
          </p:nvSpPr>
          <p:spPr>
            <a:xfrm>
              <a:off x="7652518" y="1983127"/>
              <a:ext cx="106206" cy="108694"/>
            </a:xfrm>
            <a:custGeom>
              <a:avLst/>
              <a:gdLst/>
              <a:ahLst/>
              <a:cxnLst/>
              <a:rect l="l" t="t" r="r" b="b"/>
              <a:pathLst>
                <a:path w="4056" h="4151" extrusionOk="0">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63"/>
            <p:cNvSpPr/>
            <p:nvPr/>
          </p:nvSpPr>
          <p:spPr>
            <a:xfrm>
              <a:off x="7678023" y="2126018"/>
              <a:ext cx="126919" cy="86463"/>
            </a:xfrm>
            <a:custGeom>
              <a:avLst/>
              <a:gdLst/>
              <a:ahLst/>
              <a:cxnLst/>
              <a:rect l="l" t="t" r="r" b="b"/>
              <a:pathLst>
                <a:path w="4847" h="3302" extrusionOk="0">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63"/>
            <p:cNvSpPr/>
            <p:nvPr/>
          </p:nvSpPr>
          <p:spPr>
            <a:xfrm>
              <a:off x="7715493" y="2142881"/>
              <a:ext cx="51165" cy="17701"/>
            </a:xfrm>
            <a:custGeom>
              <a:avLst/>
              <a:gdLst/>
              <a:ahLst/>
              <a:cxnLst/>
              <a:rect l="l" t="t" r="r" b="b"/>
              <a:pathLst>
                <a:path w="1954" h="676" extrusionOk="0">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63"/>
            <p:cNvSpPr/>
            <p:nvPr/>
          </p:nvSpPr>
          <p:spPr>
            <a:xfrm>
              <a:off x="7678023" y="2126018"/>
              <a:ext cx="78215" cy="86463"/>
            </a:xfrm>
            <a:custGeom>
              <a:avLst/>
              <a:gdLst/>
              <a:ahLst/>
              <a:cxnLst/>
              <a:rect l="l" t="t" r="r" b="b"/>
              <a:pathLst>
                <a:path w="2987" h="3302" extrusionOk="0">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63"/>
            <p:cNvSpPr/>
            <p:nvPr/>
          </p:nvSpPr>
          <p:spPr>
            <a:xfrm>
              <a:off x="7666030" y="1973072"/>
              <a:ext cx="164625" cy="118749"/>
            </a:xfrm>
            <a:custGeom>
              <a:avLst/>
              <a:gdLst/>
              <a:ahLst/>
              <a:cxnLst/>
              <a:rect l="l" t="t" r="r" b="b"/>
              <a:pathLst>
                <a:path w="6287" h="4535" extrusionOk="0">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8" name="Google Shape;11738;p63"/>
          <p:cNvGrpSpPr/>
          <p:nvPr/>
        </p:nvGrpSpPr>
        <p:grpSpPr>
          <a:xfrm>
            <a:off x="6680517" y="1349424"/>
            <a:ext cx="276802" cy="354754"/>
            <a:chOff x="6696792" y="1502999"/>
            <a:chExt cx="276802" cy="354754"/>
          </a:xfrm>
        </p:grpSpPr>
        <p:sp>
          <p:nvSpPr>
            <p:cNvPr id="11739" name="Google Shape;11739;p63"/>
            <p:cNvSpPr/>
            <p:nvPr/>
          </p:nvSpPr>
          <p:spPr>
            <a:xfrm>
              <a:off x="6696792" y="1702345"/>
              <a:ext cx="276540" cy="155408"/>
            </a:xfrm>
            <a:custGeom>
              <a:avLst/>
              <a:gdLst/>
              <a:ahLst/>
              <a:cxnLst/>
              <a:rect l="l" t="t" r="r" b="b"/>
              <a:pathLst>
                <a:path w="10561" h="5935" extrusionOk="0">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63"/>
            <p:cNvSpPr/>
            <p:nvPr/>
          </p:nvSpPr>
          <p:spPr>
            <a:xfrm>
              <a:off x="6697028" y="1747069"/>
              <a:ext cx="276566" cy="110684"/>
            </a:xfrm>
            <a:custGeom>
              <a:avLst/>
              <a:gdLst/>
              <a:ahLst/>
              <a:cxnLst/>
              <a:rect l="l" t="t" r="r" b="b"/>
              <a:pathLst>
                <a:path w="10562" h="4227" extrusionOk="0">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63"/>
            <p:cNvSpPr/>
            <p:nvPr/>
          </p:nvSpPr>
          <p:spPr>
            <a:xfrm>
              <a:off x="6794960" y="1708106"/>
              <a:ext cx="80702" cy="22886"/>
            </a:xfrm>
            <a:custGeom>
              <a:avLst/>
              <a:gdLst/>
              <a:ahLst/>
              <a:cxnLst/>
              <a:rect l="l" t="t" r="r" b="b"/>
              <a:pathLst>
                <a:path w="3082" h="874" extrusionOk="0">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63"/>
            <p:cNvSpPr/>
            <p:nvPr/>
          </p:nvSpPr>
          <p:spPr>
            <a:xfrm>
              <a:off x="6738243" y="1592944"/>
              <a:ext cx="189134" cy="124929"/>
            </a:xfrm>
            <a:custGeom>
              <a:avLst/>
              <a:gdLst/>
              <a:ahLst/>
              <a:cxnLst/>
              <a:rect l="l" t="t" r="r" b="b"/>
              <a:pathLst>
                <a:path w="7223" h="4771" extrusionOk="0">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63"/>
            <p:cNvSpPr/>
            <p:nvPr/>
          </p:nvSpPr>
          <p:spPr>
            <a:xfrm>
              <a:off x="6742249" y="1592944"/>
              <a:ext cx="144908" cy="126683"/>
            </a:xfrm>
            <a:custGeom>
              <a:avLst/>
              <a:gdLst/>
              <a:ahLst/>
              <a:cxnLst/>
              <a:rect l="l" t="t" r="r" b="b"/>
              <a:pathLst>
                <a:path w="5534" h="4838" extrusionOk="0">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63"/>
            <p:cNvSpPr/>
            <p:nvPr/>
          </p:nvSpPr>
          <p:spPr>
            <a:xfrm>
              <a:off x="6702291" y="1503129"/>
              <a:ext cx="266066" cy="95575"/>
            </a:xfrm>
            <a:custGeom>
              <a:avLst/>
              <a:gdLst/>
              <a:ahLst/>
              <a:cxnLst/>
              <a:rect l="l" t="t" r="r" b="b"/>
              <a:pathLst>
                <a:path w="10161" h="3650" extrusionOk="0">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63"/>
            <p:cNvSpPr/>
            <p:nvPr/>
          </p:nvSpPr>
          <p:spPr>
            <a:xfrm>
              <a:off x="6787209" y="1621669"/>
              <a:ext cx="26997" cy="11521"/>
            </a:xfrm>
            <a:custGeom>
              <a:avLst/>
              <a:gdLst/>
              <a:ahLst/>
              <a:cxnLst/>
              <a:rect l="l" t="t" r="r" b="b"/>
              <a:pathLst>
                <a:path w="1031" h="440" extrusionOk="0">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63"/>
            <p:cNvSpPr/>
            <p:nvPr/>
          </p:nvSpPr>
          <p:spPr>
            <a:xfrm>
              <a:off x="6856416" y="1621669"/>
              <a:ext cx="26735" cy="11521"/>
            </a:xfrm>
            <a:custGeom>
              <a:avLst/>
              <a:gdLst/>
              <a:ahLst/>
              <a:cxnLst/>
              <a:rect l="l" t="t" r="r" b="b"/>
              <a:pathLst>
                <a:path w="1021" h="440" extrusionOk="0">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63"/>
            <p:cNvSpPr/>
            <p:nvPr/>
          </p:nvSpPr>
          <p:spPr>
            <a:xfrm>
              <a:off x="6702291" y="1502999"/>
              <a:ext cx="136660" cy="95706"/>
            </a:xfrm>
            <a:custGeom>
              <a:avLst/>
              <a:gdLst/>
              <a:ahLst/>
              <a:cxnLst/>
              <a:rect l="l" t="t" r="r" b="b"/>
              <a:pathLst>
                <a:path w="5219" h="3655" extrusionOk="0">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63"/>
            <p:cNvSpPr/>
            <p:nvPr/>
          </p:nvSpPr>
          <p:spPr>
            <a:xfrm>
              <a:off x="6748979" y="1598679"/>
              <a:ext cx="23017" cy="25766"/>
            </a:xfrm>
            <a:custGeom>
              <a:avLst/>
              <a:gdLst/>
              <a:ahLst/>
              <a:cxnLst/>
              <a:rect l="l" t="t" r="r" b="b"/>
              <a:pathLst>
                <a:path w="879" h="984" extrusionOk="0">
                  <a:moveTo>
                    <a:pt x="1" y="1"/>
                  </a:moveTo>
                  <a:lnTo>
                    <a:pt x="1" y="983"/>
                  </a:lnTo>
                  <a:lnTo>
                    <a:pt x="306" y="945"/>
                  </a:lnTo>
                  <a:cubicBezTo>
                    <a:pt x="631" y="907"/>
                    <a:pt x="879" y="630"/>
                    <a:pt x="879" y="296"/>
                  </a:cubicBezTo>
                  <a:lnTo>
                    <a:pt x="879"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63"/>
            <p:cNvSpPr/>
            <p:nvPr/>
          </p:nvSpPr>
          <p:spPr>
            <a:xfrm>
              <a:off x="6898626" y="1598679"/>
              <a:ext cx="23017" cy="25766"/>
            </a:xfrm>
            <a:custGeom>
              <a:avLst/>
              <a:gdLst/>
              <a:ahLst/>
              <a:cxnLst/>
              <a:rect l="l" t="t" r="r" b="b"/>
              <a:pathLst>
                <a:path w="879" h="984" extrusionOk="0">
                  <a:moveTo>
                    <a:pt x="0" y="1"/>
                  </a:moveTo>
                  <a:lnTo>
                    <a:pt x="0" y="296"/>
                  </a:lnTo>
                  <a:cubicBezTo>
                    <a:pt x="0" y="630"/>
                    <a:pt x="248" y="907"/>
                    <a:pt x="573" y="945"/>
                  </a:cubicBezTo>
                  <a:lnTo>
                    <a:pt x="878" y="983"/>
                  </a:lnTo>
                  <a:lnTo>
                    <a:pt x="878"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63"/>
            <p:cNvSpPr/>
            <p:nvPr/>
          </p:nvSpPr>
          <p:spPr>
            <a:xfrm>
              <a:off x="6812189" y="1667624"/>
              <a:ext cx="45981" cy="17256"/>
            </a:xfrm>
            <a:custGeom>
              <a:avLst/>
              <a:gdLst/>
              <a:ahLst/>
              <a:cxnLst/>
              <a:rect l="l" t="t" r="r" b="b"/>
              <a:pathLst>
                <a:path w="1756" h="659" extrusionOk="0">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63"/>
            <p:cNvSpPr/>
            <p:nvPr/>
          </p:nvSpPr>
          <p:spPr>
            <a:xfrm>
              <a:off x="6794960" y="1661889"/>
              <a:ext cx="80702" cy="34617"/>
            </a:xfrm>
            <a:custGeom>
              <a:avLst/>
              <a:gdLst/>
              <a:ahLst/>
              <a:cxnLst/>
              <a:rect l="l" t="t" r="r" b="b"/>
              <a:pathLst>
                <a:path w="3082" h="1322" extrusionOk="0">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63"/>
            <p:cNvSpPr/>
            <p:nvPr/>
          </p:nvSpPr>
          <p:spPr>
            <a:xfrm>
              <a:off x="6823920" y="1702345"/>
              <a:ext cx="22519" cy="46007"/>
            </a:xfrm>
            <a:custGeom>
              <a:avLst/>
              <a:gdLst/>
              <a:ahLst/>
              <a:cxnLst/>
              <a:rect l="l" t="t" r="r" b="b"/>
              <a:pathLst>
                <a:path w="860" h="1757" extrusionOk="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63"/>
            <p:cNvSpPr/>
            <p:nvPr/>
          </p:nvSpPr>
          <p:spPr>
            <a:xfrm>
              <a:off x="6757986" y="1747069"/>
              <a:ext cx="154649" cy="110684"/>
            </a:xfrm>
            <a:custGeom>
              <a:avLst/>
              <a:gdLst/>
              <a:ahLst/>
              <a:cxnLst/>
              <a:rect l="l" t="t" r="r" b="b"/>
              <a:pathLst>
                <a:path w="5906" h="4227" extrusionOk="0">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54" name="Google Shape;11754;p63"/>
          <p:cNvSpPr/>
          <p:nvPr/>
        </p:nvSpPr>
        <p:spPr>
          <a:xfrm>
            <a:off x="6344511" y="1501824"/>
            <a:ext cx="23017" cy="26264"/>
          </a:xfrm>
          <a:custGeom>
            <a:avLst/>
            <a:gdLst/>
            <a:ahLst/>
            <a:cxnLst/>
            <a:rect l="l" t="t" r="r" b="b"/>
            <a:pathLst>
              <a:path w="879" h="1003" extrusionOk="0">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55" name="Google Shape;11755;p63"/>
          <p:cNvGrpSpPr/>
          <p:nvPr/>
        </p:nvGrpSpPr>
        <p:grpSpPr>
          <a:xfrm>
            <a:off x="6207118" y="1349424"/>
            <a:ext cx="320295" cy="354754"/>
            <a:chOff x="6223393" y="1502999"/>
            <a:chExt cx="320295" cy="354754"/>
          </a:xfrm>
        </p:grpSpPr>
        <p:sp>
          <p:nvSpPr>
            <p:cNvPr id="11756" name="Google Shape;11756;p63"/>
            <p:cNvSpPr/>
            <p:nvPr/>
          </p:nvSpPr>
          <p:spPr>
            <a:xfrm>
              <a:off x="6246384" y="1691871"/>
              <a:ext cx="274550" cy="165882"/>
            </a:xfrm>
            <a:custGeom>
              <a:avLst/>
              <a:gdLst/>
              <a:ahLst/>
              <a:cxnLst/>
              <a:rect l="l" t="t" r="r" b="b"/>
              <a:pathLst>
                <a:path w="10485" h="6335" extrusionOk="0">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63"/>
            <p:cNvSpPr/>
            <p:nvPr/>
          </p:nvSpPr>
          <p:spPr>
            <a:xfrm>
              <a:off x="6223393" y="1709101"/>
              <a:ext cx="320295" cy="97199"/>
            </a:xfrm>
            <a:custGeom>
              <a:avLst/>
              <a:gdLst/>
              <a:ahLst/>
              <a:cxnLst/>
              <a:rect l="l" t="t" r="r" b="b"/>
              <a:pathLst>
                <a:path w="12232" h="3712" extrusionOk="0">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63"/>
            <p:cNvSpPr/>
            <p:nvPr/>
          </p:nvSpPr>
          <p:spPr>
            <a:xfrm>
              <a:off x="6292103" y="1724576"/>
              <a:ext cx="183138" cy="133177"/>
            </a:xfrm>
            <a:custGeom>
              <a:avLst/>
              <a:gdLst/>
              <a:ahLst/>
              <a:cxnLst/>
              <a:rect l="l" t="t" r="r" b="b"/>
              <a:pathLst>
                <a:path w="6994" h="5086" extrusionOk="0">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63"/>
            <p:cNvSpPr/>
            <p:nvPr/>
          </p:nvSpPr>
          <p:spPr>
            <a:xfrm>
              <a:off x="6343556" y="1691871"/>
              <a:ext cx="80205" cy="22886"/>
            </a:xfrm>
            <a:custGeom>
              <a:avLst/>
              <a:gdLst/>
              <a:ahLst/>
              <a:cxnLst/>
              <a:rect l="l" t="t" r="r" b="b"/>
              <a:pathLst>
                <a:path w="3063" h="874" extrusionOk="0">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63"/>
            <p:cNvSpPr/>
            <p:nvPr/>
          </p:nvSpPr>
          <p:spPr>
            <a:xfrm>
              <a:off x="6287363" y="1588938"/>
              <a:ext cx="192355" cy="114428"/>
            </a:xfrm>
            <a:custGeom>
              <a:avLst/>
              <a:gdLst/>
              <a:ahLst/>
              <a:cxnLst/>
              <a:rect l="l" t="t" r="r" b="b"/>
              <a:pathLst>
                <a:path w="7346" h="4370" extrusionOk="0">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63"/>
            <p:cNvSpPr/>
            <p:nvPr/>
          </p:nvSpPr>
          <p:spPr>
            <a:xfrm>
              <a:off x="6289851" y="1588938"/>
              <a:ext cx="156665" cy="114428"/>
            </a:xfrm>
            <a:custGeom>
              <a:avLst/>
              <a:gdLst/>
              <a:ahLst/>
              <a:cxnLst/>
              <a:rect l="l" t="t" r="r" b="b"/>
              <a:pathLst>
                <a:path w="5983" h="4370" extrusionOk="0">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63"/>
            <p:cNvSpPr/>
            <p:nvPr/>
          </p:nvSpPr>
          <p:spPr>
            <a:xfrm>
              <a:off x="6346568" y="1606063"/>
              <a:ext cx="11260" cy="17125"/>
            </a:xfrm>
            <a:custGeom>
              <a:avLst/>
              <a:gdLst/>
              <a:ahLst/>
              <a:cxnLst/>
              <a:rect l="l" t="t" r="r" b="b"/>
              <a:pathLst>
                <a:path w="430" h="654" extrusionOk="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63"/>
            <p:cNvSpPr/>
            <p:nvPr/>
          </p:nvSpPr>
          <p:spPr>
            <a:xfrm>
              <a:off x="6409255" y="1606063"/>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63"/>
            <p:cNvSpPr/>
            <p:nvPr/>
          </p:nvSpPr>
          <p:spPr>
            <a:xfrm>
              <a:off x="6297837" y="1502999"/>
              <a:ext cx="171905" cy="85965"/>
            </a:xfrm>
            <a:custGeom>
              <a:avLst/>
              <a:gdLst/>
              <a:ahLst/>
              <a:cxnLst/>
              <a:rect l="l" t="t" r="r" b="b"/>
              <a:pathLst>
                <a:path w="6565" h="3283" extrusionOk="0">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63"/>
            <p:cNvSpPr/>
            <p:nvPr/>
          </p:nvSpPr>
          <p:spPr>
            <a:xfrm>
              <a:off x="6360786" y="1502999"/>
              <a:ext cx="45745" cy="85965"/>
            </a:xfrm>
            <a:custGeom>
              <a:avLst/>
              <a:gdLst/>
              <a:ahLst/>
              <a:cxnLst/>
              <a:rect l="l" t="t" r="r" b="b"/>
              <a:pathLst>
                <a:path w="1747" h="3283" extrusionOk="0">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63"/>
            <p:cNvSpPr/>
            <p:nvPr/>
          </p:nvSpPr>
          <p:spPr>
            <a:xfrm>
              <a:off x="6297837" y="1502999"/>
              <a:ext cx="171905" cy="85965"/>
            </a:xfrm>
            <a:custGeom>
              <a:avLst/>
              <a:gdLst/>
              <a:ahLst/>
              <a:cxnLst/>
              <a:rect l="l" t="t" r="r" b="b"/>
              <a:pathLst>
                <a:path w="6565" h="3283" extrusionOk="0">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63"/>
            <p:cNvSpPr/>
            <p:nvPr/>
          </p:nvSpPr>
          <p:spPr>
            <a:xfrm>
              <a:off x="6364531" y="1651886"/>
              <a:ext cx="38021" cy="11521"/>
            </a:xfrm>
            <a:custGeom>
              <a:avLst/>
              <a:gdLst/>
              <a:ahLst/>
              <a:cxnLst/>
              <a:rect l="l" t="t" r="r" b="b"/>
              <a:pathLst>
                <a:path w="1452" h="440" extrusionOk="0">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63"/>
            <p:cNvSpPr/>
            <p:nvPr/>
          </p:nvSpPr>
          <p:spPr>
            <a:xfrm>
              <a:off x="6291658" y="1634343"/>
              <a:ext cx="183819" cy="74523"/>
            </a:xfrm>
            <a:custGeom>
              <a:avLst/>
              <a:gdLst/>
              <a:ahLst/>
              <a:cxnLst/>
              <a:rect l="l" t="t" r="r" b="b"/>
              <a:pathLst>
                <a:path w="7020" h="2846" extrusionOk="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63"/>
            <p:cNvSpPr/>
            <p:nvPr/>
          </p:nvSpPr>
          <p:spPr>
            <a:xfrm>
              <a:off x="6337822" y="1812008"/>
              <a:ext cx="91700" cy="45745"/>
            </a:xfrm>
            <a:custGeom>
              <a:avLst/>
              <a:gdLst/>
              <a:ahLst/>
              <a:cxnLst/>
              <a:rect l="l" t="t" r="r" b="b"/>
              <a:pathLst>
                <a:path w="3502" h="1747" extrusionOk="0">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63"/>
            <p:cNvSpPr/>
            <p:nvPr/>
          </p:nvSpPr>
          <p:spPr>
            <a:xfrm>
              <a:off x="6360786" y="1571708"/>
              <a:ext cx="45745" cy="17256"/>
            </a:xfrm>
            <a:custGeom>
              <a:avLst/>
              <a:gdLst/>
              <a:ahLst/>
              <a:cxnLst/>
              <a:rect l="l" t="t" r="r" b="b"/>
              <a:pathLst>
                <a:path w="1747" h="659" extrusionOk="0">
                  <a:moveTo>
                    <a:pt x="1" y="0"/>
                  </a:moveTo>
                  <a:lnTo>
                    <a:pt x="1" y="659"/>
                  </a:lnTo>
                  <a:lnTo>
                    <a:pt x="1747" y="659"/>
                  </a:lnTo>
                  <a:lnTo>
                    <a:pt x="174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63"/>
            <p:cNvSpPr/>
            <p:nvPr/>
          </p:nvSpPr>
          <p:spPr>
            <a:xfrm>
              <a:off x="6280608" y="1582941"/>
              <a:ext cx="206128" cy="63237"/>
            </a:xfrm>
            <a:custGeom>
              <a:avLst/>
              <a:gdLst/>
              <a:ahLst/>
              <a:cxnLst/>
              <a:rect l="l" t="t" r="r" b="b"/>
              <a:pathLst>
                <a:path w="7872" h="2415" extrusionOk="0">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63"/>
            <p:cNvSpPr/>
            <p:nvPr/>
          </p:nvSpPr>
          <p:spPr>
            <a:xfrm>
              <a:off x="6292103" y="1777548"/>
              <a:ext cx="11521" cy="80205"/>
            </a:xfrm>
            <a:custGeom>
              <a:avLst/>
              <a:gdLst/>
              <a:ahLst/>
              <a:cxnLst/>
              <a:rect l="l" t="t" r="r" b="b"/>
              <a:pathLst>
                <a:path w="440" h="3063" extrusionOk="0">
                  <a:moveTo>
                    <a:pt x="0" y="0"/>
                  </a:moveTo>
                  <a:lnTo>
                    <a:pt x="0" y="3063"/>
                  </a:lnTo>
                  <a:lnTo>
                    <a:pt x="439" y="3063"/>
                  </a:lnTo>
                  <a:lnTo>
                    <a:pt x="439" y="439"/>
                  </a:lnTo>
                  <a:cubicBezTo>
                    <a:pt x="439" y="201"/>
                    <a:pt x="239"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63"/>
            <p:cNvSpPr/>
            <p:nvPr/>
          </p:nvSpPr>
          <p:spPr>
            <a:xfrm>
              <a:off x="6274873" y="1777548"/>
              <a:ext cx="17256" cy="28751"/>
            </a:xfrm>
            <a:custGeom>
              <a:avLst/>
              <a:gdLst/>
              <a:ahLst/>
              <a:cxnLst/>
              <a:rect l="l" t="t" r="r" b="b"/>
              <a:pathLst>
                <a:path w="659" h="1098" extrusionOk="0">
                  <a:moveTo>
                    <a:pt x="658" y="0"/>
                  </a:moveTo>
                  <a:cubicBezTo>
                    <a:pt x="296" y="0"/>
                    <a:pt x="0" y="296"/>
                    <a:pt x="0" y="659"/>
                  </a:cubicBezTo>
                  <a:lnTo>
                    <a:pt x="0" y="1097"/>
                  </a:lnTo>
                  <a:lnTo>
                    <a:pt x="658" y="1097"/>
                  </a:lnTo>
                  <a:lnTo>
                    <a:pt x="65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63"/>
            <p:cNvSpPr/>
            <p:nvPr/>
          </p:nvSpPr>
          <p:spPr>
            <a:xfrm>
              <a:off x="6246384" y="1806273"/>
              <a:ext cx="45745" cy="51480"/>
            </a:xfrm>
            <a:custGeom>
              <a:avLst/>
              <a:gdLst/>
              <a:ahLst/>
              <a:cxnLst/>
              <a:rect l="l" t="t" r="r" b="b"/>
              <a:pathLst>
                <a:path w="1747" h="1966" extrusionOk="0">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63"/>
            <p:cNvSpPr/>
            <p:nvPr/>
          </p:nvSpPr>
          <p:spPr>
            <a:xfrm>
              <a:off x="6463719" y="1777548"/>
              <a:ext cx="11521" cy="80205"/>
            </a:xfrm>
            <a:custGeom>
              <a:avLst/>
              <a:gdLst/>
              <a:ahLst/>
              <a:cxnLst/>
              <a:rect l="l" t="t" r="r" b="b"/>
              <a:pathLst>
                <a:path w="440" h="3063" extrusionOk="0">
                  <a:moveTo>
                    <a:pt x="439" y="0"/>
                  </a:moveTo>
                  <a:cubicBezTo>
                    <a:pt x="191" y="0"/>
                    <a:pt x="0" y="201"/>
                    <a:pt x="0" y="439"/>
                  </a:cubicBezTo>
                  <a:lnTo>
                    <a:pt x="0" y="3063"/>
                  </a:lnTo>
                  <a:lnTo>
                    <a:pt x="439" y="3063"/>
                  </a:lnTo>
                  <a:lnTo>
                    <a:pt x="43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63"/>
            <p:cNvSpPr/>
            <p:nvPr/>
          </p:nvSpPr>
          <p:spPr>
            <a:xfrm>
              <a:off x="6475215" y="1777548"/>
              <a:ext cx="16994" cy="28751"/>
            </a:xfrm>
            <a:custGeom>
              <a:avLst/>
              <a:gdLst/>
              <a:ahLst/>
              <a:cxnLst/>
              <a:rect l="l" t="t" r="r" b="b"/>
              <a:pathLst>
                <a:path w="649" h="1098" extrusionOk="0">
                  <a:moveTo>
                    <a:pt x="0" y="0"/>
                  </a:moveTo>
                  <a:lnTo>
                    <a:pt x="0" y="1097"/>
                  </a:lnTo>
                  <a:lnTo>
                    <a:pt x="649" y="1097"/>
                  </a:lnTo>
                  <a:lnTo>
                    <a:pt x="649" y="659"/>
                  </a:lnTo>
                  <a:cubicBezTo>
                    <a:pt x="649" y="296"/>
                    <a:pt x="353" y="0"/>
                    <a:pt x="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63"/>
            <p:cNvSpPr/>
            <p:nvPr/>
          </p:nvSpPr>
          <p:spPr>
            <a:xfrm>
              <a:off x="6475215" y="1806273"/>
              <a:ext cx="45719" cy="51480"/>
            </a:xfrm>
            <a:custGeom>
              <a:avLst/>
              <a:gdLst/>
              <a:ahLst/>
              <a:cxnLst/>
              <a:rect l="l" t="t" r="r" b="b"/>
              <a:pathLst>
                <a:path w="1746" h="1966" extrusionOk="0">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63"/>
            <p:cNvSpPr/>
            <p:nvPr/>
          </p:nvSpPr>
          <p:spPr>
            <a:xfrm>
              <a:off x="6349317" y="1823503"/>
              <a:ext cx="68709" cy="34250"/>
            </a:xfrm>
            <a:custGeom>
              <a:avLst/>
              <a:gdLst/>
              <a:ahLst/>
              <a:cxnLst/>
              <a:rect l="l" t="t" r="r" b="b"/>
              <a:pathLst>
                <a:path w="2624" h="1308" extrusionOk="0">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9" name="Google Shape;11779;p63"/>
          <p:cNvGrpSpPr/>
          <p:nvPr/>
        </p:nvGrpSpPr>
        <p:grpSpPr>
          <a:xfrm>
            <a:off x="5294336" y="1349397"/>
            <a:ext cx="339515" cy="354781"/>
            <a:chOff x="5310611" y="1502972"/>
            <a:chExt cx="339515" cy="354781"/>
          </a:xfrm>
        </p:grpSpPr>
        <p:sp>
          <p:nvSpPr>
            <p:cNvPr id="11780" name="Google Shape;11780;p63"/>
            <p:cNvSpPr/>
            <p:nvPr/>
          </p:nvSpPr>
          <p:spPr>
            <a:xfrm>
              <a:off x="5310611" y="1502972"/>
              <a:ext cx="339515" cy="343285"/>
            </a:xfrm>
            <a:custGeom>
              <a:avLst/>
              <a:gdLst/>
              <a:ahLst/>
              <a:cxnLst/>
              <a:rect l="l" t="t" r="r" b="b"/>
              <a:pathLst>
                <a:path w="12966" h="13110" extrusionOk="0">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63"/>
            <p:cNvSpPr/>
            <p:nvPr/>
          </p:nvSpPr>
          <p:spPr>
            <a:xfrm>
              <a:off x="5310611" y="1502972"/>
              <a:ext cx="169914" cy="343285"/>
            </a:xfrm>
            <a:custGeom>
              <a:avLst/>
              <a:gdLst/>
              <a:ahLst/>
              <a:cxnLst/>
              <a:rect l="l" t="t" r="r" b="b"/>
              <a:pathLst>
                <a:path w="6489" h="13110" extrusionOk="0">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63"/>
            <p:cNvSpPr/>
            <p:nvPr/>
          </p:nvSpPr>
          <p:spPr>
            <a:xfrm>
              <a:off x="5348841" y="1709101"/>
              <a:ext cx="263081" cy="148652"/>
            </a:xfrm>
            <a:custGeom>
              <a:avLst/>
              <a:gdLst/>
              <a:ahLst/>
              <a:cxnLst/>
              <a:rect l="l" t="t" r="r" b="b"/>
              <a:pathLst>
                <a:path w="10047" h="5677" extrusionOk="0">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63"/>
            <p:cNvSpPr/>
            <p:nvPr/>
          </p:nvSpPr>
          <p:spPr>
            <a:xfrm>
              <a:off x="5348841" y="1767048"/>
              <a:ext cx="263081" cy="90705"/>
            </a:xfrm>
            <a:custGeom>
              <a:avLst/>
              <a:gdLst/>
              <a:ahLst/>
              <a:cxnLst/>
              <a:rect l="l" t="t" r="r" b="b"/>
              <a:pathLst>
                <a:path w="10047" h="3464" extrusionOk="0">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63"/>
            <p:cNvSpPr/>
            <p:nvPr/>
          </p:nvSpPr>
          <p:spPr>
            <a:xfrm>
              <a:off x="5446013" y="1708839"/>
              <a:ext cx="68736" cy="23069"/>
            </a:xfrm>
            <a:custGeom>
              <a:avLst/>
              <a:gdLst/>
              <a:ahLst/>
              <a:cxnLst/>
              <a:rect l="l" t="t" r="r" b="b"/>
              <a:pathLst>
                <a:path w="2625" h="881" extrusionOk="0">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63"/>
            <p:cNvSpPr/>
            <p:nvPr/>
          </p:nvSpPr>
          <p:spPr>
            <a:xfrm>
              <a:off x="5406055" y="1548979"/>
              <a:ext cx="148652" cy="171381"/>
            </a:xfrm>
            <a:custGeom>
              <a:avLst/>
              <a:gdLst/>
              <a:ahLst/>
              <a:cxnLst/>
              <a:rect l="l" t="t" r="r" b="b"/>
              <a:pathLst>
                <a:path w="5677" h="6545" extrusionOk="0">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63"/>
            <p:cNvSpPr/>
            <p:nvPr/>
          </p:nvSpPr>
          <p:spPr>
            <a:xfrm>
              <a:off x="5405584" y="1548979"/>
              <a:ext cx="149124" cy="171590"/>
            </a:xfrm>
            <a:custGeom>
              <a:avLst/>
              <a:gdLst/>
              <a:ahLst/>
              <a:cxnLst/>
              <a:rect l="l" t="t" r="r" b="b"/>
              <a:pathLst>
                <a:path w="5695" h="6553" extrusionOk="0">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63"/>
            <p:cNvSpPr/>
            <p:nvPr/>
          </p:nvSpPr>
          <p:spPr>
            <a:xfrm>
              <a:off x="5455047" y="1668802"/>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63"/>
            <p:cNvSpPr/>
            <p:nvPr/>
          </p:nvSpPr>
          <p:spPr>
            <a:xfrm>
              <a:off x="5440279" y="1628844"/>
              <a:ext cx="11521" cy="17334"/>
            </a:xfrm>
            <a:custGeom>
              <a:avLst/>
              <a:gdLst/>
              <a:ahLst/>
              <a:cxnLst/>
              <a:rect l="l" t="t" r="r" b="b"/>
              <a:pathLst>
                <a:path w="440" h="662" extrusionOk="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63"/>
            <p:cNvSpPr/>
            <p:nvPr/>
          </p:nvSpPr>
          <p:spPr>
            <a:xfrm>
              <a:off x="5508962" y="1628844"/>
              <a:ext cx="11521" cy="17334"/>
            </a:xfrm>
            <a:custGeom>
              <a:avLst/>
              <a:gdLst/>
              <a:ahLst/>
              <a:cxnLst/>
              <a:rect l="l" t="t" r="r" b="b"/>
              <a:pathLst>
                <a:path w="440" h="662" extrusionOk="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63"/>
            <p:cNvSpPr/>
            <p:nvPr/>
          </p:nvSpPr>
          <p:spPr>
            <a:xfrm>
              <a:off x="5432528" y="1611666"/>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63"/>
            <p:cNvSpPr/>
            <p:nvPr/>
          </p:nvSpPr>
          <p:spPr>
            <a:xfrm>
              <a:off x="5501211" y="1611666"/>
              <a:ext cx="26761" cy="11521"/>
            </a:xfrm>
            <a:custGeom>
              <a:avLst/>
              <a:gdLst/>
              <a:ahLst/>
              <a:cxnLst/>
              <a:rect l="l" t="t" r="r" b="b"/>
              <a:pathLst>
                <a:path w="1022" h="440" extrusionOk="0">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63"/>
            <p:cNvSpPr/>
            <p:nvPr/>
          </p:nvSpPr>
          <p:spPr>
            <a:xfrm>
              <a:off x="5353842" y="1786792"/>
              <a:ext cx="46740" cy="70961"/>
            </a:xfrm>
            <a:custGeom>
              <a:avLst/>
              <a:gdLst/>
              <a:ahLst/>
              <a:cxnLst/>
              <a:rect l="l" t="t" r="r" b="b"/>
              <a:pathLst>
                <a:path w="1785" h="2710" extrusionOk="0">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63"/>
            <p:cNvSpPr/>
            <p:nvPr/>
          </p:nvSpPr>
          <p:spPr>
            <a:xfrm>
              <a:off x="5560415" y="1786792"/>
              <a:ext cx="46740" cy="70961"/>
            </a:xfrm>
            <a:custGeom>
              <a:avLst/>
              <a:gdLst/>
              <a:ahLst/>
              <a:cxnLst/>
              <a:rect l="l" t="t" r="r" b="b"/>
              <a:pathLst>
                <a:path w="1785" h="2710" extrusionOk="0">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63"/>
            <p:cNvSpPr/>
            <p:nvPr/>
          </p:nvSpPr>
          <p:spPr>
            <a:xfrm>
              <a:off x="5480499" y="1502972"/>
              <a:ext cx="149909" cy="256613"/>
            </a:xfrm>
            <a:custGeom>
              <a:avLst/>
              <a:gdLst/>
              <a:ahLst/>
              <a:cxnLst/>
              <a:rect l="l" t="t" r="r" b="b"/>
              <a:pathLst>
                <a:path w="5725" h="9800" extrusionOk="0">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63"/>
            <p:cNvSpPr/>
            <p:nvPr/>
          </p:nvSpPr>
          <p:spPr>
            <a:xfrm>
              <a:off x="5330354" y="1502972"/>
              <a:ext cx="149909" cy="256351"/>
            </a:xfrm>
            <a:custGeom>
              <a:avLst/>
              <a:gdLst/>
              <a:ahLst/>
              <a:cxnLst/>
              <a:rect l="l" t="t" r="r" b="b"/>
              <a:pathLst>
                <a:path w="5725" h="9790" extrusionOk="0">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6" name="Google Shape;11796;p63"/>
          <p:cNvGrpSpPr/>
          <p:nvPr/>
        </p:nvGrpSpPr>
        <p:grpSpPr>
          <a:xfrm>
            <a:off x="6237362" y="3636526"/>
            <a:ext cx="274550" cy="354833"/>
            <a:chOff x="6253637" y="3790101"/>
            <a:chExt cx="274550" cy="354833"/>
          </a:xfrm>
        </p:grpSpPr>
        <p:sp>
          <p:nvSpPr>
            <p:cNvPr id="11797" name="Google Shape;11797;p63"/>
            <p:cNvSpPr/>
            <p:nvPr/>
          </p:nvSpPr>
          <p:spPr>
            <a:xfrm>
              <a:off x="6253637" y="3987300"/>
              <a:ext cx="274550" cy="157634"/>
            </a:xfrm>
            <a:custGeom>
              <a:avLst/>
              <a:gdLst/>
              <a:ahLst/>
              <a:cxnLst/>
              <a:rect l="l" t="t" r="r" b="b"/>
              <a:pathLst>
                <a:path w="10485" h="6020" extrusionOk="0">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63"/>
            <p:cNvSpPr/>
            <p:nvPr/>
          </p:nvSpPr>
          <p:spPr>
            <a:xfrm>
              <a:off x="6310590" y="3801701"/>
              <a:ext cx="160147" cy="244830"/>
            </a:xfrm>
            <a:custGeom>
              <a:avLst/>
              <a:gdLst/>
              <a:ahLst/>
              <a:cxnLst/>
              <a:rect l="l" t="t" r="r" b="b"/>
              <a:pathLst>
                <a:path w="6116" h="9350" extrusionOk="0">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63"/>
            <p:cNvSpPr/>
            <p:nvPr/>
          </p:nvSpPr>
          <p:spPr>
            <a:xfrm>
              <a:off x="6373276" y="3984551"/>
              <a:ext cx="34512" cy="68709"/>
            </a:xfrm>
            <a:custGeom>
              <a:avLst/>
              <a:gdLst/>
              <a:ahLst/>
              <a:cxnLst/>
              <a:rect l="l" t="t" r="r" b="b"/>
              <a:pathLst>
                <a:path w="1318" h="2624" extrusionOk="0">
                  <a:moveTo>
                    <a:pt x="1" y="0"/>
                  </a:moveTo>
                  <a:lnTo>
                    <a:pt x="1" y="1966"/>
                  </a:lnTo>
                  <a:lnTo>
                    <a:pt x="659" y="2624"/>
                  </a:lnTo>
                  <a:lnTo>
                    <a:pt x="1317" y="1966"/>
                  </a:lnTo>
                  <a:lnTo>
                    <a:pt x="13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63"/>
            <p:cNvSpPr/>
            <p:nvPr/>
          </p:nvSpPr>
          <p:spPr>
            <a:xfrm>
              <a:off x="6373276" y="4001781"/>
              <a:ext cx="34512" cy="11521"/>
            </a:xfrm>
            <a:custGeom>
              <a:avLst/>
              <a:gdLst/>
              <a:ahLst/>
              <a:cxnLst/>
              <a:rect l="l" t="t" r="r" b="b"/>
              <a:pathLst>
                <a:path w="1318" h="440" extrusionOk="0">
                  <a:moveTo>
                    <a:pt x="1" y="1"/>
                  </a:moveTo>
                  <a:lnTo>
                    <a:pt x="1" y="439"/>
                  </a:lnTo>
                  <a:lnTo>
                    <a:pt x="1317" y="439"/>
                  </a:lnTo>
                  <a:lnTo>
                    <a:pt x="1317"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63"/>
            <p:cNvSpPr/>
            <p:nvPr/>
          </p:nvSpPr>
          <p:spPr>
            <a:xfrm>
              <a:off x="6373276" y="4024771"/>
              <a:ext cx="34512" cy="11260"/>
            </a:xfrm>
            <a:custGeom>
              <a:avLst/>
              <a:gdLst/>
              <a:ahLst/>
              <a:cxnLst/>
              <a:rect l="l" t="t" r="r" b="b"/>
              <a:pathLst>
                <a:path w="1318" h="430" extrusionOk="0">
                  <a:moveTo>
                    <a:pt x="1" y="0"/>
                  </a:moveTo>
                  <a:lnTo>
                    <a:pt x="1" y="430"/>
                  </a:lnTo>
                  <a:lnTo>
                    <a:pt x="1317" y="430"/>
                  </a:lnTo>
                  <a:lnTo>
                    <a:pt x="1317"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63"/>
            <p:cNvSpPr/>
            <p:nvPr/>
          </p:nvSpPr>
          <p:spPr>
            <a:xfrm>
              <a:off x="6333318" y="3927337"/>
              <a:ext cx="114428" cy="65724"/>
            </a:xfrm>
            <a:custGeom>
              <a:avLst/>
              <a:gdLst/>
              <a:ahLst/>
              <a:cxnLst/>
              <a:rect l="l" t="t" r="r" b="b"/>
              <a:pathLst>
                <a:path w="4370" h="2510" extrusionOk="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63"/>
            <p:cNvSpPr/>
            <p:nvPr/>
          </p:nvSpPr>
          <p:spPr>
            <a:xfrm>
              <a:off x="6333318" y="3927337"/>
              <a:ext cx="114428" cy="34512"/>
            </a:xfrm>
            <a:custGeom>
              <a:avLst/>
              <a:gdLst/>
              <a:ahLst/>
              <a:cxnLst/>
              <a:rect l="l" t="t" r="r" b="b"/>
              <a:pathLst>
                <a:path w="4370" h="1318" extrusionOk="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63"/>
            <p:cNvSpPr/>
            <p:nvPr/>
          </p:nvSpPr>
          <p:spPr>
            <a:xfrm>
              <a:off x="6321823" y="3812935"/>
              <a:ext cx="137419" cy="143232"/>
            </a:xfrm>
            <a:custGeom>
              <a:avLst/>
              <a:gdLst/>
              <a:ahLst/>
              <a:cxnLst/>
              <a:rect l="l" t="t" r="r" b="b"/>
              <a:pathLst>
                <a:path w="5248" h="5470" extrusionOk="0">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63"/>
            <p:cNvSpPr/>
            <p:nvPr/>
          </p:nvSpPr>
          <p:spPr>
            <a:xfrm>
              <a:off x="6384772" y="3915972"/>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63"/>
            <p:cNvSpPr/>
            <p:nvPr/>
          </p:nvSpPr>
          <p:spPr>
            <a:xfrm>
              <a:off x="6321823" y="3812935"/>
              <a:ext cx="85965" cy="128909"/>
            </a:xfrm>
            <a:custGeom>
              <a:avLst/>
              <a:gdLst/>
              <a:ahLst/>
              <a:cxnLst/>
              <a:rect l="l" t="t" r="r" b="b"/>
              <a:pathLst>
                <a:path w="3283" h="4923" extrusionOk="0">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63"/>
            <p:cNvSpPr/>
            <p:nvPr/>
          </p:nvSpPr>
          <p:spPr>
            <a:xfrm>
              <a:off x="6344813" y="3881618"/>
              <a:ext cx="34250" cy="34512"/>
            </a:xfrm>
            <a:custGeom>
              <a:avLst/>
              <a:gdLst/>
              <a:ahLst/>
              <a:cxnLst/>
              <a:rect l="l" t="t" r="r" b="b"/>
              <a:pathLst>
                <a:path w="1308" h="1318" extrusionOk="0">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63"/>
            <p:cNvSpPr/>
            <p:nvPr/>
          </p:nvSpPr>
          <p:spPr>
            <a:xfrm>
              <a:off x="6341566" y="3881382"/>
              <a:ext cx="40482" cy="23252"/>
            </a:xfrm>
            <a:custGeom>
              <a:avLst/>
              <a:gdLst/>
              <a:ahLst/>
              <a:cxnLst/>
              <a:rect l="l" t="t" r="r" b="b"/>
              <a:pathLst>
                <a:path w="1546" h="888" extrusionOk="0">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63"/>
            <p:cNvSpPr/>
            <p:nvPr/>
          </p:nvSpPr>
          <p:spPr>
            <a:xfrm>
              <a:off x="6402001" y="3881618"/>
              <a:ext cx="34250" cy="34512"/>
            </a:xfrm>
            <a:custGeom>
              <a:avLst/>
              <a:gdLst/>
              <a:ahLst/>
              <a:cxnLst/>
              <a:rect l="l" t="t" r="r" b="b"/>
              <a:pathLst>
                <a:path w="1308" h="1318" extrusionOk="0">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63"/>
            <p:cNvSpPr/>
            <p:nvPr/>
          </p:nvSpPr>
          <p:spPr>
            <a:xfrm>
              <a:off x="6398754" y="3881382"/>
              <a:ext cx="40744" cy="23252"/>
            </a:xfrm>
            <a:custGeom>
              <a:avLst/>
              <a:gdLst/>
              <a:ahLst/>
              <a:cxnLst/>
              <a:rect l="l" t="t" r="r" b="b"/>
              <a:pathLst>
                <a:path w="1556" h="888" extrusionOk="0">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63"/>
            <p:cNvSpPr/>
            <p:nvPr/>
          </p:nvSpPr>
          <p:spPr>
            <a:xfrm>
              <a:off x="6299094" y="3790101"/>
              <a:ext cx="182876" cy="354833"/>
            </a:xfrm>
            <a:custGeom>
              <a:avLst/>
              <a:gdLst/>
              <a:ahLst/>
              <a:cxnLst/>
              <a:rect l="l" t="t" r="r" b="b"/>
              <a:pathLst>
                <a:path w="6984" h="13551" extrusionOk="0">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63"/>
            <p:cNvSpPr/>
            <p:nvPr/>
          </p:nvSpPr>
          <p:spPr>
            <a:xfrm>
              <a:off x="6256387" y="4048233"/>
              <a:ext cx="53967" cy="96701"/>
            </a:xfrm>
            <a:custGeom>
              <a:avLst/>
              <a:gdLst/>
              <a:ahLst/>
              <a:cxnLst/>
              <a:rect l="l" t="t" r="r" b="b"/>
              <a:pathLst>
                <a:path w="2061" h="3693" extrusionOk="0">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63"/>
            <p:cNvSpPr/>
            <p:nvPr/>
          </p:nvSpPr>
          <p:spPr>
            <a:xfrm>
              <a:off x="6470449" y="4048233"/>
              <a:ext cx="54255" cy="96701"/>
            </a:xfrm>
            <a:custGeom>
              <a:avLst/>
              <a:gdLst/>
              <a:ahLst/>
              <a:cxnLst/>
              <a:rect l="l" t="t" r="r" b="b"/>
              <a:pathLst>
                <a:path w="2072" h="3693" extrusionOk="0">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4" name="Google Shape;11814;p63"/>
          <p:cNvGrpSpPr/>
          <p:nvPr/>
        </p:nvGrpSpPr>
        <p:grpSpPr>
          <a:xfrm>
            <a:off x="5786456" y="3636605"/>
            <a:ext cx="274576" cy="354754"/>
            <a:chOff x="5802731" y="3790180"/>
            <a:chExt cx="274576" cy="354754"/>
          </a:xfrm>
        </p:grpSpPr>
        <p:sp>
          <p:nvSpPr>
            <p:cNvPr id="11815" name="Google Shape;11815;p63"/>
            <p:cNvSpPr/>
            <p:nvPr/>
          </p:nvSpPr>
          <p:spPr>
            <a:xfrm>
              <a:off x="5802731" y="4026761"/>
              <a:ext cx="274576" cy="117937"/>
            </a:xfrm>
            <a:custGeom>
              <a:avLst/>
              <a:gdLst/>
              <a:ahLst/>
              <a:cxnLst/>
              <a:rect l="l" t="t" r="r" b="b"/>
              <a:pathLst>
                <a:path w="10486" h="4504" extrusionOk="0">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63"/>
            <p:cNvSpPr/>
            <p:nvPr/>
          </p:nvSpPr>
          <p:spPr>
            <a:xfrm>
              <a:off x="5899904" y="4030270"/>
              <a:ext cx="80231" cy="114428"/>
            </a:xfrm>
            <a:custGeom>
              <a:avLst/>
              <a:gdLst/>
              <a:ahLst/>
              <a:cxnLst/>
              <a:rect l="l" t="t" r="r" b="b"/>
              <a:pathLst>
                <a:path w="3064" h="4370" extrusionOk="0">
                  <a:moveTo>
                    <a:pt x="1" y="0"/>
                  </a:moveTo>
                  <a:lnTo>
                    <a:pt x="440" y="4369"/>
                  </a:lnTo>
                  <a:lnTo>
                    <a:pt x="2624" y="4369"/>
                  </a:lnTo>
                  <a:lnTo>
                    <a:pt x="3063"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63"/>
            <p:cNvSpPr/>
            <p:nvPr/>
          </p:nvSpPr>
          <p:spPr>
            <a:xfrm>
              <a:off x="5899904" y="4030506"/>
              <a:ext cx="80231" cy="34250"/>
            </a:xfrm>
            <a:custGeom>
              <a:avLst/>
              <a:gdLst/>
              <a:ahLst/>
              <a:cxnLst/>
              <a:rect l="l" t="t" r="r" b="b"/>
              <a:pathLst>
                <a:path w="3064" h="1308" extrusionOk="0">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63"/>
            <p:cNvSpPr/>
            <p:nvPr/>
          </p:nvSpPr>
          <p:spPr>
            <a:xfrm>
              <a:off x="5899904" y="3973318"/>
              <a:ext cx="80231" cy="79943"/>
            </a:xfrm>
            <a:custGeom>
              <a:avLst/>
              <a:gdLst/>
              <a:ahLst/>
              <a:cxnLst/>
              <a:rect l="l" t="t" r="r" b="b"/>
              <a:pathLst>
                <a:path w="3064" h="3053" extrusionOk="0">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63"/>
            <p:cNvSpPr/>
            <p:nvPr/>
          </p:nvSpPr>
          <p:spPr>
            <a:xfrm>
              <a:off x="5899904" y="3973318"/>
              <a:ext cx="80231" cy="34119"/>
            </a:xfrm>
            <a:custGeom>
              <a:avLst/>
              <a:gdLst/>
              <a:ahLst/>
              <a:cxnLst/>
              <a:rect l="l" t="t" r="r" b="b"/>
              <a:pathLst>
                <a:path w="3064" h="1303" extrusionOk="0">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63"/>
            <p:cNvSpPr/>
            <p:nvPr/>
          </p:nvSpPr>
          <p:spPr>
            <a:xfrm>
              <a:off x="5843711" y="3841659"/>
              <a:ext cx="192355" cy="154413"/>
            </a:xfrm>
            <a:custGeom>
              <a:avLst/>
              <a:gdLst/>
              <a:ahLst/>
              <a:cxnLst/>
              <a:rect l="l" t="t" r="r" b="b"/>
              <a:pathLst>
                <a:path w="7346" h="5897" extrusionOk="0">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63"/>
            <p:cNvSpPr/>
            <p:nvPr/>
          </p:nvSpPr>
          <p:spPr>
            <a:xfrm>
              <a:off x="5899904" y="3899293"/>
              <a:ext cx="11521" cy="17334"/>
            </a:xfrm>
            <a:custGeom>
              <a:avLst/>
              <a:gdLst/>
              <a:ahLst/>
              <a:cxnLst/>
              <a:rect l="l" t="t" r="r" b="b"/>
              <a:pathLst>
                <a:path w="440" h="662" extrusionOk="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63"/>
            <p:cNvSpPr/>
            <p:nvPr/>
          </p:nvSpPr>
          <p:spPr>
            <a:xfrm>
              <a:off x="5968613" y="3899293"/>
              <a:ext cx="11521" cy="17334"/>
            </a:xfrm>
            <a:custGeom>
              <a:avLst/>
              <a:gdLst/>
              <a:ahLst/>
              <a:cxnLst/>
              <a:rect l="l" t="t" r="r" b="b"/>
              <a:pathLst>
                <a:path w="440" h="662" extrusionOk="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63"/>
            <p:cNvSpPr/>
            <p:nvPr/>
          </p:nvSpPr>
          <p:spPr>
            <a:xfrm>
              <a:off x="5892415" y="3881618"/>
              <a:ext cx="26499" cy="11521"/>
            </a:xfrm>
            <a:custGeom>
              <a:avLst/>
              <a:gdLst/>
              <a:ahLst/>
              <a:cxnLst/>
              <a:rect l="l" t="t" r="r" b="b"/>
              <a:pathLst>
                <a:path w="1012" h="440" extrusionOk="0">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63"/>
            <p:cNvSpPr/>
            <p:nvPr/>
          </p:nvSpPr>
          <p:spPr>
            <a:xfrm>
              <a:off x="5960863" y="3881618"/>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63"/>
            <p:cNvSpPr/>
            <p:nvPr/>
          </p:nvSpPr>
          <p:spPr>
            <a:xfrm>
              <a:off x="5846460" y="3841659"/>
              <a:ext cx="154884" cy="154387"/>
            </a:xfrm>
            <a:custGeom>
              <a:avLst/>
              <a:gdLst/>
              <a:ahLst/>
              <a:cxnLst/>
              <a:rect l="l" t="t" r="r" b="b"/>
              <a:pathLst>
                <a:path w="5915" h="5896" extrusionOk="0">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63"/>
            <p:cNvSpPr/>
            <p:nvPr/>
          </p:nvSpPr>
          <p:spPr>
            <a:xfrm>
              <a:off x="5854185" y="3818643"/>
              <a:ext cx="40011" cy="83006"/>
            </a:xfrm>
            <a:custGeom>
              <a:avLst/>
              <a:gdLst/>
              <a:ahLst/>
              <a:cxnLst/>
              <a:rect l="l" t="t" r="r" b="b"/>
              <a:pathLst>
                <a:path w="1528" h="3170" extrusionOk="0">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63"/>
            <p:cNvSpPr/>
            <p:nvPr/>
          </p:nvSpPr>
          <p:spPr>
            <a:xfrm>
              <a:off x="5939888" y="4007515"/>
              <a:ext cx="72951" cy="137419"/>
            </a:xfrm>
            <a:custGeom>
              <a:avLst/>
              <a:gdLst/>
              <a:ahLst/>
              <a:cxnLst/>
              <a:rect l="l" t="t" r="r" b="b"/>
              <a:pathLst>
                <a:path w="2786" h="5248" extrusionOk="0">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63"/>
            <p:cNvSpPr/>
            <p:nvPr/>
          </p:nvSpPr>
          <p:spPr>
            <a:xfrm>
              <a:off x="6012316" y="4093323"/>
              <a:ext cx="43755" cy="40011"/>
            </a:xfrm>
            <a:custGeom>
              <a:avLst/>
              <a:gdLst/>
              <a:ahLst/>
              <a:cxnLst/>
              <a:rect l="l" t="t" r="r" b="b"/>
              <a:pathLst>
                <a:path w="1671" h="1528" extrusionOk="0">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63"/>
            <p:cNvSpPr/>
            <p:nvPr/>
          </p:nvSpPr>
          <p:spPr>
            <a:xfrm>
              <a:off x="5985843" y="3801649"/>
              <a:ext cx="39984" cy="100001"/>
            </a:xfrm>
            <a:custGeom>
              <a:avLst/>
              <a:gdLst/>
              <a:ahLst/>
              <a:cxnLst/>
              <a:rect l="l" t="t" r="r" b="b"/>
              <a:pathLst>
                <a:path w="1527" h="3819" extrusionOk="0">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63"/>
            <p:cNvSpPr/>
            <p:nvPr/>
          </p:nvSpPr>
          <p:spPr>
            <a:xfrm>
              <a:off x="5914672" y="3938753"/>
              <a:ext cx="50668" cy="17361"/>
            </a:xfrm>
            <a:custGeom>
              <a:avLst/>
              <a:gdLst/>
              <a:ahLst/>
              <a:cxnLst/>
              <a:rect l="l" t="t" r="r" b="b"/>
              <a:pathLst>
                <a:path w="1935" h="663" extrusionOk="0">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63"/>
            <p:cNvSpPr/>
            <p:nvPr/>
          </p:nvSpPr>
          <p:spPr>
            <a:xfrm>
              <a:off x="5866937" y="4007515"/>
              <a:ext cx="72978" cy="137419"/>
            </a:xfrm>
            <a:custGeom>
              <a:avLst/>
              <a:gdLst/>
              <a:ahLst/>
              <a:cxnLst/>
              <a:rect l="l" t="t" r="r" b="b"/>
              <a:pathLst>
                <a:path w="2787" h="5248" extrusionOk="0">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63"/>
            <p:cNvSpPr/>
            <p:nvPr/>
          </p:nvSpPr>
          <p:spPr>
            <a:xfrm>
              <a:off x="5853687" y="3790180"/>
              <a:ext cx="145170" cy="62582"/>
            </a:xfrm>
            <a:custGeom>
              <a:avLst/>
              <a:gdLst/>
              <a:ahLst/>
              <a:cxnLst/>
              <a:rect l="l" t="t" r="r" b="b"/>
              <a:pathLst>
                <a:path w="5544" h="2390" extrusionOk="0">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63"/>
            <p:cNvSpPr/>
            <p:nvPr/>
          </p:nvSpPr>
          <p:spPr>
            <a:xfrm>
              <a:off x="5831221" y="4110448"/>
              <a:ext cx="57214" cy="34250"/>
            </a:xfrm>
            <a:custGeom>
              <a:avLst/>
              <a:gdLst/>
              <a:ahLst/>
              <a:cxnLst/>
              <a:rect l="l" t="t" r="r" b="b"/>
              <a:pathLst>
                <a:path w="2185" h="1308" extrusionOk="0">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63"/>
            <p:cNvSpPr/>
            <p:nvPr/>
          </p:nvSpPr>
          <p:spPr>
            <a:xfrm>
              <a:off x="5854185" y="4093323"/>
              <a:ext cx="11521" cy="28646"/>
            </a:xfrm>
            <a:custGeom>
              <a:avLst/>
              <a:gdLst/>
              <a:ahLst/>
              <a:cxnLst/>
              <a:rect l="l" t="t" r="r" b="b"/>
              <a:pathLst>
                <a:path w="440" h="1094" extrusionOk="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63"/>
            <p:cNvSpPr/>
            <p:nvPr/>
          </p:nvSpPr>
          <p:spPr>
            <a:xfrm>
              <a:off x="5831221" y="4127678"/>
              <a:ext cx="57214" cy="17020"/>
            </a:xfrm>
            <a:custGeom>
              <a:avLst/>
              <a:gdLst/>
              <a:ahLst/>
              <a:cxnLst/>
              <a:rect l="l" t="t" r="r" b="b"/>
              <a:pathLst>
                <a:path w="2185" h="650" extrusionOk="0">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6" name="Google Shape;11836;p63"/>
          <p:cNvGrpSpPr/>
          <p:nvPr/>
        </p:nvGrpSpPr>
        <p:grpSpPr>
          <a:xfrm>
            <a:off x="5335813" y="3636631"/>
            <a:ext cx="274550" cy="354728"/>
            <a:chOff x="5352088" y="3790206"/>
            <a:chExt cx="274550" cy="354728"/>
          </a:xfrm>
        </p:grpSpPr>
        <p:sp>
          <p:nvSpPr>
            <p:cNvPr id="11837" name="Google Shape;11837;p63"/>
            <p:cNvSpPr/>
            <p:nvPr/>
          </p:nvSpPr>
          <p:spPr>
            <a:xfrm>
              <a:off x="5352088" y="3978790"/>
              <a:ext cx="274550" cy="165908"/>
            </a:xfrm>
            <a:custGeom>
              <a:avLst/>
              <a:gdLst/>
              <a:ahLst/>
              <a:cxnLst/>
              <a:rect l="l" t="t" r="r" b="b"/>
              <a:pathLst>
                <a:path w="10485" h="6336" extrusionOk="0">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63"/>
            <p:cNvSpPr/>
            <p:nvPr/>
          </p:nvSpPr>
          <p:spPr>
            <a:xfrm>
              <a:off x="5352088" y="4034512"/>
              <a:ext cx="274550" cy="110186"/>
            </a:xfrm>
            <a:custGeom>
              <a:avLst/>
              <a:gdLst/>
              <a:ahLst/>
              <a:cxnLst/>
              <a:rect l="l" t="t" r="r" b="b"/>
              <a:pathLst>
                <a:path w="10485" h="4208" extrusionOk="0">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63"/>
            <p:cNvSpPr/>
            <p:nvPr/>
          </p:nvSpPr>
          <p:spPr>
            <a:xfrm>
              <a:off x="5424542" y="4034512"/>
              <a:ext cx="129904" cy="41739"/>
            </a:xfrm>
            <a:custGeom>
              <a:avLst/>
              <a:gdLst/>
              <a:ahLst/>
              <a:cxnLst/>
              <a:rect l="l" t="t" r="r" b="b"/>
              <a:pathLst>
                <a:path w="4961" h="1594" extrusionOk="0">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63"/>
            <p:cNvSpPr/>
            <p:nvPr/>
          </p:nvSpPr>
          <p:spPr>
            <a:xfrm>
              <a:off x="5398042" y="4037261"/>
              <a:ext cx="28515" cy="78948"/>
            </a:xfrm>
            <a:custGeom>
              <a:avLst/>
              <a:gdLst/>
              <a:ahLst/>
              <a:cxnLst/>
              <a:rect l="l" t="t" r="r" b="b"/>
              <a:pathLst>
                <a:path w="1089" h="3015" extrusionOk="0">
                  <a:moveTo>
                    <a:pt x="1088" y="0"/>
                  </a:moveTo>
                  <a:lnTo>
                    <a:pt x="1" y="325"/>
                  </a:lnTo>
                  <a:lnTo>
                    <a:pt x="1" y="3015"/>
                  </a:lnTo>
                  <a:lnTo>
                    <a:pt x="1088" y="3015"/>
                  </a:lnTo>
                  <a:lnTo>
                    <a:pt x="1088"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63"/>
            <p:cNvSpPr/>
            <p:nvPr/>
          </p:nvSpPr>
          <p:spPr>
            <a:xfrm>
              <a:off x="5552429" y="4037261"/>
              <a:ext cx="28515" cy="78948"/>
            </a:xfrm>
            <a:custGeom>
              <a:avLst/>
              <a:gdLst/>
              <a:ahLst/>
              <a:cxnLst/>
              <a:rect l="l" t="t" r="r" b="b"/>
              <a:pathLst>
                <a:path w="1089" h="3015" extrusionOk="0">
                  <a:moveTo>
                    <a:pt x="1" y="0"/>
                  </a:moveTo>
                  <a:lnTo>
                    <a:pt x="1" y="3015"/>
                  </a:lnTo>
                  <a:lnTo>
                    <a:pt x="1088" y="3015"/>
                  </a:lnTo>
                  <a:lnTo>
                    <a:pt x="1088" y="325"/>
                  </a:lnTo>
                  <a:lnTo>
                    <a:pt x="1"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63"/>
            <p:cNvSpPr/>
            <p:nvPr/>
          </p:nvSpPr>
          <p:spPr>
            <a:xfrm>
              <a:off x="5397807" y="4093219"/>
              <a:ext cx="183138" cy="51715"/>
            </a:xfrm>
            <a:custGeom>
              <a:avLst/>
              <a:gdLst/>
              <a:ahLst/>
              <a:cxnLst/>
              <a:rect l="l" t="t" r="r" b="b"/>
              <a:pathLst>
                <a:path w="6994" h="1975" extrusionOk="0">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63"/>
            <p:cNvSpPr/>
            <p:nvPr/>
          </p:nvSpPr>
          <p:spPr>
            <a:xfrm>
              <a:off x="5449522" y="3984551"/>
              <a:ext cx="79943" cy="28620"/>
            </a:xfrm>
            <a:custGeom>
              <a:avLst/>
              <a:gdLst/>
              <a:ahLst/>
              <a:cxnLst/>
              <a:rect l="l" t="t" r="r" b="b"/>
              <a:pathLst>
                <a:path w="3053" h="1093" extrusionOk="0">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63"/>
            <p:cNvSpPr/>
            <p:nvPr/>
          </p:nvSpPr>
          <p:spPr>
            <a:xfrm>
              <a:off x="5392386" y="3801701"/>
              <a:ext cx="193952" cy="200106"/>
            </a:xfrm>
            <a:custGeom>
              <a:avLst/>
              <a:gdLst/>
              <a:ahLst/>
              <a:cxnLst/>
              <a:rect l="l" t="t" r="r" b="b"/>
              <a:pathLst>
                <a:path w="7407" h="7642" extrusionOk="0">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63"/>
            <p:cNvSpPr/>
            <p:nvPr/>
          </p:nvSpPr>
          <p:spPr>
            <a:xfrm>
              <a:off x="5397807" y="3795940"/>
              <a:ext cx="183138" cy="91464"/>
            </a:xfrm>
            <a:custGeom>
              <a:avLst/>
              <a:gdLst/>
              <a:ahLst/>
              <a:cxnLst/>
              <a:rect l="l" t="t" r="r" b="b"/>
              <a:pathLst>
                <a:path w="6994" h="3493" extrusionOk="0">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63"/>
            <p:cNvSpPr/>
            <p:nvPr/>
          </p:nvSpPr>
          <p:spPr>
            <a:xfrm>
              <a:off x="5397807" y="3795940"/>
              <a:ext cx="91700" cy="91464"/>
            </a:xfrm>
            <a:custGeom>
              <a:avLst/>
              <a:gdLst/>
              <a:ahLst/>
              <a:cxnLst/>
              <a:rect l="l" t="t" r="r" b="b"/>
              <a:pathLst>
                <a:path w="3502" h="3493" extrusionOk="0">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63"/>
            <p:cNvSpPr/>
            <p:nvPr/>
          </p:nvSpPr>
          <p:spPr>
            <a:xfrm>
              <a:off x="5396812" y="3887378"/>
              <a:ext cx="161404" cy="114455"/>
            </a:xfrm>
            <a:custGeom>
              <a:avLst/>
              <a:gdLst/>
              <a:ahLst/>
              <a:cxnLst/>
              <a:rect l="l" t="t" r="r" b="b"/>
              <a:pathLst>
                <a:path w="6164" h="4371" extrusionOk="0">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63"/>
            <p:cNvSpPr/>
            <p:nvPr/>
          </p:nvSpPr>
          <p:spPr>
            <a:xfrm>
              <a:off x="5455518" y="3944567"/>
              <a:ext cx="67714" cy="66615"/>
            </a:xfrm>
            <a:custGeom>
              <a:avLst/>
              <a:gdLst/>
              <a:ahLst/>
              <a:cxnLst/>
              <a:rect l="l" t="t" r="r" b="b"/>
              <a:pathLst>
                <a:path w="2586" h="2544" extrusionOk="0">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63"/>
            <p:cNvSpPr/>
            <p:nvPr/>
          </p:nvSpPr>
          <p:spPr>
            <a:xfrm>
              <a:off x="5455754" y="3944567"/>
              <a:ext cx="41739" cy="66615"/>
            </a:xfrm>
            <a:custGeom>
              <a:avLst/>
              <a:gdLst/>
              <a:ahLst/>
              <a:cxnLst/>
              <a:rect l="l" t="t" r="r" b="b"/>
              <a:pathLst>
                <a:path w="1594" h="2544" extrusionOk="0">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63"/>
            <p:cNvSpPr/>
            <p:nvPr/>
          </p:nvSpPr>
          <p:spPr>
            <a:xfrm>
              <a:off x="5471439" y="3956978"/>
              <a:ext cx="35873" cy="16339"/>
            </a:xfrm>
            <a:custGeom>
              <a:avLst/>
              <a:gdLst/>
              <a:ahLst/>
              <a:cxnLst/>
              <a:rect l="l" t="t" r="r" b="b"/>
              <a:pathLst>
                <a:path w="1370" h="624" extrusionOk="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63"/>
            <p:cNvSpPr/>
            <p:nvPr/>
          </p:nvSpPr>
          <p:spPr>
            <a:xfrm>
              <a:off x="5452271" y="3904556"/>
              <a:ext cx="11260" cy="17073"/>
            </a:xfrm>
            <a:custGeom>
              <a:avLst/>
              <a:gdLst/>
              <a:ahLst/>
              <a:cxnLst/>
              <a:rect l="l" t="t" r="r" b="b"/>
              <a:pathLst>
                <a:path w="430" h="652" extrusionOk="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63"/>
            <p:cNvSpPr/>
            <p:nvPr/>
          </p:nvSpPr>
          <p:spPr>
            <a:xfrm>
              <a:off x="5515220" y="3904556"/>
              <a:ext cx="11521" cy="17073"/>
            </a:xfrm>
            <a:custGeom>
              <a:avLst/>
              <a:gdLst/>
              <a:ahLst/>
              <a:cxnLst/>
              <a:rect l="l" t="t" r="r" b="b"/>
              <a:pathLst>
                <a:path w="440" h="652" extrusionOk="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63"/>
            <p:cNvSpPr/>
            <p:nvPr/>
          </p:nvSpPr>
          <p:spPr>
            <a:xfrm>
              <a:off x="5472251" y="3790206"/>
              <a:ext cx="34486" cy="74208"/>
            </a:xfrm>
            <a:custGeom>
              <a:avLst/>
              <a:gdLst/>
              <a:ahLst/>
              <a:cxnLst/>
              <a:rect l="l" t="t" r="r" b="b"/>
              <a:pathLst>
                <a:path w="1317" h="2834" extrusionOk="0">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63"/>
            <p:cNvSpPr/>
            <p:nvPr/>
          </p:nvSpPr>
          <p:spPr>
            <a:xfrm>
              <a:off x="5535199" y="3805079"/>
              <a:ext cx="23017" cy="59361"/>
            </a:xfrm>
            <a:custGeom>
              <a:avLst/>
              <a:gdLst/>
              <a:ahLst/>
              <a:cxnLst/>
              <a:rect l="l" t="t" r="r" b="b"/>
              <a:pathLst>
                <a:path w="879" h="2267" extrusionOk="0">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63"/>
            <p:cNvSpPr/>
            <p:nvPr/>
          </p:nvSpPr>
          <p:spPr>
            <a:xfrm>
              <a:off x="5420797" y="3805079"/>
              <a:ext cx="22990" cy="59361"/>
            </a:xfrm>
            <a:custGeom>
              <a:avLst/>
              <a:gdLst/>
              <a:ahLst/>
              <a:cxnLst/>
              <a:rect l="l" t="t" r="r" b="b"/>
              <a:pathLst>
                <a:path w="878" h="2267" extrusionOk="0">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63"/>
            <p:cNvSpPr/>
            <p:nvPr/>
          </p:nvSpPr>
          <p:spPr>
            <a:xfrm>
              <a:off x="5386573" y="3881618"/>
              <a:ext cx="205866" cy="11521"/>
            </a:xfrm>
            <a:custGeom>
              <a:avLst/>
              <a:gdLst/>
              <a:ahLst/>
              <a:cxnLst/>
              <a:rect l="l" t="t" r="r" b="b"/>
              <a:pathLst>
                <a:path w="7862" h="440" extrusionOk="0">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63"/>
            <p:cNvSpPr/>
            <p:nvPr/>
          </p:nvSpPr>
          <p:spPr>
            <a:xfrm>
              <a:off x="5415036" y="4110448"/>
              <a:ext cx="11521" cy="11521"/>
            </a:xfrm>
            <a:custGeom>
              <a:avLst/>
              <a:gdLst/>
              <a:ahLst/>
              <a:cxnLst/>
              <a:rect l="l" t="t" r="r" b="b"/>
              <a:pathLst>
                <a:path w="440" h="440" extrusionOk="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63"/>
            <p:cNvSpPr/>
            <p:nvPr/>
          </p:nvSpPr>
          <p:spPr>
            <a:xfrm>
              <a:off x="5552429" y="4110448"/>
              <a:ext cx="11260" cy="11521"/>
            </a:xfrm>
            <a:custGeom>
              <a:avLst/>
              <a:gdLst/>
              <a:ahLst/>
              <a:cxnLst/>
              <a:rect l="l" t="t" r="r" b="b"/>
              <a:pathLst>
                <a:path w="430" h="440" extrusionOk="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63"/>
            <p:cNvSpPr/>
            <p:nvPr/>
          </p:nvSpPr>
          <p:spPr>
            <a:xfrm>
              <a:off x="5380813" y="4093219"/>
              <a:ext cx="17020" cy="51480"/>
            </a:xfrm>
            <a:custGeom>
              <a:avLst/>
              <a:gdLst/>
              <a:ahLst/>
              <a:cxnLst/>
              <a:rect l="l" t="t" r="r" b="b"/>
              <a:pathLst>
                <a:path w="650" h="1966" extrusionOk="0">
                  <a:moveTo>
                    <a:pt x="649" y="0"/>
                  </a:moveTo>
                  <a:cubicBezTo>
                    <a:pt x="287" y="0"/>
                    <a:pt x="1" y="296"/>
                    <a:pt x="1" y="658"/>
                  </a:cubicBezTo>
                  <a:lnTo>
                    <a:pt x="1" y="1965"/>
                  </a:lnTo>
                  <a:lnTo>
                    <a:pt x="649" y="1965"/>
                  </a:lnTo>
                  <a:lnTo>
                    <a:pt x="64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63"/>
            <p:cNvSpPr/>
            <p:nvPr/>
          </p:nvSpPr>
          <p:spPr>
            <a:xfrm>
              <a:off x="5580918" y="4093219"/>
              <a:ext cx="17256" cy="51480"/>
            </a:xfrm>
            <a:custGeom>
              <a:avLst/>
              <a:gdLst/>
              <a:ahLst/>
              <a:cxnLst/>
              <a:rect l="l" t="t" r="r" b="b"/>
              <a:pathLst>
                <a:path w="659" h="1966" extrusionOk="0">
                  <a:moveTo>
                    <a:pt x="0" y="0"/>
                  </a:moveTo>
                  <a:lnTo>
                    <a:pt x="0" y="1965"/>
                  </a:lnTo>
                  <a:lnTo>
                    <a:pt x="658" y="1965"/>
                  </a:lnTo>
                  <a:lnTo>
                    <a:pt x="658" y="658"/>
                  </a:lnTo>
                  <a:cubicBezTo>
                    <a:pt x="658" y="296"/>
                    <a:pt x="363"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1" name="Google Shape;11861;p63"/>
          <p:cNvGrpSpPr/>
          <p:nvPr/>
        </p:nvGrpSpPr>
        <p:grpSpPr>
          <a:xfrm>
            <a:off x="4885431" y="3636500"/>
            <a:ext cx="274550" cy="354859"/>
            <a:chOff x="4901706" y="3790075"/>
            <a:chExt cx="274550" cy="354859"/>
          </a:xfrm>
        </p:grpSpPr>
        <p:sp>
          <p:nvSpPr>
            <p:cNvPr id="11862" name="Google Shape;11862;p63"/>
            <p:cNvSpPr/>
            <p:nvPr/>
          </p:nvSpPr>
          <p:spPr>
            <a:xfrm>
              <a:off x="4901706" y="4007777"/>
              <a:ext cx="274550" cy="137157"/>
            </a:xfrm>
            <a:custGeom>
              <a:avLst/>
              <a:gdLst/>
              <a:ahLst/>
              <a:cxnLst/>
              <a:rect l="l" t="t" r="r" b="b"/>
              <a:pathLst>
                <a:path w="10485" h="5238" extrusionOk="0">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63"/>
            <p:cNvSpPr/>
            <p:nvPr/>
          </p:nvSpPr>
          <p:spPr>
            <a:xfrm>
              <a:off x="4935929" y="4007777"/>
              <a:ext cx="206102" cy="124169"/>
            </a:xfrm>
            <a:custGeom>
              <a:avLst/>
              <a:gdLst/>
              <a:ahLst/>
              <a:cxnLst/>
              <a:rect l="l" t="t" r="r" b="b"/>
              <a:pathLst>
                <a:path w="7871" h="4742" extrusionOk="0">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63"/>
            <p:cNvSpPr/>
            <p:nvPr/>
          </p:nvSpPr>
          <p:spPr>
            <a:xfrm>
              <a:off x="4941664" y="4017518"/>
              <a:ext cx="194633" cy="103195"/>
            </a:xfrm>
            <a:custGeom>
              <a:avLst/>
              <a:gdLst/>
              <a:ahLst/>
              <a:cxnLst/>
              <a:rect l="l" t="t" r="r" b="b"/>
              <a:pathLst>
                <a:path w="7433" h="3941" extrusionOk="0">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63"/>
            <p:cNvSpPr/>
            <p:nvPr/>
          </p:nvSpPr>
          <p:spPr>
            <a:xfrm>
              <a:off x="4959967" y="4034512"/>
              <a:ext cx="157922" cy="65279"/>
            </a:xfrm>
            <a:custGeom>
              <a:avLst/>
              <a:gdLst/>
              <a:ahLst/>
              <a:cxnLst/>
              <a:rect l="l" t="t" r="r" b="b"/>
              <a:pathLst>
                <a:path w="6031" h="2493" extrusionOk="0">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63"/>
            <p:cNvSpPr/>
            <p:nvPr/>
          </p:nvSpPr>
          <p:spPr>
            <a:xfrm>
              <a:off x="4984869" y="4013276"/>
              <a:ext cx="107961" cy="86515"/>
            </a:xfrm>
            <a:custGeom>
              <a:avLst/>
              <a:gdLst/>
              <a:ahLst/>
              <a:cxnLst/>
              <a:rect l="l" t="t" r="r" b="b"/>
              <a:pathLst>
                <a:path w="4123" h="3304" extrusionOk="0">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63"/>
            <p:cNvSpPr/>
            <p:nvPr/>
          </p:nvSpPr>
          <p:spPr>
            <a:xfrm>
              <a:off x="4998878" y="4013276"/>
              <a:ext cx="80205" cy="28620"/>
            </a:xfrm>
            <a:custGeom>
              <a:avLst/>
              <a:gdLst/>
              <a:ahLst/>
              <a:cxnLst/>
              <a:rect l="l" t="t" r="r" b="b"/>
              <a:pathLst>
                <a:path w="3063" h="1093" extrusionOk="0">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63"/>
            <p:cNvSpPr/>
            <p:nvPr/>
          </p:nvSpPr>
          <p:spPr>
            <a:xfrm>
              <a:off x="4942161" y="3830164"/>
              <a:ext cx="193612" cy="200132"/>
            </a:xfrm>
            <a:custGeom>
              <a:avLst/>
              <a:gdLst/>
              <a:ahLst/>
              <a:cxnLst/>
              <a:rect l="l" t="t" r="r" b="b"/>
              <a:pathLst>
                <a:path w="7394" h="7643" extrusionOk="0">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63"/>
            <p:cNvSpPr/>
            <p:nvPr/>
          </p:nvSpPr>
          <p:spPr>
            <a:xfrm>
              <a:off x="4946168" y="3860984"/>
              <a:ext cx="109689" cy="169338"/>
            </a:xfrm>
            <a:custGeom>
              <a:avLst/>
              <a:gdLst/>
              <a:ahLst/>
              <a:cxnLst/>
              <a:rect l="l" t="t" r="r" b="b"/>
              <a:pathLst>
                <a:path w="4189" h="6467" extrusionOk="0">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63"/>
            <p:cNvSpPr/>
            <p:nvPr/>
          </p:nvSpPr>
          <p:spPr>
            <a:xfrm>
              <a:off x="4998878" y="3935035"/>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63"/>
            <p:cNvSpPr/>
            <p:nvPr/>
          </p:nvSpPr>
          <p:spPr>
            <a:xfrm>
              <a:off x="5067561" y="3935035"/>
              <a:ext cx="11521" cy="17308"/>
            </a:xfrm>
            <a:custGeom>
              <a:avLst/>
              <a:gdLst/>
              <a:ahLst/>
              <a:cxnLst/>
              <a:rect l="l" t="t" r="r" b="b"/>
              <a:pathLst>
                <a:path w="440" h="661" extrusionOk="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63"/>
            <p:cNvSpPr/>
            <p:nvPr/>
          </p:nvSpPr>
          <p:spPr>
            <a:xfrm>
              <a:off x="5013646" y="3974993"/>
              <a:ext cx="50668" cy="17334"/>
            </a:xfrm>
            <a:custGeom>
              <a:avLst/>
              <a:gdLst/>
              <a:ahLst/>
              <a:cxnLst/>
              <a:rect l="l" t="t" r="r" b="b"/>
              <a:pathLst>
                <a:path w="1935" h="662" extrusionOk="0">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63"/>
            <p:cNvSpPr/>
            <p:nvPr/>
          </p:nvSpPr>
          <p:spPr>
            <a:xfrm>
              <a:off x="4990368" y="3917727"/>
              <a:ext cx="33752" cy="17387"/>
            </a:xfrm>
            <a:custGeom>
              <a:avLst/>
              <a:gdLst/>
              <a:ahLst/>
              <a:cxnLst/>
              <a:rect l="l" t="t" r="r" b="b"/>
              <a:pathLst>
                <a:path w="1289" h="664" extrusionOk="0">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63"/>
            <p:cNvSpPr/>
            <p:nvPr/>
          </p:nvSpPr>
          <p:spPr>
            <a:xfrm>
              <a:off x="5053814" y="3917727"/>
              <a:ext cx="33779" cy="17387"/>
            </a:xfrm>
            <a:custGeom>
              <a:avLst/>
              <a:gdLst/>
              <a:ahLst/>
              <a:cxnLst/>
              <a:rect l="l" t="t" r="r" b="b"/>
              <a:pathLst>
                <a:path w="1290" h="664" extrusionOk="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63"/>
            <p:cNvSpPr/>
            <p:nvPr/>
          </p:nvSpPr>
          <p:spPr>
            <a:xfrm>
              <a:off x="5022104" y="3790075"/>
              <a:ext cx="33255" cy="67793"/>
            </a:xfrm>
            <a:custGeom>
              <a:avLst/>
              <a:gdLst/>
              <a:ahLst/>
              <a:cxnLst/>
              <a:rect l="l" t="t" r="r" b="b"/>
              <a:pathLst>
                <a:path w="1270" h="2589" extrusionOk="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63"/>
            <p:cNvSpPr/>
            <p:nvPr/>
          </p:nvSpPr>
          <p:spPr>
            <a:xfrm>
              <a:off x="5022340" y="3790206"/>
              <a:ext cx="16785" cy="67976"/>
            </a:xfrm>
            <a:custGeom>
              <a:avLst/>
              <a:gdLst/>
              <a:ahLst/>
              <a:cxnLst/>
              <a:rect l="l" t="t" r="r" b="b"/>
              <a:pathLst>
                <a:path w="641" h="2596" extrusionOk="0">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63"/>
            <p:cNvSpPr/>
            <p:nvPr/>
          </p:nvSpPr>
          <p:spPr>
            <a:xfrm>
              <a:off x="4987383" y="4104688"/>
              <a:ext cx="11521" cy="40246"/>
            </a:xfrm>
            <a:custGeom>
              <a:avLst/>
              <a:gdLst/>
              <a:ahLst/>
              <a:cxnLst/>
              <a:rect l="l" t="t" r="r" b="b"/>
              <a:pathLst>
                <a:path w="440" h="1537" extrusionOk="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63"/>
            <p:cNvSpPr/>
            <p:nvPr/>
          </p:nvSpPr>
          <p:spPr>
            <a:xfrm>
              <a:off x="5079057" y="4104688"/>
              <a:ext cx="11260" cy="40246"/>
            </a:xfrm>
            <a:custGeom>
              <a:avLst/>
              <a:gdLst/>
              <a:ahLst/>
              <a:cxnLst/>
              <a:rect l="l" t="t" r="r" b="b"/>
              <a:pathLst>
                <a:path w="430" h="1537" extrusionOk="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9" name="Google Shape;11879;p63"/>
          <p:cNvGrpSpPr/>
          <p:nvPr/>
        </p:nvGrpSpPr>
        <p:grpSpPr>
          <a:xfrm>
            <a:off x="8036429" y="1349633"/>
            <a:ext cx="275073" cy="354545"/>
            <a:chOff x="8052704" y="1503208"/>
            <a:chExt cx="275073" cy="354545"/>
          </a:xfrm>
        </p:grpSpPr>
        <p:sp>
          <p:nvSpPr>
            <p:cNvPr id="11880" name="Google Shape;11880;p63"/>
            <p:cNvSpPr/>
            <p:nvPr/>
          </p:nvSpPr>
          <p:spPr>
            <a:xfrm>
              <a:off x="8052704" y="1697344"/>
              <a:ext cx="274812" cy="160409"/>
            </a:xfrm>
            <a:custGeom>
              <a:avLst/>
              <a:gdLst/>
              <a:ahLst/>
              <a:cxnLst/>
              <a:rect l="l" t="t" r="r" b="b"/>
              <a:pathLst>
                <a:path w="10495" h="6126" extrusionOk="0">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63"/>
            <p:cNvSpPr/>
            <p:nvPr/>
          </p:nvSpPr>
          <p:spPr>
            <a:xfrm>
              <a:off x="8098685" y="1823267"/>
              <a:ext cx="11260" cy="34486"/>
            </a:xfrm>
            <a:custGeom>
              <a:avLst/>
              <a:gdLst/>
              <a:ahLst/>
              <a:cxnLst/>
              <a:rect l="l" t="t" r="r" b="b"/>
              <a:pathLst>
                <a:path w="430" h="1317" extrusionOk="0">
                  <a:moveTo>
                    <a:pt x="0" y="0"/>
                  </a:moveTo>
                  <a:lnTo>
                    <a:pt x="0" y="1317"/>
                  </a:lnTo>
                  <a:lnTo>
                    <a:pt x="430" y="1317"/>
                  </a:lnTo>
                  <a:lnTo>
                    <a:pt x="430"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63"/>
            <p:cNvSpPr/>
            <p:nvPr/>
          </p:nvSpPr>
          <p:spPr>
            <a:xfrm>
              <a:off x="8270301" y="1823267"/>
              <a:ext cx="11521" cy="34486"/>
            </a:xfrm>
            <a:custGeom>
              <a:avLst/>
              <a:gdLst/>
              <a:ahLst/>
              <a:cxnLst/>
              <a:rect l="l" t="t" r="r" b="b"/>
              <a:pathLst>
                <a:path w="440" h="1317" extrusionOk="0">
                  <a:moveTo>
                    <a:pt x="0" y="0"/>
                  </a:moveTo>
                  <a:lnTo>
                    <a:pt x="0" y="1317"/>
                  </a:lnTo>
                  <a:lnTo>
                    <a:pt x="439" y="1317"/>
                  </a:lnTo>
                  <a:lnTo>
                    <a:pt x="439"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63"/>
            <p:cNvSpPr/>
            <p:nvPr/>
          </p:nvSpPr>
          <p:spPr>
            <a:xfrm>
              <a:off x="8052704" y="1747069"/>
              <a:ext cx="275073" cy="110684"/>
            </a:xfrm>
            <a:custGeom>
              <a:avLst/>
              <a:gdLst/>
              <a:ahLst/>
              <a:cxnLst/>
              <a:rect l="l" t="t" r="r" b="b"/>
              <a:pathLst>
                <a:path w="10505" h="4227" extrusionOk="0">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63"/>
            <p:cNvSpPr/>
            <p:nvPr/>
          </p:nvSpPr>
          <p:spPr>
            <a:xfrm>
              <a:off x="8150138" y="1697344"/>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63"/>
            <p:cNvSpPr/>
            <p:nvPr/>
          </p:nvSpPr>
          <p:spPr>
            <a:xfrm>
              <a:off x="8087687" y="1503208"/>
              <a:ext cx="205107" cy="136974"/>
            </a:xfrm>
            <a:custGeom>
              <a:avLst/>
              <a:gdLst/>
              <a:ahLst/>
              <a:cxnLst/>
              <a:rect l="l" t="t" r="r" b="b"/>
              <a:pathLst>
                <a:path w="7833" h="5231" extrusionOk="0">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63"/>
            <p:cNvSpPr/>
            <p:nvPr/>
          </p:nvSpPr>
          <p:spPr>
            <a:xfrm>
              <a:off x="8087687" y="1515751"/>
              <a:ext cx="190889" cy="124431"/>
            </a:xfrm>
            <a:custGeom>
              <a:avLst/>
              <a:gdLst/>
              <a:ahLst/>
              <a:cxnLst/>
              <a:rect l="l" t="t" r="r" b="b"/>
              <a:pathLst>
                <a:path w="7290" h="4752" extrusionOk="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63"/>
            <p:cNvSpPr/>
            <p:nvPr/>
          </p:nvSpPr>
          <p:spPr>
            <a:xfrm>
              <a:off x="8097690" y="1577207"/>
              <a:ext cx="184866" cy="143415"/>
            </a:xfrm>
            <a:custGeom>
              <a:avLst/>
              <a:gdLst/>
              <a:ahLst/>
              <a:cxnLst/>
              <a:rect l="l" t="t" r="r" b="b"/>
              <a:pathLst>
                <a:path w="7060" h="5477" extrusionOk="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63"/>
            <p:cNvSpPr/>
            <p:nvPr/>
          </p:nvSpPr>
          <p:spPr>
            <a:xfrm>
              <a:off x="8150138" y="1623031"/>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63"/>
            <p:cNvSpPr/>
            <p:nvPr/>
          </p:nvSpPr>
          <p:spPr>
            <a:xfrm>
              <a:off x="8218848" y="1623031"/>
              <a:ext cx="11495" cy="17151"/>
            </a:xfrm>
            <a:custGeom>
              <a:avLst/>
              <a:gdLst/>
              <a:ahLst/>
              <a:cxnLst/>
              <a:rect l="l" t="t" r="r" b="b"/>
              <a:pathLst>
                <a:path w="439" h="655" extrusionOk="0">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63"/>
            <p:cNvSpPr/>
            <p:nvPr/>
          </p:nvSpPr>
          <p:spPr>
            <a:xfrm>
              <a:off x="8164618" y="1662963"/>
              <a:ext cx="50799" cy="17439"/>
            </a:xfrm>
            <a:custGeom>
              <a:avLst/>
              <a:gdLst/>
              <a:ahLst/>
              <a:cxnLst/>
              <a:rect l="l" t="t" r="r" b="b"/>
              <a:pathLst>
                <a:path w="1940" h="666" extrusionOk="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63"/>
            <p:cNvSpPr/>
            <p:nvPr/>
          </p:nvSpPr>
          <p:spPr>
            <a:xfrm>
              <a:off x="8097690" y="1577207"/>
              <a:ext cx="155382" cy="143389"/>
            </a:xfrm>
            <a:custGeom>
              <a:avLst/>
              <a:gdLst/>
              <a:ahLst/>
              <a:cxnLst/>
              <a:rect l="l" t="t" r="r" b="b"/>
              <a:pathLst>
                <a:path w="5934" h="5476" extrusionOk="0">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63"/>
            <p:cNvSpPr/>
            <p:nvPr/>
          </p:nvSpPr>
          <p:spPr>
            <a:xfrm>
              <a:off x="8178863" y="1754558"/>
              <a:ext cx="22755" cy="63237"/>
            </a:xfrm>
            <a:custGeom>
              <a:avLst/>
              <a:gdLst/>
              <a:ahLst/>
              <a:cxnLst/>
              <a:rect l="l" t="t" r="r" b="b"/>
              <a:pathLst>
                <a:path w="869" h="2415" extrusionOk="0">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63"/>
            <p:cNvSpPr/>
            <p:nvPr/>
          </p:nvSpPr>
          <p:spPr>
            <a:xfrm>
              <a:off x="8127645" y="1728137"/>
              <a:ext cx="62477" cy="57921"/>
            </a:xfrm>
            <a:custGeom>
              <a:avLst/>
              <a:gdLst/>
              <a:ahLst/>
              <a:cxnLst/>
              <a:rect l="l" t="t" r="r" b="b"/>
              <a:pathLst>
                <a:path w="2386" h="2212" extrusionOk="0">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63"/>
            <p:cNvSpPr/>
            <p:nvPr/>
          </p:nvSpPr>
          <p:spPr>
            <a:xfrm>
              <a:off x="8190096" y="1728137"/>
              <a:ext cx="62477" cy="57816"/>
            </a:xfrm>
            <a:custGeom>
              <a:avLst/>
              <a:gdLst/>
              <a:ahLst/>
              <a:cxnLst/>
              <a:rect l="l" t="t" r="r" b="b"/>
              <a:pathLst>
                <a:path w="2386" h="2208" extrusionOk="0">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63"/>
            <p:cNvSpPr/>
            <p:nvPr/>
          </p:nvSpPr>
          <p:spPr>
            <a:xfrm>
              <a:off x="8058464" y="1770557"/>
              <a:ext cx="51480" cy="64206"/>
            </a:xfrm>
            <a:custGeom>
              <a:avLst/>
              <a:gdLst/>
              <a:ahLst/>
              <a:cxnLst/>
              <a:rect l="l" t="t" r="r" b="b"/>
              <a:pathLst>
                <a:path w="1966" h="2452" extrusionOk="0">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63"/>
            <p:cNvSpPr/>
            <p:nvPr/>
          </p:nvSpPr>
          <p:spPr>
            <a:xfrm>
              <a:off x="8270301" y="1770557"/>
              <a:ext cx="51480" cy="64206"/>
            </a:xfrm>
            <a:custGeom>
              <a:avLst/>
              <a:gdLst/>
              <a:ahLst/>
              <a:cxnLst/>
              <a:rect l="l" t="t" r="r" b="b"/>
              <a:pathLst>
                <a:path w="1966" h="2452" extrusionOk="0">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7" name="Google Shape;11897;p63"/>
          <p:cNvGrpSpPr/>
          <p:nvPr/>
        </p:nvGrpSpPr>
        <p:grpSpPr>
          <a:xfrm>
            <a:off x="5778470" y="1349424"/>
            <a:ext cx="274550" cy="354754"/>
            <a:chOff x="5794745" y="1502999"/>
            <a:chExt cx="274550" cy="354754"/>
          </a:xfrm>
        </p:grpSpPr>
        <p:sp>
          <p:nvSpPr>
            <p:cNvPr id="11898" name="Google Shape;11898;p63"/>
            <p:cNvSpPr/>
            <p:nvPr/>
          </p:nvSpPr>
          <p:spPr>
            <a:xfrm>
              <a:off x="5794745" y="1703340"/>
              <a:ext cx="274550" cy="154413"/>
            </a:xfrm>
            <a:custGeom>
              <a:avLst/>
              <a:gdLst/>
              <a:ahLst/>
              <a:cxnLst/>
              <a:rect l="l" t="t" r="r" b="b"/>
              <a:pathLst>
                <a:path w="10485" h="5897" extrusionOk="0">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63"/>
            <p:cNvSpPr/>
            <p:nvPr/>
          </p:nvSpPr>
          <p:spPr>
            <a:xfrm>
              <a:off x="5891918" y="1703340"/>
              <a:ext cx="80205" cy="22886"/>
            </a:xfrm>
            <a:custGeom>
              <a:avLst/>
              <a:gdLst/>
              <a:ahLst/>
              <a:cxnLst/>
              <a:rect l="l" t="t" r="r" b="b"/>
              <a:pathLst>
                <a:path w="3063" h="874" extrusionOk="0">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63"/>
            <p:cNvSpPr/>
            <p:nvPr/>
          </p:nvSpPr>
          <p:spPr>
            <a:xfrm>
              <a:off x="5835698" y="1554478"/>
              <a:ext cx="192381" cy="160147"/>
            </a:xfrm>
            <a:custGeom>
              <a:avLst/>
              <a:gdLst/>
              <a:ahLst/>
              <a:cxnLst/>
              <a:rect l="l" t="t" r="r" b="b"/>
              <a:pathLst>
                <a:path w="7347" h="6116" extrusionOk="0">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63"/>
            <p:cNvSpPr/>
            <p:nvPr/>
          </p:nvSpPr>
          <p:spPr>
            <a:xfrm>
              <a:off x="5839705" y="1554478"/>
              <a:ext cx="143677" cy="160357"/>
            </a:xfrm>
            <a:custGeom>
              <a:avLst/>
              <a:gdLst/>
              <a:ahLst/>
              <a:cxnLst/>
              <a:rect l="l" t="t" r="r" b="b"/>
              <a:pathLst>
                <a:path w="5487" h="6124" extrusionOk="0">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63"/>
            <p:cNvSpPr/>
            <p:nvPr/>
          </p:nvSpPr>
          <p:spPr>
            <a:xfrm>
              <a:off x="5842716" y="1502999"/>
              <a:ext cx="187118" cy="114455"/>
            </a:xfrm>
            <a:custGeom>
              <a:avLst/>
              <a:gdLst/>
              <a:ahLst/>
              <a:cxnLst/>
              <a:rect l="l" t="t" r="r" b="b"/>
              <a:pathLst>
                <a:path w="7146" h="4371" extrusionOk="0">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63"/>
            <p:cNvSpPr/>
            <p:nvPr/>
          </p:nvSpPr>
          <p:spPr>
            <a:xfrm>
              <a:off x="5842716" y="1502999"/>
              <a:ext cx="72218" cy="114455"/>
            </a:xfrm>
            <a:custGeom>
              <a:avLst/>
              <a:gdLst/>
              <a:ahLst/>
              <a:cxnLst/>
              <a:rect l="l" t="t" r="r" b="b"/>
              <a:pathLst>
                <a:path w="2758" h="4371" extrusionOk="0">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63"/>
            <p:cNvSpPr/>
            <p:nvPr/>
          </p:nvSpPr>
          <p:spPr>
            <a:xfrm>
              <a:off x="5891918" y="1617532"/>
              <a:ext cx="11521" cy="17151"/>
            </a:xfrm>
            <a:custGeom>
              <a:avLst/>
              <a:gdLst/>
              <a:ahLst/>
              <a:cxnLst/>
              <a:rect l="l" t="t" r="r" b="b"/>
              <a:pathLst>
                <a:path w="440" h="655" extrusionOk="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63"/>
            <p:cNvSpPr/>
            <p:nvPr/>
          </p:nvSpPr>
          <p:spPr>
            <a:xfrm>
              <a:off x="5960601" y="1617532"/>
              <a:ext cx="11521" cy="17151"/>
            </a:xfrm>
            <a:custGeom>
              <a:avLst/>
              <a:gdLst/>
              <a:ahLst/>
              <a:cxnLst/>
              <a:rect l="l" t="t" r="r" b="b"/>
              <a:pathLst>
                <a:path w="440" h="655" extrusionOk="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63"/>
            <p:cNvSpPr/>
            <p:nvPr/>
          </p:nvSpPr>
          <p:spPr>
            <a:xfrm>
              <a:off x="5906424" y="1657438"/>
              <a:ext cx="50773" cy="17282"/>
            </a:xfrm>
            <a:custGeom>
              <a:avLst/>
              <a:gdLst/>
              <a:ahLst/>
              <a:cxnLst/>
              <a:rect l="l" t="t" r="r" b="b"/>
              <a:pathLst>
                <a:path w="1939" h="660" extrusionOk="0">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63"/>
            <p:cNvSpPr/>
            <p:nvPr/>
          </p:nvSpPr>
          <p:spPr>
            <a:xfrm>
              <a:off x="5884429" y="1600433"/>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63"/>
            <p:cNvSpPr/>
            <p:nvPr/>
          </p:nvSpPr>
          <p:spPr>
            <a:xfrm>
              <a:off x="5953112" y="1600433"/>
              <a:ext cx="26499" cy="11260"/>
            </a:xfrm>
            <a:custGeom>
              <a:avLst/>
              <a:gdLst/>
              <a:ahLst/>
              <a:cxnLst/>
              <a:rect l="l" t="t" r="r" b="b"/>
              <a:pathLst>
                <a:path w="1012" h="430" extrusionOk="0">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63"/>
            <p:cNvSpPr/>
            <p:nvPr/>
          </p:nvSpPr>
          <p:spPr>
            <a:xfrm>
              <a:off x="5846199" y="1748326"/>
              <a:ext cx="171643" cy="109427"/>
            </a:xfrm>
            <a:custGeom>
              <a:avLst/>
              <a:gdLst/>
              <a:ahLst/>
              <a:cxnLst/>
              <a:rect l="l" t="t" r="r" b="b"/>
              <a:pathLst>
                <a:path w="6555" h="4179" extrusionOk="0">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63"/>
            <p:cNvSpPr/>
            <p:nvPr/>
          </p:nvSpPr>
          <p:spPr>
            <a:xfrm>
              <a:off x="5845439" y="1548979"/>
              <a:ext cx="177901" cy="28489"/>
            </a:xfrm>
            <a:custGeom>
              <a:avLst/>
              <a:gdLst/>
              <a:ahLst/>
              <a:cxnLst/>
              <a:rect l="l" t="t" r="r" b="b"/>
              <a:pathLst>
                <a:path w="6794" h="1088" extrusionOk="0">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63"/>
            <p:cNvSpPr/>
            <p:nvPr/>
          </p:nvSpPr>
          <p:spPr>
            <a:xfrm>
              <a:off x="5932635" y="1548979"/>
              <a:ext cx="90941" cy="22781"/>
            </a:xfrm>
            <a:custGeom>
              <a:avLst/>
              <a:gdLst/>
              <a:ahLst/>
              <a:cxnLst/>
              <a:rect l="l" t="t" r="r" b="b"/>
              <a:pathLst>
                <a:path w="3473" h="870" extrusionOk="0">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63"/>
            <p:cNvSpPr/>
            <p:nvPr/>
          </p:nvSpPr>
          <p:spPr>
            <a:xfrm>
              <a:off x="5932373" y="1537484"/>
              <a:ext cx="17282" cy="11521"/>
            </a:xfrm>
            <a:custGeom>
              <a:avLst/>
              <a:gdLst/>
              <a:ahLst/>
              <a:cxnLst/>
              <a:rect l="l" t="t" r="r" b="b"/>
              <a:pathLst>
                <a:path w="660" h="440" extrusionOk="0">
                  <a:moveTo>
                    <a:pt x="440" y="0"/>
                  </a:moveTo>
                  <a:cubicBezTo>
                    <a:pt x="201" y="0"/>
                    <a:pt x="1" y="191"/>
                    <a:pt x="10" y="439"/>
                  </a:cubicBezTo>
                  <a:lnTo>
                    <a:pt x="659" y="439"/>
                  </a:lnTo>
                  <a:lnTo>
                    <a:pt x="65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63"/>
            <p:cNvSpPr/>
            <p:nvPr/>
          </p:nvSpPr>
          <p:spPr>
            <a:xfrm>
              <a:off x="5972096" y="1502999"/>
              <a:ext cx="57240" cy="57240"/>
            </a:xfrm>
            <a:custGeom>
              <a:avLst/>
              <a:gdLst/>
              <a:ahLst/>
              <a:cxnLst/>
              <a:rect l="l" t="t" r="r" b="b"/>
              <a:pathLst>
                <a:path w="2186" h="2186" extrusionOk="0">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63"/>
            <p:cNvSpPr/>
            <p:nvPr/>
          </p:nvSpPr>
          <p:spPr>
            <a:xfrm>
              <a:off x="5943371" y="1525989"/>
              <a:ext cx="34250" cy="34250"/>
            </a:xfrm>
            <a:custGeom>
              <a:avLst/>
              <a:gdLst/>
              <a:ahLst/>
              <a:cxnLst/>
              <a:rect l="l" t="t" r="r" b="b"/>
              <a:pathLst>
                <a:path w="1308" h="1308" extrusionOk="0">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63"/>
            <p:cNvSpPr/>
            <p:nvPr/>
          </p:nvSpPr>
          <p:spPr>
            <a:xfrm>
              <a:off x="5845204" y="1548979"/>
              <a:ext cx="23750" cy="28489"/>
            </a:xfrm>
            <a:custGeom>
              <a:avLst/>
              <a:gdLst/>
              <a:ahLst/>
              <a:cxnLst/>
              <a:rect l="l" t="t" r="r" b="b"/>
              <a:pathLst>
                <a:path w="907" h="1088" extrusionOk="0">
                  <a:moveTo>
                    <a:pt x="0" y="0"/>
                  </a:moveTo>
                  <a:cubicBezTo>
                    <a:pt x="0" y="58"/>
                    <a:pt x="0" y="115"/>
                    <a:pt x="10" y="172"/>
                  </a:cubicBezTo>
                  <a:lnTo>
                    <a:pt x="105" y="1088"/>
                  </a:lnTo>
                  <a:lnTo>
                    <a:pt x="907" y="1088"/>
                  </a:lnTo>
                  <a:lnTo>
                    <a:pt x="907"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63"/>
            <p:cNvSpPr/>
            <p:nvPr/>
          </p:nvSpPr>
          <p:spPr>
            <a:xfrm>
              <a:off x="5863428" y="1748326"/>
              <a:ext cx="137419" cy="80964"/>
            </a:xfrm>
            <a:custGeom>
              <a:avLst/>
              <a:gdLst/>
              <a:ahLst/>
              <a:cxnLst/>
              <a:rect l="l" t="t" r="r" b="b"/>
              <a:pathLst>
                <a:path w="5248" h="3092" extrusionOk="0">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63"/>
            <p:cNvSpPr/>
            <p:nvPr/>
          </p:nvSpPr>
          <p:spPr>
            <a:xfrm>
              <a:off x="5828969" y="1817768"/>
              <a:ext cx="17256" cy="39984"/>
            </a:xfrm>
            <a:custGeom>
              <a:avLst/>
              <a:gdLst/>
              <a:ahLst/>
              <a:cxnLst/>
              <a:rect l="l" t="t" r="r" b="b"/>
              <a:pathLst>
                <a:path w="659" h="1527" extrusionOk="0">
                  <a:moveTo>
                    <a:pt x="659" y="0"/>
                  </a:moveTo>
                  <a:cubicBezTo>
                    <a:pt x="296" y="0"/>
                    <a:pt x="0" y="286"/>
                    <a:pt x="0" y="649"/>
                  </a:cubicBezTo>
                  <a:lnTo>
                    <a:pt x="0" y="1527"/>
                  </a:lnTo>
                  <a:lnTo>
                    <a:pt x="659" y="1527"/>
                  </a:lnTo>
                  <a:lnTo>
                    <a:pt x="659"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63"/>
            <p:cNvSpPr/>
            <p:nvPr/>
          </p:nvSpPr>
          <p:spPr>
            <a:xfrm>
              <a:off x="5846199" y="1817768"/>
              <a:ext cx="11521" cy="39984"/>
            </a:xfrm>
            <a:custGeom>
              <a:avLst/>
              <a:gdLst/>
              <a:ahLst/>
              <a:cxnLst/>
              <a:rect l="l" t="t" r="r" b="b"/>
              <a:pathLst>
                <a:path w="440" h="1527" extrusionOk="0">
                  <a:moveTo>
                    <a:pt x="1" y="0"/>
                  </a:moveTo>
                  <a:lnTo>
                    <a:pt x="1" y="1527"/>
                  </a:lnTo>
                  <a:lnTo>
                    <a:pt x="439" y="1527"/>
                  </a:lnTo>
                  <a:lnTo>
                    <a:pt x="439" y="439"/>
                  </a:lnTo>
                  <a:cubicBezTo>
                    <a:pt x="439" y="191"/>
                    <a:pt x="239" y="0"/>
                    <a:pt x="1"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63"/>
            <p:cNvSpPr/>
            <p:nvPr/>
          </p:nvSpPr>
          <p:spPr>
            <a:xfrm>
              <a:off x="6017815" y="1817768"/>
              <a:ext cx="17256" cy="39984"/>
            </a:xfrm>
            <a:custGeom>
              <a:avLst/>
              <a:gdLst/>
              <a:ahLst/>
              <a:cxnLst/>
              <a:rect l="l" t="t" r="r" b="b"/>
              <a:pathLst>
                <a:path w="659" h="1527" extrusionOk="0">
                  <a:moveTo>
                    <a:pt x="1" y="0"/>
                  </a:moveTo>
                  <a:lnTo>
                    <a:pt x="1" y="1527"/>
                  </a:lnTo>
                  <a:lnTo>
                    <a:pt x="659" y="1527"/>
                  </a:lnTo>
                  <a:lnTo>
                    <a:pt x="659" y="649"/>
                  </a:lnTo>
                  <a:cubicBezTo>
                    <a:pt x="649" y="286"/>
                    <a:pt x="363" y="0"/>
                    <a:pt x="1"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63"/>
            <p:cNvSpPr/>
            <p:nvPr/>
          </p:nvSpPr>
          <p:spPr>
            <a:xfrm>
              <a:off x="6006320" y="1817768"/>
              <a:ext cx="11521" cy="39984"/>
            </a:xfrm>
            <a:custGeom>
              <a:avLst/>
              <a:gdLst/>
              <a:ahLst/>
              <a:cxnLst/>
              <a:rect l="l" t="t" r="r" b="b"/>
              <a:pathLst>
                <a:path w="440" h="1527" extrusionOk="0">
                  <a:moveTo>
                    <a:pt x="440" y="0"/>
                  </a:moveTo>
                  <a:cubicBezTo>
                    <a:pt x="192" y="0"/>
                    <a:pt x="1" y="191"/>
                    <a:pt x="1" y="439"/>
                  </a:cubicBezTo>
                  <a:lnTo>
                    <a:pt x="1" y="1527"/>
                  </a:lnTo>
                  <a:lnTo>
                    <a:pt x="440" y="1527"/>
                  </a:lnTo>
                  <a:lnTo>
                    <a:pt x="440"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1" name="Google Shape;11921;p63"/>
          <p:cNvGrpSpPr/>
          <p:nvPr/>
        </p:nvGrpSpPr>
        <p:grpSpPr>
          <a:xfrm>
            <a:off x="4880665" y="1349424"/>
            <a:ext cx="263316" cy="354754"/>
            <a:chOff x="4896940" y="1502999"/>
            <a:chExt cx="263316" cy="354754"/>
          </a:xfrm>
        </p:grpSpPr>
        <p:sp>
          <p:nvSpPr>
            <p:cNvPr id="11922" name="Google Shape;11922;p63"/>
            <p:cNvSpPr/>
            <p:nvPr/>
          </p:nvSpPr>
          <p:spPr>
            <a:xfrm>
              <a:off x="4904193" y="1594384"/>
              <a:ext cx="113433" cy="103221"/>
            </a:xfrm>
            <a:custGeom>
              <a:avLst/>
              <a:gdLst/>
              <a:ahLst/>
              <a:cxnLst/>
              <a:rect l="l" t="t" r="r" b="b"/>
              <a:pathLst>
                <a:path w="4332" h="3942" extrusionOk="0">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63"/>
            <p:cNvSpPr/>
            <p:nvPr/>
          </p:nvSpPr>
          <p:spPr>
            <a:xfrm>
              <a:off x="5039831" y="1594620"/>
              <a:ext cx="113198" cy="102907"/>
            </a:xfrm>
            <a:custGeom>
              <a:avLst/>
              <a:gdLst/>
              <a:ahLst/>
              <a:cxnLst/>
              <a:rect l="l" t="t" r="r" b="b"/>
              <a:pathLst>
                <a:path w="4323" h="3930" extrusionOk="0">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63"/>
            <p:cNvSpPr/>
            <p:nvPr/>
          </p:nvSpPr>
          <p:spPr>
            <a:xfrm>
              <a:off x="4937160" y="1502999"/>
              <a:ext cx="183138" cy="123200"/>
            </a:xfrm>
            <a:custGeom>
              <a:avLst/>
              <a:gdLst/>
              <a:ahLst/>
              <a:cxnLst/>
              <a:rect l="l" t="t" r="r" b="b"/>
              <a:pathLst>
                <a:path w="6994" h="4705" extrusionOk="0">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63"/>
            <p:cNvSpPr/>
            <p:nvPr/>
          </p:nvSpPr>
          <p:spPr>
            <a:xfrm>
              <a:off x="4896940" y="1680376"/>
              <a:ext cx="263316" cy="177377"/>
            </a:xfrm>
            <a:custGeom>
              <a:avLst/>
              <a:gdLst/>
              <a:ahLst/>
              <a:cxnLst/>
              <a:rect l="l" t="t" r="r" b="b"/>
              <a:pathLst>
                <a:path w="10056" h="6774" extrusionOk="0">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63"/>
            <p:cNvSpPr/>
            <p:nvPr/>
          </p:nvSpPr>
          <p:spPr>
            <a:xfrm>
              <a:off x="4897202" y="1730834"/>
              <a:ext cx="263055" cy="126919"/>
            </a:xfrm>
            <a:custGeom>
              <a:avLst/>
              <a:gdLst/>
              <a:ahLst/>
              <a:cxnLst/>
              <a:rect l="l" t="t" r="r" b="b"/>
              <a:pathLst>
                <a:path w="10046" h="4847" extrusionOk="0">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63"/>
            <p:cNvSpPr/>
            <p:nvPr/>
          </p:nvSpPr>
          <p:spPr>
            <a:xfrm>
              <a:off x="4953395" y="1730834"/>
              <a:ext cx="150407" cy="81697"/>
            </a:xfrm>
            <a:custGeom>
              <a:avLst/>
              <a:gdLst/>
              <a:ahLst/>
              <a:cxnLst/>
              <a:rect l="l" t="t" r="r" b="b"/>
              <a:pathLst>
                <a:path w="5744" h="3120" extrusionOk="0">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63"/>
            <p:cNvSpPr/>
            <p:nvPr/>
          </p:nvSpPr>
          <p:spPr>
            <a:xfrm>
              <a:off x="4994374" y="1691871"/>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63"/>
            <p:cNvSpPr/>
            <p:nvPr/>
          </p:nvSpPr>
          <p:spPr>
            <a:xfrm>
              <a:off x="4936427" y="1559846"/>
              <a:ext cx="184630" cy="149019"/>
            </a:xfrm>
            <a:custGeom>
              <a:avLst/>
              <a:gdLst/>
              <a:ahLst/>
              <a:cxnLst/>
              <a:rect l="l" t="t" r="r" b="b"/>
              <a:pathLst>
                <a:path w="7051" h="5691" extrusionOk="0">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63"/>
            <p:cNvSpPr/>
            <p:nvPr/>
          </p:nvSpPr>
          <p:spPr>
            <a:xfrm>
              <a:off x="4936427" y="1560082"/>
              <a:ext cx="169391" cy="149019"/>
            </a:xfrm>
            <a:custGeom>
              <a:avLst/>
              <a:gdLst/>
              <a:ahLst/>
              <a:cxnLst/>
              <a:rect l="l" t="t" r="r" b="b"/>
              <a:pathLst>
                <a:path w="6469" h="5691" extrusionOk="0">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63"/>
            <p:cNvSpPr/>
            <p:nvPr/>
          </p:nvSpPr>
          <p:spPr>
            <a:xfrm>
              <a:off x="4988614" y="1612295"/>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63"/>
            <p:cNvSpPr/>
            <p:nvPr/>
          </p:nvSpPr>
          <p:spPr>
            <a:xfrm>
              <a:off x="5057323" y="1612295"/>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63"/>
            <p:cNvSpPr/>
            <p:nvPr/>
          </p:nvSpPr>
          <p:spPr>
            <a:xfrm>
              <a:off x="5003382" y="1652174"/>
              <a:ext cx="50694" cy="17282"/>
            </a:xfrm>
            <a:custGeom>
              <a:avLst/>
              <a:gdLst/>
              <a:ahLst/>
              <a:cxnLst/>
              <a:rect l="l" t="t" r="r" b="b"/>
              <a:pathLst>
                <a:path w="1936" h="660" extrusionOk="0">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63"/>
            <p:cNvSpPr/>
            <p:nvPr/>
          </p:nvSpPr>
          <p:spPr>
            <a:xfrm>
              <a:off x="5040093" y="1504255"/>
              <a:ext cx="79943" cy="90469"/>
            </a:xfrm>
            <a:custGeom>
              <a:avLst/>
              <a:gdLst/>
              <a:ahLst/>
              <a:cxnLst/>
              <a:rect l="l" t="t" r="r" b="b"/>
              <a:pathLst>
                <a:path w="3053" h="3455" extrusionOk="0">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63"/>
            <p:cNvSpPr/>
            <p:nvPr/>
          </p:nvSpPr>
          <p:spPr>
            <a:xfrm>
              <a:off x="5020114" y="1789043"/>
              <a:ext cx="17256" cy="57214"/>
            </a:xfrm>
            <a:custGeom>
              <a:avLst/>
              <a:gdLst/>
              <a:ahLst/>
              <a:cxnLst/>
              <a:rect l="l" t="t" r="r" b="b"/>
              <a:pathLst>
                <a:path w="659" h="2185" extrusionOk="0">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63"/>
            <p:cNvSpPr/>
            <p:nvPr/>
          </p:nvSpPr>
          <p:spPr>
            <a:xfrm>
              <a:off x="4899689" y="1767546"/>
              <a:ext cx="48992" cy="90207"/>
            </a:xfrm>
            <a:custGeom>
              <a:avLst/>
              <a:gdLst/>
              <a:ahLst/>
              <a:cxnLst/>
              <a:rect l="l" t="t" r="r" b="b"/>
              <a:pathLst>
                <a:path w="1871" h="3445" extrusionOk="0">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63"/>
            <p:cNvSpPr/>
            <p:nvPr/>
          </p:nvSpPr>
          <p:spPr>
            <a:xfrm>
              <a:off x="5108777" y="1767546"/>
              <a:ext cx="48992" cy="90207"/>
            </a:xfrm>
            <a:custGeom>
              <a:avLst/>
              <a:gdLst/>
              <a:ahLst/>
              <a:cxnLst/>
              <a:rect l="l" t="t" r="r" b="b"/>
              <a:pathLst>
                <a:path w="1871" h="3445" extrusionOk="0">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63"/>
            <p:cNvSpPr/>
            <p:nvPr/>
          </p:nvSpPr>
          <p:spPr>
            <a:xfrm>
              <a:off x="5020114" y="1789043"/>
              <a:ext cx="17256" cy="17989"/>
            </a:xfrm>
            <a:custGeom>
              <a:avLst/>
              <a:gdLst/>
              <a:ahLst/>
              <a:cxnLst/>
              <a:rect l="l" t="t" r="r" b="b"/>
              <a:pathLst>
                <a:path w="659" h="687" extrusionOk="0">
                  <a:moveTo>
                    <a:pt x="0" y="0"/>
                  </a:moveTo>
                  <a:lnTo>
                    <a:pt x="0" y="687"/>
                  </a:lnTo>
                  <a:lnTo>
                    <a:pt x="324" y="611"/>
                  </a:lnTo>
                  <a:lnTo>
                    <a:pt x="658" y="687"/>
                  </a:lnTo>
                  <a:lnTo>
                    <a:pt x="658"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63"/>
            <p:cNvSpPr/>
            <p:nvPr/>
          </p:nvSpPr>
          <p:spPr>
            <a:xfrm>
              <a:off x="4963895" y="1720334"/>
              <a:ext cx="129432" cy="80650"/>
            </a:xfrm>
            <a:custGeom>
              <a:avLst/>
              <a:gdLst/>
              <a:ahLst/>
              <a:cxnLst/>
              <a:rect l="l" t="t" r="r" b="b"/>
              <a:pathLst>
                <a:path w="4943" h="3080" extrusionOk="0">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63"/>
            <p:cNvSpPr/>
            <p:nvPr/>
          </p:nvSpPr>
          <p:spPr>
            <a:xfrm>
              <a:off x="5063058" y="1720334"/>
              <a:ext cx="26" cy="288"/>
            </a:xfrm>
            <a:custGeom>
              <a:avLst/>
              <a:gdLst/>
              <a:ahLst/>
              <a:cxnLst/>
              <a:rect l="l" t="t" r="r" b="b"/>
              <a:pathLst>
                <a:path w="1" h="11" extrusionOk="0">
                  <a:moveTo>
                    <a:pt x="1" y="10"/>
                  </a:moveTo>
                  <a:lnTo>
                    <a:pt x="1" y="10"/>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63"/>
            <p:cNvSpPr/>
            <p:nvPr/>
          </p:nvSpPr>
          <p:spPr>
            <a:xfrm>
              <a:off x="4994374" y="1720334"/>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63"/>
            <p:cNvSpPr/>
            <p:nvPr/>
          </p:nvSpPr>
          <p:spPr>
            <a:xfrm>
              <a:off x="4982879" y="1720334"/>
              <a:ext cx="91464" cy="62975"/>
            </a:xfrm>
            <a:custGeom>
              <a:avLst/>
              <a:gdLst/>
              <a:ahLst/>
              <a:cxnLst/>
              <a:rect l="l" t="t" r="r" b="b"/>
              <a:pathLst>
                <a:path w="3493" h="2405" extrusionOk="0">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3" name="Google Shape;11943;p63"/>
          <p:cNvGrpSpPr/>
          <p:nvPr/>
        </p:nvGrpSpPr>
        <p:grpSpPr>
          <a:xfrm>
            <a:off x="6239117" y="4114507"/>
            <a:ext cx="274550" cy="354728"/>
            <a:chOff x="6255392" y="4268082"/>
            <a:chExt cx="274550" cy="354728"/>
          </a:xfrm>
        </p:grpSpPr>
        <p:sp>
          <p:nvSpPr>
            <p:cNvPr id="11944" name="Google Shape;11944;p63"/>
            <p:cNvSpPr/>
            <p:nvPr/>
          </p:nvSpPr>
          <p:spPr>
            <a:xfrm>
              <a:off x="6286342" y="4268082"/>
              <a:ext cx="213120" cy="206102"/>
            </a:xfrm>
            <a:custGeom>
              <a:avLst/>
              <a:gdLst/>
              <a:ahLst/>
              <a:cxnLst/>
              <a:rect l="l" t="t" r="r" b="b"/>
              <a:pathLst>
                <a:path w="8139" h="7871" extrusionOk="0">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63"/>
            <p:cNvSpPr/>
            <p:nvPr/>
          </p:nvSpPr>
          <p:spPr>
            <a:xfrm>
              <a:off x="6352800" y="4451168"/>
              <a:ext cx="80205" cy="68736"/>
            </a:xfrm>
            <a:custGeom>
              <a:avLst/>
              <a:gdLst/>
              <a:ahLst/>
              <a:cxnLst/>
              <a:rect l="l" t="t" r="r" b="b"/>
              <a:pathLst>
                <a:path w="3063" h="2625" extrusionOk="0">
                  <a:moveTo>
                    <a:pt x="1" y="1"/>
                  </a:moveTo>
                  <a:lnTo>
                    <a:pt x="1" y="2624"/>
                  </a:lnTo>
                  <a:lnTo>
                    <a:pt x="3063" y="2624"/>
                  </a:lnTo>
                  <a:lnTo>
                    <a:pt x="3063"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63"/>
            <p:cNvSpPr/>
            <p:nvPr/>
          </p:nvSpPr>
          <p:spPr>
            <a:xfrm>
              <a:off x="6352800" y="4451168"/>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63"/>
            <p:cNvSpPr/>
            <p:nvPr/>
          </p:nvSpPr>
          <p:spPr>
            <a:xfrm>
              <a:off x="6296842" y="4307464"/>
              <a:ext cx="192381" cy="166458"/>
            </a:xfrm>
            <a:custGeom>
              <a:avLst/>
              <a:gdLst/>
              <a:ahLst/>
              <a:cxnLst/>
              <a:rect l="l" t="t" r="r" b="b"/>
              <a:pathLst>
                <a:path w="7347" h="6357" extrusionOk="0">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63"/>
            <p:cNvSpPr/>
            <p:nvPr/>
          </p:nvSpPr>
          <p:spPr>
            <a:xfrm>
              <a:off x="6296607" y="4320033"/>
              <a:ext cx="107935" cy="154125"/>
            </a:xfrm>
            <a:custGeom>
              <a:avLst/>
              <a:gdLst/>
              <a:ahLst/>
              <a:cxnLst/>
              <a:rect l="l" t="t" r="r" b="b"/>
              <a:pathLst>
                <a:path w="4122" h="5886" extrusionOk="0">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63"/>
            <p:cNvSpPr/>
            <p:nvPr/>
          </p:nvSpPr>
          <p:spPr>
            <a:xfrm>
              <a:off x="6352800" y="4376855"/>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63"/>
            <p:cNvSpPr/>
            <p:nvPr/>
          </p:nvSpPr>
          <p:spPr>
            <a:xfrm>
              <a:off x="6421509" y="4376855"/>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63"/>
            <p:cNvSpPr/>
            <p:nvPr/>
          </p:nvSpPr>
          <p:spPr>
            <a:xfrm>
              <a:off x="6345311" y="4359756"/>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63"/>
            <p:cNvSpPr/>
            <p:nvPr/>
          </p:nvSpPr>
          <p:spPr>
            <a:xfrm>
              <a:off x="6413758" y="4359756"/>
              <a:ext cx="26761" cy="11521"/>
            </a:xfrm>
            <a:custGeom>
              <a:avLst/>
              <a:gdLst/>
              <a:ahLst/>
              <a:cxnLst/>
              <a:rect l="l" t="t" r="r" b="b"/>
              <a:pathLst>
                <a:path w="1022" h="440" extrusionOk="0">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63"/>
            <p:cNvSpPr/>
            <p:nvPr/>
          </p:nvSpPr>
          <p:spPr>
            <a:xfrm>
              <a:off x="6255392" y="4508382"/>
              <a:ext cx="274550" cy="114428"/>
            </a:xfrm>
            <a:custGeom>
              <a:avLst/>
              <a:gdLst/>
              <a:ahLst/>
              <a:cxnLst/>
              <a:rect l="l" t="t" r="r" b="b"/>
              <a:pathLst>
                <a:path w="10485" h="4370" extrusionOk="0">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63"/>
            <p:cNvSpPr/>
            <p:nvPr/>
          </p:nvSpPr>
          <p:spPr>
            <a:xfrm>
              <a:off x="6376785" y="4456667"/>
              <a:ext cx="32260" cy="28751"/>
            </a:xfrm>
            <a:custGeom>
              <a:avLst/>
              <a:gdLst/>
              <a:ahLst/>
              <a:cxnLst/>
              <a:rect l="l" t="t" r="r" b="b"/>
              <a:pathLst>
                <a:path w="1232" h="1098" extrusionOk="0">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63"/>
            <p:cNvSpPr/>
            <p:nvPr/>
          </p:nvSpPr>
          <p:spPr>
            <a:xfrm>
              <a:off x="6370029" y="4422705"/>
              <a:ext cx="45745" cy="16994"/>
            </a:xfrm>
            <a:custGeom>
              <a:avLst/>
              <a:gdLst/>
              <a:ahLst/>
              <a:cxnLst/>
              <a:rect l="l" t="t" r="r" b="b"/>
              <a:pathLst>
                <a:path w="1747" h="649" extrusionOk="0">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63"/>
            <p:cNvSpPr/>
            <p:nvPr/>
          </p:nvSpPr>
          <p:spPr>
            <a:xfrm>
              <a:off x="6352800" y="4416944"/>
              <a:ext cx="79969" cy="28568"/>
            </a:xfrm>
            <a:custGeom>
              <a:avLst/>
              <a:gdLst/>
              <a:ahLst/>
              <a:cxnLst/>
              <a:rect l="l" t="t" r="r" b="b"/>
              <a:pathLst>
                <a:path w="3054" h="1091" extrusionOk="0">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63"/>
            <p:cNvSpPr/>
            <p:nvPr/>
          </p:nvSpPr>
          <p:spPr>
            <a:xfrm>
              <a:off x="6262619" y="4532106"/>
              <a:ext cx="50249" cy="90705"/>
            </a:xfrm>
            <a:custGeom>
              <a:avLst/>
              <a:gdLst/>
              <a:ahLst/>
              <a:cxnLst/>
              <a:rect l="l" t="t" r="r" b="b"/>
              <a:pathLst>
                <a:path w="1919" h="3464" extrusionOk="0">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63"/>
            <p:cNvSpPr/>
            <p:nvPr/>
          </p:nvSpPr>
          <p:spPr>
            <a:xfrm>
              <a:off x="6472963" y="4532106"/>
              <a:ext cx="49987" cy="90705"/>
            </a:xfrm>
            <a:custGeom>
              <a:avLst/>
              <a:gdLst/>
              <a:ahLst/>
              <a:cxnLst/>
              <a:rect l="l" t="t" r="r" b="b"/>
              <a:pathLst>
                <a:path w="1909" h="3464" extrusionOk="0">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63"/>
            <p:cNvSpPr/>
            <p:nvPr/>
          </p:nvSpPr>
          <p:spPr>
            <a:xfrm>
              <a:off x="6387285" y="4548340"/>
              <a:ext cx="11260" cy="11521"/>
            </a:xfrm>
            <a:custGeom>
              <a:avLst/>
              <a:gdLst/>
              <a:ahLst/>
              <a:cxnLst/>
              <a:rect l="l" t="t" r="r" b="b"/>
              <a:pathLst>
                <a:path w="430" h="440" extrusionOk="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63"/>
            <p:cNvSpPr/>
            <p:nvPr/>
          </p:nvSpPr>
          <p:spPr>
            <a:xfrm>
              <a:off x="6387285" y="4588560"/>
              <a:ext cx="11260" cy="11286"/>
            </a:xfrm>
            <a:custGeom>
              <a:avLst/>
              <a:gdLst/>
              <a:ahLst/>
              <a:cxnLst/>
              <a:rect l="l" t="t" r="r" b="b"/>
              <a:pathLst>
                <a:path w="430" h="431" extrusionOk="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63"/>
            <p:cNvSpPr/>
            <p:nvPr/>
          </p:nvSpPr>
          <p:spPr>
            <a:xfrm>
              <a:off x="6318838" y="4508382"/>
              <a:ext cx="148155" cy="48495"/>
            </a:xfrm>
            <a:custGeom>
              <a:avLst/>
              <a:gdLst/>
              <a:ahLst/>
              <a:cxnLst/>
              <a:rect l="l" t="t" r="r" b="b"/>
              <a:pathLst>
                <a:path w="5658" h="1852" extrusionOk="0">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63"/>
            <p:cNvSpPr/>
            <p:nvPr/>
          </p:nvSpPr>
          <p:spPr>
            <a:xfrm>
              <a:off x="6329809" y="4487853"/>
              <a:ext cx="62975" cy="57581"/>
            </a:xfrm>
            <a:custGeom>
              <a:avLst/>
              <a:gdLst/>
              <a:ahLst/>
              <a:cxnLst/>
              <a:rect l="l" t="t" r="r" b="b"/>
              <a:pathLst>
                <a:path w="2405" h="2199" extrusionOk="0">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63"/>
            <p:cNvSpPr/>
            <p:nvPr/>
          </p:nvSpPr>
          <p:spPr>
            <a:xfrm>
              <a:off x="6392784" y="4487853"/>
              <a:ext cx="62975" cy="57581"/>
            </a:xfrm>
            <a:custGeom>
              <a:avLst/>
              <a:gdLst/>
              <a:ahLst/>
              <a:cxnLst/>
              <a:rect l="l" t="t" r="r" b="b"/>
              <a:pathLst>
                <a:path w="2405" h="2199" extrusionOk="0">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4" name="Google Shape;11964;p63"/>
          <p:cNvGrpSpPr/>
          <p:nvPr/>
        </p:nvGrpSpPr>
        <p:grpSpPr>
          <a:xfrm>
            <a:off x="7587801" y="3636500"/>
            <a:ext cx="275807" cy="354859"/>
            <a:chOff x="7604076" y="3790075"/>
            <a:chExt cx="275807" cy="354859"/>
          </a:xfrm>
        </p:grpSpPr>
        <p:sp>
          <p:nvSpPr>
            <p:cNvPr id="11965" name="Google Shape;11965;p63"/>
            <p:cNvSpPr/>
            <p:nvPr/>
          </p:nvSpPr>
          <p:spPr>
            <a:xfrm>
              <a:off x="7623558" y="3790075"/>
              <a:ext cx="237341" cy="113800"/>
            </a:xfrm>
            <a:custGeom>
              <a:avLst/>
              <a:gdLst/>
              <a:ahLst/>
              <a:cxnLst/>
              <a:rect l="l" t="t" r="r" b="b"/>
              <a:pathLst>
                <a:path w="9064" h="4346" extrusionOk="0">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63"/>
            <p:cNvSpPr/>
            <p:nvPr/>
          </p:nvSpPr>
          <p:spPr>
            <a:xfrm>
              <a:off x="7604076" y="4018513"/>
              <a:ext cx="275545" cy="126186"/>
            </a:xfrm>
            <a:custGeom>
              <a:avLst/>
              <a:gdLst/>
              <a:ahLst/>
              <a:cxnLst/>
              <a:rect l="l" t="t" r="r" b="b"/>
              <a:pathLst>
                <a:path w="10523" h="4819" extrusionOk="0">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63"/>
            <p:cNvSpPr/>
            <p:nvPr/>
          </p:nvSpPr>
          <p:spPr>
            <a:xfrm>
              <a:off x="7604312" y="4049987"/>
              <a:ext cx="275571" cy="94711"/>
            </a:xfrm>
            <a:custGeom>
              <a:avLst/>
              <a:gdLst/>
              <a:ahLst/>
              <a:cxnLst/>
              <a:rect l="l" t="t" r="r" b="b"/>
              <a:pathLst>
                <a:path w="10524" h="3617" extrusionOk="0">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63"/>
            <p:cNvSpPr/>
            <p:nvPr/>
          </p:nvSpPr>
          <p:spPr>
            <a:xfrm>
              <a:off x="7726962" y="4096204"/>
              <a:ext cx="30270" cy="48495"/>
            </a:xfrm>
            <a:custGeom>
              <a:avLst/>
              <a:gdLst/>
              <a:ahLst/>
              <a:cxnLst/>
              <a:rect l="l" t="t" r="r" b="b"/>
              <a:pathLst>
                <a:path w="1156" h="1852" extrusionOk="0">
                  <a:moveTo>
                    <a:pt x="936" y="1"/>
                  </a:moveTo>
                  <a:lnTo>
                    <a:pt x="220" y="29"/>
                  </a:lnTo>
                  <a:lnTo>
                    <a:pt x="1" y="1851"/>
                  </a:lnTo>
                  <a:lnTo>
                    <a:pt x="1155" y="1851"/>
                  </a:lnTo>
                  <a:lnTo>
                    <a:pt x="936"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63"/>
            <p:cNvSpPr/>
            <p:nvPr/>
          </p:nvSpPr>
          <p:spPr>
            <a:xfrm>
              <a:off x="7668779" y="4049987"/>
              <a:ext cx="146400" cy="57319"/>
            </a:xfrm>
            <a:custGeom>
              <a:avLst/>
              <a:gdLst/>
              <a:ahLst/>
              <a:cxnLst/>
              <a:rect l="l" t="t" r="r" b="b"/>
              <a:pathLst>
                <a:path w="5591" h="2189" extrusionOk="0">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63"/>
            <p:cNvSpPr/>
            <p:nvPr/>
          </p:nvSpPr>
          <p:spPr>
            <a:xfrm>
              <a:off x="7719238" y="4064494"/>
              <a:ext cx="45981" cy="35245"/>
            </a:xfrm>
            <a:custGeom>
              <a:avLst/>
              <a:gdLst/>
              <a:ahLst/>
              <a:cxnLst/>
              <a:rect l="l" t="t" r="r" b="b"/>
              <a:pathLst>
                <a:path w="1756" h="1346" extrusionOk="0">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63"/>
            <p:cNvSpPr/>
            <p:nvPr/>
          </p:nvSpPr>
          <p:spPr>
            <a:xfrm>
              <a:off x="7701982" y="4018513"/>
              <a:ext cx="80231" cy="23148"/>
            </a:xfrm>
            <a:custGeom>
              <a:avLst/>
              <a:gdLst/>
              <a:ahLst/>
              <a:cxnLst/>
              <a:rect l="l" t="t" r="r" b="b"/>
              <a:pathLst>
                <a:path w="3064" h="884" extrusionOk="0">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63"/>
            <p:cNvSpPr/>
            <p:nvPr/>
          </p:nvSpPr>
          <p:spPr>
            <a:xfrm>
              <a:off x="7645527" y="3875124"/>
              <a:ext cx="188139" cy="154675"/>
            </a:xfrm>
            <a:custGeom>
              <a:avLst/>
              <a:gdLst/>
              <a:ahLst/>
              <a:cxnLst/>
              <a:rect l="l" t="t" r="r" b="b"/>
              <a:pathLst>
                <a:path w="7185" h="5907" extrusionOk="0">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63"/>
            <p:cNvSpPr/>
            <p:nvPr/>
          </p:nvSpPr>
          <p:spPr>
            <a:xfrm>
              <a:off x="7701982" y="3933412"/>
              <a:ext cx="11521" cy="16942"/>
            </a:xfrm>
            <a:custGeom>
              <a:avLst/>
              <a:gdLst/>
              <a:ahLst/>
              <a:cxnLst/>
              <a:rect l="l" t="t" r="r" b="b"/>
              <a:pathLst>
                <a:path w="440" h="647" extrusionOk="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63"/>
            <p:cNvSpPr/>
            <p:nvPr/>
          </p:nvSpPr>
          <p:spPr>
            <a:xfrm>
              <a:off x="7770691"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63"/>
            <p:cNvSpPr/>
            <p:nvPr/>
          </p:nvSpPr>
          <p:spPr>
            <a:xfrm>
              <a:off x="7648276" y="3875124"/>
              <a:ext cx="168396" cy="154884"/>
            </a:xfrm>
            <a:custGeom>
              <a:avLst/>
              <a:gdLst/>
              <a:ahLst/>
              <a:cxnLst/>
              <a:rect l="l" t="t" r="r" b="b"/>
              <a:pathLst>
                <a:path w="6431" h="5915" extrusionOk="0">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63"/>
            <p:cNvSpPr/>
            <p:nvPr/>
          </p:nvSpPr>
          <p:spPr>
            <a:xfrm>
              <a:off x="7656027" y="3892380"/>
              <a:ext cx="23017" cy="42970"/>
            </a:xfrm>
            <a:custGeom>
              <a:avLst/>
              <a:gdLst/>
              <a:ahLst/>
              <a:cxnLst/>
              <a:rect l="l" t="t" r="r" b="b"/>
              <a:pathLst>
                <a:path w="879" h="1641" extrusionOk="0">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63"/>
            <p:cNvSpPr/>
            <p:nvPr/>
          </p:nvSpPr>
          <p:spPr>
            <a:xfrm>
              <a:off x="7805151" y="3892380"/>
              <a:ext cx="23017" cy="42970"/>
            </a:xfrm>
            <a:custGeom>
              <a:avLst/>
              <a:gdLst/>
              <a:ahLst/>
              <a:cxnLst/>
              <a:rect l="l" t="t" r="r" b="b"/>
              <a:pathLst>
                <a:path w="879" h="1641" extrusionOk="0">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63"/>
            <p:cNvSpPr/>
            <p:nvPr/>
          </p:nvSpPr>
          <p:spPr>
            <a:xfrm>
              <a:off x="7679515" y="4038073"/>
              <a:ext cx="62477" cy="57659"/>
            </a:xfrm>
            <a:custGeom>
              <a:avLst/>
              <a:gdLst/>
              <a:ahLst/>
              <a:cxnLst/>
              <a:rect l="l" t="t" r="r" b="b"/>
              <a:pathLst>
                <a:path w="2386" h="2202" extrusionOk="0">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63"/>
            <p:cNvSpPr/>
            <p:nvPr/>
          </p:nvSpPr>
          <p:spPr>
            <a:xfrm>
              <a:off x="7741966" y="4037942"/>
              <a:ext cx="62477" cy="57843"/>
            </a:xfrm>
            <a:custGeom>
              <a:avLst/>
              <a:gdLst/>
              <a:ahLst/>
              <a:cxnLst/>
              <a:rect l="l" t="t" r="r" b="b"/>
              <a:pathLst>
                <a:path w="2386" h="2209" extrusionOk="0">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63"/>
            <p:cNvSpPr/>
            <p:nvPr/>
          </p:nvSpPr>
          <p:spPr>
            <a:xfrm>
              <a:off x="7722694" y="3978528"/>
              <a:ext cx="38806" cy="11312"/>
            </a:xfrm>
            <a:custGeom>
              <a:avLst/>
              <a:gdLst/>
              <a:ahLst/>
              <a:cxnLst/>
              <a:rect l="l" t="t" r="r" b="b"/>
              <a:pathLst>
                <a:path w="1482" h="432" extrusionOk="0">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63"/>
            <p:cNvSpPr/>
            <p:nvPr/>
          </p:nvSpPr>
          <p:spPr>
            <a:xfrm>
              <a:off x="7656027" y="3892380"/>
              <a:ext cx="172140" cy="28751"/>
            </a:xfrm>
            <a:custGeom>
              <a:avLst/>
              <a:gdLst/>
              <a:ahLst/>
              <a:cxnLst/>
              <a:rect l="l" t="t" r="r" b="b"/>
              <a:pathLst>
                <a:path w="6574" h="1098" extrusionOk="0">
                  <a:moveTo>
                    <a:pt x="1" y="0"/>
                  </a:moveTo>
                  <a:cubicBezTo>
                    <a:pt x="1" y="611"/>
                    <a:pt x="1470" y="1097"/>
                    <a:pt x="3282" y="1097"/>
                  </a:cubicBezTo>
                  <a:cubicBezTo>
                    <a:pt x="5104" y="1097"/>
                    <a:pt x="6574" y="611"/>
                    <a:pt x="657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63"/>
            <p:cNvSpPr/>
            <p:nvPr/>
          </p:nvSpPr>
          <p:spPr>
            <a:xfrm>
              <a:off x="7656027" y="3857894"/>
              <a:ext cx="172140" cy="34512"/>
            </a:xfrm>
            <a:custGeom>
              <a:avLst/>
              <a:gdLst/>
              <a:ahLst/>
              <a:cxnLst/>
              <a:rect l="l" t="t" r="r" b="b"/>
              <a:pathLst>
                <a:path w="6574" h="1318" extrusionOk="0">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63"/>
            <p:cNvSpPr/>
            <p:nvPr/>
          </p:nvSpPr>
          <p:spPr>
            <a:xfrm>
              <a:off x="7724972" y="3823670"/>
              <a:ext cx="34250" cy="39984"/>
            </a:xfrm>
            <a:custGeom>
              <a:avLst/>
              <a:gdLst/>
              <a:ahLst/>
              <a:cxnLst/>
              <a:rect l="l" t="t" r="r" b="b"/>
              <a:pathLst>
                <a:path w="1308" h="1527" extrusionOk="0">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63"/>
            <p:cNvSpPr/>
            <p:nvPr/>
          </p:nvSpPr>
          <p:spPr>
            <a:xfrm>
              <a:off x="7724763"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63"/>
            <p:cNvSpPr/>
            <p:nvPr/>
          </p:nvSpPr>
          <p:spPr>
            <a:xfrm>
              <a:off x="7609811" y="4080729"/>
              <a:ext cx="51977" cy="64206"/>
            </a:xfrm>
            <a:custGeom>
              <a:avLst/>
              <a:gdLst/>
              <a:ahLst/>
              <a:cxnLst/>
              <a:rect l="l" t="t" r="r" b="b"/>
              <a:pathLst>
                <a:path w="1985" h="2452" extrusionOk="0">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63"/>
            <p:cNvSpPr/>
            <p:nvPr/>
          </p:nvSpPr>
          <p:spPr>
            <a:xfrm>
              <a:off x="7822407" y="4080729"/>
              <a:ext cx="51977" cy="64206"/>
            </a:xfrm>
            <a:custGeom>
              <a:avLst/>
              <a:gdLst/>
              <a:ahLst/>
              <a:cxnLst/>
              <a:rect l="l" t="t" r="r" b="b"/>
              <a:pathLst>
                <a:path w="1985" h="2452" extrusionOk="0">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7" name="Google Shape;11987;p63"/>
          <p:cNvGrpSpPr/>
          <p:nvPr/>
        </p:nvGrpSpPr>
        <p:grpSpPr>
          <a:xfrm>
            <a:off x="7138152" y="3636631"/>
            <a:ext cx="274550" cy="354493"/>
            <a:chOff x="7154427" y="3790206"/>
            <a:chExt cx="274550" cy="354493"/>
          </a:xfrm>
        </p:grpSpPr>
        <p:sp>
          <p:nvSpPr>
            <p:cNvPr id="11988" name="Google Shape;11988;p63"/>
            <p:cNvSpPr/>
            <p:nvPr/>
          </p:nvSpPr>
          <p:spPr>
            <a:xfrm>
              <a:off x="7154427" y="3978790"/>
              <a:ext cx="274550" cy="165908"/>
            </a:xfrm>
            <a:custGeom>
              <a:avLst/>
              <a:gdLst/>
              <a:ahLst/>
              <a:cxnLst/>
              <a:rect l="l" t="t" r="r" b="b"/>
              <a:pathLst>
                <a:path w="10485" h="6336" extrusionOk="0">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63"/>
            <p:cNvSpPr/>
            <p:nvPr/>
          </p:nvSpPr>
          <p:spPr>
            <a:xfrm>
              <a:off x="7154427" y="4035743"/>
              <a:ext cx="274550" cy="108956"/>
            </a:xfrm>
            <a:custGeom>
              <a:avLst/>
              <a:gdLst/>
              <a:ahLst/>
              <a:cxnLst/>
              <a:rect l="l" t="t" r="r" b="b"/>
              <a:pathLst>
                <a:path w="10485" h="4161" extrusionOk="0">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63"/>
            <p:cNvSpPr/>
            <p:nvPr/>
          </p:nvSpPr>
          <p:spPr>
            <a:xfrm>
              <a:off x="7251600" y="3978790"/>
              <a:ext cx="79969" cy="22964"/>
            </a:xfrm>
            <a:custGeom>
              <a:avLst/>
              <a:gdLst/>
              <a:ahLst/>
              <a:cxnLst/>
              <a:rect l="l" t="t" r="r" b="b"/>
              <a:pathLst>
                <a:path w="3054" h="877" extrusionOk="0">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63"/>
            <p:cNvSpPr/>
            <p:nvPr/>
          </p:nvSpPr>
          <p:spPr>
            <a:xfrm>
              <a:off x="7195145" y="3835925"/>
              <a:ext cx="192381" cy="154387"/>
            </a:xfrm>
            <a:custGeom>
              <a:avLst/>
              <a:gdLst/>
              <a:ahLst/>
              <a:cxnLst/>
              <a:rect l="l" t="t" r="r" b="b"/>
              <a:pathLst>
                <a:path w="7347" h="5896" extrusionOk="0">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63"/>
            <p:cNvSpPr/>
            <p:nvPr/>
          </p:nvSpPr>
          <p:spPr>
            <a:xfrm>
              <a:off x="7195145" y="3835925"/>
              <a:ext cx="107935" cy="154387"/>
            </a:xfrm>
            <a:custGeom>
              <a:avLst/>
              <a:gdLst/>
              <a:ahLst/>
              <a:cxnLst/>
              <a:rect l="l" t="t" r="r" b="b"/>
              <a:pathLst>
                <a:path w="4122" h="5896" extrusionOk="0">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63"/>
            <p:cNvSpPr/>
            <p:nvPr/>
          </p:nvSpPr>
          <p:spPr>
            <a:xfrm>
              <a:off x="7205619" y="3790206"/>
              <a:ext cx="171905" cy="91438"/>
            </a:xfrm>
            <a:custGeom>
              <a:avLst/>
              <a:gdLst/>
              <a:ahLst/>
              <a:cxnLst/>
              <a:rect l="l" t="t" r="r" b="b"/>
              <a:pathLst>
                <a:path w="6565" h="3492" extrusionOk="0">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63"/>
            <p:cNvSpPr/>
            <p:nvPr/>
          </p:nvSpPr>
          <p:spPr>
            <a:xfrm>
              <a:off x="7245839" y="3790206"/>
              <a:ext cx="91464" cy="91438"/>
            </a:xfrm>
            <a:custGeom>
              <a:avLst/>
              <a:gdLst/>
              <a:ahLst/>
              <a:cxnLst/>
              <a:rect l="l" t="t" r="r" b="b"/>
              <a:pathLst>
                <a:path w="3493" h="3492" extrusionOk="0">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63"/>
            <p:cNvSpPr/>
            <p:nvPr/>
          </p:nvSpPr>
          <p:spPr>
            <a:xfrm>
              <a:off x="7274328" y="3875883"/>
              <a:ext cx="34486" cy="34486"/>
            </a:xfrm>
            <a:custGeom>
              <a:avLst/>
              <a:gdLst/>
              <a:ahLst/>
              <a:cxnLst/>
              <a:rect l="l" t="t" r="r" b="b"/>
              <a:pathLst>
                <a:path w="1317" h="1317" extrusionOk="0">
                  <a:moveTo>
                    <a:pt x="0" y="0"/>
                  </a:moveTo>
                  <a:lnTo>
                    <a:pt x="0" y="1317"/>
                  </a:lnTo>
                  <a:lnTo>
                    <a:pt x="1317" y="1317"/>
                  </a:lnTo>
                  <a:lnTo>
                    <a:pt x="1317"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63"/>
            <p:cNvSpPr/>
            <p:nvPr/>
          </p:nvSpPr>
          <p:spPr>
            <a:xfrm>
              <a:off x="7266106" y="3933019"/>
              <a:ext cx="50747" cy="17334"/>
            </a:xfrm>
            <a:custGeom>
              <a:avLst/>
              <a:gdLst/>
              <a:ahLst/>
              <a:cxnLst/>
              <a:rect l="l" t="t" r="r" b="b"/>
              <a:pathLst>
                <a:path w="1938" h="662" extrusionOk="0">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63"/>
            <p:cNvSpPr/>
            <p:nvPr/>
          </p:nvSpPr>
          <p:spPr>
            <a:xfrm>
              <a:off x="7205619" y="3875883"/>
              <a:ext cx="74470" cy="49804"/>
            </a:xfrm>
            <a:custGeom>
              <a:avLst/>
              <a:gdLst/>
              <a:ahLst/>
              <a:cxnLst/>
              <a:rect l="l" t="t" r="r" b="b"/>
              <a:pathLst>
                <a:path w="2844" h="1902" extrusionOk="0">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63"/>
            <p:cNvSpPr/>
            <p:nvPr/>
          </p:nvSpPr>
          <p:spPr>
            <a:xfrm>
              <a:off x="7303053" y="3875883"/>
              <a:ext cx="74208" cy="49699"/>
            </a:xfrm>
            <a:custGeom>
              <a:avLst/>
              <a:gdLst/>
              <a:ahLst/>
              <a:cxnLst/>
              <a:rect l="l" t="t" r="r" b="b"/>
              <a:pathLst>
                <a:path w="2834" h="1898" extrusionOk="0">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63"/>
            <p:cNvSpPr/>
            <p:nvPr/>
          </p:nvSpPr>
          <p:spPr>
            <a:xfrm>
              <a:off x="7254349"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63"/>
            <p:cNvSpPr/>
            <p:nvPr/>
          </p:nvSpPr>
          <p:spPr>
            <a:xfrm>
              <a:off x="7317298"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63"/>
            <p:cNvSpPr/>
            <p:nvPr/>
          </p:nvSpPr>
          <p:spPr>
            <a:xfrm>
              <a:off x="7257099" y="4058890"/>
              <a:ext cx="63158" cy="85808"/>
            </a:xfrm>
            <a:custGeom>
              <a:avLst/>
              <a:gdLst/>
              <a:ahLst/>
              <a:cxnLst/>
              <a:rect l="l" t="t" r="r" b="b"/>
              <a:pathLst>
                <a:path w="2412" h="3277" extrusionOk="0">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63"/>
            <p:cNvSpPr/>
            <p:nvPr/>
          </p:nvSpPr>
          <p:spPr>
            <a:xfrm>
              <a:off x="7267232" y="3835873"/>
              <a:ext cx="49594" cy="23043"/>
            </a:xfrm>
            <a:custGeom>
              <a:avLst/>
              <a:gdLst/>
              <a:ahLst/>
              <a:cxnLst/>
              <a:rect l="l" t="t" r="r" b="b"/>
              <a:pathLst>
                <a:path w="1894" h="880" extrusionOk="0">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63"/>
            <p:cNvSpPr/>
            <p:nvPr/>
          </p:nvSpPr>
          <p:spPr>
            <a:xfrm>
              <a:off x="7285824" y="381880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63"/>
            <p:cNvSpPr/>
            <p:nvPr/>
          </p:nvSpPr>
          <p:spPr>
            <a:xfrm>
              <a:off x="7371501" y="4046505"/>
              <a:ext cx="51742" cy="98194"/>
            </a:xfrm>
            <a:custGeom>
              <a:avLst/>
              <a:gdLst/>
              <a:ahLst/>
              <a:cxnLst/>
              <a:rect l="l" t="t" r="r" b="b"/>
              <a:pathLst>
                <a:path w="1976" h="3750" extrusionOk="0">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63"/>
            <p:cNvSpPr/>
            <p:nvPr/>
          </p:nvSpPr>
          <p:spPr>
            <a:xfrm>
              <a:off x="7159664" y="4046505"/>
              <a:ext cx="51742" cy="98194"/>
            </a:xfrm>
            <a:custGeom>
              <a:avLst/>
              <a:gdLst/>
              <a:ahLst/>
              <a:cxnLst/>
              <a:rect l="l" t="t" r="r" b="b"/>
              <a:pathLst>
                <a:path w="1976" h="3750" extrusionOk="0">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63"/>
            <p:cNvSpPr/>
            <p:nvPr/>
          </p:nvSpPr>
          <p:spPr>
            <a:xfrm>
              <a:off x="7274328" y="4070490"/>
              <a:ext cx="34486" cy="34224"/>
            </a:xfrm>
            <a:custGeom>
              <a:avLst/>
              <a:gdLst/>
              <a:ahLst/>
              <a:cxnLst/>
              <a:rect l="l" t="t" r="r" b="b"/>
              <a:pathLst>
                <a:path w="1317" h="1307" extrusionOk="0">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63"/>
            <p:cNvSpPr/>
            <p:nvPr/>
          </p:nvSpPr>
          <p:spPr>
            <a:xfrm>
              <a:off x="7270820" y="4071983"/>
              <a:ext cx="36502" cy="32757"/>
            </a:xfrm>
            <a:custGeom>
              <a:avLst/>
              <a:gdLst/>
              <a:ahLst/>
              <a:cxnLst/>
              <a:rect l="l" t="t" r="r" b="b"/>
              <a:pathLst>
                <a:path w="1394" h="1251" extrusionOk="0">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8" name="Google Shape;12008;p63"/>
          <p:cNvGrpSpPr/>
          <p:nvPr/>
        </p:nvGrpSpPr>
        <p:grpSpPr>
          <a:xfrm>
            <a:off x="8038183" y="1819575"/>
            <a:ext cx="274576" cy="354728"/>
            <a:chOff x="8054458" y="1973150"/>
            <a:chExt cx="274576" cy="354728"/>
          </a:xfrm>
        </p:grpSpPr>
        <p:sp>
          <p:nvSpPr>
            <p:cNvPr id="12009" name="Google Shape;12009;p63"/>
            <p:cNvSpPr/>
            <p:nvPr/>
          </p:nvSpPr>
          <p:spPr>
            <a:xfrm>
              <a:off x="8054458" y="2150501"/>
              <a:ext cx="274576" cy="177377"/>
            </a:xfrm>
            <a:custGeom>
              <a:avLst/>
              <a:gdLst/>
              <a:ahLst/>
              <a:cxnLst/>
              <a:rect l="l" t="t" r="r" b="b"/>
              <a:pathLst>
                <a:path w="10486" h="6774" extrusionOk="0">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63"/>
            <p:cNvSpPr/>
            <p:nvPr/>
          </p:nvSpPr>
          <p:spPr>
            <a:xfrm>
              <a:off x="8088944" y="2150501"/>
              <a:ext cx="205866" cy="124431"/>
            </a:xfrm>
            <a:custGeom>
              <a:avLst/>
              <a:gdLst/>
              <a:ahLst/>
              <a:cxnLst/>
              <a:rect l="l" t="t" r="r" b="b"/>
              <a:pathLst>
                <a:path w="7862" h="4752" extrusionOk="0">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63"/>
            <p:cNvSpPr/>
            <p:nvPr/>
          </p:nvSpPr>
          <p:spPr>
            <a:xfrm>
              <a:off x="8157391" y="2246417"/>
              <a:ext cx="11521" cy="81462"/>
            </a:xfrm>
            <a:custGeom>
              <a:avLst/>
              <a:gdLst/>
              <a:ahLst/>
              <a:cxnLst/>
              <a:rect l="l" t="t" r="r" b="b"/>
              <a:pathLst>
                <a:path w="440" h="3111" extrusionOk="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63"/>
            <p:cNvSpPr/>
            <p:nvPr/>
          </p:nvSpPr>
          <p:spPr>
            <a:xfrm>
              <a:off x="8214579" y="2246417"/>
              <a:ext cx="11521" cy="81462"/>
            </a:xfrm>
            <a:custGeom>
              <a:avLst/>
              <a:gdLst/>
              <a:ahLst/>
              <a:cxnLst/>
              <a:rect l="l" t="t" r="r" b="b"/>
              <a:pathLst>
                <a:path w="440" h="3111" extrusionOk="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63"/>
            <p:cNvSpPr/>
            <p:nvPr/>
          </p:nvSpPr>
          <p:spPr>
            <a:xfrm>
              <a:off x="8094443" y="2160478"/>
              <a:ext cx="194607" cy="103195"/>
            </a:xfrm>
            <a:custGeom>
              <a:avLst/>
              <a:gdLst/>
              <a:ahLst/>
              <a:cxnLst/>
              <a:rect l="l" t="t" r="r" b="b"/>
              <a:pathLst>
                <a:path w="7432" h="3941" extrusionOk="0">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63"/>
            <p:cNvSpPr/>
            <p:nvPr/>
          </p:nvSpPr>
          <p:spPr>
            <a:xfrm>
              <a:off x="8112746" y="2177734"/>
              <a:ext cx="158000" cy="65227"/>
            </a:xfrm>
            <a:custGeom>
              <a:avLst/>
              <a:gdLst/>
              <a:ahLst/>
              <a:cxnLst/>
              <a:rect l="l" t="t" r="r" b="b"/>
              <a:pathLst>
                <a:path w="6034" h="2491" extrusionOk="0">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63"/>
            <p:cNvSpPr/>
            <p:nvPr/>
          </p:nvSpPr>
          <p:spPr>
            <a:xfrm>
              <a:off x="8137910" y="2156236"/>
              <a:ext cx="107935" cy="86725"/>
            </a:xfrm>
            <a:custGeom>
              <a:avLst/>
              <a:gdLst/>
              <a:ahLst/>
              <a:cxnLst/>
              <a:rect l="l" t="t" r="r" b="b"/>
              <a:pathLst>
                <a:path w="4122" h="3312" extrusionOk="0">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63"/>
            <p:cNvSpPr/>
            <p:nvPr/>
          </p:nvSpPr>
          <p:spPr>
            <a:xfrm>
              <a:off x="8151631" y="2156236"/>
              <a:ext cx="80231" cy="28646"/>
            </a:xfrm>
            <a:custGeom>
              <a:avLst/>
              <a:gdLst/>
              <a:ahLst/>
              <a:cxnLst/>
              <a:rect l="l" t="t" r="r" b="b"/>
              <a:pathLst>
                <a:path w="3064" h="1094" extrusionOk="0">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63"/>
            <p:cNvSpPr/>
            <p:nvPr/>
          </p:nvSpPr>
          <p:spPr>
            <a:xfrm>
              <a:off x="8094678" y="1973150"/>
              <a:ext cx="194136" cy="200368"/>
            </a:xfrm>
            <a:custGeom>
              <a:avLst/>
              <a:gdLst/>
              <a:ahLst/>
              <a:cxnLst/>
              <a:rect l="l" t="t" r="r" b="b"/>
              <a:pathLst>
                <a:path w="7414" h="7652" extrusionOk="0">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63"/>
            <p:cNvSpPr/>
            <p:nvPr/>
          </p:nvSpPr>
          <p:spPr>
            <a:xfrm>
              <a:off x="8099182" y="2003970"/>
              <a:ext cx="109427" cy="169548"/>
            </a:xfrm>
            <a:custGeom>
              <a:avLst/>
              <a:gdLst/>
              <a:ahLst/>
              <a:cxnLst/>
              <a:rect l="l" t="t" r="r" b="b"/>
              <a:pathLst>
                <a:path w="4179" h="6475" extrusionOk="0">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63"/>
            <p:cNvSpPr/>
            <p:nvPr/>
          </p:nvSpPr>
          <p:spPr>
            <a:xfrm>
              <a:off x="8157889" y="2116277"/>
              <a:ext cx="67714" cy="66588"/>
            </a:xfrm>
            <a:custGeom>
              <a:avLst/>
              <a:gdLst/>
              <a:ahLst/>
              <a:cxnLst/>
              <a:rect l="l" t="t" r="r" b="b"/>
              <a:pathLst>
                <a:path w="2586" h="2543" extrusionOk="0">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63"/>
            <p:cNvSpPr/>
            <p:nvPr/>
          </p:nvSpPr>
          <p:spPr>
            <a:xfrm>
              <a:off x="8157889" y="2116016"/>
              <a:ext cx="41739" cy="66667"/>
            </a:xfrm>
            <a:custGeom>
              <a:avLst/>
              <a:gdLst/>
              <a:ahLst/>
              <a:cxnLst/>
              <a:rect l="l" t="t" r="r" b="b"/>
              <a:pathLst>
                <a:path w="1594" h="2546" extrusionOk="0">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63"/>
            <p:cNvSpPr/>
            <p:nvPr/>
          </p:nvSpPr>
          <p:spPr>
            <a:xfrm>
              <a:off x="8172317" y="2128034"/>
              <a:ext cx="37366" cy="16758"/>
            </a:xfrm>
            <a:custGeom>
              <a:avLst/>
              <a:gdLst/>
              <a:ahLst/>
              <a:cxnLst/>
              <a:rect l="l" t="t" r="r" b="b"/>
              <a:pathLst>
                <a:path w="1427" h="640" extrusionOk="0">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63"/>
            <p:cNvSpPr/>
            <p:nvPr/>
          </p:nvSpPr>
          <p:spPr>
            <a:xfrm>
              <a:off x="8144142" y="2047568"/>
              <a:ext cx="32496" cy="11521"/>
            </a:xfrm>
            <a:custGeom>
              <a:avLst/>
              <a:gdLst/>
              <a:ahLst/>
              <a:cxnLst/>
              <a:rect l="l" t="t" r="r" b="b"/>
              <a:pathLst>
                <a:path w="1241" h="440" extrusionOk="0">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63"/>
            <p:cNvSpPr/>
            <p:nvPr/>
          </p:nvSpPr>
          <p:spPr>
            <a:xfrm>
              <a:off x="8207091" y="2047568"/>
              <a:ext cx="32260" cy="11521"/>
            </a:xfrm>
            <a:custGeom>
              <a:avLst/>
              <a:gdLst/>
              <a:ahLst/>
              <a:cxnLst/>
              <a:rect l="l" t="t" r="r" b="b"/>
              <a:pathLst>
                <a:path w="1232" h="440" extrusionOk="0">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63"/>
            <p:cNvSpPr/>
            <p:nvPr/>
          </p:nvSpPr>
          <p:spPr>
            <a:xfrm>
              <a:off x="8104183" y="2070558"/>
              <a:ext cx="43729" cy="11260"/>
            </a:xfrm>
            <a:custGeom>
              <a:avLst/>
              <a:gdLst/>
              <a:ahLst/>
              <a:cxnLst/>
              <a:rect l="l" t="t" r="r" b="b"/>
              <a:pathLst>
                <a:path w="1670" h="430" extrusionOk="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63"/>
            <p:cNvSpPr/>
            <p:nvPr/>
          </p:nvSpPr>
          <p:spPr>
            <a:xfrm>
              <a:off x="8235580" y="2070558"/>
              <a:ext cx="43729" cy="11260"/>
            </a:xfrm>
            <a:custGeom>
              <a:avLst/>
              <a:gdLst/>
              <a:ahLst/>
              <a:cxnLst/>
              <a:rect l="l" t="t" r="r" b="b"/>
              <a:pathLst>
                <a:path w="1670" h="430" extrusionOk="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63"/>
            <p:cNvSpPr/>
            <p:nvPr/>
          </p:nvSpPr>
          <p:spPr>
            <a:xfrm>
              <a:off x="8174621" y="2070558"/>
              <a:ext cx="34486" cy="22833"/>
            </a:xfrm>
            <a:custGeom>
              <a:avLst/>
              <a:gdLst/>
              <a:ahLst/>
              <a:cxnLst/>
              <a:rect l="l" t="t" r="r" b="b"/>
              <a:pathLst>
                <a:path w="1317" h="872" extrusionOk="0">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63"/>
            <p:cNvSpPr/>
            <p:nvPr/>
          </p:nvSpPr>
          <p:spPr>
            <a:xfrm>
              <a:off x="8134663" y="2064824"/>
              <a:ext cx="51480" cy="39984"/>
            </a:xfrm>
            <a:custGeom>
              <a:avLst/>
              <a:gdLst/>
              <a:ahLst/>
              <a:cxnLst/>
              <a:rect l="l" t="t" r="r" b="b"/>
              <a:pathLst>
                <a:path w="1966" h="1527" extrusionOk="0">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63"/>
            <p:cNvSpPr/>
            <p:nvPr/>
          </p:nvSpPr>
          <p:spPr>
            <a:xfrm>
              <a:off x="8197612" y="2064824"/>
              <a:ext cx="51218" cy="39984"/>
            </a:xfrm>
            <a:custGeom>
              <a:avLst/>
              <a:gdLst/>
              <a:ahLst/>
              <a:cxnLst/>
              <a:rect l="l" t="t" r="r" b="b"/>
              <a:pathLst>
                <a:path w="1956" h="1527" extrusionOk="0">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63"/>
            <p:cNvSpPr/>
            <p:nvPr/>
          </p:nvSpPr>
          <p:spPr>
            <a:xfrm>
              <a:off x="8154642" y="2076319"/>
              <a:ext cx="11521" cy="11312"/>
            </a:xfrm>
            <a:custGeom>
              <a:avLst/>
              <a:gdLst/>
              <a:ahLst/>
              <a:cxnLst/>
              <a:rect l="l" t="t" r="r" b="b"/>
              <a:pathLst>
                <a:path w="440" h="432" extrusionOk="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63"/>
            <p:cNvSpPr/>
            <p:nvPr/>
          </p:nvSpPr>
          <p:spPr>
            <a:xfrm>
              <a:off x="8217591" y="2076319"/>
              <a:ext cx="11521" cy="11312"/>
            </a:xfrm>
            <a:custGeom>
              <a:avLst/>
              <a:gdLst/>
              <a:ahLst/>
              <a:cxnLst/>
              <a:rect l="l" t="t" r="r" b="b"/>
              <a:pathLst>
                <a:path w="440" h="432" extrusionOk="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1" name="Google Shape;12031;p63"/>
          <p:cNvGrpSpPr/>
          <p:nvPr/>
        </p:nvGrpSpPr>
        <p:grpSpPr>
          <a:xfrm>
            <a:off x="7137655" y="1819575"/>
            <a:ext cx="274812" cy="354728"/>
            <a:chOff x="7153930" y="1973150"/>
            <a:chExt cx="274812" cy="354728"/>
          </a:xfrm>
        </p:grpSpPr>
        <p:sp>
          <p:nvSpPr>
            <p:cNvPr id="12032" name="Google Shape;12032;p63"/>
            <p:cNvSpPr/>
            <p:nvPr/>
          </p:nvSpPr>
          <p:spPr>
            <a:xfrm>
              <a:off x="7153930" y="2212691"/>
              <a:ext cx="274812" cy="115188"/>
            </a:xfrm>
            <a:custGeom>
              <a:avLst/>
              <a:gdLst/>
              <a:ahLst/>
              <a:cxnLst/>
              <a:rect l="l" t="t" r="r" b="b"/>
              <a:pathLst>
                <a:path w="10495" h="4399" extrusionOk="0">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63"/>
            <p:cNvSpPr/>
            <p:nvPr/>
          </p:nvSpPr>
          <p:spPr>
            <a:xfrm>
              <a:off x="7184409" y="2116277"/>
              <a:ext cx="213591" cy="211601"/>
            </a:xfrm>
            <a:custGeom>
              <a:avLst/>
              <a:gdLst/>
              <a:ahLst/>
              <a:cxnLst/>
              <a:rect l="l" t="t" r="r" b="b"/>
              <a:pathLst>
                <a:path w="8157" h="8081" extrusionOk="0">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63"/>
            <p:cNvSpPr/>
            <p:nvPr/>
          </p:nvSpPr>
          <p:spPr>
            <a:xfrm>
              <a:off x="7185640" y="2116277"/>
              <a:ext cx="211365" cy="145458"/>
            </a:xfrm>
            <a:custGeom>
              <a:avLst/>
              <a:gdLst/>
              <a:ahLst/>
              <a:cxnLst/>
              <a:rect l="l" t="t" r="r" b="b"/>
              <a:pathLst>
                <a:path w="8072" h="5555" extrusionOk="0">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63"/>
            <p:cNvSpPr/>
            <p:nvPr/>
          </p:nvSpPr>
          <p:spPr>
            <a:xfrm>
              <a:off x="7244608" y="2167731"/>
              <a:ext cx="93454" cy="94004"/>
            </a:xfrm>
            <a:custGeom>
              <a:avLst/>
              <a:gdLst/>
              <a:ahLst/>
              <a:cxnLst/>
              <a:rect l="l" t="t" r="r" b="b"/>
              <a:pathLst>
                <a:path w="3569" h="3590" extrusionOk="0">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63"/>
            <p:cNvSpPr/>
            <p:nvPr/>
          </p:nvSpPr>
          <p:spPr>
            <a:xfrm>
              <a:off x="7157177" y="2238430"/>
              <a:ext cx="48233" cy="89448"/>
            </a:xfrm>
            <a:custGeom>
              <a:avLst/>
              <a:gdLst/>
              <a:ahLst/>
              <a:cxnLst/>
              <a:rect l="l" t="t" r="r" b="b"/>
              <a:pathLst>
                <a:path w="1842" h="3416" extrusionOk="0">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63"/>
            <p:cNvSpPr/>
            <p:nvPr/>
          </p:nvSpPr>
          <p:spPr>
            <a:xfrm>
              <a:off x="7377000" y="2238430"/>
              <a:ext cx="48495" cy="89448"/>
            </a:xfrm>
            <a:custGeom>
              <a:avLst/>
              <a:gdLst/>
              <a:ahLst/>
              <a:cxnLst/>
              <a:rect l="l" t="t" r="r" b="b"/>
              <a:pathLst>
                <a:path w="1852" h="3416" extrusionOk="0">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63"/>
            <p:cNvSpPr/>
            <p:nvPr/>
          </p:nvSpPr>
          <p:spPr>
            <a:xfrm>
              <a:off x="7251338" y="2167731"/>
              <a:ext cx="79969" cy="22886"/>
            </a:xfrm>
            <a:custGeom>
              <a:avLst/>
              <a:gdLst/>
              <a:ahLst/>
              <a:cxnLst/>
              <a:rect l="l" t="t" r="r" b="b"/>
              <a:pathLst>
                <a:path w="3054" h="874" extrusionOk="0">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63"/>
            <p:cNvSpPr/>
            <p:nvPr/>
          </p:nvSpPr>
          <p:spPr>
            <a:xfrm>
              <a:off x="7195145" y="2013109"/>
              <a:ext cx="192381" cy="165882"/>
            </a:xfrm>
            <a:custGeom>
              <a:avLst/>
              <a:gdLst/>
              <a:ahLst/>
              <a:cxnLst/>
              <a:rect l="l" t="t" r="r" b="b"/>
              <a:pathLst>
                <a:path w="7347" h="6335" extrusionOk="0">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63"/>
            <p:cNvSpPr/>
            <p:nvPr/>
          </p:nvSpPr>
          <p:spPr>
            <a:xfrm>
              <a:off x="7274067" y="2122012"/>
              <a:ext cx="34512" cy="17020"/>
            </a:xfrm>
            <a:custGeom>
              <a:avLst/>
              <a:gdLst/>
              <a:ahLst/>
              <a:cxnLst/>
              <a:rect l="l" t="t" r="r" b="b"/>
              <a:pathLst>
                <a:path w="1318" h="650" extrusionOk="0">
                  <a:moveTo>
                    <a:pt x="1" y="1"/>
                  </a:moveTo>
                  <a:cubicBezTo>
                    <a:pt x="1" y="363"/>
                    <a:pt x="297" y="650"/>
                    <a:pt x="659" y="650"/>
                  </a:cubicBezTo>
                  <a:cubicBezTo>
                    <a:pt x="1022" y="650"/>
                    <a:pt x="1317" y="363"/>
                    <a:pt x="1317"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63"/>
            <p:cNvSpPr/>
            <p:nvPr/>
          </p:nvSpPr>
          <p:spPr>
            <a:xfrm>
              <a:off x="7197633" y="2013344"/>
              <a:ext cx="145170" cy="165882"/>
            </a:xfrm>
            <a:custGeom>
              <a:avLst/>
              <a:gdLst/>
              <a:ahLst/>
              <a:cxnLst/>
              <a:rect l="l" t="t" r="r" b="b"/>
              <a:pathLst>
                <a:path w="5544" h="6335" extrusionOk="0">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63"/>
            <p:cNvSpPr/>
            <p:nvPr/>
          </p:nvSpPr>
          <p:spPr>
            <a:xfrm>
              <a:off x="7251338" y="2081923"/>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63"/>
            <p:cNvSpPr/>
            <p:nvPr/>
          </p:nvSpPr>
          <p:spPr>
            <a:xfrm>
              <a:off x="7319786" y="2081923"/>
              <a:ext cx="11521" cy="17151"/>
            </a:xfrm>
            <a:custGeom>
              <a:avLst/>
              <a:gdLst/>
              <a:ahLst/>
              <a:cxnLst/>
              <a:rect l="l" t="t" r="r" b="b"/>
              <a:pathLst>
                <a:path w="440" h="655" extrusionOk="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63"/>
            <p:cNvSpPr/>
            <p:nvPr/>
          </p:nvSpPr>
          <p:spPr>
            <a:xfrm>
              <a:off x="7242671" y="2064641"/>
              <a:ext cx="33674" cy="17439"/>
            </a:xfrm>
            <a:custGeom>
              <a:avLst/>
              <a:gdLst/>
              <a:ahLst/>
              <a:cxnLst/>
              <a:rect l="l" t="t" r="r" b="b"/>
              <a:pathLst>
                <a:path w="1286" h="666" extrusionOk="0">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63"/>
            <p:cNvSpPr/>
            <p:nvPr/>
          </p:nvSpPr>
          <p:spPr>
            <a:xfrm>
              <a:off x="7306143" y="2064745"/>
              <a:ext cx="33255" cy="17099"/>
            </a:xfrm>
            <a:custGeom>
              <a:avLst/>
              <a:gdLst/>
              <a:ahLst/>
              <a:cxnLst/>
              <a:rect l="l" t="t" r="r" b="b"/>
              <a:pathLst>
                <a:path w="1270" h="653" extrusionOk="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63"/>
            <p:cNvSpPr/>
            <p:nvPr/>
          </p:nvSpPr>
          <p:spPr>
            <a:xfrm>
              <a:off x="7205383" y="1973150"/>
              <a:ext cx="171643" cy="111679"/>
            </a:xfrm>
            <a:custGeom>
              <a:avLst/>
              <a:gdLst/>
              <a:ahLst/>
              <a:cxnLst/>
              <a:rect l="l" t="t" r="r" b="b"/>
              <a:pathLst>
                <a:path w="6555" h="4265" extrusionOk="0">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63"/>
            <p:cNvSpPr/>
            <p:nvPr/>
          </p:nvSpPr>
          <p:spPr>
            <a:xfrm>
              <a:off x="7297057" y="2120284"/>
              <a:ext cx="23017" cy="21236"/>
            </a:xfrm>
            <a:custGeom>
              <a:avLst/>
              <a:gdLst/>
              <a:ahLst/>
              <a:cxnLst/>
              <a:rect l="l" t="t" r="r" b="b"/>
              <a:pathLst>
                <a:path w="879" h="811" extrusionOk="0">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63"/>
            <p:cNvSpPr/>
            <p:nvPr/>
          </p:nvSpPr>
          <p:spPr>
            <a:xfrm>
              <a:off x="7262598" y="2120284"/>
              <a:ext cx="22990" cy="21236"/>
            </a:xfrm>
            <a:custGeom>
              <a:avLst/>
              <a:gdLst/>
              <a:ahLst/>
              <a:cxnLst/>
              <a:rect l="l" t="t" r="r" b="b"/>
              <a:pathLst>
                <a:path w="878" h="811" extrusionOk="0">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63"/>
            <p:cNvSpPr/>
            <p:nvPr/>
          </p:nvSpPr>
          <p:spPr>
            <a:xfrm>
              <a:off x="7248877" y="2112350"/>
              <a:ext cx="84918" cy="15449"/>
            </a:xfrm>
            <a:custGeom>
              <a:avLst/>
              <a:gdLst/>
              <a:ahLst/>
              <a:cxnLst/>
              <a:rect l="l" t="t" r="r" b="b"/>
              <a:pathLst>
                <a:path w="3243" h="590" extrusionOk="0">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63"/>
            <p:cNvSpPr/>
            <p:nvPr/>
          </p:nvSpPr>
          <p:spPr>
            <a:xfrm>
              <a:off x="7285562" y="2257912"/>
              <a:ext cx="11521" cy="69966"/>
            </a:xfrm>
            <a:custGeom>
              <a:avLst/>
              <a:gdLst/>
              <a:ahLst/>
              <a:cxnLst/>
              <a:rect l="l" t="t" r="r" b="b"/>
              <a:pathLst>
                <a:path w="440" h="2672" extrusionOk="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1" name="Google Shape;12051;p63"/>
          <p:cNvGrpSpPr/>
          <p:nvPr/>
        </p:nvGrpSpPr>
        <p:grpSpPr>
          <a:xfrm>
            <a:off x="6687247" y="1819523"/>
            <a:ext cx="274812" cy="354781"/>
            <a:chOff x="6703522" y="1973098"/>
            <a:chExt cx="274812" cy="354781"/>
          </a:xfrm>
        </p:grpSpPr>
        <p:sp>
          <p:nvSpPr>
            <p:cNvPr id="12052" name="Google Shape;12052;p63"/>
            <p:cNvSpPr/>
            <p:nvPr/>
          </p:nvSpPr>
          <p:spPr>
            <a:xfrm>
              <a:off x="6761233" y="1973150"/>
              <a:ext cx="160147" cy="57214"/>
            </a:xfrm>
            <a:custGeom>
              <a:avLst/>
              <a:gdLst/>
              <a:ahLst/>
              <a:cxnLst/>
              <a:rect l="l" t="t" r="r" b="b"/>
              <a:pathLst>
                <a:path w="6116" h="2185" extrusionOk="0">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63"/>
            <p:cNvSpPr/>
            <p:nvPr/>
          </p:nvSpPr>
          <p:spPr>
            <a:xfrm>
              <a:off x="6724758" y="2116277"/>
              <a:ext cx="232601" cy="112177"/>
            </a:xfrm>
            <a:custGeom>
              <a:avLst/>
              <a:gdLst/>
              <a:ahLst/>
              <a:cxnLst/>
              <a:rect l="l" t="t" r="r" b="b"/>
              <a:pathLst>
                <a:path w="8883" h="4284" extrusionOk="0">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63"/>
            <p:cNvSpPr/>
            <p:nvPr/>
          </p:nvSpPr>
          <p:spPr>
            <a:xfrm>
              <a:off x="6703522" y="2201955"/>
              <a:ext cx="274812" cy="125924"/>
            </a:xfrm>
            <a:custGeom>
              <a:avLst/>
              <a:gdLst/>
              <a:ahLst/>
              <a:cxnLst/>
              <a:rect l="l" t="t" r="r" b="b"/>
              <a:pathLst>
                <a:path w="10495" h="4809" extrusionOk="0">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63"/>
            <p:cNvSpPr/>
            <p:nvPr/>
          </p:nvSpPr>
          <p:spPr>
            <a:xfrm>
              <a:off x="6769717" y="2201955"/>
              <a:ext cx="142918" cy="68736"/>
            </a:xfrm>
            <a:custGeom>
              <a:avLst/>
              <a:gdLst/>
              <a:ahLst/>
              <a:cxnLst/>
              <a:rect l="l" t="t" r="r" b="b"/>
              <a:pathLst>
                <a:path w="5458" h="2625" extrusionOk="0">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63"/>
            <p:cNvSpPr/>
            <p:nvPr/>
          </p:nvSpPr>
          <p:spPr>
            <a:xfrm>
              <a:off x="6755237" y="2212455"/>
              <a:ext cx="28751" cy="115423"/>
            </a:xfrm>
            <a:custGeom>
              <a:avLst/>
              <a:gdLst/>
              <a:ahLst/>
              <a:cxnLst/>
              <a:rect l="l" t="t" r="r" b="b"/>
              <a:pathLst>
                <a:path w="1098" h="4408" extrusionOk="0">
                  <a:moveTo>
                    <a:pt x="1098" y="0"/>
                  </a:moveTo>
                  <a:lnTo>
                    <a:pt x="0" y="325"/>
                  </a:lnTo>
                  <a:lnTo>
                    <a:pt x="0" y="4408"/>
                  </a:lnTo>
                  <a:lnTo>
                    <a:pt x="1098" y="4408"/>
                  </a:lnTo>
                  <a:lnTo>
                    <a:pt x="1098"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63"/>
            <p:cNvSpPr/>
            <p:nvPr/>
          </p:nvSpPr>
          <p:spPr>
            <a:xfrm>
              <a:off x="6898364" y="2212455"/>
              <a:ext cx="28515" cy="115423"/>
            </a:xfrm>
            <a:custGeom>
              <a:avLst/>
              <a:gdLst/>
              <a:ahLst/>
              <a:cxnLst/>
              <a:rect l="l" t="t" r="r" b="b"/>
              <a:pathLst>
                <a:path w="1089" h="4408" extrusionOk="0">
                  <a:moveTo>
                    <a:pt x="1" y="0"/>
                  </a:moveTo>
                  <a:lnTo>
                    <a:pt x="1" y="4408"/>
                  </a:lnTo>
                  <a:lnTo>
                    <a:pt x="1088" y="4408"/>
                  </a:lnTo>
                  <a:lnTo>
                    <a:pt x="1088" y="325"/>
                  </a:lnTo>
                  <a:lnTo>
                    <a:pt x="1"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63"/>
            <p:cNvSpPr/>
            <p:nvPr/>
          </p:nvSpPr>
          <p:spPr>
            <a:xfrm>
              <a:off x="6744737" y="2053329"/>
              <a:ext cx="192643" cy="137157"/>
            </a:xfrm>
            <a:custGeom>
              <a:avLst/>
              <a:gdLst/>
              <a:ahLst/>
              <a:cxnLst/>
              <a:rect l="l" t="t" r="r" b="b"/>
              <a:pathLst>
                <a:path w="7357" h="5238" extrusionOk="0">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63"/>
            <p:cNvSpPr/>
            <p:nvPr/>
          </p:nvSpPr>
          <p:spPr>
            <a:xfrm>
              <a:off x="6748743" y="2053329"/>
              <a:ext cx="166641" cy="116419"/>
            </a:xfrm>
            <a:custGeom>
              <a:avLst/>
              <a:gdLst/>
              <a:ahLst/>
              <a:cxnLst/>
              <a:rect l="l" t="t" r="r" b="b"/>
              <a:pathLst>
                <a:path w="6364" h="4446" extrusionOk="0">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63"/>
            <p:cNvSpPr/>
            <p:nvPr/>
          </p:nvSpPr>
          <p:spPr>
            <a:xfrm>
              <a:off x="6801192" y="2093418"/>
              <a:ext cx="11286" cy="17125"/>
            </a:xfrm>
            <a:custGeom>
              <a:avLst/>
              <a:gdLst/>
              <a:ahLst/>
              <a:cxnLst/>
              <a:rect l="l" t="t" r="r" b="b"/>
              <a:pathLst>
                <a:path w="431" h="654" extrusionOk="0">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63"/>
            <p:cNvSpPr/>
            <p:nvPr/>
          </p:nvSpPr>
          <p:spPr>
            <a:xfrm>
              <a:off x="6869901"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63"/>
            <p:cNvSpPr/>
            <p:nvPr/>
          </p:nvSpPr>
          <p:spPr>
            <a:xfrm>
              <a:off x="6792970" y="2076057"/>
              <a:ext cx="27887" cy="14768"/>
            </a:xfrm>
            <a:custGeom>
              <a:avLst/>
              <a:gdLst/>
              <a:ahLst/>
              <a:cxnLst/>
              <a:rect l="l" t="t" r="r" b="b"/>
              <a:pathLst>
                <a:path w="1065" h="564" extrusionOk="0">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63"/>
            <p:cNvSpPr/>
            <p:nvPr/>
          </p:nvSpPr>
          <p:spPr>
            <a:xfrm>
              <a:off x="6861496" y="2076057"/>
              <a:ext cx="27651" cy="14768"/>
            </a:xfrm>
            <a:custGeom>
              <a:avLst/>
              <a:gdLst/>
              <a:ahLst/>
              <a:cxnLst/>
              <a:rect l="l" t="t" r="r" b="b"/>
              <a:pathLst>
                <a:path w="1056" h="564" extrusionOk="0">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63"/>
            <p:cNvSpPr/>
            <p:nvPr/>
          </p:nvSpPr>
          <p:spPr>
            <a:xfrm>
              <a:off x="6755237" y="2064824"/>
              <a:ext cx="23017" cy="31501"/>
            </a:xfrm>
            <a:custGeom>
              <a:avLst/>
              <a:gdLst/>
              <a:ahLst/>
              <a:cxnLst/>
              <a:rect l="l" t="t" r="r" b="b"/>
              <a:pathLst>
                <a:path w="879" h="1203" extrusionOk="0">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63"/>
            <p:cNvSpPr/>
            <p:nvPr/>
          </p:nvSpPr>
          <p:spPr>
            <a:xfrm>
              <a:off x="6903863" y="2064824"/>
              <a:ext cx="23017" cy="31501"/>
            </a:xfrm>
            <a:custGeom>
              <a:avLst/>
              <a:gdLst/>
              <a:ahLst/>
              <a:cxnLst/>
              <a:rect l="l" t="t" r="r" b="b"/>
              <a:pathLst>
                <a:path w="879" h="1203" extrusionOk="0">
                  <a:moveTo>
                    <a:pt x="1" y="0"/>
                  </a:moveTo>
                  <a:lnTo>
                    <a:pt x="1" y="706"/>
                  </a:lnTo>
                  <a:cubicBezTo>
                    <a:pt x="1" y="926"/>
                    <a:pt x="163" y="1107"/>
                    <a:pt x="392" y="1135"/>
                  </a:cubicBezTo>
                  <a:lnTo>
                    <a:pt x="878" y="1202"/>
                  </a:ln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63"/>
            <p:cNvSpPr/>
            <p:nvPr/>
          </p:nvSpPr>
          <p:spPr>
            <a:xfrm>
              <a:off x="6898364" y="2212455"/>
              <a:ext cx="14271" cy="31239"/>
            </a:xfrm>
            <a:custGeom>
              <a:avLst/>
              <a:gdLst/>
              <a:ahLst/>
              <a:cxnLst/>
              <a:rect l="l" t="t" r="r" b="b"/>
              <a:pathLst>
                <a:path w="545" h="1193" extrusionOk="0">
                  <a:moveTo>
                    <a:pt x="1" y="0"/>
                  </a:moveTo>
                  <a:lnTo>
                    <a:pt x="1" y="1193"/>
                  </a:lnTo>
                  <a:cubicBezTo>
                    <a:pt x="249" y="887"/>
                    <a:pt x="430" y="534"/>
                    <a:pt x="545" y="162"/>
                  </a:cubicBezTo>
                  <a:lnTo>
                    <a:pt x="1"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63"/>
            <p:cNvSpPr/>
            <p:nvPr/>
          </p:nvSpPr>
          <p:spPr>
            <a:xfrm>
              <a:off x="6769717" y="2212193"/>
              <a:ext cx="14271" cy="31501"/>
            </a:xfrm>
            <a:custGeom>
              <a:avLst/>
              <a:gdLst/>
              <a:ahLst/>
              <a:cxnLst/>
              <a:rect l="l" t="t" r="r" b="b"/>
              <a:pathLst>
                <a:path w="545" h="1203" extrusionOk="0">
                  <a:moveTo>
                    <a:pt x="545" y="1"/>
                  </a:moveTo>
                  <a:lnTo>
                    <a:pt x="1" y="163"/>
                  </a:lnTo>
                  <a:cubicBezTo>
                    <a:pt x="106" y="544"/>
                    <a:pt x="287" y="897"/>
                    <a:pt x="545" y="1203"/>
                  </a:cubicBezTo>
                  <a:lnTo>
                    <a:pt x="545"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63"/>
            <p:cNvSpPr/>
            <p:nvPr/>
          </p:nvSpPr>
          <p:spPr>
            <a:xfrm>
              <a:off x="6777966" y="2127773"/>
              <a:ext cx="126186" cy="131423"/>
            </a:xfrm>
            <a:custGeom>
              <a:avLst/>
              <a:gdLst/>
              <a:ahLst/>
              <a:cxnLst/>
              <a:rect l="l" t="t" r="r" b="b"/>
              <a:pathLst>
                <a:path w="4819" h="5019" extrusionOk="0">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63"/>
            <p:cNvSpPr/>
            <p:nvPr/>
          </p:nvSpPr>
          <p:spPr>
            <a:xfrm>
              <a:off x="6815908" y="2144688"/>
              <a:ext cx="50537" cy="17334"/>
            </a:xfrm>
            <a:custGeom>
              <a:avLst/>
              <a:gdLst/>
              <a:ahLst/>
              <a:cxnLst/>
              <a:rect l="l" t="t" r="r" b="b"/>
              <a:pathLst>
                <a:path w="1930" h="662" extrusionOk="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63"/>
            <p:cNvSpPr/>
            <p:nvPr/>
          </p:nvSpPr>
          <p:spPr>
            <a:xfrm>
              <a:off x="6778044" y="2127773"/>
              <a:ext cx="100131" cy="131658"/>
            </a:xfrm>
            <a:custGeom>
              <a:avLst/>
              <a:gdLst/>
              <a:ahLst/>
              <a:cxnLst/>
              <a:rect l="l" t="t" r="r" b="b"/>
              <a:pathLst>
                <a:path w="3824" h="5028" extrusionOk="0">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63"/>
            <p:cNvSpPr/>
            <p:nvPr/>
          </p:nvSpPr>
          <p:spPr>
            <a:xfrm>
              <a:off x="6749503" y="2030338"/>
              <a:ext cx="183112" cy="34512"/>
            </a:xfrm>
            <a:custGeom>
              <a:avLst/>
              <a:gdLst/>
              <a:ahLst/>
              <a:cxnLst/>
              <a:rect l="l" t="t" r="r" b="b"/>
              <a:pathLst>
                <a:path w="6993" h="1318" extrusionOk="0">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63"/>
            <p:cNvSpPr/>
            <p:nvPr/>
          </p:nvSpPr>
          <p:spPr>
            <a:xfrm>
              <a:off x="6810697" y="1973098"/>
              <a:ext cx="106678" cy="45771"/>
            </a:xfrm>
            <a:custGeom>
              <a:avLst/>
              <a:gdLst/>
              <a:ahLst/>
              <a:cxnLst/>
              <a:rect l="l" t="t" r="r" b="b"/>
              <a:pathLst>
                <a:path w="4074" h="1748" extrusionOk="0">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63"/>
            <p:cNvSpPr/>
            <p:nvPr/>
          </p:nvSpPr>
          <p:spPr>
            <a:xfrm>
              <a:off x="6738243" y="2276399"/>
              <a:ext cx="17020" cy="51480"/>
            </a:xfrm>
            <a:custGeom>
              <a:avLst/>
              <a:gdLst/>
              <a:ahLst/>
              <a:cxnLst/>
              <a:rect l="l" t="t" r="r" b="b"/>
              <a:pathLst>
                <a:path w="650" h="1966" extrusionOk="0">
                  <a:moveTo>
                    <a:pt x="649" y="0"/>
                  </a:moveTo>
                  <a:cubicBezTo>
                    <a:pt x="287" y="0"/>
                    <a:pt x="1" y="287"/>
                    <a:pt x="1" y="649"/>
                  </a:cubicBezTo>
                  <a:lnTo>
                    <a:pt x="1" y="1966"/>
                  </a:lnTo>
                  <a:lnTo>
                    <a:pt x="649" y="1966"/>
                  </a:lnTo>
                  <a:lnTo>
                    <a:pt x="64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63"/>
            <p:cNvSpPr/>
            <p:nvPr/>
          </p:nvSpPr>
          <p:spPr>
            <a:xfrm>
              <a:off x="6755237" y="2276399"/>
              <a:ext cx="11521" cy="51480"/>
            </a:xfrm>
            <a:custGeom>
              <a:avLst/>
              <a:gdLst/>
              <a:ahLst/>
              <a:cxnLst/>
              <a:rect l="l" t="t" r="r" b="b"/>
              <a:pathLst>
                <a:path w="440" h="1966" extrusionOk="0">
                  <a:moveTo>
                    <a:pt x="0" y="0"/>
                  </a:moveTo>
                  <a:lnTo>
                    <a:pt x="0" y="1966"/>
                  </a:lnTo>
                  <a:lnTo>
                    <a:pt x="439" y="1966"/>
                  </a:lnTo>
                  <a:lnTo>
                    <a:pt x="439" y="439"/>
                  </a:lnTo>
                  <a:cubicBezTo>
                    <a:pt x="439" y="191"/>
                    <a:pt x="239" y="0"/>
                    <a:pt x="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63"/>
            <p:cNvSpPr/>
            <p:nvPr/>
          </p:nvSpPr>
          <p:spPr>
            <a:xfrm>
              <a:off x="6926854" y="2276399"/>
              <a:ext cx="17256" cy="51480"/>
            </a:xfrm>
            <a:custGeom>
              <a:avLst/>
              <a:gdLst/>
              <a:ahLst/>
              <a:cxnLst/>
              <a:rect l="l" t="t" r="r" b="b"/>
              <a:pathLst>
                <a:path w="659" h="1966" extrusionOk="0">
                  <a:moveTo>
                    <a:pt x="0" y="0"/>
                  </a:moveTo>
                  <a:lnTo>
                    <a:pt x="0" y="1966"/>
                  </a:lnTo>
                  <a:lnTo>
                    <a:pt x="659" y="1966"/>
                  </a:lnTo>
                  <a:lnTo>
                    <a:pt x="659" y="649"/>
                  </a:lnTo>
                  <a:cubicBezTo>
                    <a:pt x="649" y="287"/>
                    <a:pt x="363"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63"/>
            <p:cNvSpPr/>
            <p:nvPr/>
          </p:nvSpPr>
          <p:spPr>
            <a:xfrm>
              <a:off x="6915358" y="2276399"/>
              <a:ext cx="11521" cy="51480"/>
            </a:xfrm>
            <a:custGeom>
              <a:avLst/>
              <a:gdLst/>
              <a:ahLst/>
              <a:cxnLst/>
              <a:rect l="l" t="t" r="r" b="b"/>
              <a:pathLst>
                <a:path w="440" h="1966" extrusionOk="0">
                  <a:moveTo>
                    <a:pt x="439" y="0"/>
                  </a:moveTo>
                  <a:cubicBezTo>
                    <a:pt x="201" y="0"/>
                    <a:pt x="1" y="191"/>
                    <a:pt x="1" y="439"/>
                  </a:cubicBezTo>
                  <a:lnTo>
                    <a:pt x="1" y="1966"/>
                  </a:lnTo>
                  <a:lnTo>
                    <a:pt x="439" y="1966"/>
                  </a:lnTo>
                  <a:lnTo>
                    <a:pt x="439"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7" name="Google Shape;12077;p63"/>
          <p:cNvGrpSpPr/>
          <p:nvPr/>
        </p:nvGrpSpPr>
        <p:grpSpPr>
          <a:xfrm>
            <a:off x="6237100" y="1819575"/>
            <a:ext cx="274812" cy="354728"/>
            <a:chOff x="6253375" y="1973150"/>
            <a:chExt cx="274812" cy="354728"/>
          </a:xfrm>
        </p:grpSpPr>
        <p:sp>
          <p:nvSpPr>
            <p:cNvPr id="12078" name="Google Shape;12078;p63"/>
            <p:cNvSpPr/>
            <p:nvPr/>
          </p:nvSpPr>
          <p:spPr>
            <a:xfrm>
              <a:off x="6253637" y="2173492"/>
              <a:ext cx="274550" cy="154387"/>
            </a:xfrm>
            <a:custGeom>
              <a:avLst/>
              <a:gdLst/>
              <a:ahLst/>
              <a:cxnLst/>
              <a:rect l="l" t="t" r="r" b="b"/>
              <a:pathLst>
                <a:path w="10485" h="5896" extrusionOk="0">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63"/>
            <p:cNvSpPr/>
            <p:nvPr/>
          </p:nvSpPr>
          <p:spPr>
            <a:xfrm>
              <a:off x="6253375" y="2210439"/>
              <a:ext cx="274812" cy="117440"/>
            </a:xfrm>
            <a:custGeom>
              <a:avLst/>
              <a:gdLst/>
              <a:ahLst/>
              <a:cxnLst/>
              <a:rect l="l" t="t" r="r" b="b"/>
              <a:pathLst>
                <a:path w="10495" h="4485" extrusionOk="0">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63"/>
            <p:cNvSpPr/>
            <p:nvPr/>
          </p:nvSpPr>
          <p:spPr>
            <a:xfrm>
              <a:off x="6315591" y="2210439"/>
              <a:ext cx="150407" cy="49542"/>
            </a:xfrm>
            <a:custGeom>
              <a:avLst/>
              <a:gdLst/>
              <a:ahLst/>
              <a:cxnLst/>
              <a:rect l="l" t="t" r="r" b="b"/>
              <a:pathLst>
                <a:path w="5744" h="1892" extrusionOk="0">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63"/>
            <p:cNvSpPr/>
            <p:nvPr/>
          </p:nvSpPr>
          <p:spPr>
            <a:xfrm>
              <a:off x="6350810" y="2173492"/>
              <a:ext cx="79969" cy="22860"/>
            </a:xfrm>
            <a:custGeom>
              <a:avLst/>
              <a:gdLst/>
              <a:ahLst/>
              <a:cxnLst/>
              <a:rect l="l" t="t" r="r" b="b"/>
              <a:pathLst>
                <a:path w="3054" h="873" extrusionOk="0">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63"/>
            <p:cNvSpPr/>
            <p:nvPr/>
          </p:nvSpPr>
          <p:spPr>
            <a:xfrm>
              <a:off x="6294355" y="2059063"/>
              <a:ext cx="192617" cy="125688"/>
            </a:xfrm>
            <a:custGeom>
              <a:avLst/>
              <a:gdLst/>
              <a:ahLst/>
              <a:cxnLst/>
              <a:rect l="l" t="t" r="r" b="b"/>
              <a:pathLst>
                <a:path w="7356" h="4800" extrusionOk="0">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63"/>
            <p:cNvSpPr/>
            <p:nvPr/>
          </p:nvSpPr>
          <p:spPr>
            <a:xfrm>
              <a:off x="6297340" y="2059063"/>
              <a:ext cx="144908" cy="125897"/>
            </a:xfrm>
            <a:custGeom>
              <a:avLst/>
              <a:gdLst/>
              <a:ahLst/>
              <a:cxnLst/>
              <a:rect l="l" t="t" r="r" b="b"/>
              <a:pathLst>
                <a:path w="5534" h="4808" extrusionOk="0">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63"/>
            <p:cNvSpPr/>
            <p:nvPr/>
          </p:nvSpPr>
          <p:spPr>
            <a:xfrm>
              <a:off x="6316822" y="2116775"/>
              <a:ext cx="147919" cy="67976"/>
            </a:xfrm>
            <a:custGeom>
              <a:avLst/>
              <a:gdLst/>
              <a:ahLst/>
              <a:cxnLst/>
              <a:rect l="l" t="t" r="r" b="b"/>
              <a:pathLst>
                <a:path w="5649" h="2596" extrusionOk="0">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63"/>
            <p:cNvSpPr/>
            <p:nvPr/>
          </p:nvSpPr>
          <p:spPr>
            <a:xfrm>
              <a:off x="6305091" y="2059063"/>
              <a:ext cx="22755" cy="28515"/>
            </a:xfrm>
            <a:custGeom>
              <a:avLst/>
              <a:gdLst/>
              <a:ahLst/>
              <a:cxnLst/>
              <a:rect l="l" t="t" r="r" b="b"/>
              <a:pathLst>
                <a:path w="869" h="1089" extrusionOk="0">
                  <a:moveTo>
                    <a:pt x="0" y="1"/>
                  </a:moveTo>
                  <a:lnTo>
                    <a:pt x="0" y="1088"/>
                  </a:lnTo>
                  <a:lnTo>
                    <a:pt x="869" y="1088"/>
                  </a:lnTo>
                  <a:lnTo>
                    <a:pt x="869"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63"/>
            <p:cNvSpPr/>
            <p:nvPr/>
          </p:nvSpPr>
          <p:spPr>
            <a:xfrm>
              <a:off x="6453717" y="2059063"/>
              <a:ext cx="23017" cy="28515"/>
            </a:xfrm>
            <a:custGeom>
              <a:avLst/>
              <a:gdLst/>
              <a:ahLst/>
              <a:cxnLst/>
              <a:rect l="l" t="t" r="r" b="b"/>
              <a:pathLst>
                <a:path w="879" h="1089" extrusionOk="0">
                  <a:moveTo>
                    <a:pt x="1" y="1"/>
                  </a:moveTo>
                  <a:lnTo>
                    <a:pt x="1" y="1088"/>
                  </a:lnTo>
                  <a:lnTo>
                    <a:pt x="878" y="1088"/>
                  </a:lnTo>
                  <a:lnTo>
                    <a:pt x="878"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63"/>
            <p:cNvSpPr/>
            <p:nvPr/>
          </p:nvSpPr>
          <p:spPr>
            <a:xfrm>
              <a:off x="6328579" y="2198525"/>
              <a:ext cx="62216" cy="50197"/>
            </a:xfrm>
            <a:custGeom>
              <a:avLst/>
              <a:gdLst/>
              <a:ahLst/>
              <a:cxnLst/>
              <a:rect l="l" t="t" r="r" b="b"/>
              <a:pathLst>
                <a:path w="2376" h="1917" extrusionOk="0">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63"/>
            <p:cNvSpPr/>
            <p:nvPr/>
          </p:nvSpPr>
          <p:spPr>
            <a:xfrm>
              <a:off x="6390768" y="2198525"/>
              <a:ext cx="62477" cy="50197"/>
            </a:xfrm>
            <a:custGeom>
              <a:avLst/>
              <a:gdLst/>
              <a:ahLst/>
              <a:cxnLst/>
              <a:rect l="l" t="t" r="r" b="b"/>
              <a:pathLst>
                <a:path w="2386" h="1917" extrusionOk="0">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63"/>
            <p:cNvSpPr/>
            <p:nvPr/>
          </p:nvSpPr>
          <p:spPr>
            <a:xfrm>
              <a:off x="6353559"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63"/>
            <p:cNvSpPr/>
            <p:nvPr/>
          </p:nvSpPr>
          <p:spPr>
            <a:xfrm>
              <a:off x="6416508"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63"/>
            <p:cNvSpPr/>
            <p:nvPr/>
          </p:nvSpPr>
          <p:spPr>
            <a:xfrm>
              <a:off x="6373669" y="2081792"/>
              <a:ext cx="34355" cy="23017"/>
            </a:xfrm>
            <a:custGeom>
              <a:avLst/>
              <a:gdLst/>
              <a:ahLst/>
              <a:cxnLst/>
              <a:rect l="l" t="t" r="r" b="b"/>
              <a:pathLst>
                <a:path w="1312" h="879" extrusionOk="0">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63"/>
            <p:cNvSpPr/>
            <p:nvPr/>
          </p:nvSpPr>
          <p:spPr>
            <a:xfrm>
              <a:off x="6305091" y="1973150"/>
              <a:ext cx="171643" cy="85939"/>
            </a:xfrm>
            <a:custGeom>
              <a:avLst/>
              <a:gdLst/>
              <a:ahLst/>
              <a:cxnLst/>
              <a:rect l="l" t="t" r="r" b="b"/>
              <a:pathLst>
                <a:path w="6555" h="3282" extrusionOk="0">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63"/>
            <p:cNvSpPr/>
            <p:nvPr/>
          </p:nvSpPr>
          <p:spPr>
            <a:xfrm>
              <a:off x="6377545" y="2156236"/>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63"/>
            <p:cNvSpPr/>
            <p:nvPr/>
          </p:nvSpPr>
          <p:spPr>
            <a:xfrm>
              <a:off x="6303101" y="2081792"/>
              <a:ext cx="43729" cy="11521"/>
            </a:xfrm>
            <a:custGeom>
              <a:avLst/>
              <a:gdLst/>
              <a:ahLst/>
              <a:cxnLst/>
              <a:rect l="l" t="t" r="r" b="b"/>
              <a:pathLst>
                <a:path w="1670" h="440" extrusionOk="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63"/>
            <p:cNvSpPr/>
            <p:nvPr/>
          </p:nvSpPr>
          <p:spPr>
            <a:xfrm>
              <a:off x="6434733" y="2081792"/>
              <a:ext cx="43755" cy="11521"/>
            </a:xfrm>
            <a:custGeom>
              <a:avLst/>
              <a:gdLst/>
              <a:ahLst/>
              <a:cxnLst/>
              <a:rect l="l" t="t" r="r" b="b"/>
              <a:pathLst>
                <a:path w="1671" h="440" extrusionOk="0">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63"/>
            <p:cNvSpPr/>
            <p:nvPr/>
          </p:nvSpPr>
          <p:spPr>
            <a:xfrm>
              <a:off x="6333580" y="2076057"/>
              <a:ext cx="51480" cy="40246"/>
            </a:xfrm>
            <a:custGeom>
              <a:avLst/>
              <a:gdLst/>
              <a:ahLst/>
              <a:cxnLst/>
              <a:rect l="l" t="t" r="r" b="b"/>
              <a:pathLst>
                <a:path w="1966" h="1537" extrusionOk="0">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63"/>
            <p:cNvSpPr/>
            <p:nvPr/>
          </p:nvSpPr>
          <p:spPr>
            <a:xfrm>
              <a:off x="6396529" y="2076057"/>
              <a:ext cx="51480" cy="40246"/>
            </a:xfrm>
            <a:custGeom>
              <a:avLst/>
              <a:gdLst/>
              <a:ahLst/>
              <a:cxnLst/>
              <a:rect l="l" t="t" r="r" b="b"/>
              <a:pathLst>
                <a:path w="1966" h="1537" extrusionOk="0">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63"/>
            <p:cNvSpPr/>
            <p:nvPr/>
          </p:nvSpPr>
          <p:spPr>
            <a:xfrm>
              <a:off x="6316822" y="2116775"/>
              <a:ext cx="85468" cy="68133"/>
            </a:xfrm>
            <a:custGeom>
              <a:avLst/>
              <a:gdLst/>
              <a:ahLst/>
              <a:cxnLst/>
              <a:rect l="l" t="t" r="r" b="b"/>
              <a:pathLst>
                <a:path w="3264" h="2602" extrusionOk="0">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63"/>
            <p:cNvSpPr/>
            <p:nvPr/>
          </p:nvSpPr>
          <p:spPr>
            <a:xfrm>
              <a:off x="6367804" y="2133507"/>
              <a:ext cx="45981" cy="17020"/>
            </a:xfrm>
            <a:custGeom>
              <a:avLst/>
              <a:gdLst/>
              <a:ahLst/>
              <a:cxnLst/>
              <a:rect l="l" t="t" r="r" b="b"/>
              <a:pathLst>
                <a:path w="1756" h="650" extrusionOk="0">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63"/>
            <p:cNvSpPr/>
            <p:nvPr/>
          </p:nvSpPr>
          <p:spPr>
            <a:xfrm>
              <a:off x="6356544" y="2127746"/>
              <a:ext cx="68474" cy="17020"/>
            </a:xfrm>
            <a:custGeom>
              <a:avLst/>
              <a:gdLst/>
              <a:ahLst/>
              <a:cxnLst/>
              <a:rect l="l" t="t" r="r" b="b"/>
              <a:pathLst>
                <a:path w="2615" h="650" extrusionOk="0">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63"/>
            <p:cNvSpPr/>
            <p:nvPr/>
          </p:nvSpPr>
          <p:spPr>
            <a:xfrm>
              <a:off x="6305091" y="1973150"/>
              <a:ext cx="71956" cy="85939"/>
            </a:xfrm>
            <a:custGeom>
              <a:avLst/>
              <a:gdLst/>
              <a:ahLst/>
              <a:cxnLst/>
              <a:rect l="l" t="t" r="r" b="b"/>
              <a:pathLst>
                <a:path w="2748" h="3282" extrusionOk="0">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63"/>
            <p:cNvSpPr/>
            <p:nvPr/>
          </p:nvSpPr>
          <p:spPr>
            <a:xfrm>
              <a:off x="6274611" y="2053329"/>
              <a:ext cx="232601" cy="11521"/>
            </a:xfrm>
            <a:custGeom>
              <a:avLst/>
              <a:gdLst/>
              <a:ahLst/>
              <a:cxnLst/>
              <a:rect l="l" t="t" r="r" b="b"/>
              <a:pathLst>
                <a:path w="8883" h="440" extrusionOk="0">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63"/>
            <p:cNvSpPr/>
            <p:nvPr/>
          </p:nvSpPr>
          <p:spPr>
            <a:xfrm>
              <a:off x="6377283" y="1973150"/>
              <a:ext cx="25792" cy="22990"/>
            </a:xfrm>
            <a:custGeom>
              <a:avLst/>
              <a:gdLst/>
              <a:ahLst/>
              <a:cxnLst/>
              <a:rect l="l" t="t" r="r" b="b"/>
              <a:pathLst>
                <a:path w="985" h="878" extrusionOk="0">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63"/>
            <p:cNvSpPr/>
            <p:nvPr/>
          </p:nvSpPr>
          <p:spPr>
            <a:xfrm>
              <a:off x="6306583" y="2036099"/>
              <a:ext cx="168658" cy="17256"/>
            </a:xfrm>
            <a:custGeom>
              <a:avLst/>
              <a:gdLst/>
              <a:ahLst/>
              <a:cxnLst/>
              <a:rect l="l" t="t" r="r" b="b"/>
              <a:pathLst>
                <a:path w="6441" h="659" extrusionOk="0">
                  <a:moveTo>
                    <a:pt x="172" y="0"/>
                  </a:moveTo>
                  <a:lnTo>
                    <a:pt x="1" y="658"/>
                  </a:lnTo>
                  <a:lnTo>
                    <a:pt x="6440" y="658"/>
                  </a:lnTo>
                  <a:lnTo>
                    <a:pt x="6259"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63"/>
            <p:cNvSpPr/>
            <p:nvPr/>
          </p:nvSpPr>
          <p:spPr>
            <a:xfrm>
              <a:off x="6306583" y="2036099"/>
              <a:ext cx="27520" cy="17256"/>
            </a:xfrm>
            <a:custGeom>
              <a:avLst/>
              <a:gdLst/>
              <a:ahLst/>
              <a:cxnLst/>
              <a:rect l="l" t="t" r="r" b="b"/>
              <a:pathLst>
                <a:path w="1051" h="659" extrusionOk="0">
                  <a:moveTo>
                    <a:pt x="172" y="0"/>
                  </a:moveTo>
                  <a:lnTo>
                    <a:pt x="1" y="658"/>
                  </a:lnTo>
                  <a:lnTo>
                    <a:pt x="869" y="658"/>
                  </a:lnTo>
                  <a:lnTo>
                    <a:pt x="105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63"/>
            <p:cNvSpPr/>
            <p:nvPr/>
          </p:nvSpPr>
          <p:spPr>
            <a:xfrm>
              <a:off x="6305091" y="2220180"/>
              <a:ext cx="22755" cy="107699"/>
            </a:xfrm>
            <a:custGeom>
              <a:avLst/>
              <a:gdLst/>
              <a:ahLst/>
              <a:cxnLst/>
              <a:rect l="l" t="t" r="r" b="b"/>
              <a:pathLst>
                <a:path w="869" h="4113" extrusionOk="0">
                  <a:moveTo>
                    <a:pt x="869" y="1"/>
                  </a:moveTo>
                  <a:lnTo>
                    <a:pt x="0" y="259"/>
                  </a:lnTo>
                  <a:lnTo>
                    <a:pt x="0" y="4113"/>
                  </a:lnTo>
                  <a:lnTo>
                    <a:pt x="869" y="4113"/>
                  </a:lnTo>
                  <a:lnTo>
                    <a:pt x="869"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63"/>
            <p:cNvSpPr/>
            <p:nvPr/>
          </p:nvSpPr>
          <p:spPr>
            <a:xfrm>
              <a:off x="6453717" y="2220180"/>
              <a:ext cx="23017" cy="107699"/>
            </a:xfrm>
            <a:custGeom>
              <a:avLst/>
              <a:gdLst/>
              <a:ahLst/>
              <a:cxnLst/>
              <a:rect l="l" t="t" r="r" b="b"/>
              <a:pathLst>
                <a:path w="879" h="4113" extrusionOk="0">
                  <a:moveTo>
                    <a:pt x="1" y="1"/>
                  </a:moveTo>
                  <a:lnTo>
                    <a:pt x="1" y="4113"/>
                  </a:lnTo>
                  <a:lnTo>
                    <a:pt x="878" y="4113"/>
                  </a:lnTo>
                  <a:lnTo>
                    <a:pt x="878" y="259"/>
                  </a:lnTo>
                  <a:lnTo>
                    <a:pt x="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63"/>
            <p:cNvSpPr/>
            <p:nvPr/>
          </p:nvSpPr>
          <p:spPr>
            <a:xfrm>
              <a:off x="6453717" y="2220180"/>
              <a:ext cx="12281" cy="14035"/>
            </a:xfrm>
            <a:custGeom>
              <a:avLst/>
              <a:gdLst/>
              <a:ahLst/>
              <a:cxnLst/>
              <a:rect l="l" t="t" r="r" b="b"/>
              <a:pathLst>
                <a:path w="469" h="536" extrusionOk="0">
                  <a:moveTo>
                    <a:pt x="1" y="1"/>
                  </a:moveTo>
                  <a:lnTo>
                    <a:pt x="1" y="535"/>
                  </a:lnTo>
                  <a:lnTo>
                    <a:pt x="468" y="135"/>
                  </a:lnTo>
                  <a:lnTo>
                    <a:pt x="172" y="49"/>
                  </a:lnTo>
                  <a:lnTo>
                    <a:pt x="1"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63"/>
            <p:cNvSpPr/>
            <p:nvPr/>
          </p:nvSpPr>
          <p:spPr>
            <a:xfrm>
              <a:off x="6315591" y="2220180"/>
              <a:ext cx="12255" cy="14035"/>
            </a:xfrm>
            <a:custGeom>
              <a:avLst/>
              <a:gdLst/>
              <a:ahLst/>
              <a:cxnLst/>
              <a:rect l="l" t="t" r="r" b="b"/>
              <a:pathLst>
                <a:path w="468" h="536" extrusionOk="0">
                  <a:moveTo>
                    <a:pt x="468" y="1"/>
                  </a:moveTo>
                  <a:lnTo>
                    <a:pt x="296" y="49"/>
                  </a:lnTo>
                  <a:lnTo>
                    <a:pt x="0" y="135"/>
                  </a:lnTo>
                  <a:lnTo>
                    <a:pt x="468" y="535"/>
                  </a:lnTo>
                  <a:lnTo>
                    <a:pt x="468"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63"/>
            <p:cNvSpPr/>
            <p:nvPr/>
          </p:nvSpPr>
          <p:spPr>
            <a:xfrm>
              <a:off x="6287861" y="2276399"/>
              <a:ext cx="17256" cy="51480"/>
            </a:xfrm>
            <a:custGeom>
              <a:avLst/>
              <a:gdLst/>
              <a:ahLst/>
              <a:cxnLst/>
              <a:rect l="l" t="t" r="r" b="b"/>
              <a:pathLst>
                <a:path w="659" h="1966" extrusionOk="0">
                  <a:moveTo>
                    <a:pt x="658" y="0"/>
                  </a:moveTo>
                  <a:cubicBezTo>
                    <a:pt x="296" y="0"/>
                    <a:pt x="0" y="287"/>
                    <a:pt x="0" y="649"/>
                  </a:cubicBezTo>
                  <a:lnTo>
                    <a:pt x="0" y="1966"/>
                  </a:lnTo>
                  <a:lnTo>
                    <a:pt x="658" y="1966"/>
                  </a:lnTo>
                  <a:lnTo>
                    <a:pt x="65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63"/>
            <p:cNvSpPr/>
            <p:nvPr/>
          </p:nvSpPr>
          <p:spPr>
            <a:xfrm>
              <a:off x="6305091" y="2276399"/>
              <a:ext cx="11521" cy="51480"/>
            </a:xfrm>
            <a:custGeom>
              <a:avLst/>
              <a:gdLst/>
              <a:ahLst/>
              <a:cxnLst/>
              <a:rect l="l" t="t" r="r" b="b"/>
              <a:pathLst>
                <a:path w="440" h="1966" extrusionOk="0">
                  <a:moveTo>
                    <a:pt x="0" y="0"/>
                  </a:moveTo>
                  <a:lnTo>
                    <a:pt x="0" y="1966"/>
                  </a:lnTo>
                  <a:lnTo>
                    <a:pt x="439" y="1966"/>
                  </a:lnTo>
                  <a:lnTo>
                    <a:pt x="439" y="439"/>
                  </a:lnTo>
                  <a:cubicBezTo>
                    <a:pt x="439" y="191"/>
                    <a:pt x="249" y="0"/>
                    <a:pt x="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63"/>
            <p:cNvSpPr/>
            <p:nvPr/>
          </p:nvSpPr>
          <p:spPr>
            <a:xfrm>
              <a:off x="6476707" y="2276399"/>
              <a:ext cx="17020" cy="51480"/>
            </a:xfrm>
            <a:custGeom>
              <a:avLst/>
              <a:gdLst/>
              <a:ahLst/>
              <a:cxnLst/>
              <a:rect l="l" t="t" r="r" b="b"/>
              <a:pathLst>
                <a:path w="650" h="1966" extrusionOk="0">
                  <a:moveTo>
                    <a:pt x="0" y="0"/>
                  </a:moveTo>
                  <a:lnTo>
                    <a:pt x="0" y="1966"/>
                  </a:lnTo>
                  <a:lnTo>
                    <a:pt x="649" y="1966"/>
                  </a:lnTo>
                  <a:lnTo>
                    <a:pt x="649" y="649"/>
                  </a:lnTo>
                  <a:cubicBezTo>
                    <a:pt x="649" y="287"/>
                    <a:pt x="353" y="0"/>
                    <a:pt x="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63"/>
            <p:cNvSpPr/>
            <p:nvPr/>
          </p:nvSpPr>
          <p:spPr>
            <a:xfrm>
              <a:off x="6465212" y="2276399"/>
              <a:ext cx="11521" cy="51480"/>
            </a:xfrm>
            <a:custGeom>
              <a:avLst/>
              <a:gdLst/>
              <a:ahLst/>
              <a:cxnLst/>
              <a:rect l="l" t="t" r="r" b="b"/>
              <a:pathLst>
                <a:path w="440" h="1966" extrusionOk="0">
                  <a:moveTo>
                    <a:pt x="439" y="0"/>
                  </a:moveTo>
                  <a:cubicBezTo>
                    <a:pt x="191" y="0"/>
                    <a:pt x="1" y="191"/>
                    <a:pt x="1" y="439"/>
                  </a:cubicBezTo>
                  <a:lnTo>
                    <a:pt x="1" y="1966"/>
                  </a:lnTo>
                  <a:lnTo>
                    <a:pt x="439" y="1966"/>
                  </a:lnTo>
                  <a:lnTo>
                    <a:pt x="43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63"/>
            <p:cNvSpPr/>
            <p:nvPr/>
          </p:nvSpPr>
          <p:spPr>
            <a:xfrm>
              <a:off x="6385033" y="2264903"/>
              <a:ext cx="11521" cy="11521"/>
            </a:xfrm>
            <a:custGeom>
              <a:avLst/>
              <a:gdLst/>
              <a:ahLst/>
              <a:cxnLst/>
              <a:rect l="l" t="t" r="r" b="b"/>
              <a:pathLst>
                <a:path w="440" h="440" extrusionOk="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63"/>
            <p:cNvSpPr/>
            <p:nvPr/>
          </p:nvSpPr>
          <p:spPr>
            <a:xfrm>
              <a:off x="6385033" y="2299127"/>
              <a:ext cx="11521" cy="11521"/>
            </a:xfrm>
            <a:custGeom>
              <a:avLst/>
              <a:gdLst/>
              <a:ahLst/>
              <a:cxnLst/>
              <a:rect l="l" t="t" r="r" b="b"/>
              <a:pathLst>
                <a:path w="440" h="440" extrusionOk="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6" name="Google Shape;12116;p63"/>
          <p:cNvGrpSpPr/>
          <p:nvPr/>
        </p:nvGrpSpPr>
        <p:grpSpPr>
          <a:xfrm>
            <a:off x="5786221" y="1819575"/>
            <a:ext cx="275309" cy="354728"/>
            <a:chOff x="5802496" y="1973150"/>
            <a:chExt cx="275309" cy="354728"/>
          </a:xfrm>
        </p:grpSpPr>
        <p:sp>
          <p:nvSpPr>
            <p:cNvPr id="12117" name="Google Shape;12117;p63"/>
            <p:cNvSpPr/>
            <p:nvPr/>
          </p:nvSpPr>
          <p:spPr>
            <a:xfrm>
              <a:off x="5803229" y="2210439"/>
              <a:ext cx="274576" cy="117440"/>
            </a:xfrm>
            <a:custGeom>
              <a:avLst/>
              <a:gdLst/>
              <a:ahLst/>
              <a:cxnLst/>
              <a:rect l="l" t="t" r="r" b="b"/>
              <a:pathLst>
                <a:path w="10486" h="4485" extrusionOk="0">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63"/>
            <p:cNvSpPr/>
            <p:nvPr/>
          </p:nvSpPr>
          <p:spPr>
            <a:xfrm>
              <a:off x="5885162" y="2210439"/>
              <a:ext cx="110946" cy="20267"/>
            </a:xfrm>
            <a:custGeom>
              <a:avLst/>
              <a:gdLst/>
              <a:ahLst/>
              <a:cxnLst/>
              <a:rect l="l" t="t" r="r" b="b"/>
              <a:pathLst>
                <a:path w="4237" h="774" extrusionOk="0">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63"/>
            <p:cNvSpPr/>
            <p:nvPr/>
          </p:nvSpPr>
          <p:spPr>
            <a:xfrm>
              <a:off x="5992075"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63"/>
            <p:cNvSpPr/>
            <p:nvPr/>
          </p:nvSpPr>
          <p:spPr>
            <a:xfrm>
              <a:off x="6009069"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63"/>
            <p:cNvSpPr/>
            <p:nvPr/>
          </p:nvSpPr>
          <p:spPr>
            <a:xfrm>
              <a:off x="5988593" y="1987133"/>
              <a:ext cx="60723" cy="54255"/>
            </a:xfrm>
            <a:custGeom>
              <a:avLst/>
              <a:gdLst/>
              <a:ahLst/>
              <a:cxnLst/>
              <a:rect l="l" t="t" r="r" b="b"/>
              <a:pathLst>
                <a:path w="2319" h="2072" extrusionOk="0">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63"/>
            <p:cNvSpPr/>
            <p:nvPr/>
          </p:nvSpPr>
          <p:spPr>
            <a:xfrm>
              <a:off x="6006817" y="1996114"/>
              <a:ext cx="32260" cy="29170"/>
            </a:xfrm>
            <a:custGeom>
              <a:avLst/>
              <a:gdLst/>
              <a:ahLst/>
              <a:cxnLst/>
              <a:rect l="l" t="t" r="r" b="b"/>
              <a:pathLst>
                <a:path w="1232" h="1114" extrusionOk="0">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63"/>
            <p:cNvSpPr/>
            <p:nvPr/>
          </p:nvSpPr>
          <p:spPr>
            <a:xfrm>
              <a:off x="5820459"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63"/>
            <p:cNvSpPr/>
            <p:nvPr/>
          </p:nvSpPr>
          <p:spPr>
            <a:xfrm>
              <a:off x="5837453"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63"/>
            <p:cNvSpPr/>
            <p:nvPr/>
          </p:nvSpPr>
          <p:spPr>
            <a:xfrm>
              <a:off x="5831954" y="1987133"/>
              <a:ext cx="60487" cy="54255"/>
            </a:xfrm>
            <a:custGeom>
              <a:avLst/>
              <a:gdLst/>
              <a:ahLst/>
              <a:cxnLst/>
              <a:rect l="l" t="t" r="r" b="b"/>
              <a:pathLst>
                <a:path w="2310" h="2072" extrusionOk="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63"/>
            <p:cNvSpPr/>
            <p:nvPr/>
          </p:nvSpPr>
          <p:spPr>
            <a:xfrm>
              <a:off x="5842192" y="1996114"/>
              <a:ext cx="32024" cy="29170"/>
            </a:xfrm>
            <a:custGeom>
              <a:avLst/>
              <a:gdLst/>
              <a:ahLst/>
              <a:cxnLst/>
              <a:rect l="l" t="t" r="r" b="b"/>
              <a:pathLst>
                <a:path w="1223" h="1114" extrusionOk="0">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63"/>
            <p:cNvSpPr/>
            <p:nvPr/>
          </p:nvSpPr>
          <p:spPr>
            <a:xfrm>
              <a:off x="5823208" y="1984619"/>
              <a:ext cx="234591" cy="234591"/>
            </a:xfrm>
            <a:custGeom>
              <a:avLst/>
              <a:gdLst/>
              <a:ahLst/>
              <a:cxnLst/>
              <a:rect l="l" t="t" r="r" b="b"/>
              <a:pathLst>
                <a:path w="8959" h="8959" extrusionOk="0">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63"/>
            <p:cNvSpPr/>
            <p:nvPr/>
          </p:nvSpPr>
          <p:spPr>
            <a:xfrm>
              <a:off x="5866178" y="2036099"/>
              <a:ext cx="148678" cy="148652"/>
            </a:xfrm>
            <a:custGeom>
              <a:avLst/>
              <a:gdLst/>
              <a:ahLst/>
              <a:cxnLst/>
              <a:rect l="l" t="t" r="r" b="b"/>
              <a:pathLst>
                <a:path w="5678" h="5677" extrusionOk="0">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63"/>
            <p:cNvSpPr/>
            <p:nvPr/>
          </p:nvSpPr>
          <p:spPr>
            <a:xfrm>
              <a:off x="5865680" y="2036125"/>
              <a:ext cx="86463" cy="148836"/>
            </a:xfrm>
            <a:custGeom>
              <a:avLst/>
              <a:gdLst/>
              <a:ahLst/>
              <a:cxnLst/>
              <a:rect l="l" t="t" r="r" b="b"/>
              <a:pathLst>
                <a:path w="3302" h="5684" extrusionOk="0">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63"/>
            <p:cNvSpPr/>
            <p:nvPr/>
          </p:nvSpPr>
          <p:spPr>
            <a:xfrm>
              <a:off x="5900663"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63"/>
            <p:cNvSpPr/>
            <p:nvPr/>
          </p:nvSpPr>
          <p:spPr>
            <a:xfrm>
              <a:off x="5969111"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63"/>
            <p:cNvSpPr/>
            <p:nvPr/>
          </p:nvSpPr>
          <p:spPr>
            <a:xfrm>
              <a:off x="5892913" y="2076293"/>
              <a:ext cx="26761" cy="11286"/>
            </a:xfrm>
            <a:custGeom>
              <a:avLst/>
              <a:gdLst/>
              <a:ahLst/>
              <a:cxnLst/>
              <a:rect l="l" t="t" r="r" b="b"/>
              <a:pathLst>
                <a:path w="1022" h="431" extrusionOk="0">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63"/>
            <p:cNvSpPr/>
            <p:nvPr/>
          </p:nvSpPr>
          <p:spPr>
            <a:xfrm>
              <a:off x="5961622" y="2076293"/>
              <a:ext cx="26499" cy="11286"/>
            </a:xfrm>
            <a:custGeom>
              <a:avLst/>
              <a:gdLst/>
              <a:ahLst/>
              <a:cxnLst/>
              <a:rect l="l" t="t" r="r" b="b"/>
              <a:pathLst>
                <a:path w="1012" h="431" extrusionOk="0">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63"/>
            <p:cNvSpPr/>
            <p:nvPr/>
          </p:nvSpPr>
          <p:spPr>
            <a:xfrm>
              <a:off x="5887178" y="2013475"/>
              <a:ext cx="13511" cy="11390"/>
            </a:xfrm>
            <a:custGeom>
              <a:avLst/>
              <a:gdLst/>
              <a:ahLst/>
              <a:cxnLst/>
              <a:rect l="l" t="t" r="r" b="b"/>
              <a:pathLst>
                <a:path w="516" h="435" extrusionOk="0">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63"/>
            <p:cNvSpPr/>
            <p:nvPr/>
          </p:nvSpPr>
          <p:spPr>
            <a:xfrm>
              <a:off x="5978852" y="2013475"/>
              <a:ext cx="13250" cy="11390"/>
            </a:xfrm>
            <a:custGeom>
              <a:avLst/>
              <a:gdLst/>
              <a:ahLst/>
              <a:cxnLst/>
              <a:rect l="l" t="t" r="r" b="b"/>
              <a:pathLst>
                <a:path w="506" h="435" extrusionOk="0">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63"/>
            <p:cNvSpPr/>
            <p:nvPr/>
          </p:nvSpPr>
          <p:spPr>
            <a:xfrm>
              <a:off x="5914908" y="2130522"/>
              <a:ext cx="51480" cy="22755"/>
            </a:xfrm>
            <a:custGeom>
              <a:avLst/>
              <a:gdLst/>
              <a:ahLst/>
              <a:cxnLst/>
              <a:rect l="l" t="t" r="r" b="b"/>
              <a:pathLst>
                <a:path w="1966" h="869" extrusionOk="0">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63"/>
            <p:cNvSpPr/>
            <p:nvPr/>
          </p:nvSpPr>
          <p:spPr>
            <a:xfrm>
              <a:off x="5802496" y="2011616"/>
              <a:ext cx="228333" cy="207673"/>
            </a:xfrm>
            <a:custGeom>
              <a:avLst/>
              <a:gdLst/>
              <a:ahLst/>
              <a:cxnLst/>
              <a:rect l="l" t="t" r="r" b="b"/>
              <a:pathLst>
                <a:path w="8720" h="7931" extrusionOk="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63"/>
            <p:cNvSpPr/>
            <p:nvPr/>
          </p:nvSpPr>
          <p:spPr>
            <a:xfrm>
              <a:off x="5843449" y="2287894"/>
              <a:ext cx="11260" cy="39984"/>
            </a:xfrm>
            <a:custGeom>
              <a:avLst/>
              <a:gdLst/>
              <a:ahLst/>
              <a:cxnLst/>
              <a:rect l="l" t="t" r="r" b="b"/>
              <a:pathLst>
                <a:path w="430" h="1527" extrusionOk="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63"/>
            <p:cNvSpPr/>
            <p:nvPr/>
          </p:nvSpPr>
          <p:spPr>
            <a:xfrm>
              <a:off x="6026299" y="2287894"/>
              <a:ext cx="11521" cy="39984"/>
            </a:xfrm>
            <a:custGeom>
              <a:avLst/>
              <a:gdLst/>
              <a:ahLst/>
              <a:cxnLst/>
              <a:rect l="l" t="t" r="r" b="b"/>
              <a:pathLst>
                <a:path w="440" h="1527" extrusionOk="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63"/>
            <p:cNvSpPr/>
            <p:nvPr/>
          </p:nvSpPr>
          <p:spPr>
            <a:xfrm>
              <a:off x="5872933" y="2270664"/>
              <a:ext cx="135167" cy="57214"/>
            </a:xfrm>
            <a:custGeom>
              <a:avLst/>
              <a:gdLst/>
              <a:ahLst/>
              <a:cxnLst/>
              <a:rect l="l" t="t" r="r" b="b"/>
              <a:pathLst>
                <a:path w="5162" h="2185" extrusionOk="0">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63"/>
            <p:cNvSpPr/>
            <p:nvPr/>
          </p:nvSpPr>
          <p:spPr>
            <a:xfrm>
              <a:off x="5911897" y="2018843"/>
              <a:ext cx="57240" cy="34512"/>
            </a:xfrm>
            <a:custGeom>
              <a:avLst/>
              <a:gdLst/>
              <a:ahLst/>
              <a:cxnLst/>
              <a:rect l="l" t="t" r="r" b="b"/>
              <a:pathLst>
                <a:path w="2186" h="1318" extrusionOk="0">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63"/>
            <p:cNvSpPr/>
            <p:nvPr/>
          </p:nvSpPr>
          <p:spPr>
            <a:xfrm>
              <a:off x="5929126" y="2007610"/>
              <a:ext cx="22755" cy="22755"/>
            </a:xfrm>
            <a:custGeom>
              <a:avLst/>
              <a:gdLst/>
              <a:ahLst/>
              <a:cxnLst/>
              <a:rect l="l" t="t" r="r" b="b"/>
              <a:pathLst>
                <a:path w="869" h="869" extrusionOk="0">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3" name="Google Shape;12143;p63"/>
          <p:cNvGrpSpPr/>
          <p:nvPr/>
        </p:nvGrpSpPr>
        <p:grpSpPr>
          <a:xfrm>
            <a:off x="5336808" y="1819575"/>
            <a:ext cx="274576" cy="354728"/>
            <a:chOff x="5353083" y="1973150"/>
            <a:chExt cx="274576" cy="354728"/>
          </a:xfrm>
        </p:grpSpPr>
        <p:sp>
          <p:nvSpPr>
            <p:cNvPr id="12144" name="Google Shape;12144;p63"/>
            <p:cNvSpPr/>
            <p:nvPr/>
          </p:nvSpPr>
          <p:spPr>
            <a:xfrm>
              <a:off x="5353083" y="2167731"/>
              <a:ext cx="274576" cy="160147"/>
            </a:xfrm>
            <a:custGeom>
              <a:avLst/>
              <a:gdLst/>
              <a:ahLst/>
              <a:cxnLst/>
              <a:rect l="l" t="t" r="r" b="b"/>
              <a:pathLst>
                <a:path w="10486" h="6116" extrusionOk="0">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63"/>
            <p:cNvSpPr/>
            <p:nvPr/>
          </p:nvSpPr>
          <p:spPr>
            <a:xfrm>
              <a:off x="5484479" y="2276399"/>
              <a:ext cx="11521" cy="51480"/>
            </a:xfrm>
            <a:custGeom>
              <a:avLst/>
              <a:gdLst/>
              <a:ahLst/>
              <a:cxnLst/>
              <a:rect l="l" t="t" r="r" b="b"/>
              <a:pathLst>
                <a:path w="440" h="1966" extrusionOk="0">
                  <a:moveTo>
                    <a:pt x="1" y="0"/>
                  </a:moveTo>
                  <a:lnTo>
                    <a:pt x="1" y="1966"/>
                  </a:lnTo>
                  <a:lnTo>
                    <a:pt x="440" y="1966"/>
                  </a:lnTo>
                  <a:lnTo>
                    <a:pt x="440" y="0"/>
                  </a:ln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63"/>
            <p:cNvSpPr/>
            <p:nvPr/>
          </p:nvSpPr>
          <p:spPr>
            <a:xfrm>
              <a:off x="5393067" y="2177734"/>
              <a:ext cx="194607" cy="102933"/>
            </a:xfrm>
            <a:custGeom>
              <a:avLst/>
              <a:gdLst/>
              <a:ahLst/>
              <a:cxnLst/>
              <a:rect l="l" t="t" r="r" b="b"/>
              <a:pathLst>
                <a:path w="7432" h="3931" extrusionOk="0">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63"/>
            <p:cNvSpPr/>
            <p:nvPr/>
          </p:nvSpPr>
          <p:spPr>
            <a:xfrm>
              <a:off x="5411213" y="2194963"/>
              <a:ext cx="157817" cy="65044"/>
            </a:xfrm>
            <a:custGeom>
              <a:avLst/>
              <a:gdLst/>
              <a:ahLst/>
              <a:cxnLst/>
              <a:rect l="l" t="t" r="r" b="b"/>
              <a:pathLst>
                <a:path w="6027" h="2484" extrusionOk="0">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63"/>
            <p:cNvSpPr/>
            <p:nvPr/>
          </p:nvSpPr>
          <p:spPr>
            <a:xfrm>
              <a:off x="5436272" y="2173492"/>
              <a:ext cx="107935" cy="86515"/>
            </a:xfrm>
            <a:custGeom>
              <a:avLst/>
              <a:gdLst/>
              <a:ahLst/>
              <a:cxnLst/>
              <a:rect l="l" t="t" r="r" b="b"/>
              <a:pathLst>
                <a:path w="4122" h="3304" extrusionOk="0">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63"/>
            <p:cNvSpPr/>
            <p:nvPr/>
          </p:nvSpPr>
          <p:spPr>
            <a:xfrm>
              <a:off x="5450255" y="2173492"/>
              <a:ext cx="80231" cy="28620"/>
            </a:xfrm>
            <a:custGeom>
              <a:avLst/>
              <a:gdLst/>
              <a:ahLst/>
              <a:cxnLst/>
              <a:rect l="l" t="t" r="r" b="b"/>
              <a:pathLst>
                <a:path w="3064" h="1093" extrusionOk="0">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63"/>
            <p:cNvSpPr/>
            <p:nvPr/>
          </p:nvSpPr>
          <p:spPr>
            <a:xfrm>
              <a:off x="5394062" y="2076057"/>
              <a:ext cx="192381" cy="114428"/>
            </a:xfrm>
            <a:custGeom>
              <a:avLst/>
              <a:gdLst/>
              <a:ahLst/>
              <a:cxnLst/>
              <a:rect l="l" t="t" r="r" b="b"/>
              <a:pathLst>
                <a:path w="7347" h="4370" extrusionOk="0">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63"/>
            <p:cNvSpPr/>
            <p:nvPr/>
          </p:nvSpPr>
          <p:spPr>
            <a:xfrm>
              <a:off x="5394062" y="2076319"/>
              <a:ext cx="107699" cy="114402"/>
            </a:xfrm>
            <a:custGeom>
              <a:avLst/>
              <a:gdLst/>
              <a:ahLst/>
              <a:cxnLst/>
              <a:rect l="l" t="t" r="r" b="b"/>
              <a:pathLst>
                <a:path w="4113" h="4369" extrusionOk="0">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63"/>
            <p:cNvSpPr/>
            <p:nvPr/>
          </p:nvSpPr>
          <p:spPr>
            <a:xfrm>
              <a:off x="5470994" y="2139006"/>
              <a:ext cx="38256" cy="11521"/>
            </a:xfrm>
            <a:custGeom>
              <a:avLst/>
              <a:gdLst/>
              <a:ahLst/>
              <a:cxnLst/>
              <a:rect l="l" t="t" r="r" b="b"/>
              <a:pathLst>
                <a:path w="1461" h="440" extrusionOk="0">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63"/>
            <p:cNvSpPr/>
            <p:nvPr/>
          </p:nvSpPr>
          <p:spPr>
            <a:xfrm>
              <a:off x="5405296" y="1973150"/>
              <a:ext cx="170150" cy="74444"/>
            </a:xfrm>
            <a:custGeom>
              <a:avLst/>
              <a:gdLst/>
              <a:ahLst/>
              <a:cxnLst/>
              <a:rect l="l" t="t" r="r" b="b"/>
              <a:pathLst>
                <a:path w="6498" h="2843" extrusionOk="0">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63"/>
            <p:cNvSpPr/>
            <p:nvPr/>
          </p:nvSpPr>
          <p:spPr>
            <a:xfrm>
              <a:off x="5478980" y="2270664"/>
              <a:ext cx="22781" cy="22990"/>
            </a:xfrm>
            <a:custGeom>
              <a:avLst/>
              <a:gdLst/>
              <a:ahLst/>
              <a:cxnLst/>
              <a:rect l="l" t="t" r="r" b="b"/>
              <a:pathLst>
                <a:path w="870" h="878" extrusionOk="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63"/>
            <p:cNvSpPr/>
            <p:nvPr/>
          </p:nvSpPr>
          <p:spPr>
            <a:xfrm>
              <a:off x="5356330" y="2253670"/>
              <a:ext cx="48233" cy="74208"/>
            </a:xfrm>
            <a:custGeom>
              <a:avLst/>
              <a:gdLst/>
              <a:ahLst/>
              <a:cxnLst/>
              <a:rect l="l" t="t" r="r" b="b"/>
              <a:pathLst>
                <a:path w="1842" h="2834" extrusionOk="0">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63"/>
            <p:cNvSpPr/>
            <p:nvPr/>
          </p:nvSpPr>
          <p:spPr>
            <a:xfrm>
              <a:off x="5575917" y="2253670"/>
              <a:ext cx="48233" cy="74208"/>
            </a:xfrm>
            <a:custGeom>
              <a:avLst/>
              <a:gdLst/>
              <a:ahLst/>
              <a:cxnLst/>
              <a:rect l="l" t="t" r="r" b="b"/>
              <a:pathLst>
                <a:path w="1842" h="2834" extrusionOk="0">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63"/>
            <p:cNvSpPr/>
            <p:nvPr/>
          </p:nvSpPr>
          <p:spPr>
            <a:xfrm>
              <a:off x="5398566" y="2047568"/>
              <a:ext cx="183374" cy="28777"/>
            </a:xfrm>
            <a:custGeom>
              <a:avLst/>
              <a:gdLst/>
              <a:ahLst/>
              <a:cxnLst/>
              <a:rect l="l" t="t" r="r" b="b"/>
              <a:pathLst>
                <a:path w="7003" h="1099" extrusionOk="0">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63"/>
            <p:cNvSpPr/>
            <p:nvPr/>
          </p:nvSpPr>
          <p:spPr>
            <a:xfrm>
              <a:off x="5427788" y="1973150"/>
              <a:ext cx="62713" cy="74444"/>
            </a:xfrm>
            <a:custGeom>
              <a:avLst/>
              <a:gdLst/>
              <a:ahLst/>
              <a:cxnLst/>
              <a:rect l="l" t="t" r="r" b="b"/>
              <a:pathLst>
                <a:path w="2395" h="2843" extrusionOk="0">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63"/>
            <p:cNvSpPr/>
            <p:nvPr/>
          </p:nvSpPr>
          <p:spPr>
            <a:xfrm>
              <a:off x="5490240" y="1973150"/>
              <a:ext cx="62477" cy="74208"/>
            </a:xfrm>
            <a:custGeom>
              <a:avLst/>
              <a:gdLst/>
              <a:ahLst/>
              <a:cxnLst/>
              <a:rect l="l" t="t" r="r" b="b"/>
              <a:pathLst>
                <a:path w="2386" h="2834" extrusionOk="0">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63"/>
            <p:cNvSpPr/>
            <p:nvPr/>
          </p:nvSpPr>
          <p:spPr>
            <a:xfrm>
              <a:off x="5398802" y="2047568"/>
              <a:ext cx="39984" cy="28515"/>
            </a:xfrm>
            <a:custGeom>
              <a:avLst/>
              <a:gdLst/>
              <a:ahLst/>
              <a:cxnLst/>
              <a:rect l="l" t="t" r="r" b="b"/>
              <a:pathLst>
                <a:path w="1527" h="1089" extrusionOk="0">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63"/>
            <p:cNvSpPr/>
            <p:nvPr/>
          </p:nvSpPr>
          <p:spPr>
            <a:xfrm>
              <a:off x="5404536" y="2076057"/>
              <a:ext cx="171643" cy="49699"/>
            </a:xfrm>
            <a:custGeom>
              <a:avLst/>
              <a:gdLst/>
              <a:ahLst/>
              <a:cxnLst/>
              <a:rect l="l" t="t" r="r" b="b"/>
              <a:pathLst>
                <a:path w="6555" h="1898" extrusionOk="0">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63"/>
            <p:cNvSpPr/>
            <p:nvPr/>
          </p:nvSpPr>
          <p:spPr>
            <a:xfrm>
              <a:off x="5450255" y="2093418"/>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63"/>
            <p:cNvSpPr/>
            <p:nvPr/>
          </p:nvSpPr>
          <p:spPr>
            <a:xfrm>
              <a:off x="5518965"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63"/>
            <p:cNvSpPr/>
            <p:nvPr/>
          </p:nvSpPr>
          <p:spPr>
            <a:xfrm>
              <a:off x="5404301" y="2076057"/>
              <a:ext cx="171878" cy="11521"/>
            </a:xfrm>
            <a:custGeom>
              <a:avLst/>
              <a:gdLst/>
              <a:ahLst/>
              <a:cxnLst/>
              <a:rect l="l" t="t" r="r" b="b"/>
              <a:pathLst>
                <a:path w="6564" h="440" extrusionOk="0">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5" name="Google Shape;12165;p63"/>
          <p:cNvGrpSpPr/>
          <p:nvPr/>
        </p:nvGrpSpPr>
        <p:grpSpPr>
          <a:xfrm>
            <a:off x="4886426" y="1819575"/>
            <a:ext cx="274812" cy="354728"/>
            <a:chOff x="4902701" y="1973150"/>
            <a:chExt cx="274812" cy="354728"/>
          </a:xfrm>
        </p:grpSpPr>
        <p:sp>
          <p:nvSpPr>
            <p:cNvPr id="12166" name="Google Shape;12166;p63"/>
            <p:cNvSpPr/>
            <p:nvPr/>
          </p:nvSpPr>
          <p:spPr>
            <a:xfrm>
              <a:off x="4902936" y="2161996"/>
              <a:ext cx="274576" cy="165882"/>
            </a:xfrm>
            <a:custGeom>
              <a:avLst/>
              <a:gdLst/>
              <a:ahLst/>
              <a:cxnLst/>
              <a:rect l="l" t="t" r="r" b="b"/>
              <a:pathLst>
                <a:path w="10486" h="6335" extrusionOk="0">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63"/>
            <p:cNvSpPr/>
            <p:nvPr/>
          </p:nvSpPr>
          <p:spPr>
            <a:xfrm>
              <a:off x="4902701" y="2208710"/>
              <a:ext cx="274550" cy="119168"/>
            </a:xfrm>
            <a:custGeom>
              <a:avLst/>
              <a:gdLst/>
              <a:ahLst/>
              <a:cxnLst/>
              <a:rect l="l" t="t" r="r" b="b"/>
              <a:pathLst>
                <a:path w="10485" h="4551" extrusionOk="0">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63"/>
            <p:cNvSpPr/>
            <p:nvPr/>
          </p:nvSpPr>
          <p:spPr>
            <a:xfrm>
              <a:off x="5000109" y="2161996"/>
              <a:ext cx="79969" cy="22886"/>
            </a:xfrm>
            <a:custGeom>
              <a:avLst/>
              <a:gdLst/>
              <a:ahLst/>
              <a:cxnLst/>
              <a:rect l="l" t="t" r="r" b="b"/>
              <a:pathLst>
                <a:path w="3054" h="874" extrusionOk="0">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63"/>
            <p:cNvSpPr/>
            <p:nvPr/>
          </p:nvSpPr>
          <p:spPr>
            <a:xfrm>
              <a:off x="4943654" y="2019105"/>
              <a:ext cx="192643" cy="154413"/>
            </a:xfrm>
            <a:custGeom>
              <a:avLst/>
              <a:gdLst/>
              <a:ahLst/>
              <a:cxnLst/>
              <a:rect l="l" t="t" r="r" b="b"/>
              <a:pathLst>
                <a:path w="7357" h="5897" extrusionOk="0">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63"/>
            <p:cNvSpPr/>
            <p:nvPr/>
          </p:nvSpPr>
          <p:spPr>
            <a:xfrm>
              <a:off x="4946403" y="2041833"/>
              <a:ext cx="145170" cy="131658"/>
            </a:xfrm>
            <a:custGeom>
              <a:avLst/>
              <a:gdLst/>
              <a:ahLst/>
              <a:cxnLst/>
              <a:rect l="l" t="t" r="r" b="b"/>
              <a:pathLst>
                <a:path w="5544" h="5028" extrusionOk="0">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63"/>
            <p:cNvSpPr/>
            <p:nvPr/>
          </p:nvSpPr>
          <p:spPr>
            <a:xfrm>
              <a:off x="5000109" y="2076686"/>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63"/>
            <p:cNvSpPr/>
            <p:nvPr/>
          </p:nvSpPr>
          <p:spPr>
            <a:xfrm>
              <a:off x="5068556" y="2076686"/>
              <a:ext cx="11521" cy="17125"/>
            </a:xfrm>
            <a:custGeom>
              <a:avLst/>
              <a:gdLst/>
              <a:ahLst/>
              <a:cxnLst/>
              <a:rect l="l" t="t" r="r" b="b"/>
              <a:pathLst>
                <a:path w="440" h="654" extrusionOk="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63"/>
            <p:cNvSpPr/>
            <p:nvPr/>
          </p:nvSpPr>
          <p:spPr>
            <a:xfrm>
              <a:off x="4992384" y="2059063"/>
              <a:ext cx="26499" cy="11521"/>
            </a:xfrm>
            <a:custGeom>
              <a:avLst/>
              <a:gdLst/>
              <a:ahLst/>
              <a:cxnLst/>
              <a:rect l="l" t="t" r="r" b="b"/>
              <a:pathLst>
                <a:path w="1012" h="440" extrusionOk="0">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63"/>
            <p:cNvSpPr/>
            <p:nvPr/>
          </p:nvSpPr>
          <p:spPr>
            <a:xfrm>
              <a:off x="5061068" y="2059063"/>
              <a:ext cx="26499" cy="11521"/>
            </a:xfrm>
            <a:custGeom>
              <a:avLst/>
              <a:gdLst/>
              <a:ahLst/>
              <a:cxnLst/>
              <a:rect l="l" t="t" r="r" b="b"/>
              <a:pathLst>
                <a:path w="1012" h="440" extrusionOk="0">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63"/>
            <p:cNvSpPr/>
            <p:nvPr/>
          </p:nvSpPr>
          <p:spPr>
            <a:xfrm>
              <a:off x="5014615" y="2116068"/>
              <a:ext cx="50773" cy="17282"/>
            </a:xfrm>
            <a:custGeom>
              <a:avLst/>
              <a:gdLst/>
              <a:ahLst/>
              <a:cxnLst/>
              <a:rect l="l" t="t" r="r" b="b"/>
              <a:pathLst>
                <a:path w="1939" h="660" extrusionOk="0">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63"/>
            <p:cNvSpPr/>
            <p:nvPr/>
          </p:nvSpPr>
          <p:spPr>
            <a:xfrm>
              <a:off x="4954154" y="1973150"/>
              <a:ext cx="171643" cy="68709"/>
            </a:xfrm>
            <a:custGeom>
              <a:avLst/>
              <a:gdLst/>
              <a:ahLst/>
              <a:cxnLst/>
              <a:rect l="l" t="t" r="r" b="b"/>
              <a:pathLst>
                <a:path w="6555" h="2624" extrusionOk="0">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63"/>
            <p:cNvSpPr/>
            <p:nvPr/>
          </p:nvSpPr>
          <p:spPr>
            <a:xfrm>
              <a:off x="4973400" y="2185118"/>
              <a:ext cx="55224" cy="50589"/>
            </a:xfrm>
            <a:custGeom>
              <a:avLst/>
              <a:gdLst/>
              <a:ahLst/>
              <a:cxnLst/>
              <a:rect l="l" t="t" r="r" b="b"/>
              <a:pathLst>
                <a:path w="2109" h="1932" extrusionOk="0">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63"/>
            <p:cNvSpPr/>
            <p:nvPr/>
          </p:nvSpPr>
          <p:spPr>
            <a:xfrm>
              <a:off x="5051327" y="2184987"/>
              <a:ext cx="55486" cy="50720"/>
            </a:xfrm>
            <a:custGeom>
              <a:avLst/>
              <a:gdLst/>
              <a:ahLst/>
              <a:cxnLst/>
              <a:rect l="l" t="t" r="r" b="b"/>
              <a:pathLst>
                <a:path w="2119" h="1937" extrusionOk="0">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63"/>
            <p:cNvSpPr/>
            <p:nvPr/>
          </p:nvSpPr>
          <p:spPr>
            <a:xfrm>
              <a:off x="4963895" y="2253408"/>
              <a:ext cx="15266" cy="11521"/>
            </a:xfrm>
            <a:custGeom>
              <a:avLst/>
              <a:gdLst/>
              <a:ahLst/>
              <a:cxnLst/>
              <a:rect l="l" t="t" r="r" b="b"/>
              <a:pathLst>
                <a:path w="583" h="440" extrusionOk="0">
                  <a:moveTo>
                    <a:pt x="287" y="1"/>
                  </a:moveTo>
                  <a:cubicBezTo>
                    <a:pt x="1" y="1"/>
                    <a:pt x="1" y="440"/>
                    <a:pt x="287" y="440"/>
                  </a:cubicBezTo>
                  <a:cubicBezTo>
                    <a:pt x="582" y="440"/>
                    <a:pt x="582" y="1"/>
                    <a:pt x="28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63"/>
            <p:cNvSpPr/>
            <p:nvPr/>
          </p:nvSpPr>
          <p:spPr>
            <a:xfrm>
              <a:off x="5101026" y="2253408"/>
              <a:ext cx="15266" cy="11521"/>
            </a:xfrm>
            <a:custGeom>
              <a:avLst/>
              <a:gdLst/>
              <a:ahLst/>
              <a:cxnLst/>
              <a:rect l="l" t="t" r="r" b="b"/>
              <a:pathLst>
                <a:path w="583" h="440" extrusionOk="0">
                  <a:moveTo>
                    <a:pt x="297" y="1"/>
                  </a:moveTo>
                  <a:cubicBezTo>
                    <a:pt x="1" y="1"/>
                    <a:pt x="1" y="440"/>
                    <a:pt x="297" y="440"/>
                  </a:cubicBezTo>
                  <a:cubicBezTo>
                    <a:pt x="583" y="440"/>
                    <a:pt x="583" y="1"/>
                    <a:pt x="29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63"/>
            <p:cNvSpPr/>
            <p:nvPr/>
          </p:nvSpPr>
          <p:spPr>
            <a:xfrm>
              <a:off x="5101026" y="2281898"/>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63"/>
            <p:cNvSpPr/>
            <p:nvPr/>
          </p:nvSpPr>
          <p:spPr>
            <a:xfrm>
              <a:off x="4963895" y="2281898"/>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63"/>
            <p:cNvSpPr/>
            <p:nvPr/>
          </p:nvSpPr>
          <p:spPr>
            <a:xfrm>
              <a:off x="5101026" y="2310623"/>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63"/>
            <p:cNvSpPr/>
            <p:nvPr/>
          </p:nvSpPr>
          <p:spPr>
            <a:xfrm>
              <a:off x="4963895" y="2310623"/>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63"/>
            <p:cNvSpPr/>
            <p:nvPr/>
          </p:nvSpPr>
          <p:spPr>
            <a:xfrm>
              <a:off x="4954390" y="2041833"/>
              <a:ext cx="22781" cy="37235"/>
            </a:xfrm>
            <a:custGeom>
              <a:avLst/>
              <a:gdLst/>
              <a:ahLst/>
              <a:cxnLst/>
              <a:rect l="l" t="t" r="r" b="b"/>
              <a:pathLst>
                <a:path w="870" h="1422" extrusionOk="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63"/>
            <p:cNvSpPr/>
            <p:nvPr/>
          </p:nvSpPr>
          <p:spPr>
            <a:xfrm>
              <a:off x="5103042" y="2041833"/>
              <a:ext cx="22755" cy="37235"/>
            </a:xfrm>
            <a:custGeom>
              <a:avLst/>
              <a:gdLst/>
              <a:ahLst/>
              <a:cxnLst/>
              <a:rect l="l" t="t" r="r" b="b"/>
              <a:pathLst>
                <a:path w="869" h="1422" extrusionOk="0">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63"/>
            <p:cNvSpPr/>
            <p:nvPr/>
          </p:nvSpPr>
          <p:spPr>
            <a:xfrm>
              <a:off x="4954390" y="1973150"/>
              <a:ext cx="70490" cy="68709"/>
            </a:xfrm>
            <a:custGeom>
              <a:avLst/>
              <a:gdLst/>
              <a:ahLst/>
              <a:cxnLst/>
              <a:rect l="l" t="t" r="r" b="b"/>
              <a:pathLst>
                <a:path w="2692" h="2624" extrusionOk="0">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63"/>
            <p:cNvSpPr/>
            <p:nvPr/>
          </p:nvSpPr>
          <p:spPr>
            <a:xfrm>
              <a:off x="4958658" y="2013344"/>
              <a:ext cx="162897" cy="11286"/>
            </a:xfrm>
            <a:custGeom>
              <a:avLst/>
              <a:gdLst/>
              <a:ahLst/>
              <a:cxnLst/>
              <a:rect l="l" t="t" r="r" b="b"/>
              <a:pathLst>
                <a:path w="6221" h="431" extrusionOk="0">
                  <a:moveTo>
                    <a:pt x="105" y="1"/>
                  </a:moveTo>
                  <a:lnTo>
                    <a:pt x="0" y="430"/>
                  </a:lnTo>
                  <a:lnTo>
                    <a:pt x="6220" y="430"/>
                  </a:lnTo>
                  <a:lnTo>
                    <a:pt x="6115"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63"/>
            <p:cNvSpPr/>
            <p:nvPr/>
          </p:nvSpPr>
          <p:spPr>
            <a:xfrm>
              <a:off x="4958658" y="2013344"/>
              <a:ext cx="42734" cy="11286"/>
            </a:xfrm>
            <a:custGeom>
              <a:avLst/>
              <a:gdLst/>
              <a:ahLst/>
              <a:cxnLst/>
              <a:rect l="l" t="t" r="r" b="b"/>
              <a:pathLst>
                <a:path w="1632" h="431" extrusionOk="0">
                  <a:moveTo>
                    <a:pt x="105" y="1"/>
                  </a:moveTo>
                  <a:lnTo>
                    <a:pt x="0" y="430"/>
                  </a:lnTo>
                  <a:lnTo>
                    <a:pt x="1527" y="430"/>
                  </a:lnTo>
                  <a:lnTo>
                    <a:pt x="1632"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63"/>
            <p:cNvSpPr/>
            <p:nvPr/>
          </p:nvSpPr>
          <p:spPr>
            <a:xfrm>
              <a:off x="4942659" y="2224945"/>
              <a:ext cx="97199" cy="102933"/>
            </a:xfrm>
            <a:custGeom>
              <a:avLst/>
              <a:gdLst/>
              <a:ahLst/>
              <a:cxnLst/>
              <a:rect l="l" t="t" r="r" b="b"/>
              <a:pathLst>
                <a:path w="3712" h="3931" extrusionOk="0">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1" name="Google Shape;12191;p63"/>
          <p:cNvGrpSpPr/>
          <p:nvPr/>
        </p:nvGrpSpPr>
        <p:grpSpPr>
          <a:xfrm>
            <a:off x="4886426" y="2726414"/>
            <a:ext cx="272560" cy="354676"/>
            <a:chOff x="4902701" y="2879989"/>
            <a:chExt cx="272560" cy="354676"/>
          </a:xfrm>
        </p:grpSpPr>
        <p:sp>
          <p:nvSpPr>
            <p:cNvPr id="12192" name="Google Shape;12192;p63"/>
            <p:cNvSpPr/>
            <p:nvPr/>
          </p:nvSpPr>
          <p:spPr>
            <a:xfrm>
              <a:off x="4902701" y="3081273"/>
              <a:ext cx="272560" cy="153392"/>
            </a:xfrm>
            <a:custGeom>
              <a:avLst/>
              <a:gdLst/>
              <a:ahLst/>
              <a:cxnLst/>
              <a:rect l="l" t="t" r="r" b="b"/>
              <a:pathLst>
                <a:path w="10409" h="5858" extrusionOk="0">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63"/>
            <p:cNvSpPr/>
            <p:nvPr/>
          </p:nvSpPr>
          <p:spPr>
            <a:xfrm>
              <a:off x="4902701" y="3123483"/>
              <a:ext cx="272560" cy="111182"/>
            </a:xfrm>
            <a:custGeom>
              <a:avLst/>
              <a:gdLst/>
              <a:ahLst/>
              <a:cxnLst/>
              <a:rect l="l" t="t" r="r" b="b"/>
              <a:pathLst>
                <a:path w="10409" h="4246" extrusionOk="0">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63"/>
            <p:cNvSpPr/>
            <p:nvPr/>
          </p:nvSpPr>
          <p:spPr>
            <a:xfrm>
              <a:off x="4966644" y="3123483"/>
              <a:ext cx="143913" cy="43781"/>
            </a:xfrm>
            <a:custGeom>
              <a:avLst/>
              <a:gdLst/>
              <a:ahLst/>
              <a:cxnLst/>
              <a:rect l="l" t="t" r="r" b="b"/>
              <a:pathLst>
                <a:path w="5496" h="1672" extrusionOk="0">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63"/>
            <p:cNvSpPr/>
            <p:nvPr/>
          </p:nvSpPr>
          <p:spPr>
            <a:xfrm>
              <a:off x="4998878" y="3081273"/>
              <a:ext cx="79445" cy="22676"/>
            </a:xfrm>
            <a:custGeom>
              <a:avLst/>
              <a:gdLst/>
              <a:ahLst/>
              <a:cxnLst/>
              <a:rect l="l" t="t" r="r" b="b"/>
              <a:pathLst>
                <a:path w="3034" h="866" extrusionOk="0">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63"/>
            <p:cNvSpPr/>
            <p:nvPr/>
          </p:nvSpPr>
          <p:spPr>
            <a:xfrm>
              <a:off x="4942397" y="2933616"/>
              <a:ext cx="187904" cy="158917"/>
            </a:xfrm>
            <a:custGeom>
              <a:avLst/>
              <a:gdLst/>
              <a:ahLst/>
              <a:cxnLst/>
              <a:rect l="l" t="t" r="r" b="b"/>
              <a:pathLst>
                <a:path w="7176" h="6069" extrusionOk="0">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63"/>
            <p:cNvSpPr/>
            <p:nvPr/>
          </p:nvSpPr>
          <p:spPr>
            <a:xfrm>
              <a:off x="4947163" y="2933616"/>
              <a:ext cx="142656" cy="159074"/>
            </a:xfrm>
            <a:custGeom>
              <a:avLst/>
              <a:gdLst/>
              <a:ahLst/>
              <a:cxnLst/>
              <a:rect l="l" t="t" r="r" b="b"/>
              <a:pathLst>
                <a:path w="5448" h="6075" extrusionOk="0">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63"/>
            <p:cNvSpPr/>
            <p:nvPr/>
          </p:nvSpPr>
          <p:spPr>
            <a:xfrm>
              <a:off x="4976883" y="3106175"/>
              <a:ext cx="61980" cy="49725"/>
            </a:xfrm>
            <a:custGeom>
              <a:avLst/>
              <a:gdLst/>
              <a:ahLst/>
              <a:cxnLst/>
              <a:rect l="l" t="t" r="r" b="b"/>
              <a:pathLst>
                <a:path w="2367" h="1899" extrusionOk="0">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63"/>
            <p:cNvSpPr/>
            <p:nvPr/>
          </p:nvSpPr>
          <p:spPr>
            <a:xfrm>
              <a:off x="5038836" y="3106175"/>
              <a:ext cx="61718" cy="49725"/>
            </a:xfrm>
            <a:custGeom>
              <a:avLst/>
              <a:gdLst/>
              <a:ahLst/>
              <a:cxnLst/>
              <a:rect l="l" t="t" r="r" b="b"/>
              <a:pathLst>
                <a:path w="2357" h="1899" extrusionOk="0">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63"/>
            <p:cNvSpPr/>
            <p:nvPr/>
          </p:nvSpPr>
          <p:spPr>
            <a:xfrm>
              <a:off x="4999114" y="2996512"/>
              <a:ext cx="11260" cy="17073"/>
            </a:xfrm>
            <a:custGeom>
              <a:avLst/>
              <a:gdLst/>
              <a:ahLst/>
              <a:cxnLst/>
              <a:rect l="l" t="t" r="r" b="b"/>
              <a:pathLst>
                <a:path w="430" h="652" extrusionOk="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63"/>
            <p:cNvSpPr/>
            <p:nvPr/>
          </p:nvSpPr>
          <p:spPr>
            <a:xfrm>
              <a:off x="5067064" y="2996512"/>
              <a:ext cx="11521" cy="17073"/>
            </a:xfrm>
            <a:custGeom>
              <a:avLst/>
              <a:gdLst/>
              <a:ahLst/>
              <a:cxnLst/>
              <a:rect l="l" t="t" r="r" b="b"/>
              <a:pathLst>
                <a:path w="440" h="652" extrusionOk="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63"/>
            <p:cNvSpPr/>
            <p:nvPr/>
          </p:nvSpPr>
          <p:spPr>
            <a:xfrm>
              <a:off x="4991363" y="2979099"/>
              <a:ext cx="26525" cy="11521"/>
            </a:xfrm>
            <a:custGeom>
              <a:avLst/>
              <a:gdLst/>
              <a:ahLst/>
              <a:cxnLst/>
              <a:rect l="l" t="t" r="r" b="b"/>
              <a:pathLst>
                <a:path w="1013" h="440" extrusionOk="0">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63"/>
            <p:cNvSpPr/>
            <p:nvPr/>
          </p:nvSpPr>
          <p:spPr>
            <a:xfrm>
              <a:off x="5059575" y="2979099"/>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63"/>
            <p:cNvSpPr/>
            <p:nvPr/>
          </p:nvSpPr>
          <p:spPr>
            <a:xfrm>
              <a:off x="5013097" y="3033538"/>
              <a:ext cx="51244" cy="22781"/>
            </a:xfrm>
            <a:custGeom>
              <a:avLst/>
              <a:gdLst/>
              <a:ahLst/>
              <a:cxnLst/>
              <a:rect l="l" t="t" r="r" b="b"/>
              <a:pathLst>
                <a:path w="1957" h="870" extrusionOk="0">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63"/>
            <p:cNvSpPr/>
            <p:nvPr/>
          </p:nvSpPr>
          <p:spPr>
            <a:xfrm>
              <a:off x="5033102" y="3172188"/>
              <a:ext cx="11260" cy="11260"/>
            </a:xfrm>
            <a:custGeom>
              <a:avLst/>
              <a:gdLst/>
              <a:ahLst/>
              <a:cxnLst/>
              <a:rect l="l" t="t" r="r" b="b"/>
              <a:pathLst>
                <a:path w="430" h="430" extrusionOk="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63"/>
            <p:cNvSpPr/>
            <p:nvPr/>
          </p:nvSpPr>
          <p:spPr>
            <a:xfrm>
              <a:off x="5033102" y="3206150"/>
              <a:ext cx="11260" cy="11521"/>
            </a:xfrm>
            <a:custGeom>
              <a:avLst/>
              <a:gdLst/>
              <a:ahLst/>
              <a:cxnLst/>
              <a:rect l="l" t="t" r="r" b="b"/>
              <a:pathLst>
                <a:path w="430" h="440" extrusionOk="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63"/>
            <p:cNvSpPr/>
            <p:nvPr/>
          </p:nvSpPr>
          <p:spPr>
            <a:xfrm>
              <a:off x="4944413" y="2922383"/>
              <a:ext cx="188637" cy="76460"/>
            </a:xfrm>
            <a:custGeom>
              <a:avLst/>
              <a:gdLst/>
              <a:ahLst/>
              <a:cxnLst/>
              <a:rect l="l" t="t" r="r" b="b"/>
              <a:pathLst>
                <a:path w="7204" h="2920" extrusionOk="0">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63"/>
            <p:cNvSpPr/>
            <p:nvPr/>
          </p:nvSpPr>
          <p:spPr>
            <a:xfrm>
              <a:off x="4976385" y="2879989"/>
              <a:ext cx="150668" cy="65148"/>
            </a:xfrm>
            <a:custGeom>
              <a:avLst/>
              <a:gdLst/>
              <a:ahLst/>
              <a:cxnLst/>
              <a:rect l="l" t="t" r="r" b="b"/>
              <a:pathLst>
                <a:path w="5754" h="2488" extrusionOk="0">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63"/>
            <p:cNvSpPr/>
            <p:nvPr/>
          </p:nvSpPr>
          <p:spPr>
            <a:xfrm>
              <a:off x="4936427" y="3183421"/>
              <a:ext cx="17256" cy="51244"/>
            </a:xfrm>
            <a:custGeom>
              <a:avLst/>
              <a:gdLst/>
              <a:ahLst/>
              <a:cxnLst/>
              <a:rect l="l" t="t" r="r" b="b"/>
              <a:pathLst>
                <a:path w="659" h="1957" extrusionOk="0">
                  <a:moveTo>
                    <a:pt x="658" y="1"/>
                  </a:moveTo>
                  <a:cubicBezTo>
                    <a:pt x="296" y="1"/>
                    <a:pt x="0" y="297"/>
                    <a:pt x="0" y="659"/>
                  </a:cubicBezTo>
                  <a:lnTo>
                    <a:pt x="0" y="1957"/>
                  </a:lnTo>
                  <a:lnTo>
                    <a:pt x="658" y="1957"/>
                  </a:lnTo>
                  <a:lnTo>
                    <a:pt x="658"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63"/>
            <p:cNvSpPr/>
            <p:nvPr/>
          </p:nvSpPr>
          <p:spPr>
            <a:xfrm>
              <a:off x="5123781" y="3183421"/>
              <a:ext cx="16994" cy="51244"/>
            </a:xfrm>
            <a:custGeom>
              <a:avLst/>
              <a:gdLst/>
              <a:ahLst/>
              <a:cxnLst/>
              <a:rect l="l" t="t" r="r" b="b"/>
              <a:pathLst>
                <a:path w="649" h="1957" extrusionOk="0">
                  <a:moveTo>
                    <a:pt x="0" y="1"/>
                  </a:moveTo>
                  <a:lnTo>
                    <a:pt x="0" y="1957"/>
                  </a:lnTo>
                  <a:lnTo>
                    <a:pt x="649" y="1957"/>
                  </a:lnTo>
                  <a:lnTo>
                    <a:pt x="649" y="659"/>
                  </a:lnTo>
                  <a:cubicBezTo>
                    <a:pt x="649" y="297"/>
                    <a:pt x="363" y="1"/>
                    <a:pt x="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63"/>
            <p:cNvSpPr/>
            <p:nvPr/>
          </p:nvSpPr>
          <p:spPr>
            <a:xfrm>
              <a:off x="4953657" y="3127725"/>
              <a:ext cx="22755" cy="106940"/>
            </a:xfrm>
            <a:custGeom>
              <a:avLst/>
              <a:gdLst/>
              <a:ahLst/>
              <a:cxnLst/>
              <a:rect l="l" t="t" r="r" b="b"/>
              <a:pathLst>
                <a:path w="869" h="4084" extrusionOk="0">
                  <a:moveTo>
                    <a:pt x="869" y="0"/>
                  </a:moveTo>
                  <a:lnTo>
                    <a:pt x="0" y="258"/>
                  </a:lnTo>
                  <a:lnTo>
                    <a:pt x="0" y="4084"/>
                  </a:lnTo>
                  <a:lnTo>
                    <a:pt x="869" y="4084"/>
                  </a:lnTo>
                  <a:lnTo>
                    <a:pt x="869"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63"/>
            <p:cNvSpPr/>
            <p:nvPr/>
          </p:nvSpPr>
          <p:spPr>
            <a:xfrm>
              <a:off x="5101288" y="3127725"/>
              <a:ext cx="22755" cy="106940"/>
            </a:xfrm>
            <a:custGeom>
              <a:avLst/>
              <a:gdLst/>
              <a:ahLst/>
              <a:cxnLst/>
              <a:rect l="l" t="t" r="r" b="b"/>
              <a:pathLst>
                <a:path w="869" h="4084" extrusionOk="0">
                  <a:moveTo>
                    <a:pt x="0" y="0"/>
                  </a:moveTo>
                  <a:lnTo>
                    <a:pt x="0" y="4084"/>
                  </a:lnTo>
                  <a:lnTo>
                    <a:pt x="869" y="4084"/>
                  </a:lnTo>
                  <a:lnTo>
                    <a:pt x="869" y="258"/>
                  </a:lnTo>
                  <a:lnTo>
                    <a:pt x="0"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63"/>
            <p:cNvSpPr/>
            <p:nvPr/>
          </p:nvSpPr>
          <p:spPr>
            <a:xfrm>
              <a:off x="4953657" y="3183421"/>
              <a:ext cx="11260" cy="51244"/>
            </a:xfrm>
            <a:custGeom>
              <a:avLst/>
              <a:gdLst/>
              <a:ahLst/>
              <a:cxnLst/>
              <a:rect l="l" t="t" r="r" b="b"/>
              <a:pathLst>
                <a:path w="430" h="1957" extrusionOk="0">
                  <a:moveTo>
                    <a:pt x="0" y="1"/>
                  </a:moveTo>
                  <a:lnTo>
                    <a:pt x="0" y="1957"/>
                  </a:lnTo>
                  <a:lnTo>
                    <a:pt x="430" y="1957"/>
                  </a:lnTo>
                  <a:lnTo>
                    <a:pt x="430" y="440"/>
                  </a:lnTo>
                  <a:cubicBezTo>
                    <a:pt x="430" y="201"/>
                    <a:pt x="239" y="1"/>
                    <a:pt x="0"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63"/>
            <p:cNvSpPr/>
            <p:nvPr/>
          </p:nvSpPr>
          <p:spPr>
            <a:xfrm>
              <a:off x="5112521" y="3183421"/>
              <a:ext cx="11286" cy="51244"/>
            </a:xfrm>
            <a:custGeom>
              <a:avLst/>
              <a:gdLst/>
              <a:ahLst/>
              <a:cxnLst/>
              <a:rect l="l" t="t" r="r" b="b"/>
              <a:pathLst>
                <a:path w="431" h="1957" extrusionOk="0">
                  <a:moveTo>
                    <a:pt x="430" y="1"/>
                  </a:moveTo>
                  <a:cubicBezTo>
                    <a:pt x="192" y="1"/>
                    <a:pt x="1" y="201"/>
                    <a:pt x="1" y="440"/>
                  </a:cubicBezTo>
                  <a:lnTo>
                    <a:pt x="1" y="1957"/>
                  </a:lnTo>
                  <a:lnTo>
                    <a:pt x="430" y="1957"/>
                  </a:lnTo>
                  <a:lnTo>
                    <a:pt x="43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63"/>
            <p:cNvSpPr/>
            <p:nvPr/>
          </p:nvSpPr>
          <p:spPr>
            <a:xfrm>
              <a:off x="5010112" y="2880172"/>
              <a:ext cx="110448" cy="44488"/>
            </a:xfrm>
            <a:custGeom>
              <a:avLst/>
              <a:gdLst/>
              <a:ahLst/>
              <a:cxnLst/>
              <a:rect l="l" t="t" r="r" b="b"/>
              <a:pathLst>
                <a:path w="4218" h="1699" extrusionOk="0">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6" name="Google Shape;12216;p63"/>
          <p:cNvGrpSpPr/>
          <p:nvPr/>
        </p:nvGrpSpPr>
        <p:grpSpPr>
          <a:xfrm>
            <a:off x="5787713" y="4114507"/>
            <a:ext cx="274550" cy="354728"/>
            <a:chOff x="5803988" y="4268082"/>
            <a:chExt cx="274550" cy="354728"/>
          </a:xfrm>
        </p:grpSpPr>
        <p:sp>
          <p:nvSpPr>
            <p:cNvPr id="12217" name="Google Shape;12217;p63"/>
            <p:cNvSpPr/>
            <p:nvPr/>
          </p:nvSpPr>
          <p:spPr>
            <a:xfrm>
              <a:off x="5803988" y="4519877"/>
              <a:ext cx="274550" cy="102933"/>
            </a:xfrm>
            <a:custGeom>
              <a:avLst/>
              <a:gdLst/>
              <a:ahLst/>
              <a:cxnLst/>
              <a:rect l="l" t="t" r="r" b="b"/>
              <a:pathLst>
                <a:path w="10485" h="3931" extrusionOk="0">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63"/>
            <p:cNvSpPr/>
            <p:nvPr/>
          </p:nvSpPr>
          <p:spPr>
            <a:xfrm>
              <a:off x="5870943" y="4519877"/>
              <a:ext cx="140666" cy="45745"/>
            </a:xfrm>
            <a:custGeom>
              <a:avLst/>
              <a:gdLst/>
              <a:ahLst/>
              <a:cxnLst/>
              <a:rect l="l" t="t" r="r" b="b"/>
              <a:pathLst>
                <a:path w="5372" h="1747" extrusionOk="0">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63"/>
            <p:cNvSpPr/>
            <p:nvPr/>
          </p:nvSpPr>
          <p:spPr>
            <a:xfrm>
              <a:off x="5849707" y="4523124"/>
              <a:ext cx="39984" cy="99686"/>
            </a:xfrm>
            <a:custGeom>
              <a:avLst/>
              <a:gdLst/>
              <a:ahLst/>
              <a:cxnLst/>
              <a:rect l="l" t="t" r="r" b="b"/>
              <a:pathLst>
                <a:path w="1527" h="3807" extrusionOk="0">
                  <a:moveTo>
                    <a:pt x="1527" y="0"/>
                  </a:moveTo>
                  <a:lnTo>
                    <a:pt x="0" y="458"/>
                  </a:lnTo>
                  <a:lnTo>
                    <a:pt x="0" y="3807"/>
                  </a:lnTo>
                  <a:lnTo>
                    <a:pt x="1527" y="3807"/>
                  </a:lnTo>
                  <a:lnTo>
                    <a:pt x="1527"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63"/>
            <p:cNvSpPr/>
            <p:nvPr/>
          </p:nvSpPr>
          <p:spPr>
            <a:xfrm>
              <a:off x="5870943" y="4523360"/>
              <a:ext cx="18748" cy="25007"/>
            </a:xfrm>
            <a:custGeom>
              <a:avLst/>
              <a:gdLst/>
              <a:ahLst/>
              <a:cxnLst/>
              <a:rect l="l" t="t" r="r" b="b"/>
              <a:pathLst>
                <a:path w="716" h="955" extrusionOk="0">
                  <a:moveTo>
                    <a:pt x="716" y="1"/>
                  </a:moveTo>
                  <a:lnTo>
                    <a:pt x="0" y="211"/>
                  </a:lnTo>
                  <a:cubicBezTo>
                    <a:pt x="200" y="497"/>
                    <a:pt x="439" y="745"/>
                    <a:pt x="716" y="955"/>
                  </a:cubicBezTo>
                  <a:lnTo>
                    <a:pt x="716"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63"/>
            <p:cNvSpPr/>
            <p:nvPr/>
          </p:nvSpPr>
          <p:spPr>
            <a:xfrm>
              <a:off x="5992835" y="4523124"/>
              <a:ext cx="39984" cy="99686"/>
            </a:xfrm>
            <a:custGeom>
              <a:avLst/>
              <a:gdLst/>
              <a:ahLst/>
              <a:cxnLst/>
              <a:rect l="l" t="t" r="r" b="b"/>
              <a:pathLst>
                <a:path w="1527" h="3807" extrusionOk="0">
                  <a:moveTo>
                    <a:pt x="1" y="0"/>
                  </a:moveTo>
                  <a:lnTo>
                    <a:pt x="1" y="3807"/>
                  </a:lnTo>
                  <a:lnTo>
                    <a:pt x="1527" y="3807"/>
                  </a:lnTo>
                  <a:lnTo>
                    <a:pt x="1527" y="458"/>
                  </a:lnTo>
                  <a:lnTo>
                    <a:pt x="1"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63"/>
            <p:cNvSpPr/>
            <p:nvPr/>
          </p:nvSpPr>
          <p:spPr>
            <a:xfrm>
              <a:off x="5992835" y="4523124"/>
              <a:ext cx="18775" cy="25007"/>
            </a:xfrm>
            <a:custGeom>
              <a:avLst/>
              <a:gdLst/>
              <a:ahLst/>
              <a:cxnLst/>
              <a:rect l="l" t="t" r="r" b="b"/>
              <a:pathLst>
                <a:path w="717" h="955" extrusionOk="0">
                  <a:moveTo>
                    <a:pt x="1" y="0"/>
                  </a:moveTo>
                  <a:lnTo>
                    <a:pt x="1" y="954"/>
                  </a:lnTo>
                  <a:cubicBezTo>
                    <a:pt x="277" y="744"/>
                    <a:pt x="516" y="496"/>
                    <a:pt x="716" y="220"/>
                  </a:cubicBezTo>
                  <a:lnTo>
                    <a:pt x="1"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63"/>
            <p:cNvSpPr/>
            <p:nvPr/>
          </p:nvSpPr>
          <p:spPr>
            <a:xfrm>
              <a:off x="5866924" y="4342500"/>
              <a:ext cx="157395" cy="36274"/>
            </a:xfrm>
            <a:custGeom>
              <a:avLst/>
              <a:gdLst/>
              <a:ahLst/>
              <a:cxnLst/>
              <a:rect l="l" t="t" r="r" b="b"/>
              <a:pathLst>
                <a:path w="5677" h="1308" extrusionOk="0">
                  <a:moveTo>
                    <a:pt x="0" y="1"/>
                  </a:moveTo>
                  <a:lnTo>
                    <a:pt x="0" y="1308"/>
                  </a:lnTo>
                  <a:lnTo>
                    <a:pt x="5677" y="1308"/>
                  </a:lnTo>
                  <a:lnTo>
                    <a:pt x="5677"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63"/>
            <p:cNvSpPr/>
            <p:nvPr/>
          </p:nvSpPr>
          <p:spPr>
            <a:xfrm>
              <a:off x="5844942" y="4376724"/>
              <a:ext cx="192643" cy="74470"/>
            </a:xfrm>
            <a:custGeom>
              <a:avLst/>
              <a:gdLst/>
              <a:ahLst/>
              <a:cxnLst/>
              <a:rect l="l" t="t" r="r" b="b"/>
              <a:pathLst>
                <a:path w="7357" h="2844" extrusionOk="0">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63"/>
            <p:cNvSpPr/>
            <p:nvPr/>
          </p:nvSpPr>
          <p:spPr>
            <a:xfrm>
              <a:off x="5848948" y="4376724"/>
              <a:ext cx="166903" cy="74470"/>
            </a:xfrm>
            <a:custGeom>
              <a:avLst/>
              <a:gdLst/>
              <a:ahLst/>
              <a:cxnLst/>
              <a:rect l="l" t="t" r="r" b="b"/>
              <a:pathLst>
                <a:path w="6374" h="2844" extrusionOk="0">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63"/>
            <p:cNvSpPr/>
            <p:nvPr/>
          </p:nvSpPr>
          <p:spPr>
            <a:xfrm>
              <a:off x="5866937" y="4439699"/>
              <a:ext cx="148652" cy="114428"/>
            </a:xfrm>
            <a:custGeom>
              <a:avLst/>
              <a:gdLst/>
              <a:ahLst/>
              <a:cxnLst/>
              <a:rect l="l" t="t" r="r" b="b"/>
              <a:pathLst>
                <a:path w="5677" h="4370" extrusionOk="0">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63"/>
            <p:cNvSpPr/>
            <p:nvPr/>
          </p:nvSpPr>
          <p:spPr>
            <a:xfrm>
              <a:off x="5901161" y="4405396"/>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63"/>
            <p:cNvSpPr/>
            <p:nvPr/>
          </p:nvSpPr>
          <p:spPr>
            <a:xfrm>
              <a:off x="5969844" y="4405396"/>
              <a:ext cx="11521" cy="17334"/>
            </a:xfrm>
            <a:custGeom>
              <a:avLst/>
              <a:gdLst/>
              <a:ahLst/>
              <a:cxnLst/>
              <a:rect l="l" t="t" r="r" b="b"/>
              <a:pathLst>
                <a:path w="440" h="662" extrusionOk="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63"/>
            <p:cNvSpPr/>
            <p:nvPr/>
          </p:nvSpPr>
          <p:spPr>
            <a:xfrm>
              <a:off x="5915877" y="4456745"/>
              <a:ext cx="50773" cy="17465"/>
            </a:xfrm>
            <a:custGeom>
              <a:avLst/>
              <a:gdLst/>
              <a:ahLst/>
              <a:cxnLst/>
              <a:rect l="l" t="t" r="r" b="b"/>
              <a:pathLst>
                <a:path w="1939" h="667" extrusionOk="0">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63"/>
            <p:cNvSpPr/>
            <p:nvPr/>
          </p:nvSpPr>
          <p:spPr>
            <a:xfrm>
              <a:off x="5884167" y="4268082"/>
              <a:ext cx="160147" cy="138492"/>
            </a:xfrm>
            <a:custGeom>
              <a:avLst/>
              <a:gdLst/>
              <a:ahLst/>
              <a:cxnLst/>
              <a:rect l="l" t="t" r="r" b="b"/>
              <a:pathLst>
                <a:path w="6116" h="5289" extrusionOk="0">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63"/>
            <p:cNvSpPr/>
            <p:nvPr/>
          </p:nvSpPr>
          <p:spPr>
            <a:xfrm>
              <a:off x="5838212" y="4268082"/>
              <a:ext cx="160147" cy="138492"/>
            </a:xfrm>
            <a:custGeom>
              <a:avLst/>
              <a:gdLst/>
              <a:ahLst/>
              <a:cxnLst/>
              <a:rect l="l" t="t" r="r" b="b"/>
              <a:pathLst>
                <a:path w="6116" h="5289" extrusionOk="0">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63"/>
            <p:cNvSpPr/>
            <p:nvPr/>
          </p:nvSpPr>
          <p:spPr>
            <a:xfrm>
              <a:off x="5866701" y="4439699"/>
              <a:ext cx="86201" cy="114428"/>
            </a:xfrm>
            <a:custGeom>
              <a:avLst/>
              <a:gdLst/>
              <a:ahLst/>
              <a:cxnLst/>
              <a:rect l="l" t="t" r="r" b="b"/>
              <a:pathLst>
                <a:path w="3292" h="4370" extrusionOk="0">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63"/>
            <p:cNvSpPr/>
            <p:nvPr/>
          </p:nvSpPr>
          <p:spPr>
            <a:xfrm>
              <a:off x="5935620" y="4571331"/>
              <a:ext cx="11286" cy="11521"/>
            </a:xfrm>
            <a:custGeom>
              <a:avLst/>
              <a:gdLst/>
              <a:ahLst/>
              <a:cxnLst/>
              <a:rect l="l" t="t" r="r" b="b"/>
              <a:pathLst>
                <a:path w="431" h="440" extrusionOk="0">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63"/>
            <p:cNvSpPr/>
            <p:nvPr/>
          </p:nvSpPr>
          <p:spPr>
            <a:xfrm>
              <a:off x="5935620" y="4600056"/>
              <a:ext cx="11286" cy="11260"/>
            </a:xfrm>
            <a:custGeom>
              <a:avLst/>
              <a:gdLst/>
              <a:ahLst/>
              <a:cxnLst/>
              <a:rect l="l" t="t" r="r" b="b"/>
              <a:pathLst>
                <a:path w="431" h="430" extrusionOk="0">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63"/>
            <p:cNvSpPr/>
            <p:nvPr/>
          </p:nvSpPr>
          <p:spPr>
            <a:xfrm>
              <a:off x="5832713" y="4571331"/>
              <a:ext cx="17020" cy="51480"/>
            </a:xfrm>
            <a:custGeom>
              <a:avLst/>
              <a:gdLst/>
              <a:ahLst/>
              <a:cxnLst/>
              <a:rect l="l" t="t" r="r" b="b"/>
              <a:pathLst>
                <a:path w="650" h="1966" extrusionOk="0">
                  <a:moveTo>
                    <a:pt x="649" y="1"/>
                  </a:moveTo>
                  <a:cubicBezTo>
                    <a:pt x="287" y="1"/>
                    <a:pt x="0" y="296"/>
                    <a:pt x="0" y="659"/>
                  </a:cubicBezTo>
                  <a:lnTo>
                    <a:pt x="0" y="1966"/>
                  </a:lnTo>
                  <a:lnTo>
                    <a:pt x="649" y="1966"/>
                  </a:lnTo>
                  <a:lnTo>
                    <a:pt x="64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63"/>
            <p:cNvSpPr/>
            <p:nvPr/>
          </p:nvSpPr>
          <p:spPr>
            <a:xfrm>
              <a:off x="5849707" y="4571331"/>
              <a:ext cx="11495" cy="51480"/>
            </a:xfrm>
            <a:custGeom>
              <a:avLst/>
              <a:gdLst/>
              <a:ahLst/>
              <a:cxnLst/>
              <a:rect l="l" t="t" r="r" b="b"/>
              <a:pathLst>
                <a:path w="439" h="1966" extrusionOk="0">
                  <a:moveTo>
                    <a:pt x="0" y="1"/>
                  </a:moveTo>
                  <a:lnTo>
                    <a:pt x="0" y="1966"/>
                  </a:lnTo>
                  <a:lnTo>
                    <a:pt x="439" y="1966"/>
                  </a:lnTo>
                  <a:lnTo>
                    <a:pt x="439" y="439"/>
                  </a:lnTo>
                  <a:cubicBezTo>
                    <a:pt x="439" y="191"/>
                    <a:pt x="239" y="1"/>
                    <a:pt x="0"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63"/>
            <p:cNvSpPr/>
            <p:nvPr/>
          </p:nvSpPr>
          <p:spPr>
            <a:xfrm>
              <a:off x="6032793" y="4571331"/>
              <a:ext cx="17282" cy="51480"/>
            </a:xfrm>
            <a:custGeom>
              <a:avLst/>
              <a:gdLst/>
              <a:ahLst/>
              <a:cxnLst/>
              <a:rect l="l" t="t" r="r" b="b"/>
              <a:pathLst>
                <a:path w="660" h="1966" extrusionOk="0">
                  <a:moveTo>
                    <a:pt x="1" y="1"/>
                  </a:moveTo>
                  <a:lnTo>
                    <a:pt x="1" y="1966"/>
                  </a:lnTo>
                  <a:lnTo>
                    <a:pt x="659" y="1966"/>
                  </a:lnTo>
                  <a:lnTo>
                    <a:pt x="659" y="659"/>
                  </a:lnTo>
                  <a:cubicBezTo>
                    <a:pt x="650" y="296"/>
                    <a:pt x="363" y="1"/>
                    <a:pt x="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63"/>
            <p:cNvSpPr/>
            <p:nvPr/>
          </p:nvSpPr>
          <p:spPr>
            <a:xfrm>
              <a:off x="6021324" y="4571331"/>
              <a:ext cx="11495" cy="51480"/>
            </a:xfrm>
            <a:custGeom>
              <a:avLst/>
              <a:gdLst/>
              <a:ahLst/>
              <a:cxnLst/>
              <a:rect l="l" t="t" r="r" b="b"/>
              <a:pathLst>
                <a:path w="439" h="1966" extrusionOk="0">
                  <a:moveTo>
                    <a:pt x="439" y="1"/>
                  </a:moveTo>
                  <a:cubicBezTo>
                    <a:pt x="191" y="1"/>
                    <a:pt x="0" y="191"/>
                    <a:pt x="0" y="439"/>
                  </a:cubicBezTo>
                  <a:lnTo>
                    <a:pt x="0" y="1966"/>
                  </a:lnTo>
                  <a:lnTo>
                    <a:pt x="439" y="1966"/>
                  </a:lnTo>
                  <a:lnTo>
                    <a:pt x="43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9" name="Google Shape;12239;p63"/>
          <p:cNvGrpSpPr/>
          <p:nvPr/>
        </p:nvGrpSpPr>
        <p:grpSpPr>
          <a:xfrm>
            <a:off x="5336074" y="4114507"/>
            <a:ext cx="274550" cy="354728"/>
            <a:chOff x="5352349" y="4268082"/>
            <a:chExt cx="274550" cy="354728"/>
          </a:xfrm>
        </p:grpSpPr>
        <p:sp>
          <p:nvSpPr>
            <p:cNvPr id="12240" name="Google Shape;12240;p63"/>
            <p:cNvSpPr/>
            <p:nvPr/>
          </p:nvSpPr>
          <p:spPr>
            <a:xfrm>
              <a:off x="5352349" y="4502647"/>
              <a:ext cx="274550" cy="120163"/>
            </a:xfrm>
            <a:custGeom>
              <a:avLst/>
              <a:gdLst/>
              <a:ahLst/>
              <a:cxnLst/>
              <a:rect l="l" t="t" r="r" b="b"/>
              <a:pathLst>
                <a:path w="10485" h="4589" extrusionOk="0">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63"/>
            <p:cNvSpPr/>
            <p:nvPr/>
          </p:nvSpPr>
          <p:spPr>
            <a:xfrm>
              <a:off x="5449522" y="4468424"/>
              <a:ext cx="80205" cy="154387"/>
            </a:xfrm>
            <a:custGeom>
              <a:avLst/>
              <a:gdLst/>
              <a:ahLst/>
              <a:cxnLst/>
              <a:rect l="l" t="t" r="r" b="b"/>
              <a:pathLst>
                <a:path w="3063" h="5896" extrusionOk="0">
                  <a:moveTo>
                    <a:pt x="0" y="0"/>
                  </a:moveTo>
                  <a:lnTo>
                    <a:pt x="0" y="5896"/>
                  </a:lnTo>
                  <a:lnTo>
                    <a:pt x="3062" y="5896"/>
                  </a:lnTo>
                  <a:lnTo>
                    <a:pt x="3062"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63"/>
            <p:cNvSpPr/>
            <p:nvPr/>
          </p:nvSpPr>
          <p:spPr>
            <a:xfrm>
              <a:off x="5449522" y="4468162"/>
              <a:ext cx="80205" cy="28882"/>
            </a:xfrm>
            <a:custGeom>
              <a:avLst/>
              <a:gdLst/>
              <a:ahLst/>
              <a:cxnLst/>
              <a:rect l="l" t="t" r="r" b="b"/>
              <a:pathLst>
                <a:path w="3063" h="1103" extrusionOk="0">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63"/>
            <p:cNvSpPr/>
            <p:nvPr/>
          </p:nvSpPr>
          <p:spPr>
            <a:xfrm>
              <a:off x="5529700" y="4456928"/>
              <a:ext cx="64729" cy="165882"/>
            </a:xfrm>
            <a:custGeom>
              <a:avLst/>
              <a:gdLst/>
              <a:ahLst/>
              <a:cxnLst/>
              <a:rect l="l" t="t" r="r" b="b"/>
              <a:pathLst>
                <a:path w="2472" h="6335" extrusionOk="0">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63"/>
            <p:cNvSpPr/>
            <p:nvPr/>
          </p:nvSpPr>
          <p:spPr>
            <a:xfrm>
              <a:off x="5384819" y="4456928"/>
              <a:ext cx="64965" cy="165882"/>
            </a:xfrm>
            <a:custGeom>
              <a:avLst/>
              <a:gdLst/>
              <a:ahLst/>
              <a:cxnLst/>
              <a:rect l="l" t="t" r="r" b="b"/>
              <a:pathLst>
                <a:path w="2481" h="6335" extrusionOk="0">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63"/>
            <p:cNvSpPr/>
            <p:nvPr/>
          </p:nvSpPr>
          <p:spPr>
            <a:xfrm>
              <a:off x="5449522" y="4523622"/>
              <a:ext cx="80205" cy="99189"/>
            </a:xfrm>
            <a:custGeom>
              <a:avLst/>
              <a:gdLst/>
              <a:ahLst/>
              <a:cxnLst/>
              <a:rect l="l" t="t" r="r" b="b"/>
              <a:pathLst>
                <a:path w="3063" h="3788" extrusionOk="0">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63"/>
            <p:cNvSpPr/>
            <p:nvPr/>
          </p:nvSpPr>
          <p:spPr>
            <a:xfrm>
              <a:off x="5449522" y="4523622"/>
              <a:ext cx="80205" cy="42053"/>
            </a:xfrm>
            <a:custGeom>
              <a:avLst/>
              <a:gdLst/>
              <a:ahLst/>
              <a:cxnLst/>
              <a:rect l="l" t="t" r="r" b="b"/>
              <a:pathLst>
                <a:path w="3063" h="1606" extrusionOk="0">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63"/>
            <p:cNvSpPr/>
            <p:nvPr/>
          </p:nvSpPr>
          <p:spPr>
            <a:xfrm>
              <a:off x="5398042" y="4273817"/>
              <a:ext cx="183138" cy="125924"/>
            </a:xfrm>
            <a:custGeom>
              <a:avLst/>
              <a:gdLst/>
              <a:ahLst/>
              <a:cxnLst/>
              <a:rect l="l" t="t" r="r" b="b"/>
              <a:pathLst>
                <a:path w="6994" h="4809" extrusionOk="0">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63"/>
            <p:cNvSpPr/>
            <p:nvPr/>
          </p:nvSpPr>
          <p:spPr>
            <a:xfrm>
              <a:off x="5397833" y="4273817"/>
              <a:ext cx="106154" cy="125924"/>
            </a:xfrm>
            <a:custGeom>
              <a:avLst/>
              <a:gdLst/>
              <a:ahLst/>
              <a:cxnLst/>
              <a:rect l="l" t="t" r="r" b="b"/>
              <a:pathLst>
                <a:path w="4054" h="4809" extrusionOk="0">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63"/>
            <p:cNvSpPr/>
            <p:nvPr/>
          </p:nvSpPr>
          <p:spPr>
            <a:xfrm>
              <a:off x="5363818" y="4348261"/>
              <a:ext cx="251585" cy="91438"/>
            </a:xfrm>
            <a:custGeom>
              <a:avLst/>
              <a:gdLst/>
              <a:ahLst/>
              <a:cxnLst/>
              <a:rect l="l" t="t" r="r" b="b"/>
              <a:pathLst>
                <a:path w="9608" h="3492" extrusionOk="0">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63"/>
            <p:cNvSpPr/>
            <p:nvPr/>
          </p:nvSpPr>
          <p:spPr>
            <a:xfrm>
              <a:off x="5363818" y="4359494"/>
              <a:ext cx="251585" cy="91700"/>
            </a:xfrm>
            <a:custGeom>
              <a:avLst/>
              <a:gdLst/>
              <a:ahLst/>
              <a:cxnLst/>
              <a:rect l="l" t="t" r="r" b="b"/>
              <a:pathLst>
                <a:path w="9608" h="3502" extrusionOk="0">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63"/>
            <p:cNvSpPr/>
            <p:nvPr/>
          </p:nvSpPr>
          <p:spPr>
            <a:xfrm>
              <a:off x="5394298" y="4359756"/>
              <a:ext cx="190627" cy="125924"/>
            </a:xfrm>
            <a:custGeom>
              <a:avLst/>
              <a:gdLst/>
              <a:ahLst/>
              <a:cxnLst/>
              <a:rect l="l" t="t" r="r" b="b"/>
              <a:pathLst>
                <a:path w="7280" h="4809" extrusionOk="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63"/>
            <p:cNvSpPr/>
            <p:nvPr/>
          </p:nvSpPr>
          <p:spPr>
            <a:xfrm>
              <a:off x="5397047" y="4359756"/>
              <a:ext cx="144175" cy="125688"/>
            </a:xfrm>
            <a:custGeom>
              <a:avLst/>
              <a:gdLst/>
              <a:ahLst/>
              <a:cxnLst/>
              <a:rect l="l" t="t" r="r" b="b"/>
              <a:pathLst>
                <a:path w="5506" h="4800" extrusionOk="0">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63"/>
            <p:cNvSpPr/>
            <p:nvPr/>
          </p:nvSpPr>
          <p:spPr>
            <a:xfrm>
              <a:off x="5466752" y="4268082"/>
              <a:ext cx="45745" cy="65201"/>
            </a:xfrm>
            <a:custGeom>
              <a:avLst/>
              <a:gdLst/>
              <a:ahLst/>
              <a:cxnLst/>
              <a:rect l="l" t="t" r="r" b="b"/>
              <a:pathLst>
                <a:path w="1747" h="2490" extrusionOk="0">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63"/>
            <p:cNvSpPr/>
            <p:nvPr/>
          </p:nvSpPr>
          <p:spPr>
            <a:xfrm>
              <a:off x="5466752" y="4268082"/>
              <a:ext cx="22755" cy="65201"/>
            </a:xfrm>
            <a:custGeom>
              <a:avLst/>
              <a:gdLst/>
              <a:ahLst/>
              <a:cxnLst/>
              <a:rect l="l" t="t" r="r" b="b"/>
              <a:pathLst>
                <a:path w="869" h="2490" extrusionOk="0">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63"/>
            <p:cNvSpPr/>
            <p:nvPr/>
          </p:nvSpPr>
          <p:spPr>
            <a:xfrm>
              <a:off x="5449522" y="4388350"/>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63"/>
            <p:cNvSpPr/>
            <p:nvPr/>
          </p:nvSpPr>
          <p:spPr>
            <a:xfrm>
              <a:off x="5518205" y="4388350"/>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63"/>
            <p:cNvSpPr/>
            <p:nvPr/>
          </p:nvSpPr>
          <p:spPr>
            <a:xfrm>
              <a:off x="5442007" y="4371251"/>
              <a:ext cx="26525" cy="11260"/>
            </a:xfrm>
            <a:custGeom>
              <a:avLst/>
              <a:gdLst/>
              <a:ahLst/>
              <a:cxnLst/>
              <a:rect l="l" t="t" r="r" b="b"/>
              <a:pathLst>
                <a:path w="1013" h="430" extrusionOk="0">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63"/>
            <p:cNvSpPr/>
            <p:nvPr/>
          </p:nvSpPr>
          <p:spPr>
            <a:xfrm>
              <a:off x="5464264" y="4428230"/>
              <a:ext cx="50720" cy="17256"/>
            </a:xfrm>
            <a:custGeom>
              <a:avLst/>
              <a:gdLst/>
              <a:ahLst/>
              <a:cxnLst/>
              <a:rect l="l" t="t" r="r" b="b"/>
              <a:pathLst>
                <a:path w="1937" h="659" extrusionOk="0">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63"/>
            <p:cNvSpPr/>
            <p:nvPr/>
          </p:nvSpPr>
          <p:spPr>
            <a:xfrm>
              <a:off x="5510716" y="4371251"/>
              <a:ext cx="26499" cy="11260"/>
            </a:xfrm>
            <a:custGeom>
              <a:avLst/>
              <a:gdLst/>
              <a:ahLst/>
              <a:cxnLst/>
              <a:rect l="l" t="t" r="r" b="b"/>
              <a:pathLst>
                <a:path w="1012" h="430" extrusionOk="0">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63"/>
            <p:cNvSpPr/>
            <p:nvPr/>
          </p:nvSpPr>
          <p:spPr>
            <a:xfrm>
              <a:off x="5403803" y="4359756"/>
              <a:ext cx="23017" cy="30244"/>
            </a:xfrm>
            <a:custGeom>
              <a:avLst/>
              <a:gdLst/>
              <a:ahLst/>
              <a:cxnLst/>
              <a:rect l="l" t="t" r="r" b="b"/>
              <a:pathLst>
                <a:path w="879" h="1155" extrusionOk="0">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63"/>
            <p:cNvSpPr/>
            <p:nvPr/>
          </p:nvSpPr>
          <p:spPr>
            <a:xfrm>
              <a:off x="5552429" y="4359756"/>
              <a:ext cx="23017" cy="30244"/>
            </a:xfrm>
            <a:custGeom>
              <a:avLst/>
              <a:gdLst/>
              <a:ahLst/>
              <a:cxnLst/>
              <a:rect l="l" t="t" r="r" b="b"/>
              <a:pathLst>
                <a:path w="879" h="1155" extrusionOk="0">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2" name="Google Shape;12262;p63"/>
          <p:cNvGrpSpPr/>
          <p:nvPr/>
        </p:nvGrpSpPr>
        <p:grpSpPr>
          <a:xfrm>
            <a:off x="7590551" y="2265715"/>
            <a:ext cx="274550" cy="354728"/>
            <a:chOff x="7606826" y="2419290"/>
            <a:chExt cx="274550" cy="354728"/>
          </a:xfrm>
        </p:grpSpPr>
        <p:sp>
          <p:nvSpPr>
            <p:cNvPr id="12263" name="Google Shape;12263;p63"/>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63"/>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63"/>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63"/>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63"/>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63"/>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63"/>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63"/>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63"/>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63"/>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63"/>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63"/>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63"/>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63"/>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63"/>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8" name="Google Shape;12278;p63"/>
          <p:cNvGrpSpPr/>
          <p:nvPr/>
        </p:nvGrpSpPr>
        <p:grpSpPr>
          <a:xfrm>
            <a:off x="7139907" y="2265715"/>
            <a:ext cx="274550" cy="354728"/>
            <a:chOff x="7156182" y="2419290"/>
            <a:chExt cx="274550" cy="354728"/>
          </a:xfrm>
        </p:grpSpPr>
        <p:sp>
          <p:nvSpPr>
            <p:cNvPr id="12279" name="Google Shape;12279;p63"/>
            <p:cNvSpPr/>
            <p:nvPr/>
          </p:nvSpPr>
          <p:spPr>
            <a:xfrm>
              <a:off x="7156182" y="2602402"/>
              <a:ext cx="274550" cy="171616"/>
            </a:xfrm>
            <a:custGeom>
              <a:avLst/>
              <a:gdLst/>
              <a:ahLst/>
              <a:cxnLst/>
              <a:rect l="l" t="t" r="r" b="b"/>
              <a:pathLst>
                <a:path w="10485" h="6554" extrusionOk="0">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63"/>
            <p:cNvSpPr/>
            <p:nvPr/>
          </p:nvSpPr>
          <p:spPr>
            <a:xfrm>
              <a:off x="7156182" y="2654353"/>
              <a:ext cx="274550" cy="119665"/>
            </a:xfrm>
            <a:custGeom>
              <a:avLst/>
              <a:gdLst/>
              <a:ahLst/>
              <a:cxnLst/>
              <a:rect l="l" t="t" r="r" b="b"/>
              <a:pathLst>
                <a:path w="10485" h="4570" extrusionOk="0">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63"/>
            <p:cNvSpPr/>
            <p:nvPr/>
          </p:nvSpPr>
          <p:spPr>
            <a:xfrm>
              <a:off x="7253354" y="2602402"/>
              <a:ext cx="80205" cy="28620"/>
            </a:xfrm>
            <a:custGeom>
              <a:avLst/>
              <a:gdLst/>
              <a:ahLst/>
              <a:cxnLst/>
              <a:rect l="l" t="t" r="r" b="b"/>
              <a:pathLst>
                <a:path w="3063" h="1093" extrusionOk="0">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63"/>
            <p:cNvSpPr/>
            <p:nvPr/>
          </p:nvSpPr>
          <p:spPr>
            <a:xfrm>
              <a:off x="7197135" y="2487974"/>
              <a:ext cx="192381" cy="131423"/>
            </a:xfrm>
            <a:custGeom>
              <a:avLst/>
              <a:gdLst/>
              <a:ahLst/>
              <a:cxnLst/>
              <a:rect l="l" t="t" r="r" b="b"/>
              <a:pathLst>
                <a:path w="7347" h="5019" extrusionOk="0">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63"/>
            <p:cNvSpPr/>
            <p:nvPr/>
          </p:nvSpPr>
          <p:spPr>
            <a:xfrm>
              <a:off x="7201141" y="2499469"/>
              <a:ext cx="155408" cy="120163"/>
            </a:xfrm>
            <a:custGeom>
              <a:avLst/>
              <a:gdLst/>
              <a:ahLst/>
              <a:cxnLst/>
              <a:rect l="l" t="t" r="r" b="b"/>
              <a:pathLst>
                <a:path w="5935" h="4589" extrusionOk="0">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63"/>
            <p:cNvSpPr/>
            <p:nvPr/>
          </p:nvSpPr>
          <p:spPr>
            <a:xfrm>
              <a:off x="7253354" y="2522328"/>
              <a:ext cx="11495" cy="17125"/>
            </a:xfrm>
            <a:custGeom>
              <a:avLst/>
              <a:gdLst/>
              <a:ahLst/>
              <a:cxnLst/>
              <a:rect l="l" t="t" r="r" b="b"/>
              <a:pathLst>
                <a:path w="439" h="654" extrusionOk="0">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63"/>
            <p:cNvSpPr/>
            <p:nvPr/>
          </p:nvSpPr>
          <p:spPr>
            <a:xfrm>
              <a:off x="7322038" y="2522328"/>
              <a:ext cx="11260" cy="17125"/>
            </a:xfrm>
            <a:custGeom>
              <a:avLst/>
              <a:gdLst/>
              <a:ahLst/>
              <a:cxnLst/>
              <a:rect l="l" t="t" r="r" b="b"/>
              <a:pathLst>
                <a:path w="430" h="654"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63"/>
            <p:cNvSpPr/>
            <p:nvPr/>
          </p:nvSpPr>
          <p:spPr>
            <a:xfrm>
              <a:off x="7197109" y="2657574"/>
              <a:ext cx="191439" cy="81750"/>
            </a:xfrm>
            <a:custGeom>
              <a:avLst/>
              <a:gdLst/>
              <a:ahLst/>
              <a:cxnLst/>
              <a:rect l="l" t="t" r="r" b="b"/>
              <a:pathLst>
                <a:path w="7311" h="3122" extrusionOk="0">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63"/>
            <p:cNvSpPr/>
            <p:nvPr/>
          </p:nvSpPr>
          <p:spPr>
            <a:xfrm>
              <a:off x="7159926" y="2476478"/>
              <a:ext cx="64729" cy="11521"/>
            </a:xfrm>
            <a:custGeom>
              <a:avLst/>
              <a:gdLst/>
              <a:ahLst/>
              <a:cxnLst/>
              <a:rect l="l" t="t" r="r" b="b"/>
              <a:pathLst>
                <a:path w="2472" h="440" extrusionOk="0">
                  <a:moveTo>
                    <a:pt x="286" y="1"/>
                  </a:moveTo>
                  <a:cubicBezTo>
                    <a:pt x="0" y="1"/>
                    <a:pt x="0" y="440"/>
                    <a:pt x="286" y="440"/>
                  </a:cubicBezTo>
                  <a:lnTo>
                    <a:pt x="2471" y="440"/>
                  </a:lnTo>
                  <a:lnTo>
                    <a:pt x="2471" y="1"/>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63"/>
            <p:cNvSpPr/>
            <p:nvPr/>
          </p:nvSpPr>
          <p:spPr>
            <a:xfrm>
              <a:off x="7285824" y="2562182"/>
              <a:ext cx="26499" cy="11495"/>
            </a:xfrm>
            <a:custGeom>
              <a:avLst/>
              <a:gdLst/>
              <a:ahLst/>
              <a:cxnLst/>
              <a:rect l="l" t="t" r="r" b="b"/>
              <a:pathLst>
                <a:path w="1012" h="439" extrusionOk="0">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63"/>
            <p:cNvSpPr/>
            <p:nvPr/>
          </p:nvSpPr>
          <p:spPr>
            <a:xfrm>
              <a:off x="7220623" y="2654589"/>
              <a:ext cx="145405" cy="62242"/>
            </a:xfrm>
            <a:custGeom>
              <a:avLst/>
              <a:gdLst/>
              <a:ahLst/>
              <a:cxnLst/>
              <a:rect l="l" t="t" r="r" b="b"/>
              <a:pathLst>
                <a:path w="5553" h="2377" extrusionOk="0">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63"/>
            <p:cNvSpPr/>
            <p:nvPr/>
          </p:nvSpPr>
          <p:spPr>
            <a:xfrm>
              <a:off x="7218869" y="2487974"/>
              <a:ext cx="148914" cy="22755"/>
            </a:xfrm>
            <a:custGeom>
              <a:avLst/>
              <a:gdLst/>
              <a:ahLst/>
              <a:cxnLst/>
              <a:rect l="l" t="t" r="r" b="b"/>
              <a:pathLst>
                <a:path w="5687" h="869" extrusionOk="0">
                  <a:moveTo>
                    <a:pt x="1" y="1"/>
                  </a:moveTo>
                  <a:lnTo>
                    <a:pt x="1" y="869"/>
                  </a:lnTo>
                  <a:lnTo>
                    <a:pt x="5686" y="869"/>
                  </a:lnTo>
                  <a:lnTo>
                    <a:pt x="5686"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63"/>
            <p:cNvSpPr/>
            <p:nvPr/>
          </p:nvSpPr>
          <p:spPr>
            <a:xfrm>
              <a:off x="7213370" y="2419290"/>
              <a:ext cx="159912" cy="68709"/>
            </a:xfrm>
            <a:custGeom>
              <a:avLst/>
              <a:gdLst/>
              <a:ahLst/>
              <a:cxnLst/>
              <a:rect l="l" t="t" r="r" b="b"/>
              <a:pathLst>
                <a:path w="6107" h="2624" extrusionOk="0">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63"/>
            <p:cNvSpPr/>
            <p:nvPr/>
          </p:nvSpPr>
          <p:spPr>
            <a:xfrm>
              <a:off x="7213370" y="2419290"/>
              <a:ext cx="100210" cy="68709"/>
            </a:xfrm>
            <a:custGeom>
              <a:avLst/>
              <a:gdLst/>
              <a:ahLst/>
              <a:cxnLst/>
              <a:rect l="l" t="t" r="r" b="b"/>
              <a:pathLst>
                <a:path w="3827" h="2624" extrusionOk="0">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63"/>
            <p:cNvSpPr/>
            <p:nvPr/>
          </p:nvSpPr>
          <p:spPr>
            <a:xfrm>
              <a:off x="7341781" y="2453514"/>
              <a:ext cx="23514" cy="17256"/>
            </a:xfrm>
            <a:custGeom>
              <a:avLst/>
              <a:gdLst/>
              <a:ahLst/>
              <a:cxnLst/>
              <a:rect l="l" t="t" r="r" b="b"/>
              <a:pathLst>
                <a:path w="898" h="659" extrusionOk="0">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4" name="Google Shape;12294;p63"/>
          <p:cNvGrpSpPr/>
          <p:nvPr/>
        </p:nvGrpSpPr>
        <p:grpSpPr>
          <a:xfrm>
            <a:off x="6689001" y="2265715"/>
            <a:ext cx="274812" cy="354728"/>
            <a:chOff x="6705276" y="2419290"/>
            <a:chExt cx="274812" cy="354728"/>
          </a:xfrm>
        </p:grpSpPr>
        <p:sp>
          <p:nvSpPr>
            <p:cNvPr id="12295" name="Google Shape;12295;p63"/>
            <p:cNvSpPr/>
            <p:nvPr/>
          </p:nvSpPr>
          <p:spPr>
            <a:xfrm>
              <a:off x="6705538" y="2608136"/>
              <a:ext cx="274550" cy="165882"/>
            </a:xfrm>
            <a:custGeom>
              <a:avLst/>
              <a:gdLst/>
              <a:ahLst/>
              <a:cxnLst/>
              <a:rect l="l" t="t" r="r" b="b"/>
              <a:pathLst>
                <a:path w="10485" h="6335" extrusionOk="0">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63"/>
            <p:cNvSpPr/>
            <p:nvPr/>
          </p:nvSpPr>
          <p:spPr>
            <a:xfrm>
              <a:off x="6705276" y="2651604"/>
              <a:ext cx="274812" cy="122415"/>
            </a:xfrm>
            <a:custGeom>
              <a:avLst/>
              <a:gdLst/>
              <a:ahLst/>
              <a:cxnLst/>
              <a:rect l="l" t="t" r="r" b="b"/>
              <a:pathLst>
                <a:path w="10495" h="4675" extrusionOk="0">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63"/>
            <p:cNvSpPr/>
            <p:nvPr/>
          </p:nvSpPr>
          <p:spPr>
            <a:xfrm>
              <a:off x="6773959" y="2656343"/>
              <a:ext cx="137681" cy="117675"/>
            </a:xfrm>
            <a:custGeom>
              <a:avLst/>
              <a:gdLst/>
              <a:ahLst/>
              <a:cxnLst/>
              <a:rect l="l" t="t" r="r" b="b"/>
              <a:pathLst>
                <a:path w="5258" h="4494" extrusionOk="0">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63"/>
            <p:cNvSpPr/>
            <p:nvPr/>
          </p:nvSpPr>
          <p:spPr>
            <a:xfrm>
              <a:off x="6780479" y="2656343"/>
              <a:ext cx="124405" cy="46321"/>
            </a:xfrm>
            <a:custGeom>
              <a:avLst/>
              <a:gdLst/>
              <a:ahLst/>
              <a:cxnLst/>
              <a:rect l="l" t="t" r="r" b="b"/>
              <a:pathLst>
                <a:path w="4751" h="1769" extrusionOk="0">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63"/>
            <p:cNvSpPr/>
            <p:nvPr/>
          </p:nvSpPr>
          <p:spPr>
            <a:xfrm>
              <a:off x="6825439" y="2693814"/>
              <a:ext cx="34486" cy="80205"/>
            </a:xfrm>
            <a:custGeom>
              <a:avLst/>
              <a:gdLst/>
              <a:ahLst/>
              <a:cxnLst/>
              <a:rect l="l" t="t" r="r" b="b"/>
              <a:pathLst>
                <a:path w="1317" h="3063" extrusionOk="0">
                  <a:moveTo>
                    <a:pt x="344" y="1"/>
                  </a:moveTo>
                  <a:lnTo>
                    <a:pt x="0" y="3063"/>
                  </a:lnTo>
                  <a:lnTo>
                    <a:pt x="1317" y="3063"/>
                  </a:lnTo>
                  <a:lnTo>
                    <a:pt x="973"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63"/>
            <p:cNvSpPr/>
            <p:nvPr/>
          </p:nvSpPr>
          <p:spPr>
            <a:xfrm>
              <a:off x="6819678" y="2665351"/>
              <a:ext cx="46007" cy="34250"/>
            </a:xfrm>
            <a:custGeom>
              <a:avLst/>
              <a:gdLst/>
              <a:ahLst/>
              <a:cxnLst/>
              <a:rect l="l" t="t" r="r" b="b"/>
              <a:pathLst>
                <a:path w="1757" h="1308" extrusionOk="0">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63"/>
            <p:cNvSpPr/>
            <p:nvPr/>
          </p:nvSpPr>
          <p:spPr>
            <a:xfrm>
              <a:off x="6802710" y="2608136"/>
              <a:ext cx="79943" cy="22886"/>
            </a:xfrm>
            <a:custGeom>
              <a:avLst/>
              <a:gdLst/>
              <a:ahLst/>
              <a:cxnLst/>
              <a:rect l="l" t="t" r="r" b="b"/>
              <a:pathLst>
                <a:path w="3053" h="874" extrusionOk="0">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63"/>
            <p:cNvSpPr/>
            <p:nvPr/>
          </p:nvSpPr>
          <p:spPr>
            <a:xfrm>
              <a:off x="6722768" y="2447753"/>
              <a:ext cx="62713" cy="143180"/>
            </a:xfrm>
            <a:custGeom>
              <a:avLst/>
              <a:gdLst/>
              <a:ahLst/>
              <a:cxnLst/>
              <a:rect l="l" t="t" r="r" b="b"/>
              <a:pathLst>
                <a:path w="2395" h="5468" extrusionOk="0">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63"/>
            <p:cNvSpPr/>
            <p:nvPr/>
          </p:nvSpPr>
          <p:spPr>
            <a:xfrm>
              <a:off x="6900119" y="2447753"/>
              <a:ext cx="62477" cy="143180"/>
            </a:xfrm>
            <a:custGeom>
              <a:avLst/>
              <a:gdLst/>
              <a:ahLst/>
              <a:cxnLst/>
              <a:rect l="l" t="t" r="r" b="b"/>
              <a:pathLst>
                <a:path w="2386" h="5468" extrusionOk="0">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63"/>
            <p:cNvSpPr/>
            <p:nvPr/>
          </p:nvSpPr>
          <p:spPr>
            <a:xfrm>
              <a:off x="6745732" y="2419290"/>
              <a:ext cx="193874" cy="200368"/>
            </a:xfrm>
            <a:custGeom>
              <a:avLst/>
              <a:gdLst/>
              <a:ahLst/>
              <a:cxnLst/>
              <a:rect l="l" t="t" r="r" b="b"/>
              <a:pathLst>
                <a:path w="7404" h="7652" extrusionOk="0">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63"/>
            <p:cNvSpPr/>
            <p:nvPr/>
          </p:nvSpPr>
          <p:spPr>
            <a:xfrm>
              <a:off x="6796950"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63"/>
            <p:cNvSpPr/>
            <p:nvPr/>
          </p:nvSpPr>
          <p:spPr>
            <a:xfrm>
              <a:off x="6859898"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63"/>
            <p:cNvSpPr/>
            <p:nvPr/>
          </p:nvSpPr>
          <p:spPr>
            <a:xfrm>
              <a:off x="6745732" y="2419316"/>
              <a:ext cx="111443" cy="200237"/>
            </a:xfrm>
            <a:custGeom>
              <a:avLst/>
              <a:gdLst/>
              <a:ahLst/>
              <a:cxnLst/>
              <a:rect l="l" t="t" r="r" b="b"/>
              <a:pathLst>
                <a:path w="4256" h="7647" extrusionOk="0">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63"/>
            <p:cNvSpPr/>
            <p:nvPr/>
          </p:nvSpPr>
          <p:spPr>
            <a:xfrm>
              <a:off x="6805434" y="2516594"/>
              <a:ext cx="11521" cy="17125"/>
            </a:xfrm>
            <a:custGeom>
              <a:avLst/>
              <a:gdLst/>
              <a:ahLst/>
              <a:cxnLst/>
              <a:rect l="l" t="t" r="r" b="b"/>
              <a:pathLst>
                <a:path w="440" h="654" extrusionOk="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63"/>
            <p:cNvSpPr/>
            <p:nvPr/>
          </p:nvSpPr>
          <p:spPr>
            <a:xfrm>
              <a:off x="6817400" y="2562103"/>
              <a:ext cx="50563" cy="17361"/>
            </a:xfrm>
            <a:custGeom>
              <a:avLst/>
              <a:gdLst/>
              <a:ahLst/>
              <a:cxnLst/>
              <a:rect l="l" t="t" r="r" b="b"/>
              <a:pathLst>
                <a:path w="1931" h="663" extrusionOk="0">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63"/>
            <p:cNvSpPr/>
            <p:nvPr/>
          </p:nvSpPr>
          <p:spPr>
            <a:xfrm>
              <a:off x="6794960" y="2493734"/>
              <a:ext cx="32496" cy="11260"/>
            </a:xfrm>
            <a:custGeom>
              <a:avLst/>
              <a:gdLst/>
              <a:ahLst/>
              <a:cxnLst/>
              <a:rect l="l" t="t" r="r" b="b"/>
              <a:pathLst>
                <a:path w="1241" h="430" extrusionOk="0">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63"/>
            <p:cNvSpPr/>
            <p:nvPr/>
          </p:nvSpPr>
          <p:spPr>
            <a:xfrm>
              <a:off x="6868409" y="2516594"/>
              <a:ext cx="11495" cy="17125"/>
            </a:xfrm>
            <a:custGeom>
              <a:avLst/>
              <a:gdLst/>
              <a:ahLst/>
              <a:cxnLst/>
              <a:rect l="l" t="t" r="r" b="b"/>
              <a:pathLst>
                <a:path w="439" h="654" extrusionOk="0">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63"/>
            <p:cNvSpPr/>
            <p:nvPr/>
          </p:nvSpPr>
          <p:spPr>
            <a:xfrm>
              <a:off x="6857908" y="2493734"/>
              <a:ext cx="32496" cy="11260"/>
            </a:xfrm>
            <a:custGeom>
              <a:avLst/>
              <a:gdLst/>
              <a:ahLst/>
              <a:cxnLst/>
              <a:rect l="l" t="t" r="r" b="b"/>
              <a:pathLst>
                <a:path w="1241" h="430" extrusionOk="0">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63"/>
            <p:cNvSpPr/>
            <p:nvPr/>
          </p:nvSpPr>
          <p:spPr>
            <a:xfrm>
              <a:off x="6754975" y="2516463"/>
              <a:ext cx="43755" cy="11521"/>
            </a:xfrm>
            <a:custGeom>
              <a:avLst/>
              <a:gdLst/>
              <a:ahLst/>
              <a:cxnLst/>
              <a:rect l="l" t="t" r="r" b="b"/>
              <a:pathLst>
                <a:path w="1671" h="440" extrusionOk="0">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63"/>
            <p:cNvSpPr/>
            <p:nvPr/>
          </p:nvSpPr>
          <p:spPr>
            <a:xfrm>
              <a:off x="6886633" y="2516463"/>
              <a:ext cx="43729" cy="11521"/>
            </a:xfrm>
            <a:custGeom>
              <a:avLst/>
              <a:gdLst/>
              <a:ahLst/>
              <a:cxnLst/>
              <a:rect l="l" t="t" r="r" b="b"/>
              <a:pathLst>
                <a:path w="1670" h="440" extrusionOk="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63"/>
            <p:cNvSpPr/>
            <p:nvPr/>
          </p:nvSpPr>
          <p:spPr>
            <a:xfrm>
              <a:off x="6825675" y="2516463"/>
              <a:ext cx="34250" cy="22990"/>
            </a:xfrm>
            <a:custGeom>
              <a:avLst/>
              <a:gdLst/>
              <a:ahLst/>
              <a:cxnLst/>
              <a:rect l="l" t="t" r="r" b="b"/>
              <a:pathLst>
                <a:path w="1308" h="878" extrusionOk="0">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63"/>
            <p:cNvSpPr/>
            <p:nvPr/>
          </p:nvSpPr>
          <p:spPr>
            <a:xfrm>
              <a:off x="6825439" y="2596641"/>
              <a:ext cx="34486" cy="34250"/>
            </a:xfrm>
            <a:custGeom>
              <a:avLst/>
              <a:gdLst/>
              <a:ahLst/>
              <a:cxnLst/>
              <a:rect l="l" t="t" r="r" b="b"/>
              <a:pathLst>
                <a:path w="1317" h="1308" extrusionOk="0">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63"/>
            <p:cNvSpPr/>
            <p:nvPr/>
          </p:nvSpPr>
          <p:spPr>
            <a:xfrm>
              <a:off x="6783726" y="2640868"/>
              <a:ext cx="58969" cy="50380"/>
            </a:xfrm>
            <a:custGeom>
              <a:avLst/>
              <a:gdLst/>
              <a:ahLst/>
              <a:cxnLst/>
              <a:rect l="l" t="t" r="r" b="b"/>
              <a:pathLst>
                <a:path w="2252" h="1924" extrusionOk="0">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63"/>
            <p:cNvSpPr/>
            <p:nvPr/>
          </p:nvSpPr>
          <p:spPr>
            <a:xfrm>
              <a:off x="6842669" y="2640868"/>
              <a:ext cx="58969" cy="50380"/>
            </a:xfrm>
            <a:custGeom>
              <a:avLst/>
              <a:gdLst/>
              <a:ahLst/>
              <a:cxnLst/>
              <a:rect l="l" t="t" r="r" b="b"/>
              <a:pathLst>
                <a:path w="2252" h="1924" extrusionOk="0">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63"/>
            <p:cNvSpPr/>
            <p:nvPr/>
          </p:nvSpPr>
          <p:spPr>
            <a:xfrm>
              <a:off x="6734499" y="2625131"/>
              <a:ext cx="68238" cy="148888"/>
            </a:xfrm>
            <a:custGeom>
              <a:avLst/>
              <a:gdLst/>
              <a:ahLst/>
              <a:cxnLst/>
              <a:rect l="l" t="t" r="r" b="b"/>
              <a:pathLst>
                <a:path w="2606" h="5686" extrusionOk="0">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63"/>
            <p:cNvSpPr/>
            <p:nvPr/>
          </p:nvSpPr>
          <p:spPr>
            <a:xfrm>
              <a:off x="6882627" y="2625131"/>
              <a:ext cx="68238" cy="148888"/>
            </a:xfrm>
            <a:custGeom>
              <a:avLst/>
              <a:gdLst/>
              <a:ahLst/>
              <a:cxnLst/>
              <a:rect l="l" t="t" r="r" b="b"/>
              <a:pathLst>
                <a:path w="2606" h="5686" extrusionOk="0">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63"/>
            <p:cNvSpPr/>
            <p:nvPr/>
          </p:nvSpPr>
          <p:spPr>
            <a:xfrm>
              <a:off x="6785455" y="2510702"/>
              <a:ext cx="51506" cy="40246"/>
            </a:xfrm>
            <a:custGeom>
              <a:avLst/>
              <a:gdLst/>
              <a:ahLst/>
              <a:cxnLst/>
              <a:rect l="l" t="t" r="r" b="b"/>
              <a:pathLst>
                <a:path w="1967" h="1537" extrusionOk="0">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63"/>
            <p:cNvSpPr/>
            <p:nvPr/>
          </p:nvSpPr>
          <p:spPr>
            <a:xfrm>
              <a:off x="6848403" y="2510702"/>
              <a:ext cx="51506" cy="40246"/>
            </a:xfrm>
            <a:custGeom>
              <a:avLst/>
              <a:gdLst/>
              <a:ahLst/>
              <a:cxnLst/>
              <a:rect l="l" t="t" r="r" b="b"/>
              <a:pathLst>
                <a:path w="1967" h="1537" extrusionOk="0">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3" name="Google Shape;12323;p63"/>
          <p:cNvGrpSpPr/>
          <p:nvPr/>
        </p:nvGrpSpPr>
        <p:grpSpPr>
          <a:xfrm>
            <a:off x="4886661" y="2265715"/>
            <a:ext cx="274576" cy="354728"/>
            <a:chOff x="4902936" y="2419290"/>
            <a:chExt cx="274576" cy="354728"/>
          </a:xfrm>
        </p:grpSpPr>
        <p:sp>
          <p:nvSpPr>
            <p:cNvPr id="12324" name="Google Shape;12324;p63"/>
            <p:cNvSpPr/>
            <p:nvPr/>
          </p:nvSpPr>
          <p:spPr>
            <a:xfrm>
              <a:off x="4943418" y="2419290"/>
              <a:ext cx="193376" cy="131658"/>
            </a:xfrm>
            <a:custGeom>
              <a:avLst/>
              <a:gdLst/>
              <a:ahLst/>
              <a:cxnLst/>
              <a:rect l="l" t="t" r="r" b="b"/>
              <a:pathLst>
                <a:path w="7385" h="5028" extrusionOk="0">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63"/>
            <p:cNvSpPr/>
            <p:nvPr/>
          </p:nvSpPr>
          <p:spPr>
            <a:xfrm>
              <a:off x="4902936" y="2613871"/>
              <a:ext cx="274576" cy="160147"/>
            </a:xfrm>
            <a:custGeom>
              <a:avLst/>
              <a:gdLst/>
              <a:ahLst/>
              <a:cxnLst/>
              <a:rect l="l" t="t" r="r" b="b"/>
              <a:pathLst>
                <a:path w="10486" h="6116" extrusionOk="0">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63"/>
            <p:cNvSpPr/>
            <p:nvPr/>
          </p:nvSpPr>
          <p:spPr>
            <a:xfrm>
              <a:off x="4902936" y="2657338"/>
              <a:ext cx="274576" cy="116680"/>
            </a:xfrm>
            <a:custGeom>
              <a:avLst/>
              <a:gdLst/>
              <a:ahLst/>
              <a:cxnLst/>
              <a:rect l="l" t="t" r="r" b="b"/>
              <a:pathLst>
                <a:path w="10486" h="4456" extrusionOk="0">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63"/>
            <p:cNvSpPr/>
            <p:nvPr/>
          </p:nvSpPr>
          <p:spPr>
            <a:xfrm>
              <a:off x="4971384" y="2662104"/>
              <a:ext cx="137681" cy="111915"/>
            </a:xfrm>
            <a:custGeom>
              <a:avLst/>
              <a:gdLst/>
              <a:ahLst/>
              <a:cxnLst/>
              <a:rect l="l" t="t" r="r" b="b"/>
              <a:pathLst>
                <a:path w="5258" h="4274" extrusionOk="0">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63"/>
            <p:cNvSpPr/>
            <p:nvPr/>
          </p:nvSpPr>
          <p:spPr>
            <a:xfrm>
              <a:off x="4977878" y="2662104"/>
              <a:ext cx="124431" cy="46217"/>
            </a:xfrm>
            <a:custGeom>
              <a:avLst/>
              <a:gdLst/>
              <a:ahLst/>
              <a:cxnLst/>
              <a:rect l="l" t="t" r="r" b="b"/>
              <a:pathLst>
                <a:path w="4752" h="1765" extrusionOk="0">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63"/>
            <p:cNvSpPr/>
            <p:nvPr/>
          </p:nvSpPr>
          <p:spPr>
            <a:xfrm>
              <a:off x="5022837" y="2699574"/>
              <a:ext cx="34512" cy="74444"/>
            </a:xfrm>
            <a:custGeom>
              <a:avLst/>
              <a:gdLst/>
              <a:ahLst/>
              <a:cxnLst/>
              <a:rect l="l" t="t" r="r" b="b"/>
              <a:pathLst>
                <a:path w="1318" h="2843" extrusionOk="0">
                  <a:moveTo>
                    <a:pt x="344" y="0"/>
                  </a:moveTo>
                  <a:lnTo>
                    <a:pt x="1" y="2843"/>
                  </a:lnTo>
                  <a:lnTo>
                    <a:pt x="1317" y="2843"/>
                  </a:lnTo>
                  <a:lnTo>
                    <a:pt x="97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63"/>
            <p:cNvSpPr/>
            <p:nvPr/>
          </p:nvSpPr>
          <p:spPr>
            <a:xfrm>
              <a:off x="5017103" y="2670823"/>
              <a:ext cx="45745" cy="34512"/>
            </a:xfrm>
            <a:custGeom>
              <a:avLst/>
              <a:gdLst/>
              <a:ahLst/>
              <a:cxnLst/>
              <a:rect l="l" t="t" r="r" b="b"/>
              <a:pathLst>
                <a:path w="1747" h="1318" extrusionOk="0">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63"/>
            <p:cNvSpPr/>
            <p:nvPr/>
          </p:nvSpPr>
          <p:spPr>
            <a:xfrm>
              <a:off x="5000109" y="2613635"/>
              <a:ext cx="79969" cy="22938"/>
            </a:xfrm>
            <a:custGeom>
              <a:avLst/>
              <a:gdLst/>
              <a:ahLst/>
              <a:cxnLst/>
              <a:rect l="l" t="t" r="r" b="b"/>
              <a:pathLst>
                <a:path w="3054" h="876" extrusionOk="0">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63"/>
            <p:cNvSpPr/>
            <p:nvPr/>
          </p:nvSpPr>
          <p:spPr>
            <a:xfrm>
              <a:off x="4981125" y="2646602"/>
              <a:ext cx="58995" cy="50301"/>
            </a:xfrm>
            <a:custGeom>
              <a:avLst/>
              <a:gdLst/>
              <a:ahLst/>
              <a:cxnLst/>
              <a:rect l="l" t="t" r="r" b="b"/>
              <a:pathLst>
                <a:path w="2253" h="1921" extrusionOk="0">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63"/>
            <p:cNvSpPr/>
            <p:nvPr/>
          </p:nvSpPr>
          <p:spPr>
            <a:xfrm>
              <a:off x="5040093" y="2646602"/>
              <a:ext cx="58969" cy="50301"/>
            </a:xfrm>
            <a:custGeom>
              <a:avLst/>
              <a:gdLst/>
              <a:ahLst/>
              <a:cxnLst/>
              <a:rect l="l" t="t" r="r" b="b"/>
              <a:pathLst>
                <a:path w="2252" h="1921" extrusionOk="0">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63"/>
            <p:cNvSpPr/>
            <p:nvPr/>
          </p:nvSpPr>
          <p:spPr>
            <a:xfrm>
              <a:off x="4931923" y="2630865"/>
              <a:ext cx="68212" cy="143153"/>
            </a:xfrm>
            <a:custGeom>
              <a:avLst/>
              <a:gdLst/>
              <a:ahLst/>
              <a:cxnLst/>
              <a:rect l="l" t="t" r="r" b="b"/>
              <a:pathLst>
                <a:path w="2605" h="5467" extrusionOk="0">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63"/>
            <p:cNvSpPr/>
            <p:nvPr/>
          </p:nvSpPr>
          <p:spPr>
            <a:xfrm>
              <a:off x="5080052" y="2630865"/>
              <a:ext cx="68212" cy="143153"/>
            </a:xfrm>
            <a:custGeom>
              <a:avLst/>
              <a:gdLst/>
              <a:ahLst/>
              <a:cxnLst/>
              <a:rect l="l" t="t" r="r" b="b"/>
              <a:pathLst>
                <a:path w="2605" h="5467" extrusionOk="0">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63"/>
            <p:cNvSpPr/>
            <p:nvPr/>
          </p:nvSpPr>
          <p:spPr>
            <a:xfrm>
              <a:off x="4946403" y="2476478"/>
              <a:ext cx="187144" cy="148678"/>
            </a:xfrm>
            <a:custGeom>
              <a:avLst/>
              <a:gdLst/>
              <a:ahLst/>
              <a:cxnLst/>
              <a:rect l="l" t="t" r="r" b="b"/>
              <a:pathLst>
                <a:path w="7147" h="5678" extrusionOk="0">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63"/>
            <p:cNvSpPr/>
            <p:nvPr/>
          </p:nvSpPr>
          <p:spPr>
            <a:xfrm>
              <a:off x="4946665" y="2476478"/>
              <a:ext cx="127678" cy="148652"/>
            </a:xfrm>
            <a:custGeom>
              <a:avLst/>
              <a:gdLst/>
              <a:ahLst/>
              <a:cxnLst/>
              <a:rect l="l" t="t" r="r" b="b"/>
              <a:pathLst>
                <a:path w="4876" h="5677" extrusionOk="0">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63"/>
            <p:cNvSpPr/>
            <p:nvPr/>
          </p:nvSpPr>
          <p:spPr>
            <a:xfrm>
              <a:off x="5005608" y="2419290"/>
              <a:ext cx="119430" cy="45981"/>
            </a:xfrm>
            <a:custGeom>
              <a:avLst/>
              <a:gdLst/>
              <a:ahLst/>
              <a:cxnLst/>
              <a:rect l="l" t="t" r="r" b="b"/>
              <a:pathLst>
                <a:path w="4561" h="1756" extrusionOk="0">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63"/>
            <p:cNvSpPr/>
            <p:nvPr/>
          </p:nvSpPr>
          <p:spPr>
            <a:xfrm>
              <a:off x="5000109" y="2527879"/>
              <a:ext cx="11521" cy="17334"/>
            </a:xfrm>
            <a:custGeom>
              <a:avLst/>
              <a:gdLst/>
              <a:ahLst/>
              <a:cxnLst/>
              <a:rect l="l" t="t" r="r" b="b"/>
              <a:pathLst>
                <a:path w="440" h="662" extrusionOk="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63"/>
            <p:cNvSpPr/>
            <p:nvPr/>
          </p:nvSpPr>
          <p:spPr>
            <a:xfrm>
              <a:off x="5068818" y="2527879"/>
              <a:ext cx="11260" cy="17334"/>
            </a:xfrm>
            <a:custGeom>
              <a:avLst/>
              <a:gdLst/>
              <a:ahLst/>
              <a:cxnLst/>
              <a:rect l="l" t="t" r="r" b="b"/>
              <a:pathLst>
                <a:path w="430" h="662" extrusionOk="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63"/>
            <p:cNvSpPr/>
            <p:nvPr/>
          </p:nvSpPr>
          <p:spPr>
            <a:xfrm>
              <a:off x="5014825" y="2567864"/>
              <a:ext cx="50537" cy="17334"/>
            </a:xfrm>
            <a:custGeom>
              <a:avLst/>
              <a:gdLst/>
              <a:ahLst/>
              <a:cxnLst/>
              <a:rect l="l" t="t" r="r" b="b"/>
              <a:pathLst>
                <a:path w="1930" h="662" extrusionOk="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63"/>
            <p:cNvSpPr/>
            <p:nvPr/>
          </p:nvSpPr>
          <p:spPr>
            <a:xfrm>
              <a:off x="4992384" y="2510702"/>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63"/>
            <p:cNvSpPr/>
            <p:nvPr/>
          </p:nvSpPr>
          <p:spPr>
            <a:xfrm>
              <a:off x="5061068" y="2510702"/>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4" name="Google Shape;12344;p63"/>
          <p:cNvGrpSpPr/>
          <p:nvPr/>
        </p:nvGrpSpPr>
        <p:grpSpPr>
          <a:xfrm>
            <a:off x="7591781" y="3192219"/>
            <a:ext cx="270334" cy="354754"/>
            <a:chOff x="7608056" y="3345794"/>
            <a:chExt cx="270334" cy="354754"/>
          </a:xfrm>
        </p:grpSpPr>
        <p:sp>
          <p:nvSpPr>
            <p:cNvPr id="12345" name="Google Shape;12345;p63"/>
            <p:cNvSpPr/>
            <p:nvPr/>
          </p:nvSpPr>
          <p:spPr>
            <a:xfrm>
              <a:off x="7636284" y="3351293"/>
              <a:ext cx="213879" cy="276068"/>
            </a:xfrm>
            <a:custGeom>
              <a:avLst/>
              <a:gdLst/>
              <a:ahLst/>
              <a:cxnLst/>
              <a:rect l="l" t="t" r="r" b="b"/>
              <a:pathLst>
                <a:path w="8168" h="10543" extrusionOk="0">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63"/>
            <p:cNvSpPr/>
            <p:nvPr/>
          </p:nvSpPr>
          <p:spPr>
            <a:xfrm>
              <a:off x="7608056" y="3548387"/>
              <a:ext cx="270334" cy="151925"/>
            </a:xfrm>
            <a:custGeom>
              <a:avLst/>
              <a:gdLst/>
              <a:ahLst/>
              <a:cxnLst/>
              <a:rect l="l" t="t" r="r" b="b"/>
              <a:pathLst>
                <a:path w="10324" h="5802" extrusionOk="0">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63"/>
            <p:cNvSpPr/>
            <p:nvPr/>
          </p:nvSpPr>
          <p:spPr>
            <a:xfrm>
              <a:off x="7608056" y="3590100"/>
              <a:ext cx="270334" cy="110213"/>
            </a:xfrm>
            <a:custGeom>
              <a:avLst/>
              <a:gdLst/>
              <a:ahLst/>
              <a:cxnLst/>
              <a:rect l="l" t="t" r="r" b="b"/>
              <a:pathLst>
                <a:path w="10324" h="4209" extrusionOk="0">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63"/>
            <p:cNvSpPr/>
            <p:nvPr/>
          </p:nvSpPr>
          <p:spPr>
            <a:xfrm>
              <a:off x="7703736" y="3548387"/>
              <a:ext cx="78974" cy="22441"/>
            </a:xfrm>
            <a:custGeom>
              <a:avLst/>
              <a:gdLst/>
              <a:ahLst/>
              <a:cxnLst/>
              <a:rect l="l" t="t" r="r" b="b"/>
              <a:pathLst>
                <a:path w="3016" h="857" extrusionOk="0">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63"/>
            <p:cNvSpPr/>
            <p:nvPr/>
          </p:nvSpPr>
          <p:spPr>
            <a:xfrm>
              <a:off x="7649795" y="3402013"/>
              <a:ext cx="187118" cy="157634"/>
            </a:xfrm>
            <a:custGeom>
              <a:avLst/>
              <a:gdLst/>
              <a:ahLst/>
              <a:cxnLst/>
              <a:rect l="l" t="t" r="r" b="b"/>
              <a:pathLst>
                <a:path w="7146" h="6020" extrusionOk="0">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63"/>
            <p:cNvSpPr/>
            <p:nvPr/>
          </p:nvSpPr>
          <p:spPr>
            <a:xfrm>
              <a:off x="7652283" y="3402013"/>
              <a:ext cx="164154" cy="157581"/>
            </a:xfrm>
            <a:custGeom>
              <a:avLst/>
              <a:gdLst/>
              <a:ahLst/>
              <a:cxnLst/>
              <a:rect l="l" t="t" r="r" b="b"/>
              <a:pathLst>
                <a:path w="6269" h="6018" extrusionOk="0">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63"/>
            <p:cNvSpPr/>
            <p:nvPr/>
          </p:nvSpPr>
          <p:spPr>
            <a:xfrm>
              <a:off x="7703736" y="3464386"/>
              <a:ext cx="11260" cy="17073"/>
            </a:xfrm>
            <a:custGeom>
              <a:avLst/>
              <a:gdLst/>
              <a:ahLst/>
              <a:cxnLst/>
              <a:rect l="l" t="t" r="r" b="b"/>
              <a:pathLst>
                <a:path w="430" h="652" extrusionOk="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63"/>
            <p:cNvSpPr/>
            <p:nvPr/>
          </p:nvSpPr>
          <p:spPr>
            <a:xfrm>
              <a:off x="7771425" y="3464386"/>
              <a:ext cx="11286" cy="17073"/>
            </a:xfrm>
            <a:custGeom>
              <a:avLst/>
              <a:gdLst/>
              <a:ahLst/>
              <a:cxnLst/>
              <a:rect l="l" t="t" r="r" b="b"/>
              <a:pathLst>
                <a:path w="431" h="652" extrusionOk="0">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63"/>
            <p:cNvSpPr/>
            <p:nvPr/>
          </p:nvSpPr>
          <p:spPr>
            <a:xfrm>
              <a:off x="7696247" y="3446973"/>
              <a:ext cx="26264" cy="11521"/>
            </a:xfrm>
            <a:custGeom>
              <a:avLst/>
              <a:gdLst/>
              <a:ahLst/>
              <a:cxnLst/>
              <a:rect l="l" t="t" r="r" b="b"/>
              <a:pathLst>
                <a:path w="1003" h="440" extrusionOk="0">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63"/>
            <p:cNvSpPr/>
            <p:nvPr/>
          </p:nvSpPr>
          <p:spPr>
            <a:xfrm>
              <a:off x="7763936" y="3446973"/>
              <a:ext cx="26264" cy="11521"/>
            </a:xfrm>
            <a:custGeom>
              <a:avLst/>
              <a:gdLst/>
              <a:ahLst/>
              <a:cxnLst/>
              <a:rect l="l" t="t" r="r" b="b"/>
              <a:pathLst>
                <a:path w="1003" h="440" extrusionOk="0">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63"/>
            <p:cNvSpPr/>
            <p:nvPr/>
          </p:nvSpPr>
          <p:spPr>
            <a:xfrm>
              <a:off x="7718243" y="3503218"/>
              <a:ext cx="49961" cy="16994"/>
            </a:xfrm>
            <a:custGeom>
              <a:avLst/>
              <a:gdLst/>
              <a:ahLst/>
              <a:cxnLst/>
              <a:rect l="l" t="t" r="r" b="b"/>
              <a:pathLst>
                <a:path w="1908" h="649" extrusionOk="0">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63"/>
            <p:cNvSpPr/>
            <p:nvPr/>
          </p:nvSpPr>
          <p:spPr>
            <a:xfrm>
              <a:off x="7658777" y="3402013"/>
              <a:ext cx="22519" cy="64729"/>
            </a:xfrm>
            <a:custGeom>
              <a:avLst/>
              <a:gdLst/>
              <a:ahLst/>
              <a:cxnLst/>
              <a:rect l="l" t="t" r="r" b="b"/>
              <a:pathLst>
                <a:path w="860" h="2472" extrusionOk="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63"/>
            <p:cNvSpPr/>
            <p:nvPr/>
          </p:nvSpPr>
          <p:spPr>
            <a:xfrm>
              <a:off x="7805151" y="3402013"/>
              <a:ext cx="22519" cy="64729"/>
            </a:xfrm>
            <a:custGeom>
              <a:avLst/>
              <a:gdLst/>
              <a:ahLst/>
              <a:cxnLst/>
              <a:rect l="l" t="t" r="r" b="b"/>
              <a:pathLst>
                <a:path w="860" h="2472" extrusionOk="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63"/>
            <p:cNvSpPr/>
            <p:nvPr/>
          </p:nvSpPr>
          <p:spPr>
            <a:xfrm>
              <a:off x="7652021" y="3351345"/>
              <a:ext cx="183635" cy="101388"/>
            </a:xfrm>
            <a:custGeom>
              <a:avLst/>
              <a:gdLst/>
              <a:ahLst/>
              <a:cxnLst/>
              <a:rect l="l" t="t" r="r" b="b"/>
              <a:pathLst>
                <a:path w="7013" h="3872" extrusionOk="0">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63"/>
            <p:cNvSpPr/>
            <p:nvPr/>
          </p:nvSpPr>
          <p:spPr>
            <a:xfrm>
              <a:off x="7652021" y="3351293"/>
              <a:ext cx="183635" cy="84970"/>
            </a:xfrm>
            <a:custGeom>
              <a:avLst/>
              <a:gdLst/>
              <a:ahLst/>
              <a:cxnLst/>
              <a:rect l="l" t="t" r="r" b="b"/>
              <a:pathLst>
                <a:path w="7013" h="3245" extrusionOk="0">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63"/>
            <p:cNvSpPr/>
            <p:nvPr/>
          </p:nvSpPr>
          <p:spPr>
            <a:xfrm>
              <a:off x="7630549" y="3345794"/>
              <a:ext cx="225086" cy="354493"/>
            </a:xfrm>
            <a:custGeom>
              <a:avLst/>
              <a:gdLst/>
              <a:ahLst/>
              <a:cxnLst/>
              <a:rect l="l" t="t" r="r" b="b"/>
              <a:pathLst>
                <a:path w="8596" h="13538" extrusionOk="0">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63"/>
            <p:cNvSpPr/>
            <p:nvPr/>
          </p:nvSpPr>
          <p:spPr>
            <a:xfrm>
              <a:off x="7731964" y="3627335"/>
              <a:ext cx="22519" cy="33752"/>
            </a:xfrm>
            <a:custGeom>
              <a:avLst/>
              <a:gdLst/>
              <a:ahLst/>
              <a:cxnLst/>
              <a:rect l="l" t="t" r="r" b="b"/>
              <a:pathLst>
                <a:path w="860" h="1289" extrusionOk="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63"/>
            <p:cNvSpPr/>
            <p:nvPr/>
          </p:nvSpPr>
          <p:spPr>
            <a:xfrm>
              <a:off x="7611565" y="3617333"/>
              <a:ext cx="52972" cy="83216"/>
            </a:xfrm>
            <a:custGeom>
              <a:avLst/>
              <a:gdLst/>
              <a:ahLst/>
              <a:cxnLst/>
              <a:rect l="l" t="t" r="r" b="b"/>
              <a:pathLst>
                <a:path w="2023" h="3178" extrusionOk="0">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63"/>
            <p:cNvSpPr/>
            <p:nvPr/>
          </p:nvSpPr>
          <p:spPr>
            <a:xfrm>
              <a:off x="7821909" y="3617333"/>
              <a:ext cx="52972" cy="82954"/>
            </a:xfrm>
            <a:custGeom>
              <a:avLst/>
              <a:gdLst/>
              <a:ahLst/>
              <a:cxnLst/>
              <a:rect l="l" t="t" r="r" b="b"/>
              <a:pathLst>
                <a:path w="2023" h="3168" extrusionOk="0">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4" name="Google Shape;12364;p63"/>
          <p:cNvGrpSpPr/>
          <p:nvPr/>
        </p:nvGrpSpPr>
        <p:grpSpPr>
          <a:xfrm>
            <a:off x="6696490" y="4114507"/>
            <a:ext cx="263316" cy="354728"/>
            <a:chOff x="6712765" y="4268082"/>
            <a:chExt cx="263316" cy="354728"/>
          </a:xfrm>
        </p:grpSpPr>
        <p:sp>
          <p:nvSpPr>
            <p:cNvPr id="12365" name="Google Shape;12365;p63"/>
            <p:cNvSpPr/>
            <p:nvPr/>
          </p:nvSpPr>
          <p:spPr>
            <a:xfrm>
              <a:off x="6907372" y="4411209"/>
              <a:ext cx="36004" cy="131658"/>
            </a:xfrm>
            <a:custGeom>
              <a:avLst/>
              <a:gdLst/>
              <a:ahLst/>
              <a:cxnLst/>
              <a:rect l="l" t="t" r="r" b="b"/>
              <a:pathLst>
                <a:path w="1375" h="5028" extrusionOk="0">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63"/>
            <p:cNvSpPr/>
            <p:nvPr/>
          </p:nvSpPr>
          <p:spPr>
            <a:xfrm>
              <a:off x="6745496" y="4411209"/>
              <a:ext cx="36240" cy="131658"/>
            </a:xfrm>
            <a:custGeom>
              <a:avLst/>
              <a:gdLst/>
              <a:ahLst/>
              <a:cxnLst/>
              <a:rect l="l" t="t" r="r" b="b"/>
              <a:pathLst>
                <a:path w="1384" h="5028" extrusionOk="0">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63"/>
            <p:cNvSpPr/>
            <p:nvPr/>
          </p:nvSpPr>
          <p:spPr>
            <a:xfrm>
              <a:off x="6752985" y="4268082"/>
              <a:ext cx="183138" cy="134669"/>
            </a:xfrm>
            <a:custGeom>
              <a:avLst/>
              <a:gdLst/>
              <a:ahLst/>
              <a:cxnLst/>
              <a:rect l="l" t="t" r="r" b="b"/>
              <a:pathLst>
                <a:path w="6994" h="5143" extrusionOk="0">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63"/>
            <p:cNvSpPr/>
            <p:nvPr/>
          </p:nvSpPr>
          <p:spPr>
            <a:xfrm>
              <a:off x="6712765" y="4456928"/>
              <a:ext cx="263316" cy="165882"/>
            </a:xfrm>
            <a:custGeom>
              <a:avLst/>
              <a:gdLst/>
              <a:ahLst/>
              <a:cxnLst/>
              <a:rect l="l" t="t" r="r" b="b"/>
              <a:pathLst>
                <a:path w="10056" h="6335" extrusionOk="0">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63"/>
            <p:cNvSpPr/>
            <p:nvPr/>
          </p:nvSpPr>
          <p:spPr>
            <a:xfrm>
              <a:off x="6713027" y="4529854"/>
              <a:ext cx="263055" cy="92957"/>
            </a:xfrm>
            <a:custGeom>
              <a:avLst/>
              <a:gdLst/>
              <a:ahLst/>
              <a:cxnLst/>
              <a:rect l="l" t="t" r="r" b="b"/>
              <a:pathLst>
                <a:path w="10046" h="3550" extrusionOk="0">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63"/>
            <p:cNvSpPr/>
            <p:nvPr/>
          </p:nvSpPr>
          <p:spPr>
            <a:xfrm>
              <a:off x="6810199" y="4468424"/>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63"/>
            <p:cNvSpPr/>
            <p:nvPr/>
          </p:nvSpPr>
          <p:spPr>
            <a:xfrm>
              <a:off x="6752226" y="4336399"/>
              <a:ext cx="184630" cy="149019"/>
            </a:xfrm>
            <a:custGeom>
              <a:avLst/>
              <a:gdLst/>
              <a:ahLst/>
              <a:cxnLst/>
              <a:rect l="l" t="t" r="r" b="b"/>
              <a:pathLst>
                <a:path w="7051" h="5691" extrusionOk="0">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63"/>
            <p:cNvSpPr/>
            <p:nvPr/>
          </p:nvSpPr>
          <p:spPr>
            <a:xfrm>
              <a:off x="6752226" y="4336451"/>
              <a:ext cx="169417" cy="149202"/>
            </a:xfrm>
            <a:custGeom>
              <a:avLst/>
              <a:gdLst/>
              <a:ahLst/>
              <a:cxnLst/>
              <a:rect l="l" t="t" r="r" b="b"/>
              <a:pathLst>
                <a:path w="6470" h="5698" extrusionOk="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63"/>
            <p:cNvSpPr/>
            <p:nvPr/>
          </p:nvSpPr>
          <p:spPr>
            <a:xfrm>
              <a:off x="6804439" y="4388847"/>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63"/>
            <p:cNvSpPr/>
            <p:nvPr/>
          </p:nvSpPr>
          <p:spPr>
            <a:xfrm>
              <a:off x="6873148" y="4388847"/>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63"/>
            <p:cNvSpPr/>
            <p:nvPr/>
          </p:nvSpPr>
          <p:spPr>
            <a:xfrm>
              <a:off x="6878883" y="4496887"/>
              <a:ext cx="26" cy="26"/>
            </a:xfrm>
            <a:custGeom>
              <a:avLst/>
              <a:gdLst/>
              <a:ahLst/>
              <a:cxnLst/>
              <a:rect l="l" t="t" r="r" b="b"/>
              <a:pathLst>
                <a:path w="1" h="1" extrusionOk="0">
                  <a:moveTo>
                    <a:pt x="1" y="1"/>
                  </a:moveTo>
                  <a:lnTo>
                    <a:pt x="1" y="1"/>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63"/>
            <p:cNvSpPr/>
            <p:nvPr/>
          </p:nvSpPr>
          <p:spPr>
            <a:xfrm>
              <a:off x="6810199" y="4496887"/>
              <a:ext cx="26" cy="26"/>
            </a:xfrm>
            <a:custGeom>
              <a:avLst/>
              <a:gdLst/>
              <a:ahLst/>
              <a:cxnLst/>
              <a:rect l="l" t="t" r="r" b="b"/>
              <a:pathLst>
                <a:path w="1" h="1" extrusionOk="0">
                  <a:moveTo>
                    <a:pt x="0" y="1"/>
                  </a:moveTo>
                  <a:lnTo>
                    <a:pt x="0" y="1"/>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63"/>
            <p:cNvSpPr/>
            <p:nvPr/>
          </p:nvSpPr>
          <p:spPr>
            <a:xfrm>
              <a:off x="6841909" y="4269810"/>
              <a:ext cx="94214" cy="101467"/>
            </a:xfrm>
            <a:custGeom>
              <a:avLst/>
              <a:gdLst/>
              <a:ahLst/>
              <a:cxnLst/>
              <a:rect l="l" t="t" r="r" b="b"/>
              <a:pathLst>
                <a:path w="3598" h="3875" extrusionOk="0">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63"/>
            <p:cNvSpPr/>
            <p:nvPr/>
          </p:nvSpPr>
          <p:spPr>
            <a:xfrm>
              <a:off x="6818683" y="4426187"/>
              <a:ext cx="51480" cy="22755"/>
            </a:xfrm>
            <a:custGeom>
              <a:avLst/>
              <a:gdLst/>
              <a:ahLst/>
              <a:cxnLst/>
              <a:rect l="l" t="t" r="r" b="b"/>
              <a:pathLst>
                <a:path w="1966" h="869" extrusionOk="0">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63"/>
            <p:cNvSpPr/>
            <p:nvPr/>
          </p:nvSpPr>
          <p:spPr>
            <a:xfrm>
              <a:off x="6754242" y="4529854"/>
              <a:ext cx="180624" cy="87222"/>
            </a:xfrm>
            <a:custGeom>
              <a:avLst/>
              <a:gdLst/>
              <a:ahLst/>
              <a:cxnLst/>
              <a:rect l="l" t="t" r="r" b="b"/>
              <a:pathLst>
                <a:path w="6898" h="3331" extrusionOk="0">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63"/>
            <p:cNvSpPr/>
            <p:nvPr/>
          </p:nvSpPr>
          <p:spPr>
            <a:xfrm>
              <a:off x="6764978" y="4525874"/>
              <a:ext cx="158891" cy="79707"/>
            </a:xfrm>
            <a:custGeom>
              <a:avLst/>
              <a:gdLst/>
              <a:ahLst/>
              <a:cxnLst/>
              <a:rect l="l" t="t" r="r" b="b"/>
              <a:pathLst>
                <a:path w="6068" h="3044" extrusionOk="0">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1" name="Google Shape;12381;p63"/>
          <p:cNvGrpSpPr/>
          <p:nvPr/>
        </p:nvGrpSpPr>
        <p:grpSpPr>
          <a:xfrm>
            <a:off x="5343066" y="2265584"/>
            <a:ext cx="262819" cy="354859"/>
            <a:chOff x="5359341" y="2419159"/>
            <a:chExt cx="262819" cy="354859"/>
          </a:xfrm>
        </p:grpSpPr>
        <p:sp>
          <p:nvSpPr>
            <p:cNvPr id="12382" name="Google Shape;12382;p63"/>
            <p:cNvSpPr/>
            <p:nvPr/>
          </p:nvSpPr>
          <p:spPr>
            <a:xfrm>
              <a:off x="5359341" y="2636364"/>
              <a:ext cx="262819" cy="137655"/>
            </a:xfrm>
            <a:custGeom>
              <a:avLst/>
              <a:gdLst/>
              <a:ahLst/>
              <a:cxnLst/>
              <a:rect l="l" t="t" r="r" b="b"/>
              <a:pathLst>
                <a:path w="10037" h="5257" extrusionOk="0">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63"/>
            <p:cNvSpPr/>
            <p:nvPr/>
          </p:nvSpPr>
          <p:spPr>
            <a:xfrm>
              <a:off x="5400556" y="2636364"/>
              <a:ext cx="180388" cy="102698"/>
            </a:xfrm>
            <a:custGeom>
              <a:avLst/>
              <a:gdLst/>
              <a:ahLst/>
              <a:cxnLst/>
              <a:rect l="l" t="t" r="r" b="b"/>
              <a:pathLst>
                <a:path w="6889" h="3922" extrusionOk="0">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63"/>
            <p:cNvSpPr/>
            <p:nvPr/>
          </p:nvSpPr>
          <p:spPr>
            <a:xfrm>
              <a:off x="5359341" y="2636364"/>
              <a:ext cx="131423" cy="137655"/>
            </a:xfrm>
            <a:custGeom>
              <a:avLst/>
              <a:gdLst/>
              <a:ahLst/>
              <a:cxnLst/>
              <a:rect l="l" t="t" r="r" b="b"/>
              <a:pathLst>
                <a:path w="5019" h="5257" extrusionOk="0">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63"/>
            <p:cNvSpPr/>
            <p:nvPr/>
          </p:nvSpPr>
          <p:spPr>
            <a:xfrm>
              <a:off x="5400556" y="2636364"/>
              <a:ext cx="90207" cy="102698"/>
            </a:xfrm>
            <a:custGeom>
              <a:avLst/>
              <a:gdLst/>
              <a:ahLst/>
              <a:cxnLst/>
              <a:rect l="l" t="t" r="r" b="b"/>
              <a:pathLst>
                <a:path w="3445" h="3922" extrusionOk="0">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63"/>
            <p:cNvSpPr/>
            <p:nvPr/>
          </p:nvSpPr>
          <p:spPr>
            <a:xfrm>
              <a:off x="5411056" y="2636364"/>
              <a:ext cx="159388" cy="91464"/>
            </a:xfrm>
            <a:custGeom>
              <a:avLst/>
              <a:gdLst/>
              <a:ahLst/>
              <a:cxnLst/>
              <a:rect l="l" t="t" r="r" b="b"/>
              <a:pathLst>
                <a:path w="6087" h="3493" extrusionOk="0">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63"/>
            <p:cNvSpPr/>
            <p:nvPr/>
          </p:nvSpPr>
          <p:spPr>
            <a:xfrm>
              <a:off x="5456513" y="2619134"/>
              <a:ext cx="68709" cy="62975"/>
            </a:xfrm>
            <a:custGeom>
              <a:avLst/>
              <a:gdLst/>
              <a:ahLst/>
              <a:cxnLst/>
              <a:rect l="l" t="t" r="r" b="b"/>
              <a:pathLst>
                <a:path w="2624" h="2405" extrusionOk="0">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63"/>
            <p:cNvSpPr/>
            <p:nvPr/>
          </p:nvSpPr>
          <p:spPr>
            <a:xfrm>
              <a:off x="5456513" y="2619134"/>
              <a:ext cx="68709" cy="28620"/>
            </a:xfrm>
            <a:custGeom>
              <a:avLst/>
              <a:gdLst/>
              <a:ahLst/>
              <a:cxnLst/>
              <a:rect l="l" t="t" r="r" b="b"/>
              <a:pathLst>
                <a:path w="2624" h="1093" extrusionOk="0">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63"/>
            <p:cNvSpPr/>
            <p:nvPr/>
          </p:nvSpPr>
          <p:spPr>
            <a:xfrm>
              <a:off x="5360833" y="2482082"/>
              <a:ext cx="92957" cy="131711"/>
            </a:xfrm>
            <a:custGeom>
              <a:avLst/>
              <a:gdLst/>
              <a:ahLst/>
              <a:cxnLst/>
              <a:rect l="l" t="t" r="r" b="b"/>
              <a:pathLst>
                <a:path w="3550" h="5030" extrusionOk="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63"/>
            <p:cNvSpPr/>
            <p:nvPr/>
          </p:nvSpPr>
          <p:spPr>
            <a:xfrm>
              <a:off x="5527946" y="2482082"/>
              <a:ext cx="92957" cy="131711"/>
            </a:xfrm>
            <a:custGeom>
              <a:avLst/>
              <a:gdLst/>
              <a:ahLst/>
              <a:cxnLst/>
              <a:rect l="l" t="t" r="r" b="b"/>
              <a:pathLst>
                <a:path w="3550" h="5030" extrusionOk="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63"/>
            <p:cNvSpPr/>
            <p:nvPr/>
          </p:nvSpPr>
          <p:spPr>
            <a:xfrm>
              <a:off x="5394560" y="2442019"/>
              <a:ext cx="192381" cy="194109"/>
            </a:xfrm>
            <a:custGeom>
              <a:avLst/>
              <a:gdLst/>
              <a:ahLst/>
              <a:cxnLst/>
              <a:rect l="l" t="t" r="r" b="b"/>
              <a:pathLst>
                <a:path w="7347" h="7413" extrusionOk="0">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63"/>
            <p:cNvSpPr/>
            <p:nvPr/>
          </p:nvSpPr>
          <p:spPr>
            <a:xfrm>
              <a:off x="5394560" y="2462757"/>
              <a:ext cx="107699" cy="173397"/>
            </a:xfrm>
            <a:custGeom>
              <a:avLst/>
              <a:gdLst/>
              <a:ahLst/>
              <a:cxnLst/>
              <a:rect l="l" t="t" r="r" b="b"/>
              <a:pathLst>
                <a:path w="4113" h="6622" extrusionOk="0">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63"/>
            <p:cNvSpPr/>
            <p:nvPr/>
          </p:nvSpPr>
          <p:spPr>
            <a:xfrm>
              <a:off x="5450753" y="2528325"/>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63"/>
            <p:cNvSpPr/>
            <p:nvPr/>
          </p:nvSpPr>
          <p:spPr>
            <a:xfrm>
              <a:off x="5519200" y="2528325"/>
              <a:ext cx="11521" cy="17125"/>
            </a:xfrm>
            <a:custGeom>
              <a:avLst/>
              <a:gdLst/>
              <a:ahLst/>
              <a:cxnLst/>
              <a:rect l="l" t="t" r="r" b="b"/>
              <a:pathLst>
                <a:path w="440" h="654" extrusionOk="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63"/>
            <p:cNvSpPr/>
            <p:nvPr/>
          </p:nvSpPr>
          <p:spPr>
            <a:xfrm>
              <a:off x="5462248" y="2573415"/>
              <a:ext cx="56979" cy="28489"/>
            </a:xfrm>
            <a:custGeom>
              <a:avLst/>
              <a:gdLst/>
              <a:ahLst/>
              <a:cxnLst/>
              <a:rect l="l" t="t" r="r" b="b"/>
              <a:pathLst>
                <a:path w="2176" h="1088" extrusionOk="0">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63"/>
            <p:cNvSpPr/>
            <p:nvPr/>
          </p:nvSpPr>
          <p:spPr>
            <a:xfrm>
              <a:off x="5442766" y="2504680"/>
              <a:ext cx="28201" cy="17544"/>
            </a:xfrm>
            <a:custGeom>
              <a:avLst/>
              <a:gdLst/>
              <a:ahLst/>
              <a:cxnLst/>
              <a:rect l="l" t="t" r="r" b="b"/>
              <a:pathLst>
                <a:path w="1077" h="670" extrusionOk="0">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63"/>
            <p:cNvSpPr/>
            <p:nvPr/>
          </p:nvSpPr>
          <p:spPr>
            <a:xfrm>
              <a:off x="5511057" y="2504889"/>
              <a:ext cx="27651" cy="17334"/>
            </a:xfrm>
            <a:custGeom>
              <a:avLst/>
              <a:gdLst/>
              <a:ahLst/>
              <a:cxnLst/>
              <a:rect l="l" t="t" r="r" b="b"/>
              <a:pathLst>
                <a:path w="1056" h="662" extrusionOk="0">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63"/>
            <p:cNvSpPr/>
            <p:nvPr/>
          </p:nvSpPr>
          <p:spPr>
            <a:xfrm>
              <a:off x="5470758" y="2536442"/>
              <a:ext cx="39984" cy="39984"/>
            </a:xfrm>
            <a:custGeom>
              <a:avLst/>
              <a:gdLst/>
              <a:ahLst/>
              <a:cxnLst/>
              <a:rect l="l" t="t" r="r" b="b"/>
              <a:pathLst>
                <a:path w="1527" h="1527" extrusionOk="0">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63"/>
            <p:cNvSpPr/>
            <p:nvPr/>
          </p:nvSpPr>
          <p:spPr>
            <a:xfrm>
              <a:off x="5466987" y="2538694"/>
              <a:ext cx="41503" cy="37549"/>
            </a:xfrm>
            <a:custGeom>
              <a:avLst/>
              <a:gdLst/>
              <a:ahLst/>
              <a:cxnLst/>
              <a:rect l="l" t="t" r="r" b="b"/>
              <a:pathLst>
                <a:path w="1585" h="1434" extrusionOk="0">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63"/>
            <p:cNvSpPr/>
            <p:nvPr/>
          </p:nvSpPr>
          <p:spPr>
            <a:xfrm>
              <a:off x="5405060" y="2430655"/>
              <a:ext cx="171616" cy="100079"/>
            </a:xfrm>
            <a:custGeom>
              <a:avLst/>
              <a:gdLst/>
              <a:ahLst/>
              <a:cxnLst/>
              <a:rect l="l" t="t" r="r" b="b"/>
              <a:pathLst>
                <a:path w="6554" h="3822" extrusionOk="0">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63"/>
            <p:cNvSpPr/>
            <p:nvPr/>
          </p:nvSpPr>
          <p:spPr>
            <a:xfrm>
              <a:off x="5456749" y="2419159"/>
              <a:ext cx="119692" cy="91307"/>
            </a:xfrm>
            <a:custGeom>
              <a:avLst/>
              <a:gdLst/>
              <a:ahLst/>
              <a:cxnLst/>
              <a:rect l="l" t="t" r="r" b="b"/>
              <a:pathLst>
                <a:path w="4571" h="3487" extrusionOk="0">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63"/>
            <p:cNvSpPr/>
            <p:nvPr/>
          </p:nvSpPr>
          <p:spPr>
            <a:xfrm>
              <a:off x="5410794" y="2646864"/>
              <a:ext cx="159650" cy="81697"/>
            </a:xfrm>
            <a:custGeom>
              <a:avLst/>
              <a:gdLst/>
              <a:ahLst/>
              <a:cxnLst/>
              <a:rect l="l" t="t" r="r" b="b"/>
              <a:pathLst>
                <a:path w="6097" h="3120" extrusionOk="0">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3" name="Google Shape;12403;p63"/>
          <p:cNvGrpSpPr/>
          <p:nvPr/>
        </p:nvGrpSpPr>
        <p:grpSpPr>
          <a:xfrm>
            <a:off x="6693007" y="3636631"/>
            <a:ext cx="263316" cy="354493"/>
            <a:chOff x="6709282" y="3790206"/>
            <a:chExt cx="263316" cy="354493"/>
          </a:xfrm>
        </p:grpSpPr>
        <p:sp>
          <p:nvSpPr>
            <p:cNvPr id="12404" name="Google Shape;12404;p63"/>
            <p:cNvSpPr/>
            <p:nvPr/>
          </p:nvSpPr>
          <p:spPr>
            <a:xfrm>
              <a:off x="6743742" y="3790206"/>
              <a:ext cx="194371" cy="256822"/>
            </a:xfrm>
            <a:custGeom>
              <a:avLst/>
              <a:gdLst/>
              <a:ahLst/>
              <a:cxnLst/>
              <a:rect l="l" t="t" r="r" b="b"/>
              <a:pathLst>
                <a:path w="7423" h="9808" extrusionOk="0">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63"/>
            <p:cNvSpPr/>
            <p:nvPr/>
          </p:nvSpPr>
          <p:spPr>
            <a:xfrm>
              <a:off x="6743742" y="3790206"/>
              <a:ext cx="97199" cy="256822"/>
            </a:xfrm>
            <a:custGeom>
              <a:avLst/>
              <a:gdLst/>
              <a:ahLst/>
              <a:cxnLst/>
              <a:rect l="l" t="t" r="r" b="b"/>
              <a:pathLst>
                <a:path w="3712" h="9808" extrusionOk="0">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63"/>
            <p:cNvSpPr/>
            <p:nvPr/>
          </p:nvSpPr>
          <p:spPr>
            <a:xfrm>
              <a:off x="6709282" y="3990286"/>
              <a:ext cx="263316" cy="154413"/>
            </a:xfrm>
            <a:custGeom>
              <a:avLst/>
              <a:gdLst/>
              <a:ahLst/>
              <a:cxnLst/>
              <a:rect l="l" t="t" r="r" b="b"/>
              <a:pathLst>
                <a:path w="10056" h="5897" extrusionOk="0">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63"/>
            <p:cNvSpPr/>
            <p:nvPr/>
          </p:nvSpPr>
          <p:spPr>
            <a:xfrm>
              <a:off x="6709518" y="4050747"/>
              <a:ext cx="263081" cy="93952"/>
            </a:xfrm>
            <a:custGeom>
              <a:avLst/>
              <a:gdLst/>
              <a:ahLst/>
              <a:cxnLst/>
              <a:rect l="l" t="t" r="r" b="b"/>
              <a:pathLst>
                <a:path w="10047" h="3588" extrusionOk="0">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63"/>
            <p:cNvSpPr/>
            <p:nvPr/>
          </p:nvSpPr>
          <p:spPr>
            <a:xfrm>
              <a:off x="6760238" y="4050747"/>
              <a:ext cx="161902" cy="65463"/>
            </a:xfrm>
            <a:custGeom>
              <a:avLst/>
              <a:gdLst/>
              <a:ahLst/>
              <a:cxnLst/>
              <a:rect l="l" t="t" r="r" b="b"/>
              <a:pathLst>
                <a:path w="6183" h="2500" extrusionOk="0">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63"/>
            <p:cNvSpPr/>
            <p:nvPr/>
          </p:nvSpPr>
          <p:spPr>
            <a:xfrm>
              <a:off x="6712267" y="4077220"/>
              <a:ext cx="48730" cy="67479"/>
            </a:xfrm>
            <a:custGeom>
              <a:avLst/>
              <a:gdLst/>
              <a:ahLst/>
              <a:cxnLst/>
              <a:rect l="l" t="t" r="r" b="b"/>
              <a:pathLst>
                <a:path w="1861" h="2577" extrusionOk="0">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63"/>
            <p:cNvSpPr/>
            <p:nvPr/>
          </p:nvSpPr>
          <p:spPr>
            <a:xfrm>
              <a:off x="6806691" y="3990286"/>
              <a:ext cx="68736" cy="28515"/>
            </a:xfrm>
            <a:custGeom>
              <a:avLst/>
              <a:gdLst/>
              <a:ahLst/>
              <a:cxnLst/>
              <a:rect l="l" t="t" r="r" b="b"/>
              <a:pathLst>
                <a:path w="2625" h="1089" extrusionOk="0">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63"/>
            <p:cNvSpPr/>
            <p:nvPr/>
          </p:nvSpPr>
          <p:spPr>
            <a:xfrm>
              <a:off x="6748743" y="3858889"/>
              <a:ext cx="184369" cy="148652"/>
            </a:xfrm>
            <a:custGeom>
              <a:avLst/>
              <a:gdLst/>
              <a:ahLst/>
              <a:cxnLst/>
              <a:rect l="l" t="t" r="r" b="b"/>
              <a:pathLst>
                <a:path w="7041" h="5677" extrusionOk="0">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63"/>
            <p:cNvSpPr/>
            <p:nvPr/>
          </p:nvSpPr>
          <p:spPr>
            <a:xfrm>
              <a:off x="6748743" y="3858889"/>
              <a:ext cx="183635" cy="148652"/>
            </a:xfrm>
            <a:custGeom>
              <a:avLst/>
              <a:gdLst/>
              <a:ahLst/>
              <a:cxnLst/>
              <a:rect l="l" t="t" r="r" b="b"/>
              <a:pathLst>
                <a:path w="7013" h="5677" extrusionOk="0">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63"/>
            <p:cNvSpPr/>
            <p:nvPr/>
          </p:nvSpPr>
          <p:spPr>
            <a:xfrm>
              <a:off x="6801192" y="3910238"/>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63"/>
            <p:cNvSpPr/>
            <p:nvPr/>
          </p:nvSpPr>
          <p:spPr>
            <a:xfrm>
              <a:off x="6869639" y="3910238"/>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63"/>
            <p:cNvSpPr/>
            <p:nvPr/>
          </p:nvSpPr>
          <p:spPr>
            <a:xfrm>
              <a:off x="6815724" y="3950249"/>
              <a:ext cx="50668" cy="17361"/>
            </a:xfrm>
            <a:custGeom>
              <a:avLst/>
              <a:gdLst/>
              <a:ahLst/>
              <a:cxnLst/>
              <a:rect l="l" t="t" r="r" b="b"/>
              <a:pathLst>
                <a:path w="1935" h="663" extrusionOk="0">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63"/>
            <p:cNvSpPr/>
            <p:nvPr/>
          </p:nvSpPr>
          <p:spPr>
            <a:xfrm>
              <a:off x="6921093" y="4077220"/>
              <a:ext cx="48756" cy="67479"/>
            </a:xfrm>
            <a:custGeom>
              <a:avLst/>
              <a:gdLst/>
              <a:ahLst/>
              <a:cxnLst/>
              <a:rect l="l" t="t" r="r" b="b"/>
              <a:pathLst>
                <a:path w="1862" h="2577" extrusionOk="0">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63"/>
            <p:cNvSpPr/>
            <p:nvPr/>
          </p:nvSpPr>
          <p:spPr>
            <a:xfrm>
              <a:off x="6787209" y="3887326"/>
              <a:ext cx="33569" cy="17308"/>
            </a:xfrm>
            <a:custGeom>
              <a:avLst/>
              <a:gdLst/>
              <a:ahLst/>
              <a:cxnLst/>
              <a:rect l="l" t="t" r="r" b="b"/>
              <a:pathLst>
                <a:path w="1282" h="661" extrusionOk="0">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63"/>
            <p:cNvSpPr/>
            <p:nvPr/>
          </p:nvSpPr>
          <p:spPr>
            <a:xfrm>
              <a:off x="6785455" y="3790206"/>
              <a:ext cx="152920" cy="120163"/>
            </a:xfrm>
            <a:custGeom>
              <a:avLst/>
              <a:gdLst/>
              <a:ahLst/>
              <a:cxnLst/>
              <a:rect l="l" t="t" r="r" b="b"/>
              <a:pathLst>
                <a:path w="5840" h="4589" extrusionOk="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63"/>
            <p:cNvSpPr/>
            <p:nvPr/>
          </p:nvSpPr>
          <p:spPr>
            <a:xfrm>
              <a:off x="6875400" y="4007280"/>
              <a:ext cx="62975" cy="137419"/>
            </a:xfrm>
            <a:custGeom>
              <a:avLst/>
              <a:gdLst/>
              <a:ahLst/>
              <a:cxnLst/>
              <a:rect l="l" t="t" r="r" b="b"/>
              <a:pathLst>
                <a:path w="2405" h="5248" extrusionOk="0">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0" name="Google Shape;12420;p63"/>
          <p:cNvGrpSpPr/>
          <p:nvPr/>
        </p:nvGrpSpPr>
        <p:grpSpPr>
          <a:xfrm>
            <a:off x="6244354" y="2265715"/>
            <a:ext cx="263055" cy="354493"/>
            <a:chOff x="6260629" y="2419290"/>
            <a:chExt cx="263055" cy="354493"/>
          </a:xfrm>
        </p:grpSpPr>
        <p:sp>
          <p:nvSpPr>
            <p:cNvPr id="12421" name="Google Shape;12421;p63"/>
            <p:cNvSpPr/>
            <p:nvPr/>
          </p:nvSpPr>
          <p:spPr>
            <a:xfrm>
              <a:off x="6317581" y="2419290"/>
              <a:ext cx="148914" cy="57214"/>
            </a:xfrm>
            <a:custGeom>
              <a:avLst/>
              <a:gdLst/>
              <a:ahLst/>
              <a:cxnLst/>
              <a:rect l="l" t="t" r="r" b="b"/>
              <a:pathLst>
                <a:path w="5687" h="2185" extrusionOk="0">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63"/>
            <p:cNvSpPr/>
            <p:nvPr/>
          </p:nvSpPr>
          <p:spPr>
            <a:xfrm>
              <a:off x="6271862" y="2453514"/>
              <a:ext cx="240352" cy="148914"/>
            </a:xfrm>
            <a:custGeom>
              <a:avLst/>
              <a:gdLst/>
              <a:ahLst/>
              <a:cxnLst/>
              <a:rect l="l" t="t" r="r" b="b"/>
              <a:pathLst>
                <a:path w="9179" h="5687" extrusionOk="0">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63"/>
            <p:cNvSpPr/>
            <p:nvPr/>
          </p:nvSpPr>
          <p:spPr>
            <a:xfrm>
              <a:off x="6284614" y="2476478"/>
              <a:ext cx="214848" cy="232470"/>
            </a:xfrm>
            <a:custGeom>
              <a:avLst/>
              <a:gdLst/>
              <a:ahLst/>
              <a:cxnLst/>
              <a:rect l="l" t="t" r="r" b="b"/>
              <a:pathLst>
                <a:path w="8205" h="8878" extrusionOk="0">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63"/>
            <p:cNvSpPr/>
            <p:nvPr/>
          </p:nvSpPr>
          <p:spPr>
            <a:xfrm>
              <a:off x="6260629" y="2630865"/>
              <a:ext cx="263055" cy="142918"/>
            </a:xfrm>
            <a:custGeom>
              <a:avLst/>
              <a:gdLst/>
              <a:ahLst/>
              <a:cxnLst/>
              <a:rect l="l" t="t" r="r" b="b"/>
              <a:pathLst>
                <a:path w="10046" h="5458" extrusionOk="0">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63"/>
            <p:cNvSpPr/>
            <p:nvPr/>
          </p:nvSpPr>
          <p:spPr>
            <a:xfrm>
              <a:off x="6357801" y="2630865"/>
              <a:ext cx="68709" cy="28515"/>
            </a:xfrm>
            <a:custGeom>
              <a:avLst/>
              <a:gdLst/>
              <a:ahLst/>
              <a:cxnLst/>
              <a:rect l="l" t="t" r="r" b="b"/>
              <a:pathLst>
                <a:path w="2624" h="1089" extrusionOk="0">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63"/>
            <p:cNvSpPr/>
            <p:nvPr/>
          </p:nvSpPr>
          <p:spPr>
            <a:xfrm>
              <a:off x="6317581" y="2504156"/>
              <a:ext cx="148914" cy="143834"/>
            </a:xfrm>
            <a:custGeom>
              <a:avLst/>
              <a:gdLst/>
              <a:ahLst/>
              <a:cxnLst/>
              <a:rect l="l" t="t" r="r" b="b"/>
              <a:pathLst>
                <a:path w="5687" h="5493"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63"/>
            <p:cNvSpPr/>
            <p:nvPr/>
          </p:nvSpPr>
          <p:spPr>
            <a:xfrm>
              <a:off x="6317581" y="2504156"/>
              <a:ext cx="125924" cy="143913"/>
            </a:xfrm>
            <a:custGeom>
              <a:avLst/>
              <a:gdLst/>
              <a:ahLst/>
              <a:cxnLst/>
              <a:rect l="l" t="t" r="r" b="b"/>
              <a:pathLst>
                <a:path w="4809" h="5496"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63"/>
            <p:cNvSpPr/>
            <p:nvPr/>
          </p:nvSpPr>
          <p:spPr>
            <a:xfrm>
              <a:off x="6352040" y="2556552"/>
              <a:ext cx="11521" cy="17125"/>
            </a:xfrm>
            <a:custGeom>
              <a:avLst/>
              <a:gdLst/>
              <a:ahLst/>
              <a:cxnLst/>
              <a:rect l="l" t="t" r="r" b="b"/>
              <a:pathLst>
                <a:path w="440" h="654" extrusionOk="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63"/>
            <p:cNvSpPr/>
            <p:nvPr/>
          </p:nvSpPr>
          <p:spPr>
            <a:xfrm>
              <a:off x="6420750" y="2556552"/>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63"/>
            <p:cNvSpPr/>
            <p:nvPr/>
          </p:nvSpPr>
          <p:spPr>
            <a:xfrm>
              <a:off x="6366756" y="2596432"/>
              <a:ext cx="50563" cy="17282"/>
            </a:xfrm>
            <a:custGeom>
              <a:avLst/>
              <a:gdLst/>
              <a:ahLst/>
              <a:cxnLst/>
              <a:rect l="l" t="t" r="r" b="b"/>
              <a:pathLst>
                <a:path w="1931" h="660" extrusionOk="0">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63"/>
            <p:cNvSpPr/>
            <p:nvPr/>
          </p:nvSpPr>
          <p:spPr>
            <a:xfrm>
              <a:off x="6344133" y="2537542"/>
              <a:ext cx="27468" cy="13930"/>
            </a:xfrm>
            <a:custGeom>
              <a:avLst/>
              <a:gdLst/>
              <a:ahLst/>
              <a:cxnLst/>
              <a:rect l="l" t="t" r="r" b="b"/>
              <a:pathLst>
                <a:path w="1049" h="532" extrusionOk="0">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63"/>
            <p:cNvSpPr/>
            <p:nvPr/>
          </p:nvSpPr>
          <p:spPr>
            <a:xfrm>
              <a:off x="6412554" y="2537751"/>
              <a:ext cx="27468" cy="13957"/>
            </a:xfrm>
            <a:custGeom>
              <a:avLst/>
              <a:gdLst/>
              <a:ahLst/>
              <a:cxnLst/>
              <a:rect l="l" t="t" r="r" b="b"/>
              <a:pathLst>
                <a:path w="1049" h="533" extrusionOk="0">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63"/>
            <p:cNvSpPr/>
            <p:nvPr/>
          </p:nvSpPr>
          <p:spPr>
            <a:xfrm>
              <a:off x="6260629" y="2697061"/>
              <a:ext cx="263055" cy="76722"/>
            </a:xfrm>
            <a:custGeom>
              <a:avLst/>
              <a:gdLst/>
              <a:ahLst/>
              <a:cxnLst/>
              <a:rect l="l" t="t" r="r" b="b"/>
              <a:pathLst>
                <a:path w="10046" h="2930" extrusionOk="0">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63"/>
            <p:cNvSpPr/>
            <p:nvPr/>
          </p:nvSpPr>
          <p:spPr>
            <a:xfrm>
              <a:off x="6305588" y="2697061"/>
              <a:ext cx="172900" cy="65489"/>
            </a:xfrm>
            <a:custGeom>
              <a:avLst/>
              <a:gdLst/>
              <a:ahLst/>
              <a:cxnLst/>
              <a:rect l="l" t="t" r="r" b="b"/>
              <a:pathLst>
                <a:path w="6603" h="2501" extrusionOk="0">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63"/>
            <p:cNvSpPr/>
            <p:nvPr/>
          </p:nvSpPr>
          <p:spPr>
            <a:xfrm>
              <a:off x="6294852" y="2476478"/>
              <a:ext cx="194371" cy="65227"/>
            </a:xfrm>
            <a:custGeom>
              <a:avLst/>
              <a:gdLst/>
              <a:ahLst/>
              <a:cxnLst/>
              <a:rect l="l" t="t" r="r" b="b"/>
              <a:pathLst>
                <a:path w="7423" h="2491" extrusionOk="0">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6" name="Google Shape;12436;p63"/>
          <p:cNvGrpSpPr/>
          <p:nvPr/>
        </p:nvGrpSpPr>
        <p:grpSpPr>
          <a:xfrm>
            <a:off x="6244589" y="2726336"/>
            <a:ext cx="263343" cy="354754"/>
            <a:chOff x="6260864" y="2879911"/>
            <a:chExt cx="263343" cy="354754"/>
          </a:xfrm>
        </p:grpSpPr>
        <p:sp>
          <p:nvSpPr>
            <p:cNvPr id="12437" name="Google Shape;12437;p63"/>
            <p:cNvSpPr/>
            <p:nvPr/>
          </p:nvSpPr>
          <p:spPr>
            <a:xfrm>
              <a:off x="6290610" y="2960115"/>
              <a:ext cx="203850" cy="208354"/>
            </a:xfrm>
            <a:custGeom>
              <a:avLst/>
              <a:gdLst/>
              <a:ahLst/>
              <a:cxnLst/>
              <a:rect l="l" t="t" r="r" b="b"/>
              <a:pathLst>
                <a:path w="7785" h="7957" extrusionOk="0">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63"/>
            <p:cNvSpPr/>
            <p:nvPr/>
          </p:nvSpPr>
          <p:spPr>
            <a:xfrm>
              <a:off x="6260864" y="3086013"/>
              <a:ext cx="263081" cy="148652"/>
            </a:xfrm>
            <a:custGeom>
              <a:avLst/>
              <a:gdLst/>
              <a:ahLst/>
              <a:cxnLst/>
              <a:rect l="l" t="t" r="r" b="b"/>
              <a:pathLst>
                <a:path w="10047" h="5677" extrusionOk="0">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63"/>
            <p:cNvSpPr/>
            <p:nvPr/>
          </p:nvSpPr>
          <p:spPr>
            <a:xfrm>
              <a:off x="6260864" y="3137204"/>
              <a:ext cx="263343" cy="97461"/>
            </a:xfrm>
            <a:custGeom>
              <a:avLst/>
              <a:gdLst/>
              <a:ahLst/>
              <a:cxnLst/>
              <a:rect l="l" t="t" r="r" b="b"/>
              <a:pathLst>
                <a:path w="10057" h="3722" extrusionOk="0">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63"/>
            <p:cNvSpPr/>
            <p:nvPr/>
          </p:nvSpPr>
          <p:spPr>
            <a:xfrm>
              <a:off x="6320566" y="3137204"/>
              <a:ext cx="143677" cy="63237"/>
            </a:xfrm>
            <a:custGeom>
              <a:avLst/>
              <a:gdLst/>
              <a:ahLst/>
              <a:cxnLst/>
              <a:rect l="l" t="t" r="r" b="b"/>
              <a:pathLst>
                <a:path w="5487" h="2415" extrusionOk="0">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63"/>
            <p:cNvSpPr/>
            <p:nvPr/>
          </p:nvSpPr>
          <p:spPr>
            <a:xfrm>
              <a:off x="6358299"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63"/>
            <p:cNvSpPr/>
            <p:nvPr/>
          </p:nvSpPr>
          <p:spPr>
            <a:xfrm>
              <a:off x="6379273" y="2879911"/>
              <a:ext cx="26525" cy="11521"/>
            </a:xfrm>
            <a:custGeom>
              <a:avLst/>
              <a:gdLst/>
              <a:ahLst/>
              <a:cxnLst/>
              <a:rect l="l" t="t" r="r" b="b"/>
              <a:pathLst>
                <a:path w="1013" h="440" extrusionOk="0">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63"/>
            <p:cNvSpPr/>
            <p:nvPr/>
          </p:nvSpPr>
          <p:spPr>
            <a:xfrm>
              <a:off x="6296109" y="2960115"/>
              <a:ext cx="170621" cy="137209"/>
            </a:xfrm>
            <a:custGeom>
              <a:avLst/>
              <a:gdLst/>
              <a:ahLst/>
              <a:cxnLst/>
              <a:rect l="l" t="t" r="r" b="b"/>
              <a:pathLst>
                <a:path w="6516" h="5240" extrusionOk="0">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63"/>
            <p:cNvSpPr/>
            <p:nvPr/>
          </p:nvSpPr>
          <p:spPr>
            <a:xfrm>
              <a:off x="6300089" y="2960115"/>
              <a:ext cx="166903" cy="137393"/>
            </a:xfrm>
            <a:custGeom>
              <a:avLst/>
              <a:gdLst/>
              <a:ahLst/>
              <a:cxnLst/>
              <a:rect l="l" t="t" r="r" b="b"/>
              <a:pathLst>
                <a:path w="6374" h="5247" extrusionOk="0">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63"/>
            <p:cNvSpPr/>
            <p:nvPr/>
          </p:nvSpPr>
          <p:spPr>
            <a:xfrm>
              <a:off x="6352564" y="3000702"/>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63"/>
            <p:cNvSpPr/>
            <p:nvPr/>
          </p:nvSpPr>
          <p:spPr>
            <a:xfrm>
              <a:off x="6421012" y="3000702"/>
              <a:ext cx="11495" cy="17125"/>
            </a:xfrm>
            <a:custGeom>
              <a:avLst/>
              <a:gdLst/>
              <a:ahLst/>
              <a:cxnLst/>
              <a:rect l="l" t="t" r="r" b="b"/>
              <a:pathLst>
                <a:path w="439" h="654" extrusionOk="0">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63"/>
            <p:cNvSpPr/>
            <p:nvPr/>
          </p:nvSpPr>
          <p:spPr>
            <a:xfrm>
              <a:off x="6344813" y="2983079"/>
              <a:ext cx="26761" cy="11286"/>
            </a:xfrm>
            <a:custGeom>
              <a:avLst/>
              <a:gdLst/>
              <a:ahLst/>
              <a:cxnLst/>
              <a:rect l="l" t="t" r="r" b="b"/>
              <a:pathLst>
                <a:path w="1022" h="431" extrusionOk="0">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63"/>
            <p:cNvSpPr/>
            <p:nvPr/>
          </p:nvSpPr>
          <p:spPr>
            <a:xfrm>
              <a:off x="6413497" y="2983079"/>
              <a:ext cx="26761" cy="11286"/>
            </a:xfrm>
            <a:custGeom>
              <a:avLst/>
              <a:gdLst/>
              <a:ahLst/>
              <a:cxnLst/>
              <a:rect l="l" t="t" r="r" b="b"/>
              <a:pathLst>
                <a:path w="1022" h="431" extrusionOk="0">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63"/>
            <p:cNvSpPr/>
            <p:nvPr/>
          </p:nvSpPr>
          <p:spPr>
            <a:xfrm>
              <a:off x="6366783" y="3037309"/>
              <a:ext cx="51506" cy="22990"/>
            </a:xfrm>
            <a:custGeom>
              <a:avLst/>
              <a:gdLst/>
              <a:ahLst/>
              <a:cxnLst/>
              <a:rect l="l" t="t" r="r" b="b"/>
              <a:pathLst>
                <a:path w="1967" h="878" extrusionOk="0">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63"/>
            <p:cNvSpPr/>
            <p:nvPr/>
          </p:nvSpPr>
          <p:spPr>
            <a:xfrm>
              <a:off x="6306583" y="2965850"/>
              <a:ext cx="23017" cy="37261"/>
            </a:xfrm>
            <a:custGeom>
              <a:avLst/>
              <a:gdLst/>
              <a:ahLst/>
              <a:cxnLst/>
              <a:rect l="l" t="t" r="r" b="b"/>
              <a:pathLst>
                <a:path w="879" h="1423" extrusionOk="0">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63"/>
            <p:cNvSpPr/>
            <p:nvPr/>
          </p:nvSpPr>
          <p:spPr>
            <a:xfrm>
              <a:off x="6352564" y="2954355"/>
              <a:ext cx="125662" cy="74732"/>
            </a:xfrm>
            <a:custGeom>
              <a:avLst/>
              <a:gdLst/>
              <a:ahLst/>
              <a:cxnLst/>
              <a:rect l="l" t="t" r="r" b="b"/>
              <a:pathLst>
                <a:path w="4799" h="2854" extrusionOk="0">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63"/>
            <p:cNvSpPr/>
            <p:nvPr/>
          </p:nvSpPr>
          <p:spPr>
            <a:xfrm>
              <a:off x="6306583" y="2885671"/>
              <a:ext cx="171643" cy="85965"/>
            </a:xfrm>
            <a:custGeom>
              <a:avLst/>
              <a:gdLst/>
              <a:ahLst/>
              <a:cxnLst/>
              <a:rect l="l" t="t" r="r" b="b"/>
              <a:pathLst>
                <a:path w="6555" h="3283" extrusionOk="0">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63"/>
            <p:cNvSpPr/>
            <p:nvPr/>
          </p:nvSpPr>
          <p:spPr>
            <a:xfrm>
              <a:off x="6306583" y="2885619"/>
              <a:ext cx="171643" cy="86018"/>
            </a:xfrm>
            <a:custGeom>
              <a:avLst/>
              <a:gdLst/>
              <a:ahLst/>
              <a:cxnLst/>
              <a:rect l="l" t="t" r="r" b="b"/>
              <a:pathLst>
                <a:path w="6555" h="3285" extrusionOk="0">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63"/>
            <p:cNvSpPr/>
            <p:nvPr/>
          </p:nvSpPr>
          <p:spPr>
            <a:xfrm>
              <a:off x="6293857" y="2954355"/>
              <a:ext cx="197121" cy="26499"/>
            </a:xfrm>
            <a:custGeom>
              <a:avLst/>
              <a:gdLst/>
              <a:ahLst/>
              <a:cxnLst/>
              <a:rect l="l" t="t" r="r" b="b"/>
              <a:pathLst>
                <a:path w="7528" h="1012" extrusionOk="0">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5" name="Google Shape;12455;p63"/>
          <p:cNvGrpSpPr/>
          <p:nvPr/>
        </p:nvGrpSpPr>
        <p:grpSpPr>
          <a:xfrm>
            <a:off x="8046693" y="2265715"/>
            <a:ext cx="263316" cy="354728"/>
            <a:chOff x="8062968" y="2419290"/>
            <a:chExt cx="263316" cy="354728"/>
          </a:xfrm>
        </p:grpSpPr>
        <p:sp>
          <p:nvSpPr>
            <p:cNvPr id="12456" name="Google Shape;12456;p63"/>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63"/>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63"/>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63"/>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63"/>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63"/>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63"/>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63"/>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63"/>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63"/>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63"/>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63"/>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63"/>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63"/>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63"/>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63"/>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63"/>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3" name="Google Shape;12473;p63"/>
          <p:cNvGrpSpPr/>
          <p:nvPr/>
        </p:nvGrpSpPr>
        <p:grpSpPr>
          <a:xfrm>
            <a:off x="5793448" y="2265715"/>
            <a:ext cx="263316" cy="354728"/>
            <a:chOff x="5809723" y="2419290"/>
            <a:chExt cx="263316" cy="354728"/>
          </a:xfrm>
        </p:grpSpPr>
        <p:sp>
          <p:nvSpPr>
            <p:cNvPr id="12474" name="Google Shape;12474;p63"/>
            <p:cNvSpPr/>
            <p:nvPr/>
          </p:nvSpPr>
          <p:spPr>
            <a:xfrm>
              <a:off x="5815484" y="2419290"/>
              <a:ext cx="80205" cy="80205"/>
            </a:xfrm>
            <a:custGeom>
              <a:avLst/>
              <a:gdLst/>
              <a:ahLst/>
              <a:cxnLst/>
              <a:rect l="l" t="t" r="r" b="b"/>
              <a:pathLst>
                <a:path w="3063" h="3063" extrusionOk="0">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63"/>
            <p:cNvSpPr/>
            <p:nvPr/>
          </p:nvSpPr>
          <p:spPr>
            <a:xfrm>
              <a:off x="5987100" y="2419290"/>
              <a:ext cx="80205" cy="80205"/>
            </a:xfrm>
            <a:custGeom>
              <a:avLst/>
              <a:gdLst/>
              <a:ahLst/>
              <a:cxnLst/>
              <a:rect l="l" t="t" r="r" b="b"/>
              <a:pathLst>
                <a:path w="3063" h="3063" extrusionOk="0">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63"/>
            <p:cNvSpPr/>
            <p:nvPr/>
          </p:nvSpPr>
          <p:spPr>
            <a:xfrm>
              <a:off x="5823732" y="2424789"/>
              <a:ext cx="235325" cy="137419"/>
            </a:xfrm>
            <a:custGeom>
              <a:avLst/>
              <a:gdLst/>
              <a:ahLst/>
              <a:cxnLst/>
              <a:rect l="l" t="t" r="r" b="b"/>
              <a:pathLst>
                <a:path w="8987" h="5248" extrusionOk="0">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63"/>
            <p:cNvSpPr/>
            <p:nvPr/>
          </p:nvSpPr>
          <p:spPr>
            <a:xfrm>
              <a:off x="5809723" y="2630865"/>
              <a:ext cx="263081" cy="143153"/>
            </a:xfrm>
            <a:custGeom>
              <a:avLst/>
              <a:gdLst/>
              <a:ahLst/>
              <a:cxnLst/>
              <a:rect l="l" t="t" r="r" b="b"/>
              <a:pathLst>
                <a:path w="10047" h="5467" extrusionOk="0">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63"/>
            <p:cNvSpPr/>
            <p:nvPr/>
          </p:nvSpPr>
          <p:spPr>
            <a:xfrm>
              <a:off x="5809985" y="2694809"/>
              <a:ext cx="263055" cy="79210"/>
            </a:xfrm>
            <a:custGeom>
              <a:avLst/>
              <a:gdLst/>
              <a:ahLst/>
              <a:cxnLst/>
              <a:rect l="l" t="t" r="r" b="b"/>
              <a:pathLst>
                <a:path w="10046" h="3025" extrusionOk="0">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63"/>
            <p:cNvSpPr/>
            <p:nvPr/>
          </p:nvSpPr>
          <p:spPr>
            <a:xfrm>
              <a:off x="5907157" y="2630865"/>
              <a:ext cx="68709" cy="23017"/>
            </a:xfrm>
            <a:custGeom>
              <a:avLst/>
              <a:gdLst/>
              <a:ahLst/>
              <a:cxnLst/>
              <a:rect l="l" t="t" r="r" b="b"/>
              <a:pathLst>
                <a:path w="2624" h="879" extrusionOk="0">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63"/>
            <p:cNvSpPr/>
            <p:nvPr/>
          </p:nvSpPr>
          <p:spPr>
            <a:xfrm>
              <a:off x="5844942" y="2465009"/>
              <a:ext cx="192643" cy="177377"/>
            </a:xfrm>
            <a:custGeom>
              <a:avLst/>
              <a:gdLst/>
              <a:ahLst/>
              <a:cxnLst/>
              <a:rect l="l" t="t" r="r" b="b"/>
              <a:pathLst>
                <a:path w="7357" h="6774" extrusionOk="0">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63"/>
            <p:cNvSpPr/>
            <p:nvPr/>
          </p:nvSpPr>
          <p:spPr>
            <a:xfrm>
              <a:off x="5845439" y="2464931"/>
              <a:ext cx="170150" cy="177430"/>
            </a:xfrm>
            <a:custGeom>
              <a:avLst/>
              <a:gdLst/>
              <a:ahLst/>
              <a:cxnLst/>
              <a:rect l="l" t="t" r="r" b="b"/>
              <a:pathLst>
                <a:path w="6498" h="6776" extrusionOk="0">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63"/>
            <p:cNvSpPr/>
            <p:nvPr/>
          </p:nvSpPr>
          <p:spPr>
            <a:xfrm>
              <a:off x="5916086" y="2590723"/>
              <a:ext cx="50616" cy="17465"/>
            </a:xfrm>
            <a:custGeom>
              <a:avLst/>
              <a:gdLst/>
              <a:ahLst/>
              <a:cxnLst/>
              <a:rect l="l" t="t" r="r" b="b"/>
              <a:pathLst>
                <a:path w="1933" h="667" extrusionOk="0">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63"/>
            <p:cNvSpPr/>
            <p:nvPr/>
          </p:nvSpPr>
          <p:spPr>
            <a:xfrm>
              <a:off x="5901397" y="2545135"/>
              <a:ext cx="11521" cy="17073"/>
            </a:xfrm>
            <a:custGeom>
              <a:avLst/>
              <a:gdLst/>
              <a:ahLst/>
              <a:cxnLst/>
              <a:rect l="l" t="t" r="r" b="b"/>
              <a:pathLst>
                <a:path w="440" h="652" extrusionOk="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63"/>
            <p:cNvSpPr/>
            <p:nvPr/>
          </p:nvSpPr>
          <p:spPr>
            <a:xfrm>
              <a:off x="5970106" y="2545135"/>
              <a:ext cx="11260" cy="17073"/>
            </a:xfrm>
            <a:custGeom>
              <a:avLst/>
              <a:gdLst/>
              <a:ahLst/>
              <a:cxnLst/>
              <a:rect l="l" t="t" r="r" b="b"/>
              <a:pathLst>
                <a:path w="430" h="652" extrusionOk="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63"/>
            <p:cNvSpPr/>
            <p:nvPr/>
          </p:nvSpPr>
          <p:spPr>
            <a:xfrm>
              <a:off x="5893672" y="2527958"/>
              <a:ext cx="21000" cy="11495"/>
            </a:xfrm>
            <a:custGeom>
              <a:avLst/>
              <a:gdLst/>
              <a:ahLst/>
              <a:cxnLst/>
              <a:rect l="l" t="t" r="r" b="b"/>
              <a:pathLst>
                <a:path w="802" h="439" extrusionOk="0">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63"/>
            <p:cNvSpPr/>
            <p:nvPr/>
          </p:nvSpPr>
          <p:spPr>
            <a:xfrm>
              <a:off x="5968116" y="2527932"/>
              <a:ext cx="19246" cy="11521"/>
            </a:xfrm>
            <a:custGeom>
              <a:avLst/>
              <a:gdLst/>
              <a:ahLst/>
              <a:cxnLst/>
              <a:rect l="l" t="t" r="r" b="b"/>
              <a:pathLst>
                <a:path w="735" h="440" extrusionOk="0">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63"/>
            <p:cNvSpPr/>
            <p:nvPr/>
          </p:nvSpPr>
          <p:spPr>
            <a:xfrm>
              <a:off x="5875919" y="2425025"/>
              <a:ext cx="162661" cy="97199"/>
            </a:xfrm>
            <a:custGeom>
              <a:avLst/>
              <a:gdLst/>
              <a:ahLst/>
              <a:cxnLst/>
              <a:rect l="l" t="t" r="r" b="b"/>
              <a:pathLst>
                <a:path w="6212" h="3712" extrusionOk="0">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63"/>
            <p:cNvSpPr/>
            <p:nvPr/>
          </p:nvSpPr>
          <p:spPr>
            <a:xfrm>
              <a:off x="5843947" y="2694809"/>
              <a:ext cx="194869" cy="50485"/>
            </a:xfrm>
            <a:custGeom>
              <a:avLst/>
              <a:gdLst/>
              <a:ahLst/>
              <a:cxnLst/>
              <a:rect l="l" t="t" r="r" b="b"/>
              <a:pathLst>
                <a:path w="7442" h="1928" extrusionOk="0">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63"/>
            <p:cNvSpPr/>
            <p:nvPr/>
          </p:nvSpPr>
          <p:spPr>
            <a:xfrm>
              <a:off x="5809723" y="2688577"/>
              <a:ext cx="85965" cy="85442"/>
            </a:xfrm>
            <a:custGeom>
              <a:avLst/>
              <a:gdLst/>
              <a:ahLst/>
              <a:cxnLst/>
              <a:rect l="l" t="t" r="r" b="b"/>
              <a:pathLst>
                <a:path w="3283" h="3263" extrusionOk="0">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63"/>
            <p:cNvSpPr/>
            <p:nvPr/>
          </p:nvSpPr>
          <p:spPr>
            <a:xfrm>
              <a:off x="5987100" y="2688577"/>
              <a:ext cx="85939" cy="85442"/>
            </a:xfrm>
            <a:custGeom>
              <a:avLst/>
              <a:gdLst/>
              <a:ahLst/>
              <a:cxnLst/>
              <a:rect l="l" t="t" r="r" b="b"/>
              <a:pathLst>
                <a:path w="3282" h="3263" extrusionOk="0">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1" name="Google Shape;12491;p63"/>
          <p:cNvGrpSpPr/>
          <p:nvPr/>
        </p:nvGrpSpPr>
        <p:grpSpPr>
          <a:xfrm>
            <a:off x="7590551" y="1349424"/>
            <a:ext cx="263552" cy="354754"/>
            <a:chOff x="7606826" y="1502999"/>
            <a:chExt cx="263552" cy="354754"/>
          </a:xfrm>
        </p:grpSpPr>
        <p:sp>
          <p:nvSpPr>
            <p:cNvPr id="12492" name="Google Shape;12492;p63"/>
            <p:cNvSpPr/>
            <p:nvPr/>
          </p:nvSpPr>
          <p:spPr>
            <a:xfrm>
              <a:off x="7606826" y="1703340"/>
              <a:ext cx="263552" cy="154413"/>
            </a:xfrm>
            <a:custGeom>
              <a:avLst/>
              <a:gdLst/>
              <a:ahLst/>
              <a:cxnLst/>
              <a:rect l="l" t="t" r="r" b="b"/>
              <a:pathLst>
                <a:path w="10065" h="5897" extrusionOk="0">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63"/>
            <p:cNvSpPr/>
            <p:nvPr/>
          </p:nvSpPr>
          <p:spPr>
            <a:xfrm>
              <a:off x="7626543" y="1502999"/>
              <a:ext cx="223856" cy="240090"/>
            </a:xfrm>
            <a:custGeom>
              <a:avLst/>
              <a:gdLst/>
              <a:ahLst/>
              <a:cxnLst/>
              <a:rect l="l" t="t" r="r" b="b"/>
              <a:pathLst>
                <a:path w="8549" h="9169" extrusionOk="0">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63"/>
            <p:cNvSpPr/>
            <p:nvPr/>
          </p:nvSpPr>
          <p:spPr>
            <a:xfrm>
              <a:off x="7641049" y="1708839"/>
              <a:ext cx="194869" cy="102959"/>
            </a:xfrm>
            <a:custGeom>
              <a:avLst/>
              <a:gdLst/>
              <a:ahLst/>
              <a:cxnLst/>
              <a:rect l="l" t="t" r="r" b="b"/>
              <a:pathLst>
                <a:path w="7442" h="3932" extrusionOk="0">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63"/>
            <p:cNvSpPr/>
            <p:nvPr/>
          </p:nvSpPr>
          <p:spPr>
            <a:xfrm>
              <a:off x="7659431" y="1726069"/>
              <a:ext cx="158341" cy="65227"/>
            </a:xfrm>
            <a:custGeom>
              <a:avLst/>
              <a:gdLst/>
              <a:ahLst/>
              <a:cxnLst/>
              <a:rect l="l" t="t" r="r" b="b"/>
              <a:pathLst>
                <a:path w="6047" h="2491" extrusionOk="0">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63"/>
            <p:cNvSpPr/>
            <p:nvPr/>
          </p:nvSpPr>
          <p:spPr>
            <a:xfrm>
              <a:off x="7692739" y="1502999"/>
              <a:ext cx="142420" cy="85468"/>
            </a:xfrm>
            <a:custGeom>
              <a:avLst/>
              <a:gdLst/>
              <a:ahLst/>
              <a:cxnLst/>
              <a:rect l="l" t="t" r="r" b="b"/>
              <a:pathLst>
                <a:path w="5439" h="3264" extrusionOk="0">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63"/>
            <p:cNvSpPr/>
            <p:nvPr/>
          </p:nvSpPr>
          <p:spPr>
            <a:xfrm>
              <a:off x="7687266" y="1703340"/>
              <a:ext cx="102436" cy="87955"/>
            </a:xfrm>
            <a:custGeom>
              <a:avLst/>
              <a:gdLst/>
              <a:ahLst/>
              <a:cxnLst/>
              <a:rect l="l" t="t" r="r" b="b"/>
              <a:pathLst>
                <a:path w="3912" h="3359" extrusionOk="0">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63"/>
            <p:cNvSpPr/>
            <p:nvPr/>
          </p:nvSpPr>
          <p:spPr>
            <a:xfrm>
              <a:off x="7704234" y="1703340"/>
              <a:ext cx="68736" cy="28254"/>
            </a:xfrm>
            <a:custGeom>
              <a:avLst/>
              <a:gdLst/>
              <a:ahLst/>
              <a:cxnLst/>
              <a:rect l="l" t="t" r="r" b="b"/>
              <a:pathLst>
                <a:path w="2625" h="1079" extrusionOk="0">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63"/>
            <p:cNvSpPr/>
            <p:nvPr/>
          </p:nvSpPr>
          <p:spPr>
            <a:xfrm>
              <a:off x="7664014" y="1576133"/>
              <a:ext cx="149176" cy="144070"/>
            </a:xfrm>
            <a:custGeom>
              <a:avLst/>
              <a:gdLst/>
              <a:ahLst/>
              <a:cxnLst/>
              <a:rect l="l" t="t" r="r" b="b"/>
              <a:pathLst>
                <a:path w="5697" h="5502"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63"/>
            <p:cNvSpPr/>
            <p:nvPr/>
          </p:nvSpPr>
          <p:spPr>
            <a:xfrm>
              <a:off x="7664014" y="1576133"/>
              <a:ext cx="126186" cy="144148"/>
            </a:xfrm>
            <a:custGeom>
              <a:avLst/>
              <a:gdLst/>
              <a:ahLst/>
              <a:cxnLst/>
              <a:rect l="l" t="t" r="r" b="b"/>
              <a:pathLst>
                <a:path w="4819" h="5505"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63"/>
            <p:cNvSpPr/>
            <p:nvPr/>
          </p:nvSpPr>
          <p:spPr>
            <a:xfrm>
              <a:off x="7690749" y="1611431"/>
              <a:ext cx="26761" cy="11521"/>
            </a:xfrm>
            <a:custGeom>
              <a:avLst/>
              <a:gdLst/>
              <a:ahLst/>
              <a:cxnLst/>
              <a:rect l="l" t="t" r="r" b="b"/>
              <a:pathLst>
                <a:path w="1022" h="440" extrusionOk="0">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63"/>
            <p:cNvSpPr/>
            <p:nvPr/>
          </p:nvSpPr>
          <p:spPr>
            <a:xfrm>
              <a:off x="7759458" y="1611431"/>
              <a:ext cx="26735" cy="11521"/>
            </a:xfrm>
            <a:custGeom>
              <a:avLst/>
              <a:gdLst/>
              <a:ahLst/>
              <a:cxnLst/>
              <a:rect l="l" t="t" r="r" b="b"/>
              <a:pathLst>
                <a:path w="1021" h="440" extrusionOk="0">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63"/>
            <p:cNvSpPr/>
            <p:nvPr/>
          </p:nvSpPr>
          <p:spPr>
            <a:xfrm>
              <a:off x="7698499" y="1629106"/>
              <a:ext cx="11521" cy="17308"/>
            </a:xfrm>
            <a:custGeom>
              <a:avLst/>
              <a:gdLst/>
              <a:ahLst/>
              <a:cxnLst/>
              <a:rect l="l" t="t" r="r" b="b"/>
              <a:pathLst>
                <a:path w="440"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63"/>
            <p:cNvSpPr/>
            <p:nvPr/>
          </p:nvSpPr>
          <p:spPr>
            <a:xfrm>
              <a:off x="7767183" y="1629106"/>
              <a:ext cx="11521" cy="17308"/>
            </a:xfrm>
            <a:custGeom>
              <a:avLst/>
              <a:gdLst/>
              <a:ahLst/>
              <a:cxnLst/>
              <a:rect l="l" t="t" r="r" b="b"/>
              <a:pathLst>
                <a:path w="440" h="661" extrusionOk="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63"/>
            <p:cNvSpPr/>
            <p:nvPr/>
          </p:nvSpPr>
          <p:spPr>
            <a:xfrm>
              <a:off x="7610073" y="1789541"/>
              <a:ext cx="48233" cy="68212"/>
            </a:xfrm>
            <a:custGeom>
              <a:avLst/>
              <a:gdLst/>
              <a:ahLst/>
              <a:cxnLst/>
              <a:rect l="l" t="t" r="r" b="b"/>
              <a:pathLst>
                <a:path w="1842" h="2605" extrusionOk="0">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63"/>
            <p:cNvSpPr/>
            <p:nvPr/>
          </p:nvSpPr>
          <p:spPr>
            <a:xfrm>
              <a:off x="7818662" y="1789541"/>
              <a:ext cx="48233" cy="68212"/>
            </a:xfrm>
            <a:custGeom>
              <a:avLst/>
              <a:gdLst/>
              <a:ahLst/>
              <a:cxnLst/>
              <a:rect l="l" t="t" r="r" b="b"/>
              <a:pathLst>
                <a:path w="1842" h="2605" extrusionOk="0">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63"/>
            <p:cNvSpPr/>
            <p:nvPr/>
          </p:nvSpPr>
          <p:spPr>
            <a:xfrm>
              <a:off x="7712744" y="1666393"/>
              <a:ext cx="51480" cy="22990"/>
            </a:xfrm>
            <a:custGeom>
              <a:avLst/>
              <a:gdLst/>
              <a:ahLst/>
              <a:cxnLst/>
              <a:rect l="l" t="t" r="r" b="b"/>
              <a:pathLst>
                <a:path w="1966" h="878" extrusionOk="0">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63"/>
            <p:cNvSpPr/>
            <p:nvPr/>
          </p:nvSpPr>
          <p:spPr>
            <a:xfrm>
              <a:off x="7704234" y="1794778"/>
              <a:ext cx="11260" cy="62975"/>
            </a:xfrm>
            <a:custGeom>
              <a:avLst/>
              <a:gdLst/>
              <a:ahLst/>
              <a:cxnLst/>
              <a:rect l="l" t="t" r="r" b="b"/>
              <a:pathLst>
                <a:path w="430" h="2405" extrusionOk="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63"/>
            <p:cNvSpPr/>
            <p:nvPr/>
          </p:nvSpPr>
          <p:spPr>
            <a:xfrm>
              <a:off x="7761448" y="1794778"/>
              <a:ext cx="11521" cy="62975"/>
            </a:xfrm>
            <a:custGeom>
              <a:avLst/>
              <a:gdLst/>
              <a:ahLst/>
              <a:cxnLst/>
              <a:rect l="l" t="t" r="r" b="b"/>
              <a:pathLst>
                <a:path w="440" h="2405" extrusionOk="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0" name="Google Shape;12510;p63"/>
          <p:cNvGrpSpPr/>
          <p:nvPr/>
        </p:nvGrpSpPr>
        <p:grpSpPr>
          <a:xfrm>
            <a:off x="8044180" y="3636500"/>
            <a:ext cx="264076" cy="354623"/>
            <a:chOff x="8060455" y="3790075"/>
            <a:chExt cx="264076" cy="354623"/>
          </a:xfrm>
        </p:grpSpPr>
        <p:sp>
          <p:nvSpPr>
            <p:cNvPr id="12511" name="Google Shape;12511;p63"/>
            <p:cNvSpPr/>
            <p:nvPr/>
          </p:nvSpPr>
          <p:spPr>
            <a:xfrm>
              <a:off x="8074202" y="3790075"/>
              <a:ext cx="237079" cy="113800"/>
            </a:xfrm>
            <a:custGeom>
              <a:avLst/>
              <a:gdLst/>
              <a:ahLst/>
              <a:cxnLst/>
              <a:rect l="l" t="t" r="r" b="b"/>
              <a:pathLst>
                <a:path w="9054" h="4346" extrusionOk="0">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63"/>
            <p:cNvSpPr/>
            <p:nvPr/>
          </p:nvSpPr>
          <p:spPr>
            <a:xfrm>
              <a:off x="8083681" y="3955564"/>
              <a:ext cx="80231" cy="126186"/>
            </a:xfrm>
            <a:custGeom>
              <a:avLst/>
              <a:gdLst/>
              <a:ahLst/>
              <a:cxnLst/>
              <a:rect l="l" t="t" r="r" b="b"/>
              <a:pathLst>
                <a:path w="3064" h="4819" extrusionOk="0">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63"/>
            <p:cNvSpPr/>
            <p:nvPr/>
          </p:nvSpPr>
          <p:spPr>
            <a:xfrm>
              <a:off x="8060716" y="4018513"/>
              <a:ext cx="263814" cy="126186"/>
            </a:xfrm>
            <a:custGeom>
              <a:avLst/>
              <a:gdLst/>
              <a:ahLst/>
              <a:cxnLst/>
              <a:rect l="l" t="t" r="r" b="b"/>
              <a:pathLst>
                <a:path w="10075" h="4819" extrusionOk="0">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63"/>
            <p:cNvSpPr/>
            <p:nvPr/>
          </p:nvSpPr>
          <p:spPr>
            <a:xfrm>
              <a:off x="8060455" y="4057241"/>
              <a:ext cx="264076" cy="87458"/>
            </a:xfrm>
            <a:custGeom>
              <a:avLst/>
              <a:gdLst/>
              <a:ahLst/>
              <a:cxnLst/>
              <a:rect l="l" t="t" r="r" b="b"/>
              <a:pathLst>
                <a:path w="10085" h="3340" extrusionOk="0">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63"/>
            <p:cNvSpPr/>
            <p:nvPr/>
          </p:nvSpPr>
          <p:spPr>
            <a:xfrm>
              <a:off x="8125420" y="4057241"/>
              <a:ext cx="134408" cy="61142"/>
            </a:xfrm>
            <a:custGeom>
              <a:avLst/>
              <a:gdLst/>
              <a:ahLst/>
              <a:cxnLst/>
              <a:rect l="l" t="t" r="r" b="b"/>
              <a:pathLst>
                <a:path w="5133" h="2335" extrusionOk="0">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63"/>
            <p:cNvSpPr/>
            <p:nvPr/>
          </p:nvSpPr>
          <p:spPr>
            <a:xfrm>
              <a:off x="8158386" y="4018513"/>
              <a:ext cx="68709" cy="23017"/>
            </a:xfrm>
            <a:custGeom>
              <a:avLst/>
              <a:gdLst/>
              <a:ahLst/>
              <a:cxnLst/>
              <a:rect l="l" t="t" r="r" b="b"/>
              <a:pathLst>
                <a:path w="2624" h="879" extrusionOk="0">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63"/>
            <p:cNvSpPr/>
            <p:nvPr/>
          </p:nvSpPr>
          <p:spPr>
            <a:xfrm>
              <a:off x="8096171" y="3875386"/>
              <a:ext cx="188139" cy="154413"/>
            </a:xfrm>
            <a:custGeom>
              <a:avLst/>
              <a:gdLst/>
              <a:ahLst/>
              <a:cxnLst/>
              <a:rect l="l" t="t" r="r" b="b"/>
              <a:pathLst>
                <a:path w="7185" h="5897" extrusionOk="0">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63"/>
            <p:cNvSpPr/>
            <p:nvPr/>
          </p:nvSpPr>
          <p:spPr>
            <a:xfrm>
              <a:off x="8152390"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63"/>
            <p:cNvSpPr/>
            <p:nvPr/>
          </p:nvSpPr>
          <p:spPr>
            <a:xfrm>
              <a:off x="8221335" y="3933412"/>
              <a:ext cx="11521" cy="16942"/>
            </a:xfrm>
            <a:custGeom>
              <a:avLst/>
              <a:gdLst/>
              <a:ahLst/>
              <a:cxnLst/>
              <a:rect l="l" t="t" r="r" b="b"/>
              <a:pathLst>
                <a:path w="440" h="647" extrusionOk="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63"/>
            <p:cNvSpPr/>
            <p:nvPr/>
          </p:nvSpPr>
          <p:spPr>
            <a:xfrm>
              <a:off x="8166792" y="3978136"/>
              <a:ext cx="50930" cy="17492"/>
            </a:xfrm>
            <a:custGeom>
              <a:avLst/>
              <a:gdLst/>
              <a:ahLst/>
              <a:cxnLst/>
              <a:rect l="l" t="t" r="r" b="b"/>
              <a:pathLst>
                <a:path w="1945" h="668" extrusionOk="0">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63"/>
            <p:cNvSpPr/>
            <p:nvPr/>
          </p:nvSpPr>
          <p:spPr>
            <a:xfrm>
              <a:off x="8099942" y="3880885"/>
              <a:ext cx="167375" cy="149124"/>
            </a:xfrm>
            <a:custGeom>
              <a:avLst/>
              <a:gdLst/>
              <a:ahLst/>
              <a:cxnLst/>
              <a:rect l="l" t="t" r="r" b="b"/>
              <a:pathLst>
                <a:path w="6392" h="5695" extrusionOk="0">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63"/>
            <p:cNvSpPr/>
            <p:nvPr/>
          </p:nvSpPr>
          <p:spPr>
            <a:xfrm>
              <a:off x="8255795" y="3892380"/>
              <a:ext cx="22781" cy="42970"/>
            </a:xfrm>
            <a:custGeom>
              <a:avLst/>
              <a:gdLst/>
              <a:ahLst/>
              <a:cxnLst/>
              <a:rect l="l" t="t" r="r" b="b"/>
              <a:pathLst>
                <a:path w="870" h="1641" extrusionOk="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63"/>
            <p:cNvSpPr/>
            <p:nvPr/>
          </p:nvSpPr>
          <p:spPr>
            <a:xfrm>
              <a:off x="8106435" y="3892380"/>
              <a:ext cx="22990" cy="42970"/>
            </a:xfrm>
            <a:custGeom>
              <a:avLst/>
              <a:gdLst/>
              <a:ahLst/>
              <a:cxnLst/>
              <a:rect l="l" t="t" r="r" b="b"/>
              <a:pathLst>
                <a:path w="878" h="1641" extrusionOk="0">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63"/>
            <p:cNvSpPr/>
            <p:nvPr/>
          </p:nvSpPr>
          <p:spPr>
            <a:xfrm>
              <a:off x="8106671" y="3892380"/>
              <a:ext cx="172140" cy="28751"/>
            </a:xfrm>
            <a:custGeom>
              <a:avLst/>
              <a:gdLst/>
              <a:ahLst/>
              <a:cxnLst/>
              <a:rect l="l" t="t" r="r" b="b"/>
              <a:pathLst>
                <a:path w="6574" h="1098" extrusionOk="0">
                  <a:moveTo>
                    <a:pt x="1" y="0"/>
                  </a:moveTo>
                  <a:cubicBezTo>
                    <a:pt x="1" y="611"/>
                    <a:pt x="1470" y="1097"/>
                    <a:pt x="3282" y="1097"/>
                  </a:cubicBezTo>
                  <a:cubicBezTo>
                    <a:pt x="5095" y="1097"/>
                    <a:pt x="6564" y="611"/>
                    <a:pt x="657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63"/>
            <p:cNvSpPr/>
            <p:nvPr/>
          </p:nvSpPr>
          <p:spPr>
            <a:xfrm>
              <a:off x="8178627" y="4110448"/>
              <a:ext cx="27992" cy="34250"/>
            </a:xfrm>
            <a:custGeom>
              <a:avLst/>
              <a:gdLst/>
              <a:ahLst/>
              <a:cxnLst/>
              <a:rect l="l" t="t" r="r" b="b"/>
              <a:pathLst>
                <a:path w="1069" h="1308" extrusionOk="0">
                  <a:moveTo>
                    <a:pt x="859" y="0"/>
                  </a:moveTo>
                  <a:lnTo>
                    <a:pt x="200" y="10"/>
                  </a:lnTo>
                  <a:lnTo>
                    <a:pt x="0" y="1307"/>
                  </a:lnTo>
                  <a:lnTo>
                    <a:pt x="1069" y="1307"/>
                  </a:lnTo>
                  <a:lnTo>
                    <a:pt x="859"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63"/>
            <p:cNvSpPr/>
            <p:nvPr/>
          </p:nvSpPr>
          <p:spPr>
            <a:xfrm>
              <a:off x="8171112" y="4081724"/>
              <a:ext cx="42760" cy="31736"/>
            </a:xfrm>
            <a:custGeom>
              <a:avLst/>
              <a:gdLst/>
              <a:ahLst/>
              <a:cxnLst/>
              <a:rect l="l" t="t" r="r" b="b"/>
              <a:pathLst>
                <a:path w="1633" h="1212" extrusionOk="0">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63"/>
            <p:cNvSpPr/>
            <p:nvPr/>
          </p:nvSpPr>
          <p:spPr>
            <a:xfrm>
              <a:off x="8135894" y="4044017"/>
              <a:ext cx="56743" cy="62844"/>
            </a:xfrm>
            <a:custGeom>
              <a:avLst/>
              <a:gdLst/>
              <a:ahLst/>
              <a:cxnLst/>
              <a:rect l="l" t="t" r="r" b="b"/>
              <a:pathLst>
                <a:path w="2167" h="2400" extrusionOk="0">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63"/>
            <p:cNvSpPr/>
            <p:nvPr/>
          </p:nvSpPr>
          <p:spPr>
            <a:xfrm>
              <a:off x="8192610" y="4044017"/>
              <a:ext cx="56717" cy="62844"/>
            </a:xfrm>
            <a:custGeom>
              <a:avLst/>
              <a:gdLst/>
              <a:ahLst/>
              <a:cxnLst/>
              <a:rect l="l" t="t" r="r" b="b"/>
              <a:pathLst>
                <a:path w="2166" h="2400" extrusionOk="0">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63"/>
            <p:cNvSpPr/>
            <p:nvPr/>
          </p:nvSpPr>
          <p:spPr>
            <a:xfrm>
              <a:off x="8063963" y="4087956"/>
              <a:ext cx="48468" cy="56743"/>
            </a:xfrm>
            <a:custGeom>
              <a:avLst/>
              <a:gdLst/>
              <a:ahLst/>
              <a:cxnLst/>
              <a:rect l="l" t="t" r="r" b="b"/>
              <a:pathLst>
                <a:path w="1851" h="2167" extrusionOk="0">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63"/>
            <p:cNvSpPr/>
            <p:nvPr/>
          </p:nvSpPr>
          <p:spPr>
            <a:xfrm>
              <a:off x="8272789" y="4087956"/>
              <a:ext cx="48495" cy="56743"/>
            </a:xfrm>
            <a:custGeom>
              <a:avLst/>
              <a:gdLst/>
              <a:ahLst/>
              <a:cxnLst/>
              <a:rect l="l" t="t" r="r" b="b"/>
              <a:pathLst>
                <a:path w="1852" h="2167" extrusionOk="0">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63"/>
            <p:cNvSpPr/>
            <p:nvPr/>
          </p:nvSpPr>
          <p:spPr>
            <a:xfrm>
              <a:off x="8106671" y="3857894"/>
              <a:ext cx="171905" cy="34512"/>
            </a:xfrm>
            <a:custGeom>
              <a:avLst/>
              <a:gdLst/>
              <a:ahLst/>
              <a:cxnLst/>
              <a:rect l="l" t="t" r="r" b="b"/>
              <a:pathLst>
                <a:path w="6565" h="1318" extrusionOk="0">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63"/>
            <p:cNvSpPr/>
            <p:nvPr/>
          </p:nvSpPr>
          <p:spPr>
            <a:xfrm>
              <a:off x="8175380" y="3823670"/>
              <a:ext cx="34486" cy="39984"/>
            </a:xfrm>
            <a:custGeom>
              <a:avLst/>
              <a:gdLst/>
              <a:ahLst/>
              <a:cxnLst/>
              <a:rect l="l" t="t" r="r" b="b"/>
              <a:pathLst>
                <a:path w="1317" h="1527" extrusionOk="0">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63"/>
            <p:cNvSpPr/>
            <p:nvPr/>
          </p:nvSpPr>
          <p:spPr>
            <a:xfrm>
              <a:off x="8175407"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4" name="Google Shape;12534;p63"/>
          <p:cNvGrpSpPr/>
          <p:nvPr/>
        </p:nvGrpSpPr>
        <p:grpSpPr>
          <a:xfrm>
            <a:off x="7598275" y="2726336"/>
            <a:ext cx="263316" cy="354754"/>
            <a:chOff x="7614550" y="2879911"/>
            <a:chExt cx="263316" cy="354754"/>
          </a:xfrm>
        </p:grpSpPr>
        <p:sp>
          <p:nvSpPr>
            <p:cNvPr id="12535" name="Google Shape;12535;p63"/>
            <p:cNvSpPr/>
            <p:nvPr/>
          </p:nvSpPr>
          <p:spPr>
            <a:xfrm>
              <a:off x="7614550" y="3086013"/>
              <a:ext cx="263316" cy="148652"/>
            </a:xfrm>
            <a:custGeom>
              <a:avLst/>
              <a:gdLst/>
              <a:ahLst/>
              <a:cxnLst/>
              <a:rect l="l" t="t" r="r" b="b"/>
              <a:pathLst>
                <a:path w="10056" h="5677" extrusionOk="0">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63"/>
            <p:cNvSpPr/>
            <p:nvPr/>
          </p:nvSpPr>
          <p:spPr>
            <a:xfrm>
              <a:off x="7614550" y="3137728"/>
              <a:ext cx="263081" cy="96937"/>
            </a:xfrm>
            <a:custGeom>
              <a:avLst/>
              <a:gdLst/>
              <a:ahLst/>
              <a:cxnLst/>
              <a:rect l="l" t="t" r="r" b="b"/>
              <a:pathLst>
                <a:path w="10047" h="3702" extrusionOk="0">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63"/>
            <p:cNvSpPr/>
            <p:nvPr/>
          </p:nvSpPr>
          <p:spPr>
            <a:xfrm>
              <a:off x="7683495" y="3137728"/>
              <a:ext cx="125426" cy="62477"/>
            </a:xfrm>
            <a:custGeom>
              <a:avLst/>
              <a:gdLst/>
              <a:ahLst/>
              <a:cxnLst/>
              <a:rect l="l" t="t" r="r" b="b"/>
              <a:pathLst>
                <a:path w="4790" h="2386" extrusionOk="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63"/>
            <p:cNvSpPr/>
            <p:nvPr/>
          </p:nvSpPr>
          <p:spPr>
            <a:xfrm>
              <a:off x="7711985"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63"/>
            <p:cNvSpPr/>
            <p:nvPr/>
          </p:nvSpPr>
          <p:spPr>
            <a:xfrm>
              <a:off x="7780668" y="3023064"/>
              <a:ext cx="45745" cy="211601"/>
            </a:xfrm>
            <a:custGeom>
              <a:avLst/>
              <a:gdLst/>
              <a:ahLst/>
              <a:cxnLst/>
              <a:rect l="l" t="t" r="r" b="b"/>
              <a:pathLst>
                <a:path w="1747" h="8081" extrusionOk="0">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63"/>
            <p:cNvSpPr/>
            <p:nvPr/>
          </p:nvSpPr>
          <p:spPr>
            <a:xfrm>
              <a:off x="7780668" y="3102981"/>
              <a:ext cx="29275" cy="23017"/>
            </a:xfrm>
            <a:custGeom>
              <a:avLst/>
              <a:gdLst/>
              <a:ahLst/>
              <a:cxnLst/>
              <a:rect l="l" t="t" r="r" b="b"/>
              <a:pathLst>
                <a:path w="1118" h="879" extrusionOk="0">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63"/>
            <p:cNvSpPr/>
            <p:nvPr/>
          </p:nvSpPr>
          <p:spPr>
            <a:xfrm>
              <a:off x="7666030" y="3023064"/>
              <a:ext cx="45719" cy="211601"/>
            </a:xfrm>
            <a:custGeom>
              <a:avLst/>
              <a:gdLst/>
              <a:ahLst/>
              <a:cxnLst/>
              <a:rect l="l" t="t" r="r" b="b"/>
              <a:pathLst>
                <a:path w="1746" h="8081" extrusionOk="0">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63"/>
            <p:cNvSpPr/>
            <p:nvPr/>
          </p:nvSpPr>
          <p:spPr>
            <a:xfrm>
              <a:off x="7628559" y="2879911"/>
              <a:ext cx="235325" cy="137419"/>
            </a:xfrm>
            <a:custGeom>
              <a:avLst/>
              <a:gdLst/>
              <a:ahLst/>
              <a:cxnLst/>
              <a:rect l="l" t="t" r="r" b="b"/>
              <a:pathLst>
                <a:path w="8987" h="5248" extrusionOk="0">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63"/>
            <p:cNvSpPr/>
            <p:nvPr/>
          </p:nvSpPr>
          <p:spPr>
            <a:xfrm>
              <a:off x="7650031" y="2920131"/>
              <a:ext cx="192381" cy="177142"/>
            </a:xfrm>
            <a:custGeom>
              <a:avLst/>
              <a:gdLst/>
              <a:ahLst/>
              <a:cxnLst/>
              <a:rect l="l" t="t" r="r" b="b"/>
              <a:pathLst>
                <a:path w="7347" h="6765" extrusionOk="0">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63"/>
            <p:cNvSpPr/>
            <p:nvPr/>
          </p:nvSpPr>
          <p:spPr>
            <a:xfrm>
              <a:off x="7650188" y="2920052"/>
              <a:ext cx="170229" cy="177456"/>
            </a:xfrm>
            <a:custGeom>
              <a:avLst/>
              <a:gdLst/>
              <a:ahLst/>
              <a:cxnLst/>
              <a:rect l="l" t="t" r="r" b="b"/>
              <a:pathLst>
                <a:path w="6501" h="6777" extrusionOk="0">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63"/>
            <p:cNvSpPr/>
            <p:nvPr/>
          </p:nvSpPr>
          <p:spPr>
            <a:xfrm>
              <a:off x="7720468" y="3037309"/>
              <a:ext cx="51506" cy="22755"/>
            </a:xfrm>
            <a:custGeom>
              <a:avLst/>
              <a:gdLst/>
              <a:ahLst/>
              <a:cxnLst/>
              <a:rect l="l" t="t" r="r" b="b"/>
              <a:pathLst>
                <a:path w="1967" h="869" extrusionOk="0">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63"/>
            <p:cNvSpPr/>
            <p:nvPr/>
          </p:nvSpPr>
          <p:spPr>
            <a:xfrm>
              <a:off x="7706250" y="3000204"/>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63"/>
            <p:cNvSpPr/>
            <p:nvPr/>
          </p:nvSpPr>
          <p:spPr>
            <a:xfrm>
              <a:off x="7774933" y="3000204"/>
              <a:ext cx="11260" cy="17125"/>
            </a:xfrm>
            <a:custGeom>
              <a:avLst/>
              <a:gdLst/>
              <a:ahLst/>
              <a:cxnLst/>
              <a:rect l="l" t="t" r="r" b="b"/>
              <a:pathLst>
                <a:path w="430" h="654" extrusionOk="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63"/>
            <p:cNvSpPr/>
            <p:nvPr/>
          </p:nvSpPr>
          <p:spPr>
            <a:xfrm>
              <a:off x="7698237" y="2981535"/>
              <a:ext cx="27206" cy="12831"/>
            </a:xfrm>
            <a:custGeom>
              <a:avLst/>
              <a:gdLst/>
              <a:ahLst/>
              <a:cxnLst/>
              <a:rect l="l" t="t" r="r" b="b"/>
              <a:pathLst>
                <a:path w="1039" h="490" extrusionOk="0">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63"/>
            <p:cNvSpPr/>
            <p:nvPr/>
          </p:nvSpPr>
          <p:spPr>
            <a:xfrm>
              <a:off x="7766921" y="2981561"/>
              <a:ext cx="27285" cy="12804"/>
            </a:xfrm>
            <a:custGeom>
              <a:avLst/>
              <a:gdLst/>
              <a:ahLst/>
              <a:cxnLst/>
              <a:rect l="l" t="t" r="r" b="b"/>
              <a:pathLst>
                <a:path w="1042" h="489" extrusionOk="0">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63"/>
            <p:cNvSpPr/>
            <p:nvPr/>
          </p:nvSpPr>
          <p:spPr>
            <a:xfrm>
              <a:off x="7681008" y="2879911"/>
              <a:ext cx="162399" cy="97199"/>
            </a:xfrm>
            <a:custGeom>
              <a:avLst/>
              <a:gdLst/>
              <a:ahLst/>
              <a:cxnLst/>
              <a:rect l="l" t="t" r="r" b="b"/>
              <a:pathLst>
                <a:path w="6202" h="3712" extrusionOk="0">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63"/>
            <p:cNvSpPr/>
            <p:nvPr/>
          </p:nvSpPr>
          <p:spPr>
            <a:xfrm>
              <a:off x="7682762" y="3102981"/>
              <a:ext cx="29249" cy="23017"/>
            </a:xfrm>
            <a:custGeom>
              <a:avLst/>
              <a:gdLst/>
              <a:ahLst/>
              <a:cxnLst/>
              <a:rect l="l" t="t" r="r" b="b"/>
              <a:pathLst>
                <a:path w="1117" h="879" extrusionOk="0">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63"/>
            <p:cNvSpPr/>
            <p:nvPr/>
          </p:nvSpPr>
          <p:spPr>
            <a:xfrm>
              <a:off x="7682762" y="3102981"/>
              <a:ext cx="29249" cy="11783"/>
            </a:xfrm>
            <a:custGeom>
              <a:avLst/>
              <a:gdLst/>
              <a:ahLst/>
              <a:cxnLst/>
              <a:rect l="l" t="t" r="r" b="b"/>
              <a:pathLst>
                <a:path w="1117" h="450" extrusionOk="0">
                  <a:moveTo>
                    <a:pt x="0" y="1"/>
                  </a:moveTo>
                  <a:cubicBezTo>
                    <a:pt x="10" y="154"/>
                    <a:pt x="19" y="297"/>
                    <a:pt x="19" y="449"/>
                  </a:cubicBezTo>
                  <a:lnTo>
                    <a:pt x="1116" y="449"/>
                  </a:lnTo>
                  <a:lnTo>
                    <a:pt x="1116" y="1"/>
                  </a:ln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63"/>
            <p:cNvSpPr/>
            <p:nvPr/>
          </p:nvSpPr>
          <p:spPr>
            <a:xfrm>
              <a:off x="7780432" y="3103242"/>
              <a:ext cx="29249" cy="11521"/>
            </a:xfrm>
            <a:custGeom>
              <a:avLst/>
              <a:gdLst/>
              <a:ahLst/>
              <a:cxnLst/>
              <a:rect l="l" t="t" r="r" b="b"/>
              <a:pathLst>
                <a:path w="1117" h="440" extrusionOk="0">
                  <a:moveTo>
                    <a:pt x="0" y="1"/>
                  </a:moveTo>
                  <a:lnTo>
                    <a:pt x="0" y="439"/>
                  </a:lnTo>
                  <a:lnTo>
                    <a:pt x="1098" y="439"/>
                  </a:lnTo>
                  <a:cubicBezTo>
                    <a:pt x="1098" y="287"/>
                    <a:pt x="1107" y="144"/>
                    <a:pt x="1117" y="1"/>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4" name="Google Shape;12554;p63"/>
          <p:cNvGrpSpPr/>
          <p:nvPr/>
        </p:nvGrpSpPr>
        <p:grpSpPr>
          <a:xfrm>
            <a:off x="4884409" y="4114612"/>
            <a:ext cx="274576" cy="354623"/>
            <a:chOff x="4900684" y="4268187"/>
            <a:chExt cx="274576" cy="354623"/>
          </a:xfrm>
        </p:grpSpPr>
        <p:sp>
          <p:nvSpPr>
            <p:cNvPr id="12555" name="Google Shape;12555;p63"/>
            <p:cNvSpPr/>
            <p:nvPr/>
          </p:nvSpPr>
          <p:spPr>
            <a:xfrm>
              <a:off x="4963633" y="4268187"/>
              <a:ext cx="148678" cy="57109"/>
            </a:xfrm>
            <a:custGeom>
              <a:avLst/>
              <a:gdLst/>
              <a:ahLst/>
              <a:cxnLst/>
              <a:rect l="l" t="t" r="r" b="b"/>
              <a:pathLst>
                <a:path w="5678" h="2181" extrusionOk="0">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63"/>
            <p:cNvSpPr/>
            <p:nvPr/>
          </p:nvSpPr>
          <p:spPr>
            <a:xfrm>
              <a:off x="4935170" y="4302542"/>
              <a:ext cx="205866" cy="102959"/>
            </a:xfrm>
            <a:custGeom>
              <a:avLst/>
              <a:gdLst/>
              <a:ahLst/>
              <a:cxnLst/>
              <a:rect l="l" t="t" r="r" b="b"/>
              <a:pathLst>
                <a:path w="7862" h="3932" extrusionOk="0">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63"/>
            <p:cNvSpPr/>
            <p:nvPr/>
          </p:nvSpPr>
          <p:spPr>
            <a:xfrm>
              <a:off x="4946403" y="4405475"/>
              <a:ext cx="17256" cy="22938"/>
            </a:xfrm>
            <a:custGeom>
              <a:avLst/>
              <a:gdLst/>
              <a:ahLst/>
              <a:cxnLst/>
              <a:rect l="l" t="t" r="r" b="b"/>
              <a:pathLst>
                <a:path w="659" h="876" extrusionOk="0">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63"/>
            <p:cNvSpPr/>
            <p:nvPr/>
          </p:nvSpPr>
          <p:spPr>
            <a:xfrm>
              <a:off x="5112285" y="4405475"/>
              <a:ext cx="17256" cy="22938"/>
            </a:xfrm>
            <a:custGeom>
              <a:avLst/>
              <a:gdLst/>
              <a:ahLst/>
              <a:cxnLst/>
              <a:rect l="l" t="t" r="r" b="b"/>
              <a:pathLst>
                <a:path w="659" h="876" extrusionOk="0">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63"/>
            <p:cNvSpPr/>
            <p:nvPr/>
          </p:nvSpPr>
          <p:spPr>
            <a:xfrm>
              <a:off x="4900684" y="4468424"/>
              <a:ext cx="274576" cy="154387"/>
            </a:xfrm>
            <a:custGeom>
              <a:avLst/>
              <a:gdLst/>
              <a:ahLst/>
              <a:cxnLst/>
              <a:rect l="l" t="t" r="r" b="b"/>
              <a:pathLst>
                <a:path w="10486" h="5896" extrusionOk="0">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63"/>
            <p:cNvSpPr/>
            <p:nvPr/>
          </p:nvSpPr>
          <p:spPr>
            <a:xfrm>
              <a:off x="4997857" y="4468424"/>
              <a:ext cx="80231" cy="22860"/>
            </a:xfrm>
            <a:custGeom>
              <a:avLst/>
              <a:gdLst/>
              <a:ahLst/>
              <a:cxnLst/>
              <a:rect l="l" t="t" r="r" b="b"/>
              <a:pathLst>
                <a:path w="3064" h="873" extrusionOk="0">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63"/>
            <p:cNvSpPr/>
            <p:nvPr/>
          </p:nvSpPr>
          <p:spPr>
            <a:xfrm>
              <a:off x="4941664" y="4325270"/>
              <a:ext cx="192617" cy="154413"/>
            </a:xfrm>
            <a:custGeom>
              <a:avLst/>
              <a:gdLst/>
              <a:ahLst/>
              <a:cxnLst/>
              <a:rect l="l" t="t" r="r" b="b"/>
              <a:pathLst>
                <a:path w="7356" h="5897" extrusionOk="0">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63"/>
            <p:cNvSpPr/>
            <p:nvPr/>
          </p:nvSpPr>
          <p:spPr>
            <a:xfrm>
              <a:off x="4945670" y="4325270"/>
              <a:ext cx="155382" cy="154622"/>
            </a:xfrm>
            <a:custGeom>
              <a:avLst/>
              <a:gdLst/>
              <a:ahLst/>
              <a:cxnLst/>
              <a:rect l="l" t="t" r="r" b="b"/>
              <a:pathLst>
                <a:path w="5934" h="5905" extrusionOk="0">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63"/>
            <p:cNvSpPr/>
            <p:nvPr/>
          </p:nvSpPr>
          <p:spPr>
            <a:xfrm>
              <a:off x="4997857" y="4382615"/>
              <a:ext cx="11521" cy="17125"/>
            </a:xfrm>
            <a:custGeom>
              <a:avLst/>
              <a:gdLst/>
              <a:ahLst/>
              <a:cxnLst/>
              <a:rect l="l" t="t" r="r" b="b"/>
              <a:pathLst>
                <a:path w="440" h="654" extrusionOk="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63"/>
            <p:cNvSpPr/>
            <p:nvPr/>
          </p:nvSpPr>
          <p:spPr>
            <a:xfrm>
              <a:off x="5066566" y="4382615"/>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63"/>
            <p:cNvSpPr/>
            <p:nvPr/>
          </p:nvSpPr>
          <p:spPr>
            <a:xfrm>
              <a:off x="5012625" y="4422495"/>
              <a:ext cx="50694" cy="17230"/>
            </a:xfrm>
            <a:custGeom>
              <a:avLst/>
              <a:gdLst/>
              <a:ahLst/>
              <a:cxnLst/>
              <a:rect l="l" t="t" r="r" b="b"/>
              <a:pathLst>
                <a:path w="1936" h="658" extrusionOk="0">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63"/>
            <p:cNvSpPr/>
            <p:nvPr/>
          </p:nvSpPr>
          <p:spPr>
            <a:xfrm>
              <a:off x="4990368" y="4365490"/>
              <a:ext cx="26761" cy="11260"/>
            </a:xfrm>
            <a:custGeom>
              <a:avLst/>
              <a:gdLst/>
              <a:ahLst/>
              <a:cxnLst/>
              <a:rect l="l" t="t" r="r" b="b"/>
              <a:pathLst>
                <a:path w="1022" h="430" extrusionOk="0">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63"/>
            <p:cNvSpPr/>
            <p:nvPr/>
          </p:nvSpPr>
          <p:spPr>
            <a:xfrm>
              <a:off x="5059077" y="4365490"/>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63"/>
            <p:cNvSpPr/>
            <p:nvPr/>
          </p:nvSpPr>
          <p:spPr>
            <a:xfrm>
              <a:off x="5009352" y="4451168"/>
              <a:ext cx="57240" cy="44384"/>
            </a:xfrm>
            <a:custGeom>
              <a:avLst/>
              <a:gdLst/>
              <a:ahLst/>
              <a:cxnLst/>
              <a:rect l="l" t="t" r="r" b="b"/>
              <a:pathLst>
                <a:path w="2186" h="1695" extrusionOk="0">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63"/>
            <p:cNvSpPr/>
            <p:nvPr/>
          </p:nvSpPr>
          <p:spPr>
            <a:xfrm>
              <a:off x="4900684" y="4523622"/>
              <a:ext cx="274576" cy="99189"/>
            </a:xfrm>
            <a:custGeom>
              <a:avLst/>
              <a:gdLst/>
              <a:ahLst/>
              <a:cxnLst/>
              <a:rect l="l" t="t" r="r" b="b"/>
              <a:pathLst>
                <a:path w="10486" h="3788" extrusionOk="0">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0" name="Google Shape;12570;p63"/>
          <p:cNvGrpSpPr/>
          <p:nvPr/>
        </p:nvGrpSpPr>
        <p:grpSpPr>
          <a:xfrm>
            <a:off x="7145379" y="3192219"/>
            <a:ext cx="263343" cy="354754"/>
            <a:chOff x="7161654" y="3345794"/>
            <a:chExt cx="263343" cy="354754"/>
          </a:xfrm>
        </p:grpSpPr>
        <p:sp>
          <p:nvSpPr>
            <p:cNvPr id="12571" name="Google Shape;12571;p63"/>
            <p:cNvSpPr/>
            <p:nvPr/>
          </p:nvSpPr>
          <p:spPr>
            <a:xfrm>
              <a:off x="7321802" y="3488686"/>
              <a:ext cx="68971" cy="125924"/>
            </a:xfrm>
            <a:custGeom>
              <a:avLst/>
              <a:gdLst/>
              <a:ahLst/>
              <a:cxnLst/>
              <a:rect l="l" t="t" r="r" b="b"/>
              <a:pathLst>
                <a:path w="2634" h="4809" extrusionOk="0">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63"/>
            <p:cNvSpPr/>
            <p:nvPr/>
          </p:nvSpPr>
          <p:spPr>
            <a:xfrm>
              <a:off x="7161654" y="3540139"/>
              <a:ext cx="263343" cy="160409"/>
            </a:xfrm>
            <a:custGeom>
              <a:avLst/>
              <a:gdLst/>
              <a:ahLst/>
              <a:cxnLst/>
              <a:rect l="l" t="t" r="r" b="b"/>
              <a:pathLst>
                <a:path w="10057" h="6126" extrusionOk="0">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63"/>
            <p:cNvSpPr/>
            <p:nvPr/>
          </p:nvSpPr>
          <p:spPr>
            <a:xfrm>
              <a:off x="7224629" y="3597092"/>
              <a:ext cx="200368" cy="103457"/>
            </a:xfrm>
            <a:custGeom>
              <a:avLst/>
              <a:gdLst/>
              <a:ahLst/>
              <a:cxnLst/>
              <a:rect l="l" t="t" r="r" b="b"/>
              <a:pathLst>
                <a:path w="7652" h="3951" extrusionOk="0">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63"/>
            <p:cNvSpPr/>
            <p:nvPr/>
          </p:nvSpPr>
          <p:spPr>
            <a:xfrm>
              <a:off x="7315806" y="3603088"/>
              <a:ext cx="54727" cy="97199"/>
            </a:xfrm>
            <a:custGeom>
              <a:avLst/>
              <a:gdLst/>
              <a:ahLst/>
              <a:cxnLst/>
              <a:rect l="l" t="t" r="r" b="b"/>
              <a:pathLst>
                <a:path w="2090" h="3712" extrusionOk="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63"/>
            <p:cNvSpPr/>
            <p:nvPr/>
          </p:nvSpPr>
          <p:spPr>
            <a:xfrm>
              <a:off x="7161654" y="3597092"/>
              <a:ext cx="200368" cy="103457"/>
            </a:xfrm>
            <a:custGeom>
              <a:avLst/>
              <a:gdLst/>
              <a:ahLst/>
              <a:cxnLst/>
              <a:rect l="l" t="t" r="r" b="b"/>
              <a:pathLst>
                <a:path w="7652" h="3951" extrusionOk="0">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63"/>
            <p:cNvSpPr/>
            <p:nvPr/>
          </p:nvSpPr>
          <p:spPr>
            <a:xfrm>
              <a:off x="7258853" y="3540139"/>
              <a:ext cx="68709" cy="28646"/>
            </a:xfrm>
            <a:custGeom>
              <a:avLst/>
              <a:gdLst/>
              <a:ahLst/>
              <a:cxnLst/>
              <a:rect l="l" t="t" r="r" b="b"/>
              <a:pathLst>
                <a:path w="2624" h="1094" extrusionOk="0">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63"/>
            <p:cNvSpPr/>
            <p:nvPr/>
          </p:nvSpPr>
          <p:spPr>
            <a:xfrm>
              <a:off x="7195878" y="3500181"/>
              <a:ext cx="46007" cy="45745"/>
            </a:xfrm>
            <a:custGeom>
              <a:avLst/>
              <a:gdLst/>
              <a:ahLst/>
              <a:cxnLst/>
              <a:rect l="l" t="t" r="r" b="b"/>
              <a:pathLst>
                <a:path w="1757" h="1747" extrusionOk="0">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63"/>
            <p:cNvSpPr/>
            <p:nvPr/>
          </p:nvSpPr>
          <p:spPr>
            <a:xfrm>
              <a:off x="7207373" y="3511676"/>
              <a:ext cx="23017" cy="22755"/>
            </a:xfrm>
            <a:custGeom>
              <a:avLst/>
              <a:gdLst/>
              <a:ahLst/>
              <a:cxnLst/>
              <a:rect l="l" t="t" r="r" b="b"/>
              <a:pathLst>
                <a:path w="879" h="869" extrusionOk="0">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63"/>
            <p:cNvSpPr/>
            <p:nvPr/>
          </p:nvSpPr>
          <p:spPr>
            <a:xfrm>
              <a:off x="7344766" y="3500181"/>
              <a:ext cx="45745" cy="45745"/>
            </a:xfrm>
            <a:custGeom>
              <a:avLst/>
              <a:gdLst/>
              <a:ahLst/>
              <a:cxnLst/>
              <a:rect l="l" t="t" r="r" b="b"/>
              <a:pathLst>
                <a:path w="1747" h="1747" extrusionOk="0">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63"/>
            <p:cNvSpPr/>
            <p:nvPr/>
          </p:nvSpPr>
          <p:spPr>
            <a:xfrm>
              <a:off x="7356261" y="3511676"/>
              <a:ext cx="22755" cy="22755"/>
            </a:xfrm>
            <a:custGeom>
              <a:avLst/>
              <a:gdLst/>
              <a:ahLst/>
              <a:cxnLst/>
              <a:rect l="l" t="t" r="r" b="b"/>
              <a:pathLst>
                <a:path w="869" h="869" extrusionOk="0">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63"/>
            <p:cNvSpPr/>
            <p:nvPr/>
          </p:nvSpPr>
          <p:spPr>
            <a:xfrm>
              <a:off x="7201639" y="3345794"/>
              <a:ext cx="183138" cy="134434"/>
            </a:xfrm>
            <a:custGeom>
              <a:avLst/>
              <a:gdLst/>
              <a:ahLst/>
              <a:cxnLst/>
              <a:rect l="l" t="t" r="r" b="b"/>
              <a:pathLst>
                <a:path w="6994" h="5134" extrusionOk="0">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63"/>
            <p:cNvSpPr/>
            <p:nvPr/>
          </p:nvSpPr>
          <p:spPr>
            <a:xfrm>
              <a:off x="7200880" y="3414111"/>
              <a:ext cx="184866" cy="143311"/>
            </a:xfrm>
            <a:custGeom>
              <a:avLst/>
              <a:gdLst/>
              <a:ahLst/>
              <a:cxnLst/>
              <a:rect l="l" t="t" r="r" b="b"/>
              <a:pathLst>
                <a:path w="7060" h="5473" extrusionOk="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63"/>
            <p:cNvSpPr/>
            <p:nvPr/>
          </p:nvSpPr>
          <p:spPr>
            <a:xfrm>
              <a:off x="7253223" y="3465905"/>
              <a:ext cx="11390" cy="17308"/>
            </a:xfrm>
            <a:custGeom>
              <a:avLst/>
              <a:gdLst/>
              <a:ahLst/>
              <a:cxnLst/>
              <a:rect l="l" t="t" r="r" b="b"/>
              <a:pathLst>
                <a:path w="435" h="661" extrusionOk="0">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63"/>
            <p:cNvSpPr/>
            <p:nvPr/>
          </p:nvSpPr>
          <p:spPr>
            <a:xfrm>
              <a:off x="7321802" y="3465905"/>
              <a:ext cx="11495" cy="17308"/>
            </a:xfrm>
            <a:custGeom>
              <a:avLst/>
              <a:gdLst/>
              <a:ahLst/>
              <a:cxnLst/>
              <a:rect l="l" t="t" r="r" b="b"/>
              <a:pathLst>
                <a:path w="439" h="661" extrusionOk="0">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63"/>
            <p:cNvSpPr/>
            <p:nvPr/>
          </p:nvSpPr>
          <p:spPr>
            <a:xfrm>
              <a:off x="7267573" y="3502930"/>
              <a:ext cx="51506" cy="23017"/>
            </a:xfrm>
            <a:custGeom>
              <a:avLst/>
              <a:gdLst/>
              <a:ahLst/>
              <a:cxnLst/>
              <a:rect l="l" t="t" r="r" b="b"/>
              <a:pathLst>
                <a:path w="1967" h="879" extrusionOk="0">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63"/>
            <p:cNvSpPr/>
            <p:nvPr/>
          </p:nvSpPr>
          <p:spPr>
            <a:xfrm>
              <a:off x="7201141" y="3414111"/>
              <a:ext cx="169626" cy="143311"/>
            </a:xfrm>
            <a:custGeom>
              <a:avLst/>
              <a:gdLst/>
              <a:ahLst/>
              <a:cxnLst/>
              <a:rect l="l" t="t" r="r" b="b"/>
              <a:pathLst>
                <a:path w="6478" h="5473" extrusionOk="0">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63"/>
            <p:cNvSpPr/>
            <p:nvPr/>
          </p:nvSpPr>
          <p:spPr>
            <a:xfrm>
              <a:off x="7290563" y="3347313"/>
              <a:ext cx="94214" cy="101441"/>
            </a:xfrm>
            <a:custGeom>
              <a:avLst/>
              <a:gdLst/>
              <a:ahLst/>
              <a:cxnLst/>
              <a:rect l="l" t="t" r="r" b="b"/>
              <a:pathLst>
                <a:path w="3598" h="3874" extrusionOk="0">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63"/>
            <p:cNvSpPr/>
            <p:nvPr/>
          </p:nvSpPr>
          <p:spPr>
            <a:xfrm>
              <a:off x="7215884" y="3603088"/>
              <a:ext cx="54962" cy="97199"/>
            </a:xfrm>
            <a:custGeom>
              <a:avLst/>
              <a:gdLst/>
              <a:ahLst/>
              <a:cxnLst/>
              <a:rect l="l" t="t" r="r" b="b"/>
              <a:pathLst>
                <a:path w="2099" h="3712" extrusionOk="0">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63"/>
            <p:cNvSpPr/>
            <p:nvPr/>
          </p:nvSpPr>
          <p:spPr>
            <a:xfrm>
              <a:off x="7198392" y="3609346"/>
              <a:ext cx="34486" cy="90941"/>
            </a:xfrm>
            <a:custGeom>
              <a:avLst/>
              <a:gdLst/>
              <a:ahLst/>
              <a:cxnLst/>
              <a:rect l="l" t="t" r="r" b="b"/>
              <a:pathLst>
                <a:path w="1317" h="3473" extrusionOk="0">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0" name="Google Shape;12590;p63"/>
          <p:cNvGrpSpPr/>
          <p:nvPr/>
        </p:nvGrpSpPr>
        <p:grpSpPr>
          <a:xfrm>
            <a:off x="6695495" y="3192219"/>
            <a:ext cx="263081" cy="354754"/>
            <a:chOff x="6711770" y="3345794"/>
            <a:chExt cx="263081" cy="354754"/>
          </a:xfrm>
        </p:grpSpPr>
        <p:sp>
          <p:nvSpPr>
            <p:cNvPr id="12591" name="Google Shape;12591;p63"/>
            <p:cNvSpPr/>
            <p:nvPr/>
          </p:nvSpPr>
          <p:spPr>
            <a:xfrm>
              <a:off x="6768984" y="3465957"/>
              <a:ext cx="148652" cy="148652"/>
            </a:xfrm>
            <a:custGeom>
              <a:avLst/>
              <a:gdLst/>
              <a:ahLst/>
              <a:cxnLst/>
              <a:rect l="l" t="t" r="r" b="b"/>
              <a:pathLst>
                <a:path w="5677" h="5677" extrusionOk="0">
                  <a:moveTo>
                    <a:pt x="0" y="0"/>
                  </a:moveTo>
                  <a:lnTo>
                    <a:pt x="0" y="5677"/>
                  </a:lnTo>
                  <a:lnTo>
                    <a:pt x="5676" y="5677"/>
                  </a:lnTo>
                  <a:lnTo>
                    <a:pt x="56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63"/>
            <p:cNvSpPr/>
            <p:nvPr/>
          </p:nvSpPr>
          <p:spPr>
            <a:xfrm>
              <a:off x="6711770" y="3545900"/>
              <a:ext cx="263081" cy="154649"/>
            </a:xfrm>
            <a:custGeom>
              <a:avLst/>
              <a:gdLst/>
              <a:ahLst/>
              <a:cxnLst/>
              <a:rect l="l" t="t" r="r" b="b"/>
              <a:pathLst>
                <a:path w="10047" h="5906" extrusionOk="0">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63"/>
            <p:cNvSpPr/>
            <p:nvPr/>
          </p:nvSpPr>
          <p:spPr>
            <a:xfrm>
              <a:off x="6760474" y="3545900"/>
              <a:ext cx="165646" cy="143153"/>
            </a:xfrm>
            <a:custGeom>
              <a:avLst/>
              <a:gdLst/>
              <a:ahLst/>
              <a:cxnLst/>
              <a:rect l="l" t="t" r="r" b="b"/>
              <a:pathLst>
                <a:path w="6326" h="5467" extrusionOk="0">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63"/>
            <p:cNvSpPr/>
            <p:nvPr/>
          </p:nvSpPr>
          <p:spPr>
            <a:xfrm>
              <a:off x="6771969" y="3545900"/>
              <a:ext cx="142918" cy="131658"/>
            </a:xfrm>
            <a:custGeom>
              <a:avLst/>
              <a:gdLst/>
              <a:ahLst/>
              <a:cxnLst/>
              <a:rect l="l" t="t" r="r" b="b"/>
              <a:pathLst>
                <a:path w="5458" h="5028" extrusionOk="0">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63"/>
            <p:cNvSpPr/>
            <p:nvPr/>
          </p:nvSpPr>
          <p:spPr>
            <a:xfrm>
              <a:off x="6808942" y="3545900"/>
              <a:ext cx="68736" cy="28804"/>
            </a:xfrm>
            <a:custGeom>
              <a:avLst/>
              <a:gdLst/>
              <a:ahLst/>
              <a:cxnLst/>
              <a:rect l="l" t="t" r="r" b="b"/>
              <a:pathLst>
                <a:path w="2625" h="1100" extrusionOk="0">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63"/>
            <p:cNvSpPr/>
            <p:nvPr/>
          </p:nvSpPr>
          <p:spPr>
            <a:xfrm>
              <a:off x="6768984" y="3414504"/>
              <a:ext cx="148652" cy="148652"/>
            </a:xfrm>
            <a:custGeom>
              <a:avLst/>
              <a:gdLst/>
              <a:ahLst/>
              <a:cxnLst/>
              <a:rect l="l" t="t" r="r" b="b"/>
              <a:pathLst>
                <a:path w="5677" h="5677" extrusionOk="0">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63"/>
            <p:cNvSpPr/>
            <p:nvPr/>
          </p:nvSpPr>
          <p:spPr>
            <a:xfrm>
              <a:off x="6803208" y="3466324"/>
              <a:ext cx="11495" cy="17151"/>
            </a:xfrm>
            <a:custGeom>
              <a:avLst/>
              <a:gdLst/>
              <a:ahLst/>
              <a:cxnLst/>
              <a:rect l="l" t="t" r="r" b="b"/>
              <a:pathLst>
                <a:path w="439" h="655" extrusionOk="0">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63"/>
            <p:cNvSpPr/>
            <p:nvPr/>
          </p:nvSpPr>
          <p:spPr>
            <a:xfrm>
              <a:off x="6871891" y="3466324"/>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63"/>
            <p:cNvSpPr/>
            <p:nvPr/>
          </p:nvSpPr>
          <p:spPr>
            <a:xfrm>
              <a:off x="6817976" y="3506361"/>
              <a:ext cx="50668" cy="17334"/>
            </a:xfrm>
            <a:custGeom>
              <a:avLst/>
              <a:gdLst/>
              <a:ahLst/>
              <a:cxnLst/>
              <a:rect l="l" t="t" r="r" b="b"/>
              <a:pathLst>
                <a:path w="1935" h="662" extrusionOk="0">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63"/>
            <p:cNvSpPr/>
            <p:nvPr/>
          </p:nvSpPr>
          <p:spPr>
            <a:xfrm>
              <a:off x="6768748" y="3414504"/>
              <a:ext cx="148888" cy="148652"/>
            </a:xfrm>
            <a:custGeom>
              <a:avLst/>
              <a:gdLst/>
              <a:ahLst/>
              <a:cxnLst/>
              <a:rect l="l" t="t" r="r" b="b"/>
              <a:pathLst>
                <a:path w="5686" h="5677" extrusionOk="0">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63"/>
            <p:cNvSpPr/>
            <p:nvPr/>
          </p:nvSpPr>
          <p:spPr>
            <a:xfrm>
              <a:off x="6745994" y="3345794"/>
              <a:ext cx="194633" cy="268318"/>
            </a:xfrm>
            <a:custGeom>
              <a:avLst/>
              <a:gdLst/>
              <a:ahLst/>
              <a:cxnLst/>
              <a:rect l="l" t="t" r="r" b="b"/>
              <a:pathLst>
                <a:path w="7433" h="10247" extrusionOk="0">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63"/>
            <p:cNvSpPr/>
            <p:nvPr/>
          </p:nvSpPr>
          <p:spPr>
            <a:xfrm>
              <a:off x="6771969" y="3592352"/>
              <a:ext cx="142918" cy="83713"/>
            </a:xfrm>
            <a:custGeom>
              <a:avLst/>
              <a:gdLst/>
              <a:ahLst/>
              <a:cxnLst/>
              <a:rect l="l" t="t" r="r" b="b"/>
              <a:pathLst>
                <a:path w="5458" h="3197" extrusionOk="0">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63"/>
            <p:cNvSpPr/>
            <p:nvPr/>
          </p:nvSpPr>
          <p:spPr>
            <a:xfrm>
              <a:off x="6776211" y="3592352"/>
              <a:ext cx="134172" cy="64467"/>
            </a:xfrm>
            <a:custGeom>
              <a:avLst/>
              <a:gdLst/>
              <a:ahLst/>
              <a:cxnLst/>
              <a:rect l="l" t="t" r="r" b="b"/>
              <a:pathLst>
                <a:path w="5124" h="2462" extrusionOk="0">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63"/>
            <p:cNvSpPr/>
            <p:nvPr/>
          </p:nvSpPr>
          <p:spPr>
            <a:xfrm>
              <a:off x="6786450" y="3582664"/>
              <a:ext cx="57005" cy="62818"/>
            </a:xfrm>
            <a:custGeom>
              <a:avLst/>
              <a:gdLst/>
              <a:ahLst/>
              <a:cxnLst/>
              <a:rect l="l" t="t" r="r" b="b"/>
              <a:pathLst>
                <a:path w="2177" h="2399" extrusionOk="0">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63"/>
            <p:cNvSpPr/>
            <p:nvPr/>
          </p:nvSpPr>
          <p:spPr>
            <a:xfrm>
              <a:off x="6843428" y="3582664"/>
              <a:ext cx="56717" cy="62818"/>
            </a:xfrm>
            <a:custGeom>
              <a:avLst/>
              <a:gdLst/>
              <a:ahLst/>
              <a:cxnLst/>
              <a:rect l="l" t="t" r="r" b="b"/>
              <a:pathLst>
                <a:path w="2166" h="2399" extrusionOk="0">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63"/>
            <p:cNvSpPr/>
            <p:nvPr/>
          </p:nvSpPr>
          <p:spPr>
            <a:xfrm>
              <a:off x="6714519" y="3627335"/>
              <a:ext cx="48730" cy="72951"/>
            </a:xfrm>
            <a:custGeom>
              <a:avLst/>
              <a:gdLst/>
              <a:ahLst/>
              <a:cxnLst/>
              <a:rect l="l" t="t" r="r" b="b"/>
              <a:pathLst>
                <a:path w="1861" h="2786" extrusionOk="0">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63"/>
            <p:cNvSpPr/>
            <p:nvPr/>
          </p:nvSpPr>
          <p:spPr>
            <a:xfrm>
              <a:off x="6923345" y="3627335"/>
              <a:ext cx="48992" cy="72951"/>
            </a:xfrm>
            <a:custGeom>
              <a:avLst/>
              <a:gdLst/>
              <a:ahLst/>
              <a:cxnLst/>
              <a:rect l="l" t="t" r="r" b="b"/>
              <a:pathLst>
                <a:path w="1871" h="2786" extrusionOk="0">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8" name="Google Shape;12608;p63"/>
          <p:cNvGrpSpPr/>
          <p:nvPr/>
        </p:nvGrpSpPr>
        <p:grpSpPr>
          <a:xfrm>
            <a:off x="7147134" y="2726676"/>
            <a:ext cx="263316" cy="354414"/>
            <a:chOff x="7163409" y="2880251"/>
            <a:chExt cx="263316" cy="354414"/>
          </a:xfrm>
        </p:grpSpPr>
        <p:sp>
          <p:nvSpPr>
            <p:cNvPr id="12609" name="Google Shape;12609;p63"/>
            <p:cNvSpPr/>
            <p:nvPr/>
          </p:nvSpPr>
          <p:spPr>
            <a:xfrm>
              <a:off x="7163409" y="3125474"/>
              <a:ext cx="263316" cy="109191"/>
            </a:xfrm>
            <a:custGeom>
              <a:avLst/>
              <a:gdLst/>
              <a:ahLst/>
              <a:cxnLst/>
              <a:rect l="l" t="t" r="r" b="b"/>
              <a:pathLst>
                <a:path w="10056" h="4170" extrusionOk="0">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63"/>
            <p:cNvSpPr/>
            <p:nvPr/>
          </p:nvSpPr>
          <p:spPr>
            <a:xfrm>
              <a:off x="7197633" y="2920131"/>
              <a:ext cx="194633" cy="291544"/>
            </a:xfrm>
            <a:custGeom>
              <a:avLst/>
              <a:gdLst/>
              <a:ahLst/>
              <a:cxnLst/>
              <a:rect l="l" t="t" r="r" b="b"/>
              <a:pathLst>
                <a:path w="7433" h="11134" extrusionOk="0">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63"/>
            <p:cNvSpPr/>
            <p:nvPr/>
          </p:nvSpPr>
          <p:spPr>
            <a:xfrm>
              <a:off x="7240105" y="3114240"/>
              <a:ext cx="147657" cy="96204"/>
            </a:xfrm>
            <a:custGeom>
              <a:avLst/>
              <a:gdLst/>
              <a:ahLst/>
              <a:cxnLst/>
              <a:rect l="l" t="t" r="r" b="b"/>
              <a:pathLst>
                <a:path w="5639" h="3674" extrusionOk="0">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63"/>
            <p:cNvSpPr/>
            <p:nvPr/>
          </p:nvSpPr>
          <p:spPr>
            <a:xfrm>
              <a:off x="7220623" y="3000074"/>
              <a:ext cx="148652" cy="125924"/>
            </a:xfrm>
            <a:custGeom>
              <a:avLst/>
              <a:gdLst/>
              <a:ahLst/>
              <a:cxnLst/>
              <a:rect l="l" t="t" r="r" b="b"/>
              <a:pathLst>
                <a:path w="5677" h="4809" extrusionOk="0">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63"/>
            <p:cNvSpPr/>
            <p:nvPr/>
          </p:nvSpPr>
          <p:spPr>
            <a:xfrm>
              <a:off x="7220623" y="2954355"/>
              <a:ext cx="148914" cy="142918"/>
            </a:xfrm>
            <a:custGeom>
              <a:avLst/>
              <a:gdLst/>
              <a:ahLst/>
              <a:cxnLst/>
              <a:rect l="l" t="t" r="r" b="b"/>
              <a:pathLst>
                <a:path w="5687" h="5458" extrusionOk="0">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63"/>
            <p:cNvSpPr/>
            <p:nvPr/>
          </p:nvSpPr>
          <p:spPr>
            <a:xfrm>
              <a:off x="7220387" y="2954355"/>
              <a:ext cx="148888" cy="143180"/>
            </a:xfrm>
            <a:custGeom>
              <a:avLst/>
              <a:gdLst/>
              <a:ahLst/>
              <a:cxnLst/>
              <a:rect l="l" t="t" r="r" b="b"/>
              <a:pathLst>
                <a:path w="5686" h="5468" extrusionOk="0">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63"/>
            <p:cNvSpPr/>
            <p:nvPr/>
          </p:nvSpPr>
          <p:spPr>
            <a:xfrm>
              <a:off x="7269851" y="3045714"/>
              <a:ext cx="50747" cy="17361"/>
            </a:xfrm>
            <a:custGeom>
              <a:avLst/>
              <a:gdLst/>
              <a:ahLst/>
              <a:cxnLst/>
              <a:rect l="l" t="t" r="r" b="b"/>
              <a:pathLst>
                <a:path w="1938" h="663" extrusionOk="0">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63"/>
            <p:cNvSpPr/>
            <p:nvPr/>
          </p:nvSpPr>
          <p:spPr>
            <a:xfrm>
              <a:off x="7255344" y="3005939"/>
              <a:ext cx="11260" cy="16889"/>
            </a:xfrm>
            <a:custGeom>
              <a:avLst/>
              <a:gdLst/>
              <a:ahLst/>
              <a:cxnLst/>
              <a:rect l="l" t="t" r="r" b="b"/>
              <a:pathLst>
                <a:path w="430" h="645" extrusionOk="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63"/>
            <p:cNvSpPr/>
            <p:nvPr/>
          </p:nvSpPr>
          <p:spPr>
            <a:xfrm>
              <a:off x="7323792"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63"/>
            <p:cNvSpPr/>
            <p:nvPr/>
          </p:nvSpPr>
          <p:spPr>
            <a:xfrm>
              <a:off x="7247594" y="2988578"/>
              <a:ext cx="26761" cy="11521"/>
            </a:xfrm>
            <a:custGeom>
              <a:avLst/>
              <a:gdLst/>
              <a:ahLst/>
              <a:cxnLst/>
              <a:rect l="l" t="t" r="r" b="b"/>
              <a:pathLst>
                <a:path w="1022" h="440" extrusionOk="0">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63"/>
            <p:cNvSpPr/>
            <p:nvPr/>
          </p:nvSpPr>
          <p:spPr>
            <a:xfrm>
              <a:off x="7316303"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63"/>
            <p:cNvSpPr/>
            <p:nvPr/>
          </p:nvSpPr>
          <p:spPr>
            <a:xfrm>
              <a:off x="7189646" y="2880251"/>
              <a:ext cx="208852" cy="285469"/>
            </a:xfrm>
            <a:custGeom>
              <a:avLst/>
              <a:gdLst/>
              <a:ahLst/>
              <a:cxnLst/>
              <a:rect l="l" t="t" r="r" b="b"/>
              <a:pathLst>
                <a:path w="7976" h="10902" extrusionOk="0">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1" name="Google Shape;12621;p63"/>
          <p:cNvGrpSpPr/>
          <p:nvPr/>
        </p:nvGrpSpPr>
        <p:grpSpPr>
          <a:xfrm>
            <a:off x="6695757" y="2726597"/>
            <a:ext cx="263316" cy="354493"/>
            <a:chOff x="6712032" y="2880172"/>
            <a:chExt cx="263316" cy="354493"/>
          </a:xfrm>
        </p:grpSpPr>
        <p:sp>
          <p:nvSpPr>
            <p:cNvPr id="12622" name="Google Shape;12622;p63"/>
            <p:cNvSpPr/>
            <p:nvPr/>
          </p:nvSpPr>
          <p:spPr>
            <a:xfrm>
              <a:off x="6729995" y="2880172"/>
              <a:ext cx="227600" cy="209113"/>
            </a:xfrm>
            <a:custGeom>
              <a:avLst/>
              <a:gdLst/>
              <a:ahLst/>
              <a:cxnLst/>
              <a:rect l="l" t="t" r="r" b="b"/>
              <a:pathLst>
                <a:path w="8692" h="7986" extrusionOk="0">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63"/>
            <p:cNvSpPr/>
            <p:nvPr/>
          </p:nvSpPr>
          <p:spPr>
            <a:xfrm>
              <a:off x="6843926" y="2880172"/>
              <a:ext cx="113669" cy="209009"/>
            </a:xfrm>
            <a:custGeom>
              <a:avLst/>
              <a:gdLst/>
              <a:ahLst/>
              <a:cxnLst/>
              <a:rect l="l" t="t" r="r" b="b"/>
              <a:pathLst>
                <a:path w="4341" h="7982" extrusionOk="0">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63"/>
            <p:cNvSpPr/>
            <p:nvPr/>
          </p:nvSpPr>
          <p:spPr>
            <a:xfrm>
              <a:off x="6712032" y="3118980"/>
              <a:ext cx="263316" cy="115685"/>
            </a:xfrm>
            <a:custGeom>
              <a:avLst/>
              <a:gdLst/>
              <a:ahLst/>
              <a:cxnLst/>
              <a:rect l="l" t="t" r="r" b="b"/>
              <a:pathLst>
                <a:path w="10056" h="4418" extrusionOk="0">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63"/>
            <p:cNvSpPr/>
            <p:nvPr/>
          </p:nvSpPr>
          <p:spPr>
            <a:xfrm>
              <a:off x="6768487" y="3118980"/>
              <a:ext cx="150407" cy="81802"/>
            </a:xfrm>
            <a:custGeom>
              <a:avLst/>
              <a:gdLst/>
              <a:ahLst/>
              <a:cxnLst/>
              <a:rect l="l" t="t" r="r" b="b"/>
              <a:pathLst>
                <a:path w="5744" h="3124" extrusionOk="0">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63"/>
            <p:cNvSpPr/>
            <p:nvPr/>
          </p:nvSpPr>
          <p:spPr>
            <a:xfrm>
              <a:off x="6714755" y="3155953"/>
              <a:ext cx="48992" cy="78712"/>
            </a:xfrm>
            <a:custGeom>
              <a:avLst/>
              <a:gdLst/>
              <a:ahLst/>
              <a:cxnLst/>
              <a:rect l="l" t="t" r="r" b="b"/>
              <a:pathLst>
                <a:path w="1871" h="3006" extrusionOk="0">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63"/>
            <p:cNvSpPr/>
            <p:nvPr/>
          </p:nvSpPr>
          <p:spPr>
            <a:xfrm>
              <a:off x="6923842" y="3155953"/>
              <a:ext cx="48992" cy="78712"/>
            </a:xfrm>
            <a:custGeom>
              <a:avLst/>
              <a:gdLst/>
              <a:ahLst/>
              <a:cxnLst/>
              <a:rect l="l" t="t" r="r" b="b"/>
              <a:pathLst>
                <a:path w="1871" h="3006" extrusionOk="0">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63"/>
            <p:cNvSpPr/>
            <p:nvPr/>
          </p:nvSpPr>
          <p:spPr>
            <a:xfrm>
              <a:off x="6778961" y="3108741"/>
              <a:ext cx="129432" cy="80650"/>
            </a:xfrm>
            <a:custGeom>
              <a:avLst/>
              <a:gdLst/>
              <a:ahLst/>
              <a:cxnLst/>
              <a:rect l="l" t="t" r="r" b="b"/>
              <a:pathLst>
                <a:path w="4943" h="3080" extrusionOk="0">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63"/>
            <p:cNvSpPr/>
            <p:nvPr/>
          </p:nvSpPr>
          <p:spPr>
            <a:xfrm>
              <a:off x="6878149" y="3108479"/>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63"/>
            <p:cNvSpPr/>
            <p:nvPr/>
          </p:nvSpPr>
          <p:spPr>
            <a:xfrm>
              <a:off x="6809440" y="3108479"/>
              <a:ext cx="26" cy="288"/>
            </a:xfrm>
            <a:custGeom>
              <a:avLst/>
              <a:gdLst/>
              <a:ahLst/>
              <a:cxnLst/>
              <a:rect l="l" t="t" r="r" b="b"/>
              <a:pathLst>
                <a:path w="1" h="11" extrusionOk="0">
                  <a:moveTo>
                    <a:pt x="1" y="1"/>
                  </a:moveTo>
                  <a:lnTo>
                    <a:pt x="1" y="10"/>
                  </a:lnTo>
                  <a:lnTo>
                    <a:pt x="1"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63"/>
            <p:cNvSpPr/>
            <p:nvPr/>
          </p:nvSpPr>
          <p:spPr>
            <a:xfrm>
              <a:off x="6797945" y="3108741"/>
              <a:ext cx="91464" cy="62975"/>
            </a:xfrm>
            <a:custGeom>
              <a:avLst/>
              <a:gdLst/>
              <a:ahLst/>
              <a:cxnLst/>
              <a:rect l="l" t="t" r="r" b="b"/>
              <a:pathLst>
                <a:path w="3493" h="2405" extrusionOk="0">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63"/>
            <p:cNvSpPr/>
            <p:nvPr/>
          </p:nvSpPr>
          <p:spPr>
            <a:xfrm>
              <a:off x="6809440" y="3080252"/>
              <a:ext cx="68736" cy="79969"/>
            </a:xfrm>
            <a:custGeom>
              <a:avLst/>
              <a:gdLst/>
              <a:ahLst/>
              <a:cxnLst/>
              <a:rect l="l" t="t" r="r" b="b"/>
              <a:pathLst>
                <a:path w="2625" h="3054" extrusionOk="0">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63"/>
            <p:cNvSpPr/>
            <p:nvPr/>
          </p:nvSpPr>
          <p:spPr>
            <a:xfrm>
              <a:off x="6809440" y="3080252"/>
              <a:ext cx="68736" cy="28568"/>
            </a:xfrm>
            <a:custGeom>
              <a:avLst/>
              <a:gdLst/>
              <a:ahLst/>
              <a:cxnLst/>
              <a:rect l="l" t="t" r="r" b="b"/>
              <a:pathLst>
                <a:path w="2625" h="1091" extrusionOk="0">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63"/>
            <p:cNvSpPr/>
            <p:nvPr/>
          </p:nvSpPr>
          <p:spPr>
            <a:xfrm>
              <a:off x="6747251" y="2920131"/>
              <a:ext cx="192617" cy="177142"/>
            </a:xfrm>
            <a:custGeom>
              <a:avLst/>
              <a:gdLst/>
              <a:ahLst/>
              <a:cxnLst/>
              <a:rect l="l" t="t" r="r" b="b"/>
              <a:pathLst>
                <a:path w="7356" h="6765" extrusionOk="0">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63"/>
            <p:cNvSpPr/>
            <p:nvPr/>
          </p:nvSpPr>
          <p:spPr>
            <a:xfrm>
              <a:off x="6751231" y="2920131"/>
              <a:ext cx="130689" cy="177377"/>
            </a:xfrm>
            <a:custGeom>
              <a:avLst/>
              <a:gdLst/>
              <a:ahLst/>
              <a:cxnLst/>
              <a:rect l="l" t="t" r="r" b="b"/>
              <a:pathLst>
                <a:path w="4991" h="6774" extrusionOk="0">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63"/>
            <p:cNvSpPr/>
            <p:nvPr/>
          </p:nvSpPr>
          <p:spPr>
            <a:xfrm>
              <a:off x="6818474" y="3045714"/>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63"/>
            <p:cNvSpPr/>
            <p:nvPr/>
          </p:nvSpPr>
          <p:spPr>
            <a:xfrm>
              <a:off x="6803705"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63"/>
            <p:cNvSpPr/>
            <p:nvPr/>
          </p:nvSpPr>
          <p:spPr>
            <a:xfrm>
              <a:off x="6872389" y="3005939"/>
              <a:ext cx="11521" cy="16889"/>
            </a:xfrm>
            <a:custGeom>
              <a:avLst/>
              <a:gdLst/>
              <a:ahLst/>
              <a:cxnLst/>
              <a:rect l="l" t="t" r="r" b="b"/>
              <a:pathLst>
                <a:path w="440" h="645" extrusionOk="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63"/>
            <p:cNvSpPr/>
            <p:nvPr/>
          </p:nvSpPr>
          <p:spPr>
            <a:xfrm>
              <a:off x="6796217"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63"/>
            <p:cNvSpPr/>
            <p:nvPr/>
          </p:nvSpPr>
          <p:spPr>
            <a:xfrm>
              <a:off x="6864900" y="2988578"/>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63"/>
            <p:cNvSpPr/>
            <p:nvPr/>
          </p:nvSpPr>
          <p:spPr>
            <a:xfrm>
              <a:off x="6746491" y="2880172"/>
              <a:ext cx="137419" cy="120189"/>
            </a:xfrm>
            <a:custGeom>
              <a:avLst/>
              <a:gdLst/>
              <a:ahLst/>
              <a:cxnLst/>
              <a:rect l="l" t="t" r="r" b="b"/>
              <a:pathLst>
                <a:path w="5248" h="4590" extrusionOk="0">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63"/>
            <p:cNvSpPr/>
            <p:nvPr/>
          </p:nvSpPr>
          <p:spPr>
            <a:xfrm>
              <a:off x="6762595" y="2940267"/>
              <a:ext cx="37628" cy="35612"/>
            </a:xfrm>
            <a:custGeom>
              <a:avLst/>
              <a:gdLst/>
              <a:ahLst/>
              <a:cxnLst/>
              <a:rect l="l" t="t" r="r" b="b"/>
              <a:pathLst>
                <a:path w="1437" h="1360" extrusionOk="0">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3" name="Google Shape;12643;p63"/>
          <p:cNvGrpSpPr/>
          <p:nvPr/>
        </p:nvGrpSpPr>
        <p:grpSpPr>
          <a:xfrm>
            <a:off x="6245349" y="3192219"/>
            <a:ext cx="263316" cy="354754"/>
            <a:chOff x="6261624" y="3345794"/>
            <a:chExt cx="263316" cy="354754"/>
          </a:xfrm>
        </p:grpSpPr>
        <p:sp>
          <p:nvSpPr>
            <p:cNvPr id="12644" name="Google Shape;12644;p63"/>
            <p:cNvSpPr/>
            <p:nvPr/>
          </p:nvSpPr>
          <p:spPr>
            <a:xfrm>
              <a:off x="6267620" y="3345794"/>
              <a:ext cx="251585" cy="236922"/>
            </a:xfrm>
            <a:custGeom>
              <a:avLst/>
              <a:gdLst/>
              <a:ahLst/>
              <a:cxnLst/>
              <a:rect l="l" t="t" r="r" b="b"/>
              <a:pathLst>
                <a:path w="9608" h="9048" extrusionOk="0">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63"/>
            <p:cNvSpPr/>
            <p:nvPr/>
          </p:nvSpPr>
          <p:spPr>
            <a:xfrm>
              <a:off x="6341802" y="3345794"/>
              <a:ext cx="177403" cy="205133"/>
            </a:xfrm>
            <a:custGeom>
              <a:avLst/>
              <a:gdLst/>
              <a:ahLst/>
              <a:cxnLst/>
              <a:rect l="l" t="t" r="r" b="b"/>
              <a:pathLst>
                <a:path w="6775" h="7834" extrusionOk="0">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63"/>
            <p:cNvSpPr/>
            <p:nvPr/>
          </p:nvSpPr>
          <p:spPr>
            <a:xfrm>
              <a:off x="6261624" y="3574625"/>
              <a:ext cx="263316" cy="125662"/>
            </a:xfrm>
            <a:custGeom>
              <a:avLst/>
              <a:gdLst/>
              <a:ahLst/>
              <a:cxnLst/>
              <a:rect l="l" t="t" r="r" b="b"/>
              <a:pathLst>
                <a:path w="10056" h="4799" extrusionOk="0">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63"/>
            <p:cNvSpPr/>
            <p:nvPr/>
          </p:nvSpPr>
          <p:spPr>
            <a:xfrm>
              <a:off x="6343818" y="3574625"/>
              <a:ext cx="99189" cy="62975"/>
            </a:xfrm>
            <a:custGeom>
              <a:avLst/>
              <a:gdLst/>
              <a:ahLst/>
              <a:cxnLst/>
              <a:rect l="l" t="t" r="r" b="b"/>
              <a:pathLst>
                <a:path w="3788" h="2405" extrusionOk="0">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63"/>
            <p:cNvSpPr/>
            <p:nvPr/>
          </p:nvSpPr>
          <p:spPr>
            <a:xfrm>
              <a:off x="6307840" y="3614347"/>
              <a:ext cx="171145" cy="85939"/>
            </a:xfrm>
            <a:custGeom>
              <a:avLst/>
              <a:gdLst/>
              <a:ahLst/>
              <a:cxnLst/>
              <a:rect l="l" t="t" r="r" b="b"/>
              <a:pathLst>
                <a:path w="6536" h="3282" extrusionOk="0">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63"/>
            <p:cNvSpPr/>
            <p:nvPr/>
          </p:nvSpPr>
          <p:spPr>
            <a:xfrm>
              <a:off x="6319073" y="3614347"/>
              <a:ext cx="148652" cy="80702"/>
            </a:xfrm>
            <a:custGeom>
              <a:avLst/>
              <a:gdLst/>
              <a:ahLst/>
              <a:cxnLst/>
              <a:rect l="l" t="t" r="r" b="b"/>
              <a:pathLst>
                <a:path w="5677" h="3082" extrusionOk="0">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63"/>
            <p:cNvSpPr/>
            <p:nvPr/>
          </p:nvSpPr>
          <p:spPr>
            <a:xfrm>
              <a:off x="6359058" y="3574625"/>
              <a:ext cx="68709" cy="22755"/>
            </a:xfrm>
            <a:custGeom>
              <a:avLst/>
              <a:gdLst/>
              <a:ahLst/>
              <a:cxnLst/>
              <a:rect l="l" t="t" r="r" b="b"/>
              <a:pathLst>
                <a:path w="2624" h="869" extrusionOk="0">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63"/>
            <p:cNvSpPr/>
            <p:nvPr/>
          </p:nvSpPr>
          <p:spPr>
            <a:xfrm>
              <a:off x="6297104" y="3431471"/>
              <a:ext cx="192617" cy="154413"/>
            </a:xfrm>
            <a:custGeom>
              <a:avLst/>
              <a:gdLst/>
              <a:ahLst/>
              <a:cxnLst/>
              <a:rect l="l" t="t" r="r" b="b"/>
              <a:pathLst>
                <a:path w="7356" h="5897" extrusionOk="0">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63"/>
            <p:cNvSpPr/>
            <p:nvPr/>
          </p:nvSpPr>
          <p:spPr>
            <a:xfrm>
              <a:off x="6301084" y="3431471"/>
              <a:ext cx="141661" cy="154465"/>
            </a:xfrm>
            <a:custGeom>
              <a:avLst/>
              <a:gdLst/>
              <a:ahLst/>
              <a:cxnLst/>
              <a:rect l="l" t="t" r="r" b="b"/>
              <a:pathLst>
                <a:path w="5410" h="5899" extrusionOk="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63"/>
            <p:cNvSpPr/>
            <p:nvPr/>
          </p:nvSpPr>
          <p:spPr>
            <a:xfrm>
              <a:off x="6353297" y="3483056"/>
              <a:ext cx="11521" cy="23383"/>
            </a:xfrm>
            <a:custGeom>
              <a:avLst/>
              <a:gdLst/>
              <a:ahLst/>
              <a:cxnLst/>
              <a:rect l="l" t="t" r="r" b="b"/>
              <a:pathLst>
                <a:path w="440" h="893" extrusionOk="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63"/>
            <p:cNvSpPr/>
            <p:nvPr/>
          </p:nvSpPr>
          <p:spPr>
            <a:xfrm>
              <a:off x="6422007" y="3483056"/>
              <a:ext cx="11521" cy="23383"/>
            </a:xfrm>
            <a:custGeom>
              <a:avLst/>
              <a:gdLst/>
              <a:ahLst/>
              <a:cxnLst/>
              <a:rect l="l" t="t" r="r" b="b"/>
              <a:pathLst>
                <a:path w="440" h="893" extrusionOk="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63"/>
            <p:cNvSpPr/>
            <p:nvPr/>
          </p:nvSpPr>
          <p:spPr>
            <a:xfrm>
              <a:off x="6368066" y="3540087"/>
              <a:ext cx="50694" cy="17334"/>
            </a:xfrm>
            <a:custGeom>
              <a:avLst/>
              <a:gdLst/>
              <a:ahLst/>
              <a:cxnLst/>
              <a:rect l="l" t="t" r="r" b="b"/>
              <a:pathLst>
                <a:path w="1936" h="662" extrusionOk="0">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63"/>
            <p:cNvSpPr/>
            <p:nvPr/>
          </p:nvSpPr>
          <p:spPr>
            <a:xfrm>
              <a:off x="6305850" y="3482951"/>
              <a:ext cx="38230" cy="11521"/>
            </a:xfrm>
            <a:custGeom>
              <a:avLst/>
              <a:gdLst/>
              <a:ahLst/>
              <a:cxnLst/>
              <a:rect l="l" t="t" r="r" b="b"/>
              <a:pathLst>
                <a:path w="1460" h="440" extrusionOk="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63"/>
            <p:cNvSpPr/>
            <p:nvPr/>
          </p:nvSpPr>
          <p:spPr>
            <a:xfrm>
              <a:off x="6442981" y="3482951"/>
              <a:ext cx="37994" cy="11521"/>
            </a:xfrm>
            <a:custGeom>
              <a:avLst/>
              <a:gdLst/>
              <a:ahLst/>
              <a:cxnLst/>
              <a:rect l="l" t="t" r="r" b="b"/>
              <a:pathLst>
                <a:path w="1451" h="440" extrusionOk="0">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63"/>
            <p:cNvSpPr/>
            <p:nvPr/>
          </p:nvSpPr>
          <p:spPr>
            <a:xfrm>
              <a:off x="6374298" y="3488686"/>
              <a:ext cx="38230" cy="11521"/>
            </a:xfrm>
            <a:custGeom>
              <a:avLst/>
              <a:gdLst/>
              <a:ahLst/>
              <a:cxnLst/>
              <a:rect l="l" t="t" r="r" b="b"/>
              <a:pathLst>
                <a:path w="1460" h="440" extrusionOk="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63"/>
            <p:cNvSpPr/>
            <p:nvPr/>
          </p:nvSpPr>
          <p:spPr>
            <a:xfrm>
              <a:off x="6414492" y="3465957"/>
              <a:ext cx="26525" cy="11260"/>
            </a:xfrm>
            <a:custGeom>
              <a:avLst/>
              <a:gdLst/>
              <a:ahLst/>
              <a:cxnLst/>
              <a:rect l="l" t="t" r="r" b="b"/>
              <a:pathLst>
                <a:path w="1013" h="430" extrusionOk="0">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63"/>
            <p:cNvSpPr/>
            <p:nvPr/>
          </p:nvSpPr>
          <p:spPr>
            <a:xfrm>
              <a:off x="6345808" y="3465957"/>
              <a:ext cx="26499" cy="11260"/>
            </a:xfrm>
            <a:custGeom>
              <a:avLst/>
              <a:gdLst/>
              <a:ahLst/>
              <a:cxnLst/>
              <a:rect l="l" t="t" r="r" b="b"/>
              <a:pathLst>
                <a:path w="1012" h="430" extrusionOk="0">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63"/>
            <p:cNvSpPr/>
            <p:nvPr/>
          </p:nvSpPr>
          <p:spPr>
            <a:xfrm>
              <a:off x="6313575" y="3431471"/>
              <a:ext cx="119953" cy="40246"/>
            </a:xfrm>
            <a:custGeom>
              <a:avLst/>
              <a:gdLst/>
              <a:ahLst/>
              <a:cxnLst/>
              <a:rect l="l" t="t" r="r" b="b"/>
              <a:pathLst>
                <a:path w="4581" h="1537" extrusionOk="0">
                  <a:moveTo>
                    <a:pt x="1" y="1"/>
                  </a:moveTo>
                  <a:lnTo>
                    <a:pt x="1" y="1537"/>
                  </a:lnTo>
                  <a:cubicBezTo>
                    <a:pt x="1" y="1537"/>
                    <a:pt x="2834" y="1317"/>
                    <a:pt x="458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63"/>
            <p:cNvSpPr/>
            <p:nvPr/>
          </p:nvSpPr>
          <p:spPr>
            <a:xfrm>
              <a:off x="6295847"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63"/>
            <p:cNvSpPr/>
            <p:nvPr/>
          </p:nvSpPr>
          <p:spPr>
            <a:xfrm>
              <a:off x="6467464"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63"/>
            <p:cNvSpPr/>
            <p:nvPr/>
          </p:nvSpPr>
          <p:spPr>
            <a:xfrm>
              <a:off x="6319073" y="3408743"/>
              <a:ext cx="148652" cy="51506"/>
            </a:xfrm>
            <a:custGeom>
              <a:avLst/>
              <a:gdLst/>
              <a:ahLst/>
              <a:cxnLst/>
              <a:rect l="l" t="t" r="r" b="b"/>
              <a:pathLst>
                <a:path w="5677" h="1967" extrusionOk="0">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63"/>
            <p:cNvSpPr/>
            <p:nvPr/>
          </p:nvSpPr>
          <p:spPr>
            <a:xfrm>
              <a:off x="6399016" y="3482951"/>
              <a:ext cx="57240" cy="45981"/>
            </a:xfrm>
            <a:custGeom>
              <a:avLst/>
              <a:gdLst/>
              <a:ahLst/>
              <a:cxnLst/>
              <a:rect l="l" t="t" r="r" b="b"/>
              <a:pathLst>
                <a:path w="2186" h="1756" extrusionOk="0">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63"/>
            <p:cNvSpPr/>
            <p:nvPr/>
          </p:nvSpPr>
          <p:spPr>
            <a:xfrm>
              <a:off x="6330569" y="3482951"/>
              <a:ext cx="56979" cy="45981"/>
            </a:xfrm>
            <a:custGeom>
              <a:avLst/>
              <a:gdLst/>
              <a:ahLst/>
              <a:cxnLst/>
              <a:rect l="l" t="t" r="r" b="b"/>
              <a:pathLst>
                <a:path w="2176" h="1756" extrusionOk="0">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63"/>
            <p:cNvSpPr/>
            <p:nvPr/>
          </p:nvSpPr>
          <p:spPr>
            <a:xfrm>
              <a:off x="6326327" y="3614347"/>
              <a:ext cx="134172" cy="80467"/>
            </a:xfrm>
            <a:custGeom>
              <a:avLst/>
              <a:gdLst/>
              <a:ahLst/>
              <a:cxnLst/>
              <a:rect l="l" t="t" r="r" b="b"/>
              <a:pathLst>
                <a:path w="5124" h="3073" extrusionOk="0">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63"/>
            <p:cNvSpPr/>
            <p:nvPr/>
          </p:nvSpPr>
          <p:spPr>
            <a:xfrm>
              <a:off x="6336565" y="3599893"/>
              <a:ext cx="56979" cy="62635"/>
            </a:xfrm>
            <a:custGeom>
              <a:avLst/>
              <a:gdLst/>
              <a:ahLst/>
              <a:cxnLst/>
              <a:rect l="l" t="t" r="r" b="b"/>
              <a:pathLst>
                <a:path w="2176" h="2392" extrusionOk="0">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63"/>
            <p:cNvSpPr/>
            <p:nvPr/>
          </p:nvSpPr>
          <p:spPr>
            <a:xfrm>
              <a:off x="6393282" y="3599658"/>
              <a:ext cx="56717" cy="62870"/>
            </a:xfrm>
            <a:custGeom>
              <a:avLst/>
              <a:gdLst/>
              <a:ahLst/>
              <a:cxnLst/>
              <a:rect l="l" t="t" r="r" b="b"/>
              <a:pathLst>
                <a:path w="2166" h="2401" extrusionOk="0">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63"/>
            <p:cNvSpPr/>
            <p:nvPr/>
          </p:nvSpPr>
          <p:spPr>
            <a:xfrm>
              <a:off x="6265132" y="3644067"/>
              <a:ext cx="48468" cy="56481"/>
            </a:xfrm>
            <a:custGeom>
              <a:avLst/>
              <a:gdLst/>
              <a:ahLst/>
              <a:cxnLst/>
              <a:rect l="l" t="t" r="r" b="b"/>
              <a:pathLst>
                <a:path w="1851" h="2157" extrusionOk="0">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63"/>
            <p:cNvSpPr/>
            <p:nvPr/>
          </p:nvSpPr>
          <p:spPr>
            <a:xfrm>
              <a:off x="6473198" y="3644067"/>
              <a:ext cx="48495" cy="56481"/>
            </a:xfrm>
            <a:custGeom>
              <a:avLst/>
              <a:gdLst/>
              <a:ahLst/>
              <a:cxnLst/>
              <a:rect l="l" t="t" r="r" b="b"/>
              <a:pathLst>
                <a:path w="1852" h="2157" extrusionOk="0">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72" name="Google Shape;12672;p63"/>
          <p:cNvSpPr/>
          <p:nvPr/>
        </p:nvSpPr>
        <p:spPr>
          <a:xfrm>
            <a:off x="5864147" y="3209475"/>
            <a:ext cx="125924" cy="11260"/>
          </a:xfrm>
          <a:custGeom>
            <a:avLst/>
            <a:gdLst/>
            <a:ahLst/>
            <a:cxnLst/>
            <a:rect l="l" t="t" r="r" b="b"/>
            <a:pathLst>
              <a:path w="4809" h="430" extrusionOk="0">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73" name="Google Shape;12673;p63"/>
          <p:cNvGrpSpPr/>
          <p:nvPr/>
        </p:nvGrpSpPr>
        <p:grpSpPr>
          <a:xfrm>
            <a:off x="5795464" y="3192219"/>
            <a:ext cx="263316" cy="354754"/>
            <a:chOff x="5811739" y="3345794"/>
            <a:chExt cx="263316" cy="354754"/>
          </a:xfrm>
        </p:grpSpPr>
        <p:sp>
          <p:nvSpPr>
            <p:cNvPr id="12674" name="Google Shape;12674;p63"/>
            <p:cNvSpPr/>
            <p:nvPr/>
          </p:nvSpPr>
          <p:spPr>
            <a:xfrm>
              <a:off x="5857694" y="3408743"/>
              <a:ext cx="171643" cy="57240"/>
            </a:xfrm>
            <a:custGeom>
              <a:avLst/>
              <a:gdLst/>
              <a:ahLst/>
              <a:cxnLst/>
              <a:rect l="l" t="t" r="r" b="b"/>
              <a:pathLst>
                <a:path w="6555" h="2186" extrusionOk="0">
                  <a:moveTo>
                    <a:pt x="0" y="1"/>
                  </a:moveTo>
                  <a:lnTo>
                    <a:pt x="0" y="2185"/>
                  </a:lnTo>
                  <a:lnTo>
                    <a:pt x="6554" y="2185"/>
                  </a:lnTo>
                  <a:lnTo>
                    <a:pt x="655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63"/>
            <p:cNvSpPr/>
            <p:nvPr/>
          </p:nvSpPr>
          <p:spPr>
            <a:xfrm>
              <a:off x="5854944" y="3528696"/>
              <a:ext cx="60723" cy="57371"/>
            </a:xfrm>
            <a:custGeom>
              <a:avLst/>
              <a:gdLst/>
              <a:ahLst/>
              <a:cxnLst/>
              <a:rect l="l" t="t" r="r" b="b"/>
              <a:pathLst>
                <a:path w="2319" h="2191" extrusionOk="0">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63"/>
            <p:cNvSpPr/>
            <p:nvPr/>
          </p:nvSpPr>
          <p:spPr>
            <a:xfrm>
              <a:off x="5971101" y="3528696"/>
              <a:ext cx="60723" cy="57371"/>
            </a:xfrm>
            <a:custGeom>
              <a:avLst/>
              <a:gdLst/>
              <a:ahLst/>
              <a:cxnLst/>
              <a:rect l="l" t="t" r="r" b="b"/>
              <a:pathLst>
                <a:path w="2319" h="2191" extrusionOk="0">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63"/>
            <p:cNvSpPr/>
            <p:nvPr/>
          </p:nvSpPr>
          <p:spPr>
            <a:xfrm>
              <a:off x="5811739" y="3563130"/>
              <a:ext cx="263316" cy="137157"/>
            </a:xfrm>
            <a:custGeom>
              <a:avLst/>
              <a:gdLst/>
              <a:ahLst/>
              <a:cxnLst/>
              <a:rect l="l" t="t" r="r" b="b"/>
              <a:pathLst>
                <a:path w="10056" h="5238" extrusionOk="0">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63"/>
            <p:cNvSpPr/>
            <p:nvPr/>
          </p:nvSpPr>
          <p:spPr>
            <a:xfrm>
              <a:off x="5811975" y="3602355"/>
              <a:ext cx="263081" cy="97932"/>
            </a:xfrm>
            <a:custGeom>
              <a:avLst/>
              <a:gdLst/>
              <a:ahLst/>
              <a:cxnLst/>
              <a:rect l="l" t="t" r="r" b="b"/>
              <a:pathLst>
                <a:path w="10047" h="3740" extrusionOk="0">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63"/>
            <p:cNvSpPr/>
            <p:nvPr/>
          </p:nvSpPr>
          <p:spPr>
            <a:xfrm>
              <a:off x="5909147" y="3574625"/>
              <a:ext cx="68736" cy="22807"/>
            </a:xfrm>
            <a:custGeom>
              <a:avLst/>
              <a:gdLst/>
              <a:ahLst/>
              <a:cxnLst/>
              <a:rect l="l" t="t" r="r" b="b"/>
              <a:pathLst>
                <a:path w="2625" h="871" extrusionOk="0">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63"/>
            <p:cNvSpPr/>
            <p:nvPr/>
          </p:nvSpPr>
          <p:spPr>
            <a:xfrm>
              <a:off x="5850938" y="3465957"/>
              <a:ext cx="184630" cy="119927"/>
            </a:xfrm>
            <a:custGeom>
              <a:avLst/>
              <a:gdLst/>
              <a:ahLst/>
              <a:cxnLst/>
              <a:rect l="l" t="t" r="r" b="b"/>
              <a:pathLst>
                <a:path w="7051" h="4580" extrusionOk="0">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63"/>
            <p:cNvSpPr/>
            <p:nvPr/>
          </p:nvSpPr>
          <p:spPr>
            <a:xfrm>
              <a:off x="5918129" y="3534483"/>
              <a:ext cx="50773" cy="17439"/>
            </a:xfrm>
            <a:custGeom>
              <a:avLst/>
              <a:gdLst/>
              <a:ahLst/>
              <a:cxnLst/>
              <a:rect l="l" t="t" r="r" b="b"/>
              <a:pathLst>
                <a:path w="1939" h="666" extrusionOk="0">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63"/>
            <p:cNvSpPr/>
            <p:nvPr/>
          </p:nvSpPr>
          <p:spPr>
            <a:xfrm>
              <a:off x="5903413" y="3488817"/>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63"/>
            <p:cNvSpPr/>
            <p:nvPr/>
          </p:nvSpPr>
          <p:spPr>
            <a:xfrm>
              <a:off x="5972096" y="3488817"/>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63"/>
            <p:cNvSpPr/>
            <p:nvPr/>
          </p:nvSpPr>
          <p:spPr>
            <a:xfrm>
              <a:off x="5847115" y="3465957"/>
              <a:ext cx="147998" cy="120163"/>
            </a:xfrm>
            <a:custGeom>
              <a:avLst/>
              <a:gdLst/>
              <a:ahLst/>
              <a:cxnLst/>
              <a:rect l="l" t="t" r="r" b="b"/>
              <a:pathLst>
                <a:path w="5652" h="4589" extrusionOk="0">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63"/>
            <p:cNvSpPr/>
            <p:nvPr/>
          </p:nvSpPr>
          <p:spPr>
            <a:xfrm>
              <a:off x="5857694" y="3465957"/>
              <a:ext cx="23017" cy="25766"/>
            </a:xfrm>
            <a:custGeom>
              <a:avLst/>
              <a:gdLst/>
              <a:ahLst/>
              <a:cxnLst/>
              <a:rect l="l" t="t" r="r" b="b"/>
              <a:pathLst>
                <a:path w="879" h="984" extrusionOk="0">
                  <a:moveTo>
                    <a:pt x="0" y="0"/>
                  </a:moveTo>
                  <a:lnTo>
                    <a:pt x="0" y="983"/>
                  </a:lnTo>
                  <a:lnTo>
                    <a:pt x="296" y="945"/>
                  </a:lnTo>
                  <a:cubicBezTo>
                    <a:pt x="630" y="897"/>
                    <a:pt x="869" y="621"/>
                    <a:pt x="878" y="296"/>
                  </a:cubicBez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63"/>
            <p:cNvSpPr/>
            <p:nvPr/>
          </p:nvSpPr>
          <p:spPr>
            <a:xfrm>
              <a:off x="6006320" y="3465957"/>
              <a:ext cx="23017" cy="25766"/>
            </a:xfrm>
            <a:custGeom>
              <a:avLst/>
              <a:gdLst/>
              <a:ahLst/>
              <a:cxnLst/>
              <a:rect l="l" t="t" r="r" b="b"/>
              <a:pathLst>
                <a:path w="879" h="984" extrusionOk="0">
                  <a:moveTo>
                    <a:pt x="1" y="0"/>
                  </a:moveTo>
                  <a:lnTo>
                    <a:pt x="1" y="296"/>
                  </a:lnTo>
                  <a:cubicBezTo>
                    <a:pt x="1" y="621"/>
                    <a:pt x="249" y="897"/>
                    <a:pt x="573" y="945"/>
                  </a:cubicBezTo>
                  <a:lnTo>
                    <a:pt x="878" y="983"/>
                  </a:ln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63"/>
            <p:cNvSpPr/>
            <p:nvPr/>
          </p:nvSpPr>
          <p:spPr>
            <a:xfrm>
              <a:off x="5857694" y="3414504"/>
              <a:ext cx="23017" cy="51480"/>
            </a:xfrm>
            <a:custGeom>
              <a:avLst/>
              <a:gdLst/>
              <a:ahLst/>
              <a:cxnLst/>
              <a:rect l="l" t="t" r="r" b="b"/>
              <a:pathLst>
                <a:path w="879" h="1966" extrusionOk="0">
                  <a:moveTo>
                    <a:pt x="0" y="0"/>
                  </a:moveTo>
                  <a:lnTo>
                    <a:pt x="0" y="1965"/>
                  </a:lnTo>
                  <a:lnTo>
                    <a:pt x="878" y="1965"/>
                  </a:lnTo>
                  <a:lnTo>
                    <a:pt x="87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63"/>
            <p:cNvSpPr/>
            <p:nvPr/>
          </p:nvSpPr>
          <p:spPr>
            <a:xfrm>
              <a:off x="5840464" y="3362788"/>
              <a:ext cx="205866" cy="57240"/>
            </a:xfrm>
            <a:custGeom>
              <a:avLst/>
              <a:gdLst/>
              <a:ahLst/>
              <a:cxnLst/>
              <a:rect l="l" t="t" r="r" b="b"/>
              <a:pathLst>
                <a:path w="7862" h="2186" extrusionOk="0">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63"/>
            <p:cNvSpPr/>
            <p:nvPr/>
          </p:nvSpPr>
          <p:spPr>
            <a:xfrm>
              <a:off x="5857694" y="3437232"/>
              <a:ext cx="171643" cy="11521"/>
            </a:xfrm>
            <a:custGeom>
              <a:avLst/>
              <a:gdLst/>
              <a:ahLst/>
              <a:cxnLst/>
              <a:rect l="l" t="t" r="r" b="b"/>
              <a:pathLst>
                <a:path w="6555" h="440" extrusionOk="0">
                  <a:moveTo>
                    <a:pt x="0" y="0"/>
                  </a:moveTo>
                  <a:lnTo>
                    <a:pt x="0" y="439"/>
                  </a:lnTo>
                  <a:lnTo>
                    <a:pt x="6554" y="439"/>
                  </a:lnTo>
                  <a:lnTo>
                    <a:pt x="655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63"/>
            <p:cNvSpPr/>
            <p:nvPr/>
          </p:nvSpPr>
          <p:spPr>
            <a:xfrm>
              <a:off x="5857694" y="3437232"/>
              <a:ext cx="23017" cy="11521"/>
            </a:xfrm>
            <a:custGeom>
              <a:avLst/>
              <a:gdLst/>
              <a:ahLst/>
              <a:cxnLst/>
              <a:rect l="l" t="t" r="r" b="b"/>
              <a:pathLst>
                <a:path w="879" h="440" extrusionOk="0">
                  <a:moveTo>
                    <a:pt x="0" y="0"/>
                  </a:moveTo>
                  <a:lnTo>
                    <a:pt x="0" y="439"/>
                  </a:lnTo>
                  <a:lnTo>
                    <a:pt x="878" y="439"/>
                  </a:lnTo>
                  <a:lnTo>
                    <a:pt x="87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63"/>
            <p:cNvSpPr/>
            <p:nvPr/>
          </p:nvSpPr>
          <p:spPr>
            <a:xfrm>
              <a:off x="5891918" y="3345794"/>
              <a:ext cx="103195" cy="74234"/>
            </a:xfrm>
            <a:custGeom>
              <a:avLst/>
              <a:gdLst/>
              <a:ahLst/>
              <a:cxnLst/>
              <a:rect l="l" t="t" r="r" b="b"/>
              <a:pathLst>
                <a:path w="3941" h="2835" extrusionOk="0">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63"/>
            <p:cNvSpPr/>
            <p:nvPr/>
          </p:nvSpPr>
          <p:spPr>
            <a:xfrm>
              <a:off x="5882674" y="3602355"/>
              <a:ext cx="121682" cy="98194"/>
            </a:xfrm>
            <a:custGeom>
              <a:avLst/>
              <a:gdLst/>
              <a:ahLst/>
              <a:cxnLst/>
              <a:rect l="l" t="t" r="r" b="b"/>
              <a:pathLst>
                <a:path w="4647" h="3750" extrusionOk="0">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63"/>
            <p:cNvSpPr/>
            <p:nvPr/>
          </p:nvSpPr>
          <p:spPr>
            <a:xfrm>
              <a:off x="5814489" y="3644827"/>
              <a:ext cx="48966" cy="55460"/>
            </a:xfrm>
            <a:custGeom>
              <a:avLst/>
              <a:gdLst/>
              <a:ahLst/>
              <a:cxnLst/>
              <a:rect l="l" t="t" r="r" b="b"/>
              <a:pathLst>
                <a:path w="1870" h="2118" extrusionOk="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63"/>
            <p:cNvSpPr/>
            <p:nvPr/>
          </p:nvSpPr>
          <p:spPr>
            <a:xfrm>
              <a:off x="6023550" y="3644827"/>
              <a:ext cx="48992" cy="55460"/>
            </a:xfrm>
            <a:custGeom>
              <a:avLst/>
              <a:gdLst/>
              <a:ahLst/>
              <a:cxnLst/>
              <a:rect l="l" t="t" r="r" b="b"/>
              <a:pathLst>
                <a:path w="1871" h="2118" extrusionOk="0">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5" name="Google Shape;12695;p63"/>
          <p:cNvGrpSpPr/>
          <p:nvPr/>
        </p:nvGrpSpPr>
        <p:grpSpPr>
          <a:xfrm>
            <a:off x="5347543" y="3192219"/>
            <a:ext cx="259074" cy="354493"/>
            <a:chOff x="5363818" y="3345794"/>
            <a:chExt cx="259074" cy="354493"/>
          </a:xfrm>
        </p:grpSpPr>
        <p:sp>
          <p:nvSpPr>
            <p:cNvPr id="12696" name="Google Shape;12696;p63"/>
            <p:cNvSpPr/>
            <p:nvPr/>
          </p:nvSpPr>
          <p:spPr>
            <a:xfrm>
              <a:off x="5397807" y="3514661"/>
              <a:ext cx="191360" cy="123934"/>
            </a:xfrm>
            <a:custGeom>
              <a:avLst/>
              <a:gdLst/>
              <a:ahLst/>
              <a:cxnLst/>
              <a:rect l="l" t="t" r="r" b="b"/>
              <a:pathLst>
                <a:path w="7308" h="4733" extrusionOk="0">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63"/>
            <p:cNvSpPr/>
            <p:nvPr/>
          </p:nvSpPr>
          <p:spPr>
            <a:xfrm>
              <a:off x="5397807" y="3514661"/>
              <a:ext cx="95706" cy="123934"/>
            </a:xfrm>
            <a:custGeom>
              <a:avLst/>
              <a:gdLst/>
              <a:ahLst/>
              <a:cxnLst/>
              <a:rect l="l" t="t" r="r" b="b"/>
              <a:pathLst>
                <a:path w="3655" h="4733" extrusionOk="0">
                  <a:moveTo>
                    <a:pt x="869" y="1"/>
                  </a:moveTo>
                  <a:cubicBezTo>
                    <a:pt x="869" y="1651"/>
                    <a:pt x="0" y="2596"/>
                    <a:pt x="430" y="4733"/>
                  </a:cubicBezTo>
                  <a:lnTo>
                    <a:pt x="3654" y="4733"/>
                  </a:lnTo>
                  <a:lnTo>
                    <a:pt x="365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63"/>
            <p:cNvSpPr/>
            <p:nvPr/>
          </p:nvSpPr>
          <p:spPr>
            <a:xfrm>
              <a:off x="5363818" y="3565382"/>
              <a:ext cx="259074" cy="134905"/>
            </a:xfrm>
            <a:custGeom>
              <a:avLst/>
              <a:gdLst/>
              <a:ahLst/>
              <a:cxnLst/>
              <a:rect l="l" t="t" r="r" b="b"/>
              <a:pathLst>
                <a:path w="9894" h="5152" extrusionOk="0">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63"/>
            <p:cNvSpPr/>
            <p:nvPr/>
          </p:nvSpPr>
          <p:spPr>
            <a:xfrm>
              <a:off x="5364080" y="3621836"/>
              <a:ext cx="258813" cy="78450"/>
            </a:xfrm>
            <a:custGeom>
              <a:avLst/>
              <a:gdLst/>
              <a:ahLst/>
              <a:cxnLst/>
              <a:rect l="l" t="t" r="r" b="b"/>
              <a:pathLst>
                <a:path w="9884" h="2996" extrusionOk="0">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63"/>
            <p:cNvSpPr/>
            <p:nvPr/>
          </p:nvSpPr>
          <p:spPr>
            <a:xfrm>
              <a:off x="5459760" y="3570880"/>
              <a:ext cx="67479" cy="28175"/>
            </a:xfrm>
            <a:custGeom>
              <a:avLst/>
              <a:gdLst/>
              <a:ahLst/>
              <a:cxnLst/>
              <a:rect l="l" t="t" r="r" b="b"/>
              <a:pathLst>
                <a:path w="2577" h="1076" extrusionOk="0">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63"/>
            <p:cNvSpPr/>
            <p:nvPr/>
          </p:nvSpPr>
          <p:spPr>
            <a:xfrm>
              <a:off x="5420273" y="3435740"/>
              <a:ext cx="146427" cy="152135"/>
            </a:xfrm>
            <a:custGeom>
              <a:avLst/>
              <a:gdLst/>
              <a:ahLst/>
              <a:cxnLst/>
              <a:rect l="l" t="t" r="r" b="b"/>
              <a:pathLst>
                <a:path w="5592" h="5810" extrusionOk="0">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63"/>
            <p:cNvSpPr/>
            <p:nvPr/>
          </p:nvSpPr>
          <p:spPr>
            <a:xfrm>
              <a:off x="5420090" y="3435740"/>
              <a:ext cx="146610" cy="152109"/>
            </a:xfrm>
            <a:custGeom>
              <a:avLst/>
              <a:gdLst/>
              <a:ahLst/>
              <a:cxnLst/>
              <a:rect l="l" t="t" r="r" b="b"/>
              <a:pathLst>
                <a:path w="5599" h="5809" extrusionOk="0">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63"/>
            <p:cNvSpPr/>
            <p:nvPr/>
          </p:nvSpPr>
          <p:spPr>
            <a:xfrm>
              <a:off x="5527213" y="3598846"/>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63"/>
            <p:cNvSpPr/>
            <p:nvPr/>
          </p:nvSpPr>
          <p:spPr>
            <a:xfrm>
              <a:off x="5459760" y="3598846"/>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63"/>
            <p:cNvSpPr/>
            <p:nvPr/>
          </p:nvSpPr>
          <p:spPr>
            <a:xfrm>
              <a:off x="5468506" y="3537180"/>
              <a:ext cx="50013" cy="16994"/>
            </a:xfrm>
            <a:custGeom>
              <a:avLst/>
              <a:gdLst/>
              <a:ahLst/>
              <a:cxnLst/>
              <a:rect l="l" t="t" r="r" b="b"/>
              <a:pathLst>
                <a:path w="1910" h="649" extrusionOk="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63"/>
            <p:cNvSpPr/>
            <p:nvPr/>
          </p:nvSpPr>
          <p:spPr>
            <a:xfrm>
              <a:off x="5454000" y="3497798"/>
              <a:ext cx="11521" cy="16889"/>
            </a:xfrm>
            <a:custGeom>
              <a:avLst/>
              <a:gdLst/>
              <a:ahLst/>
              <a:cxnLst/>
              <a:rect l="l" t="t" r="r" b="b"/>
              <a:pathLst>
                <a:path w="440" h="645" extrusionOk="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63"/>
            <p:cNvSpPr/>
            <p:nvPr/>
          </p:nvSpPr>
          <p:spPr>
            <a:xfrm>
              <a:off x="5521714" y="3497798"/>
              <a:ext cx="11260" cy="16889"/>
            </a:xfrm>
            <a:custGeom>
              <a:avLst/>
              <a:gdLst/>
              <a:ahLst/>
              <a:cxnLst/>
              <a:rect l="l" t="t" r="r" b="b"/>
              <a:pathLst>
                <a:path w="430" h="645" extrusionOk="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63"/>
            <p:cNvSpPr/>
            <p:nvPr/>
          </p:nvSpPr>
          <p:spPr>
            <a:xfrm>
              <a:off x="5513963" y="3480935"/>
              <a:ext cx="26499" cy="11286"/>
            </a:xfrm>
            <a:custGeom>
              <a:avLst/>
              <a:gdLst/>
              <a:ahLst/>
              <a:cxnLst/>
              <a:rect l="l" t="t" r="r" b="b"/>
              <a:pathLst>
                <a:path w="1012" h="431" extrusionOk="0">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63"/>
            <p:cNvSpPr/>
            <p:nvPr/>
          </p:nvSpPr>
          <p:spPr>
            <a:xfrm>
              <a:off x="5446511" y="3480935"/>
              <a:ext cx="26264" cy="11286"/>
            </a:xfrm>
            <a:custGeom>
              <a:avLst/>
              <a:gdLst/>
              <a:ahLst/>
              <a:cxnLst/>
              <a:rect l="l" t="t" r="r" b="b"/>
              <a:pathLst>
                <a:path w="1003" h="431" extrusionOk="0">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63"/>
            <p:cNvSpPr/>
            <p:nvPr/>
          </p:nvSpPr>
          <p:spPr>
            <a:xfrm>
              <a:off x="5386573" y="3345794"/>
              <a:ext cx="213853" cy="202620"/>
            </a:xfrm>
            <a:custGeom>
              <a:avLst/>
              <a:gdLst/>
              <a:ahLst/>
              <a:cxnLst/>
              <a:rect l="l" t="t" r="r" b="b"/>
              <a:pathLst>
                <a:path w="8167" h="7738" extrusionOk="0">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63"/>
            <p:cNvSpPr/>
            <p:nvPr/>
          </p:nvSpPr>
          <p:spPr>
            <a:xfrm>
              <a:off x="5409040" y="3373917"/>
              <a:ext cx="169155" cy="112543"/>
            </a:xfrm>
            <a:custGeom>
              <a:avLst/>
              <a:gdLst/>
              <a:ahLst/>
              <a:cxnLst/>
              <a:rect l="l" t="t" r="r" b="b"/>
              <a:pathLst>
                <a:path w="6460" h="4298" extrusionOk="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63"/>
            <p:cNvSpPr/>
            <p:nvPr/>
          </p:nvSpPr>
          <p:spPr>
            <a:xfrm>
              <a:off x="5454759" y="3373917"/>
              <a:ext cx="123410" cy="112543"/>
            </a:xfrm>
            <a:custGeom>
              <a:avLst/>
              <a:gdLst/>
              <a:ahLst/>
              <a:cxnLst/>
              <a:rect l="l" t="t" r="r" b="b"/>
              <a:pathLst>
                <a:path w="4713" h="4298" extrusionOk="0">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63"/>
            <p:cNvSpPr/>
            <p:nvPr/>
          </p:nvSpPr>
          <p:spPr>
            <a:xfrm>
              <a:off x="5369579" y="3647314"/>
              <a:ext cx="45483" cy="52972"/>
            </a:xfrm>
            <a:custGeom>
              <a:avLst/>
              <a:gdLst/>
              <a:ahLst/>
              <a:cxnLst/>
              <a:rect l="l" t="t" r="r" b="b"/>
              <a:pathLst>
                <a:path w="1737" h="2023" extrusionOk="0">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63"/>
            <p:cNvSpPr/>
            <p:nvPr/>
          </p:nvSpPr>
          <p:spPr>
            <a:xfrm>
              <a:off x="5572173" y="3647314"/>
              <a:ext cx="45745" cy="52972"/>
            </a:xfrm>
            <a:custGeom>
              <a:avLst/>
              <a:gdLst/>
              <a:ahLst/>
              <a:cxnLst/>
              <a:rect l="l" t="t" r="r" b="b"/>
              <a:pathLst>
                <a:path w="1747" h="2023" extrusionOk="0">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63"/>
            <p:cNvSpPr/>
            <p:nvPr/>
          </p:nvSpPr>
          <p:spPr>
            <a:xfrm>
              <a:off x="5432528" y="3621836"/>
              <a:ext cx="122179" cy="55984"/>
            </a:xfrm>
            <a:custGeom>
              <a:avLst/>
              <a:gdLst/>
              <a:ahLst/>
              <a:cxnLst/>
              <a:rect l="l" t="t" r="r" b="b"/>
              <a:pathLst>
                <a:path w="4666" h="2138" extrusionOk="0">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63"/>
            <p:cNvSpPr/>
            <p:nvPr/>
          </p:nvSpPr>
          <p:spPr>
            <a:xfrm>
              <a:off x="5392046" y="3475200"/>
              <a:ext cx="28254" cy="44986"/>
            </a:xfrm>
            <a:custGeom>
              <a:avLst/>
              <a:gdLst/>
              <a:ahLst/>
              <a:cxnLst/>
              <a:rect l="l" t="t" r="r" b="b"/>
              <a:pathLst>
                <a:path w="1079" h="1718" extrusionOk="0">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63"/>
            <p:cNvSpPr/>
            <p:nvPr/>
          </p:nvSpPr>
          <p:spPr>
            <a:xfrm>
              <a:off x="5409040" y="3475200"/>
              <a:ext cx="11260" cy="44986"/>
            </a:xfrm>
            <a:custGeom>
              <a:avLst/>
              <a:gdLst/>
              <a:ahLst/>
              <a:cxnLst/>
              <a:rect l="l" t="t" r="r" b="b"/>
              <a:pathLst>
                <a:path w="430" h="1718" extrusionOk="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63"/>
            <p:cNvSpPr/>
            <p:nvPr/>
          </p:nvSpPr>
          <p:spPr>
            <a:xfrm>
              <a:off x="5566674" y="3475200"/>
              <a:ext cx="28254" cy="44986"/>
            </a:xfrm>
            <a:custGeom>
              <a:avLst/>
              <a:gdLst/>
              <a:ahLst/>
              <a:cxnLst/>
              <a:rect l="l" t="t" r="r" b="b"/>
              <a:pathLst>
                <a:path w="1079" h="1718" extrusionOk="0">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63"/>
            <p:cNvSpPr/>
            <p:nvPr/>
          </p:nvSpPr>
          <p:spPr>
            <a:xfrm>
              <a:off x="5566674" y="3475200"/>
              <a:ext cx="11260" cy="44986"/>
            </a:xfrm>
            <a:custGeom>
              <a:avLst/>
              <a:gdLst/>
              <a:ahLst/>
              <a:cxnLst/>
              <a:rect l="l" t="t" r="r" b="b"/>
              <a:pathLst>
                <a:path w="430" h="1718" extrusionOk="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63"/>
            <p:cNvSpPr/>
            <p:nvPr/>
          </p:nvSpPr>
          <p:spPr>
            <a:xfrm>
              <a:off x="5442766" y="3537154"/>
              <a:ext cx="17020" cy="11260"/>
            </a:xfrm>
            <a:custGeom>
              <a:avLst/>
              <a:gdLst/>
              <a:ahLst/>
              <a:cxnLst/>
              <a:rect l="l" t="t" r="r" b="b"/>
              <a:pathLst>
                <a:path w="650" h="430" extrusionOk="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1" name="Google Shape;12721;p63"/>
          <p:cNvGrpSpPr/>
          <p:nvPr/>
        </p:nvGrpSpPr>
        <p:grpSpPr>
          <a:xfrm>
            <a:off x="4896664" y="3192088"/>
            <a:ext cx="261326" cy="354885"/>
            <a:chOff x="4912939" y="3345663"/>
            <a:chExt cx="261326" cy="354885"/>
          </a:xfrm>
        </p:grpSpPr>
        <p:sp>
          <p:nvSpPr>
            <p:cNvPr id="12722" name="Google Shape;12722;p63"/>
            <p:cNvSpPr/>
            <p:nvPr/>
          </p:nvSpPr>
          <p:spPr>
            <a:xfrm>
              <a:off x="4916683" y="3471692"/>
              <a:ext cx="253837" cy="40011"/>
            </a:xfrm>
            <a:custGeom>
              <a:avLst/>
              <a:gdLst/>
              <a:ahLst/>
              <a:cxnLst/>
              <a:rect l="l" t="t" r="r" b="b"/>
              <a:pathLst>
                <a:path w="9694" h="1528" extrusionOk="0">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63"/>
            <p:cNvSpPr/>
            <p:nvPr/>
          </p:nvSpPr>
          <p:spPr>
            <a:xfrm>
              <a:off x="4912939" y="3586120"/>
              <a:ext cx="261326" cy="114428"/>
            </a:xfrm>
            <a:custGeom>
              <a:avLst/>
              <a:gdLst/>
              <a:ahLst/>
              <a:cxnLst/>
              <a:rect l="l" t="t" r="r" b="b"/>
              <a:pathLst>
                <a:path w="9980" h="4370" extrusionOk="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63"/>
            <p:cNvSpPr/>
            <p:nvPr/>
          </p:nvSpPr>
          <p:spPr>
            <a:xfrm>
              <a:off x="4912939" y="3630582"/>
              <a:ext cx="261326" cy="69966"/>
            </a:xfrm>
            <a:custGeom>
              <a:avLst/>
              <a:gdLst/>
              <a:ahLst/>
              <a:cxnLst/>
              <a:rect l="l" t="t" r="r" b="b"/>
              <a:pathLst>
                <a:path w="9980" h="2672" extrusionOk="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63"/>
            <p:cNvSpPr/>
            <p:nvPr/>
          </p:nvSpPr>
          <p:spPr>
            <a:xfrm>
              <a:off x="5037841" y="3654568"/>
              <a:ext cx="11521" cy="45719"/>
            </a:xfrm>
            <a:custGeom>
              <a:avLst/>
              <a:gdLst/>
              <a:ahLst/>
              <a:cxnLst/>
              <a:rect l="l" t="t" r="r" b="b"/>
              <a:pathLst>
                <a:path w="440" h="1746" extrusionOk="0">
                  <a:moveTo>
                    <a:pt x="0" y="0"/>
                  </a:moveTo>
                  <a:lnTo>
                    <a:pt x="0" y="1746"/>
                  </a:lnTo>
                  <a:lnTo>
                    <a:pt x="439" y="1746"/>
                  </a:lnTo>
                  <a:lnTo>
                    <a:pt x="43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63"/>
            <p:cNvSpPr/>
            <p:nvPr/>
          </p:nvSpPr>
          <p:spPr>
            <a:xfrm>
              <a:off x="5009352" y="3586120"/>
              <a:ext cx="68736" cy="34171"/>
            </a:xfrm>
            <a:custGeom>
              <a:avLst/>
              <a:gdLst/>
              <a:ahLst/>
              <a:cxnLst/>
              <a:rect l="l" t="t" r="r" b="b"/>
              <a:pathLst>
                <a:path w="2625" h="1305" extrusionOk="0">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63"/>
            <p:cNvSpPr/>
            <p:nvPr/>
          </p:nvSpPr>
          <p:spPr>
            <a:xfrm>
              <a:off x="4952164" y="3534405"/>
              <a:ext cx="57214" cy="165882"/>
            </a:xfrm>
            <a:custGeom>
              <a:avLst/>
              <a:gdLst/>
              <a:ahLst/>
              <a:cxnLst/>
              <a:rect l="l" t="t" r="r" b="b"/>
              <a:pathLst>
                <a:path w="2185" h="6335" extrusionOk="0">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63"/>
            <p:cNvSpPr/>
            <p:nvPr/>
          </p:nvSpPr>
          <p:spPr>
            <a:xfrm>
              <a:off x="4952164" y="3626078"/>
              <a:ext cx="28489" cy="22755"/>
            </a:xfrm>
            <a:custGeom>
              <a:avLst/>
              <a:gdLst/>
              <a:ahLst/>
              <a:cxnLst/>
              <a:rect l="l" t="t" r="r" b="b"/>
              <a:pathLst>
                <a:path w="1088" h="869" extrusionOk="0">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63"/>
            <p:cNvSpPr/>
            <p:nvPr/>
          </p:nvSpPr>
          <p:spPr>
            <a:xfrm>
              <a:off x="5077800" y="3534405"/>
              <a:ext cx="57240" cy="165882"/>
            </a:xfrm>
            <a:custGeom>
              <a:avLst/>
              <a:gdLst/>
              <a:ahLst/>
              <a:cxnLst/>
              <a:rect l="l" t="t" r="r" b="b"/>
              <a:pathLst>
                <a:path w="2186" h="6335" extrusionOk="0">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63"/>
            <p:cNvSpPr/>
            <p:nvPr/>
          </p:nvSpPr>
          <p:spPr>
            <a:xfrm>
              <a:off x="5032081" y="3637574"/>
              <a:ext cx="23017" cy="22755"/>
            </a:xfrm>
            <a:custGeom>
              <a:avLst/>
              <a:gdLst/>
              <a:ahLst/>
              <a:cxnLst/>
              <a:rect l="l" t="t" r="r" b="b"/>
              <a:pathLst>
                <a:path w="879" h="869" extrusionOk="0">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63"/>
            <p:cNvSpPr/>
            <p:nvPr/>
          </p:nvSpPr>
          <p:spPr>
            <a:xfrm>
              <a:off x="5106525" y="3626078"/>
              <a:ext cx="28751" cy="22755"/>
            </a:xfrm>
            <a:custGeom>
              <a:avLst/>
              <a:gdLst/>
              <a:ahLst/>
              <a:cxnLst/>
              <a:rect l="l" t="t" r="r" b="b"/>
              <a:pathLst>
                <a:path w="1098" h="869" extrusionOk="0">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63"/>
            <p:cNvSpPr/>
            <p:nvPr/>
          </p:nvSpPr>
          <p:spPr>
            <a:xfrm>
              <a:off x="5025351" y="3345663"/>
              <a:ext cx="65960" cy="57109"/>
            </a:xfrm>
            <a:custGeom>
              <a:avLst/>
              <a:gdLst/>
              <a:ahLst/>
              <a:cxnLst/>
              <a:rect l="l" t="t" r="r" b="b"/>
              <a:pathLst>
                <a:path w="2519" h="2181" extrusionOk="0">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63"/>
            <p:cNvSpPr/>
            <p:nvPr/>
          </p:nvSpPr>
          <p:spPr>
            <a:xfrm>
              <a:off x="4986388" y="3345794"/>
              <a:ext cx="114428" cy="102959"/>
            </a:xfrm>
            <a:custGeom>
              <a:avLst/>
              <a:gdLst/>
              <a:ahLst/>
              <a:cxnLst/>
              <a:rect l="l" t="t" r="r" b="b"/>
              <a:pathLst>
                <a:path w="4370" h="3932" extrusionOk="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63"/>
            <p:cNvSpPr/>
            <p:nvPr/>
          </p:nvSpPr>
          <p:spPr>
            <a:xfrm>
              <a:off x="4947163" y="3511676"/>
              <a:ext cx="192617" cy="97199"/>
            </a:xfrm>
            <a:custGeom>
              <a:avLst/>
              <a:gdLst/>
              <a:ahLst/>
              <a:cxnLst/>
              <a:rect l="l" t="t" r="r" b="b"/>
              <a:pathLst>
                <a:path w="7356" h="3712" extrusionOk="0">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63"/>
            <p:cNvSpPr/>
            <p:nvPr/>
          </p:nvSpPr>
          <p:spPr>
            <a:xfrm>
              <a:off x="4951143" y="3511650"/>
              <a:ext cx="149673" cy="97434"/>
            </a:xfrm>
            <a:custGeom>
              <a:avLst/>
              <a:gdLst/>
              <a:ahLst/>
              <a:cxnLst/>
              <a:rect l="l" t="t" r="r" b="b"/>
              <a:pathLst>
                <a:path w="5716" h="3721" extrusionOk="0">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63"/>
            <p:cNvSpPr/>
            <p:nvPr/>
          </p:nvSpPr>
          <p:spPr>
            <a:xfrm>
              <a:off x="5018124" y="3557317"/>
              <a:ext cx="50747" cy="17334"/>
            </a:xfrm>
            <a:custGeom>
              <a:avLst/>
              <a:gdLst/>
              <a:ahLst/>
              <a:cxnLst/>
              <a:rect l="l" t="t" r="r" b="b"/>
              <a:pathLst>
                <a:path w="1938" h="662" extrusionOk="0">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63"/>
            <p:cNvSpPr/>
            <p:nvPr/>
          </p:nvSpPr>
          <p:spPr>
            <a:xfrm>
              <a:off x="5003487" y="3517358"/>
              <a:ext cx="11390" cy="17073"/>
            </a:xfrm>
            <a:custGeom>
              <a:avLst/>
              <a:gdLst/>
              <a:ahLst/>
              <a:cxnLst/>
              <a:rect l="l" t="t" r="r" b="b"/>
              <a:pathLst>
                <a:path w="435" h="652" extrusionOk="0">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63"/>
            <p:cNvSpPr/>
            <p:nvPr/>
          </p:nvSpPr>
          <p:spPr>
            <a:xfrm>
              <a:off x="5072065" y="3517358"/>
              <a:ext cx="11521" cy="17073"/>
            </a:xfrm>
            <a:custGeom>
              <a:avLst/>
              <a:gdLst/>
              <a:ahLst/>
              <a:cxnLst/>
              <a:rect l="l" t="t" r="r" b="b"/>
              <a:pathLst>
                <a:path w="440" h="652" extrusionOk="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63"/>
            <p:cNvSpPr/>
            <p:nvPr/>
          </p:nvSpPr>
          <p:spPr>
            <a:xfrm>
              <a:off x="4980627" y="3448727"/>
              <a:ext cx="125924" cy="22990"/>
            </a:xfrm>
            <a:custGeom>
              <a:avLst/>
              <a:gdLst/>
              <a:ahLst/>
              <a:cxnLst/>
              <a:rect l="l" t="t" r="r" b="b"/>
              <a:pathLst>
                <a:path w="4809" h="878" extrusionOk="0">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63"/>
            <p:cNvSpPr/>
            <p:nvPr/>
          </p:nvSpPr>
          <p:spPr>
            <a:xfrm>
              <a:off x="4986388" y="3346789"/>
              <a:ext cx="55722" cy="101964"/>
            </a:xfrm>
            <a:custGeom>
              <a:avLst/>
              <a:gdLst/>
              <a:ahLst/>
              <a:cxnLst/>
              <a:rect l="l" t="t" r="r" b="b"/>
              <a:pathLst>
                <a:path w="2128" h="3894" extrusionOk="0">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63"/>
            <p:cNvSpPr/>
            <p:nvPr/>
          </p:nvSpPr>
          <p:spPr>
            <a:xfrm>
              <a:off x="4980627" y="3448727"/>
              <a:ext cx="34250" cy="22990"/>
            </a:xfrm>
            <a:custGeom>
              <a:avLst/>
              <a:gdLst/>
              <a:ahLst/>
              <a:cxnLst/>
              <a:rect l="l" t="t" r="r" b="b"/>
              <a:pathLst>
                <a:path w="1308" h="878" extrusionOk="0">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63"/>
            <p:cNvSpPr/>
            <p:nvPr/>
          </p:nvSpPr>
          <p:spPr>
            <a:xfrm>
              <a:off x="4916683" y="3471692"/>
              <a:ext cx="92695" cy="40011"/>
            </a:xfrm>
            <a:custGeom>
              <a:avLst/>
              <a:gdLst/>
              <a:ahLst/>
              <a:cxnLst/>
              <a:rect l="l" t="t" r="r" b="b"/>
              <a:pathLst>
                <a:path w="3540" h="1528" extrusionOk="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3" name="Google Shape;12743;p63"/>
          <p:cNvGrpSpPr/>
          <p:nvPr/>
        </p:nvGrpSpPr>
        <p:grpSpPr>
          <a:xfrm>
            <a:off x="5793448" y="2726336"/>
            <a:ext cx="263081" cy="355016"/>
            <a:chOff x="5809723" y="2879911"/>
            <a:chExt cx="263081" cy="355016"/>
          </a:xfrm>
        </p:grpSpPr>
        <p:sp>
          <p:nvSpPr>
            <p:cNvPr id="12744" name="Google Shape;12744;p63"/>
            <p:cNvSpPr/>
            <p:nvPr/>
          </p:nvSpPr>
          <p:spPr>
            <a:xfrm>
              <a:off x="5809723" y="3136969"/>
              <a:ext cx="263081" cy="97696"/>
            </a:xfrm>
            <a:custGeom>
              <a:avLst/>
              <a:gdLst/>
              <a:ahLst/>
              <a:cxnLst/>
              <a:rect l="l" t="t" r="r" b="b"/>
              <a:pathLst>
                <a:path w="10047" h="3731" extrusionOk="0">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63"/>
            <p:cNvSpPr/>
            <p:nvPr/>
          </p:nvSpPr>
          <p:spPr>
            <a:xfrm>
              <a:off x="5865942" y="3136969"/>
              <a:ext cx="150642" cy="75937"/>
            </a:xfrm>
            <a:custGeom>
              <a:avLst/>
              <a:gdLst/>
              <a:ahLst/>
              <a:cxnLst/>
              <a:rect l="l" t="t" r="r" b="b"/>
              <a:pathLst>
                <a:path w="5753" h="2900" extrusionOk="0">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63"/>
            <p:cNvSpPr/>
            <p:nvPr/>
          </p:nvSpPr>
          <p:spPr>
            <a:xfrm>
              <a:off x="5876416" y="3120734"/>
              <a:ext cx="129432" cy="80650"/>
            </a:xfrm>
            <a:custGeom>
              <a:avLst/>
              <a:gdLst/>
              <a:ahLst/>
              <a:cxnLst/>
              <a:rect l="l" t="t" r="r" b="b"/>
              <a:pathLst>
                <a:path w="4943" h="3080" extrusionOk="0">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63"/>
            <p:cNvSpPr/>
            <p:nvPr/>
          </p:nvSpPr>
          <p:spPr>
            <a:xfrm>
              <a:off x="5895400" y="3120734"/>
              <a:ext cx="91726" cy="62477"/>
            </a:xfrm>
            <a:custGeom>
              <a:avLst/>
              <a:gdLst/>
              <a:ahLst/>
              <a:cxnLst/>
              <a:rect l="l" t="t" r="r" b="b"/>
              <a:pathLst>
                <a:path w="3503" h="2386" extrusionOk="0">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63"/>
            <p:cNvSpPr/>
            <p:nvPr/>
          </p:nvSpPr>
          <p:spPr>
            <a:xfrm>
              <a:off x="5906895" y="3091747"/>
              <a:ext cx="68736" cy="79969"/>
            </a:xfrm>
            <a:custGeom>
              <a:avLst/>
              <a:gdLst/>
              <a:ahLst/>
              <a:cxnLst/>
              <a:rect l="l" t="t" r="r" b="b"/>
              <a:pathLst>
                <a:path w="2625" h="3054" extrusionOk="0">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63"/>
            <p:cNvSpPr/>
            <p:nvPr/>
          </p:nvSpPr>
          <p:spPr>
            <a:xfrm>
              <a:off x="5906895" y="3091747"/>
              <a:ext cx="68736" cy="28568"/>
            </a:xfrm>
            <a:custGeom>
              <a:avLst/>
              <a:gdLst/>
              <a:ahLst/>
              <a:cxnLst/>
              <a:rect l="l" t="t" r="r" b="b"/>
              <a:pathLst>
                <a:path w="2625" h="1091" extrusionOk="0">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63"/>
            <p:cNvSpPr/>
            <p:nvPr/>
          </p:nvSpPr>
          <p:spPr>
            <a:xfrm>
              <a:off x="5906895" y="2879911"/>
              <a:ext cx="68736" cy="46007"/>
            </a:xfrm>
            <a:custGeom>
              <a:avLst/>
              <a:gdLst/>
              <a:ahLst/>
              <a:cxnLst/>
              <a:rect l="l" t="t" r="r" b="b"/>
              <a:pathLst>
                <a:path w="2625" h="1757" extrusionOk="0">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63"/>
            <p:cNvSpPr/>
            <p:nvPr/>
          </p:nvSpPr>
          <p:spPr>
            <a:xfrm>
              <a:off x="5838212" y="2914134"/>
              <a:ext cx="206102" cy="137419"/>
            </a:xfrm>
            <a:custGeom>
              <a:avLst/>
              <a:gdLst/>
              <a:ahLst/>
              <a:cxnLst/>
              <a:rect l="l" t="t" r="r" b="b"/>
              <a:pathLst>
                <a:path w="7871" h="5248" extrusionOk="0">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63"/>
            <p:cNvSpPr/>
            <p:nvPr/>
          </p:nvSpPr>
          <p:spPr>
            <a:xfrm>
              <a:off x="5861203" y="2948620"/>
              <a:ext cx="160147" cy="91438"/>
            </a:xfrm>
            <a:custGeom>
              <a:avLst/>
              <a:gdLst/>
              <a:ahLst/>
              <a:cxnLst/>
              <a:rect l="l" t="t" r="r" b="b"/>
              <a:pathLst>
                <a:path w="6116" h="3492" extrusionOk="0">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63"/>
            <p:cNvSpPr/>
            <p:nvPr/>
          </p:nvSpPr>
          <p:spPr>
            <a:xfrm>
              <a:off x="5848712" y="2960115"/>
              <a:ext cx="184630" cy="148652"/>
            </a:xfrm>
            <a:custGeom>
              <a:avLst/>
              <a:gdLst/>
              <a:ahLst/>
              <a:cxnLst/>
              <a:rect l="l" t="t" r="r" b="b"/>
              <a:pathLst>
                <a:path w="7051" h="5677" extrusionOk="0">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63"/>
            <p:cNvSpPr/>
            <p:nvPr/>
          </p:nvSpPr>
          <p:spPr>
            <a:xfrm>
              <a:off x="5848948" y="2960115"/>
              <a:ext cx="132418" cy="148626"/>
            </a:xfrm>
            <a:custGeom>
              <a:avLst/>
              <a:gdLst/>
              <a:ahLst/>
              <a:cxnLst/>
              <a:rect l="l" t="t" r="r" b="b"/>
              <a:pathLst>
                <a:path w="5057" h="5676" extrusionOk="0">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63"/>
            <p:cNvSpPr/>
            <p:nvPr/>
          </p:nvSpPr>
          <p:spPr>
            <a:xfrm>
              <a:off x="5889666" y="3005808"/>
              <a:ext cx="34512" cy="22781"/>
            </a:xfrm>
            <a:custGeom>
              <a:avLst/>
              <a:gdLst/>
              <a:ahLst/>
              <a:cxnLst/>
              <a:rect l="l" t="t" r="r" b="b"/>
              <a:pathLst>
                <a:path w="1318" h="870" extrusionOk="0">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63"/>
            <p:cNvSpPr/>
            <p:nvPr/>
          </p:nvSpPr>
          <p:spPr>
            <a:xfrm>
              <a:off x="5958375" y="3005808"/>
              <a:ext cx="34486" cy="22781"/>
            </a:xfrm>
            <a:custGeom>
              <a:avLst/>
              <a:gdLst/>
              <a:ahLst/>
              <a:cxnLst/>
              <a:rect l="l" t="t" r="r" b="b"/>
              <a:pathLst>
                <a:path w="1317" h="870" extrusionOk="0">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63"/>
            <p:cNvSpPr/>
            <p:nvPr/>
          </p:nvSpPr>
          <p:spPr>
            <a:xfrm>
              <a:off x="5915929" y="3057707"/>
              <a:ext cx="50668" cy="17361"/>
            </a:xfrm>
            <a:custGeom>
              <a:avLst/>
              <a:gdLst/>
              <a:ahLst/>
              <a:cxnLst/>
              <a:rect l="l" t="t" r="r" b="b"/>
              <a:pathLst>
                <a:path w="1935" h="663" extrusionOk="0">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63"/>
            <p:cNvSpPr/>
            <p:nvPr/>
          </p:nvSpPr>
          <p:spPr>
            <a:xfrm>
              <a:off x="5901161" y="3012197"/>
              <a:ext cx="11521" cy="16889"/>
            </a:xfrm>
            <a:custGeom>
              <a:avLst/>
              <a:gdLst/>
              <a:ahLst/>
              <a:cxnLst/>
              <a:rect l="l" t="t" r="r" b="b"/>
              <a:pathLst>
                <a:path w="440" h="645" extrusionOk="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63"/>
            <p:cNvSpPr/>
            <p:nvPr/>
          </p:nvSpPr>
          <p:spPr>
            <a:xfrm>
              <a:off x="5969844" y="3012197"/>
              <a:ext cx="11521" cy="16889"/>
            </a:xfrm>
            <a:custGeom>
              <a:avLst/>
              <a:gdLst/>
              <a:ahLst/>
              <a:cxnLst/>
              <a:rect l="l" t="t" r="r" b="b"/>
              <a:pathLst>
                <a:path w="440" h="645" extrusionOk="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63"/>
            <p:cNvSpPr/>
            <p:nvPr/>
          </p:nvSpPr>
          <p:spPr>
            <a:xfrm>
              <a:off x="5922135" y="3011569"/>
              <a:ext cx="38256" cy="11260"/>
            </a:xfrm>
            <a:custGeom>
              <a:avLst/>
              <a:gdLst/>
              <a:ahLst/>
              <a:cxnLst/>
              <a:rect l="l" t="t" r="r" b="b"/>
              <a:pathLst>
                <a:path w="1461" h="430" extrusionOk="0">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63"/>
            <p:cNvSpPr/>
            <p:nvPr/>
          </p:nvSpPr>
          <p:spPr>
            <a:xfrm>
              <a:off x="5933630" y="3211648"/>
              <a:ext cx="15266" cy="11521"/>
            </a:xfrm>
            <a:custGeom>
              <a:avLst/>
              <a:gdLst/>
              <a:ahLst/>
              <a:cxnLst/>
              <a:rect l="l" t="t" r="r" b="b"/>
              <a:pathLst>
                <a:path w="583" h="440" extrusionOk="0">
                  <a:moveTo>
                    <a:pt x="296" y="1"/>
                  </a:moveTo>
                  <a:cubicBezTo>
                    <a:pt x="1" y="1"/>
                    <a:pt x="1" y="440"/>
                    <a:pt x="296" y="440"/>
                  </a:cubicBezTo>
                  <a:cubicBezTo>
                    <a:pt x="583" y="440"/>
                    <a:pt x="583" y="1"/>
                    <a:pt x="29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63"/>
            <p:cNvSpPr/>
            <p:nvPr/>
          </p:nvSpPr>
          <p:spPr>
            <a:xfrm>
              <a:off x="5868691" y="2994156"/>
              <a:ext cx="66955" cy="57398"/>
            </a:xfrm>
            <a:custGeom>
              <a:avLst/>
              <a:gdLst/>
              <a:ahLst/>
              <a:cxnLst/>
              <a:rect l="l" t="t" r="r" b="b"/>
              <a:pathLst>
                <a:path w="2557" h="2192" extrusionOk="0">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63"/>
            <p:cNvSpPr/>
            <p:nvPr/>
          </p:nvSpPr>
          <p:spPr>
            <a:xfrm>
              <a:off x="5937375" y="2994156"/>
              <a:ext cx="66719" cy="57398"/>
            </a:xfrm>
            <a:custGeom>
              <a:avLst/>
              <a:gdLst/>
              <a:ahLst/>
              <a:cxnLst/>
              <a:rect l="l" t="t" r="r" b="b"/>
              <a:pathLst>
                <a:path w="2548" h="2192" extrusionOk="0">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63"/>
            <p:cNvSpPr/>
            <p:nvPr/>
          </p:nvSpPr>
          <p:spPr>
            <a:xfrm>
              <a:off x="5811477" y="3169202"/>
              <a:ext cx="49725" cy="65724"/>
            </a:xfrm>
            <a:custGeom>
              <a:avLst/>
              <a:gdLst/>
              <a:ahLst/>
              <a:cxnLst/>
              <a:rect l="l" t="t" r="r" b="b"/>
              <a:pathLst>
                <a:path w="1899" h="2510" extrusionOk="0">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63"/>
            <p:cNvSpPr/>
            <p:nvPr/>
          </p:nvSpPr>
          <p:spPr>
            <a:xfrm>
              <a:off x="6021324" y="3169202"/>
              <a:ext cx="49725" cy="65724"/>
            </a:xfrm>
            <a:custGeom>
              <a:avLst/>
              <a:gdLst/>
              <a:ahLst/>
              <a:cxnLst/>
              <a:rect l="l" t="t" r="r" b="b"/>
              <a:pathLst>
                <a:path w="1899" h="2510" extrusionOk="0">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6" name="Google Shape;12766;p63"/>
          <p:cNvGrpSpPr/>
          <p:nvPr/>
        </p:nvGrpSpPr>
        <p:grpSpPr>
          <a:xfrm>
            <a:off x="7599794" y="4114481"/>
            <a:ext cx="263316" cy="354754"/>
            <a:chOff x="7616069" y="4268056"/>
            <a:chExt cx="263316" cy="354754"/>
          </a:xfrm>
        </p:grpSpPr>
        <p:sp>
          <p:nvSpPr>
            <p:cNvPr id="12767" name="Google Shape;12767;p63"/>
            <p:cNvSpPr/>
            <p:nvPr/>
          </p:nvSpPr>
          <p:spPr>
            <a:xfrm>
              <a:off x="7616069" y="4513881"/>
              <a:ext cx="263316" cy="108930"/>
            </a:xfrm>
            <a:custGeom>
              <a:avLst/>
              <a:gdLst/>
              <a:ahLst/>
              <a:cxnLst/>
              <a:rect l="l" t="t" r="r" b="b"/>
              <a:pathLst>
                <a:path w="10056" h="4160" extrusionOk="0">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63"/>
            <p:cNvSpPr/>
            <p:nvPr/>
          </p:nvSpPr>
          <p:spPr>
            <a:xfrm>
              <a:off x="7719238" y="4514116"/>
              <a:ext cx="57214" cy="108694"/>
            </a:xfrm>
            <a:custGeom>
              <a:avLst/>
              <a:gdLst/>
              <a:ahLst/>
              <a:cxnLst/>
              <a:rect l="l" t="t" r="r" b="b"/>
              <a:pathLst>
                <a:path w="2185" h="4151" extrusionOk="0">
                  <a:moveTo>
                    <a:pt x="0" y="1"/>
                  </a:moveTo>
                  <a:lnTo>
                    <a:pt x="0" y="4151"/>
                  </a:lnTo>
                  <a:lnTo>
                    <a:pt x="2185" y="4151"/>
                  </a:lnTo>
                  <a:lnTo>
                    <a:pt x="2185"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63"/>
            <p:cNvSpPr/>
            <p:nvPr/>
          </p:nvSpPr>
          <p:spPr>
            <a:xfrm>
              <a:off x="7719238" y="4514116"/>
              <a:ext cx="57214" cy="34433"/>
            </a:xfrm>
            <a:custGeom>
              <a:avLst/>
              <a:gdLst/>
              <a:ahLst/>
              <a:cxnLst/>
              <a:rect l="l" t="t" r="r" b="b"/>
              <a:pathLst>
                <a:path w="2185" h="1315" extrusionOk="0">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63"/>
            <p:cNvSpPr/>
            <p:nvPr/>
          </p:nvSpPr>
          <p:spPr>
            <a:xfrm>
              <a:off x="7642542" y="4268082"/>
              <a:ext cx="210344" cy="208852"/>
            </a:xfrm>
            <a:custGeom>
              <a:avLst/>
              <a:gdLst/>
              <a:ahLst/>
              <a:cxnLst/>
              <a:rect l="l" t="t" r="r" b="b"/>
              <a:pathLst>
                <a:path w="8033" h="7976" extrusionOk="0">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63"/>
            <p:cNvSpPr/>
            <p:nvPr/>
          </p:nvSpPr>
          <p:spPr>
            <a:xfrm>
              <a:off x="7713477" y="4462663"/>
              <a:ext cx="68736" cy="74470"/>
            </a:xfrm>
            <a:custGeom>
              <a:avLst/>
              <a:gdLst/>
              <a:ahLst/>
              <a:cxnLst/>
              <a:rect l="l" t="t" r="r" b="b"/>
              <a:pathLst>
                <a:path w="2625" h="2844" extrusionOk="0">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63"/>
            <p:cNvSpPr/>
            <p:nvPr/>
          </p:nvSpPr>
          <p:spPr>
            <a:xfrm>
              <a:off x="7713477" y="4462663"/>
              <a:ext cx="68736" cy="28620"/>
            </a:xfrm>
            <a:custGeom>
              <a:avLst/>
              <a:gdLst/>
              <a:ahLst/>
              <a:cxnLst/>
              <a:rect l="l" t="t" r="r" b="b"/>
              <a:pathLst>
                <a:path w="2625" h="1093" extrusionOk="0">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63"/>
            <p:cNvSpPr/>
            <p:nvPr/>
          </p:nvSpPr>
          <p:spPr>
            <a:xfrm>
              <a:off x="7673257" y="4319771"/>
              <a:ext cx="148914" cy="160147"/>
            </a:xfrm>
            <a:custGeom>
              <a:avLst/>
              <a:gdLst/>
              <a:ahLst/>
              <a:cxnLst/>
              <a:rect l="l" t="t" r="r" b="b"/>
              <a:pathLst>
                <a:path w="5687" h="6116" extrusionOk="0">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63"/>
            <p:cNvSpPr/>
            <p:nvPr/>
          </p:nvSpPr>
          <p:spPr>
            <a:xfrm>
              <a:off x="7673047" y="4319771"/>
              <a:ext cx="149124" cy="160174"/>
            </a:xfrm>
            <a:custGeom>
              <a:avLst/>
              <a:gdLst/>
              <a:ahLst/>
              <a:cxnLst/>
              <a:rect l="l" t="t" r="r" b="b"/>
              <a:pathLst>
                <a:path w="5695" h="6117" extrusionOk="0">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63"/>
            <p:cNvSpPr/>
            <p:nvPr/>
          </p:nvSpPr>
          <p:spPr>
            <a:xfrm>
              <a:off x="7699992" y="4371251"/>
              <a:ext cx="26761" cy="11260"/>
            </a:xfrm>
            <a:custGeom>
              <a:avLst/>
              <a:gdLst/>
              <a:ahLst/>
              <a:cxnLst/>
              <a:rect l="l" t="t" r="r" b="b"/>
              <a:pathLst>
                <a:path w="1022" h="430" extrusionOk="0">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63"/>
            <p:cNvSpPr/>
            <p:nvPr/>
          </p:nvSpPr>
          <p:spPr>
            <a:xfrm>
              <a:off x="7768701" y="4371251"/>
              <a:ext cx="26735" cy="11260"/>
            </a:xfrm>
            <a:custGeom>
              <a:avLst/>
              <a:gdLst/>
              <a:ahLst/>
              <a:cxnLst/>
              <a:rect l="l" t="t" r="r" b="b"/>
              <a:pathLst>
                <a:path w="1021" h="430" extrusionOk="0">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63"/>
            <p:cNvSpPr/>
            <p:nvPr/>
          </p:nvSpPr>
          <p:spPr>
            <a:xfrm>
              <a:off x="7814394" y="4571278"/>
              <a:ext cx="43991" cy="40115"/>
            </a:xfrm>
            <a:custGeom>
              <a:avLst/>
              <a:gdLst/>
              <a:ahLst/>
              <a:cxnLst/>
              <a:rect l="l" t="t" r="r" b="b"/>
              <a:pathLst>
                <a:path w="1680" h="1532" extrusionOk="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63"/>
            <p:cNvSpPr/>
            <p:nvPr/>
          </p:nvSpPr>
          <p:spPr>
            <a:xfrm>
              <a:off x="7644794" y="4588560"/>
              <a:ext cx="57214" cy="34250"/>
            </a:xfrm>
            <a:custGeom>
              <a:avLst/>
              <a:gdLst/>
              <a:ahLst/>
              <a:cxnLst/>
              <a:rect l="l" t="t" r="r" b="b"/>
              <a:pathLst>
                <a:path w="2185" h="1308" extrusionOk="0">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63"/>
            <p:cNvSpPr/>
            <p:nvPr/>
          </p:nvSpPr>
          <p:spPr>
            <a:xfrm>
              <a:off x="7667653" y="4571278"/>
              <a:ext cx="11390" cy="28568"/>
            </a:xfrm>
            <a:custGeom>
              <a:avLst/>
              <a:gdLst/>
              <a:ahLst/>
              <a:cxnLst/>
              <a:rect l="l" t="t" r="r" b="b"/>
              <a:pathLst>
                <a:path w="435" h="1091" extrusionOk="0">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63"/>
            <p:cNvSpPr/>
            <p:nvPr/>
          </p:nvSpPr>
          <p:spPr>
            <a:xfrm>
              <a:off x="7707743" y="438835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63"/>
            <p:cNvSpPr/>
            <p:nvPr/>
          </p:nvSpPr>
          <p:spPr>
            <a:xfrm>
              <a:off x="7776426" y="4388350"/>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63"/>
            <p:cNvSpPr/>
            <p:nvPr/>
          </p:nvSpPr>
          <p:spPr>
            <a:xfrm>
              <a:off x="7721987" y="4425454"/>
              <a:ext cx="51480" cy="22886"/>
            </a:xfrm>
            <a:custGeom>
              <a:avLst/>
              <a:gdLst/>
              <a:ahLst/>
              <a:cxnLst/>
              <a:rect l="l" t="t" r="r" b="b"/>
              <a:pathLst>
                <a:path w="1966" h="874" extrusionOk="0">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63"/>
            <p:cNvSpPr/>
            <p:nvPr/>
          </p:nvSpPr>
          <p:spPr>
            <a:xfrm>
              <a:off x="7650528" y="4268056"/>
              <a:ext cx="194371" cy="108956"/>
            </a:xfrm>
            <a:custGeom>
              <a:avLst/>
              <a:gdLst/>
              <a:ahLst/>
              <a:cxnLst/>
              <a:rect l="l" t="t" r="r" b="b"/>
              <a:pathLst>
                <a:path w="7423" h="4161" extrusionOk="0">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63"/>
            <p:cNvSpPr/>
            <p:nvPr/>
          </p:nvSpPr>
          <p:spPr>
            <a:xfrm>
              <a:off x="7747701" y="4492147"/>
              <a:ext cx="65724" cy="130663"/>
            </a:xfrm>
            <a:custGeom>
              <a:avLst/>
              <a:gdLst/>
              <a:ahLst/>
              <a:cxnLst/>
              <a:rect l="l" t="t" r="r" b="b"/>
              <a:pathLst>
                <a:path w="2510" h="4990" extrusionOk="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63"/>
            <p:cNvSpPr/>
            <p:nvPr/>
          </p:nvSpPr>
          <p:spPr>
            <a:xfrm>
              <a:off x="7682003" y="4492147"/>
              <a:ext cx="65724" cy="130663"/>
            </a:xfrm>
            <a:custGeom>
              <a:avLst/>
              <a:gdLst/>
              <a:ahLst/>
              <a:cxnLst/>
              <a:rect l="l" t="t" r="r" b="b"/>
              <a:pathLst>
                <a:path w="2510" h="4990" extrusionOk="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63"/>
            <p:cNvSpPr/>
            <p:nvPr/>
          </p:nvSpPr>
          <p:spPr>
            <a:xfrm>
              <a:off x="7715231" y="4268082"/>
              <a:ext cx="129668" cy="92931"/>
            </a:xfrm>
            <a:custGeom>
              <a:avLst/>
              <a:gdLst/>
              <a:ahLst/>
              <a:cxnLst/>
              <a:rect l="l" t="t" r="r" b="b"/>
              <a:pathLst>
                <a:path w="4952" h="3549" extrusionOk="0">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63"/>
            <p:cNvSpPr/>
            <p:nvPr/>
          </p:nvSpPr>
          <p:spPr>
            <a:xfrm>
              <a:off x="7644794" y="4605554"/>
              <a:ext cx="57214" cy="17256"/>
            </a:xfrm>
            <a:custGeom>
              <a:avLst/>
              <a:gdLst/>
              <a:ahLst/>
              <a:cxnLst/>
              <a:rect l="l" t="t" r="r" b="b"/>
              <a:pathLst>
                <a:path w="2185" h="659" extrusionOk="0">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8" name="Google Shape;12788;p63"/>
          <p:cNvGrpSpPr/>
          <p:nvPr/>
        </p:nvGrpSpPr>
        <p:grpSpPr>
          <a:xfrm>
            <a:off x="7148129" y="4114743"/>
            <a:ext cx="263316" cy="354493"/>
            <a:chOff x="7164404" y="4268318"/>
            <a:chExt cx="263316" cy="354493"/>
          </a:xfrm>
        </p:grpSpPr>
        <p:sp>
          <p:nvSpPr>
            <p:cNvPr id="12789" name="Google Shape;12789;p63"/>
            <p:cNvSpPr/>
            <p:nvPr/>
          </p:nvSpPr>
          <p:spPr>
            <a:xfrm>
              <a:off x="7170898" y="4268318"/>
              <a:ext cx="250590" cy="280049"/>
            </a:xfrm>
            <a:custGeom>
              <a:avLst/>
              <a:gdLst/>
              <a:ahLst/>
              <a:cxnLst/>
              <a:rect l="l" t="t" r="r" b="b"/>
              <a:pathLst>
                <a:path w="9570" h="10695" extrusionOk="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63"/>
            <p:cNvSpPr/>
            <p:nvPr/>
          </p:nvSpPr>
          <p:spPr>
            <a:xfrm>
              <a:off x="7164404" y="4474158"/>
              <a:ext cx="263316" cy="148652"/>
            </a:xfrm>
            <a:custGeom>
              <a:avLst/>
              <a:gdLst/>
              <a:ahLst/>
              <a:cxnLst/>
              <a:rect l="l" t="t" r="r" b="b"/>
              <a:pathLst>
                <a:path w="10056" h="5677" extrusionOk="0">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63"/>
            <p:cNvSpPr/>
            <p:nvPr/>
          </p:nvSpPr>
          <p:spPr>
            <a:xfrm>
              <a:off x="7164666" y="4547607"/>
              <a:ext cx="263055" cy="75203"/>
            </a:xfrm>
            <a:custGeom>
              <a:avLst/>
              <a:gdLst/>
              <a:ahLst/>
              <a:cxnLst/>
              <a:rect l="l" t="t" r="r" b="b"/>
              <a:pathLst>
                <a:path w="10046" h="2872" extrusionOk="0">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63"/>
            <p:cNvSpPr/>
            <p:nvPr/>
          </p:nvSpPr>
          <p:spPr>
            <a:xfrm>
              <a:off x="7175166" y="4547607"/>
              <a:ext cx="242080" cy="46740"/>
            </a:xfrm>
            <a:custGeom>
              <a:avLst/>
              <a:gdLst/>
              <a:ahLst/>
              <a:cxnLst/>
              <a:rect l="l" t="t" r="r" b="b"/>
              <a:pathLst>
                <a:path w="9245" h="1785" extrusionOk="0">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63"/>
            <p:cNvSpPr/>
            <p:nvPr/>
          </p:nvSpPr>
          <p:spPr>
            <a:xfrm>
              <a:off x="7261838" y="4474158"/>
              <a:ext cx="68709" cy="22833"/>
            </a:xfrm>
            <a:custGeom>
              <a:avLst/>
              <a:gdLst/>
              <a:ahLst/>
              <a:cxnLst/>
              <a:rect l="l" t="t" r="r" b="b"/>
              <a:pathLst>
                <a:path w="2624" h="872" extrusionOk="0">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63"/>
            <p:cNvSpPr/>
            <p:nvPr/>
          </p:nvSpPr>
          <p:spPr>
            <a:xfrm>
              <a:off x="7221618" y="4291046"/>
              <a:ext cx="148914" cy="194371"/>
            </a:xfrm>
            <a:custGeom>
              <a:avLst/>
              <a:gdLst/>
              <a:ahLst/>
              <a:cxnLst/>
              <a:rect l="l" t="t" r="r" b="b"/>
              <a:pathLst>
                <a:path w="5687" h="7423" extrusionOk="0">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63"/>
            <p:cNvSpPr/>
            <p:nvPr/>
          </p:nvSpPr>
          <p:spPr>
            <a:xfrm>
              <a:off x="7221382" y="4291046"/>
              <a:ext cx="148888" cy="194397"/>
            </a:xfrm>
            <a:custGeom>
              <a:avLst/>
              <a:gdLst/>
              <a:ahLst/>
              <a:cxnLst/>
              <a:rect l="l" t="t" r="r" b="b"/>
              <a:pathLst>
                <a:path w="5686" h="7424" extrusionOk="0">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63"/>
            <p:cNvSpPr/>
            <p:nvPr/>
          </p:nvSpPr>
          <p:spPr>
            <a:xfrm>
              <a:off x="7270767" y="4433755"/>
              <a:ext cx="50799" cy="17465"/>
            </a:xfrm>
            <a:custGeom>
              <a:avLst/>
              <a:gdLst/>
              <a:ahLst/>
              <a:cxnLst/>
              <a:rect l="l" t="t" r="r" b="b"/>
              <a:pathLst>
                <a:path w="1940" h="667" extrusionOk="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63"/>
            <p:cNvSpPr/>
            <p:nvPr/>
          </p:nvSpPr>
          <p:spPr>
            <a:xfrm>
              <a:off x="7256104" y="4394084"/>
              <a:ext cx="11495" cy="17151"/>
            </a:xfrm>
            <a:custGeom>
              <a:avLst/>
              <a:gdLst/>
              <a:ahLst/>
              <a:cxnLst/>
              <a:rect l="l" t="t" r="r" b="b"/>
              <a:pathLst>
                <a:path w="439" h="655" extrusionOk="0">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63"/>
            <p:cNvSpPr/>
            <p:nvPr/>
          </p:nvSpPr>
          <p:spPr>
            <a:xfrm>
              <a:off x="7324787" y="4394084"/>
              <a:ext cx="11260" cy="17151"/>
            </a:xfrm>
            <a:custGeom>
              <a:avLst/>
              <a:gdLst/>
              <a:ahLst/>
              <a:cxnLst/>
              <a:rect l="l" t="t" r="r" b="b"/>
              <a:pathLst>
                <a:path w="430" h="655" extrusionOk="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63"/>
            <p:cNvSpPr/>
            <p:nvPr/>
          </p:nvSpPr>
          <p:spPr>
            <a:xfrm>
              <a:off x="7248353" y="4376986"/>
              <a:ext cx="26761" cy="11260"/>
            </a:xfrm>
            <a:custGeom>
              <a:avLst/>
              <a:gdLst/>
              <a:ahLst/>
              <a:cxnLst/>
              <a:rect l="l" t="t" r="r" b="b"/>
              <a:pathLst>
                <a:path w="1022" h="430" extrusionOk="0">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63"/>
            <p:cNvSpPr/>
            <p:nvPr/>
          </p:nvSpPr>
          <p:spPr>
            <a:xfrm>
              <a:off x="7317036" y="4376986"/>
              <a:ext cx="26761" cy="11260"/>
            </a:xfrm>
            <a:custGeom>
              <a:avLst/>
              <a:gdLst/>
              <a:ahLst/>
              <a:cxnLst/>
              <a:rect l="l" t="t" r="r" b="b"/>
              <a:pathLst>
                <a:path w="1022" h="430" extrusionOk="0">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63"/>
            <p:cNvSpPr/>
            <p:nvPr/>
          </p:nvSpPr>
          <p:spPr>
            <a:xfrm>
              <a:off x="7266840" y="4580836"/>
              <a:ext cx="23750" cy="41975"/>
            </a:xfrm>
            <a:custGeom>
              <a:avLst/>
              <a:gdLst/>
              <a:ahLst/>
              <a:cxnLst/>
              <a:rect l="l" t="t" r="r" b="b"/>
              <a:pathLst>
                <a:path w="907" h="1603" extrusionOk="0">
                  <a:moveTo>
                    <a:pt x="0" y="0"/>
                  </a:moveTo>
                  <a:lnTo>
                    <a:pt x="458" y="1603"/>
                  </a:lnTo>
                  <a:lnTo>
                    <a:pt x="907" y="1603"/>
                  </a:lnTo>
                  <a:lnTo>
                    <a:pt x="468" y="57"/>
                  </a:lnTo>
                  <a:cubicBezTo>
                    <a:pt x="306" y="38"/>
                    <a:pt x="153" y="19"/>
                    <a:pt x="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63"/>
            <p:cNvSpPr/>
            <p:nvPr/>
          </p:nvSpPr>
          <p:spPr>
            <a:xfrm>
              <a:off x="7301797" y="4580836"/>
              <a:ext cx="24012" cy="41975"/>
            </a:xfrm>
            <a:custGeom>
              <a:avLst/>
              <a:gdLst/>
              <a:ahLst/>
              <a:cxnLst/>
              <a:rect l="l" t="t" r="r" b="b"/>
              <a:pathLst>
                <a:path w="917" h="1603" extrusionOk="0">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63"/>
            <p:cNvSpPr/>
            <p:nvPr/>
          </p:nvSpPr>
          <p:spPr>
            <a:xfrm>
              <a:off x="7222377" y="4291046"/>
              <a:ext cx="147657" cy="66719"/>
            </a:xfrm>
            <a:custGeom>
              <a:avLst/>
              <a:gdLst/>
              <a:ahLst/>
              <a:cxnLst/>
              <a:rect l="l" t="t" r="r" b="b"/>
              <a:pathLst>
                <a:path w="5639" h="2548" extrusionOk="0">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63"/>
            <p:cNvSpPr/>
            <p:nvPr/>
          </p:nvSpPr>
          <p:spPr>
            <a:xfrm>
              <a:off x="7222377" y="4291099"/>
              <a:ext cx="85206" cy="66667"/>
            </a:xfrm>
            <a:custGeom>
              <a:avLst/>
              <a:gdLst/>
              <a:ahLst/>
              <a:cxnLst/>
              <a:rect l="l" t="t" r="r" b="b"/>
              <a:pathLst>
                <a:path w="3254" h="2546" extrusionOk="0">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5" name="Google Shape;12805;p63"/>
          <p:cNvGrpSpPr/>
          <p:nvPr/>
        </p:nvGrpSpPr>
        <p:grpSpPr>
          <a:xfrm>
            <a:off x="5342071" y="2726336"/>
            <a:ext cx="263316" cy="354754"/>
            <a:chOff x="5358346" y="2879911"/>
            <a:chExt cx="263316" cy="354754"/>
          </a:xfrm>
        </p:grpSpPr>
        <p:sp>
          <p:nvSpPr>
            <p:cNvPr id="12806" name="Google Shape;12806;p63"/>
            <p:cNvSpPr/>
            <p:nvPr/>
          </p:nvSpPr>
          <p:spPr>
            <a:xfrm>
              <a:off x="5392805" y="3120237"/>
              <a:ext cx="194371" cy="51480"/>
            </a:xfrm>
            <a:custGeom>
              <a:avLst/>
              <a:gdLst/>
              <a:ahLst/>
              <a:cxnLst/>
              <a:rect l="l" t="t" r="r" b="b"/>
              <a:pathLst>
                <a:path w="7423" h="1966" extrusionOk="0">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63"/>
            <p:cNvSpPr/>
            <p:nvPr/>
          </p:nvSpPr>
          <p:spPr>
            <a:xfrm>
              <a:off x="5450020" y="2879911"/>
              <a:ext cx="79969" cy="46007"/>
            </a:xfrm>
            <a:custGeom>
              <a:avLst/>
              <a:gdLst/>
              <a:ahLst/>
              <a:cxnLst/>
              <a:rect l="l" t="t" r="r" b="b"/>
              <a:pathLst>
                <a:path w="3054" h="1757" extrusionOk="0">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63"/>
            <p:cNvSpPr/>
            <p:nvPr/>
          </p:nvSpPr>
          <p:spPr>
            <a:xfrm>
              <a:off x="5358346" y="3091512"/>
              <a:ext cx="263316" cy="143153"/>
            </a:xfrm>
            <a:custGeom>
              <a:avLst/>
              <a:gdLst/>
              <a:ahLst/>
              <a:cxnLst/>
              <a:rect l="l" t="t" r="r" b="b"/>
              <a:pathLst>
                <a:path w="10056" h="5467" extrusionOk="0">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63"/>
            <p:cNvSpPr/>
            <p:nvPr/>
          </p:nvSpPr>
          <p:spPr>
            <a:xfrm>
              <a:off x="5358346" y="3144955"/>
              <a:ext cx="263316" cy="89710"/>
            </a:xfrm>
            <a:custGeom>
              <a:avLst/>
              <a:gdLst/>
              <a:ahLst/>
              <a:cxnLst/>
              <a:rect l="l" t="t" r="r" b="b"/>
              <a:pathLst>
                <a:path w="10056" h="3426" extrusionOk="0">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63"/>
            <p:cNvSpPr/>
            <p:nvPr/>
          </p:nvSpPr>
          <p:spPr>
            <a:xfrm>
              <a:off x="5423546" y="3144955"/>
              <a:ext cx="132915" cy="54988"/>
            </a:xfrm>
            <a:custGeom>
              <a:avLst/>
              <a:gdLst/>
              <a:ahLst/>
              <a:cxnLst/>
              <a:rect l="l" t="t" r="r" b="b"/>
              <a:pathLst>
                <a:path w="5076" h="2100" extrusionOk="0">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63"/>
            <p:cNvSpPr/>
            <p:nvPr/>
          </p:nvSpPr>
          <p:spPr>
            <a:xfrm>
              <a:off x="5455754" y="3091512"/>
              <a:ext cx="68736" cy="34564"/>
            </a:xfrm>
            <a:custGeom>
              <a:avLst/>
              <a:gdLst/>
              <a:ahLst/>
              <a:cxnLst/>
              <a:rect l="l" t="t" r="r" b="b"/>
              <a:pathLst>
                <a:path w="2625" h="1320" extrusionOk="0">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63"/>
            <p:cNvSpPr/>
            <p:nvPr/>
          </p:nvSpPr>
          <p:spPr>
            <a:xfrm>
              <a:off x="5397545" y="2994339"/>
              <a:ext cx="184630" cy="119927"/>
            </a:xfrm>
            <a:custGeom>
              <a:avLst/>
              <a:gdLst/>
              <a:ahLst/>
              <a:cxnLst/>
              <a:rect l="l" t="t" r="r" b="b"/>
              <a:pathLst>
                <a:path w="7051" h="4580" extrusionOk="0">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63"/>
            <p:cNvSpPr/>
            <p:nvPr/>
          </p:nvSpPr>
          <p:spPr>
            <a:xfrm>
              <a:off x="5397807" y="2982844"/>
              <a:ext cx="143651" cy="131632"/>
            </a:xfrm>
            <a:custGeom>
              <a:avLst/>
              <a:gdLst/>
              <a:ahLst/>
              <a:cxnLst/>
              <a:rect l="l" t="t" r="r" b="b"/>
              <a:pathLst>
                <a:path w="5486" h="5027" extrusionOk="0">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63"/>
            <p:cNvSpPr/>
            <p:nvPr/>
          </p:nvSpPr>
          <p:spPr>
            <a:xfrm>
              <a:off x="5410035" y="3139613"/>
              <a:ext cx="28515" cy="95052"/>
            </a:xfrm>
            <a:custGeom>
              <a:avLst/>
              <a:gdLst/>
              <a:ahLst/>
              <a:cxnLst/>
              <a:rect l="l" t="t" r="r" b="b"/>
              <a:pathLst>
                <a:path w="1089" h="3630" extrusionOk="0">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63"/>
            <p:cNvSpPr/>
            <p:nvPr/>
          </p:nvSpPr>
          <p:spPr>
            <a:xfrm>
              <a:off x="5464709" y="3062970"/>
              <a:ext cx="50563" cy="17334"/>
            </a:xfrm>
            <a:custGeom>
              <a:avLst/>
              <a:gdLst/>
              <a:ahLst/>
              <a:cxnLst/>
              <a:rect l="l" t="t" r="r" b="b"/>
              <a:pathLst>
                <a:path w="1931" h="662" extrusionOk="0">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63"/>
            <p:cNvSpPr/>
            <p:nvPr/>
          </p:nvSpPr>
          <p:spPr>
            <a:xfrm>
              <a:off x="5450020" y="3022933"/>
              <a:ext cx="11521" cy="17125"/>
            </a:xfrm>
            <a:custGeom>
              <a:avLst/>
              <a:gdLst/>
              <a:ahLst/>
              <a:cxnLst/>
              <a:rect l="l" t="t" r="r" b="b"/>
              <a:pathLst>
                <a:path w="440" h="654" extrusionOk="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63"/>
            <p:cNvSpPr/>
            <p:nvPr/>
          </p:nvSpPr>
          <p:spPr>
            <a:xfrm>
              <a:off x="5518572" y="3022933"/>
              <a:ext cx="11417" cy="17125"/>
            </a:xfrm>
            <a:custGeom>
              <a:avLst/>
              <a:gdLst/>
              <a:ahLst/>
              <a:cxnLst/>
              <a:rect l="l" t="t" r="r" b="b"/>
              <a:pathLst>
                <a:path w="436" h="654" extrusionOk="0">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63"/>
            <p:cNvSpPr/>
            <p:nvPr/>
          </p:nvSpPr>
          <p:spPr>
            <a:xfrm>
              <a:off x="5398566" y="2920131"/>
              <a:ext cx="183112" cy="111443"/>
            </a:xfrm>
            <a:custGeom>
              <a:avLst/>
              <a:gdLst/>
              <a:ahLst/>
              <a:cxnLst/>
              <a:rect l="l" t="t" r="r" b="b"/>
              <a:pathLst>
                <a:path w="6993" h="4256" extrusionOk="0">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63"/>
            <p:cNvSpPr/>
            <p:nvPr/>
          </p:nvSpPr>
          <p:spPr>
            <a:xfrm>
              <a:off x="5455754" y="2921126"/>
              <a:ext cx="125924" cy="73239"/>
            </a:xfrm>
            <a:custGeom>
              <a:avLst/>
              <a:gdLst/>
              <a:ahLst/>
              <a:cxnLst/>
              <a:rect l="l" t="t" r="r" b="b"/>
              <a:pathLst>
                <a:path w="4809" h="2797" extrusionOk="0">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63"/>
            <p:cNvSpPr/>
            <p:nvPr/>
          </p:nvSpPr>
          <p:spPr>
            <a:xfrm>
              <a:off x="5410035" y="3144222"/>
              <a:ext cx="11286" cy="90443"/>
            </a:xfrm>
            <a:custGeom>
              <a:avLst/>
              <a:gdLst/>
              <a:ahLst/>
              <a:cxnLst/>
              <a:rect l="l" t="t" r="r" b="b"/>
              <a:pathLst>
                <a:path w="431" h="3454" extrusionOk="0">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63"/>
            <p:cNvSpPr/>
            <p:nvPr/>
          </p:nvSpPr>
          <p:spPr>
            <a:xfrm>
              <a:off x="5541431" y="3139613"/>
              <a:ext cx="28751" cy="95052"/>
            </a:xfrm>
            <a:custGeom>
              <a:avLst/>
              <a:gdLst/>
              <a:ahLst/>
              <a:cxnLst/>
              <a:rect l="l" t="t" r="r" b="b"/>
              <a:pathLst>
                <a:path w="1098" h="3630" extrusionOk="0">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63"/>
            <p:cNvSpPr/>
            <p:nvPr/>
          </p:nvSpPr>
          <p:spPr>
            <a:xfrm>
              <a:off x="5558687" y="3144222"/>
              <a:ext cx="11260" cy="90443"/>
            </a:xfrm>
            <a:custGeom>
              <a:avLst/>
              <a:gdLst/>
              <a:ahLst/>
              <a:cxnLst/>
              <a:rect l="l" t="t" r="r" b="b"/>
              <a:pathLst>
                <a:path w="430" h="3454" extrusionOk="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63"/>
            <p:cNvSpPr/>
            <p:nvPr/>
          </p:nvSpPr>
          <p:spPr>
            <a:xfrm>
              <a:off x="5410035" y="3177425"/>
              <a:ext cx="28515" cy="17282"/>
            </a:xfrm>
            <a:custGeom>
              <a:avLst/>
              <a:gdLst/>
              <a:ahLst/>
              <a:cxnLst/>
              <a:rect l="l" t="t" r="r" b="b"/>
              <a:pathLst>
                <a:path w="1089" h="660" extrusionOk="0">
                  <a:moveTo>
                    <a:pt x="1" y="1"/>
                  </a:moveTo>
                  <a:lnTo>
                    <a:pt x="1" y="659"/>
                  </a:lnTo>
                  <a:lnTo>
                    <a:pt x="1088" y="659"/>
                  </a:lnTo>
                  <a:lnTo>
                    <a:pt x="1088"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63"/>
            <p:cNvSpPr/>
            <p:nvPr/>
          </p:nvSpPr>
          <p:spPr>
            <a:xfrm>
              <a:off x="5410035" y="3177425"/>
              <a:ext cx="11286" cy="17282"/>
            </a:xfrm>
            <a:custGeom>
              <a:avLst/>
              <a:gdLst/>
              <a:ahLst/>
              <a:cxnLst/>
              <a:rect l="l" t="t" r="r" b="b"/>
              <a:pathLst>
                <a:path w="431" h="660" extrusionOk="0">
                  <a:moveTo>
                    <a:pt x="1" y="1"/>
                  </a:moveTo>
                  <a:lnTo>
                    <a:pt x="1" y="659"/>
                  </a:lnTo>
                  <a:lnTo>
                    <a:pt x="430" y="659"/>
                  </a:lnTo>
                  <a:lnTo>
                    <a:pt x="43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63"/>
            <p:cNvSpPr/>
            <p:nvPr/>
          </p:nvSpPr>
          <p:spPr>
            <a:xfrm>
              <a:off x="5541431" y="3177425"/>
              <a:ext cx="28751" cy="17282"/>
            </a:xfrm>
            <a:custGeom>
              <a:avLst/>
              <a:gdLst/>
              <a:ahLst/>
              <a:cxnLst/>
              <a:rect l="l" t="t" r="r" b="b"/>
              <a:pathLst>
                <a:path w="1098" h="660" extrusionOk="0">
                  <a:moveTo>
                    <a:pt x="1" y="1"/>
                  </a:moveTo>
                  <a:lnTo>
                    <a:pt x="1" y="659"/>
                  </a:lnTo>
                  <a:lnTo>
                    <a:pt x="1098" y="659"/>
                  </a:lnTo>
                  <a:lnTo>
                    <a:pt x="1098"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63"/>
            <p:cNvSpPr/>
            <p:nvPr/>
          </p:nvSpPr>
          <p:spPr>
            <a:xfrm>
              <a:off x="5558687" y="3177425"/>
              <a:ext cx="11495" cy="17282"/>
            </a:xfrm>
            <a:custGeom>
              <a:avLst/>
              <a:gdLst/>
              <a:ahLst/>
              <a:cxnLst/>
              <a:rect l="l" t="t" r="r" b="b"/>
              <a:pathLst>
                <a:path w="439" h="660" extrusionOk="0">
                  <a:moveTo>
                    <a:pt x="0" y="1"/>
                  </a:moveTo>
                  <a:lnTo>
                    <a:pt x="0" y="659"/>
                  </a:lnTo>
                  <a:lnTo>
                    <a:pt x="439" y="659"/>
                  </a:lnTo>
                  <a:lnTo>
                    <a:pt x="4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7" name="Google Shape;12827;p63"/>
          <p:cNvGrpSpPr/>
          <p:nvPr/>
        </p:nvGrpSpPr>
        <p:grpSpPr>
          <a:xfrm>
            <a:off x="8045175" y="3192167"/>
            <a:ext cx="263316" cy="354807"/>
            <a:chOff x="8061450" y="3345742"/>
            <a:chExt cx="263316" cy="354807"/>
          </a:xfrm>
        </p:grpSpPr>
        <p:sp>
          <p:nvSpPr>
            <p:cNvPr id="12828" name="Google Shape;12828;p63"/>
            <p:cNvSpPr/>
            <p:nvPr/>
          </p:nvSpPr>
          <p:spPr>
            <a:xfrm>
              <a:off x="8075956" y="3345794"/>
              <a:ext cx="234591" cy="303039"/>
            </a:xfrm>
            <a:custGeom>
              <a:avLst/>
              <a:gdLst/>
              <a:ahLst/>
              <a:cxnLst/>
              <a:rect l="l" t="t" r="r" b="b"/>
              <a:pathLst>
                <a:path w="8959" h="11573" extrusionOk="0">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63"/>
            <p:cNvSpPr/>
            <p:nvPr/>
          </p:nvSpPr>
          <p:spPr>
            <a:xfrm>
              <a:off x="8158884" y="3345742"/>
              <a:ext cx="151166" cy="301599"/>
            </a:xfrm>
            <a:custGeom>
              <a:avLst/>
              <a:gdLst/>
              <a:ahLst/>
              <a:cxnLst/>
              <a:rect l="l" t="t" r="r" b="b"/>
              <a:pathLst>
                <a:path w="5773" h="11518" extrusionOk="0">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63"/>
            <p:cNvSpPr/>
            <p:nvPr/>
          </p:nvSpPr>
          <p:spPr>
            <a:xfrm>
              <a:off x="8061450" y="3545900"/>
              <a:ext cx="263316" cy="154649"/>
            </a:xfrm>
            <a:custGeom>
              <a:avLst/>
              <a:gdLst/>
              <a:ahLst/>
              <a:cxnLst/>
              <a:rect l="l" t="t" r="r" b="b"/>
              <a:pathLst>
                <a:path w="10056" h="5906" extrusionOk="0">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63"/>
            <p:cNvSpPr/>
            <p:nvPr/>
          </p:nvSpPr>
          <p:spPr>
            <a:xfrm>
              <a:off x="8061711" y="3604842"/>
              <a:ext cx="263055" cy="95706"/>
            </a:xfrm>
            <a:custGeom>
              <a:avLst/>
              <a:gdLst/>
              <a:ahLst/>
              <a:cxnLst/>
              <a:rect l="l" t="t" r="r" b="b"/>
              <a:pathLst>
                <a:path w="10046" h="3655" extrusionOk="0">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63"/>
            <p:cNvSpPr/>
            <p:nvPr/>
          </p:nvSpPr>
          <p:spPr>
            <a:xfrm>
              <a:off x="8110913" y="3604842"/>
              <a:ext cx="164651" cy="55486"/>
            </a:xfrm>
            <a:custGeom>
              <a:avLst/>
              <a:gdLst/>
              <a:ahLst/>
              <a:cxnLst/>
              <a:rect l="l" t="t" r="r" b="b"/>
              <a:pathLst>
                <a:path w="6288" h="2119" extrusionOk="0">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63"/>
            <p:cNvSpPr/>
            <p:nvPr/>
          </p:nvSpPr>
          <p:spPr>
            <a:xfrm>
              <a:off x="8158884" y="3545900"/>
              <a:ext cx="68709" cy="23069"/>
            </a:xfrm>
            <a:custGeom>
              <a:avLst/>
              <a:gdLst/>
              <a:ahLst/>
              <a:cxnLst/>
              <a:rect l="l" t="t" r="r" b="b"/>
              <a:pathLst>
                <a:path w="2624" h="881" extrusionOk="0">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63"/>
            <p:cNvSpPr/>
            <p:nvPr/>
          </p:nvSpPr>
          <p:spPr>
            <a:xfrm>
              <a:off x="8100937" y="3408743"/>
              <a:ext cx="184630" cy="148678"/>
            </a:xfrm>
            <a:custGeom>
              <a:avLst/>
              <a:gdLst/>
              <a:ahLst/>
              <a:cxnLst/>
              <a:rect l="l" t="t" r="r" b="b"/>
              <a:pathLst>
                <a:path w="7051" h="5678" extrusionOk="0">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63"/>
            <p:cNvSpPr/>
            <p:nvPr/>
          </p:nvSpPr>
          <p:spPr>
            <a:xfrm>
              <a:off x="8153149" y="3460642"/>
              <a:ext cx="11495" cy="17073"/>
            </a:xfrm>
            <a:custGeom>
              <a:avLst/>
              <a:gdLst/>
              <a:ahLst/>
              <a:cxnLst/>
              <a:rect l="l" t="t" r="r" b="b"/>
              <a:pathLst>
                <a:path w="439" h="652" extrusionOk="0">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63"/>
            <p:cNvSpPr/>
            <p:nvPr/>
          </p:nvSpPr>
          <p:spPr>
            <a:xfrm>
              <a:off x="8221833" y="3460642"/>
              <a:ext cx="11521" cy="17073"/>
            </a:xfrm>
            <a:custGeom>
              <a:avLst/>
              <a:gdLst/>
              <a:ahLst/>
              <a:cxnLst/>
              <a:rect l="l" t="t" r="r" b="b"/>
              <a:pathLst>
                <a:path w="440" h="652" extrusionOk="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63"/>
            <p:cNvSpPr/>
            <p:nvPr/>
          </p:nvSpPr>
          <p:spPr>
            <a:xfrm>
              <a:off x="8167368" y="3500181"/>
              <a:ext cx="51480" cy="23017"/>
            </a:xfrm>
            <a:custGeom>
              <a:avLst/>
              <a:gdLst/>
              <a:ahLst/>
              <a:cxnLst/>
              <a:rect l="l" t="t" r="r" b="b"/>
              <a:pathLst>
                <a:path w="1966" h="879" extrusionOk="0">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63"/>
            <p:cNvSpPr/>
            <p:nvPr/>
          </p:nvSpPr>
          <p:spPr>
            <a:xfrm>
              <a:off x="8119659" y="3358494"/>
              <a:ext cx="63970" cy="28385"/>
            </a:xfrm>
            <a:custGeom>
              <a:avLst/>
              <a:gdLst/>
              <a:ahLst/>
              <a:cxnLst/>
              <a:rect l="l" t="t" r="r" b="b"/>
              <a:pathLst>
                <a:path w="2443" h="1084" extrusionOk="0">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63"/>
            <p:cNvSpPr/>
            <p:nvPr/>
          </p:nvSpPr>
          <p:spPr>
            <a:xfrm>
              <a:off x="8202587" y="3358494"/>
              <a:ext cx="63996" cy="28385"/>
            </a:xfrm>
            <a:custGeom>
              <a:avLst/>
              <a:gdLst/>
              <a:ahLst/>
              <a:cxnLst/>
              <a:rect l="l" t="t" r="r" b="b"/>
              <a:pathLst>
                <a:path w="2444" h="1084" extrusionOk="0">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63"/>
            <p:cNvSpPr/>
            <p:nvPr/>
          </p:nvSpPr>
          <p:spPr>
            <a:xfrm>
              <a:off x="8100937" y="3408743"/>
              <a:ext cx="120922" cy="148652"/>
            </a:xfrm>
            <a:custGeom>
              <a:avLst/>
              <a:gdLst/>
              <a:ahLst/>
              <a:cxnLst/>
              <a:rect l="l" t="t" r="r" b="b"/>
              <a:pathLst>
                <a:path w="4618" h="5677" extrusionOk="0">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63"/>
            <p:cNvSpPr/>
            <p:nvPr/>
          </p:nvSpPr>
          <p:spPr>
            <a:xfrm>
              <a:off x="8145137" y="3440034"/>
              <a:ext cx="27704" cy="14454"/>
            </a:xfrm>
            <a:custGeom>
              <a:avLst/>
              <a:gdLst/>
              <a:ahLst/>
              <a:cxnLst/>
              <a:rect l="l" t="t" r="r" b="b"/>
              <a:pathLst>
                <a:path w="1058" h="552" extrusionOk="0">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63"/>
            <p:cNvSpPr/>
            <p:nvPr/>
          </p:nvSpPr>
          <p:spPr>
            <a:xfrm>
              <a:off x="8213401" y="3440034"/>
              <a:ext cx="27704" cy="14454"/>
            </a:xfrm>
            <a:custGeom>
              <a:avLst/>
              <a:gdLst/>
              <a:ahLst/>
              <a:cxnLst/>
              <a:rect l="l" t="t" r="r" b="b"/>
              <a:pathLst>
                <a:path w="1058" h="552" extrusionOk="0">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63"/>
            <p:cNvSpPr/>
            <p:nvPr/>
          </p:nvSpPr>
          <p:spPr>
            <a:xfrm>
              <a:off x="8181613" y="3368523"/>
              <a:ext cx="23017" cy="23017"/>
            </a:xfrm>
            <a:custGeom>
              <a:avLst/>
              <a:gdLst/>
              <a:ahLst/>
              <a:cxnLst/>
              <a:rect l="l" t="t" r="r" b="b"/>
              <a:pathLst>
                <a:path w="879" h="879" extrusionOk="0">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4" name="Google Shape;12844;p63"/>
          <p:cNvGrpSpPr/>
          <p:nvPr/>
        </p:nvGrpSpPr>
        <p:grpSpPr>
          <a:xfrm>
            <a:off x="8049678" y="2726336"/>
            <a:ext cx="263081" cy="354754"/>
            <a:chOff x="8065953" y="2879911"/>
            <a:chExt cx="263081" cy="354754"/>
          </a:xfrm>
        </p:grpSpPr>
        <p:sp>
          <p:nvSpPr>
            <p:cNvPr id="12845" name="Google Shape;12845;p63"/>
            <p:cNvSpPr/>
            <p:nvPr/>
          </p:nvSpPr>
          <p:spPr>
            <a:xfrm>
              <a:off x="8065953" y="3074518"/>
              <a:ext cx="263081" cy="160147"/>
            </a:xfrm>
            <a:custGeom>
              <a:avLst/>
              <a:gdLst/>
              <a:ahLst/>
              <a:cxnLst/>
              <a:rect l="l" t="t" r="r" b="b"/>
              <a:pathLst>
                <a:path w="10047" h="6116" extrusionOk="0">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63"/>
            <p:cNvSpPr/>
            <p:nvPr/>
          </p:nvSpPr>
          <p:spPr>
            <a:xfrm>
              <a:off x="8065953" y="3129715"/>
              <a:ext cx="263081" cy="104949"/>
            </a:xfrm>
            <a:custGeom>
              <a:avLst/>
              <a:gdLst/>
              <a:ahLst/>
              <a:cxnLst/>
              <a:rect l="l" t="t" r="r" b="b"/>
              <a:pathLst>
                <a:path w="10047" h="4008" extrusionOk="0">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63"/>
            <p:cNvSpPr/>
            <p:nvPr/>
          </p:nvSpPr>
          <p:spPr>
            <a:xfrm>
              <a:off x="8163126" y="3074518"/>
              <a:ext cx="68736" cy="22755"/>
            </a:xfrm>
            <a:custGeom>
              <a:avLst/>
              <a:gdLst/>
              <a:ahLst/>
              <a:cxnLst/>
              <a:rect l="l" t="t" r="r" b="b"/>
              <a:pathLst>
                <a:path w="2625" h="869" extrusionOk="0">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63"/>
            <p:cNvSpPr/>
            <p:nvPr/>
          </p:nvSpPr>
          <p:spPr>
            <a:xfrm>
              <a:off x="8101172" y="2931390"/>
              <a:ext cx="192617" cy="154649"/>
            </a:xfrm>
            <a:custGeom>
              <a:avLst/>
              <a:gdLst/>
              <a:ahLst/>
              <a:cxnLst/>
              <a:rect l="l" t="t" r="r" b="b"/>
              <a:pathLst>
                <a:path w="7356" h="5906" extrusionOk="0">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63"/>
            <p:cNvSpPr/>
            <p:nvPr/>
          </p:nvSpPr>
          <p:spPr>
            <a:xfrm>
              <a:off x="8208845" y="2988578"/>
              <a:ext cx="51742" cy="11521"/>
            </a:xfrm>
            <a:custGeom>
              <a:avLst/>
              <a:gdLst/>
              <a:ahLst/>
              <a:cxnLst/>
              <a:rect l="l" t="t" r="r" b="b"/>
              <a:pathLst>
                <a:path w="1976" h="440" extrusionOk="0">
                  <a:moveTo>
                    <a:pt x="0" y="1"/>
                  </a:moveTo>
                  <a:lnTo>
                    <a:pt x="0" y="440"/>
                  </a:lnTo>
                  <a:lnTo>
                    <a:pt x="1975" y="440"/>
                  </a:lnTo>
                  <a:lnTo>
                    <a:pt x="197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63"/>
            <p:cNvSpPr/>
            <p:nvPr/>
          </p:nvSpPr>
          <p:spPr>
            <a:xfrm>
              <a:off x="8176166" y="2988526"/>
              <a:ext cx="42682" cy="23828"/>
            </a:xfrm>
            <a:custGeom>
              <a:avLst/>
              <a:gdLst/>
              <a:ahLst/>
              <a:cxnLst/>
              <a:rect l="l" t="t" r="r" b="b"/>
              <a:pathLst>
                <a:path w="1630" h="910" extrusionOk="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63"/>
            <p:cNvSpPr/>
            <p:nvPr/>
          </p:nvSpPr>
          <p:spPr>
            <a:xfrm>
              <a:off x="8105179" y="2931390"/>
              <a:ext cx="142158" cy="154596"/>
            </a:xfrm>
            <a:custGeom>
              <a:avLst/>
              <a:gdLst/>
              <a:ahLst/>
              <a:cxnLst/>
              <a:rect l="l" t="t" r="r" b="b"/>
              <a:pathLst>
                <a:path w="5429" h="5904" extrusionOk="0">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63"/>
            <p:cNvSpPr/>
            <p:nvPr/>
          </p:nvSpPr>
          <p:spPr>
            <a:xfrm>
              <a:off x="8172134" y="3034350"/>
              <a:ext cx="50720" cy="17230"/>
            </a:xfrm>
            <a:custGeom>
              <a:avLst/>
              <a:gdLst/>
              <a:ahLst/>
              <a:cxnLst/>
              <a:rect l="l" t="t" r="r" b="b"/>
              <a:pathLst>
                <a:path w="1937" h="658" extrusionOk="0">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63"/>
            <p:cNvSpPr/>
            <p:nvPr/>
          </p:nvSpPr>
          <p:spPr>
            <a:xfrm>
              <a:off x="8157391" y="2994444"/>
              <a:ext cx="11521" cy="17151"/>
            </a:xfrm>
            <a:custGeom>
              <a:avLst/>
              <a:gdLst/>
              <a:ahLst/>
              <a:cxnLst/>
              <a:rect l="l" t="t" r="r" b="b"/>
              <a:pathLst>
                <a:path w="440" h="655" extrusionOk="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63"/>
            <p:cNvSpPr/>
            <p:nvPr/>
          </p:nvSpPr>
          <p:spPr>
            <a:xfrm>
              <a:off x="8226075" y="2994444"/>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63"/>
            <p:cNvSpPr/>
            <p:nvPr/>
          </p:nvSpPr>
          <p:spPr>
            <a:xfrm>
              <a:off x="8128405" y="2977345"/>
              <a:ext cx="63734" cy="51480"/>
            </a:xfrm>
            <a:custGeom>
              <a:avLst/>
              <a:gdLst/>
              <a:ahLst/>
              <a:cxnLst/>
              <a:rect l="l" t="t" r="r" b="b"/>
              <a:pathLst>
                <a:path w="2434" h="1966" extrusionOk="0">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63"/>
            <p:cNvSpPr/>
            <p:nvPr/>
          </p:nvSpPr>
          <p:spPr>
            <a:xfrm>
              <a:off x="8220340" y="2891406"/>
              <a:ext cx="62975" cy="105945"/>
            </a:xfrm>
            <a:custGeom>
              <a:avLst/>
              <a:gdLst/>
              <a:ahLst/>
              <a:cxnLst/>
              <a:rect l="l" t="t" r="r" b="b"/>
              <a:pathLst>
                <a:path w="2405" h="4046" extrusionOk="0">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63"/>
            <p:cNvSpPr/>
            <p:nvPr/>
          </p:nvSpPr>
          <p:spPr>
            <a:xfrm>
              <a:off x="8101513" y="2879911"/>
              <a:ext cx="141085" cy="145143"/>
            </a:xfrm>
            <a:custGeom>
              <a:avLst/>
              <a:gdLst/>
              <a:ahLst/>
              <a:cxnLst/>
              <a:rect l="l" t="t" r="r" b="b"/>
              <a:pathLst>
                <a:path w="5388" h="5543" extrusionOk="0">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63"/>
            <p:cNvSpPr/>
            <p:nvPr/>
          </p:nvSpPr>
          <p:spPr>
            <a:xfrm>
              <a:off x="8277528" y="3152706"/>
              <a:ext cx="46740" cy="81697"/>
            </a:xfrm>
            <a:custGeom>
              <a:avLst/>
              <a:gdLst/>
              <a:ahLst/>
              <a:cxnLst/>
              <a:rect l="l" t="t" r="r" b="b"/>
              <a:pathLst>
                <a:path w="1785" h="3120" extrusionOk="0">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63"/>
            <p:cNvSpPr/>
            <p:nvPr/>
          </p:nvSpPr>
          <p:spPr>
            <a:xfrm>
              <a:off x="8070693" y="3152706"/>
              <a:ext cx="46740" cy="81697"/>
            </a:xfrm>
            <a:custGeom>
              <a:avLst/>
              <a:gdLst/>
              <a:ahLst/>
              <a:cxnLst/>
              <a:rect l="l" t="t" r="r" b="b"/>
              <a:pathLst>
                <a:path w="1785" h="3120" extrusionOk="0">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63"/>
            <p:cNvSpPr/>
            <p:nvPr/>
          </p:nvSpPr>
          <p:spPr>
            <a:xfrm>
              <a:off x="8202849" y="2977345"/>
              <a:ext cx="63734" cy="51480"/>
            </a:xfrm>
            <a:custGeom>
              <a:avLst/>
              <a:gdLst/>
              <a:ahLst/>
              <a:cxnLst/>
              <a:rect l="l" t="t" r="r" b="b"/>
              <a:pathLst>
                <a:path w="2434" h="1966" extrusionOk="0">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1" name="Google Shape;12861;p63"/>
          <p:cNvGrpSpPr/>
          <p:nvPr/>
        </p:nvGrpSpPr>
        <p:grpSpPr>
          <a:xfrm>
            <a:off x="8047924" y="4114743"/>
            <a:ext cx="270308" cy="354493"/>
            <a:chOff x="8064199" y="4268318"/>
            <a:chExt cx="270308" cy="354493"/>
          </a:xfrm>
        </p:grpSpPr>
        <p:sp>
          <p:nvSpPr>
            <p:cNvPr id="12862" name="Google Shape;12862;p63"/>
            <p:cNvSpPr/>
            <p:nvPr/>
          </p:nvSpPr>
          <p:spPr>
            <a:xfrm>
              <a:off x="8064199" y="4470911"/>
              <a:ext cx="270308" cy="151899"/>
            </a:xfrm>
            <a:custGeom>
              <a:avLst/>
              <a:gdLst/>
              <a:ahLst/>
              <a:cxnLst/>
              <a:rect l="l" t="t" r="r" b="b"/>
              <a:pathLst>
                <a:path w="10323" h="5801" extrusionOk="0">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63"/>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63"/>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63"/>
            <p:cNvSpPr/>
            <p:nvPr/>
          </p:nvSpPr>
          <p:spPr>
            <a:xfrm>
              <a:off x="8238827" y="4498877"/>
              <a:ext cx="95680" cy="123934"/>
            </a:xfrm>
            <a:custGeom>
              <a:avLst/>
              <a:gdLst/>
              <a:ahLst/>
              <a:cxnLst/>
              <a:rect l="l" t="t" r="r" b="b"/>
              <a:pathLst>
                <a:path w="3654" h="4733" extrusionOk="0">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63"/>
            <p:cNvSpPr/>
            <p:nvPr/>
          </p:nvSpPr>
          <p:spPr>
            <a:xfrm>
              <a:off x="8238827" y="4497384"/>
              <a:ext cx="44226" cy="125426"/>
            </a:xfrm>
            <a:custGeom>
              <a:avLst/>
              <a:gdLst/>
              <a:ahLst/>
              <a:cxnLst/>
              <a:rect l="l" t="t" r="r" b="b"/>
              <a:pathLst>
                <a:path w="1689" h="4790" extrusionOk="0">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63"/>
            <p:cNvSpPr/>
            <p:nvPr/>
          </p:nvSpPr>
          <p:spPr>
            <a:xfrm>
              <a:off x="8064199" y="4498877"/>
              <a:ext cx="95706" cy="123934"/>
            </a:xfrm>
            <a:custGeom>
              <a:avLst/>
              <a:gdLst/>
              <a:ahLst/>
              <a:cxnLst/>
              <a:rect l="l" t="t" r="r" b="b"/>
              <a:pathLst>
                <a:path w="3655" h="4733" extrusionOk="0">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63"/>
            <p:cNvSpPr/>
            <p:nvPr/>
          </p:nvSpPr>
          <p:spPr>
            <a:xfrm>
              <a:off x="8115417" y="4497384"/>
              <a:ext cx="44488" cy="125426"/>
            </a:xfrm>
            <a:custGeom>
              <a:avLst/>
              <a:gdLst/>
              <a:ahLst/>
              <a:cxnLst/>
              <a:rect l="l" t="t" r="r" b="b"/>
              <a:pathLst>
                <a:path w="1699" h="4790" extrusionOk="0">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63"/>
            <p:cNvSpPr/>
            <p:nvPr/>
          </p:nvSpPr>
          <p:spPr>
            <a:xfrm>
              <a:off x="8160141" y="4541113"/>
              <a:ext cx="78712" cy="81697"/>
            </a:xfrm>
            <a:custGeom>
              <a:avLst/>
              <a:gdLst/>
              <a:ahLst/>
              <a:cxnLst/>
              <a:rect l="l" t="t" r="r" b="b"/>
              <a:pathLst>
                <a:path w="3006" h="3120" extrusionOk="0">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63"/>
            <p:cNvSpPr/>
            <p:nvPr/>
          </p:nvSpPr>
          <p:spPr>
            <a:xfrm>
              <a:off x="8159879" y="4525114"/>
              <a:ext cx="78974" cy="41372"/>
            </a:xfrm>
            <a:custGeom>
              <a:avLst/>
              <a:gdLst/>
              <a:ahLst/>
              <a:cxnLst/>
              <a:rect l="l" t="t" r="r" b="b"/>
              <a:pathLst>
                <a:path w="3016" h="1580" extrusionOk="0">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63"/>
            <p:cNvSpPr/>
            <p:nvPr/>
          </p:nvSpPr>
          <p:spPr>
            <a:xfrm>
              <a:off x="8075459" y="4268318"/>
              <a:ext cx="247815" cy="196885"/>
            </a:xfrm>
            <a:custGeom>
              <a:avLst/>
              <a:gdLst/>
              <a:ahLst/>
              <a:cxnLst/>
              <a:rect l="l" t="t" r="r" b="b"/>
              <a:pathLst>
                <a:path w="9464" h="7519" extrusionOk="0">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63"/>
            <p:cNvSpPr/>
            <p:nvPr/>
          </p:nvSpPr>
          <p:spPr>
            <a:xfrm>
              <a:off x="8108164" y="4335770"/>
              <a:ext cx="181881" cy="146400"/>
            </a:xfrm>
            <a:custGeom>
              <a:avLst/>
              <a:gdLst/>
              <a:ahLst/>
              <a:cxnLst/>
              <a:rect l="l" t="t" r="r" b="b"/>
              <a:pathLst>
                <a:path w="6946" h="5591" extrusionOk="0">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63"/>
            <p:cNvSpPr/>
            <p:nvPr/>
          </p:nvSpPr>
          <p:spPr>
            <a:xfrm>
              <a:off x="8108425" y="4335770"/>
              <a:ext cx="141661" cy="146400"/>
            </a:xfrm>
            <a:custGeom>
              <a:avLst/>
              <a:gdLst/>
              <a:ahLst/>
              <a:cxnLst/>
              <a:rect l="l" t="t" r="r" b="b"/>
              <a:pathLst>
                <a:path w="5410" h="5591" extrusionOk="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63"/>
            <p:cNvSpPr/>
            <p:nvPr/>
          </p:nvSpPr>
          <p:spPr>
            <a:xfrm>
              <a:off x="8174569" y="4431241"/>
              <a:ext cx="49830" cy="17230"/>
            </a:xfrm>
            <a:custGeom>
              <a:avLst/>
              <a:gdLst/>
              <a:ahLst/>
              <a:cxnLst/>
              <a:rect l="l" t="t" r="r" b="b"/>
              <a:pathLst>
                <a:path w="1903" h="658" extrusionOk="0">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63"/>
            <p:cNvSpPr/>
            <p:nvPr/>
          </p:nvSpPr>
          <p:spPr>
            <a:xfrm>
              <a:off x="8134375" y="4380730"/>
              <a:ext cx="130218" cy="43572"/>
            </a:xfrm>
            <a:custGeom>
              <a:avLst/>
              <a:gdLst/>
              <a:ahLst/>
              <a:cxnLst/>
              <a:rect l="l" t="t" r="r" b="b"/>
              <a:pathLst>
                <a:path w="4973" h="1664" extrusionOk="0">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63"/>
            <p:cNvSpPr/>
            <p:nvPr/>
          </p:nvSpPr>
          <p:spPr>
            <a:xfrm>
              <a:off x="8148646" y="4391963"/>
              <a:ext cx="33752" cy="21000"/>
            </a:xfrm>
            <a:custGeom>
              <a:avLst/>
              <a:gdLst/>
              <a:ahLst/>
              <a:cxnLst/>
              <a:rect l="l" t="t" r="r" b="b"/>
              <a:pathLst>
                <a:path w="1289" h="802" extrusionOk="0">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63"/>
            <p:cNvSpPr/>
            <p:nvPr/>
          </p:nvSpPr>
          <p:spPr>
            <a:xfrm>
              <a:off x="8216334" y="4391963"/>
              <a:ext cx="33752" cy="21079"/>
            </a:xfrm>
            <a:custGeom>
              <a:avLst/>
              <a:gdLst/>
              <a:ahLst/>
              <a:cxnLst/>
              <a:rect l="l" t="t" r="r" b="b"/>
              <a:pathLst>
                <a:path w="1289" h="805" extrusionOk="0">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63"/>
            <p:cNvSpPr/>
            <p:nvPr/>
          </p:nvSpPr>
          <p:spPr>
            <a:xfrm>
              <a:off x="8159879" y="4391963"/>
              <a:ext cx="11260" cy="11286"/>
            </a:xfrm>
            <a:custGeom>
              <a:avLst/>
              <a:gdLst/>
              <a:ahLst/>
              <a:cxnLst/>
              <a:rect l="l" t="t" r="r" b="b"/>
              <a:pathLst>
                <a:path w="430" h="431" extrusionOk="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63"/>
            <p:cNvSpPr/>
            <p:nvPr/>
          </p:nvSpPr>
          <p:spPr>
            <a:xfrm>
              <a:off x="8227567" y="4391963"/>
              <a:ext cx="11286" cy="11286"/>
            </a:xfrm>
            <a:custGeom>
              <a:avLst/>
              <a:gdLst/>
              <a:ahLst/>
              <a:cxnLst/>
              <a:rect l="l" t="t" r="r" b="b"/>
              <a:pathLst>
                <a:path w="431" h="431" extrusionOk="0">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80" name="Google Shape;12880;p63"/>
          <p:cNvSpPr txBox="1"/>
          <p:nvPr/>
        </p:nvSpPr>
        <p:spPr>
          <a:xfrm>
            <a:off x="849675"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Help &amp; Support Icons</a:t>
            </a:r>
            <a:endParaRPr sz="2400">
              <a:solidFill>
                <a:schemeClr val="lt1"/>
              </a:solidFill>
            </a:endParaRPr>
          </a:p>
        </p:txBody>
      </p:sp>
      <p:sp>
        <p:nvSpPr>
          <p:cNvPr id="12881" name="Google Shape;12881;p63"/>
          <p:cNvSpPr txBox="1"/>
          <p:nvPr/>
        </p:nvSpPr>
        <p:spPr>
          <a:xfrm>
            <a:off x="4858400"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Avatar Icons</a:t>
            </a:r>
            <a:endParaRPr sz="2400">
              <a:solidFill>
                <a:schemeClr val="lt1"/>
              </a:solidFill>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885"/>
        <p:cNvGrpSpPr/>
        <p:nvPr/>
      </p:nvGrpSpPr>
      <p:grpSpPr>
        <a:xfrm>
          <a:off x="0" y="0"/>
          <a:ext cx="0" cy="0"/>
          <a:chOff x="0" y="0"/>
          <a:chExt cx="0" cy="0"/>
        </a:xfrm>
      </p:grpSpPr>
      <p:grpSp>
        <p:nvGrpSpPr>
          <p:cNvPr id="12886" name="Google Shape;12886;p64"/>
          <p:cNvGrpSpPr/>
          <p:nvPr/>
        </p:nvGrpSpPr>
        <p:grpSpPr>
          <a:xfrm>
            <a:off x="3507933" y="3164345"/>
            <a:ext cx="381482" cy="366926"/>
            <a:chOff x="3511608" y="3348218"/>
            <a:chExt cx="381482" cy="366926"/>
          </a:xfrm>
        </p:grpSpPr>
        <p:sp>
          <p:nvSpPr>
            <p:cNvPr id="12887" name="Google Shape;12887;p64"/>
            <p:cNvSpPr/>
            <p:nvPr/>
          </p:nvSpPr>
          <p:spPr>
            <a:xfrm>
              <a:off x="3628211" y="3373096"/>
              <a:ext cx="133197" cy="153581"/>
            </a:xfrm>
            <a:custGeom>
              <a:avLst/>
              <a:gdLst/>
              <a:ahLst/>
              <a:cxnLst/>
              <a:rect l="l" t="t" r="r" b="b"/>
              <a:pathLst>
                <a:path w="5097" h="5877" extrusionOk="0">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64"/>
            <p:cNvSpPr/>
            <p:nvPr/>
          </p:nvSpPr>
          <p:spPr>
            <a:xfrm>
              <a:off x="3511608" y="3415561"/>
              <a:ext cx="381482" cy="73406"/>
            </a:xfrm>
            <a:custGeom>
              <a:avLst/>
              <a:gdLst/>
              <a:ahLst/>
              <a:cxnLst/>
              <a:rect l="l" t="t" r="r" b="b"/>
              <a:pathLst>
                <a:path w="14598" h="2809" extrusionOk="0">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64"/>
            <p:cNvSpPr/>
            <p:nvPr/>
          </p:nvSpPr>
          <p:spPr>
            <a:xfrm>
              <a:off x="3525171" y="3415822"/>
              <a:ext cx="35958" cy="73145"/>
            </a:xfrm>
            <a:custGeom>
              <a:avLst/>
              <a:gdLst/>
              <a:ahLst/>
              <a:cxnLst/>
              <a:rect l="l" t="t" r="r" b="b"/>
              <a:pathLst>
                <a:path w="1376" h="2799" extrusionOk="0">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64"/>
            <p:cNvSpPr/>
            <p:nvPr/>
          </p:nvSpPr>
          <p:spPr>
            <a:xfrm>
              <a:off x="3530188" y="3415822"/>
              <a:ext cx="30941" cy="37709"/>
            </a:xfrm>
            <a:custGeom>
              <a:avLst/>
              <a:gdLst/>
              <a:ahLst/>
              <a:cxnLst/>
              <a:rect l="l" t="t" r="r" b="b"/>
              <a:pathLst>
                <a:path w="1184" h="1443" extrusionOk="0">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64"/>
            <p:cNvSpPr/>
            <p:nvPr/>
          </p:nvSpPr>
          <p:spPr>
            <a:xfrm>
              <a:off x="3823447" y="3415561"/>
              <a:ext cx="69643" cy="73406"/>
            </a:xfrm>
            <a:custGeom>
              <a:avLst/>
              <a:gdLst/>
              <a:ahLst/>
              <a:cxnLst/>
              <a:rect l="l" t="t" r="r" b="b"/>
              <a:pathLst>
                <a:path w="2665" h="2809" extrusionOk="0">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64"/>
            <p:cNvSpPr/>
            <p:nvPr/>
          </p:nvSpPr>
          <p:spPr>
            <a:xfrm>
              <a:off x="3561103" y="3415822"/>
              <a:ext cx="32953" cy="73145"/>
            </a:xfrm>
            <a:custGeom>
              <a:avLst/>
              <a:gdLst/>
              <a:ahLst/>
              <a:cxnLst/>
              <a:rect l="l" t="t" r="r" b="b"/>
              <a:pathLst>
                <a:path w="1261" h="2799" extrusionOk="0">
                  <a:moveTo>
                    <a:pt x="1" y="1"/>
                  </a:moveTo>
                  <a:lnTo>
                    <a:pt x="1" y="2799"/>
                  </a:lnTo>
                  <a:lnTo>
                    <a:pt x="1260" y="2799"/>
                  </a:lnTo>
                  <a:lnTo>
                    <a:pt x="1260"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64"/>
            <p:cNvSpPr/>
            <p:nvPr/>
          </p:nvSpPr>
          <p:spPr>
            <a:xfrm>
              <a:off x="3594030" y="3453270"/>
              <a:ext cx="229705" cy="35697"/>
            </a:xfrm>
            <a:custGeom>
              <a:avLst/>
              <a:gdLst/>
              <a:ahLst/>
              <a:cxnLst/>
              <a:rect l="l" t="t" r="r" b="b"/>
              <a:pathLst>
                <a:path w="8790" h="1366" extrusionOk="0">
                  <a:moveTo>
                    <a:pt x="0" y="0"/>
                  </a:moveTo>
                  <a:lnTo>
                    <a:pt x="0" y="1366"/>
                  </a:lnTo>
                  <a:lnTo>
                    <a:pt x="8789" y="1366"/>
                  </a:lnTo>
                  <a:lnTo>
                    <a:pt x="8789" y="1347"/>
                  </a:lnTo>
                  <a:lnTo>
                    <a:pt x="8789"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64"/>
            <p:cNvSpPr/>
            <p:nvPr/>
          </p:nvSpPr>
          <p:spPr>
            <a:xfrm>
              <a:off x="3628211" y="3348218"/>
              <a:ext cx="133197" cy="86472"/>
            </a:xfrm>
            <a:custGeom>
              <a:avLst/>
              <a:gdLst/>
              <a:ahLst/>
              <a:cxnLst/>
              <a:rect l="l" t="t" r="r" b="b"/>
              <a:pathLst>
                <a:path w="5097" h="3309" extrusionOk="0">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64"/>
            <p:cNvSpPr/>
            <p:nvPr/>
          </p:nvSpPr>
          <p:spPr>
            <a:xfrm>
              <a:off x="3683246" y="3368836"/>
              <a:ext cx="111586" cy="157840"/>
            </a:xfrm>
            <a:custGeom>
              <a:avLst/>
              <a:gdLst/>
              <a:ahLst/>
              <a:cxnLst/>
              <a:rect l="l" t="t" r="r" b="b"/>
              <a:pathLst>
                <a:path w="4270" h="6040" extrusionOk="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64"/>
            <p:cNvSpPr/>
            <p:nvPr/>
          </p:nvSpPr>
          <p:spPr>
            <a:xfrm>
              <a:off x="3651574" y="3523122"/>
              <a:ext cx="114356" cy="192022"/>
            </a:xfrm>
            <a:custGeom>
              <a:avLst/>
              <a:gdLst/>
              <a:ahLst/>
              <a:cxnLst/>
              <a:rect l="l" t="t" r="r" b="b"/>
              <a:pathLst>
                <a:path w="4376" h="7348" extrusionOk="0">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64"/>
            <p:cNvSpPr/>
            <p:nvPr/>
          </p:nvSpPr>
          <p:spPr>
            <a:xfrm>
              <a:off x="3674701" y="3587461"/>
              <a:ext cx="91229" cy="127422"/>
            </a:xfrm>
            <a:custGeom>
              <a:avLst/>
              <a:gdLst/>
              <a:ahLst/>
              <a:cxnLst/>
              <a:rect l="l" t="t" r="r" b="b"/>
              <a:pathLst>
                <a:path w="3491" h="4876" extrusionOk="0">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64"/>
            <p:cNvSpPr/>
            <p:nvPr/>
          </p:nvSpPr>
          <p:spPr>
            <a:xfrm>
              <a:off x="3626695" y="3503784"/>
              <a:ext cx="169391" cy="59321"/>
            </a:xfrm>
            <a:custGeom>
              <a:avLst/>
              <a:gdLst/>
              <a:ahLst/>
              <a:cxnLst/>
              <a:rect l="l" t="t" r="r" b="b"/>
              <a:pathLst>
                <a:path w="6482" h="2270" extrusionOk="0">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64"/>
            <p:cNvSpPr/>
            <p:nvPr/>
          </p:nvSpPr>
          <p:spPr>
            <a:xfrm>
              <a:off x="3862907" y="3436180"/>
              <a:ext cx="30183" cy="32195"/>
            </a:xfrm>
            <a:custGeom>
              <a:avLst/>
              <a:gdLst/>
              <a:ahLst/>
              <a:cxnLst/>
              <a:rect l="l" t="t" r="r" b="b"/>
              <a:pathLst>
                <a:path w="1155" h="1232" extrusionOk="0">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64"/>
            <p:cNvSpPr/>
            <p:nvPr/>
          </p:nvSpPr>
          <p:spPr>
            <a:xfrm>
              <a:off x="3561103" y="3453270"/>
              <a:ext cx="32953" cy="35697"/>
            </a:xfrm>
            <a:custGeom>
              <a:avLst/>
              <a:gdLst/>
              <a:ahLst/>
              <a:cxnLst/>
              <a:rect l="l" t="t" r="r" b="b"/>
              <a:pathLst>
                <a:path w="1261" h="1366" extrusionOk="0">
                  <a:moveTo>
                    <a:pt x="1" y="0"/>
                  </a:moveTo>
                  <a:lnTo>
                    <a:pt x="1" y="1366"/>
                  </a:lnTo>
                  <a:lnTo>
                    <a:pt x="1260" y="1366"/>
                  </a:lnTo>
                  <a:lnTo>
                    <a:pt x="126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1" name="Google Shape;12901;p64"/>
          <p:cNvGrpSpPr/>
          <p:nvPr/>
        </p:nvGrpSpPr>
        <p:grpSpPr>
          <a:xfrm>
            <a:off x="1846141" y="3623467"/>
            <a:ext cx="163616" cy="366665"/>
            <a:chOff x="1849816" y="3807339"/>
            <a:chExt cx="163616" cy="366665"/>
          </a:xfrm>
        </p:grpSpPr>
        <p:sp>
          <p:nvSpPr>
            <p:cNvPr id="12902" name="Google Shape;12902;p64"/>
            <p:cNvSpPr/>
            <p:nvPr/>
          </p:nvSpPr>
          <p:spPr>
            <a:xfrm>
              <a:off x="1849816" y="4128743"/>
              <a:ext cx="163616" cy="45261"/>
            </a:xfrm>
            <a:custGeom>
              <a:avLst/>
              <a:gdLst/>
              <a:ahLst/>
              <a:cxnLst/>
              <a:rect l="l" t="t" r="r" b="b"/>
              <a:pathLst>
                <a:path w="6261" h="1732" extrusionOk="0">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64"/>
            <p:cNvSpPr/>
            <p:nvPr/>
          </p:nvSpPr>
          <p:spPr>
            <a:xfrm>
              <a:off x="1879712" y="4132010"/>
              <a:ext cx="133720" cy="41995"/>
            </a:xfrm>
            <a:custGeom>
              <a:avLst/>
              <a:gdLst/>
              <a:ahLst/>
              <a:cxnLst/>
              <a:rect l="l" t="t" r="r" b="b"/>
              <a:pathLst>
                <a:path w="5117" h="1607" extrusionOk="0">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64"/>
            <p:cNvSpPr/>
            <p:nvPr/>
          </p:nvSpPr>
          <p:spPr>
            <a:xfrm>
              <a:off x="1863901" y="4145076"/>
              <a:ext cx="11315" cy="28667"/>
            </a:xfrm>
            <a:custGeom>
              <a:avLst/>
              <a:gdLst/>
              <a:ahLst/>
              <a:cxnLst/>
              <a:rect l="l" t="t" r="r" b="b"/>
              <a:pathLst>
                <a:path w="433" h="1097" extrusionOk="0">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64"/>
            <p:cNvSpPr/>
            <p:nvPr/>
          </p:nvSpPr>
          <p:spPr>
            <a:xfrm>
              <a:off x="1889015" y="4145076"/>
              <a:ext cx="11080" cy="28667"/>
            </a:xfrm>
            <a:custGeom>
              <a:avLst/>
              <a:gdLst/>
              <a:ahLst/>
              <a:cxnLst/>
              <a:rect l="l" t="t" r="r" b="b"/>
              <a:pathLst>
                <a:path w="424" h="1097" extrusionOk="0">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64"/>
            <p:cNvSpPr/>
            <p:nvPr/>
          </p:nvSpPr>
          <p:spPr>
            <a:xfrm>
              <a:off x="1913893" y="4145076"/>
              <a:ext cx="11342" cy="28667"/>
            </a:xfrm>
            <a:custGeom>
              <a:avLst/>
              <a:gdLst/>
              <a:ahLst/>
              <a:cxnLst/>
              <a:rect l="l" t="t" r="r" b="b"/>
              <a:pathLst>
                <a:path w="434" h="1097" extrusionOk="0">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64"/>
            <p:cNvSpPr/>
            <p:nvPr/>
          </p:nvSpPr>
          <p:spPr>
            <a:xfrm>
              <a:off x="1939032" y="4145076"/>
              <a:ext cx="11315" cy="28667"/>
            </a:xfrm>
            <a:custGeom>
              <a:avLst/>
              <a:gdLst/>
              <a:ahLst/>
              <a:cxnLst/>
              <a:rect l="l" t="t" r="r" b="b"/>
              <a:pathLst>
                <a:path w="433" h="1097" extrusionOk="0">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64"/>
            <p:cNvSpPr/>
            <p:nvPr/>
          </p:nvSpPr>
          <p:spPr>
            <a:xfrm>
              <a:off x="1964146" y="4145076"/>
              <a:ext cx="11342" cy="28667"/>
            </a:xfrm>
            <a:custGeom>
              <a:avLst/>
              <a:gdLst/>
              <a:ahLst/>
              <a:cxnLst/>
              <a:rect l="l" t="t" r="r" b="b"/>
              <a:pathLst>
                <a:path w="434" h="1097" extrusionOk="0">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64"/>
            <p:cNvSpPr/>
            <p:nvPr/>
          </p:nvSpPr>
          <p:spPr>
            <a:xfrm>
              <a:off x="1989285" y="4145076"/>
              <a:ext cx="11342" cy="28667"/>
            </a:xfrm>
            <a:custGeom>
              <a:avLst/>
              <a:gdLst/>
              <a:ahLst/>
              <a:cxnLst/>
              <a:rect l="l" t="t" r="r" b="b"/>
              <a:pathLst>
                <a:path w="434" h="1097" extrusionOk="0">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64"/>
            <p:cNvSpPr/>
            <p:nvPr/>
          </p:nvSpPr>
          <p:spPr>
            <a:xfrm>
              <a:off x="1901585" y="3850798"/>
              <a:ext cx="60079" cy="68389"/>
            </a:xfrm>
            <a:custGeom>
              <a:avLst/>
              <a:gdLst/>
              <a:ahLst/>
              <a:cxnLst/>
              <a:rect l="l" t="t" r="r" b="b"/>
              <a:pathLst>
                <a:path w="2299" h="2617" extrusionOk="0">
                  <a:moveTo>
                    <a:pt x="0" y="1"/>
                  </a:moveTo>
                  <a:lnTo>
                    <a:pt x="0" y="2616"/>
                  </a:lnTo>
                  <a:lnTo>
                    <a:pt x="2299" y="2616"/>
                  </a:lnTo>
                  <a:lnTo>
                    <a:pt x="2299"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64"/>
            <p:cNvSpPr/>
            <p:nvPr/>
          </p:nvSpPr>
          <p:spPr>
            <a:xfrm>
              <a:off x="1929468" y="3850798"/>
              <a:ext cx="32195" cy="68389"/>
            </a:xfrm>
            <a:custGeom>
              <a:avLst/>
              <a:gdLst/>
              <a:ahLst/>
              <a:cxnLst/>
              <a:rect l="l" t="t" r="r" b="b"/>
              <a:pathLst>
                <a:path w="1232" h="2617" extrusionOk="0">
                  <a:moveTo>
                    <a:pt x="1" y="1"/>
                  </a:moveTo>
                  <a:lnTo>
                    <a:pt x="1" y="2616"/>
                  </a:lnTo>
                  <a:lnTo>
                    <a:pt x="1232" y="2616"/>
                  </a:lnTo>
                  <a:lnTo>
                    <a:pt x="1232"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64"/>
            <p:cNvSpPr/>
            <p:nvPr/>
          </p:nvSpPr>
          <p:spPr>
            <a:xfrm>
              <a:off x="1850077" y="3886233"/>
              <a:ext cx="163354" cy="245802"/>
            </a:xfrm>
            <a:custGeom>
              <a:avLst/>
              <a:gdLst/>
              <a:ahLst/>
              <a:cxnLst/>
              <a:rect l="l" t="t" r="r" b="b"/>
              <a:pathLst>
                <a:path w="6251" h="9406" extrusionOk="0">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64"/>
            <p:cNvSpPr/>
            <p:nvPr/>
          </p:nvSpPr>
          <p:spPr>
            <a:xfrm>
              <a:off x="1887003" y="3807339"/>
              <a:ext cx="88981" cy="54042"/>
            </a:xfrm>
            <a:custGeom>
              <a:avLst/>
              <a:gdLst/>
              <a:ahLst/>
              <a:cxnLst/>
              <a:rect l="l" t="t" r="r" b="b"/>
              <a:pathLst>
                <a:path w="3405" h="2068" extrusionOk="0">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64"/>
            <p:cNvSpPr/>
            <p:nvPr/>
          </p:nvSpPr>
          <p:spPr>
            <a:xfrm>
              <a:off x="1879712" y="3886233"/>
              <a:ext cx="133720" cy="245802"/>
            </a:xfrm>
            <a:custGeom>
              <a:avLst/>
              <a:gdLst/>
              <a:ahLst/>
              <a:cxnLst/>
              <a:rect l="l" t="t" r="r" b="b"/>
              <a:pathLst>
                <a:path w="5117" h="9406" extrusionOk="0">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64"/>
            <p:cNvSpPr/>
            <p:nvPr/>
          </p:nvSpPr>
          <p:spPr>
            <a:xfrm>
              <a:off x="1917160" y="3807339"/>
              <a:ext cx="58824" cy="54042"/>
            </a:xfrm>
            <a:custGeom>
              <a:avLst/>
              <a:gdLst/>
              <a:ahLst/>
              <a:cxnLst/>
              <a:rect l="l" t="t" r="r" b="b"/>
              <a:pathLst>
                <a:path w="2251" h="2068" extrusionOk="0">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6" name="Google Shape;12916;p64"/>
          <p:cNvGrpSpPr/>
          <p:nvPr/>
        </p:nvGrpSpPr>
        <p:grpSpPr>
          <a:xfrm>
            <a:off x="2271082" y="3623441"/>
            <a:ext cx="202292" cy="366430"/>
            <a:chOff x="2274757" y="3807313"/>
            <a:chExt cx="202292" cy="366430"/>
          </a:xfrm>
        </p:grpSpPr>
        <p:sp>
          <p:nvSpPr>
            <p:cNvPr id="12917" name="Google Shape;12917;p64"/>
            <p:cNvSpPr/>
            <p:nvPr/>
          </p:nvSpPr>
          <p:spPr>
            <a:xfrm>
              <a:off x="2322579" y="3811181"/>
              <a:ext cx="39904" cy="57988"/>
            </a:xfrm>
            <a:custGeom>
              <a:avLst/>
              <a:gdLst/>
              <a:ahLst/>
              <a:cxnLst/>
              <a:rect l="l" t="t" r="r" b="b"/>
              <a:pathLst>
                <a:path w="1527" h="2219" extrusionOk="0">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64"/>
            <p:cNvSpPr/>
            <p:nvPr/>
          </p:nvSpPr>
          <p:spPr>
            <a:xfrm>
              <a:off x="2347379" y="3816120"/>
              <a:ext cx="16098" cy="52814"/>
            </a:xfrm>
            <a:custGeom>
              <a:avLst/>
              <a:gdLst/>
              <a:ahLst/>
              <a:cxnLst/>
              <a:rect l="l" t="t" r="r" b="b"/>
              <a:pathLst>
                <a:path w="616" h="2021" extrusionOk="0">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64"/>
            <p:cNvSpPr/>
            <p:nvPr/>
          </p:nvSpPr>
          <p:spPr>
            <a:xfrm>
              <a:off x="2274757" y="3854587"/>
              <a:ext cx="135706" cy="319156"/>
            </a:xfrm>
            <a:custGeom>
              <a:avLst/>
              <a:gdLst/>
              <a:ahLst/>
              <a:cxnLst/>
              <a:rect l="l" t="t" r="r" b="b"/>
              <a:pathLst>
                <a:path w="5193" h="12213" extrusionOk="0">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64"/>
            <p:cNvSpPr/>
            <p:nvPr/>
          </p:nvSpPr>
          <p:spPr>
            <a:xfrm>
              <a:off x="2297858" y="3854326"/>
              <a:ext cx="113859" cy="319418"/>
            </a:xfrm>
            <a:custGeom>
              <a:avLst/>
              <a:gdLst/>
              <a:ahLst/>
              <a:cxnLst/>
              <a:rect l="l" t="t" r="r" b="b"/>
              <a:pathLst>
                <a:path w="4357" h="12223" extrusionOk="0">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64"/>
            <p:cNvSpPr/>
            <p:nvPr/>
          </p:nvSpPr>
          <p:spPr>
            <a:xfrm>
              <a:off x="2348372" y="3828193"/>
              <a:ext cx="12335" cy="12335"/>
            </a:xfrm>
            <a:custGeom>
              <a:avLst/>
              <a:gdLst/>
              <a:ahLst/>
              <a:cxnLst/>
              <a:rect l="l" t="t" r="r" b="b"/>
              <a:pathLst>
                <a:path w="472" h="472" extrusionOk="0">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64"/>
            <p:cNvSpPr/>
            <p:nvPr/>
          </p:nvSpPr>
          <p:spPr>
            <a:xfrm>
              <a:off x="2377771" y="3838463"/>
              <a:ext cx="95985" cy="40270"/>
            </a:xfrm>
            <a:custGeom>
              <a:avLst/>
              <a:gdLst/>
              <a:ahLst/>
              <a:cxnLst/>
              <a:rect l="l" t="t" r="r" b="b"/>
              <a:pathLst>
                <a:path w="3673" h="1541" extrusionOk="0">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64"/>
            <p:cNvSpPr/>
            <p:nvPr/>
          </p:nvSpPr>
          <p:spPr>
            <a:xfrm>
              <a:off x="2377274" y="3807313"/>
              <a:ext cx="99774" cy="27700"/>
            </a:xfrm>
            <a:custGeom>
              <a:avLst/>
              <a:gdLst/>
              <a:ahLst/>
              <a:cxnLst/>
              <a:rect l="l" t="t" r="r" b="b"/>
              <a:pathLst>
                <a:path w="3818" h="1060" extrusionOk="0">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64"/>
            <p:cNvSpPr/>
            <p:nvPr/>
          </p:nvSpPr>
          <p:spPr>
            <a:xfrm>
              <a:off x="2274992" y="3936486"/>
              <a:ext cx="135236" cy="237257"/>
            </a:xfrm>
            <a:custGeom>
              <a:avLst/>
              <a:gdLst/>
              <a:ahLst/>
              <a:cxnLst/>
              <a:rect l="l" t="t" r="r" b="b"/>
              <a:pathLst>
                <a:path w="5175" h="9079" extrusionOk="0">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64"/>
            <p:cNvSpPr/>
            <p:nvPr/>
          </p:nvSpPr>
          <p:spPr>
            <a:xfrm>
              <a:off x="2299373" y="3936486"/>
              <a:ext cx="110854" cy="211882"/>
            </a:xfrm>
            <a:custGeom>
              <a:avLst/>
              <a:gdLst/>
              <a:ahLst/>
              <a:cxnLst/>
              <a:rect l="l" t="t" r="r" b="b"/>
              <a:pathLst>
                <a:path w="4242" h="8108" extrusionOk="0">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64"/>
            <p:cNvSpPr/>
            <p:nvPr/>
          </p:nvSpPr>
          <p:spPr>
            <a:xfrm>
              <a:off x="2351142" y="3991417"/>
              <a:ext cx="59086" cy="122274"/>
            </a:xfrm>
            <a:custGeom>
              <a:avLst/>
              <a:gdLst/>
              <a:ahLst/>
              <a:cxnLst/>
              <a:rect l="l" t="t" r="r" b="b"/>
              <a:pathLst>
                <a:path w="2261" h="4679" extrusionOk="0">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7" name="Google Shape;12927;p64"/>
          <p:cNvGrpSpPr/>
          <p:nvPr/>
        </p:nvGrpSpPr>
        <p:grpSpPr>
          <a:xfrm>
            <a:off x="3969041" y="3164345"/>
            <a:ext cx="366404" cy="366665"/>
            <a:chOff x="3972716" y="3348218"/>
            <a:chExt cx="366404" cy="366665"/>
          </a:xfrm>
        </p:grpSpPr>
        <p:sp>
          <p:nvSpPr>
            <p:cNvPr id="12928" name="Google Shape;12928;p64"/>
            <p:cNvSpPr/>
            <p:nvPr/>
          </p:nvSpPr>
          <p:spPr>
            <a:xfrm>
              <a:off x="4069223" y="3397974"/>
              <a:ext cx="172919" cy="223929"/>
            </a:xfrm>
            <a:custGeom>
              <a:avLst/>
              <a:gdLst/>
              <a:ahLst/>
              <a:cxnLst/>
              <a:rect l="l" t="t" r="r" b="b"/>
              <a:pathLst>
                <a:path w="6617" h="8569" extrusionOk="0">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64"/>
            <p:cNvSpPr/>
            <p:nvPr/>
          </p:nvSpPr>
          <p:spPr>
            <a:xfrm>
              <a:off x="4069223" y="3397974"/>
              <a:ext cx="99539" cy="223929"/>
            </a:xfrm>
            <a:custGeom>
              <a:avLst/>
              <a:gdLst/>
              <a:ahLst/>
              <a:cxnLst/>
              <a:rect l="l" t="t" r="r" b="b"/>
              <a:pathLst>
                <a:path w="3809" h="8569" extrusionOk="0">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64"/>
            <p:cNvSpPr/>
            <p:nvPr/>
          </p:nvSpPr>
          <p:spPr>
            <a:xfrm>
              <a:off x="3987036" y="3361806"/>
              <a:ext cx="337763" cy="174173"/>
            </a:xfrm>
            <a:custGeom>
              <a:avLst/>
              <a:gdLst/>
              <a:ahLst/>
              <a:cxnLst/>
              <a:rect l="l" t="t" r="r" b="b"/>
              <a:pathLst>
                <a:path w="12925" h="6665" extrusionOk="0">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64"/>
            <p:cNvSpPr/>
            <p:nvPr/>
          </p:nvSpPr>
          <p:spPr>
            <a:xfrm>
              <a:off x="4136828" y="3348218"/>
              <a:ext cx="38206" cy="38232"/>
            </a:xfrm>
            <a:custGeom>
              <a:avLst/>
              <a:gdLst/>
              <a:ahLst/>
              <a:cxnLst/>
              <a:rect l="l" t="t" r="r" b="b"/>
              <a:pathLst>
                <a:path w="1462" h="1463" extrusionOk="0">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64"/>
            <p:cNvSpPr/>
            <p:nvPr/>
          </p:nvSpPr>
          <p:spPr>
            <a:xfrm>
              <a:off x="4300417" y="3531668"/>
              <a:ext cx="38702" cy="38467"/>
            </a:xfrm>
            <a:custGeom>
              <a:avLst/>
              <a:gdLst/>
              <a:ahLst/>
              <a:cxnLst/>
              <a:rect l="l" t="t" r="r" b="b"/>
              <a:pathLst>
                <a:path w="1481" h="1472" extrusionOk="0">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64"/>
            <p:cNvSpPr/>
            <p:nvPr/>
          </p:nvSpPr>
          <p:spPr>
            <a:xfrm>
              <a:off x="3972716" y="3531668"/>
              <a:ext cx="38493" cy="38467"/>
            </a:xfrm>
            <a:custGeom>
              <a:avLst/>
              <a:gdLst/>
              <a:ahLst/>
              <a:cxnLst/>
              <a:rect l="l" t="t" r="r" b="b"/>
              <a:pathLst>
                <a:path w="1473" h="1472" extrusionOk="0">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64"/>
            <p:cNvSpPr/>
            <p:nvPr/>
          </p:nvSpPr>
          <p:spPr>
            <a:xfrm>
              <a:off x="4096610" y="3639229"/>
              <a:ext cx="118380" cy="75654"/>
            </a:xfrm>
            <a:custGeom>
              <a:avLst/>
              <a:gdLst/>
              <a:ahLst/>
              <a:cxnLst/>
              <a:rect l="l" t="t" r="r" b="b"/>
              <a:pathLst>
                <a:path w="4530" h="2895" extrusionOk="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64"/>
            <p:cNvSpPr/>
            <p:nvPr/>
          </p:nvSpPr>
          <p:spPr>
            <a:xfrm>
              <a:off x="4075756" y="3612574"/>
              <a:ext cx="160088" cy="46281"/>
            </a:xfrm>
            <a:custGeom>
              <a:avLst/>
              <a:gdLst/>
              <a:ahLst/>
              <a:cxnLst/>
              <a:rect l="l" t="t" r="r" b="b"/>
              <a:pathLst>
                <a:path w="6126" h="1771" extrusionOk="0">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64"/>
            <p:cNvSpPr/>
            <p:nvPr/>
          </p:nvSpPr>
          <p:spPr>
            <a:xfrm>
              <a:off x="4127028" y="3639229"/>
              <a:ext cx="87962" cy="75654"/>
            </a:xfrm>
            <a:custGeom>
              <a:avLst/>
              <a:gdLst/>
              <a:ahLst/>
              <a:cxnLst/>
              <a:rect l="l" t="t" r="r" b="b"/>
              <a:pathLst>
                <a:path w="3366" h="2895" extrusionOk="0">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64"/>
            <p:cNvSpPr/>
            <p:nvPr/>
          </p:nvSpPr>
          <p:spPr>
            <a:xfrm>
              <a:off x="4106148" y="3612574"/>
              <a:ext cx="129696" cy="46281"/>
            </a:xfrm>
            <a:custGeom>
              <a:avLst/>
              <a:gdLst/>
              <a:ahLst/>
              <a:cxnLst/>
              <a:rect l="l" t="t" r="r" b="b"/>
              <a:pathLst>
                <a:path w="4963" h="1771" extrusionOk="0">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64"/>
            <p:cNvSpPr/>
            <p:nvPr/>
          </p:nvSpPr>
          <p:spPr>
            <a:xfrm>
              <a:off x="3996104" y="3348218"/>
              <a:ext cx="38206" cy="38232"/>
            </a:xfrm>
            <a:custGeom>
              <a:avLst/>
              <a:gdLst/>
              <a:ahLst/>
              <a:cxnLst/>
              <a:rect l="l" t="t" r="r" b="b"/>
              <a:pathLst>
                <a:path w="1462" h="1463" extrusionOk="0">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64"/>
            <p:cNvSpPr/>
            <p:nvPr/>
          </p:nvSpPr>
          <p:spPr>
            <a:xfrm>
              <a:off x="4277551" y="3348218"/>
              <a:ext cx="37971" cy="38232"/>
            </a:xfrm>
            <a:custGeom>
              <a:avLst/>
              <a:gdLst/>
              <a:ahLst/>
              <a:cxnLst/>
              <a:rect l="l" t="t" r="r" b="b"/>
              <a:pathLst>
                <a:path w="1453" h="1463" extrusionOk="0">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0" name="Google Shape;12940;p64"/>
          <p:cNvGrpSpPr/>
          <p:nvPr/>
        </p:nvGrpSpPr>
        <p:grpSpPr>
          <a:xfrm>
            <a:off x="862853" y="3164476"/>
            <a:ext cx="317405" cy="366534"/>
            <a:chOff x="866528" y="3348348"/>
            <a:chExt cx="317405" cy="366534"/>
          </a:xfrm>
        </p:grpSpPr>
        <p:sp>
          <p:nvSpPr>
            <p:cNvPr id="12941" name="Google Shape;12941;p64"/>
            <p:cNvSpPr/>
            <p:nvPr/>
          </p:nvSpPr>
          <p:spPr>
            <a:xfrm>
              <a:off x="869795" y="3526650"/>
              <a:ext cx="314139" cy="188232"/>
            </a:xfrm>
            <a:custGeom>
              <a:avLst/>
              <a:gdLst/>
              <a:ahLst/>
              <a:cxnLst/>
              <a:rect l="l" t="t" r="r" b="b"/>
              <a:pathLst>
                <a:path w="12021" h="7203" extrusionOk="0">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64"/>
            <p:cNvSpPr/>
            <p:nvPr/>
          </p:nvSpPr>
          <p:spPr>
            <a:xfrm>
              <a:off x="891145" y="3526650"/>
              <a:ext cx="271177" cy="152300"/>
            </a:xfrm>
            <a:custGeom>
              <a:avLst/>
              <a:gdLst/>
              <a:ahLst/>
              <a:cxnLst/>
              <a:rect l="l" t="t" r="r" b="b"/>
              <a:pathLst>
                <a:path w="10377" h="5828" extrusionOk="0">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64"/>
            <p:cNvSpPr/>
            <p:nvPr/>
          </p:nvSpPr>
          <p:spPr>
            <a:xfrm>
              <a:off x="869795" y="3466911"/>
              <a:ext cx="314139" cy="188180"/>
            </a:xfrm>
            <a:custGeom>
              <a:avLst/>
              <a:gdLst/>
              <a:ahLst/>
              <a:cxnLst/>
              <a:rect l="l" t="t" r="r" b="b"/>
              <a:pathLst>
                <a:path w="12021" h="7201" extrusionOk="0">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64"/>
            <p:cNvSpPr/>
            <p:nvPr/>
          </p:nvSpPr>
          <p:spPr>
            <a:xfrm>
              <a:off x="891145" y="3466833"/>
              <a:ext cx="271177" cy="152300"/>
            </a:xfrm>
            <a:custGeom>
              <a:avLst/>
              <a:gdLst/>
              <a:ahLst/>
              <a:cxnLst/>
              <a:rect l="l" t="t" r="r" b="b"/>
              <a:pathLst>
                <a:path w="10377" h="5828" extrusionOk="0">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64"/>
            <p:cNvSpPr/>
            <p:nvPr/>
          </p:nvSpPr>
          <p:spPr>
            <a:xfrm>
              <a:off x="869795" y="3407094"/>
              <a:ext cx="313877" cy="188180"/>
            </a:xfrm>
            <a:custGeom>
              <a:avLst/>
              <a:gdLst/>
              <a:ahLst/>
              <a:cxnLst/>
              <a:rect l="l" t="t" r="r" b="b"/>
              <a:pathLst>
                <a:path w="12011" h="7201" extrusionOk="0">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64"/>
            <p:cNvSpPr/>
            <p:nvPr/>
          </p:nvSpPr>
          <p:spPr>
            <a:xfrm>
              <a:off x="888872" y="3407094"/>
              <a:ext cx="262893" cy="156690"/>
            </a:xfrm>
            <a:custGeom>
              <a:avLst/>
              <a:gdLst/>
              <a:ahLst/>
              <a:cxnLst/>
              <a:rect l="l" t="t" r="r" b="b"/>
              <a:pathLst>
                <a:path w="10060" h="5996" extrusionOk="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64"/>
            <p:cNvSpPr/>
            <p:nvPr/>
          </p:nvSpPr>
          <p:spPr>
            <a:xfrm>
              <a:off x="866528" y="3348348"/>
              <a:ext cx="282963" cy="189304"/>
            </a:xfrm>
            <a:custGeom>
              <a:avLst/>
              <a:gdLst/>
              <a:ahLst/>
              <a:cxnLst/>
              <a:rect l="l" t="t" r="r" b="b"/>
              <a:pathLst>
                <a:path w="10828" h="7244" extrusionOk="0">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64"/>
            <p:cNvSpPr/>
            <p:nvPr/>
          </p:nvSpPr>
          <p:spPr>
            <a:xfrm>
              <a:off x="1102975" y="3417835"/>
              <a:ext cx="46516" cy="50775"/>
            </a:xfrm>
            <a:custGeom>
              <a:avLst/>
              <a:gdLst/>
              <a:ahLst/>
              <a:cxnLst/>
              <a:rect l="l" t="t" r="r" b="b"/>
              <a:pathLst>
                <a:path w="1780" h="1943" extrusionOk="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9" name="Google Shape;12949;p64"/>
          <p:cNvGrpSpPr/>
          <p:nvPr/>
        </p:nvGrpSpPr>
        <p:grpSpPr>
          <a:xfrm>
            <a:off x="1313143" y="3164423"/>
            <a:ext cx="310872" cy="366848"/>
            <a:chOff x="1316818" y="3348296"/>
            <a:chExt cx="310872" cy="366848"/>
          </a:xfrm>
        </p:grpSpPr>
        <p:sp>
          <p:nvSpPr>
            <p:cNvPr id="12950" name="Google Shape;12950;p64"/>
            <p:cNvSpPr/>
            <p:nvPr/>
          </p:nvSpPr>
          <p:spPr>
            <a:xfrm>
              <a:off x="1324631" y="3348296"/>
              <a:ext cx="58824" cy="187919"/>
            </a:xfrm>
            <a:custGeom>
              <a:avLst/>
              <a:gdLst/>
              <a:ahLst/>
              <a:cxnLst/>
              <a:rect l="l" t="t" r="r" b="b"/>
              <a:pathLst>
                <a:path w="2251" h="7191" extrusionOk="0">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64"/>
            <p:cNvSpPr/>
            <p:nvPr/>
          </p:nvSpPr>
          <p:spPr>
            <a:xfrm>
              <a:off x="1341199" y="3348348"/>
              <a:ext cx="25923" cy="25479"/>
            </a:xfrm>
            <a:custGeom>
              <a:avLst/>
              <a:gdLst/>
              <a:ahLst/>
              <a:cxnLst/>
              <a:rect l="l" t="t" r="r" b="b"/>
              <a:pathLst>
                <a:path w="992" h="975" extrusionOk="0">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64"/>
            <p:cNvSpPr/>
            <p:nvPr/>
          </p:nvSpPr>
          <p:spPr>
            <a:xfrm>
              <a:off x="1324631" y="3400744"/>
              <a:ext cx="58824" cy="135471"/>
            </a:xfrm>
            <a:custGeom>
              <a:avLst/>
              <a:gdLst/>
              <a:ahLst/>
              <a:cxnLst/>
              <a:rect l="l" t="t" r="r" b="b"/>
              <a:pathLst>
                <a:path w="2251" h="5184" extrusionOk="0">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64"/>
            <p:cNvSpPr/>
            <p:nvPr/>
          </p:nvSpPr>
          <p:spPr>
            <a:xfrm>
              <a:off x="1354030" y="3400744"/>
              <a:ext cx="29425" cy="135471"/>
            </a:xfrm>
            <a:custGeom>
              <a:avLst/>
              <a:gdLst/>
              <a:ahLst/>
              <a:cxnLst/>
              <a:rect l="l" t="t" r="r" b="b"/>
              <a:pathLst>
                <a:path w="1126" h="5184" extrusionOk="0">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64"/>
            <p:cNvSpPr/>
            <p:nvPr/>
          </p:nvSpPr>
          <p:spPr>
            <a:xfrm>
              <a:off x="1382671" y="3348296"/>
              <a:ext cx="59086" cy="187919"/>
            </a:xfrm>
            <a:custGeom>
              <a:avLst/>
              <a:gdLst/>
              <a:ahLst/>
              <a:cxnLst/>
              <a:rect l="l" t="t" r="r" b="b"/>
              <a:pathLst>
                <a:path w="2261" h="7191" extrusionOk="0">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64"/>
            <p:cNvSpPr/>
            <p:nvPr/>
          </p:nvSpPr>
          <p:spPr>
            <a:xfrm>
              <a:off x="1399240" y="3348348"/>
              <a:ext cx="25923" cy="25479"/>
            </a:xfrm>
            <a:custGeom>
              <a:avLst/>
              <a:gdLst/>
              <a:ahLst/>
              <a:cxnLst/>
              <a:rect l="l" t="t" r="r" b="b"/>
              <a:pathLst>
                <a:path w="992" h="975" extrusionOk="0">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64"/>
            <p:cNvSpPr/>
            <p:nvPr/>
          </p:nvSpPr>
          <p:spPr>
            <a:xfrm>
              <a:off x="1382671" y="3400744"/>
              <a:ext cx="59086" cy="135471"/>
            </a:xfrm>
            <a:custGeom>
              <a:avLst/>
              <a:gdLst/>
              <a:ahLst/>
              <a:cxnLst/>
              <a:rect l="l" t="t" r="r" b="b"/>
              <a:pathLst>
                <a:path w="2261" h="5184" extrusionOk="0">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64"/>
            <p:cNvSpPr/>
            <p:nvPr/>
          </p:nvSpPr>
          <p:spPr>
            <a:xfrm>
              <a:off x="1412332" y="3400744"/>
              <a:ext cx="29425" cy="135471"/>
            </a:xfrm>
            <a:custGeom>
              <a:avLst/>
              <a:gdLst/>
              <a:ahLst/>
              <a:cxnLst/>
              <a:rect l="l" t="t" r="r" b="b"/>
              <a:pathLst>
                <a:path w="1126" h="5184" extrusionOk="0">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64"/>
            <p:cNvSpPr/>
            <p:nvPr/>
          </p:nvSpPr>
          <p:spPr>
            <a:xfrm>
              <a:off x="1441208" y="3348296"/>
              <a:ext cx="59086" cy="187919"/>
            </a:xfrm>
            <a:custGeom>
              <a:avLst/>
              <a:gdLst/>
              <a:ahLst/>
              <a:cxnLst/>
              <a:rect l="l" t="t" r="r" b="b"/>
              <a:pathLst>
                <a:path w="2261" h="7191" extrusionOk="0">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64"/>
            <p:cNvSpPr/>
            <p:nvPr/>
          </p:nvSpPr>
          <p:spPr>
            <a:xfrm>
              <a:off x="1457802" y="3348348"/>
              <a:ext cx="25662" cy="25479"/>
            </a:xfrm>
            <a:custGeom>
              <a:avLst/>
              <a:gdLst/>
              <a:ahLst/>
              <a:cxnLst/>
              <a:rect l="l" t="t" r="r" b="b"/>
              <a:pathLst>
                <a:path w="982" h="975" extrusionOk="0">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64"/>
            <p:cNvSpPr/>
            <p:nvPr/>
          </p:nvSpPr>
          <p:spPr>
            <a:xfrm>
              <a:off x="1441470" y="3400744"/>
              <a:ext cx="58589" cy="135471"/>
            </a:xfrm>
            <a:custGeom>
              <a:avLst/>
              <a:gdLst/>
              <a:ahLst/>
              <a:cxnLst/>
              <a:rect l="l" t="t" r="r" b="b"/>
              <a:pathLst>
                <a:path w="2242" h="5184" extrusionOk="0">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64"/>
            <p:cNvSpPr/>
            <p:nvPr/>
          </p:nvSpPr>
          <p:spPr>
            <a:xfrm>
              <a:off x="1470607" y="3400744"/>
              <a:ext cx="29451" cy="135471"/>
            </a:xfrm>
            <a:custGeom>
              <a:avLst/>
              <a:gdLst/>
              <a:ahLst/>
              <a:cxnLst/>
              <a:rect l="l" t="t" r="r" b="b"/>
              <a:pathLst>
                <a:path w="1127" h="5184" extrusionOk="0">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64"/>
            <p:cNvSpPr/>
            <p:nvPr/>
          </p:nvSpPr>
          <p:spPr>
            <a:xfrm>
              <a:off x="1499771" y="3348296"/>
              <a:ext cx="58824" cy="187919"/>
            </a:xfrm>
            <a:custGeom>
              <a:avLst/>
              <a:gdLst/>
              <a:ahLst/>
              <a:cxnLst/>
              <a:rect l="l" t="t" r="r" b="b"/>
              <a:pathLst>
                <a:path w="2251" h="7191" extrusionOk="0">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64"/>
            <p:cNvSpPr/>
            <p:nvPr/>
          </p:nvSpPr>
          <p:spPr>
            <a:xfrm>
              <a:off x="1516104" y="3348348"/>
              <a:ext cx="25897" cy="25479"/>
            </a:xfrm>
            <a:custGeom>
              <a:avLst/>
              <a:gdLst/>
              <a:ahLst/>
              <a:cxnLst/>
              <a:rect l="l" t="t" r="r" b="b"/>
              <a:pathLst>
                <a:path w="991" h="975" extrusionOk="0">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64"/>
            <p:cNvSpPr/>
            <p:nvPr/>
          </p:nvSpPr>
          <p:spPr>
            <a:xfrm>
              <a:off x="1499771" y="3400744"/>
              <a:ext cx="58824" cy="135471"/>
            </a:xfrm>
            <a:custGeom>
              <a:avLst/>
              <a:gdLst/>
              <a:ahLst/>
              <a:cxnLst/>
              <a:rect l="l" t="t" r="r" b="b"/>
              <a:pathLst>
                <a:path w="2251" h="5184" extrusionOk="0">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64"/>
            <p:cNvSpPr/>
            <p:nvPr/>
          </p:nvSpPr>
          <p:spPr>
            <a:xfrm>
              <a:off x="1529432" y="3400744"/>
              <a:ext cx="29164" cy="135471"/>
            </a:xfrm>
            <a:custGeom>
              <a:avLst/>
              <a:gdLst/>
              <a:ahLst/>
              <a:cxnLst/>
              <a:rect l="l" t="t" r="r" b="b"/>
              <a:pathLst>
                <a:path w="1116" h="5184" extrusionOk="0">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64"/>
            <p:cNvSpPr/>
            <p:nvPr/>
          </p:nvSpPr>
          <p:spPr>
            <a:xfrm>
              <a:off x="1558569" y="3348296"/>
              <a:ext cx="58824" cy="187919"/>
            </a:xfrm>
            <a:custGeom>
              <a:avLst/>
              <a:gdLst/>
              <a:ahLst/>
              <a:cxnLst/>
              <a:rect l="l" t="t" r="r" b="b"/>
              <a:pathLst>
                <a:path w="2251" h="7191" extrusionOk="0">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64"/>
            <p:cNvSpPr/>
            <p:nvPr/>
          </p:nvSpPr>
          <p:spPr>
            <a:xfrm>
              <a:off x="1575163" y="3348348"/>
              <a:ext cx="25662" cy="25479"/>
            </a:xfrm>
            <a:custGeom>
              <a:avLst/>
              <a:gdLst/>
              <a:ahLst/>
              <a:cxnLst/>
              <a:rect l="l" t="t" r="r" b="b"/>
              <a:pathLst>
                <a:path w="982" h="975" extrusionOk="0">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64"/>
            <p:cNvSpPr/>
            <p:nvPr/>
          </p:nvSpPr>
          <p:spPr>
            <a:xfrm>
              <a:off x="1558569" y="3400744"/>
              <a:ext cx="58824" cy="135471"/>
            </a:xfrm>
            <a:custGeom>
              <a:avLst/>
              <a:gdLst/>
              <a:ahLst/>
              <a:cxnLst/>
              <a:rect l="l" t="t" r="r" b="b"/>
              <a:pathLst>
                <a:path w="2251" h="5184" extrusionOk="0">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64"/>
            <p:cNvSpPr/>
            <p:nvPr/>
          </p:nvSpPr>
          <p:spPr>
            <a:xfrm>
              <a:off x="1587968" y="3400744"/>
              <a:ext cx="29425" cy="135471"/>
            </a:xfrm>
            <a:custGeom>
              <a:avLst/>
              <a:gdLst/>
              <a:ahLst/>
              <a:cxnLst/>
              <a:rect l="l" t="t" r="r" b="b"/>
              <a:pathLst>
                <a:path w="1126" h="5184" extrusionOk="0">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64"/>
            <p:cNvSpPr/>
            <p:nvPr/>
          </p:nvSpPr>
          <p:spPr>
            <a:xfrm>
              <a:off x="1316818" y="3475117"/>
              <a:ext cx="310872" cy="240027"/>
            </a:xfrm>
            <a:custGeom>
              <a:avLst/>
              <a:gdLst/>
              <a:ahLst/>
              <a:cxnLst/>
              <a:rect l="l" t="t" r="r" b="b"/>
              <a:pathLst>
                <a:path w="11896" h="9185" extrusionOk="0">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64"/>
            <p:cNvSpPr/>
            <p:nvPr/>
          </p:nvSpPr>
          <p:spPr>
            <a:xfrm>
              <a:off x="1347994" y="3474882"/>
              <a:ext cx="279696" cy="210367"/>
            </a:xfrm>
            <a:custGeom>
              <a:avLst/>
              <a:gdLst/>
              <a:ahLst/>
              <a:cxnLst/>
              <a:rect l="l" t="t" r="r" b="b"/>
              <a:pathLst>
                <a:path w="10703" h="8050" extrusionOk="0">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64"/>
            <p:cNvSpPr/>
            <p:nvPr/>
          </p:nvSpPr>
          <p:spPr>
            <a:xfrm>
              <a:off x="1316818" y="3581921"/>
              <a:ext cx="310872" cy="41002"/>
            </a:xfrm>
            <a:custGeom>
              <a:avLst/>
              <a:gdLst/>
              <a:ahLst/>
              <a:cxnLst/>
              <a:rect l="l" t="t" r="r" b="b"/>
              <a:pathLst>
                <a:path w="11896" h="1569" extrusionOk="0">
                  <a:moveTo>
                    <a:pt x="1" y="1"/>
                  </a:moveTo>
                  <a:lnTo>
                    <a:pt x="1" y="1568"/>
                  </a:lnTo>
                  <a:lnTo>
                    <a:pt x="11896" y="1568"/>
                  </a:lnTo>
                  <a:lnTo>
                    <a:pt x="11896" y="1"/>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64"/>
            <p:cNvSpPr/>
            <p:nvPr/>
          </p:nvSpPr>
          <p:spPr>
            <a:xfrm>
              <a:off x="1316818" y="3581921"/>
              <a:ext cx="31202" cy="41002"/>
            </a:xfrm>
            <a:custGeom>
              <a:avLst/>
              <a:gdLst/>
              <a:ahLst/>
              <a:cxnLst/>
              <a:rect l="l" t="t" r="r" b="b"/>
              <a:pathLst>
                <a:path w="1194" h="1569" extrusionOk="0">
                  <a:moveTo>
                    <a:pt x="1" y="1"/>
                  </a:moveTo>
                  <a:lnTo>
                    <a:pt x="1" y="1568"/>
                  </a:lnTo>
                  <a:lnTo>
                    <a:pt x="1193" y="1568"/>
                  </a:lnTo>
                  <a:lnTo>
                    <a:pt x="1193"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4" name="Google Shape;12974;p64"/>
          <p:cNvGrpSpPr/>
          <p:nvPr/>
        </p:nvGrpSpPr>
        <p:grpSpPr>
          <a:xfrm>
            <a:off x="3101573" y="3164371"/>
            <a:ext cx="305620" cy="366430"/>
            <a:chOff x="3105248" y="3348244"/>
            <a:chExt cx="305620" cy="366430"/>
          </a:xfrm>
        </p:grpSpPr>
        <p:sp>
          <p:nvSpPr>
            <p:cNvPr id="12975" name="Google Shape;12975;p64"/>
            <p:cNvSpPr/>
            <p:nvPr/>
          </p:nvSpPr>
          <p:spPr>
            <a:xfrm>
              <a:off x="3198750" y="3348244"/>
              <a:ext cx="99774" cy="238485"/>
            </a:xfrm>
            <a:custGeom>
              <a:avLst/>
              <a:gdLst/>
              <a:ahLst/>
              <a:cxnLst/>
              <a:rect l="l" t="t" r="r" b="b"/>
              <a:pathLst>
                <a:path w="3818" h="9126" extrusionOk="0">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64"/>
            <p:cNvSpPr/>
            <p:nvPr/>
          </p:nvSpPr>
          <p:spPr>
            <a:xfrm>
              <a:off x="3223366" y="3348244"/>
              <a:ext cx="69147" cy="208328"/>
            </a:xfrm>
            <a:custGeom>
              <a:avLst/>
              <a:gdLst/>
              <a:ahLst/>
              <a:cxnLst/>
              <a:rect l="l" t="t" r="r" b="b"/>
              <a:pathLst>
                <a:path w="2646" h="7972" extrusionOk="0">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64"/>
            <p:cNvSpPr/>
            <p:nvPr/>
          </p:nvSpPr>
          <p:spPr>
            <a:xfrm>
              <a:off x="3224124" y="3348244"/>
              <a:ext cx="99277" cy="238485"/>
            </a:xfrm>
            <a:custGeom>
              <a:avLst/>
              <a:gdLst/>
              <a:ahLst/>
              <a:cxnLst/>
              <a:rect l="l" t="t" r="r" b="b"/>
              <a:pathLst>
                <a:path w="3799" h="9126" extrusionOk="0">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64"/>
            <p:cNvSpPr/>
            <p:nvPr/>
          </p:nvSpPr>
          <p:spPr>
            <a:xfrm>
              <a:off x="3242469" y="3355770"/>
              <a:ext cx="80697" cy="230959"/>
            </a:xfrm>
            <a:custGeom>
              <a:avLst/>
              <a:gdLst/>
              <a:ahLst/>
              <a:cxnLst/>
              <a:rect l="l" t="t" r="r" b="b"/>
              <a:pathLst>
                <a:path w="3088" h="8838" extrusionOk="0">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64"/>
            <p:cNvSpPr/>
            <p:nvPr/>
          </p:nvSpPr>
          <p:spPr>
            <a:xfrm>
              <a:off x="3235675" y="3503000"/>
              <a:ext cx="175192" cy="211255"/>
            </a:xfrm>
            <a:custGeom>
              <a:avLst/>
              <a:gdLst/>
              <a:ahLst/>
              <a:cxnLst/>
              <a:rect l="l" t="t" r="r" b="b"/>
              <a:pathLst>
                <a:path w="6704" h="8084" extrusionOk="0">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64"/>
            <p:cNvSpPr/>
            <p:nvPr/>
          </p:nvSpPr>
          <p:spPr>
            <a:xfrm>
              <a:off x="3105248" y="3502739"/>
              <a:ext cx="181725" cy="211935"/>
            </a:xfrm>
            <a:custGeom>
              <a:avLst/>
              <a:gdLst/>
              <a:ahLst/>
              <a:cxnLst/>
              <a:rect l="l" t="t" r="r" b="b"/>
              <a:pathLst>
                <a:path w="6954" h="8110" extrusionOk="0">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64"/>
            <p:cNvSpPr/>
            <p:nvPr/>
          </p:nvSpPr>
          <p:spPr>
            <a:xfrm>
              <a:off x="3253288" y="3522365"/>
              <a:ext cx="15836" cy="16124"/>
            </a:xfrm>
            <a:custGeom>
              <a:avLst/>
              <a:gdLst/>
              <a:ahLst/>
              <a:cxnLst/>
              <a:rect l="l" t="t" r="r" b="b"/>
              <a:pathLst>
                <a:path w="606" h="617" extrusionOk="0">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2" name="Google Shape;12982;p64"/>
          <p:cNvGrpSpPr/>
          <p:nvPr/>
        </p:nvGrpSpPr>
        <p:grpSpPr>
          <a:xfrm>
            <a:off x="2658313" y="3164345"/>
            <a:ext cx="304078" cy="366665"/>
            <a:chOff x="2661988" y="3348218"/>
            <a:chExt cx="304078" cy="366665"/>
          </a:xfrm>
        </p:grpSpPr>
        <p:sp>
          <p:nvSpPr>
            <p:cNvPr id="12983" name="Google Shape;12983;p64"/>
            <p:cNvSpPr/>
            <p:nvPr/>
          </p:nvSpPr>
          <p:spPr>
            <a:xfrm>
              <a:off x="2801954" y="3540971"/>
              <a:ext cx="24146" cy="173912"/>
            </a:xfrm>
            <a:custGeom>
              <a:avLst/>
              <a:gdLst/>
              <a:ahLst/>
              <a:cxnLst/>
              <a:rect l="l" t="t" r="r" b="b"/>
              <a:pathLst>
                <a:path w="924" h="6655" extrusionOk="0">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64"/>
            <p:cNvSpPr/>
            <p:nvPr/>
          </p:nvSpPr>
          <p:spPr>
            <a:xfrm>
              <a:off x="2801954" y="3540971"/>
              <a:ext cx="24146" cy="39721"/>
            </a:xfrm>
            <a:custGeom>
              <a:avLst/>
              <a:gdLst/>
              <a:ahLst/>
              <a:cxnLst/>
              <a:rect l="l" t="t" r="r" b="b"/>
              <a:pathLst>
                <a:path w="924" h="1520" extrusionOk="0">
                  <a:moveTo>
                    <a:pt x="1" y="0"/>
                  </a:moveTo>
                  <a:lnTo>
                    <a:pt x="1" y="1520"/>
                  </a:lnTo>
                  <a:lnTo>
                    <a:pt x="924" y="1520"/>
                  </a:lnTo>
                  <a:lnTo>
                    <a:pt x="924"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64"/>
            <p:cNvSpPr/>
            <p:nvPr/>
          </p:nvSpPr>
          <p:spPr>
            <a:xfrm>
              <a:off x="2809245" y="3348218"/>
              <a:ext cx="11080" cy="39669"/>
            </a:xfrm>
            <a:custGeom>
              <a:avLst/>
              <a:gdLst/>
              <a:ahLst/>
              <a:cxnLst/>
              <a:rect l="l" t="t" r="r" b="b"/>
              <a:pathLst>
                <a:path w="424" h="1518" extrusionOk="0">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64"/>
            <p:cNvSpPr/>
            <p:nvPr/>
          </p:nvSpPr>
          <p:spPr>
            <a:xfrm>
              <a:off x="2852207" y="3359585"/>
              <a:ext cx="24173" cy="37579"/>
            </a:xfrm>
            <a:custGeom>
              <a:avLst/>
              <a:gdLst/>
              <a:ahLst/>
              <a:cxnLst/>
              <a:rect l="l" t="t" r="r" b="b"/>
              <a:pathLst>
                <a:path w="925" h="1438" extrusionOk="0">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64"/>
            <p:cNvSpPr/>
            <p:nvPr/>
          </p:nvSpPr>
          <p:spPr>
            <a:xfrm>
              <a:off x="2889158" y="3390970"/>
              <a:ext cx="35540" cy="31411"/>
            </a:xfrm>
            <a:custGeom>
              <a:avLst/>
              <a:gdLst/>
              <a:ahLst/>
              <a:cxnLst/>
              <a:rect l="l" t="t" r="r" b="b"/>
              <a:pathLst>
                <a:path w="1360" h="1202" extrusionOk="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64"/>
            <p:cNvSpPr/>
            <p:nvPr/>
          </p:nvSpPr>
          <p:spPr>
            <a:xfrm>
              <a:off x="2915290" y="3438479"/>
              <a:ext cx="40688" cy="22056"/>
            </a:xfrm>
            <a:custGeom>
              <a:avLst/>
              <a:gdLst/>
              <a:ahLst/>
              <a:cxnLst/>
              <a:rect l="l" t="t" r="r" b="b"/>
              <a:pathLst>
                <a:path w="1557" h="844" extrusionOk="0">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64"/>
            <p:cNvSpPr/>
            <p:nvPr/>
          </p:nvSpPr>
          <p:spPr>
            <a:xfrm>
              <a:off x="2922817" y="3493723"/>
              <a:ext cx="43249" cy="11080"/>
            </a:xfrm>
            <a:custGeom>
              <a:avLst/>
              <a:gdLst/>
              <a:ahLst/>
              <a:cxnLst/>
              <a:rect l="l" t="t" r="r" b="b"/>
              <a:pathLst>
                <a:path w="1655" h="424" extrusionOk="0">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64"/>
            <p:cNvSpPr/>
            <p:nvPr/>
          </p:nvSpPr>
          <p:spPr>
            <a:xfrm>
              <a:off x="2912912" y="3538149"/>
              <a:ext cx="42570" cy="22160"/>
            </a:xfrm>
            <a:custGeom>
              <a:avLst/>
              <a:gdLst/>
              <a:ahLst/>
              <a:cxnLst/>
              <a:rect l="l" t="t" r="r" b="b"/>
              <a:pathLst>
                <a:path w="1629" h="848" extrusionOk="0">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64"/>
            <p:cNvSpPr/>
            <p:nvPr/>
          </p:nvSpPr>
          <p:spPr>
            <a:xfrm>
              <a:off x="2887825" y="3575649"/>
              <a:ext cx="35880" cy="31411"/>
            </a:xfrm>
            <a:custGeom>
              <a:avLst/>
              <a:gdLst/>
              <a:ahLst/>
              <a:cxnLst/>
              <a:rect l="l" t="t" r="r" b="b"/>
              <a:pathLst>
                <a:path w="1373" h="1202" extrusionOk="0">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64"/>
            <p:cNvSpPr/>
            <p:nvPr/>
          </p:nvSpPr>
          <p:spPr>
            <a:xfrm>
              <a:off x="2850926" y="3600605"/>
              <a:ext cx="24721" cy="37552"/>
            </a:xfrm>
            <a:custGeom>
              <a:avLst/>
              <a:gdLst/>
              <a:ahLst/>
              <a:cxnLst/>
              <a:rect l="l" t="t" r="r" b="b"/>
              <a:pathLst>
                <a:path w="946" h="1437" extrusionOk="0">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64"/>
            <p:cNvSpPr/>
            <p:nvPr/>
          </p:nvSpPr>
          <p:spPr>
            <a:xfrm>
              <a:off x="2751021" y="3600083"/>
              <a:ext cx="24068" cy="37317"/>
            </a:xfrm>
            <a:custGeom>
              <a:avLst/>
              <a:gdLst/>
              <a:ahLst/>
              <a:cxnLst/>
              <a:rect l="l" t="t" r="r" b="b"/>
              <a:pathLst>
                <a:path w="921" h="1428" extrusionOk="0">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64"/>
            <p:cNvSpPr/>
            <p:nvPr/>
          </p:nvSpPr>
          <p:spPr>
            <a:xfrm>
              <a:off x="2703147" y="3574525"/>
              <a:ext cx="36063" cy="31411"/>
            </a:xfrm>
            <a:custGeom>
              <a:avLst/>
              <a:gdLst/>
              <a:ahLst/>
              <a:cxnLst/>
              <a:rect l="l" t="t" r="r" b="b"/>
              <a:pathLst>
                <a:path w="1380" h="1202" extrusionOk="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64"/>
            <p:cNvSpPr/>
            <p:nvPr/>
          </p:nvSpPr>
          <p:spPr>
            <a:xfrm>
              <a:off x="2671814" y="3536607"/>
              <a:ext cx="40714" cy="22186"/>
            </a:xfrm>
            <a:custGeom>
              <a:avLst/>
              <a:gdLst/>
              <a:ahLst/>
              <a:cxnLst/>
              <a:rect l="l" t="t" r="r" b="b"/>
              <a:pathLst>
                <a:path w="1558" h="849" extrusionOk="0">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64"/>
            <p:cNvSpPr/>
            <p:nvPr/>
          </p:nvSpPr>
          <p:spPr>
            <a:xfrm>
              <a:off x="2661988" y="3492208"/>
              <a:ext cx="41498" cy="11080"/>
            </a:xfrm>
            <a:custGeom>
              <a:avLst/>
              <a:gdLst/>
              <a:ahLst/>
              <a:cxnLst/>
              <a:rect l="l" t="t" r="r" b="b"/>
              <a:pathLst>
                <a:path w="1588" h="424" extrusionOk="0">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64"/>
            <p:cNvSpPr/>
            <p:nvPr/>
          </p:nvSpPr>
          <p:spPr>
            <a:xfrm>
              <a:off x="2672363" y="3436728"/>
              <a:ext cx="42570" cy="22134"/>
            </a:xfrm>
            <a:custGeom>
              <a:avLst/>
              <a:gdLst/>
              <a:ahLst/>
              <a:cxnLst/>
              <a:rect l="l" t="t" r="r" b="b"/>
              <a:pathLst>
                <a:path w="1629" h="847" extrusionOk="0">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64"/>
            <p:cNvSpPr/>
            <p:nvPr/>
          </p:nvSpPr>
          <p:spPr>
            <a:xfrm>
              <a:off x="2704349" y="3390082"/>
              <a:ext cx="35932" cy="31411"/>
            </a:xfrm>
            <a:custGeom>
              <a:avLst/>
              <a:gdLst/>
              <a:ahLst/>
              <a:cxnLst/>
              <a:rect l="l" t="t" r="r" b="b"/>
              <a:pathLst>
                <a:path w="1375" h="1202" extrusionOk="0">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64"/>
            <p:cNvSpPr/>
            <p:nvPr/>
          </p:nvSpPr>
          <p:spPr>
            <a:xfrm>
              <a:off x="2752433" y="3358958"/>
              <a:ext cx="24669" cy="37526"/>
            </a:xfrm>
            <a:custGeom>
              <a:avLst/>
              <a:gdLst/>
              <a:ahLst/>
              <a:cxnLst/>
              <a:rect l="l" t="t" r="r" b="b"/>
              <a:pathLst>
                <a:path w="944" h="1436" extrusionOk="0">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64"/>
            <p:cNvSpPr/>
            <p:nvPr/>
          </p:nvSpPr>
          <p:spPr>
            <a:xfrm>
              <a:off x="2727816" y="3415796"/>
              <a:ext cx="172422" cy="159591"/>
            </a:xfrm>
            <a:custGeom>
              <a:avLst/>
              <a:gdLst/>
              <a:ahLst/>
              <a:cxnLst/>
              <a:rect l="l" t="t" r="r" b="b"/>
              <a:pathLst>
                <a:path w="6598" h="6107" extrusionOk="0">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64"/>
            <p:cNvSpPr/>
            <p:nvPr/>
          </p:nvSpPr>
          <p:spPr>
            <a:xfrm>
              <a:off x="2727816" y="3467330"/>
              <a:ext cx="59582" cy="108058"/>
            </a:xfrm>
            <a:custGeom>
              <a:avLst/>
              <a:gdLst/>
              <a:ahLst/>
              <a:cxnLst/>
              <a:rect l="l" t="t" r="r" b="b"/>
              <a:pathLst>
                <a:path w="2280" h="4135" extrusionOk="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2" name="Google Shape;13002;p64"/>
          <p:cNvGrpSpPr/>
          <p:nvPr/>
        </p:nvGrpSpPr>
        <p:grpSpPr>
          <a:xfrm>
            <a:off x="2209252" y="3165024"/>
            <a:ext cx="307606" cy="366482"/>
            <a:chOff x="2212927" y="3348897"/>
            <a:chExt cx="307606" cy="366482"/>
          </a:xfrm>
        </p:grpSpPr>
        <p:sp>
          <p:nvSpPr>
            <p:cNvPr id="13003" name="Google Shape;13003;p64"/>
            <p:cNvSpPr/>
            <p:nvPr/>
          </p:nvSpPr>
          <p:spPr>
            <a:xfrm>
              <a:off x="2234539" y="3408218"/>
              <a:ext cx="222936" cy="219905"/>
            </a:xfrm>
            <a:custGeom>
              <a:avLst/>
              <a:gdLst/>
              <a:ahLst/>
              <a:cxnLst/>
              <a:rect l="l" t="t" r="r" b="b"/>
              <a:pathLst>
                <a:path w="8531" h="8415" extrusionOk="0">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64"/>
            <p:cNvSpPr/>
            <p:nvPr/>
          </p:nvSpPr>
          <p:spPr>
            <a:xfrm>
              <a:off x="2330288" y="3408218"/>
              <a:ext cx="127187" cy="126246"/>
            </a:xfrm>
            <a:custGeom>
              <a:avLst/>
              <a:gdLst/>
              <a:ahLst/>
              <a:cxnLst/>
              <a:rect l="l" t="t" r="r" b="b"/>
              <a:pathLst>
                <a:path w="4867" h="4831" extrusionOk="0">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64"/>
            <p:cNvSpPr/>
            <p:nvPr/>
          </p:nvSpPr>
          <p:spPr>
            <a:xfrm>
              <a:off x="2212927" y="3640797"/>
              <a:ext cx="53049" cy="74582"/>
            </a:xfrm>
            <a:custGeom>
              <a:avLst/>
              <a:gdLst/>
              <a:ahLst/>
              <a:cxnLst/>
              <a:rect l="l" t="t" r="r" b="b"/>
              <a:pathLst>
                <a:path w="2030" h="2854" extrusionOk="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64"/>
            <p:cNvSpPr/>
            <p:nvPr/>
          </p:nvSpPr>
          <p:spPr>
            <a:xfrm>
              <a:off x="2233284" y="3652295"/>
              <a:ext cx="32457" cy="54800"/>
            </a:xfrm>
            <a:custGeom>
              <a:avLst/>
              <a:gdLst/>
              <a:ahLst/>
              <a:cxnLst/>
              <a:rect l="l" t="t" r="r" b="b"/>
              <a:pathLst>
                <a:path w="1242" h="2097" extrusionOk="0">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64"/>
            <p:cNvSpPr/>
            <p:nvPr/>
          </p:nvSpPr>
          <p:spPr>
            <a:xfrm>
              <a:off x="2229756" y="3408218"/>
              <a:ext cx="201586" cy="219722"/>
            </a:xfrm>
            <a:custGeom>
              <a:avLst/>
              <a:gdLst/>
              <a:ahLst/>
              <a:cxnLst/>
              <a:rect l="l" t="t" r="r" b="b"/>
              <a:pathLst>
                <a:path w="7714" h="8408" extrusionOk="0">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64"/>
            <p:cNvSpPr/>
            <p:nvPr/>
          </p:nvSpPr>
          <p:spPr>
            <a:xfrm>
              <a:off x="2330288" y="3408035"/>
              <a:ext cx="101054" cy="90236"/>
            </a:xfrm>
            <a:custGeom>
              <a:avLst/>
              <a:gdLst/>
              <a:ahLst/>
              <a:cxnLst/>
              <a:rect l="l" t="t" r="r" b="b"/>
              <a:pathLst>
                <a:path w="3867" h="3453" extrusionOk="0">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64"/>
            <p:cNvSpPr/>
            <p:nvPr/>
          </p:nvSpPr>
          <p:spPr>
            <a:xfrm>
              <a:off x="2389086" y="3348897"/>
              <a:ext cx="131446" cy="126142"/>
            </a:xfrm>
            <a:custGeom>
              <a:avLst/>
              <a:gdLst/>
              <a:ahLst/>
              <a:cxnLst/>
              <a:rect l="l" t="t" r="r" b="b"/>
              <a:pathLst>
                <a:path w="5030" h="4827" extrusionOk="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64"/>
            <p:cNvSpPr/>
            <p:nvPr/>
          </p:nvSpPr>
          <p:spPr>
            <a:xfrm>
              <a:off x="2450158" y="3352738"/>
              <a:ext cx="70140" cy="85479"/>
            </a:xfrm>
            <a:custGeom>
              <a:avLst/>
              <a:gdLst/>
              <a:ahLst/>
              <a:cxnLst/>
              <a:rect l="l" t="t" r="r" b="b"/>
              <a:pathLst>
                <a:path w="2684" h="3271" extrusionOk="0">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64"/>
            <p:cNvSpPr/>
            <p:nvPr/>
          </p:nvSpPr>
          <p:spPr>
            <a:xfrm>
              <a:off x="2356159" y="3369908"/>
              <a:ext cx="139992" cy="137405"/>
            </a:xfrm>
            <a:custGeom>
              <a:avLst/>
              <a:gdLst/>
              <a:ahLst/>
              <a:cxnLst/>
              <a:rect l="l" t="t" r="r" b="b"/>
              <a:pathLst>
                <a:path w="5357" h="5258" extrusionOk="0">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64"/>
            <p:cNvSpPr/>
            <p:nvPr/>
          </p:nvSpPr>
          <p:spPr>
            <a:xfrm>
              <a:off x="2372492" y="3386476"/>
              <a:ext cx="123659" cy="120837"/>
            </a:xfrm>
            <a:custGeom>
              <a:avLst/>
              <a:gdLst/>
              <a:ahLst/>
              <a:cxnLst/>
              <a:rect l="l" t="t" r="r" b="b"/>
              <a:pathLst>
                <a:path w="4732" h="4624" extrusionOk="0">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3" name="Google Shape;13013;p64"/>
          <p:cNvGrpSpPr/>
          <p:nvPr/>
        </p:nvGrpSpPr>
        <p:grpSpPr>
          <a:xfrm>
            <a:off x="1760714" y="3164345"/>
            <a:ext cx="310114" cy="366665"/>
            <a:chOff x="1764389" y="3348218"/>
            <a:chExt cx="310114" cy="366665"/>
          </a:xfrm>
        </p:grpSpPr>
        <p:sp>
          <p:nvSpPr>
            <p:cNvPr id="13014" name="Google Shape;13014;p64"/>
            <p:cNvSpPr/>
            <p:nvPr/>
          </p:nvSpPr>
          <p:spPr>
            <a:xfrm>
              <a:off x="1782734" y="3556441"/>
              <a:ext cx="37918" cy="23598"/>
            </a:xfrm>
            <a:custGeom>
              <a:avLst/>
              <a:gdLst/>
              <a:ahLst/>
              <a:cxnLst/>
              <a:rect l="l" t="t" r="r" b="b"/>
              <a:pathLst>
                <a:path w="1451" h="903" extrusionOk="0">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64"/>
            <p:cNvSpPr/>
            <p:nvPr/>
          </p:nvSpPr>
          <p:spPr>
            <a:xfrm>
              <a:off x="2016933" y="3558218"/>
              <a:ext cx="37971" cy="23833"/>
            </a:xfrm>
            <a:custGeom>
              <a:avLst/>
              <a:gdLst/>
              <a:ahLst/>
              <a:cxnLst/>
              <a:rect l="l" t="t" r="r" b="b"/>
              <a:pathLst>
                <a:path w="1453" h="912" extrusionOk="0">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64"/>
            <p:cNvSpPr/>
            <p:nvPr/>
          </p:nvSpPr>
          <p:spPr>
            <a:xfrm>
              <a:off x="1915147" y="3348218"/>
              <a:ext cx="11080" cy="36089"/>
            </a:xfrm>
            <a:custGeom>
              <a:avLst/>
              <a:gdLst/>
              <a:ahLst/>
              <a:cxnLst/>
              <a:rect l="l" t="t" r="r" b="b"/>
              <a:pathLst>
                <a:path w="424" h="1381" extrusionOk="0">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64"/>
            <p:cNvSpPr/>
            <p:nvPr/>
          </p:nvSpPr>
          <p:spPr>
            <a:xfrm>
              <a:off x="1839363" y="3367399"/>
              <a:ext cx="27126" cy="32796"/>
            </a:xfrm>
            <a:custGeom>
              <a:avLst/>
              <a:gdLst/>
              <a:ahLst/>
              <a:cxnLst/>
              <a:rect l="l" t="t" r="r" b="b"/>
              <a:pathLst>
                <a:path w="1038" h="1255" extrusionOk="0">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64"/>
            <p:cNvSpPr/>
            <p:nvPr/>
          </p:nvSpPr>
          <p:spPr>
            <a:xfrm>
              <a:off x="1783988" y="3420997"/>
              <a:ext cx="37971" cy="23754"/>
            </a:xfrm>
            <a:custGeom>
              <a:avLst/>
              <a:gdLst/>
              <a:ahLst/>
              <a:cxnLst/>
              <a:rect l="l" t="t" r="r" b="b"/>
              <a:pathLst>
                <a:path w="1453" h="909" extrusionOk="0">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64"/>
            <p:cNvSpPr/>
            <p:nvPr/>
          </p:nvSpPr>
          <p:spPr>
            <a:xfrm>
              <a:off x="1764389" y="3494716"/>
              <a:ext cx="37971" cy="11106"/>
            </a:xfrm>
            <a:custGeom>
              <a:avLst/>
              <a:gdLst/>
              <a:ahLst/>
              <a:cxnLst/>
              <a:rect l="l" t="t" r="r" b="b"/>
              <a:pathLst>
                <a:path w="1453" h="425" extrusionOk="0">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64"/>
            <p:cNvSpPr/>
            <p:nvPr/>
          </p:nvSpPr>
          <p:spPr>
            <a:xfrm>
              <a:off x="2034756" y="3496990"/>
              <a:ext cx="39748" cy="11342"/>
            </a:xfrm>
            <a:custGeom>
              <a:avLst/>
              <a:gdLst/>
              <a:ahLst/>
              <a:cxnLst/>
              <a:rect l="l" t="t" r="r" b="b"/>
              <a:pathLst>
                <a:path w="1521" h="434" extrusionOk="0">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64"/>
            <p:cNvSpPr/>
            <p:nvPr/>
          </p:nvSpPr>
          <p:spPr>
            <a:xfrm>
              <a:off x="2018684" y="3423009"/>
              <a:ext cx="37448" cy="23754"/>
            </a:xfrm>
            <a:custGeom>
              <a:avLst/>
              <a:gdLst/>
              <a:ahLst/>
              <a:cxnLst/>
              <a:rect l="l" t="t" r="r" b="b"/>
              <a:pathLst>
                <a:path w="1433" h="909" extrusionOk="0">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64"/>
            <p:cNvSpPr/>
            <p:nvPr/>
          </p:nvSpPr>
          <p:spPr>
            <a:xfrm>
              <a:off x="1974573" y="3368627"/>
              <a:ext cx="26054" cy="32822"/>
            </a:xfrm>
            <a:custGeom>
              <a:avLst/>
              <a:gdLst/>
              <a:ahLst/>
              <a:cxnLst/>
              <a:rect l="l" t="t" r="r" b="b"/>
              <a:pathLst>
                <a:path w="997" h="1256" extrusionOk="0">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64"/>
            <p:cNvSpPr/>
            <p:nvPr/>
          </p:nvSpPr>
          <p:spPr>
            <a:xfrm>
              <a:off x="1820914" y="3408009"/>
              <a:ext cx="218651" cy="273450"/>
            </a:xfrm>
            <a:custGeom>
              <a:avLst/>
              <a:gdLst/>
              <a:ahLst/>
              <a:cxnLst/>
              <a:rect l="l" t="t" r="r" b="b"/>
              <a:pathLst>
                <a:path w="8367" h="10464" extrusionOk="0">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64"/>
            <p:cNvSpPr/>
            <p:nvPr/>
          </p:nvSpPr>
          <p:spPr>
            <a:xfrm>
              <a:off x="1829720" y="3409028"/>
              <a:ext cx="209844" cy="272431"/>
            </a:xfrm>
            <a:custGeom>
              <a:avLst/>
              <a:gdLst/>
              <a:ahLst/>
              <a:cxnLst/>
              <a:rect l="l" t="t" r="r" b="b"/>
              <a:pathLst>
                <a:path w="8030" h="10425" extrusionOk="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64"/>
            <p:cNvSpPr/>
            <p:nvPr/>
          </p:nvSpPr>
          <p:spPr>
            <a:xfrm>
              <a:off x="1865652" y="3465579"/>
              <a:ext cx="110096" cy="161290"/>
            </a:xfrm>
            <a:custGeom>
              <a:avLst/>
              <a:gdLst/>
              <a:ahLst/>
              <a:cxnLst/>
              <a:rect l="l" t="t" r="r" b="b"/>
              <a:pathLst>
                <a:path w="4213" h="6172" extrusionOk="0">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64"/>
            <p:cNvSpPr/>
            <p:nvPr/>
          </p:nvSpPr>
          <p:spPr>
            <a:xfrm>
              <a:off x="1899311" y="3570866"/>
              <a:ext cx="11080" cy="55950"/>
            </a:xfrm>
            <a:custGeom>
              <a:avLst/>
              <a:gdLst/>
              <a:ahLst/>
              <a:cxnLst/>
              <a:rect l="l" t="t" r="r" b="b"/>
              <a:pathLst>
                <a:path w="424" h="2141" extrusionOk="0">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64"/>
            <p:cNvSpPr/>
            <p:nvPr/>
          </p:nvSpPr>
          <p:spPr>
            <a:xfrm>
              <a:off x="1899311" y="3584429"/>
              <a:ext cx="5305" cy="42518"/>
            </a:xfrm>
            <a:custGeom>
              <a:avLst/>
              <a:gdLst/>
              <a:ahLst/>
              <a:cxnLst/>
              <a:rect l="l" t="t" r="r" b="b"/>
              <a:pathLst>
                <a:path w="203" h="1627" extrusionOk="0">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64"/>
            <p:cNvSpPr/>
            <p:nvPr/>
          </p:nvSpPr>
          <p:spPr>
            <a:xfrm>
              <a:off x="1891524" y="3678663"/>
              <a:ext cx="58328" cy="36220"/>
            </a:xfrm>
            <a:custGeom>
              <a:avLst/>
              <a:gdLst/>
              <a:ahLst/>
              <a:cxnLst/>
              <a:rect l="l" t="t" r="r" b="b"/>
              <a:pathLst>
                <a:path w="2232" h="1386" extrusionOk="0">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64"/>
            <p:cNvSpPr/>
            <p:nvPr/>
          </p:nvSpPr>
          <p:spPr>
            <a:xfrm>
              <a:off x="1876210" y="3611842"/>
              <a:ext cx="88720" cy="34939"/>
            </a:xfrm>
            <a:custGeom>
              <a:avLst/>
              <a:gdLst/>
              <a:ahLst/>
              <a:cxnLst/>
              <a:rect l="l" t="t" r="r" b="b"/>
              <a:pathLst>
                <a:path w="3395" h="1337" extrusionOk="0">
                  <a:moveTo>
                    <a:pt x="0" y="0"/>
                  </a:moveTo>
                  <a:lnTo>
                    <a:pt x="0" y="1337"/>
                  </a:lnTo>
                  <a:lnTo>
                    <a:pt x="3395" y="1337"/>
                  </a:lnTo>
                  <a:lnTo>
                    <a:pt x="3395"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64"/>
            <p:cNvSpPr/>
            <p:nvPr/>
          </p:nvSpPr>
          <p:spPr>
            <a:xfrm>
              <a:off x="1876445" y="3646755"/>
              <a:ext cx="88485" cy="34965"/>
            </a:xfrm>
            <a:custGeom>
              <a:avLst/>
              <a:gdLst/>
              <a:ahLst/>
              <a:cxnLst/>
              <a:rect l="l" t="t" r="r" b="b"/>
              <a:pathLst>
                <a:path w="3386" h="1338" extrusionOk="0">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64"/>
            <p:cNvSpPr/>
            <p:nvPr/>
          </p:nvSpPr>
          <p:spPr>
            <a:xfrm>
              <a:off x="1920687" y="3678663"/>
              <a:ext cx="29164" cy="32195"/>
            </a:xfrm>
            <a:custGeom>
              <a:avLst/>
              <a:gdLst/>
              <a:ahLst/>
              <a:cxnLst/>
              <a:rect l="l" t="t" r="r" b="b"/>
              <a:pathLst>
                <a:path w="1116" h="1232" extrusionOk="0">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64"/>
            <p:cNvSpPr/>
            <p:nvPr/>
          </p:nvSpPr>
          <p:spPr>
            <a:xfrm>
              <a:off x="1904590" y="3611842"/>
              <a:ext cx="60340" cy="34939"/>
            </a:xfrm>
            <a:custGeom>
              <a:avLst/>
              <a:gdLst/>
              <a:ahLst/>
              <a:cxnLst/>
              <a:rect l="l" t="t" r="r" b="b"/>
              <a:pathLst>
                <a:path w="2309" h="1337" extrusionOk="0">
                  <a:moveTo>
                    <a:pt x="1" y="0"/>
                  </a:moveTo>
                  <a:lnTo>
                    <a:pt x="1" y="1337"/>
                  </a:lnTo>
                  <a:lnTo>
                    <a:pt x="2309" y="1337"/>
                  </a:lnTo>
                  <a:lnTo>
                    <a:pt x="2309"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64"/>
            <p:cNvSpPr/>
            <p:nvPr/>
          </p:nvSpPr>
          <p:spPr>
            <a:xfrm>
              <a:off x="1904590" y="3646755"/>
              <a:ext cx="60340" cy="34965"/>
            </a:xfrm>
            <a:custGeom>
              <a:avLst/>
              <a:gdLst/>
              <a:ahLst/>
              <a:cxnLst/>
              <a:rect l="l" t="t" r="r" b="b"/>
              <a:pathLst>
                <a:path w="2309" h="1338" extrusionOk="0">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4" name="Google Shape;13034;p64"/>
          <p:cNvGrpSpPr/>
          <p:nvPr/>
        </p:nvGrpSpPr>
        <p:grpSpPr>
          <a:xfrm>
            <a:off x="2773897" y="3623415"/>
            <a:ext cx="81716" cy="366717"/>
            <a:chOff x="2777572" y="3807287"/>
            <a:chExt cx="81716" cy="366717"/>
          </a:xfrm>
        </p:grpSpPr>
        <p:sp>
          <p:nvSpPr>
            <p:cNvPr id="13035" name="Google Shape;13035;p64"/>
            <p:cNvSpPr/>
            <p:nvPr/>
          </p:nvSpPr>
          <p:spPr>
            <a:xfrm>
              <a:off x="2777572" y="3941765"/>
              <a:ext cx="81455" cy="181464"/>
            </a:xfrm>
            <a:custGeom>
              <a:avLst/>
              <a:gdLst/>
              <a:ahLst/>
              <a:cxnLst/>
              <a:rect l="l" t="t" r="r" b="b"/>
              <a:pathLst>
                <a:path w="3117" h="6944" extrusionOk="0">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64"/>
            <p:cNvSpPr/>
            <p:nvPr/>
          </p:nvSpPr>
          <p:spPr>
            <a:xfrm>
              <a:off x="2796440" y="3941765"/>
              <a:ext cx="62587" cy="181464"/>
            </a:xfrm>
            <a:custGeom>
              <a:avLst/>
              <a:gdLst/>
              <a:ahLst/>
              <a:cxnLst/>
              <a:rect l="l" t="t" r="r" b="b"/>
              <a:pathLst>
                <a:path w="2395" h="6944" extrusionOk="0">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64"/>
            <p:cNvSpPr/>
            <p:nvPr/>
          </p:nvSpPr>
          <p:spPr>
            <a:xfrm>
              <a:off x="2796440" y="3807287"/>
              <a:ext cx="42988" cy="286282"/>
            </a:xfrm>
            <a:custGeom>
              <a:avLst/>
              <a:gdLst/>
              <a:ahLst/>
              <a:cxnLst/>
              <a:rect l="l" t="t" r="r" b="b"/>
              <a:pathLst>
                <a:path w="1645" h="10955" extrusionOk="0">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64"/>
            <p:cNvSpPr/>
            <p:nvPr/>
          </p:nvSpPr>
          <p:spPr>
            <a:xfrm>
              <a:off x="2817293" y="3816878"/>
              <a:ext cx="22631" cy="259104"/>
            </a:xfrm>
            <a:custGeom>
              <a:avLst/>
              <a:gdLst/>
              <a:ahLst/>
              <a:cxnLst/>
              <a:rect l="l" t="t" r="r" b="b"/>
              <a:pathLst>
                <a:path w="866" h="9915" extrusionOk="0">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64"/>
            <p:cNvSpPr/>
            <p:nvPr/>
          </p:nvSpPr>
          <p:spPr>
            <a:xfrm>
              <a:off x="2796936" y="3843533"/>
              <a:ext cx="42988" cy="40479"/>
            </a:xfrm>
            <a:custGeom>
              <a:avLst/>
              <a:gdLst/>
              <a:ahLst/>
              <a:cxnLst/>
              <a:rect l="l" t="t" r="r" b="b"/>
              <a:pathLst>
                <a:path w="1645" h="1549" extrusionOk="0">
                  <a:moveTo>
                    <a:pt x="0" y="0"/>
                  </a:moveTo>
                  <a:lnTo>
                    <a:pt x="0" y="510"/>
                  </a:lnTo>
                  <a:lnTo>
                    <a:pt x="1645" y="1548"/>
                  </a:lnTo>
                  <a:lnTo>
                    <a:pt x="1645" y="1029"/>
                  </a:lnTo>
                  <a:lnTo>
                    <a:pt x="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64"/>
            <p:cNvSpPr/>
            <p:nvPr/>
          </p:nvSpPr>
          <p:spPr>
            <a:xfrm>
              <a:off x="2796936" y="3888507"/>
              <a:ext cx="42988" cy="40218"/>
            </a:xfrm>
            <a:custGeom>
              <a:avLst/>
              <a:gdLst/>
              <a:ahLst/>
              <a:cxnLst/>
              <a:rect l="l" t="t" r="r" b="b"/>
              <a:pathLst>
                <a:path w="1645" h="1539" extrusionOk="0">
                  <a:moveTo>
                    <a:pt x="0" y="0"/>
                  </a:moveTo>
                  <a:lnTo>
                    <a:pt x="0" y="510"/>
                  </a:lnTo>
                  <a:lnTo>
                    <a:pt x="1645" y="1539"/>
                  </a:lnTo>
                  <a:lnTo>
                    <a:pt x="1645" y="1029"/>
                  </a:lnTo>
                  <a:lnTo>
                    <a:pt x="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64"/>
            <p:cNvSpPr/>
            <p:nvPr/>
          </p:nvSpPr>
          <p:spPr>
            <a:xfrm>
              <a:off x="2796936" y="3933220"/>
              <a:ext cx="42988" cy="40505"/>
            </a:xfrm>
            <a:custGeom>
              <a:avLst/>
              <a:gdLst/>
              <a:ahLst/>
              <a:cxnLst/>
              <a:rect l="l" t="t" r="r" b="b"/>
              <a:pathLst>
                <a:path w="1645" h="1550" extrusionOk="0">
                  <a:moveTo>
                    <a:pt x="0" y="1"/>
                  </a:moveTo>
                  <a:lnTo>
                    <a:pt x="0" y="520"/>
                  </a:lnTo>
                  <a:lnTo>
                    <a:pt x="1645" y="1549"/>
                  </a:lnTo>
                  <a:lnTo>
                    <a:pt x="1645" y="1039"/>
                  </a:lnTo>
                  <a:lnTo>
                    <a:pt x="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64"/>
            <p:cNvSpPr/>
            <p:nvPr/>
          </p:nvSpPr>
          <p:spPr>
            <a:xfrm>
              <a:off x="2796936" y="3978455"/>
              <a:ext cx="42988" cy="40244"/>
            </a:xfrm>
            <a:custGeom>
              <a:avLst/>
              <a:gdLst/>
              <a:ahLst/>
              <a:cxnLst/>
              <a:rect l="l" t="t" r="r" b="b"/>
              <a:pathLst>
                <a:path w="1645" h="1540" extrusionOk="0">
                  <a:moveTo>
                    <a:pt x="0" y="1"/>
                  </a:moveTo>
                  <a:lnTo>
                    <a:pt x="0" y="510"/>
                  </a:lnTo>
                  <a:lnTo>
                    <a:pt x="1645" y="1539"/>
                  </a:lnTo>
                  <a:lnTo>
                    <a:pt x="1645" y="1020"/>
                  </a:lnTo>
                  <a:lnTo>
                    <a:pt x="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64"/>
            <p:cNvSpPr/>
            <p:nvPr/>
          </p:nvSpPr>
          <p:spPr>
            <a:xfrm>
              <a:off x="2777572" y="4031739"/>
              <a:ext cx="81716" cy="34207"/>
            </a:xfrm>
            <a:custGeom>
              <a:avLst/>
              <a:gdLst/>
              <a:ahLst/>
              <a:cxnLst/>
              <a:rect l="l" t="t" r="r" b="b"/>
              <a:pathLst>
                <a:path w="3127" h="1309" extrusionOk="0">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64"/>
            <p:cNvSpPr/>
            <p:nvPr/>
          </p:nvSpPr>
          <p:spPr>
            <a:xfrm>
              <a:off x="2777572" y="4114161"/>
              <a:ext cx="81455" cy="59843"/>
            </a:xfrm>
            <a:custGeom>
              <a:avLst/>
              <a:gdLst/>
              <a:ahLst/>
              <a:cxnLst/>
              <a:rect l="l" t="t" r="r" b="b"/>
              <a:pathLst>
                <a:path w="3117" h="2290" extrusionOk="0">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64"/>
            <p:cNvSpPr/>
            <p:nvPr/>
          </p:nvSpPr>
          <p:spPr>
            <a:xfrm>
              <a:off x="2796440" y="4114161"/>
              <a:ext cx="62587" cy="58589"/>
            </a:xfrm>
            <a:custGeom>
              <a:avLst/>
              <a:gdLst/>
              <a:ahLst/>
              <a:cxnLst/>
              <a:rect l="l" t="t" r="r" b="b"/>
              <a:pathLst>
                <a:path w="2395" h="2242" extrusionOk="0">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6" name="Google Shape;13046;p64"/>
          <p:cNvGrpSpPr/>
          <p:nvPr/>
        </p:nvGrpSpPr>
        <p:grpSpPr>
          <a:xfrm>
            <a:off x="3930339" y="4145908"/>
            <a:ext cx="366665" cy="256334"/>
            <a:chOff x="3934014" y="4329780"/>
            <a:chExt cx="366665" cy="256334"/>
          </a:xfrm>
        </p:grpSpPr>
        <p:sp>
          <p:nvSpPr>
            <p:cNvPr id="13047" name="Google Shape;13047;p64"/>
            <p:cNvSpPr/>
            <p:nvPr/>
          </p:nvSpPr>
          <p:spPr>
            <a:xfrm>
              <a:off x="4086810" y="4338561"/>
              <a:ext cx="108842" cy="40479"/>
            </a:xfrm>
            <a:custGeom>
              <a:avLst/>
              <a:gdLst/>
              <a:ahLst/>
              <a:cxnLst/>
              <a:rect l="l" t="t" r="r" b="b"/>
              <a:pathLst>
                <a:path w="4165" h="1549" extrusionOk="0">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64"/>
            <p:cNvSpPr/>
            <p:nvPr/>
          </p:nvSpPr>
          <p:spPr>
            <a:xfrm>
              <a:off x="4220243" y="4352882"/>
              <a:ext cx="56812" cy="30941"/>
            </a:xfrm>
            <a:custGeom>
              <a:avLst/>
              <a:gdLst/>
              <a:ahLst/>
              <a:cxnLst/>
              <a:rect l="l" t="t" r="r" b="b"/>
              <a:pathLst>
                <a:path w="2174" h="1184" extrusionOk="0">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64"/>
            <p:cNvSpPr/>
            <p:nvPr/>
          </p:nvSpPr>
          <p:spPr>
            <a:xfrm>
              <a:off x="3934014" y="4378518"/>
              <a:ext cx="366665" cy="207597"/>
            </a:xfrm>
            <a:custGeom>
              <a:avLst/>
              <a:gdLst/>
              <a:ahLst/>
              <a:cxnLst/>
              <a:rect l="l" t="t" r="r" b="b"/>
              <a:pathLst>
                <a:path w="14031" h="7944" extrusionOk="0">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64"/>
            <p:cNvSpPr/>
            <p:nvPr/>
          </p:nvSpPr>
          <p:spPr>
            <a:xfrm>
              <a:off x="4248126" y="4413195"/>
              <a:ext cx="52552" cy="145009"/>
            </a:xfrm>
            <a:custGeom>
              <a:avLst/>
              <a:gdLst/>
              <a:ahLst/>
              <a:cxnLst/>
              <a:rect l="l" t="t" r="r" b="b"/>
              <a:pathLst>
                <a:path w="2011" h="5549" extrusionOk="0">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64"/>
            <p:cNvSpPr/>
            <p:nvPr/>
          </p:nvSpPr>
          <p:spPr>
            <a:xfrm>
              <a:off x="4024249" y="4393596"/>
              <a:ext cx="209086" cy="178485"/>
            </a:xfrm>
            <a:custGeom>
              <a:avLst/>
              <a:gdLst/>
              <a:ahLst/>
              <a:cxnLst/>
              <a:rect l="l" t="t" r="r" b="b"/>
              <a:pathLst>
                <a:path w="8001" h="6830" extrusionOk="0">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64"/>
            <p:cNvSpPr/>
            <p:nvPr/>
          </p:nvSpPr>
          <p:spPr>
            <a:xfrm>
              <a:off x="4044842" y="4408674"/>
              <a:ext cx="173154" cy="148197"/>
            </a:xfrm>
            <a:custGeom>
              <a:avLst/>
              <a:gdLst/>
              <a:ahLst/>
              <a:cxnLst/>
              <a:rect l="l" t="t" r="r" b="b"/>
              <a:pathLst>
                <a:path w="6626" h="5671" extrusionOk="0">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64"/>
            <p:cNvSpPr/>
            <p:nvPr/>
          </p:nvSpPr>
          <p:spPr>
            <a:xfrm>
              <a:off x="4084302" y="4427228"/>
              <a:ext cx="120628" cy="107666"/>
            </a:xfrm>
            <a:custGeom>
              <a:avLst/>
              <a:gdLst/>
              <a:ahLst/>
              <a:cxnLst/>
              <a:rect l="l" t="t" r="r" b="b"/>
              <a:pathLst>
                <a:path w="4616" h="4120" extrusionOk="0">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64"/>
            <p:cNvSpPr/>
            <p:nvPr/>
          </p:nvSpPr>
          <p:spPr>
            <a:xfrm>
              <a:off x="4085739" y="4428065"/>
              <a:ext cx="117936" cy="107823"/>
            </a:xfrm>
            <a:custGeom>
              <a:avLst/>
              <a:gdLst/>
              <a:ahLst/>
              <a:cxnLst/>
              <a:rect l="l" t="t" r="r" b="b"/>
              <a:pathLst>
                <a:path w="4513" h="4126" extrusionOk="0">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64"/>
            <p:cNvSpPr/>
            <p:nvPr/>
          </p:nvSpPr>
          <p:spPr>
            <a:xfrm>
              <a:off x="4135809" y="4456157"/>
              <a:ext cx="34207" cy="34207"/>
            </a:xfrm>
            <a:custGeom>
              <a:avLst/>
              <a:gdLst/>
              <a:ahLst/>
              <a:cxnLst/>
              <a:rect l="l" t="t" r="r" b="b"/>
              <a:pathLst>
                <a:path w="1309" h="1309" extrusionOk="0">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64"/>
            <p:cNvSpPr/>
            <p:nvPr/>
          </p:nvSpPr>
          <p:spPr>
            <a:xfrm>
              <a:off x="3966941" y="4329780"/>
              <a:ext cx="34965" cy="30680"/>
            </a:xfrm>
            <a:custGeom>
              <a:avLst/>
              <a:gdLst/>
              <a:ahLst/>
              <a:cxnLst/>
              <a:rect l="l" t="t" r="r" b="b"/>
              <a:pathLst>
                <a:path w="1338" h="1174" extrusionOk="0">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64"/>
            <p:cNvSpPr/>
            <p:nvPr/>
          </p:nvSpPr>
          <p:spPr>
            <a:xfrm>
              <a:off x="3934014" y="4351627"/>
              <a:ext cx="100793" cy="234487"/>
            </a:xfrm>
            <a:custGeom>
              <a:avLst/>
              <a:gdLst/>
              <a:ahLst/>
              <a:cxnLst/>
              <a:rect l="l" t="t" r="r" b="b"/>
              <a:pathLst>
                <a:path w="3857" h="8973" extrusionOk="0">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64"/>
            <p:cNvSpPr/>
            <p:nvPr/>
          </p:nvSpPr>
          <p:spPr>
            <a:xfrm>
              <a:off x="3934275" y="4351627"/>
              <a:ext cx="78920" cy="208354"/>
            </a:xfrm>
            <a:custGeom>
              <a:avLst/>
              <a:gdLst/>
              <a:ahLst/>
              <a:cxnLst/>
              <a:rect l="l" t="t" r="r" b="b"/>
              <a:pathLst>
                <a:path w="3020" h="7973" extrusionOk="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64"/>
            <p:cNvSpPr/>
            <p:nvPr/>
          </p:nvSpPr>
          <p:spPr>
            <a:xfrm>
              <a:off x="4219982" y="4396863"/>
              <a:ext cx="22396" cy="22396"/>
            </a:xfrm>
            <a:custGeom>
              <a:avLst/>
              <a:gdLst/>
              <a:ahLst/>
              <a:cxnLst/>
              <a:rect l="l" t="t" r="r" b="b"/>
              <a:pathLst>
                <a:path w="857" h="857" extrusionOk="0">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0" name="Google Shape;13060;p64"/>
          <p:cNvGrpSpPr/>
          <p:nvPr/>
        </p:nvGrpSpPr>
        <p:grpSpPr>
          <a:xfrm>
            <a:off x="943995" y="3623467"/>
            <a:ext cx="194295" cy="366404"/>
            <a:chOff x="947670" y="3807339"/>
            <a:chExt cx="194295" cy="366404"/>
          </a:xfrm>
        </p:grpSpPr>
        <p:sp>
          <p:nvSpPr>
            <p:cNvPr id="13061" name="Google Shape;13061;p64"/>
            <p:cNvSpPr/>
            <p:nvPr/>
          </p:nvSpPr>
          <p:spPr>
            <a:xfrm>
              <a:off x="1031372" y="4028734"/>
              <a:ext cx="26916" cy="145009"/>
            </a:xfrm>
            <a:custGeom>
              <a:avLst/>
              <a:gdLst/>
              <a:ahLst/>
              <a:cxnLst/>
              <a:rect l="l" t="t" r="r" b="b"/>
              <a:pathLst>
                <a:path w="1030" h="5549" extrusionOk="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64"/>
            <p:cNvSpPr/>
            <p:nvPr/>
          </p:nvSpPr>
          <p:spPr>
            <a:xfrm>
              <a:off x="1035135" y="4035633"/>
              <a:ext cx="82945" cy="136725"/>
            </a:xfrm>
            <a:custGeom>
              <a:avLst/>
              <a:gdLst/>
              <a:ahLst/>
              <a:cxnLst/>
              <a:rect l="l" t="t" r="r" b="b"/>
              <a:pathLst>
                <a:path w="3174" h="5232" extrusionOk="0">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64"/>
            <p:cNvSpPr/>
            <p:nvPr/>
          </p:nvSpPr>
          <p:spPr>
            <a:xfrm>
              <a:off x="971555" y="4035633"/>
              <a:ext cx="82945" cy="136725"/>
            </a:xfrm>
            <a:custGeom>
              <a:avLst/>
              <a:gdLst/>
              <a:ahLst/>
              <a:cxnLst/>
              <a:rect l="l" t="t" r="r" b="b"/>
              <a:pathLst>
                <a:path w="3174" h="5232" extrusionOk="0">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64"/>
            <p:cNvSpPr/>
            <p:nvPr/>
          </p:nvSpPr>
          <p:spPr>
            <a:xfrm>
              <a:off x="1029857" y="3807339"/>
              <a:ext cx="29922" cy="41734"/>
            </a:xfrm>
            <a:custGeom>
              <a:avLst/>
              <a:gdLst/>
              <a:ahLst/>
              <a:cxnLst/>
              <a:rect l="l" t="t" r="r" b="b"/>
              <a:pathLst>
                <a:path w="1145" h="1597" extrusionOk="0">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64"/>
            <p:cNvSpPr/>
            <p:nvPr/>
          </p:nvSpPr>
          <p:spPr>
            <a:xfrm>
              <a:off x="967034" y="3847531"/>
              <a:ext cx="155567" cy="188755"/>
            </a:xfrm>
            <a:custGeom>
              <a:avLst/>
              <a:gdLst/>
              <a:ahLst/>
              <a:cxnLst/>
              <a:rect l="l" t="t" r="r" b="b"/>
              <a:pathLst>
                <a:path w="5953" h="7223" extrusionOk="0">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64"/>
            <p:cNvSpPr/>
            <p:nvPr/>
          </p:nvSpPr>
          <p:spPr>
            <a:xfrm>
              <a:off x="990161" y="3847531"/>
              <a:ext cx="132440" cy="188755"/>
            </a:xfrm>
            <a:custGeom>
              <a:avLst/>
              <a:gdLst/>
              <a:ahLst/>
              <a:cxnLst/>
              <a:rect l="l" t="t" r="r" b="b"/>
              <a:pathLst>
                <a:path w="5068" h="7223" extrusionOk="0">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64"/>
            <p:cNvSpPr/>
            <p:nvPr/>
          </p:nvSpPr>
          <p:spPr>
            <a:xfrm>
              <a:off x="947670" y="3830963"/>
              <a:ext cx="194295" cy="31176"/>
            </a:xfrm>
            <a:custGeom>
              <a:avLst/>
              <a:gdLst/>
              <a:ahLst/>
              <a:cxnLst/>
              <a:rect l="l" t="t" r="r" b="b"/>
              <a:pathLst>
                <a:path w="7435" h="1193" extrusionOk="0">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64"/>
            <p:cNvSpPr/>
            <p:nvPr/>
          </p:nvSpPr>
          <p:spPr>
            <a:xfrm>
              <a:off x="947670" y="4021678"/>
              <a:ext cx="194295" cy="31437"/>
            </a:xfrm>
            <a:custGeom>
              <a:avLst/>
              <a:gdLst/>
              <a:ahLst/>
              <a:cxnLst/>
              <a:rect l="l" t="t" r="r" b="b"/>
              <a:pathLst>
                <a:path w="7435" h="1203" extrusionOk="0">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64"/>
            <p:cNvSpPr/>
            <p:nvPr/>
          </p:nvSpPr>
          <p:spPr>
            <a:xfrm>
              <a:off x="975083" y="3830963"/>
              <a:ext cx="166882" cy="31176"/>
            </a:xfrm>
            <a:custGeom>
              <a:avLst/>
              <a:gdLst/>
              <a:ahLst/>
              <a:cxnLst/>
              <a:rect l="l" t="t" r="r" b="b"/>
              <a:pathLst>
                <a:path w="6386" h="1193" extrusionOk="0">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64"/>
            <p:cNvSpPr/>
            <p:nvPr/>
          </p:nvSpPr>
          <p:spPr>
            <a:xfrm>
              <a:off x="975083" y="4021678"/>
              <a:ext cx="166882" cy="31437"/>
            </a:xfrm>
            <a:custGeom>
              <a:avLst/>
              <a:gdLst/>
              <a:ahLst/>
              <a:cxnLst/>
              <a:rect l="l" t="t" r="r" b="b"/>
              <a:pathLst>
                <a:path w="6386" h="1203" extrusionOk="0">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1" name="Google Shape;13071;p64"/>
          <p:cNvGrpSpPr/>
          <p:nvPr/>
        </p:nvGrpSpPr>
        <p:grpSpPr>
          <a:xfrm>
            <a:off x="3416704" y="4102685"/>
            <a:ext cx="368939" cy="342283"/>
            <a:chOff x="3420379" y="4286557"/>
            <a:chExt cx="368939" cy="342283"/>
          </a:xfrm>
        </p:grpSpPr>
        <p:sp>
          <p:nvSpPr>
            <p:cNvPr id="13072" name="Google Shape;13072;p64"/>
            <p:cNvSpPr/>
            <p:nvPr/>
          </p:nvSpPr>
          <p:spPr>
            <a:xfrm>
              <a:off x="3420379" y="4364589"/>
              <a:ext cx="368939" cy="186011"/>
            </a:xfrm>
            <a:custGeom>
              <a:avLst/>
              <a:gdLst/>
              <a:ahLst/>
              <a:cxnLst/>
              <a:rect l="l" t="t" r="r" b="b"/>
              <a:pathLst>
                <a:path w="14118" h="7118" extrusionOk="0">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64"/>
            <p:cNvSpPr/>
            <p:nvPr/>
          </p:nvSpPr>
          <p:spPr>
            <a:xfrm>
              <a:off x="3465379" y="4366706"/>
              <a:ext cx="323938" cy="183215"/>
            </a:xfrm>
            <a:custGeom>
              <a:avLst/>
              <a:gdLst/>
              <a:ahLst/>
              <a:cxnLst/>
              <a:rect l="l" t="t" r="r" b="b"/>
              <a:pathLst>
                <a:path w="12396" h="7011" extrusionOk="0">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64"/>
            <p:cNvSpPr/>
            <p:nvPr/>
          </p:nvSpPr>
          <p:spPr>
            <a:xfrm>
              <a:off x="3497522" y="4366497"/>
              <a:ext cx="207597" cy="182144"/>
            </a:xfrm>
            <a:custGeom>
              <a:avLst/>
              <a:gdLst/>
              <a:ahLst/>
              <a:cxnLst/>
              <a:rect l="l" t="t" r="r" b="b"/>
              <a:pathLst>
                <a:path w="7944" h="6970" extrusionOk="0">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64"/>
            <p:cNvSpPr/>
            <p:nvPr/>
          </p:nvSpPr>
          <p:spPr>
            <a:xfrm>
              <a:off x="3533455" y="4366497"/>
              <a:ext cx="171664" cy="164504"/>
            </a:xfrm>
            <a:custGeom>
              <a:avLst/>
              <a:gdLst/>
              <a:ahLst/>
              <a:cxnLst/>
              <a:rect l="l" t="t" r="r" b="b"/>
              <a:pathLst>
                <a:path w="6569" h="6295" extrusionOk="0">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64"/>
            <p:cNvSpPr/>
            <p:nvPr/>
          </p:nvSpPr>
          <p:spPr>
            <a:xfrm>
              <a:off x="3571922" y="4428483"/>
              <a:ext cx="64338" cy="58328"/>
            </a:xfrm>
            <a:custGeom>
              <a:avLst/>
              <a:gdLst/>
              <a:ahLst/>
              <a:cxnLst/>
              <a:rect l="l" t="t" r="r" b="b"/>
              <a:pathLst>
                <a:path w="2462" h="2232" extrusionOk="0">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64"/>
            <p:cNvSpPr/>
            <p:nvPr/>
          </p:nvSpPr>
          <p:spPr>
            <a:xfrm>
              <a:off x="3627688" y="4396105"/>
              <a:ext cx="32718" cy="32692"/>
            </a:xfrm>
            <a:custGeom>
              <a:avLst/>
              <a:gdLst/>
              <a:ahLst/>
              <a:cxnLst/>
              <a:rect l="l" t="t" r="r" b="b"/>
              <a:pathLst>
                <a:path w="1252" h="1251" extrusionOk="0">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64"/>
            <p:cNvSpPr/>
            <p:nvPr/>
          </p:nvSpPr>
          <p:spPr>
            <a:xfrm>
              <a:off x="3598812" y="4286557"/>
              <a:ext cx="11838" cy="48763"/>
            </a:xfrm>
            <a:custGeom>
              <a:avLst/>
              <a:gdLst/>
              <a:ahLst/>
              <a:cxnLst/>
              <a:rect l="l" t="t" r="r" b="b"/>
              <a:pathLst>
                <a:path w="453" h="1866" extrusionOk="0">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64"/>
            <p:cNvSpPr/>
            <p:nvPr/>
          </p:nvSpPr>
          <p:spPr>
            <a:xfrm>
              <a:off x="3511817" y="4300982"/>
              <a:ext cx="27073" cy="46673"/>
            </a:xfrm>
            <a:custGeom>
              <a:avLst/>
              <a:gdLst/>
              <a:ahLst/>
              <a:cxnLst/>
              <a:rect l="l" t="t" r="r" b="b"/>
              <a:pathLst>
                <a:path w="1036" h="1786" extrusionOk="0">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64"/>
            <p:cNvSpPr/>
            <p:nvPr/>
          </p:nvSpPr>
          <p:spPr>
            <a:xfrm>
              <a:off x="3431590" y="4338665"/>
              <a:ext cx="39721" cy="39852"/>
            </a:xfrm>
            <a:custGeom>
              <a:avLst/>
              <a:gdLst/>
              <a:ahLst/>
              <a:cxnLst/>
              <a:rect l="l" t="t" r="r" b="b"/>
              <a:pathLst>
                <a:path w="1520" h="1525" extrusionOk="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64"/>
            <p:cNvSpPr/>
            <p:nvPr/>
          </p:nvSpPr>
          <p:spPr>
            <a:xfrm>
              <a:off x="3738281" y="4341514"/>
              <a:ext cx="38153" cy="39800"/>
            </a:xfrm>
            <a:custGeom>
              <a:avLst/>
              <a:gdLst/>
              <a:ahLst/>
              <a:cxnLst/>
              <a:rect l="l" t="t" r="r" b="b"/>
              <a:pathLst>
                <a:path w="1460" h="1523" extrusionOk="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64"/>
            <p:cNvSpPr/>
            <p:nvPr/>
          </p:nvSpPr>
          <p:spPr>
            <a:xfrm>
              <a:off x="3670389" y="4301819"/>
              <a:ext cx="26185" cy="46333"/>
            </a:xfrm>
            <a:custGeom>
              <a:avLst/>
              <a:gdLst/>
              <a:ahLst/>
              <a:cxnLst/>
              <a:rect l="l" t="t" r="r" b="b"/>
              <a:pathLst>
                <a:path w="1002" h="1773" extrusionOk="0">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64"/>
            <p:cNvSpPr/>
            <p:nvPr/>
          </p:nvSpPr>
          <p:spPr>
            <a:xfrm>
              <a:off x="3597296" y="4581071"/>
              <a:ext cx="11342" cy="47770"/>
            </a:xfrm>
            <a:custGeom>
              <a:avLst/>
              <a:gdLst/>
              <a:ahLst/>
              <a:cxnLst/>
              <a:rect l="l" t="t" r="r" b="b"/>
              <a:pathLst>
                <a:path w="434" h="1828" extrusionOk="0">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64"/>
            <p:cNvSpPr/>
            <p:nvPr/>
          </p:nvSpPr>
          <p:spPr>
            <a:xfrm>
              <a:off x="3669161" y="4568553"/>
              <a:ext cx="26315" cy="46150"/>
            </a:xfrm>
            <a:custGeom>
              <a:avLst/>
              <a:gdLst/>
              <a:ahLst/>
              <a:cxnLst/>
              <a:rect l="l" t="t" r="r" b="b"/>
              <a:pathLst>
                <a:path w="1007" h="1766" extrusionOk="0">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64"/>
            <p:cNvSpPr/>
            <p:nvPr/>
          </p:nvSpPr>
          <p:spPr>
            <a:xfrm>
              <a:off x="3736922" y="4537586"/>
              <a:ext cx="39512" cy="39695"/>
            </a:xfrm>
            <a:custGeom>
              <a:avLst/>
              <a:gdLst/>
              <a:ahLst/>
              <a:cxnLst/>
              <a:rect l="l" t="t" r="r" b="b"/>
              <a:pathLst>
                <a:path w="1512" h="1519" extrusionOk="0">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64"/>
            <p:cNvSpPr/>
            <p:nvPr/>
          </p:nvSpPr>
          <p:spPr>
            <a:xfrm>
              <a:off x="3431068" y="4534476"/>
              <a:ext cx="38336" cy="39774"/>
            </a:xfrm>
            <a:custGeom>
              <a:avLst/>
              <a:gdLst/>
              <a:ahLst/>
              <a:cxnLst/>
              <a:rect l="l" t="t" r="r" b="b"/>
              <a:pathLst>
                <a:path w="1467" h="1522" extrusionOk="0">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64"/>
            <p:cNvSpPr/>
            <p:nvPr/>
          </p:nvSpPr>
          <p:spPr>
            <a:xfrm>
              <a:off x="3510223" y="4567926"/>
              <a:ext cx="26289" cy="46359"/>
            </a:xfrm>
            <a:custGeom>
              <a:avLst/>
              <a:gdLst/>
              <a:ahLst/>
              <a:cxnLst/>
              <a:rect l="l" t="t" r="r" b="b"/>
              <a:pathLst>
                <a:path w="1006" h="1774" extrusionOk="0">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8" name="Google Shape;13088;p64"/>
          <p:cNvGrpSpPr/>
          <p:nvPr/>
        </p:nvGrpSpPr>
        <p:grpSpPr>
          <a:xfrm>
            <a:off x="3961515" y="3658380"/>
            <a:ext cx="369801" cy="296813"/>
            <a:chOff x="3965190" y="3842252"/>
            <a:chExt cx="369801" cy="296813"/>
          </a:xfrm>
        </p:grpSpPr>
        <p:sp>
          <p:nvSpPr>
            <p:cNvPr id="13089" name="Google Shape;13089;p64"/>
            <p:cNvSpPr/>
            <p:nvPr/>
          </p:nvSpPr>
          <p:spPr>
            <a:xfrm>
              <a:off x="3965190" y="3869404"/>
              <a:ext cx="366665" cy="269661"/>
            </a:xfrm>
            <a:custGeom>
              <a:avLst/>
              <a:gdLst/>
              <a:ahLst/>
              <a:cxnLst/>
              <a:rect l="l" t="t" r="r" b="b"/>
              <a:pathLst>
                <a:path w="14031" h="10319" extrusionOk="0">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64"/>
            <p:cNvSpPr/>
            <p:nvPr/>
          </p:nvSpPr>
          <p:spPr>
            <a:xfrm>
              <a:off x="3986043" y="3869404"/>
              <a:ext cx="348947" cy="245567"/>
            </a:xfrm>
            <a:custGeom>
              <a:avLst/>
              <a:gdLst/>
              <a:ahLst/>
              <a:cxnLst/>
              <a:rect l="l" t="t" r="r" b="b"/>
              <a:pathLst>
                <a:path w="13353" h="9397" extrusionOk="0">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64"/>
            <p:cNvSpPr/>
            <p:nvPr/>
          </p:nvSpPr>
          <p:spPr>
            <a:xfrm>
              <a:off x="4038047" y="3842252"/>
              <a:ext cx="21141" cy="53127"/>
            </a:xfrm>
            <a:custGeom>
              <a:avLst/>
              <a:gdLst/>
              <a:ahLst/>
              <a:cxnLst/>
              <a:rect l="l" t="t" r="r" b="b"/>
              <a:pathLst>
                <a:path w="809" h="2033" extrusionOk="0">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64"/>
            <p:cNvSpPr/>
            <p:nvPr/>
          </p:nvSpPr>
          <p:spPr>
            <a:xfrm>
              <a:off x="4104659" y="3842252"/>
              <a:ext cx="21115" cy="53127"/>
            </a:xfrm>
            <a:custGeom>
              <a:avLst/>
              <a:gdLst/>
              <a:ahLst/>
              <a:cxnLst/>
              <a:rect l="l" t="t" r="r" b="b"/>
              <a:pathLst>
                <a:path w="808" h="2033" extrusionOk="0">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64"/>
            <p:cNvSpPr/>
            <p:nvPr/>
          </p:nvSpPr>
          <p:spPr>
            <a:xfrm>
              <a:off x="4171244" y="3842252"/>
              <a:ext cx="21141" cy="53127"/>
            </a:xfrm>
            <a:custGeom>
              <a:avLst/>
              <a:gdLst/>
              <a:ahLst/>
              <a:cxnLst/>
              <a:rect l="l" t="t" r="r" b="b"/>
              <a:pathLst>
                <a:path w="809" h="2033" extrusionOk="0">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64"/>
            <p:cNvSpPr/>
            <p:nvPr/>
          </p:nvSpPr>
          <p:spPr>
            <a:xfrm>
              <a:off x="4238091" y="3842252"/>
              <a:ext cx="20880" cy="53127"/>
            </a:xfrm>
            <a:custGeom>
              <a:avLst/>
              <a:gdLst/>
              <a:ahLst/>
              <a:cxnLst/>
              <a:rect l="l" t="t" r="r" b="b"/>
              <a:pathLst>
                <a:path w="799" h="2033" extrusionOk="0">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64"/>
            <p:cNvSpPr/>
            <p:nvPr/>
          </p:nvSpPr>
          <p:spPr>
            <a:xfrm>
              <a:off x="4038047" y="3842252"/>
              <a:ext cx="21141" cy="29504"/>
            </a:xfrm>
            <a:custGeom>
              <a:avLst/>
              <a:gdLst/>
              <a:ahLst/>
              <a:cxnLst/>
              <a:rect l="l" t="t" r="r" b="b"/>
              <a:pathLst>
                <a:path w="809" h="1129" extrusionOk="0">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64"/>
            <p:cNvSpPr/>
            <p:nvPr/>
          </p:nvSpPr>
          <p:spPr>
            <a:xfrm>
              <a:off x="4104659" y="3842252"/>
              <a:ext cx="21115" cy="29504"/>
            </a:xfrm>
            <a:custGeom>
              <a:avLst/>
              <a:gdLst/>
              <a:ahLst/>
              <a:cxnLst/>
              <a:rect l="l" t="t" r="r" b="b"/>
              <a:pathLst>
                <a:path w="808" h="1129" extrusionOk="0">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64"/>
            <p:cNvSpPr/>
            <p:nvPr/>
          </p:nvSpPr>
          <p:spPr>
            <a:xfrm>
              <a:off x="4171244" y="3842252"/>
              <a:ext cx="21141" cy="29504"/>
            </a:xfrm>
            <a:custGeom>
              <a:avLst/>
              <a:gdLst/>
              <a:ahLst/>
              <a:cxnLst/>
              <a:rect l="l" t="t" r="r" b="b"/>
              <a:pathLst>
                <a:path w="809" h="1129" extrusionOk="0">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64"/>
            <p:cNvSpPr/>
            <p:nvPr/>
          </p:nvSpPr>
          <p:spPr>
            <a:xfrm>
              <a:off x="4238091" y="3842252"/>
              <a:ext cx="20880" cy="29504"/>
            </a:xfrm>
            <a:custGeom>
              <a:avLst/>
              <a:gdLst/>
              <a:ahLst/>
              <a:cxnLst/>
              <a:rect l="l" t="t" r="r" b="b"/>
              <a:pathLst>
                <a:path w="799" h="1129" extrusionOk="0">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64"/>
            <p:cNvSpPr/>
            <p:nvPr/>
          </p:nvSpPr>
          <p:spPr>
            <a:xfrm>
              <a:off x="3985547" y="3919657"/>
              <a:ext cx="167483" cy="163145"/>
            </a:xfrm>
            <a:custGeom>
              <a:avLst/>
              <a:gdLst/>
              <a:ahLst/>
              <a:cxnLst/>
              <a:rect l="l" t="t" r="r" b="b"/>
              <a:pathLst>
                <a:path w="6409" h="6243" extrusionOk="0">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64"/>
            <p:cNvSpPr/>
            <p:nvPr/>
          </p:nvSpPr>
          <p:spPr>
            <a:xfrm>
              <a:off x="4167116" y="3935990"/>
              <a:ext cx="147126" cy="143755"/>
            </a:xfrm>
            <a:custGeom>
              <a:avLst/>
              <a:gdLst/>
              <a:ahLst/>
              <a:cxnLst/>
              <a:rect l="l" t="t" r="r" b="b"/>
              <a:pathLst>
                <a:path w="5630" h="5501" extrusionOk="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64"/>
            <p:cNvSpPr/>
            <p:nvPr/>
          </p:nvSpPr>
          <p:spPr>
            <a:xfrm>
              <a:off x="4167298" y="4057114"/>
              <a:ext cx="22814" cy="22474"/>
            </a:xfrm>
            <a:custGeom>
              <a:avLst/>
              <a:gdLst/>
              <a:ahLst/>
              <a:cxnLst/>
              <a:rect l="l" t="t" r="r" b="b"/>
              <a:pathLst>
                <a:path w="873" h="860" extrusionOk="0">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64"/>
            <p:cNvSpPr/>
            <p:nvPr/>
          </p:nvSpPr>
          <p:spPr>
            <a:xfrm>
              <a:off x="4183814" y="3960868"/>
              <a:ext cx="102544" cy="102570"/>
            </a:xfrm>
            <a:custGeom>
              <a:avLst/>
              <a:gdLst/>
              <a:ahLst/>
              <a:cxnLst/>
              <a:rect l="l" t="t" r="r" b="b"/>
              <a:pathLst>
                <a:path w="3924" h="3925" extrusionOk="0">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64"/>
            <p:cNvSpPr/>
            <p:nvPr/>
          </p:nvSpPr>
          <p:spPr>
            <a:xfrm>
              <a:off x="4265975" y="3936120"/>
              <a:ext cx="48267" cy="45392"/>
            </a:xfrm>
            <a:custGeom>
              <a:avLst/>
              <a:gdLst/>
              <a:ahLst/>
              <a:cxnLst/>
              <a:rect l="l" t="t" r="r" b="b"/>
              <a:pathLst>
                <a:path w="1847" h="1737" extrusionOk="0">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64"/>
            <p:cNvSpPr/>
            <p:nvPr/>
          </p:nvSpPr>
          <p:spPr>
            <a:xfrm>
              <a:off x="4201401" y="3978455"/>
              <a:ext cx="84957" cy="84983"/>
            </a:xfrm>
            <a:custGeom>
              <a:avLst/>
              <a:gdLst/>
              <a:ahLst/>
              <a:cxnLst/>
              <a:rect l="l" t="t" r="r" b="b"/>
              <a:pathLst>
                <a:path w="3251" h="3252" extrusionOk="0">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64"/>
            <p:cNvSpPr/>
            <p:nvPr/>
          </p:nvSpPr>
          <p:spPr>
            <a:xfrm>
              <a:off x="4265975" y="3936120"/>
              <a:ext cx="48032" cy="45392"/>
            </a:xfrm>
            <a:custGeom>
              <a:avLst/>
              <a:gdLst/>
              <a:ahLst/>
              <a:cxnLst/>
              <a:rect l="l" t="t" r="r" b="b"/>
              <a:pathLst>
                <a:path w="1838" h="1737" extrusionOk="0">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64"/>
            <p:cNvSpPr/>
            <p:nvPr/>
          </p:nvSpPr>
          <p:spPr>
            <a:xfrm>
              <a:off x="4283562" y="3953734"/>
              <a:ext cx="29425" cy="27779"/>
            </a:xfrm>
            <a:custGeom>
              <a:avLst/>
              <a:gdLst/>
              <a:ahLst/>
              <a:cxnLst/>
              <a:rect l="l" t="t" r="r" b="b"/>
              <a:pathLst>
                <a:path w="1126" h="1063" extrusionOk="0">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64"/>
            <p:cNvSpPr/>
            <p:nvPr/>
          </p:nvSpPr>
          <p:spPr>
            <a:xfrm>
              <a:off x="4248649" y="3943777"/>
              <a:ext cx="55061" cy="55061"/>
            </a:xfrm>
            <a:custGeom>
              <a:avLst/>
              <a:gdLst/>
              <a:ahLst/>
              <a:cxnLst/>
              <a:rect l="l" t="t" r="r" b="b"/>
              <a:pathLst>
                <a:path w="2107" h="2107" extrusionOk="0">
                  <a:moveTo>
                    <a:pt x="664" y="1"/>
                  </a:moveTo>
                  <a:lnTo>
                    <a:pt x="644" y="10"/>
                  </a:lnTo>
                  <a:lnTo>
                    <a:pt x="0" y="664"/>
                  </a:lnTo>
                  <a:lnTo>
                    <a:pt x="1443" y="2107"/>
                  </a:lnTo>
                  <a:lnTo>
                    <a:pt x="2106" y="1443"/>
                  </a:lnTo>
                  <a:lnTo>
                    <a:pt x="664"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64"/>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64"/>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0" name="Google Shape;13110;p64"/>
          <p:cNvGrpSpPr/>
          <p:nvPr/>
        </p:nvGrpSpPr>
        <p:grpSpPr>
          <a:xfrm>
            <a:off x="3502915" y="3649939"/>
            <a:ext cx="396796" cy="313407"/>
            <a:chOff x="3506590" y="3833812"/>
            <a:chExt cx="396796" cy="313407"/>
          </a:xfrm>
        </p:grpSpPr>
        <p:sp>
          <p:nvSpPr>
            <p:cNvPr id="13111" name="Google Shape;13111;p64"/>
            <p:cNvSpPr/>
            <p:nvPr/>
          </p:nvSpPr>
          <p:spPr>
            <a:xfrm>
              <a:off x="3511608" y="3839404"/>
              <a:ext cx="370428" cy="302667"/>
            </a:xfrm>
            <a:custGeom>
              <a:avLst/>
              <a:gdLst/>
              <a:ahLst/>
              <a:cxnLst/>
              <a:rect l="l" t="t" r="r" b="b"/>
              <a:pathLst>
                <a:path w="14175" h="11582" extrusionOk="0">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64"/>
            <p:cNvSpPr/>
            <p:nvPr/>
          </p:nvSpPr>
          <p:spPr>
            <a:xfrm>
              <a:off x="3511347" y="3920676"/>
              <a:ext cx="346804" cy="221159"/>
            </a:xfrm>
            <a:custGeom>
              <a:avLst/>
              <a:gdLst/>
              <a:ahLst/>
              <a:cxnLst/>
              <a:rect l="l" t="t" r="r" b="b"/>
              <a:pathLst>
                <a:path w="13271" h="8463" extrusionOk="0">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64"/>
            <p:cNvSpPr/>
            <p:nvPr/>
          </p:nvSpPr>
          <p:spPr>
            <a:xfrm>
              <a:off x="3506590" y="3833812"/>
              <a:ext cx="396796" cy="313407"/>
            </a:xfrm>
            <a:custGeom>
              <a:avLst/>
              <a:gdLst/>
              <a:ahLst/>
              <a:cxnLst/>
              <a:rect l="l" t="t" r="r" b="b"/>
              <a:pathLst>
                <a:path w="15184" h="11993" extrusionOk="0">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4" name="Google Shape;13114;p64"/>
          <p:cNvGrpSpPr/>
          <p:nvPr/>
        </p:nvGrpSpPr>
        <p:grpSpPr>
          <a:xfrm>
            <a:off x="2765613" y="1781491"/>
            <a:ext cx="104556" cy="366665"/>
            <a:chOff x="2769288" y="1965364"/>
            <a:chExt cx="104556" cy="366665"/>
          </a:xfrm>
        </p:grpSpPr>
        <p:sp>
          <p:nvSpPr>
            <p:cNvPr id="13115" name="Google Shape;13115;p64"/>
            <p:cNvSpPr/>
            <p:nvPr/>
          </p:nvSpPr>
          <p:spPr>
            <a:xfrm>
              <a:off x="2787372" y="1965364"/>
              <a:ext cx="68127" cy="69382"/>
            </a:xfrm>
            <a:custGeom>
              <a:avLst/>
              <a:gdLst/>
              <a:ahLst/>
              <a:cxnLst/>
              <a:rect l="l" t="t" r="r" b="b"/>
              <a:pathLst>
                <a:path w="2607" h="2655" extrusionOk="0">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64"/>
            <p:cNvSpPr/>
            <p:nvPr/>
          </p:nvSpPr>
          <p:spPr>
            <a:xfrm>
              <a:off x="2778853" y="2014624"/>
              <a:ext cx="85192" cy="55323"/>
            </a:xfrm>
            <a:custGeom>
              <a:avLst/>
              <a:gdLst/>
              <a:ahLst/>
              <a:cxnLst/>
              <a:rect l="l" t="t" r="r" b="b"/>
              <a:pathLst>
                <a:path w="3260" h="2117" extrusionOk="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64"/>
            <p:cNvSpPr/>
            <p:nvPr/>
          </p:nvSpPr>
          <p:spPr>
            <a:xfrm>
              <a:off x="2806239" y="2014624"/>
              <a:ext cx="30418" cy="32195"/>
            </a:xfrm>
            <a:custGeom>
              <a:avLst/>
              <a:gdLst/>
              <a:ahLst/>
              <a:cxnLst/>
              <a:rect l="l" t="t" r="r" b="b"/>
              <a:pathLst>
                <a:path w="1164" h="1232" extrusionOk="0">
                  <a:moveTo>
                    <a:pt x="0" y="1"/>
                  </a:moveTo>
                  <a:lnTo>
                    <a:pt x="0" y="1231"/>
                  </a:lnTo>
                  <a:lnTo>
                    <a:pt x="1164" y="1231"/>
                  </a:lnTo>
                  <a:lnTo>
                    <a:pt x="1164" y="1"/>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64"/>
            <p:cNvSpPr/>
            <p:nvPr/>
          </p:nvSpPr>
          <p:spPr>
            <a:xfrm>
              <a:off x="2769288" y="2046793"/>
              <a:ext cx="104556" cy="285236"/>
            </a:xfrm>
            <a:custGeom>
              <a:avLst/>
              <a:gdLst/>
              <a:ahLst/>
              <a:cxnLst/>
              <a:rect l="l" t="t" r="r" b="b"/>
              <a:pathLst>
                <a:path w="4001" h="10915" extrusionOk="0">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64"/>
            <p:cNvSpPr/>
            <p:nvPr/>
          </p:nvSpPr>
          <p:spPr>
            <a:xfrm>
              <a:off x="2793670" y="2046793"/>
              <a:ext cx="80175" cy="214626"/>
            </a:xfrm>
            <a:custGeom>
              <a:avLst/>
              <a:gdLst/>
              <a:ahLst/>
              <a:cxnLst/>
              <a:rect l="l" t="t" r="r" b="b"/>
              <a:pathLst>
                <a:path w="3068" h="8213" extrusionOk="0">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64"/>
            <p:cNvSpPr/>
            <p:nvPr/>
          </p:nvSpPr>
          <p:spPr>
            <a:xfrm>
              <a:off x="2769288" y="2287787"/>
              <a:ext cx="104556" cy="44007"/>
            </a:xfrm>
            <a:custGeom>
              <a:avLst/>
              <a:gdLst/>
              <a:ahLst/>
              <a:cxnLst/>
              <a:rect l="l" t="t" r="r" b="b"/>
              <a:pathLst>
                <a:path w="4001" h="1684" extrusionOk="0">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64"/>
            <p:cNvSpPr/>
            <p:nvPr/>
          </p:nvSpPr>
          <p:spPr>
            <a:xfrm>
              <a:off x="278337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64"/>
            <p:cNvSpPr/>
            <p:nvPr/>
          </p:nvSpPr>
          <p:spPr>
            <a:xfrm>
              <a:off x="2805220" y="2303492"/>
              <a:ext cx="11080" cy="28537"/>
            </a:xfrm>
            <a:custGeom>
              <a:avLst/>
              <a:gdLst/>
              <a:ahLst/>
              <a:cxnLst/>
              <a:rect l="l" t="t" r="r" b="b"/>
              <a:pathLst>
                <a:path w="424" h="1092" extrusionOk="0">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64"/>
            <p:cNvSpPr/>
            <p:nvPr/>
          </p:nvSpPr>
          <p:spPr>
            <a:xfrm>
              <a:off x="282709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64"/>
            <p:cNvSpPr/>
            <p:nvPr/>
          </p:nvSpPr>
          <p:spPr>
            <a:xfrm>
              <a:off x="2848940" y="2303414"/>
              <a:ext cx="11342" cy="28380"/>
            </a:xfrm>
            <a:custGeom>
              <a:avLst/>
              <a:gdLst/>
              <a:ahLst/>
              <a:cxnLst/>
              <a:rect l="l" t="t" r="r" b="b"/>
              <a:pathLst>
                <a:path w="434" h="1086" extrusionOk="0">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64"/>
            <p:cNvSpPr/>
            <p:nvPr/>
          </p:nvSpPr>
          <p:spPr>
            <a:xfrm>
              <a:off x="2818287" y="2046793"/>
              <a:ext cx="24146" cy="91046"/>
            </a:xfrm>
            <a:custGeom>
              <a:avLst/>
              <a:gdLst/>
              <a:ahLst/>
              <a:cxnLst/>
              <a:rect l="l" t="t" r="r" b="b"/>
              <a:pathLst>
                <a:path w="924" h="3484" extrusionOk="0">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64"/>
            <p:cNvSpPr/>
            <p:nvPr/>
          </p:nvSpPr>
          <p:spPr>
            <a:xfrm>
              <a:off x="2818287" y="2046793"/>
              <a:ext cx="24146" cy="67187"/>
            </a:xfrm>
            <a:custGeom>
              <a:avLst/>
              <a:gdLst/>
              <a:ahLst/>
              <a:cxnLst/>
              <a:rect l="l" t="t" r="r" b="b"/>
              <a:pathLst>
                <a:path w="924" h="2571" extrusionOk="0">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7" name="Google Shape;13127;p64"/>
          <p:cNvGrpSpPr/>
          <p:nvPr/>
        </p:nvGrpSpPr>
        <p:grpSpPr>
          <a:xfrm>
            <a:off x="3963004" y="1826988"/>
            <a:ext cx="367162" cy="275698"/>
            <a:chOff x="3966679" y="2010861"/>
            <a:chExt cx="367162" cy="275698"/>
          </a:xfrm>
        </p:grpSpPr>
        <p:sp>
          <p:nvSpPr>
            <p:cNvPr id="13128" name="Google Shape;13128;p64"/>
            <p:cNvSpPr/>
            <p:nvPr/>
          </p:nvSpPr>
          <p:spPr>
            <a:xfrm>
              <a:off x="3966679" y="2038509"/>
              <a:ext cx="367162" cy="248050"/>
            </a:xfrm>
            <a:custGeom>
              <a:avLst/>
              <a:gdLst/>
              <a:ahLst/>
              <a:cxnLst/>
              <a:rect l="l" t="t" r="r" b="b"/>
              <a:pathLst>
                <a:path w="14050" h="9492" extrusionOk="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64"/>
            <p:cNvSpPr/>
            <p:nvPr/>
          </p:nvSpPr>
          <p:spPr>
            <a:xfrm>
              <a:off x="4067969" y="2068117"/>
              <a:ext cx="236473" cy="185018"/>
            </a:xfrm>
            <a:custGeom>
              <a:avLst/>
              <a:gdLst/>
              <a:ahLst/>
              <a:cxnLst/>
              <a:rect l="l" t="t" r="r" b="b"/>
              <a:pathLst>
                <a:path w="9049" h="7080" extrusionOk="0">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64"/>
            <p:cNvSpPr/>
            <p:nvPr/>
          </p:nvSpPr>
          <p:spPr>
            <a:xfrm>
              <a:off x="3966941" y="2010861"/>
              <a:ext cx="79443" cy="243764"/>
            </a:xfrm>
            <a:custGeom>
              <a:avLst/>
              <a:gdLst/>
              <a:ahLst/>
              <a:cxnLst/>
              <a:rect l="l" t="t" r="r" b="b"/>
              <a:pathLst>
                <a:path w="3040" h="9328" extrusionOk="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64"/>
            <p:cNvSpPr/>
            <p:nvPr/>
          </p:nvSpPr>
          <p:spPr>
            <a:xfrm>
              <a:off x="3966941" y="2011357"/>
              <a:ext cx="22657" cy="243032"/>
            </a:xfrm>
            <a:custGeom>
              <a:avLst/>
              <a:gdLst/>
              <a:ahLst/>
              <a:cxnLst/>
              <a:rect l="l" t="t" r="r" b="b"/>
              <a:pathLst>
                <a:path w="867" h="9300" extrusionOk="0">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2" name="Google Shape;13132;p64"/>
          <p:cNvGrpSpPr/>
          <p:nvPr/>
        </p:nvGrpSpPr>
        <p:grpSpPr>
          <a:xfrm>
            <a:off x="1748902" y="1841622"/>
            <a:ext cx="366404" cy="246220"/>
            <a:chOff x="1752577" y="2025495"/>
            <a:chExt cx="366404" cy="246220"/>
          </a:xfrm>
        </p:grpSpPr>
        <p:sp>
          <p:nvSpPr>
            <p:cNvPr id="13133" name="Google Shape;13133;p64"/>
            <p:cNvSpPr/>
            <p:nvPr/>
          </p:nvSpPr>
          <p:spPr>
            <a:xfrm>
              <a:off x="1852090" y="2025495"/>
              <a:ext cx="80932" cy="72831"/>
            </a:xfrm>
            <a:custGeom>
              <a:avLst/>
              <a:gdLst/>
              <a:ahLst/>
              <a:cxnLst/>
              <a:rect l="l" t="t" r="r" b="b"/>
              <a:pathLst>
                <a:path w="3097" h="2787" extrusionOk="0">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64"/>
            <p:cNvSpPr/>
            <p:nvPr/>
          </p:nvSpPr>
          <p:spPr>
            <a:xfrm>
              <a:off x="1888257" y="2215400"/>
              <a:ext cx="205584" cy="56316"/>
            </a:xfrm>
            <a:custGeom>
              <a:avLst/>
              <a:gdLst/>
              <a:ahLst/>
              <a:cxnLst/>
              <a:rect l="l" t="t" r="r" b="b"/>
              <a:pathLst>
                <a:path w="7867" h="2155" extrusionOk="0">
                  <a:moveTo>
                    <a:pt x="1" y="1"/>
                  </a:moveTo>
                  <a:lnTo>
                    <a:pt x="1" y="2155"/>
                  </a:lnTo>
                  <a:lnTo>
                    <a:pt x="7867" y="2155"/>
                  </a:lnTo>
                  <a:lnTo>
                    <a:pt x="7867" y="1"/>
                  </a:ln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64"/>
            <p:cNvSpPr/>
            <p:nvPr/>
          </p:nvSpPr>
          <p:spPr>
            <a:xfrm>
              <a:off x="1930984" y="2215400"/>
              <a:ext cx="11080" cy="23519"/>
            </a:xfrm>
            <a:custGeom>
              <a:avLst/>
              <a:gdLst/>
              <a:ahLst/>
              <a:cxnLst/>
              <a:rect l="l" t="t" r="r" b="b"/>
              <a:pathLst>
                <a:path w="424" h="900" extrusionOk="0">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64"/>
            <p:cNvSpPr/>
            <p:nvPr/>
          </p:nvSpPr>
          <p:spPr>
            <a:xfrm>
              <a:off x="1948336" y="2215400"/>
              <a:ext cx="11315" cy="39120"/>
            </a:xfrm>
            <a:custGeom>
              <a:avLst/>
              <a:gdLst/>
              <a:ahLst/>
              <a:cxnLst/>
              <a:rect l="l" t="t" r="r" b="b"/>
              <a:pathLst>
                <a:path w="433" h="1497" extrusionOk="0">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64"/>
            <p:cNvSpPr/>
            <p:nvPr/>
          </p:nvSpPr>
          <p:spPr>
            <a:xfrm>
              <a:off x="1965661"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64"/>
            <p:cNvSpPr/>
            <p:nvPr/>
          </p:nvSpPr>
          <p:spPr>
            <a:xfrm>
              <a:off x="1983013" y="2215400"/>
              <a:ext cx="11315" cy="23519"/>
            </a:xfrm>
            <a:custGeom>
              <a:avLst/>
              <a:gdLst/>
              <a:ahLst/>
              <a:cxnLst/>
              <a:rect l="l" t="t" r="r" b="b"/>
              <a:pathLst>
                <a:path w="433" h="900" extrusionOk="0">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64"/>
            <p:cNvSpPr/>
            <p:nvPr/>
          </p:nvSpPr>
          <p:spPr>
            <a:xfrm>
              <a:off x="2000601" y="2215400"/>
              <a:ext cx="11080" cy="23519"/>
            </a:xfrm>
            <a:custGeom>
              <a:avLst/>
              <a:gdLst/>
              <a:ahLst/>
              <a:cxnLst/>
              <a:rect l="l" t="t" r="r" b="b"/>
              <a:pathLst>
                <a:path w="424" h="900" extrusionOk="0">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64"/>
            <p:cNvSpPr/>
            <p:nvPr/>
          </p:nvSpPr>
          <p:spPr>
            <a:xfrm>
              <a:off x="2017926" y="2215400"/>
              <a:ext cx="11342" cy="39120"/>
            </a:xfrm>
            <a:custGeom>
              <a:avLst/>
              <a:gdLst/>
              <a:ahLst/>
              <a:cxnLst/>
              <a:rect l="l" t="t" r="r" b="b"/>
              <a:pathLst>
                <a:path w="434" h="1497" extrusionOk="0">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64"/>
            <p:cNvSpPr/>
            <p:nvPr/>
          </p:nvSpPr>
          <p:spPr>
            <a:xfrm>
              <a:off x="2035278" y="2215400"/>
              <a:ext cx="11315" cy="23519"/>
            </a:xfrm>
            <a:custGeom>
              <a:avLst/>
              <a:gdLst/>
              <a:ahLst/>
              <a:cxnLst/>
              <a:rect l="l" t="t" r="r" b="b"/>
              <a:pathLst>
                <a:path w="433" h="900" extrusionOk="0">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64"/>
            <p:cNvSpPr/>
            <p:nvPr/>
          </p:nvSpPr>
          <p:spPr>
            <a:xfrm>
              <a:off x="2052604"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64"/>
            <p:cNvSpPr/>
            <p:nvPr/>
          </p:nvSpPr>
          <p:spPr>
            <a:xfrm>
              <a:off x="2070191" y="2215400"/>
              <a:ext cx="11080" cy="23519"/>
            </a:xfrm>
            <a:custGeom>
              <a:avLst/>
              <a:gdLst/>
              <a:ahLst/>
              <a:cxnLst/>
              <a:rect l="l" t="t" r="r" b="b"/>
              <a:pathLst>
                <a:path w="424" h="900" extrusionOk="0">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64"/>
            <p:cNvSpPr/>
            <p:nvPr/>
          </p:nvSpPr>
          <p:spPr>
            <a:xfrm>
              <a:off x="2092822" y="2191776"/>
              <a:ext cx="26159" cy="79939"/>
            </a:xfrm>
            <a:custGeom>
              <a:avLst/>
              <a:gdLst/>
              <a:ahLst/>
              <a:cxnLst/>
              <a:rect l="l" t="t" r="r" b="b"/>
              <a:pathLst>
                <a:path w="1001" h="3059" extrusionOk="0">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64"/>
            <p:cNvSpPr/>
            <p:nvPr/>
          </p:nvSpPr>
          <p:spPr>
            <a:xfrm>
              <a:off x="1752577" y="2044519"/>
              <a:ext cx="166359" cy="227196"/>
            </a:xfrm>
            <a:custGeom>
              <a:avLst/>
              <a:gdLst/>
              <a:ahLst/>
              <a:cxnLst/>
              <a:rect l="l" t="t" r="r" b="b"/>
              <a:pathLst>
                <a:path w="6366" h="8694" extrusionOk="0">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64"/>
            <p:cNvSpPr/>
            <p:nvPr/>
          </p:nvSpPr>
          <p:spPr>
            <a:xfrm>
              <a:off x="1774189" y="2044467"/>
              <a:ext cx="144748" cy="204147"/>
            </a:xfrm>
            <a:custGeom>
              <a:avLst/>
              <a:gdLst/>
              <a:ahLst/>
              <a:cxnLst/>
              <a:rect l="l" t="t" r="r" b="b"/>
              <a:pathLst>
                <a:path w="5539" h="7812" extrusionOk="0">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64"/>
            <p:cNvSpPr/>
            <p:nvPr/>
          </p:nvSpPr>
          <p:spPr>
            <a:xfrm>
              <a:off x="1780774" y="2090774"/>
              <a:ext cx="95880" cy="81978"/>
            </a:xfrm>
            <a:custGeom>
              <a:avLst/>
              <a:gdLst/>
              <a:ahLst/>
              <a:cxnLst/>
              <a:rect l="l" t="t" r="r" b="b"/>
              <a:pathLst>
                <a:path w="3669" h="3137" extrusionOk="0">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64"/>
            <p:cNvSpPr/>
            <p:nvPr/>
          </p:nvSpPr>
          <p:spPr>
            <a:xfrm>
              <a:off x="1805443" y="2090565"/>
              <a:ext cx="71028" cy="61882"/>
            </a:xfrm>
            <a:custGeom>
              <a:avLst/>
              <a:gdLst/>
              <a:ahLst/>
              <a:cxnLst/>
              <a:rect l="l" t="t" r="r" b="b"/>
              <a:pathLst>
                <a:path w="2718" h="2368" extrusionOk="0">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9" name="Google Shape;13149;p64"/>
          <p:cNvGrpSpPr/>
          <p:nvPr/>
        </p:nvGrpSpPr>
        <p:grpSpPr>
          <a:xfrm>
            <a:off x="1305878" y="1885708"/>
            <a:ext cx="366404" cy="158363"/>
            <a:chOff x="1309553" y="2069580"/>
            <a:chExt cx="366404" cy="158363"/>
          </a:xfrm>
        </p:grpSpPr>
        <p:sp>
          <p:nvSpPr>
            <p:cNvPr id="13150" name="Google Shape;13150;p64"/>
            <p:cNvSpPr/>
            <p:nvPr/>
          </p:nvSpPr>
          <p:spPr>
            <a:xfrm>
              <a:off x="1477402" y="2100051"/>
              <a:ext cx="198555" cy="92770"/>
            </a:xfrm>
            <a:custGeom>
              <a:avLst/>
              <a:gdLst/>
              <a:ahLst/>
              <a:cxnLst/>
              <a:rect l="l" t="t" r="r" b="b"/>
              <a:pathLst>
                <a:path w="7598" h="3550" extrusionOk="0">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64"/>
            <p:cNvSpPr/>
            <p:nvPr/>
          </p:nvSpPr>
          <p:spPr>
            <a:xfrm>
              <a:off x="1477402" y="2150826"/>
              <a:ext cx="198555" cy="42230"/>
            </a:xfrm>
            <a:custGeom>
              <a:avLst/>
              <a:gdLst/>
              <a:ahLst/>
              <a:cxnLst/>
              <a:rect l="l" t="t" r="r" b="b"/>
              <a:pathLst>
                <a:path w="7598" h="1616" extrusionOk="0">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64"/>
            <p:cNvSpPr/>
            <p:nvPr/>
          </p:nvSpPr>
          <p:spPr>
            <a:xfrm>
              <a:off x="1477402" y="2171680"/>
              <a:ext cx="198555" cy="21376"/>
            </a:xfrm>
            <a:custGeom>
              <a:avLst/>
              <a:gdLst/>
              <a:ahLst/>
              <a:cxnLst/>
              <a:rect l="l" t="t" r="r" b="b"/>
              <a:pathLst>
                <a:path w="7598" h="818" extrusionOk="0">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64"/>
            <p:cNvSpPr/>
            <p:nvPr/>
          </p:nvSpPr>
          <p:spPr>
            <a:xfrm>
              <a:off x="1309553" y="2100077"/>
              <a:ext cx="105549" cy="92744"/>
            </a:xfrm>
            <a:custGeom>
              <a:avLst/>
              <a:gdLst/>
              <a:ahLst/>
              <a:cxnLst/>
              <a:rect l="l" t="t" r="r" b="b"/>
              <a:pathLst>
                <a:path w="4039" h="3549" extrusionOk="0">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64"/>
            <p:cNvSpPr/>
            <p:nvPr/>
          </p:nvSpPr>
          <p:spPr>
            <a:xfrm>
              <a:off x="1328891" y="2100077"/>
              <a:ext cx="86211" cy="71629"/>
            </a:xfrm>
            <a:custGeom>
              <a:avLst/>
              <a:gdLst/>
              <a:ahLst/>
              <a:cxnLst/>
              <a:rect l="l" t="t" r="r" b="b"/>
              <a:pathLst>
                <a:path w="3299" h="2741" extrusionOk="0">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64"/>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64"/>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64"/>
            <p:cNvSpPr/>
            <p:nvPr/>
          </p:nvSpPr>
          <p:spPr>
            <a:xfrm>
              <a:off x="1339814" y="2100077"/>
              <a:ext cx="11838" cy="23885"/>
            </a:xfrm>
            <a:custGeom>
              <a:avLst/>
              <a:gdLst/>
              <a:ahLst/>
              <a:cxnLst/>
              <a:rect l="l" t="t" r="r" b="b"/>
              <a:pathLst>
                <a:path w="453" h="914" extrusionOk="0">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64"/>
            <p:cNvSpPr/>
            <p:nvPr/>
          </p:nvSpPr>
          <p:spPr>
            <a:xfrm>
              <a:off x="1357532" y="2100077"/>
              <a:ext cx="11080" cy="22944"/>
            </a:xfrm>
            <a:custGeom>
              <a:avLst/>
              <a:gdLst/>
              <a:ahLst/>
              <a:cxnLst/>
              <a:rect l="l" t="t" r="r" b="b"/>
              <a:pathLst>
                <a:path w="424" h="878" extrusionOk="0">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64"/>
            <p:cNvSpPr/>
            <p:nvPr/>
          </p:nvSpPr>
          <p:spPr>
            <a:xfrm>
              <a:off x="1374884" y="2100077"/>
              <a:ext cx="11080" cy="22944"/>
            </a:xfrm>
            <a:custGeom>
              <a:avLst/>
              <a:gdLst/>
              <a:ahLst/>
              <a:cxnLst/>
              <a:rect l="l" t="t" r="r" b="b"/>
              <a:pathLst>
                <a:path w="424" h="878" extrusionOk="0">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64"/>
            <p:cNvSpPr/>
            <p:nvPr/>
          </p:nvSpPr>
          <p:spPr>
            <a:xfrm>
              <a:off x="1391844" y="2100077"/>
              <a:ext cx="11838" cy="39225"/>
            </a:xfrm>
            <a:custGeom>
              <a:avLst/>
              <a:gdLst/>
              <a:ahLst/>
              <a:cxnLst/>
              <a:rect l="l" t="t" r="r" b="b"/>
              <a:pathLst>
                <a:path w="453" h="1501" extrusionOk="0">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64"/>
            <p:cNvSpPr/>
            <p:nvPr/>
          </p:nvSpPr>
          <p:spPr>
            <a:xfrm>
              <a:off x="1322619" y="2100077"/>
              <a:ext cx="11315" cy="38467"/>
            </a:xfrm>
            <a:custGeom>
              <a:avLst/>
              <a:gdLst/>
              <a:ahLst/>
              <a:cxnLst/>
              <a:rect l="l" t="t" r="r" b="b"/>
              <a:pathLst>
                <a:path w="433" h="1472" extrusionOk="0">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64"/>
            <p:cNvSpPr/>
            <p:nvPr/>
          </p:nvSpPr>
          <p:spPr>
            <a:xfrm>
              <a:off x="1513334"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64"/>
            <p:cNvSpPr/>
            <p:nvPr/>
          </p:nvSpPr>
          <p:spPr>
            <a:xfrm>
              <a:off x="1496008" y="2100077"/>
              <a:ext cx="11315" cy="22944"/>
            </a:xfrm>
            <a:custGeom>
              <a:avLst/>
              <a:gdLst/>
              <a:ahLst/>
              <a:cxnLst/>
              <a:rect l="l" t="t" r="r" b="b"/>
              <a:pathLst>
                <a:path w="433" h="878" extrusionOk="0">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64"/>
            <p:cNvSpPr/>
            <p:nvPr/>
          </p:nvSpPr>
          <p:spPr>
            <a:xfrm>
              <a:off x="1530921" y="2100077"/>
              <a:ext cx="11342" cy="38467"/>
            </a:xfrm>
            <a:custGeom>
              <a:avLst/>
              <a:gdLst/>
              <a:ahLst/>
              <a:cxnLst/>
              <a:rect l="l" t="t" r="r" b="b"/>
              <a:pathLst>
                <a:path w="434" h="1472" extrusionOk="0">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64"/>
            <p:cNvSpPr/>
            <p:nvPr/>
          </p:nvSpPr>
          <p:spPr>
            <a:xfrm>
              <a:off x="1548012"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64"/>
            <p:cNvSpPr/>
            <p:nvPr/>
          </p:nvSpPr>
          <p:spPr>
            <a:xfrm>
              <a:off x="1565364" y="2100077"/>
              <a:ext cx="11838" cy="23885"/>
            </a:xfrm>
            <a:custGeom>
              <a:avLst/>
              <a:gdLst/>
              <a:ahLst/>
              <a:cxnLst/>
              <a:rect l="l" t="t" r="r" b="b"/>
              <a:pathLst>
                <a:path w="453" h="914" extrusionOk="0">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64"/>
            <p:cNvSpPr/>
            <p:nvPr/>
          </p:nvSpPr>
          <p:spPr>
            <a:xfrm>
              <a:off x="1582690"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64"/>
            <p:cNvSpPr/>
            <p:nvPr/>
          </p:nvSpPr>
          <p:spPr>
            <a:xfrm>
              <a:off x="1600042" y="2100077"/>
              <a:ext cx="11838" cy="39225"/>
            </a:xfrm>
            <a:custGeom>
              <a:avLst/>
              <a:gdLst/>
              <a:ahLst/>
              <a:cxnLst/>
              <a:rect l="l" t="t" r="r" b="b"/>
              <a:pathLst>
                <a:path w="453" h="1501" extrusionOk="0">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64"/>
            <p:cNvSpPr/>
            <p:nvPr/>
          </p:nvSpPr>
          <p:spPr>
            <a:xfrm>
              <a:off x="1617367"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64"/>
            <p:cNvSpPr/>
            <p:nvPr/>
          </p:nvSpPr>
          <p:spPr>
            <a:xfrm>
              <a:off x="1634955" y="2100077"/>
              <a:ext cx="11342" cy="22944"/>
            </a:xfrm>
            <a:custGeom>
              <a:avLst/>
              <a:gdLst/>
              <a:ahLst/>
              <a:cxnLst/>
              <a:rect l="l" t="t" r="r" b="b"/>
              <a:pathLst>
                <a:path w="434" h="878" extrusionOk="0">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64"/>
            <p:cNvSpPr/>
            <p:nvPr/>
          </p:nvSpPr>
          <p:spPr>
            <a:xfrm>
              <a:off x="1652045"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64"/>
            <p:cNvSpPr/>
            <p:nvPr/>
          </p:nvSpPr>
          <p:spPr>
            <a:xfrm>
              <a:off x="1386435" y="2069580"/>
              <a:ext cx="45000" cy="158363"/>
            </a:xfrm>
            <a:custGeom>
              <a:avLst/>
              <a:gdLst/>
              <a:ahLst/>
              <a:cxnLst/>
              <a:rect l="l" t="t" r="r" b="b"/>
              <a:pathLst>
                <a:path w="1722" h="6060" extrusionOk="0">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64"/>
            <p:cNvSpPr/>
            <p:nvPr/>
          </p:nvSpPr>
          <p:spPr>
            <a:xfrm>
              <a:off x="1405537" y="2084737"/>
              <a:ext cx="25897" cy="135967"/>
            </a:xfrm>
            <a:custGeom>
              <a:avLst/>
              <a:gdLst/>
              <a:ahLst/>
              <a:cxnLst/>
              <a:rect l="l" t="t" r="r" b="b"/>
              <a:pathLst>
                <a:path w="991" h="5203" extrusionOk="0">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64"/>
            <p:cNvSpPr/>
            <p:nvPr/>
          </p:nvSpPr>
          <p:spPr>
            <a:xfrm>
              <a:off x="1462062" y="2069737"/>
              <a:ext cx="45026" cy="158128"/>
            </a:xfrm>
            <a:custGeom>
              <a:avLst/>
              <a:gdLst/>
              <a:ahLst/>
              <a:cxnLst/>
              <a:rect l="l" t="t" r="r" b="b"/>
              <a:pathLst>
                <a:path w="1723" h="6051" extrusionOk="0">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64"/>
            <p:cNvSpPr/>
            <p:nvPr/>
          </p:nvSpPr>
          <p:spPr>
            <a:xfrm>
              <a:off x="1462062" y="2084999"/>
              <a:ext cx="25923" cy="135967"/>
            </a:xfrm>
            <a:custGeom>
              <a:avLst/>
              <a:gdLst/>
              <a:ahLst/>
              <a:cxnLst/>
              <a:rect l="l" t="t" r="r" b="b"/>
              <a:pathLst>
                <a:path w="992" h="5203" extrusionOk="0">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6" name="Google Shape;13176;p64"/>
          <p:cNvGrpSpPr/>
          <p:nvPr/>
        </p:nvGrpSpPr>
        <p:grpSpPr>
          <a:xfrm>
            <a:off x="862853" y="1904889"/>
            <a:ext cx="366639" cy="119635"/>
            <a:chOff x="866528" y="2088762"/>
            <a:chExt cx="366639" cy="119635"/>
          </a:xfrm>
        </p:grpSpPr>
        <p:sp>
          <p:nvSpPr>
            <p:cNvPr id="13177" name="Google Shape;13177;p64"/>
            <p:cNvSpPr/>
            <p:nvPr/>
          </p:nvSpPr>
          <p:spPr>
            <a:xfrm>
              <a:off x="866528" y="2088762"/>
              <a:ext cx="366639" cy="119635"/>
            </a:xfrm>
            <a:custGeom>
              <a:avLst/>
              <a:gdLst/>
              <a:ahLst/>
              <a:cxnLst/>
              <a:rect l="l" t="t" r="r" b="b"/>
              <a:pathLst>
                <a:path w="14030" h="4578" extrusionOk="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64"/>
            <p:cNvSpPr/>
            <p:nvPr/>
          </p:nvSpPr>
          <p:spPr>
            <a:xfrm>
              <a:off x="866528" y="2139511"/>
              <a:ext cx="366639" cy="68885"/>
            </a:xfrm>
            <a:custGeom>
              <a:avLst/>
              <a:gdLst/>
              <a:ahLst/>
              <a:cxnLst/>
              <a:rect l="l" t="t" r="r" b="b"/>
              <a:pathLst>
                <a:path w="14030" h="2636" extrusionOk="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64"/>
            <p:cNvSpPr/>
            <p:nvPr/>
          </p:nvSpPr>
          <p:spPr>
            <a:xfrm>
              <a:off x="866528" y="2164389"/>
              <a:ext cx="366639" cy="44007"/>
            </a:xfrm>
            <a:custGeom>
              <a:avLst/>
              <a:gdLst/>
              <a:ahLst/>
              <a:cxnLst/>
              <a:rect l="l" t="t" r="r" b="b"/>
              <a:pathLst>
                <a:path w="14030" h="1684" extrusionOk="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64"/>
            <p:cNvSpPr/>
            <p:nvPr/>
          </p:nvSpPr>
          <p:spPr>
            <a:xfrm>
              <a:off x="897940" y="2088762"/>
              <a:ext cx="11943" cy="36455"/>
            </a:xfrm>
            <a:custGeom>
              <a:avLst/>
              <a:gdLst/>
              <a:ahLst/>
              <a:cxnLst/>
              <a:rect l="l" t="t" r="r" b="b"/>
              <a:pathLst>
                <a:path w="457" h="1395" extrusionOk="0">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64"/>
            <p:cNvSpPr/>
            <p:nvPr/>
          </p:nvSpPr>
          <p:spPr>
            <a:xfrm>
              <a:off x="927443" y="2088762"/>
              <a:ext cx="11838" cy="26916"/>
            </a:xfrm>
            <a:custGeom>
              <a:avLst/>
              <a:gdLst/>
              <a:ahLst/>
              <a:cxnLst/>
              <a:rect l="l" t="t" r="r" b="b"/>
              <a:pathLst>
                <a:path w="453" h="1030" extrusionOk="0">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64"/>
            <p:cNvSpPr/>
            <p:nvPr/>
          </p:nvSpPr>
          <p:spPr>
            <a:xfrm>
              <a:off x="956346" y="2088762"/>
              <a:ext cx="11838" cy="36455"/>
            </a:xfrm>
            <a:custGeom>
              <a:avLst/>
              <a:gdLst/>
              <a:ahLst/>
              <a:cxnLst/>
              <a:rect l="l" t="t" r="r" b="b"/>
              <a:pathLst>
                <a:path w="453" h="1395" extrusionOk="0">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64"/>
            <p:cNvSpPr/>
            <p:nvPr/>
          </p:nvSpPr>
          <p:spPr>
            <a:xfrm>
              <a:off x="985876" y="2088762"/>
              <a:ext cx="11838" cy="26916"/>
            </a:xfrm>
            <a:custGeom>
              <a:avLst/>
              <a:gdLst/>
              <a:ahLst/>
              <a:cxnLst/>
              <a:rect l="l" t="t" r="r" b="b"/>
              <a:pathLst>
                <a:path w="453" h="1030" extrusionOk="0">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64"/>
            <p:cNvSpPr/>
            <p:nvPr/>
          </p:nvSpPr>
          <p:spPr>
            <a:xfrm>
              <a:off x="1014647" y="2088762"/>
              <a:ext cx="11969" cy="36455"/>
            </a:xfrm>
            <a:custGeom>
              <a:avLst/>
              <a:gdLst/>
              <a:ahLst/>
              <a:cxnLst/>
              <a:rect l="l" t="t" r="r" b="b"/>
              <a:pathLst>
                <a:path w="458" h="1395" extrusionOk="0">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64"/>
            <p:cNvSpPr/>
            <p:nvPr/>
          </p:nvSpPr>
          <p:spPr>
            <a:xfrm>
              <a:off x="1044439" y="2088762"/>
              <a:ext cx="11315" cy="26159"/>
            </a:xfrm>
            <a:custGeom>
              <a:avLst/>
              <a:gdLst/>
              <a:ahLst/>
              <a:cxnLst/>
              <a:rect l="l" t="t" r="r" b="b"/>
              <a:pathLst>
                <a:path w="433" h="1001" extrusionOk="0">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64"/>
            <p:cNvSpPr/>
            <p:nvPr/>
          </p:nvSpPr>
          <p:spPr>
            <a:xfrm>
              <a:off x="1073080"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64"/>
            <p:cNvSpPr/>
            <p:nvPr/>
          </p:nvSpPr>
          <p:spPr>
            <a:xfrm>
              <a:off x="1102479" y="2088762"/>
              <a:ext cx="11838" cy="26916"/>
            </a:xfrm>
            <a:custGeom>
              <a:avLst/>
              <a:gdLst/>
              <a:ahLst/>
              <a:cxnLst/>
              <a:rect l="l" t="t" r="r" b="b"/>
              <a:pathLst>
                <a:path w="453" h="1030" extrusionOk="0">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64"/>
            <p:cNvSpPr/>
            <p:nvPr/>
          </p:nvSpPr>
          <p:spPr>
            <a:xfrm>
              <a:off x="1131381"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64"/>
            <p:cNvSpPr/>
            <p:nvPr/>
          </p:nvSpPr>
          <p:spPr>
            <a:xfrm>
              <a:off x="1160911" y="2088762"/>
              <a:ext cx="11838" cy="26916"/>
            </a:xfrm>
            <a:custGeom>
              <a:avLst/>
              <a:gdLst/>
              <a:ahLst/>
              <a:cxnLst/>
              <a:rect l="l" t="t" r="r" b="b"/>
              <a:pathLst>
                <a:path w="453" h="1030" extrusionOk="0">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64"/>
            <p:cNvSpPr/>
            <p:nvPr/>
          </p:nvSpPr>
          <p:spPr>
            <a:xfrm>
              <a:off x="1189814" y="2088762"/>
              <a:ext cx="11812" cy="36455"/>
            </a:xfrm>
            <a:custGeom>
              <a:avLst/>
              <a:gdLst/>
              <a:ahLst/>
              <a:cxnLst/>
              <a:rect l="l" t="t" r="r" b="b"/>
              <a:pathLst>
                <a:path w="452" h="1395" extrusionOk="0">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1" name="Google Shape;13191;p64"/>
          <p:cNvGrpSpPr/>
          <p:nvPr/>
        </p:nvGrpSpPr>
        <p:grpSpPr>
          <a:xfrm>
            <a:off x="2325594" y="1781439"/>
            <a:ext cx="98807" cy="366273"/>
            <a:chOff x="2329269" y="1965312"/>
            <a:chExt cx="98807" cy="366273"/>
          </a:xfrm>
        </p:grpSpPr>
        <p:sp>
          <p:nvSpPr>
            <p:cNvPr id="13192" name="Google Shape;13192;p64"/>
            <p:cNvSpPr/>
            <p:nvPr/>
          </p:nvSpPr>
          <p:spPr>
            <a:xfrm>
              <a:off x="2329269" y="1965312"/>
              <a:ext cx="98807" cy="312179"/>
            </a:xfrm>
            <a:custGeom>
              <a:avLst/>
              <a:gdLst/>
              <a:ahLst/>
              <a:cxnLst/>
              <a:rect l="l" t="t" r="r" b="b"/>
              <a:pathLst>
                <a:path w="3781" h="11946" extrusionOk="0">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64"/>
            <p:cNvSpPr/>
            <p:nvPr/>
          </p:nvSpPr>
          <p:spPr>
            <a:xfrm>
              <a:off x="2353415" y="1970904"/>
              <a:ext cx="74661" cy="289757"/>
            </a:xfrm>
            <a:custGeom>
              <a:avLst/>
              <a:gdLst/>
              <a:ahLst/>
              <a:cxnLst/>
              <a:rect l="l" t="t" r="r" b="b"/>
              <a:pathLst>
                <a:path w="2857" h="11088" extrusionOk="0">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64"/>
            <p:cNvSpPr/>
            <p:nvPr/>
          </p:nvSpPr>
          <p:spPr>
            <a:xfrm>
              <a:off x="2337266" y="2001558"/>
              <a:ext cx="81246" cy="330027"/>
            </a:xfrm>
            <a:custGeom>
              <a:avLst/>
              <a:gdLst/>
              <a:ahLst/>
              <a:cxnLst/>
              <a:rect l="l" t="t" r="r" b="b"/>
              <a:pathLst>
                <a:path w="3109" h="12629" extrusionOk="0">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5" name="Google Shape;13195;p64"/>
          <p:cNvGrpSpPr/>
          <p:nvPr/>
        </p:nvGrpSpPr>
        <p:grpSpPr>
          <a:xfrm>
            <a:off x="3204378" y="1781099"/>
            <a:ext cx="112344" cy="366926"/>
            <a:chOff x="3208053" y="1964972"/>
            <a:chExt cx="112344" cy="366926"/>
          </a:xfrm>
        </p:grpSpPr>
        <p:sp>
          <p:nvSpPr>
            <p:cNvPr id="13196" name="Google Shape;13196;p64"/>
            <p:cNvSpPr/>
            <p:nvPr/>
          </p:nvSpPr>
          <p:spPr>
            <a:xfrm>
              <a:off x="3226398" y="2093283"/>
              <a:ext cx="63607" cy="238616"/>
            </a:xfrm>
            <a:custGeom>
              <a:avLst/>
              <a:gdLst/>
              <a:ahLst/>
              <a:cxnLst/>
              <a:rect l="l" t="t" r="r" b="b"/>
              <a:pathLst>
                <a:path w="2434" h="9131" extrusionOk="0">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64"/>
            <p:cNvSpPr/>
            <p:nvPr/>
          </p:nvSpPr>
          <p:spPr>
            <a:xfrm>
              <a:off x="3226398" y="2093544"/>
              <a:ext cx="45497" cy="238355"/>
            </a:xfrm>
            <a:custGeom>
              <a:avLst/>
              <a:gdLst/>
              <a:ahLst/>
              <a:cxnLst/>
              <a:rect l="l" t="t" r="r" b="b"/>
              <a:pathLst>
                <a:path w="1741" h="9121" extrusionOk="0">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64"/>
            <p:cNvSpPr/>
            <p:nvPr/>
          </p:nvSpPr>
          <p:spPr>
            <a:xfrm>
              <a:off x="3208053" y="1964972"/>
              <a:ext cx="112344" cy="147936"/>
            </a:xfrm>
            <a:custGeom>
              <a:avLst/>
              <a:gdLst/>
              <a:ahLst/>
              <a:cxnLst/>
              <a:rect l="l" t="t" r="r" b="b"/>
              <a:pathLst>
                <a:path w="4299" h="5661" extrusionOk="0">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64"/>
            <p:cNvSpPr/>
            <p:nvPr/>
          </p:nvSpPr>
          <p:spPr>
            <a:xfrm>
              <a:off x="3229900" y="1964972"/>
              <a:ext cx="90497" cy="130088"/>
            </a:xfrm>
            <a:custGeom>
              <a:avLst/>
              <a:gdLst/>
              <a:ahLst/>
              <a:cxnLst/>
              <a:rect l="l" t="t" r="r" b="b"/>
              <a:pathLst>
                <a:path w="3463" h="4978" extrusionOk="0">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64"/>
            <p:cNvSpPr/>
            <p:nvPr/>
          </p:nvSpPr>
          <p:spPr>
            <a:xfrm>
              <a:off x="3227887" y="2142542"/>
              <a:ext cx="60340" cy="31176"/>
            </a:xfrm>
            <a:custGeom>
              <a:avLst/>
              <a:gdLst/>
              <a:ahLst/>
              <a:cxnLst/>
              <a:rect l="l" t="t" r="r" b="b"/>
              <a:pathLst>
                <a:path w="2309" h="1193" extrusionOk="0">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64"/>
            <p:cNvSpPr/>
            <p:nvPr/>
          </p:nvSpPr>
          <p:spPr>
            <a:xfrm>
              <a:off x="3227887" y="2142542"/>
              <a:ext cx="29948" cy="31176"/>
            </a:xfrm>
            <a:custGeom>
              <a:avLst/>
              <a:gdLst/>
              <a:ahLst/>
              <a:cxnLst/>
              <a:rect l="l" t="t" r="r" b="b"/>
              <a:pathLst>
                <a:path w="1146" h="1193" extrusionOk="0">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2" name="Google Shape;13202;p64"/>
          <p:cNvGrpSpPr/>
          <p:nvPr/>
        </p:nvGrpSpPr>
        <p:grpSpPr>
          <a:xfrm>
            <a:off x="3221704" y="3623467"/>
            <a:ext cx="72413" cy="366404"/>
            <a:chOff x="3225379" y="3807339"/>
            <a:chExt cx="72413" cy="366404"/>
          </a:xfrm>
        </p:grpSpPr>
        <p:sp>
          <p:nvSpPr>
            <p:cNvPr id="13203" name="Google Shape;13203;p64"/>
            <p:cNvSpPr/>
            <p:nvPr/>
          </p:nvSpPr>
          <p:spPr>
            <a:xfrm>
              <a:off x="3225379" y="3807339"/>
              <a:ext cx="72413" cy="366404"/>
            </a:xfrm>
            <a:custGeom>
              <a:avLst/>
              <a:gdLst/>
              <a:ahLst/>
              <a:cxnLst/>
              <a:rect l="l" t="t" r="r" b="b"/>
              <a:pathLst>
                <a:path w="2771" h="14021" extrusionOk="0">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64"/>
            <p:cNvSpPr/>
            <p:nvPr/>
          </p:nvSpPr>
          <p:spPr>
            <a:xfrm>
              <a:off x="3225640" y="4104623"/>
              <a:ext cx="72152" cy="33188"/>
            </a:xfrm>
            <a:custGeom>
              <a:avLst/>
              <a:gdLst/>
              <a:ahLst/>
              <a:cxnLst/>
              <a:rect l="l" t="t" r="r" b="b"/>
              <a:pathLst>
                <a:path w="2761" h="1270" extrusionOk="0">
                  <a:moveTo>
                    <a:pt x="0" y="0"/>
                  </a:moveTo>
                  <a:lnTo>
                    <a:pt x="0" y="1269"/>
                  </a:lnTo>
                  <a:lnTo>
                    <a:pt x="2760" y="1269"/>
                  </a:lnTo>
                  <a:lnTo>
                    <a:pt x="2760" y="1241"/>
                  </a:lnTo>
                  <a:lnTo>
                    <a:pt x="2760"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64"/>
            <p:cNvSpPr/>
            <p:nvPr/>
          </p:nvSpPr>
          <p:spPr>
            <a:xfrm>
              <a:off x="3245997" y="3807339"/>
              <a:ext cx="31437" cy="32509"/>
            </a:xfrm>
            <a:custGeom>
              <a:avLst/>
              <a:gdLst/>
              <a:ahLst/>
              <a:cxnLst/>
              <a:rect l="l" t="t" r="r" b="b"/>
              <a:pathLst>
                <a:path w="1203" h="1244" extrusionOk="0">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64"/>
            <p:cNvSpPr/>
            <p:nvPr/>
          </p:nvSpPr>
          <p:spPr>
            <a:xfrm>
              <a:off x="3225379" y="4137785"/>
              <a:ext cx="72413" cy="35958"/>
            </a:xfrm>
            <a:custGeom>
              <a:avLst/>
              <a:gdLst/>
              <a:ahLst/>
              <a:cxnLst/>
              <a:rect l="l" t="t" r="r" b="b"/>
              <a:pathLst>
                <a:path w="2771" h="1376" extrusionOk="0">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64"/>
            <p:cNvSpPr/>
            <p:nvPr/>
          </p:nvSpPr>
          <p:spPr>
            <a:xfrm>
              <a:off x="3255039" y="4104623"/>
              <a:ext cx="42753" cy="33188"/>
            </a:xfrm>
            <a:custGeom>
              <a:avLst/>
              <a:gdLst/>
              <a:ahLst/>
              <a:cxnLst/>
              <a:rect l="l" t="t" r="r" b="b"/>
              <a:pathLst>
                <a:path w="1636" h="1270" extrusionOk="0">
                  <a:moveTo>
                    <a:pt x="0" y="0"/>
                  </a:moveTo>
                  <a:lnTo>
                    <a:pt x="0" y="1269"/>
                  </a:lnTo>
                  <a:lnTo>
                    <a:pt x="1635" y="1269"/>
                  </a:lnTo>
                  <a:lnTo>
                    <a:pt x="1635" y="1241"/>
                  </a:lnTo>
                  <a:lnTo>
                    <a:pt x="1635" y="0"/>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64"/>
            <p:cNvSpPr/>
            <p:nvPr/>
          </p:nvSpPr>
          <p:spPr>
            <a:xfrm>
              <a:off x="3255039" y="4137785"/>
              <a:ext cx="42753" cy="32953"/>
            </a:xfrm>
            <a:custGeom>
              <a:avLst/>
              <a:gdLst/>
              <a:ahLst/>
              <a:cxnLst/>
              <a:rect l="l" t="t" r="r" b="b"/>
              <a:pathLst>
                <a:path w="1636" h="1261" extrusionOk="0">
                  <a:moveTo>
                    <a:pt x="0" y="0"/>
                  </a:moveTo>
                  <a:cubicBezTo>
                    <a:pt x="0" y="539"/>
                    <a:pt x="318" y="1039"/>
                    <a:pt x="818" y="1260"/>
                  </a:cubicBezTo>
                  <a:cubicBezTo>
                    <a:pt x="1308" y="1029"/>
                    <a:pt x="1625" y="539"/>
                    <a:pt x="1635"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64"/>
            <p:cNvSpPr/>
            <p:nvPr/>
          </p:nvSpPr>
          <p:spPr>
            <a:xfrm>
              <a:off x="3225379" y="3872932"/>
              <a:ext cx="72413" cy="231717"/>
            </a:xfrm>
            <a:custGeom>
              <a:avLst/>
              <a:gdLst/>
              <a:ahLst/>
              <a:cxnLst/>
              <a:rect l="l" t="t" r="r" b="b"/>
              <a:pathLst>
                <a:path w="2771" h="8867" extrusionOk="0">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64"/>
            <p:cNvSpPr/>
            <p:nvPr/>
          </p:nvSpPr>
          <p:spPr>
            <a:xfrm>
              <a:off x="3255039" y="3872932"/>
              <a:ext cx="42753" cy="231717"/>
            </a:xfrm>
            <a:custGeom>
              <a:avLst/>
              <a:gdLst/>
              <a:ahLst/>
              <a:cxnLst/>
              <a:rect l="l" t="t" r="r" b="b"/>
              <a:pathLst>
                <a:path w="1636" h="8867" extrusionOk="0">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1" name="Google Shape;13211;p64"/>
          <p:cNvGrpSpPr/>
          <p:nvPr/>
        </p:nvGrpSpPr>
        <p:grpSpPr>
          <a:xfrm>
            <a:off x="3520241" y="1827223"/>
            <a:ext cx="366665" cy="275201"/>
            <a:chOff x="3523916" y="2011096"/>
            <a:chExt cx="366665" cy="275201"/>
          </a:xfrm>
        </p:grpSpPr>
        <p:sp>
          <p:nvSpPr>
            <p:cNvPr id="13212" name="Google Shape;13212;p64"/>
            <p:cNvSpPr/>
            <p:nvPr/>
          </p:nvSpPr>
          <p:spPr>
            <a:xfrm>
              <a:off x="3524178" y="2038744"/>
              <a:ext cx="366404" cy="247553"/>
            </a:xfrm>
            <a:custGeom>
              <a:avLst/>
              <a:gdLst/>
              <a:ahLst/>
              <a:cxnLst/>
              <a:rect l="l" t="t" r="r" b="b"/>
              <a:pathLst>
                <a:path w="14021" h="9473" extrusionOk="0">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64"/>
            <p:cNvSpPr/>
            <p:nvPr/>
          </p:nvSpPr>
          <p:spPr>
            <a:xfrm>
              <a:off x="3624945" y="2161123"/>
              <a:ext cx="244783" cy="74425"/>
            </a:xfrm>
            <a:custGeom>
              <a:avLst/>
              <a:gdLst/>
              <a:ahLst/>
              <a:cxnLst/>
              <a:rect l="l" t="t" r="r" b="b"/>
              <a:pathLst>
                <a:path w="9367" h="2848" extrusionOk="0">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64"/>
            <p:cNvSpPr/>
            <p:nvPr/>
          </p:nvSpPr>
          <p:spPr>
            <a:xfrm>
              <a:off x="3624945" y="2161123"/>
              <a:ext cx="244783" cy="47796"/>
            </a:xfrm>
            <a:custGeom>
              <a:avLst/>
              <a:gdLst/>
              <a:ahLst/>
              <a:cxnLst/>
              <a:rect l="l" t="t" r="r" b="b"/>
              <a:pathLst>
                <a:path w="9367" h="1829" extrusionOk="0">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64"/>
            <p:cNvSpPr/>
            <p:nvPr/>
          </p:nvSpPr>
          <p:spPr>
            <a:xfrm>
              <a:off x="3652697" y="2161123"/>
              <a:ext cx="11969" cy="24146"/>
            </a:xfrm>
            <a:custGeom>
              <a:avLst/>
              <a:gdLst/>
              <a:ahLst/>
              <a:cxnLst/>
              <a:rect l="l" t="t" r="r" b="b"/>
              <a:pathLst>
                <a:path w="458" h="924" extrusionOk="0">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64"/>
            <p:cNvSpPr/>
            <p:nvPr/>
          </p:nvSpPr>
          <p:spPr>
            <a:xfrm>
              <a:off x="3670546" y="2161123"/>
              <a:ext cx="11838" cy="24146"/>
            </a:xfrm>
            <a:custGeom>
              <a:avLst/>
              <a:gdLst/>
              <a:ahLst/>
              <a:cxnLst/>
              <a:rect l="l" t="t" r="r" b="b"/>
              <a:pathLst>
                <a:path w="453" h="924" extrusionOk="0">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64"/>
            <p:cNvSpPr/>
            <p:nvPr/>
          </p:nvSpPr>
          <p:spPr>
            <a:xfrm>
              <a:off x="3688264" y="2161123"/>
              <a:ext cx="11838" cy="24146"/>
            </a:xfrm>
            <a:custGeom>
              <a:avLst/>
              <a:gdLst/>
              <a:ahLst/>
              <a:cxnLst/>
              <a:rect l="l" t="t" r="r" b="b"/>
              <a:pathLst>
                <a:path w="453" h="924" extrusionOk="0">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64"/>
            <p:cNvSpPr/>
            <p:nvPr/>
          </p:nvSpPr>
          <p:spPr>
            <a:xfrm>
              <a:off x="3705981" y="2161123"/>
              <a:ext cx="11838" cy="40244"/>
            </a:xfrm>
            <a:custGeom>
              <a:avLst/>
              <a:gdLst/>
              <a:ahLst/>
              <a:cxnLst/>
              <a:rect l="l" t="t" r="r" b="b"/>
              <a:pathLst>
                <a:path w="453" h="1540" extrusionOk="0">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64"/>
            <p:cNvSpPr/>
            <p:nvPr/>
          </p:nvSpPr>
          <p:spPr>
            <a:xfrm>
              <a:off x="3634875" y="2161123"/>
              <a:ext cx="11943" cy="40244"/>
            </a:xfrm>
            <a:custGeom>
              <a:avLst/>
              <a:gdLst/>
              <a:ahLst/>
              <a:cxnLst/>
              <a:rect l="l" t="t" r="r" b="b"/>
              <a:pathLst>
                <a:path w="457" h="1540" extrusionOk="0">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64"/>
            <p:cNvSpPr/>
            <p:nvPr/>
          </p:nvSpPr>
          <p:spPr>
            <a:xfrm>
              <a:off x="3723934" y="2161123"/>
              <a:ext cx="11342" cy="23415"/>
            </a:xfrm>
            <a:custGeom>
              <a:avLst/>
              <a:gdLst/>
              <a:ahLst/>
              <a:cxnLst/>
              <a:rect l="l" t="t" r="r" b="b"/>
              <a:pathLst>
                <a:path w="434" h="896" extrusionOk="0">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64"/>
            <p:cNvSpPr/>
            <p:nvPr/>
          </p:nvSpPr>
          <p:spPr>
            <a:xfrm>
              <a:off x="3741783" y="2161123"/>
              <a:ext cx="11342" cy="23415"/>
            </a:xfrm>
            <a:custGeom>
              <a:avLst/>
              <a:gdLst/>
              <a:ahLst/>
              <a:cxnLst/>
              <a:rect l="l" t="t" r="r" b="b"/>
              <a:pathLst>
                <a:path w="434" h="896" extrusionOk="0">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64"/>
            <p:cNvSpPr/>
            <p:nvPr/>
          </p:nvSpPr>
          <p:spPr>
            <a:xfrm>
              <a:off x="3759631" y="2161123"/>
              <a:ext cx="11080" cy="23415"/>
            </a:xfrm>
            <a:custGeom>
              <a:avLst/>
              <a:gdLst/>
              <a:ahLst/>
              <a:cxnLst/>
              <a:rect l="l" t="t" r="r" b="b"/>
              <a:pathLst>
                <a:path w="424" h="896" extrusionOk="0">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64"/>
            <p:cNvSpPr/>
            <p:nvPr/>
          </p:nvSpPr>
          <p:spPr>
            <a:xfrm>
              <a:off x="3777219" y="2161123"/>
              <a:ext cx="11342" cy="39303"/>
            </a:xfrm>
            <a:custGeom>
              <a:avLst/>
              <a:gdLst/>
              <a:ahLst/>
              <a:cxnLst/>
              <a:rect l="l" t="t" r="r" b="b"/>
              <a:pathLst>
                <a:path w="434" h="1504" extrusionOk="0">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64"/>
            <p:cNvSpPr/>
            <p:nvPr/>
          </p:nvSpPr>
          <p:spPr>
            <a:xfrm>
              <a:off x="3795067" y="2161123"/>
              <a:ext cx="11315" cy="23415"/>
            </a:xfrm>
            <a:custGeom>
              <a:avLst/>
              <a:gdLst/>
              <a:ahLst/>
              <a:cxnLst/>
              <a:rect l="l" t="t" r="r" b="b"/>
              <a:pathLst>
                <a:path w="433" h="896" extrusionOk="0">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64"/>
            <p:cNvSpPr/>
            <p:nvPr/>
          </p:nvSpPr>
          <p:spPr>
            <a:xfrm>
              <a:off x="3812654" y="2161123"/>
              <a:ext cx="11342" cy="23415"/>
            </a:xfrm>
            <a:custGeom>
              <a:avLst/>
              <a:gdLst/>
              <a:ahLst/>
              <a:cxnLst/>
              <a:rect l="l" t="t" r="r" b="b"/>
              <a:pathLst>
                <a:path w="434" h="896" extrusionOk="0">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64"/>
            <p:cNvSpPr/>
            <p:nvPr/>
          </p:nvSpPr>
          <p:spPr>
            <a:xfrm>
              <a:off x="3830503" y="2161123"/>
              <a:ext cx="11315" cy="23415"/>
            </a:xfrm>
            <a:custGeom>
              <a:avLst/>
              <a:gdLst/>
              <a:ahLst/>
              <a:cxnLst/>
              <a:rect l="l" t="t" r="r" b="b"/>
              <a:pathLst>
                <a:path w="433" h="896" extrusionOk="0">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64"/>
            <p:cNvSpPr/>
            <p:nvPr/>
          </p:nvSpPr>
          <p:spPr>
            <a:xfrm>
              <a:off x="3848325" y="2161123"/>
              <a:ext cx="11080" cy="39303"/>
            </a:xfrm>
            <a:custGeom>
              <a:avLst/>
              <a:gdLst/>
              <a:ahLst/>
              <a:cxnLst/>
              <a:rect l="l" t="t" r="r" b="b"/>
              <a:pathLst>
                <a:path w="424" h="1504" extrusionOk="0">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64"/>
            <p:cNvSpPr/>
            <p:nvPr/>
          </p:nvSpPr>
          <p:spPr>
            <a:xfrm>
              <a:off x="3626173" y="2063857"/>
              <a:ext cx="212483" cy="74190"/>
            </a:xfrm>
            <a:custGeom>
              <a:avLst/>
              <a:gdLst/>
              <a:ahLst/>
              <a:cxnLst/>
              <a:rect l="l" t="t" r="r" b="b"/>
              <a:pathLst>
                <a:path w="8131" h="2839" extrusionOk="0">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64"/>
            <p:cNvSpPr/>
            <p:nvPr/>
          </p:nvSpPr>
          <p:spPr>
            <a:xfrm>
              <a:off x="3523916" y="2011096"/>
              <a:ext cx="79181" cy="243790"/>
            </a:xfrm>
            <a:custGeom>
              <a:avLst/>
              <a:gdLst/>
              <a:ahLst/>
              <a:cxnLst/>
              <a:rect l="l" t="t" r="r" b="b"/>
              <a:pathLst>
                <a:path w="3030" h="9329" extrusionOk="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64"/>
            <p:cNvSpPr/>
            <p:nvPr/>
          </p:nvSpPr>
          <p:spPr>
            <a:xfrm>
              <a:off x="3523916" y="2011096"/>
              <a:ext cx="27910" cy="243529"/>
            </a:xfrm>
            <a:custGeom>
              <a:avLst/>
              <a:gdLst/>
              <a:ahLst/>
              <a:cxnLst/>
              <a:rect l="l" t="t" r="r" b="b"/>
              <a:pathLst>
                <a:path w="1068" h="9319" extrusionOk="0">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64"/>
            <p:cNvSpPr/>
            <p:nvPr/>
          </p:nvSpPr>
          <p:spPr>
            <a:xfrm>
              <a:off x="3523916" y="2056331"/>
              <a:ext cx="26" cy="1542"/>
            </a:xfrm>
            <a:custGeom>
              <a:avLst/>
              <a:gdLst/>
              <a:ahLst/>
              <a:cxnLst/>
              <a:rect l="l" t="t" r="r" b="b"/>
              <a:pathLst>
                <a:path w="1" h="59" extrusionOk="0">
                  <a:moveTo>
                    <a:pt x="1" y="1"/>
                  </a:moveTo>
                  <a:lnTo>
                    <a:pt x="1" y="59"/>
                  </a:lnTo>
                  <a:lnTo>
                    <a:pt x="1" y="59"/>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2" name="Google Shape;13232;p64"/>
          <p:cNvGrpSpPr/>
          <p:nvPr/>
        </p:nvGrpSpPr>
        <p:grpSpPr>
          <a:xfrm>
            <a:off x="1739102" y="1316124"/>
            <a:ext cx="393791" cy="366744"/>
            <a:chOff x="1742777" y="1499997"/>
            <a:chExt cx="393791" cy="366744"/>
          </a:xfrm>
        </p:grpSpPr>
        <p:sp>
          <p:nvSpPr>
            <p:cNvPr id="13233" name="Google Shape;13233;p64"/>
            <p:cNvSpPr/>
            <p:nvPr/>
          </p:nvSpPr>
          <p:spPr>
            <a:xfrm>
              <a:off x="1760861" y="1591957"/>
              <a:ext cx="152823" cy="270654"/>
            </a:xfrm>
            <a:custGeom>
              <a:avLst/>
              <a:gdLst/>
              <a:ahLst/>
              <a:cxnLst/>
              <a:rect l="l" t="t" r="r" b="b"/>
              <a:pathLst>
                <a:path w="5848" h="10357" extrusionOk="0">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64"/>
            <p:cNvSpPr/>
            <p:nvPr/>
          </p:nvSpPr>
          <p:spPr>
            <a:xfrm>
              <a:off x="1760861" y="1592218"/>
              <a:ext cx="152562" cy="115349"/>
            </a:xfrm>
            <a:custGeom>
              <a:avLst/>
              <a:gdLst/>
              <a:ahLst/>
              <a:cxnLst/>
              <a:rect l="l" t="t" r="r" b="b"/>
              <a:pathLst>
                <a:path w="5838" h="4414" extrusionOk="0">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64"/>
            <p:cNvSpPr/>
            <p:nvPr/>
          </p:nvSpPr>
          <p:spPr>
            <a:xfrm>
              <a:off x="1851070" y="1499997"/>
              <a:ext cx="155070" cy="183947"/>
            </a:xfrm>
            <a:custGeom>
              <a:avLst/>
              <a:gdLst/>
              <a:ahLst/>
              <a:cxnLst/>
              <a:rect l="l" t="t" r="r" b="b"/>
              <a:pathLst>
                <a:path w="5934" h="7039" extrusionOk="0">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64"/>
            <p:cNvSpPr/>
            <p:nvPr/>
          </p:nvSpPr>
          <p:spPr>
            <a:xfrm>
              <a:off x="1742777" y="1500049"/>
              <a:ext cx="211098" cy="183894"/>
            </a:xfrm>
            <a:custGeom>
              <a:avLst/>
              <a:gdLst/>
              <a:ahLst/>
              <a:cxnLst/>
              <a:rect l="l" t="t" r="r" b="b"/>
              <a:pathLst>
                <a:path w="8078" h="7037" extrusionOk="0">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64"/>
            <p:cNvSpPr/>
            <p:nvPr/>
          </p:nvSpPr>
          <p:spPr>
            <a:xfrm>
              <a:off x="1760861" y="1755546"/>
              <a:ext cx="25662" cy="11080"/>
            </a:xfrm>
            <a:custGeom>
              <a:avLst/>
              <a:gdLst/>
              <a:ahLst/>
              <a:cxnLst/>
              <a:rect l="l" t="t" r="r" b="b"/>
              <a:pathLst>
                <a:path w="982" h="424" extrusionOk="0">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64"/>
            <p:cNvSpPr/>
            <p:nvPr/>
          </p:nvSpPr>
          <p:spPr>
            <a:xfrm>
              <a:off x="1791018" y="1755546"/>
              <a:ext cx="90732" cy="11080"/>
            </a:xfrm>
            <a:custGeom>
              <a:avLst/>
              <a:gdLst/>
              <a:ahLst/>
              <a:cxnLst/>
              <a:rect l="l" t="t" r="r" b="b"/>
              <a:pathLst>
                <a:path w="3472" h="424" extrusionOk="0">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64"/>
            <p:cNvSpPr/>
            <p:nvPr/>
          </p:nvSpPr>
          <p:spPr>
            <a:xfrm>
              <a:off x="1884233" y="1755546"/>
              <a:ext cx="29190" cy="11080"/>
            </a:xfrm>
            <a:custGeom>
              <a:avLst/>
              <a:gdLst/>
              <a:ahLst/>
              <a:cxnLst/>
              <a:rect l="l" t="t" r="r" b="b"/>
              <a:pathLst>
                <a:path w="1117" h="424" extrusionOk="0">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64"/>
            <p:cNvSpPr/>
            <p:nvPr/>
          </p:nvSpPr>
          <p:spPr>
            <a:xfrm>
              <a:off x="1851828" y="1733177"/>
              <a:ext cx="177440" cy="71211"/>
            </a:xfrm>
            <a:custGeom>
              <a:avLst/>
              <a:gdLst/>
              <a:ahLst/>
              <a:cxnLst/>
              <a:rect l="l" t="t" r="r" b="b"/>
              <a:pathLst>
                <a:path w="6790" h="2725" extrusionOk="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64"/>
            <p:cNvSpPr/>
            <p:nvPr/>
          </p:nvSpPr>
          <p:spPr>
            <a:xfrm>
              <a:off x="1851828" y="1737698"/>
              <a:ext cx="155332" cy="50619"/>
            </a:xfrm>
            <a:custGeom>
              <a:avLst/>
              <a:gdLst/>
              <a:ahLst/>
              <a:cxnLst/>
              <a:rect l="l" t="t" r="r" b="b"/>
              <a:pathLst>
                <a:path w="5944" h="1937" extrusionOk="0">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64"/>
            <p:cNvSpPr/>
            <p:nvPr/>
          </p:nvSpPr>
          <p:spPr>
            <a:xfrm>
              <a:off x="1851828" y="1716975"/>
              <a:ext cx="177440" cy="71263"/>
            </a:xfrm>
            <a:custGeom>
              <a:avLst/>
              <a:gdLst/>
              <a:ahLst/>
              <a:cxnLst/>
              <a:rect l="l" t="t" r="r" b="b"/>
              <a:pathLst>
                <a:path w="6790" h="2727" extrusionOk="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64"/>
            <p:cNvSpPr/>
            <p:nvPr/>
          </p:nvSpPr>
          <p:spPr>
            <a:xfrm>
              <a:off x="1858361" y="1716975"/>
              <a:ext cx="170907" cy="57701"/>
            </a:xfrm>
            <a:custGeom>
              <a:avLst/>
              <a:gdLst/>
              <a:ahLst/>
              <a:cxnLst/>
              <a:rect l="l" t="t" r="r" b="b"/>
              <a:pathLst>
                <a:path w="6540" h="2208" extrusionOk="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64"/>
            <p:cNvSpPr/>
            <p:nvPr/>
          </p:nvSpPr>
          <p:spPr>
            <a:xfrm>
              <a:off x="1959965" y="1655041"/>
              <a:ext cx="169051" cy="122875"/>
            </a:xfrm>
            <a:custGeom>
              <a:avLst/>
              <a:gdLst/>
              <a:ahLst/>
              <a:cxnLst/>
              <a:rect l="l" t="t" r="r" b="b"/>
              <a:pathLst>
                <a:path w="6469" h="4702" extrusionOk="0">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64"/>
            <p:cNvSpPr/>
            <p:nvPr/>
          </p:nvSpPr>
          <p:spPr>
            <a:xfrm>
              <a:off x="1965400" y="1743630"/>
              <a:ext cx="171168" cy="123110"/>
            </a:xfrm>
            <a:custGeom>
              <a:avLst/>
              <a:gdLst/>
              <a:ahLst/>
              <a:cxnLst/>
              <a:rect l="l" t="t" r="r" b="b"/>
              <a:pathLst>
                <a:path w="6550" h="4711" extrusionOk="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64"/>
            <p:cNvSpPr/>
            <p:nvPr/>
          </p:nvSpPr>
          <p:spPr>
            <a:xfrm>
              <a:off x="1981001" y="1755285"/>
              <a:ext cx="11838" cy="11838"/>
            </a:xfrm>
            <a:custGeom>
              <a:avLst/>
              <a:gdLst/>
              <a:ahLst/>
              <a:cxnLst/>
              <a:rect l="l" t="t" r="r" b="b"/>
              <a:pathLst>
                <a:path w="453" h="453" extrusionOk="0">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7" name="Google Shape;13247;p64"/>
          <p:cNvGrpSpPr/>
          <p:nvPr/>
        </p:nvGrpSpPr>
        <p:grpSpPr>
          <a:xfrm>
            <a:off x="4010774" y="1316124"/>
            <a:ext cx="319914" cy="366639"/>
            <a:chOff x="4014449" y="1499997"/>
            <a:chExt cx="319914" cy="366639"/>
          </a:xfrm>
        </p:grpSpPr>
        <p:sp>
          <p:nvSpPr>
            <p:cNvPr id="13248" name="Google Shape;13248;p64"/>
            <p:cNvSpPr/>
            <p:nvPr/>
          </p:nvSpPr>
          <p:spPr>
            <a:xfrm>
              <a:off x="4014449" y="1499997"/>
              <a:ext cx="319914" cy="366639"/>
            </a:xfrm>
            <a:custGeom>
              <a:avLst/>
              <a:gdLst/>
              <a:ahLst/>
              <a:cxnLst/>
              <a:rect l="l" t="t" r="r" b="b"/>
              <a:pathLst>
                <a:path w="12242" h="14030" extrusionOk="0">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64"/>
            <p:cNvSpPr/>
            <p:nvPr/>
          </p:nvSpPr>
          <p:spPr>
            <a:xfrm>
              <a:off x="4014449" y="1591199"/>
              <a:ext cx="319914" cy="275437"/>
            </a:xfrm>
            <a:custGeom>
              <a:avLst/>
              <a:gdLst/>
              <a:ahLst/>
              <a:cxnLst/>
              <a:rect l="l" t="t" r="r" b="b"/>
              <a:pathLst>
                <a:path w="12242" h="10540" extrusionOk="0">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64"/>
            <p:cNvSpPr/>
            <p:nvPr/>
          </p:nvSpPr>
          <p:spPr>
            <a:xfrm>
              <a:off x="4014685" y="1591199"/>
              <a:ext cx="159853" cy="248808"/>
            </a:xfrm>
            <a:custGeom>
              <a:avLst/>
              <a:gdLst/>
              <a:ahLst/>
              <a:cxnLst/>
              <a:rect l="l" t="t" r="r" b="b"/>
              <a:pathLst>
                <a:path w="6117" h="9521" extrusionOk="0">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64"/>
            <p:cNvSpPr/>
            <p:nvPr/>
          </p:nvSpPr>
          <p:spPr>
            <a:xfrm>
              <a:off x="4174511" y="1591460"/>
              <a:ext cx="159853" cy="275175"/>
            </a:xfrm>
            <a:custGeom>
              <a:avLst/>
              <a:gdLst/>
              <a:ahLst/>
              <a:cxnLst/>
              <a:rect l="l" t="t" r="r" b="b"/>
              <a:pathLst>
                <a:path w="6117" h="10530" extrusionOk="0">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64"/>
            <p:cNvSpPr/>
            <p:nvPr/>
          </p:nvSpPr>
          <p:spPr>
            <a:xfrm>
              <a:off x="4174511" y="1591199"/>
              <a:ext cx="159853" cy="248808"/>
            </a:xfrm>
            <a:custGeom>
              <a:avLst/>
              <a:gdLst/>
              <a:ahLst/>
              <a:cxnLst/>
              <a:rect l="l" t="t" r="r" b="b"/>
              <a:pathLst>
                <a:path w="6117" h="9521" extrusionOk="0">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3" name="Google Shape;13253;p64"/>
          <p:cNvGrpSpPr/>
          <p:nvPr/>
        </p:nvGrpSpPr>
        <p:grpSpPr>
          <a:xfrm>
            <a:off x="862592" y="1407588"/>
            <a:ext cx="367397" cy="183711"/>
            <a:chOff x="866267" y="1591460"/>
            <a:chExt cx="367397" cy="183711"/>
          </a:xfrm>
        </p:grpSpPr>
        <p:sp>
          <p:nvSpPr>
            <p:cNvPr id="13254" name="Google Shape;13254;p64"/>
            <p:cNvSpPr/>
            <p:nvPr/>
          </p:nvSpPr>
          <p:spPr>
            <a:xfrm>
              <a:off x="866267" y="1591460"/>
              <a:ext cx="367397" cy="183502"/>
            </a:xfrm>
            <a:custGeom>
              <a:avLst/>
              <a:gdLst/>
              <a:ahLst/>
              <a:cxnLst/>
              <a:rect l="l" t="t" r="r" b="b"/>
              <a:pathLst>
                <a:path w="14059" h="7022"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64"/>
            <p:cNvSpPr/>
            <p:nvPr/>
          </p:nvSpPr>
          <p:spPr>
            <a:xfrm>
              <a:off x="866267" y="1591460"/>
              <a:ext cx="199286" cy="183711"/>
            </a:xfrm>
            <a:custGeom>
              <a:avLst/>
              <a:gdLst/>
              <a:ahLst/>
              <a:cxnLst/>
              <a:rect l="l" t="t" r="r" b="b"/>
              <a:pathLst>
                <a:path w="7626" h="7030"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64"/>
            <p:cNvSpPr/>
            <p:nvPr/>
          </p:nvSpPr>
          <p:spPr>
            <a:xfrm>
              <a:off x="1071564" y="1593969"/>
              <a:ext cx="19626" cy="47509"/>
            </a:xfrm>
            <a:custGeom>
              <a:avLst/>
              <a:gdLst/>
              <a:ahLst/>
              <a:cxnLst/>
              <a:rect l="l" t="t" r="r" b="b"/>
              <a:pathLst>
                <a:path w="751" h="1818" extrusionOk="0">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64"/>
            <p:cNvSpPr/>
            <p:nvPr/>
          </p:nvSpPr>
          <p:spPr>
            <a:xfrm>
              <a:off x="1122575" y="1619605"/>
              <a:ext cx="33946" cy="42988"/>
            </a:xfrm>
            <a:custGeom>
              <a:avLst/>
              <a:gdLst/>
              <a:ahLst/>
              <a:cxnLst/>
              <a:rect l="l" t="t" r="r" b="b"/>
              <a:pathLst>
                <a:path w="1299" h="1645" extrusionOk="0">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64"/>
            <p:cNvSpPr/>
            <p:nvPr/>
          </p:nvSpPr>
          <p:spPr>
            <a:xfrm>
              <a:off x="1159866" y="1668839"/>
              <a:ext cx="45915" cy="33293"/>
            </a:xfrm>
            <a:custGeom>
              <a:avLst/>
              <a:gdLst/>
              <a:ahLst/>
              <a:cxnLst/>
              <a:rect l="l" t="t" r="r" b="b"/>
              <a:pathLst>
                <a:path w="1757" h="1274" extrusionOk="0">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64"/>
            <p:cNvSpPr/>
            <p:nvPr/>
          </p:nvSpPr>
          <p:spPr>
            <a:xfrm>
              <a:off x="1181634" y="1734196"/>
              <a:ext cx="49286" cy="19103"/>
            </a:xfrm>
            <a:custGeom>
              <a:avLst/>
              <a:gdLst/>
              <a:ahLst/>
              <a:cxnLst/>
              <a:rect l="l" t="t" r="r" b="b"/>
              <a:pathLst>
                <a:path w="1886" h="731" extrusionOk="0">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64"/>
            <p:cNvSpPr/>
            <p:nvPr/>
          </p:nvSpPr>
          <p:spPr>
            <a:xfrm>
              <a:off x="868776" y="1734196"/>
              <a:ext cx="48267" cy="19364"/>
            </a:xfrm>
            <a:custGeom>
              <a:avLst/>
              <a:gdLst/>
              <a:ahLst/>
              <a:cxnLst/>
              <a:rect l="l" t="t" r="r" b="b"/>
              <a:pathLst>
                <a:path w="1847" h="741" extrusionOk="0">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64"/>
            <p:cNvSpPr/>
            <p:nvPr/>
          </p:nvSpPr>
          <p:spPr>
            <a:xfrm>
              <a:off x="894151" y="1668603"/>
              <a:ext cx="44007" cy="33659"/>
            </a:xfrm>
            <a:custGeom>
              <a:avLst/>
              <a:gdLst/>
              <a:ahLst/>
              <a:cxnLst/>
              <a:rect l="l" t="t" r="r" b="b"/>
              <a:pathLst>
                <a:path w="1684" h="1288" extrusionOk="0">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64"/>
            <p:cNvSpPr/>
            <p:nvPr/>
          </p:nvSpPr>
          <p:spPr>
            <a:xfrm>
              <a:off x="942914" y="1619605"/>
              <a:ext cx="35462" cy="43328"/>
            </a:xfrm>
            <a:custGeom>
              <a:avLst/>
              <a:gdLst/>
              <a:ahLst/>
              <a:cxnLst/>
              <a:rect l="l" t="t" r="r" b="b"/>
              <a:pathLst>
                <a:path w="1357" h="1658" extrusionOk="0">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64"/>
            <p:cNvSpPr/>
            <p:nvPr/>
          </p:nvSpPr>
          <p:spPr>
            <a:xfrm>
              <a:off x="1008506" y="1593708"/>
              <a:ext cx="19626" cy="47770"/>
            </a:xfrm>
            <a:custGeom>
              <a:avLst/>
              <a:gdLst/>
              <a:ahLst/>
              <a:cxnLst/>
              <a:rect l="l" t="t" r="r" b="b"/>
              <a:pathLst>
                <a:path w="751" h="1828" extrusionOk="0">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64"/>
            <p:cNvSpPr/>
            <p:nvPr/>
          </p:nvSpPr>
          <p:spPr>
            <a:xfrm>
              <a:off x="1043916" y="1591695"/>
              <a:ext cx="11838" cy="138999"/>
            </a:xfrm>
            <a:custGeom>
              <a:avLst/>
              <a:gdLst/>
              <a:ahLst/>
              <a:cxnLst/>
              <a:rect l="l" t="t" r="r" b="b"/>
              <a:pathLst>
                <a:path w="453" h="5319" extrusionOk="0">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64"/>
            <p:cNvSpPr/>
            <p:nvPr/>
          </p:nvSpPr>
          <p:spPr>
            <a:xfrm>
              <a:off x="1063777" y="1603507"/>
              <a:ext cx="61594" cy="128180"/>
            </a:xfrm>
            <a:custGeom>
              <a:avLst/>
              <a:gdLst/>
              <a:ahLst/>
              <a:cxnLst/>
              <a:rect l="l" t="t" r="r" b="b"/>
              <a:pathLst>
                <a:path w="2357" h="4905" extrusionOk="0">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64"/>
            <p:cNvSpPr/>
            <p:nvPr/>
          </p:nvSpPr>
          <p:spPr>
            <a:xfrm>
              <a:off x="1081129" y="1641452"/>
              <a:ext cx="102805" cy="100662"/>
            </a:xfrm>
            <a:custGeom>
              <a:avLst/>
              <a:gdLst/>
              <a:ahLst/>
              <a:cxnLst/>
              <a:rect l="l" t="t" r="r" b="b"/>
              <a:pathLst>
                <a:path w="3934" h="3852" extrusionOk="0">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64"/>
            <p:cNvSpPr/>
            <p:nvPr/>
          </p:nvSpPr>
          <p:spPr>
            <a:xfrm>
              <a:off x="1091163" y="1700015"/>
              <a:ext cx="130453" cy="60758"/>
            </a:xfrm>
            <a:custGeom>
              <a:avLst/>
              <a:gdLst/>
              <a:ahLst/>
              <a:cxnLst/>
              <a:rect l="l" t="t" r="r" b="b"/>
              <a:pathLst>
                <a:path w="4992" h="2325" extrusionOk="0">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64"/>
            <p:cNvSpPr/>
            <p:nvPr/>
          </p:nvSpPr>
          <p:spPr>
            <a:xfrm>
              <a:off x="878079" y="1700015"/>
              <a:ext cx="128441" cy="60784"/>
            </a:xfrm>
            <a:custGeom>
              <a:avLst/>
              <a:gdLst/>
              <a:ahLst/>
              <a:cxnLst/>
              <a:rect l="l" t="t" r="r" b="b"/>
              <a:pathLst>
                <a:path w="4915" h="2326" extrusionOk="0">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64"/>
            <p:cNvSpPr/>
            <p:nvPr/>
          </p:nvSpPr>
          <p:spPr>
            <a:xfrm>
              <a:off x="974325" y="1603507"/>
              <a:ext cx="62849" cy="130715"/>
            </a:xfrm>
            <a:custGeom>
              <a:avLst/>
              <a:gdLst/>
              <a:ahLst/>
              <a:cxnLst/>
              <a:rect l="l" t="t" r="r" b="b"/>
              <a:pathLst>
                <a:path w="2405" h="5002" extrusionOk="0">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64"/>
            <p:cNvSpPr/>
            <p:nvPr/>
          </p:nvSpPr>
          <p:spPr>
            <a:xfrm>
              <a:off x="916023" y="1641713"/>
              <a:ext cx="101290" cy="100793"/>
            </a:xfrm>
            <a:custGeom>
              <a:avLst/>
              <a:gdLst/>
              <a:ahLst/>
              <a:cxnLst/>
              <a:rect l="l" t="t" r="r" b="b"/>
              <a:pathLst>
                <a:path w="3876" h="3857" extrusionOk="0">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64"/>
            <p:cNvSpPr/>
            <p:nvPr/>
          </p:nvSpPr>
          <p:spPr>
            <a:xfrm>
              <a:off x="992409" y="1721861"/>
              <a:ext cx="115375" cy="53049"/>
            </a:xfrm>
            <a:custGeom>
              <a:avLst/>
              <a:gdLst/>
              <a:ahLst/>
              <a:cxnLst/>
              <a:rect l="l" t="t" r="r" b="b"/>
              <a:pathLst>
                <a:path w="4415" h="2030" extrusionOk="0">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2" name="Google Shape;13272;p64"/>
          <p:cNvGrpSpPr/>
          <p:nvPr/>
        </p:nvGrpSpPr>
        <p:grpSpPr>
          <a:xfrm>
            <a:off x="3114168" y="1316019"/>
            <a:ext cx="327440" cy="366744"/>
            <a:chOff x="3117843" y="1499892"/>
            <a:chExt cx="327440" cy="366744"/>
          </a:xfrm>
        </p:grpSpPr>
        <p:sp>
          <p:nvSpPr>
            <p:cNvPr id="13273" name="Google Shape;13273;p64"/>
            <p:cNvSpPr/>
            <p:nvPr/>
          </p:nvSpPr>
          <p:spPr>
            <a:xfrm>
              <a:off x="3117843" y="1499997"/>
              <a:ext cx="327440" cy="366404"/>
            </a:xfrm>
            <a:custGeom>
              <a:avLst/>
              <a:gdLst/>
              <a:ahLst/>
              <a:cxnLst/>
              <a:rect l="l" t="t" r="r" b="b"/>
              <a:pathLst>
                <a:path w="12530" h="14021" extrusionOk="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64"/>
            <p:cNvSpPr/>
            <p:nvPr/>
          </p:nvSpPr>
          <p:spPr>
            <a:xfrm>
              <a:off x="3300013" y="1682427"/>
              <a:ext cx="145271" cy="184208"/>
            </a:xfrm>
            <a:custGeom>
              <a:avLst/>
              <a:gdLst/>
              <a:ahLst/>
              <a:cxnLst/>
              <a:rect l="l" t="t" r="r" b="b"/>
              <a:pathLst>
                <a:path w="5559" h="7049" extrusionOk="0">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64"/>
            <p:cNvSpPr/>
            <p:nvPr/>
          </p:nvSpPr>
          <p:spPr>
            <a:xfrm>
              <a:off x="3262826" y="1537183"/>
              <a:ext cx="182457" cy="182718"/>
            </a:xfrm>
            <a:custGeom>
              <a:avLst/>
              <a:gdLst/>
              <a:ahLst/>
              <a:cxnLst/>
              <a:rect l="l" t="t" r="r" b="b"/>
              <a:pathLst>
                <a:path w="6982" h="6992" extrusionOk="0">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64"/>
            <p:cNvSpPr/>
            <p:nvPr/>
          </p:nvSpPr>
          <p:spPr>
            <a:xfrm>
              <a:off x="3155030" y="1682427"/>
              <a:ext cx="182457" cy="145271"/>
            </a:xfrm>
            <a:custGeom>
              <a:avLst/>
              <a:gdLst/>
              <a:ahLst/>
              <a:cxnLst/>
              <a:rect l="l" t="t" r="r" b="b"/>
              <a:pathLst>
                <a:path w="6982" h="5559" extrusionOk="0">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64"/>
            <p:cNvSpPr/>
            <p:nvPr/>
          </p:nvSpPr>
          <p:spPr>
            <a:xfrm>
              <a:off x="3117843" y="1499997"/>
              <a:ext cx="182196" cy="219905"/>
            </a:xfrm>
            <a:custGeom>
              <a:avLst/>
              <a:gdLst/>
              <a:ahLst/>
              <a:cxnLst/>
              <a:rect l="l" t="t" r="r" b="b"/>
              <a:pathLst>
                <a:path w="6972" h="8415" extrusionOk="0">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64"/>
            <p:cNvSpPr/>
            <p:nvPr/>
          </p:nvSpPr>
          <p:spPr>
            <a:xfrm>
              <a:off x="3155030" y="1682427"/>
              <a:ext cx="35200" cy="145271"/>
            </a:xfrm>
            <a:custGeom>
              <a:avLst/>
              <a:gdLst/>
              <a:ahLst/>
              <a:cxnLst/>
              <a:rect l="l" t="t" r="r" b="b"/>
              <a:pathLst>
                <a:path w="1347" h="5559" extrusionOk="0">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64"/>
            <p:cNvSpPr/>
            <p:nvPr/>
          </p:nvSpPr>
          <p:spPr>
            <a:xfrm>
              <a:off x="3117843" y="1499892"/>
              <a:ext cx="122640" cy="182562"/>
            </a:xfrm>
            <a:custGeom>
              <a:avLst/>
              <a:gdLst/>
              <a:ahLst/>
              <a:cxnLst/>
              <a:rect l="l" t="t" r="r" b="b"/>
              <a:pathLst>
                <a:path w="4693" h="6986" extrusionOk="0">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0" name="Google Shape;13280;p64"/>
          <p:cNvGrpSpPr/>
          <p:nvPr/>
        </p:nvGrpSpPr>
        <p:grpSpPr>
          <a:xfrm>
            <a:off x="2663330" y="1316124"/>
            <a:ext cx="336770" cy="366639"/>
            <a:chOff x="2667005" y="1499997"/>
            <a:chExt cx="336770" cy="366639"/>
          </a:xfrm>
        </p:grpSpPr>
        <p:sp>
          <p:nvSpPr>
            <p:cNvPr id="13281" name="Google Shape;13281;p64"/>
            <p:cNvSpPr/>
            <p:nvPr/>
          </p:nvSpPr>
          <p:spPr>
            <a:xfrm>
              <a:off x="2684593" y="1596974"/>
              <a:ext cx="229731" cy="252335"/>
            </a:xfrm>
            <a:custGeom>
              <a:avLst/>
              <a:gdLst/>
              <a:ahLst/>
              <a:cxnLst/>
              <a:rect l="l" t="t" r="r" b="b"/>
              <a:pathLst>
                <a:path w="8791" h="9656" extrusionOk="0">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64"/>
            <p:cNvSpPr/>
            <p:nvPr/>
          </p:nvSpPr>
          <p:spPr>
            <a:xfrm>
              <a:off x="2717781" y="1638185"/>
              <a:ext cx="163119" cy="168137"/>
            </a:xfrm>
            <a:custGeom>
              <a:avLst/>
              <a:gdLst/>
              <a:ahLst/>
              <a:cxnLst/>
              <a:rect l="l" t="t" r="r" b="b"/>
              <a:pathLst>
                <a:path w="6242" h="6434" extrusionOk="0">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64"/>
            <p:cNvSpPr/>
            <p:nvPr/>
          </p:nvSpPr>
          <p:spPr>
            <a:xfrm>
              <a:off x="2740386" y="1638185"/>
              <a:ext cx="140514" cy="168137"/>
            </a:xfrm>
            <a:custGeom>
              <a:avLst/>
              <a:gdLst/>
              <a:ahLst/>
              <a:cxnLst/>
              <a:rect l="l" t="t" r="r" b="b"/>
              <a:pathLst>
                <a:path w="5377" h="6434" extrusionOk="0">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64"/>
            <p:cNvSpPr/>
            <p:nvPr/>
          </p:nvSpPr>
          <p:spPr>
            <a:xfrm>
              <a:off x="2725830" y="1719170"/>
              <a:ext cx="108581" cy="87152"/>
            </a:xfrm>
            <a:custGeom>
              <a:avLst/>
              <a:gdLst/>
              <a:ahLst/>
              <a:cxnLst/>
              <a:rect l="l" t="t" r="r" b="b"/>
              <a:pathLst>
                <a:path w="4155" h="3335" extrusionOk="0">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64"/>
            <p:cNvSpPr/>
            <p:nvPr/>
          </p:nvSpPr>
          <p:spPr>
            <a:xfrm>
              <a:off x="2725830" y="1776400"/>
              <a:ext cx="28903" cy="29922"/>
            </a:xfrm>
            <a:custGeom>
              <a:avLst/>
              <a:gdLst/>
              <a:ahLst/>
              <a:cxnLst/>
              <a:rect l="l" t="t" r="r" b="b"/>
              <a:pathLst>
                <a:path w="1106" h="1145" extrusionOk="0">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64"/>
            <p:cNvSpPr/>
            <p:nvPr/>
          </p:nvSpPr>
          <p:spPr>
            <a:xfrm>
              <a:off x="2799445" y="1662828"/>
              <a:ext cx="60340" cy="55244"/>
            </a:xfrm>
            <a:custGeom>
              <a:avLst/>
              <a:gdLst/>
              <a:ahLst/>
              <a:cxnLst/>
              <a:rect l="l" t="t" r="r" b="b"/>
              <a:pathLst>
                <a:path w="2309" h="2114" extrusionOk="0">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64"/>
            <p:cNvSpPr/>
            <p:nvPr/>
          </p:nvSpPr>
          <p:spPr>
            <a:xfrm>
              <a:off x="2752955" y="1719170"/>
              <a:ext cx="53545" cy="46019"/>
            </a:xfrm>
            <a:custGeom>
              <a:avLst/>
              <a:gdLst/>
              <a:ahLst/>
              <a:cxnLst/>
              <a:rect l="l" t="t" r="r" b="b"/>
              <a:pathLst>
                <a:path w="2049" h="1761" extrusionOk="0">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64"/>
            <p:cNvSpPr/>
            <p:nvPr/>
          </p:nvSpPr>
          <p:spPr>
            <a:xfrm>
              <a:off x="2679079" y="1512044"/>
              <a:ext cx="312623" cy="342545"/>
            </a:xfrm>
            <a:custGeom>
              <a:avLst/>
              <a:gdLst/>
              <a:ahLst/>
              <a:cxnLst/>
              <a:rect l="l" t="t" r="r" b="b"/>
              <a:pathLst>
                <a:path w="11963" h="13108" extrusionOk="0">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64"/>
            <p:cNvSpPr/>
            <p:nvPr/>
          </p:nvSpPr>
          <p:spPr>
            <a:xfrm>
              <a:off x="2667005" y="1499997"/>
              <a:ext cx="35227" cy="35200"/>
            </a:xfrm>
            <a:custGeom>
              <a:avLst/>
              <a:gdLst/>
              <a:ahLst/>
              <a:cxnLst/>
              <a:rect l="l" t="t" r="r" b="b"/>
              <a:pathLst>
                <a:path w="1348" h="1347" extrusionOk="0">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64"/>
            <p:cNvSpPr/>
            <p:nvPr/>
          </p:nvSpPr>
          <p:spPr>
            <a:xfrm>
              <a:off x="2818051" y="1499997"/>
              <a:ext cx="35436" cy="35200"/>
            </a:xfrm>
            <a:custGeom>
              <a:avLst/>
              <a:gdLst/>
              <a:ahLst/>
              <a:cxnLst/>
              <a:rect l="l" t="t" r="r" b="b"/>
              <a:pathLst>
                <a:path w="1356" h="1347" extrusionOk="0">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64"/>
            <p:cNvSpPr/>
            <p:nvPr/>
          </p:nvSpPr>
          <p:spPr>
            <a:xfrm>
              <a:off x="2968575" y="1499997"/>
              <a:ext cx="35200" cy="35200"/>
            </a:xfrm>
            <a:custGeom>
              <a:avLst/>
              <a:gdLst/>
              <a:ahLst/>
              <a:cxnLst/>
              <a:rect l="l" t="t" r="r" b="b"/>
              <a:pathLst>
                <a:path w="1347" h="1347" extrusionOk="0">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64"/>
            <p:cNvSpPr/>
            <p:nvPr/>
          </p:nvSpPr>
          <p:spPr>
            <a:xfrm>
              <a:off x="2667005" y="1831435"/>
              <a:ext cx="35227" cy="35200"/>
            </a:xfrm>
            <a:custGeom>
              <a:avLst/>
              <a:gdLst/>
              <a:ahLst/>
              <a:cxnLst/>
              <a:rect l="l" t="t" r="r" b="b"/>
              <a:pathLst>
                <a:path w="1348" h="1347" extrusionOk="0">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64"/>
            <p:cNvSpPr/>
            <p:nvPr/>
          </p:nvSpPr>
          <p:spPr>
            <a:xfrm>
              <a:off x="2818051" y="1831435"/>
              <a:ext cx="35436" cy="35200"/>
            </a:xfrm>
            <a:custGeom>
              <a:avLst/>
              <a:gdLst/>
              <a:ahLst/>
              <a:cxnLst/>
              <a:rect l="l" t="t" r="r" b="b"/>
              <a:pathLst>
                <a:path w="1356" h="1347" extrusionOk="0">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64"/>
            <p:cNvSpPr/>
            <p:nvPr/>
          </p:nvSpPr>
          <p:spPr>
            <a:xfrm>
              <a:off x="2968575" y="1831435"/>
              <a:ext cx="35200" cy="35200"/>
            </a:xfrm>
            <a:custGeom>
              <a:avLst/>
              <a:gdLst/>
              <a:ahLst/>
              <a:cxnLst/>
              <a:rect l="l" t="t" r="r" b="b"/>
              <a:pathLst>
                <a:path w="1347" h="1347" extrusionOk="0">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64"/>
            <p:cNvSpPr/>
            <p:nvPr/>
          </p:nvSpPr>
          <p:spPr>
            <a:xfrm>
              <a:off x="2667005" y="1666095"/>
              <a:ext cx="35227" cy="35200"/>
            </a:xfrm>
            <a:custGeom>
              <a:avLst/>
              <a:gdLst/>
              <a:ahLst/>
              <a:cxnLst/>
              <a:rect l="l" t="t" r="r" b="b"/>
              <a:pathLst>
                <a:path w="1348" h="1347" extrusionOk="0">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64"/>
            <p:cNvSpPr/>
            <p:nvPr/>
          </p:nvSpPr>
          <p:spPr>
            <a:xfrm>
              <a:off x="2968575" y="1666095"/>
              <a:ext cx="35200" cy="35200"/>
            </a:xfrm>
            <a:custGeom>
              <a:avLst/>
              <a:gdLst/>
              <a:ahLst/>
              <a:cxnLst/>
              <a:rect l="l" t="t" r="r" b="b"/>
              <a:pathLst>
                <a:path w="1347" h="1347" extrusionOk="0">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64"/>
            <p:cNvSpPr/>
            <p:nvPr/>
          </p:nvSpPr>
          <p:spPr>
            <a:xfrm>
              <a:off x="2893182" y="1554901"/>
              <a:ext cx="68807" cy="64782"/>
            </a:xfrm>
            <a:custGeom>
              <a:avLst/>
              <a:gdLst/>
              <a:ahLst/>
              <a:cxnLst/>
              <a:rect l="l" t="t" r="r" b="b"/>
              <a:pathLst>
                <a:path w="2633" h="2479" extrusionOk="0">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64"/>
            <p:cNvSpPr/>
            <p:nvPr/>
          </p:nvSpPr>
          <p:spPr>
            <a:xfrm>
              <a:off x="2889184" y="1587462"/>
              <a:ext cx="38702" cy="37735"/>
            </a:xfrm>
            <a:custGeom>
              <a:avLst/>
              <a:gdLst/>
              <a:ahLst/>
              <a:cxnLst/>
              <a:rect l="l" t="t" r="r" b="b"/>
              <a:pathLst>
                <a:path w="1481" h="1444" extrusionOk="0">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64"/>
            <p:cNvSpPr/>
            <p:nvPr/>
          </p:nvSpPr>
          <p:spPr>
            <a:xfrm>
              <a:off x="2923574" y="1552262"/>
              <a:ext cx="38728" cy="37814"/>
            </a:xfrm>
            <a:custGeom>
              <a:avLst/>
              <a:gdLst/>
              <a:ahLst/>
              <a:cxnLst/>
              <a:rect l="l" t="t" r="r" b="b"/>
              <a:pathLst>
                <a:path w="1482" h="1447" extrusionOk="0">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0" name="Google Shape;13300;p64"/>
          <p:cNvGrpSpPr/>
          <p:nvPr/>
        </p:nvGrpSpPr>
        <p:grpSpPr>
          <a:xfrm>
            <a:off x="3561191" y="1316124"/>
            <a:ext cx="326473" cy="366639"/>
            <a:chOff x="3564866" y="1499997"/>
            <a:chExt cx="326473" cy="366639"/>
          </a:xfrm>
        </p:grpSpPr>
        <p:sp>
          <p:nvSpPr>
            <p:cNvPr id="13301" name="Google Shape;13301;p64"/>
            <p:cNvSpPr/>
            <p:nvPr/>
          </p:nvSpPr>
          <p:spPr>
            <a:xfrm>
              <a:off x="3595284" y="1499997"/>
              <a:ext cx="263389" cy="366404"/>
            </a:xfrm>
            <a:custGeom>
              <a:avLst/>
              <a:gdLst/>
              <a:ahLst/>
              <a:cxnLst/>
              <a:rect l="l" t="t" r="r" b="b"/>
              <a:pathLst>
                <a:path w="10079" h="14021" extrusionOk="0">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64"/>
            <p:cNvSpPr/>
            <p:nvPr/>
          </p:nvSpPr>
          <p:spPr>
            <a:xfrm>
              <a:off x="3623690" y="1499997"/>
              <a:ext cx="234983" cy="366404"/>
            </a:xfrm>
            <a:custGeom>
              <a:avLst/>
              <a:gdLst/>
              <a:ahLst/>
              <a:cxnLst/>
              <a:rect l="l" t="t" r="r" b="b"/>
              <a:pathLst>
                <a:path w="8992" h="14021" extrusionOk="0">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64"/>
            <p:cNvSpPr/>
            <p:nvPr/>
          </p:nvSpPr>
          <p:spPr>
            <a:xfrm>
              <a:off x="3830241" y="1499997"/>
              <a:ext cx="61098" cy="87204"/>
            </a:xfrm>
            <a:custGeom>
              <a:avLst/>
              <a:gdLst/>
              <a:ahLst/>
              <a:cxnLst/>
              <a:rect l="l" t="t" r="r" b="b"/>
              <a:pathLst>
                <a:path w="2338" h="3337" extrusionOk="0">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64"/>
            <p:cNvSpPr/>
            <p:nvPr/>
          </p:nvSpPr>
          <p:spPr>
            <a:xfrm>
              <a:off x="3564866" y="1779431"/>
              <a:ext cx="230724" cy="87204"/>
            </a:xfrm>
            <a:custGeom>
              <a:avLst/>
              <a:gdLst/>
              <a:ahLst/>
              <a:cxnLst/>
              <a:rect l="l" t="t" r="r" b="b"/>
              <a:pathLst>
                <a:path w="8829" h="3337" extrusionOk="0">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64"/>
            <p:cNvSpPr/>
            <p:nvPr/>
          </p:nvSpPr>
          <p:spPr>
            <a:xfrm>
              <a:off x="3565389" y="1841993"/>
              <a:ext cx="230201" cy="24643"/>
            </a:xfrm>
            <a:custGeom>
              <a:avLst/>
              <a:gdLst/>
              <a:ahLst/>
              <a:cxnLst/>
              <a:rect l="l" t="t" r="r" b="b"/>
              <a:pathLst>
                <a:path w="8809" h="943" extrusionOk="0">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64"/>
            <p:cNvSpPr/>
            <p:nvPr/>
          </p:nvSpPr>
          <p:spPr>
            <a:xfrm>
              <a:off x="3635659" y="1593708"/>
              <a:ext cx="153737" cy="11368"/>
            </a:xfrm>
            <a:custGeom>
              <a:avLst/>
              <a:gdLst/>
              <a:ahLst/>
              <a:cxnLst/>
              <a:rect l="l" t="t" r="r" b="b"/>
              <a:pathLst>
                <a:path w="5883" h="435" extrusionOk="0">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64"/>
            <p:cNvSpPr/>
            <p:nvPr/>
          </p:nvSpPr>
          <p:spPr>
            <a:xfrm>
              <a:off x="3635659" y="1639675"/>
              <a:ext cx="152901" cy="11368"/>
            </a:xfrm>
            <a:custGeom>
              <a:avLst/>
              <a:gdLst/>
              <a:ahLst/>
              <a:cxnLst/>
              <a:rect l="l" t="t" r="r" b="b"/>
              <a:pathLst>
                <a:path w="5851" h="435" extrusionOk="0">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64"/>
            <p:cNvSpPr/>
            <p:nvPr/>
          </p:nvSpPr>
          <p:spPr>
            <a:xfrm>
              <a:off x="3635659" y="1685668"/>
              <a:ext cx="152901" cy="11368"/>
            </a:xfrm>
            <a:custGeom>
              <a:avLst/>
              <a:gdLst/>
              <a:ahLst/>
              <a:cxnLst/>
              <a:rect l="l" t="t" r="r" b="b"/>
              <a:pathLst>
                <a:path w="5851" h="435" extrusionOk="0">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64"/>
            <p:cNvSpPr/>
            <p:nvPr/>
          </p:nvSpPr>
          <p:spPr>
            <a:xfrm>
              <a:off x="3635659" y="1731661"/>
              <a:ext cx="152901" cy="11368"/>
            </a:xfrm>
            <a:custGeom>
              <a:avLst/>
              <a:gdLst/>
              <a:ahLst/>
              <a:cxnLst/>
              <a:rect l="l" t="t" r="r" b="b"/>
              <a:pathLst>
                <a:path w="5851" h="435" extrusionOk="0">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0" name="Google Shape;13310;p64"/>
          <p:cNvGrpSpPr/>
          <p:nvPr/>
        </p:nvGrpSpPr>
        <p:grpSpPr>
          <a:xfrm>
            <a:off x="1310399" y="1316124"/>
            <a:ext cx="364392" cy="366639"/>
            <a:chOff x="1314074" y="1499997"/>
            <a:chExt cx="364392" cy="366639"/>
          </a:xfrm>
        </p:grpSpPr>
        <p:sp>
          <p:nvSpPr>
            <p:cNvPr id="13311" name="Google Shape;13311;p64"/>
            <p:cNvSpPr/>
            <p:nvPr/>
          </p:nvSpPr>
          <p:spPr>
            <a:xfrm>
              <a:off x="1467602" y="1715093"/>
              <a:ext cx="57073" cy="132440"/>
            </a:xfrm>
            <a:custGeom>
              <a:avLst/>
              <a:gdLst/>
              <a:ahLst/>
              <a:cxnLst/>
              <a:rect l="l" t="t" r="r" b="b"/>
              <a:pathLst>
                <a:path w="2184" h="5068" extrusionOk="0">
                  <a:moveTo>
                    <a:pt x="1" y="0"/>
                  </a:moveTo>
                  <a:lnTo>
                    <a:pt x="1" y="5068"/>
                  </a:lnTo>
                  <a:lnTo>
                    <a:pt x="2183" y="5068"/>
                  </a:lnTo>
                  <a:lnTo>
                    <a:pt x="2183"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64"/>
            <p:cNvSpPr/>
            <p:nvPr/>
          </p:nvSpPr>
          <p:spPr>
            <a:xfrm>
              <a:off x="1494492" y="1756539"/>
              <a:ext cx="30183" cy="90993"/>
            </a:xfrm>
            <a:custGeom>
              <a:avLst/>
              <a:gdLst/>
              <a:ahLst/>
              <a:cxnLst/>
              <a:rect l="l" t="t" r="r" b="b"/>
              <a:pathLst>
                <a:path w="1155" h="3482" extrusionOk="0">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64"/>
            <p:cNvSpPr/>
            <p:nvPr/>
          </p:nvSpPr>
          <p:spPr>
            <a:xfrm>
              <a:off x="1408307" y="1830677"/>
              <a:ext cx="175924" cy="35958"/>
            </a:xfrm>
            <a:custGeom>
              <a:avLst/>
              <a:gdLst/>
              <a:ahLst/>
              <a:cxnLst/>
              <a:rect l="l" t="t" r="r" b="b"/>
              <a:pathLst>
                <a:path w="6732" h="1376" extrusionOk="0">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64"/>
            <p:cNvSpPr/>
            <p:nvPr/>
          </p:nvSpPr>
          <p:spPr>
            <a:xfrm>
              <a:off x="1431670" y="1849780"/>
              <a:ext cx="152562" cy="16855"/>
            </a:xfrm>
            <a:custGeom>
              <a:avLst/>
              <a:gdLst/>
              <a:ahLst/>
              <a:cxnLst/>
              <a:rect l="l" t="t" r="r" b="b"/>
              <a:pathLst>
                <a:path w="5838" h="645" extrusionOk="0">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64"/>
            <p:cNvSpPr/>
            <p:nvPr/>
          </p:nvSpPr>
          <p:spPr>
            <a:xfrm>
              <a:off x="1314074" y="1499997"/>
              <a:ext cx="364392" cy="231952"/>
            </a:xfrm>
            <a:custGeom>
              <a:avLst/>
              <a:gdLst/>
              <a:ahLst/>
              <a:cxnLst/>
              <a:rect l="l" t="t" r="r" b="b"/>
              <a:pathLst>
                <a:path w="13944" h="8876" extrusionOk="0">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64"/>
            <p:cNvSpPr/>
            <p:nvPr/>
          </p:nvSpPr>
          <p:spPr>
            <a:xfrm>
              <a:off x="1335920" y="1520092"/>
              <a:ext cx="320672" cy="188990"/>
            </a:xfrm>
            <a:custGeom>
              <a:avLst/>
              <a:gdLst/>
              <a:ahLst/>
              <a:cxnLst/>
              <a:rect l="l" t="t" r="r" b="b"/>
              <a:pathLst>
                <a:path w="12271" h="7232" extrusionOk="0">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64"/>
            <p:cNvSpPr/>
            <p:nvPr/>
          </p:nvSpPr>
          <p:spPr>
            <a:xfrm>
              <a:off x="1359544" y="1520092"/>
              <a:ext cx="297048" cy="168398"/>
            </a:xfrm>
            <a:custGeom>
              <a:avLst/>
              <a:gdLst/>
              <a:ahLst/>
              <a:cxnLst/>
              <a:rect l="l" t="t" r="r" b="b"/>
              <a:pathLst>
                <a:path w="11367" h="6444" extrusionOk="0">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64"/>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64"/>
            <p:cNvSpPr/>
            <p:nvPr/>
          </p:nvSpPr>
          <p:spPr>
            <a:xfrm>
              <a:off x="1482184" y="1540946"/>
              <a:ext cx="91751" cy="75418"/>
            </a:xfrm>
            <a:custGeom>
              <a:avLst/>
              <a:gdLst/>
              <a:ahLst/>
              <a:cxnLst/>
              <a:rect l="l" t="t" r="r" b="b"/>
              <a:pathLst>
                <a:path w="3511" h="2886" extrusionOk="0">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64"/>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64"/>
            <p:cNvSpPr/>
            <p:nvPr/>
          </p:nvSpPr>
          <p:spPr>
            <a:xfrm>
              <a:off x="1578587" y="1619866"/>
              <a:ext cx="60418" cy="58302"/>
            </a:xfrm>
            <a:custGeom>
              <a:avLst/>
              <a:gdLst/>
              <a:ahLst/>
              <a:cxnLst/>
              <a:rect l="l" t="t" r="r" b="b"/>
              <a:pathLst>
                <a:path w="2312" h="2231" extrusionOk="0">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64"/>
            <p:cNvSpPr/>
            <p:nvPr/>
          </p:nvSpPr>
          <p:spPr>
            <a:xfrm>
              <a:off x="1359597" y="1542200"/>
              <a:ext cx="122248" cy="143781"/>
            </a:xfrm>
            <a:custGeom>
              <a:avLst/>
              <a:gdLst/>
              <a:ahLst/>
              <a:cxnLst/>
              <a:rect l="l" t="t" r="r" b="b"/>
              <a:pathLst>
                <a:path w="4678" h="5502" extrusionOk="0">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3" name="Google Shape;13323;p64"/>
          <p:cNvGrpSpPr/>
          <p:nvPr/>
        </p:nvGrpSpPr>
        <p:grpSpPr>
          <a:xfrm>
            <a:off x="2216804" y="1316124"/>
            <a:ext cx="337005" cy="366639"/>
            <a:chOff x="2220479" y="1499997"/>
            <a:chExt cx="337005" cy="366639"/>
          </a:xfrm>
        </p:grpSpPr>
        <p:sp>
          <p:nvSpPr>
            <p:cNvPr id="13324" name="Google Shape;13324;p64"/>
            <p:cNvSpPr/>
            <p:nvPr/>
          </p:nvSpPr>
          <p:spPr>
            <a:xfrm>
              <a:off x="2249121" y="1517584"/>
              <a:ext cx="279722" cy="331073"/>
            </a:xfrm>
            <a:custGeom>
              <a:avLst/>
              <a:gdLst/>
              <a:ahLst/>
              <a:cxnLst/>
              <a:rect l="l" t="t" r="r" b="b"/>
              <a:pathLst>
                <a:path w="10704" h="12669" extrusionOk="0">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64"/>
            <p:cNvSpPr/>
            <p:nvPr/>
          </p:nvSpPr>
          <p:spPr>
            <a:xfrm>
              <a:off x="2281786" y="1520772"/>
              <a:ext cx="247057" cy="327884"/>
            </a:xfrm>
            <a:custGeom>
              <a:avLst/>
              <a:gdLst/>
              <a:ahLst/>
              <a:cxnLst/>
              <a:rect l="l" t="t" r="r" b="b"/>
              <a:pathLst>
                <a:path w="9454" h="12547" extrusionOk="0">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64"/>
            <p:cNvSpPr/>
            <p:nvPr/>
          </p:nvSpPr>
          <p:spPr>
            <a:xfrm>
              <a:off x="2232527" y="1512044"/>
              <a:ext cx="312884" cy="342545"/>
            </a:xfrm>
            <a:custGeom>
              <a:avLst/>
              <a:gdLst/>
              <a:ahLst/>
              <a:cxnLst/>
              <a:rect l="l" t="t" r="r" b="b"/>
              <a:pathLst>
                <a:path w="11973" h="13108" extrusionOk="0">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64"/>
            <p:cNvSpPr/>
            <p:nvPr/>
          </p:nvSpPr>
          <p:spPr>
            <a:xfrm>
              <a:off x="2220479"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64"/>
            <p:cNvSpPr/>
            <p:nvPr/>
          </p:nvSpPr>
          <p:spPr>
            <a:xfrm>
              <a:off x="2371760" y="1499997"/>
              <a:ext cx="35200" cy="35200"/>
            </a:xfrm>
            <a:custGeom>
              <a:avLst/>
              <a:gdLst/>
              <a:ahLst/>
              <a:cxnLst/>
              <a:rect l="l" t="t" r="r" b="b"/>
              <a:pathLst>
                <a:path w="1347" h="1347" extrusionOk="0">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64"/>
            <p:cNvSpPr/>
            <p:nvPr/>
          </p:nvSpPr>
          <p:spPr>
            <a:xfrm>
              <a:off x="2522022"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64"/>
            <p:cNvSpPr/>
            <p:nvPr/>
          </p:nvSpPr>
          <p:spPr>
            <a:xfrm>
              <a:off x="2220479"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64"/>
            <p:cNvSpPr/>
            <p:nvPr/>
          </p:nvSpPr>
          <p:spPr>
            <a:xfrm>
              <a:off x="2371760" y="1831435"/>
              <a:ext cx="35200" cy="35200"/>
            </a:xfrm>
            <a:custGeom>
              <a:avLst/>
              <a:gdLst/>
              <a:ahLst/>
              <a:cxnLst/>
              <a:rect l="l" t="t" r="r" b="b"/>
              <a:pathLst>
                <a:path w="1347" h="1347" extrusionOk="0">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64"/>
            <p:cNvSpPr/>
            <p:nvPr/>
          </p:nvSpPr>
          <p:spPr>
            <a:xfrm>
              <a:off x="2522022"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64"/>
            <p:cNvSpPr/>
            <p:nvPr/>
          </p:nvSpPr>
          <p:spPr>
            <a:xfrm>
              <a:off x="2220479"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64"/>
            <p:cNvSpPr/>
            <p:nvPr/>
          </p:nvSpPr>
          <p:spPr>
            <a:xfrm>
              <a:off x="2522022"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5" name="Google Shape;13335;p64"/>
          <p:cNvGrpSpPr/>
          <p:nvPr/>
        </p:nvGrpSpPr>
        <p:grpSpPr>
          <a:xfrm>
            <a:off x="4101480" y="2242103"/>
            <a:ext cx="87230" cy="366430"/>
            <a:chOff x="4105155" y="2425976"/>
            <a:chExt cx="87230" cy="366430"/>
          </a:xfrm>
        </p:grpSpPr>
        <p:sp>
          <p:nvSpPr>
            <p:cNvPr id="13336" name="Google Shape;13336;p64"/>
            <p:cNvSpPr/>
            <p:nvPr/>
          </p:nvSpPr>
          <p:spPr>
            <a:xfrm>
              <a:off x="4105155" y="2425976"/>
              <a:ext cx="87230" cy="366430"/>
            </a:xfrm>
            <a:custGeom>
              <a:avLst/>
              <a:gdLst/>
              <a:ahLst/>
              <a:cxnLst/>
              <a:rect l="l" t="t" r="r" b="b"/>
              <a:pathLst>
                <a:path w="3338" h="14022" extrusionOk="0">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64"/>
            <p:cNvSpPr/>
            <p:nvPr/>
          </p:nvSpPr>
          <p:spPr>
            <a:xfrm>
              <a:off x="4133561" y="2433789"/>
              <a:ext cx="58824" cy="358616"/>
            </a:xfrm>
            <a:custGeom>
              <a:avLst/>
              <a:gdLst/>
              <a:ahLst/>
              <a:cxnLst/>
              <a:rect l="l" t="t" r="r" b="b"/>
              <a:pathLst>
                <a:path w="2251" h="13723" extrusionOk="0">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64"/>
            <p:cNvSpPr/>
            <p:nvPr/>
          </p:nvSpPr>
          <p:spPr>
            <a:xfrm>
              <a:off x="4105155" y="2509417"/>
              <a:ext cx="87230" cy="282989"/>
            </a:xfrm>
            <a:custGeom>
              <a:avLst/>
              <a:gdLst/>
              <a:ahLst/>
              <a:cxnLst/>
              <a:rect l="l" t="t" r="r" b="b"/>
              <a:pathLst>
                <a:path w="3338" h="10829" extrusionOk="0">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64"/>
            <p:cNvSpPr/>
            <p:nvPr/>
          </p:nvSpPr>
          <p:spPr>
            <a:xfrm>
              <a:off x="4133561" y="2509417"/>
              <a:ext cx="58824" cy="282989"/>
            </a:xfrm>
            <a:custGeom>
              <a:avLst/>
              <a:gdLst/>
              <a:ahLst/>
              <a:cxnLst/>
              <a:rect l="l" t="t" r="r" b="b"/>
              <a:pathLst>
                <a:path w="2251" h="10829" extrusionOk="0">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64"/>
            <p:cNvSpPr/>
            <p:nvPr/>
          </p:nvSpPr>
          <p:spPr>
            <a:xfrm>
              <a:off x="4105155" y="2552901"/>
              <a:ext cx="87230" cy="195262"/>
            </a:xfrm>
            <a:custGeom>
              <a:avLst/>
              <a:gdLst/>
              <a:ahLst/>
              <a:cxnLst/>
              <a:rect l="l" t="t" r="r" b="b"/>
              <a:pathLst>
                <a:path w="3338" h="7472" extrusionOk="0">
                  <a:moveTo>
                    <a:pt x="0" y="0"/>
                  </a:moveTo>
                  <a:lnTo>
                    <a:pt x="0" y="7472"/>
                  </a:lnTo>
                  <a:lnTo>
                    <a:pt x="3337" y="7472"/>
                  </a:lnTo>
                  <a:lnTo>
                    <a:pt x="3337"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64"/>
            <p:cNvSpPr/>
            <p:nvPr/>
          </p:nvSpPr>
          <p:spPr>
            <a:xfrm>
              <a:off x="4133561" y="2552901"/>
              <a:ext cx="58824" cy="195262"/>
            </a:xfrm>
            <a:custGeom>
              <a:avLst/>
              <a:gdLst/>
              <a:ahLst/>
              <a:cxnLst/>
              <a:rect l="l" t="t" r="r" b="b"/>
              <a:pathLst>
                <a:path w="2251" h="7472" extrusionOk="0">
                  <a:moveTo>
                    <a:pt x="0" y="0"/>
                  </a:moveTo>
                  <a:lnTo>
                    <a:pt x="0" y="7472"/>
                  </a:lnTo>
                  <a:lnTo>
                    <a:pt x="2250" y="7472"/>
                  </a:lnTo>
                  <a:lnTo>
                    <a:pt x="2250"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2" name="Google Shape;13342;p64"/>
          <p:cNvGrpSpPr/>
          <p:nvPr/>
        </p:nvGrpSpPr>
        <p:grpSpPr>
          <a:xfrm>
            <a:off x="1804434" y="2242129"/>
            <a:ext cx="267884" cy="366639"/>
            <a:chOff x="1808109" y="2426002"/>
            <a:chExt cx="267884" cy="366639"/>
          </a:xfrm>
        </p:grpSpPr>
        <p:sp>
          <p:nvSpPr>
            <p:cNvPr id="13343" name="Google Shape;13343;p64"/>
            <p:cNvSpPr/>
            <p:nvPr/>
          </p:nvSpPr>
          <p:spPr>
            <a:xfrm>
              <a:off x="1821671" y="2426002"/>
              <a:ext cx="244025" cy="159591"/>
            </a:xfrm>
            <a:custGeom>
              <a:avLst/>
              <a:gdLst/>
              <a:ahLst/>
              <a:cxnLst/>
              <a:rect l="l" t="t" r="r" b="b"/>
              <a:pathLst>
                <a:path w="9338" h="6107" extrusionOk="0">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64"/>
            <p:cNvSpPr/>
            <p:nvPr/>
          </p:nvSpPr>
          <p:spPr>
            <a:xfrm>
              <a:off x="1808109" y="2585567"/>
              <a:ext cx="267649" cy="46516"/>
            </a:xfrm>
            <a:custGeom>
              <a:avLst/>
              <a:gdLst/>
              <a:ahLst/>
              <a:cxnLst/>
              <a:rect l="l" t="t" r="r" b="b"/>
              <a:pathLst>
                <a:path w="10242" h="1780" extrusionOk="0">
                  <a:moveTo>
                    <a:pt x="520" y="0"/>
                  </a:moveTo>
                  <a:lnTo>
                    <a:pt x="0" y="1779"/>
                  </a:lnTo>
                  <a:lnTo>
                    <a:pt x="10241" y="1779"/>
                  </a:lnTo>
                  <a:lnTo>
                    <a:pt x="9847"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64"/>
            <p:cNvSpPr/>
            <p:nvPr/>
          </p:nvSpPr>
          <p:spPr>
            <a:xfrm>
              <a:off x="1808109" y="2632056"/>
              <a:ext cx="267884" cy="59817"/>
            </a:xfrm>
            <a:custGeom>
              <a:avLst/>
              <a:gdLst/>
              <a:ahLst/>
              <a:cxnLst/>
              <a:rect l="l" t="t" r="r" b="b"/>
              <a:pathLst>
                <a:path w="10251" h="2289" extrusionOk="0">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64"/>
            <p:cNvSpPr/>
            <p:nvPr/>
          </p:nvSpPr>
          <p:spPr>
            <a:xfrm>
              <a:off x="1842525" y="2426002"/>
              <a:ext cx="223172" cy="159591"/>
            </a:xfrm>
            <a:custGeom>
              <a:avLst/>
              <a:gdLst/>
              <a:ahLst/>
              <a:cxnLst/>
              <a:rect l="l" t="t" r="r" b="b"/>
              <a:pathLst>
                <a:path w="8540" h="6107" extrusionOk="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64"/>
            <p:cNvSpPr/>
            <p:nvPr/>
          </p:nvSpPr>
          <p:spPr>
            <a:xfrm>
              <a:off x="1829224" y="2585567"/>
              <a:ext cx="246534" cy="46516"/>
            </a:xfrm>
            <a:custGeom>
              <a:avLst/>
              <a:gdLst/>
              <a:ahLst/>
              <a:cxnLst/>
              <a:rect l="l" t="t" r="r" b="b"/>
              <a:pathLst>
                <a:path w="9434" h="1780" extrusionOk="0">
                  <a:moveTo>
                    <a:pt x="510" y="0"/>
                  </a:moveTo>
                  <a:lnTo>
                    <a:pt x="0" y="1779"/>
                  </a:lnTo>
                  <a:lnTo>
                    <a:pt x="9433" y="1779"/>
                  </a:lnTo>
                  <a:lnTo>
                    <a:pt x="9039"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64"/>
            <p:cNvSpPr/>
            <p:nvPr/>
          </p:nvSpPr>
          <p:spPr>
            <a:xfrm>
              <a:off x="1829224" y="2632056"/>
              <a:ext cx="246769" cy="59817"/>
            </a:xfrm>
            <a:custGeom>
              <a:avLst/>
              <a:gdLst/>
              <a:ahLst/>
              <a:cxnLst/>
              <a:rect l="l" t="t" r="r" b="b"/>
              <a:pathLst>
                <a:path w="9443" h="2289" extrusionOk="0">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64"/>
            <p:cNvSpPr/>
            <p:nvPr/>
          </p:nvSpPr>
          <p:spPr>
            <a:xfrm>
              <a:off x="2015156" y="2444843"/>
              <a:ext cx="27936" cy="24382"/>
            </a:xfrm>
            <a:custGeom>
              <a:avLst/>
              <a:gdLst/>
              <a:ahLst/>
              <a:cxnLst/>
              <a:rect l="l" t="t" r="r" b="b"/>
              <a:pathLst>
                <a:path w="1069" h="933" extrusionOk="0">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64"/>
            <p:cNvSpPr/>
            <p:nvPr/>
          </p:nvSpPr>
          <p:spPr>
            <a:xfrm>
              <a:off x="2027987" y="2444843"/>
              <a:ext cx="15105" cy="14843"/>
            </a:xfrm>
            <a:custGeom>
              <a:avLst/>
              <a:gdLst/>
              <a:ahLst/>
              <a:cxnLst/>
              <a:rect l="l" t="t" r="r" b="b"/>
              <a:pathLst>
                <a:path w="578" h="568" extrusionOk="0">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64"/>
            <p:cNvSpPr/>
            <p:nvPr/>
          </p:nvSpPr>
          <p:spPr>
            <a:xfrm>
              <a:off x="1842029" y="2542788"/>
              <a:ext cx="26420" cy="23441"/>
            </a:xfrm>
            <a:custGeom>
              <a:avLst/>
              <a:gdLst/>
              <a:ahLst/>
              <a:cxnLst/>
              <a:rect l="l" t="t" r="r" b="b"/>
              <a:pathLst>
                <a:path w="1011" h="897" extrusionOk="0">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64"/>
            <p:cNvSpPr/>
            <p:nvPr/>
          </p:nvSpPr>
          <p:spPr>
            <a:xfrm>
              <a:off x="2012648" y="2542788"/>
              <a:ext cx="27178" cy="23441"/>
            </a:xfrm>
            <a:custGeom>
              <a:avLst/>
              <a:gdLst/>
              <a:ahLst/>
              <a:cxnLst/>
              <a:rect l="l" t="t" r="r" b="b"/>
              <a:pathLst>
                <a:path w="1040" h="897" extrusionOk="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64"/>
            <p:cNvSpPr/>
            <p:nvPr/>
          </p:nvSpPr>
          <p:spPr>
            <a:xfrm>
              <a:off x="1855095" y="2542788"/>
              <a:ext cx="13354" cy="13693"/>
            </a:xfrm>
            <a:custGeom>
              <a:avLst/>
              <a:gdLst/>
              <a:ahLst/>
              <a:cxnLst/>
              <a:rect l="l" t="t" r="r" b="b"/>
              <a:pathLst>
                <a:path w="511" h="524" extrusionOk="0">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64"/>
            <p:cNvSpPr/>
            <p:nvPr/>
          </p:nvSpPr>
          <p:spPr>
            <a:xfrm>
              <a:off x="2025479" y="2542788"/>
              <a:ext cx="14347" cy="13720"/>
            </a:xfrm>
            <a:custGeom>
              <a:avLst/>
              <a:gdLst/>
              <a:ahLst/>
              <a:cxnLst/>
              <a:rect l="l" t="t" r="r" b="b"/>
              <a:pathLst>
                <a:path w="549" h="525" extrusionOk="0">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64"/>
            <p:cNvSpPr/>
            <p:nvPr/>
          </p:nvSpPr>
          <p:spPr>
            <a:xfrm>
              <a:off x="1864633" y="2661691"/>
              <a:ext cx="154835" cy="130950"/>
            </a:xfrm>
            <a:custGeom>
              <a:avLst/>
              <a:gdLst/>
              <a:ahLst/>
              <a:cxnLst/>
              <a:rect l="l" t="t" r="r" b="b"/>
              <a:pathLst>
                <a:path w="5925" h="5011" extrusionOk="0">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64"/>
            <p:cNvSpPr/>
            <p:nvPr/>
          </p:nvSpPr>
          <p:spPr>
            <a:xfrm>
              <a:off x="1889276" y="2684818"/>
              <a:ext cx="105549" cy="84460"/>
            </a:xfrm>
            <a:custGeom>
              <a:avLst/>
              <a:gdLst/>
              <a:ahLst/>
              <a:cxnLst/>
              <a:rect l="l" t="t" r="r" b="b"/>
              <a:pathLst>
                <a:path w="4039" h="3232" extrusionOk="0">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64"/>
            <p:cNvSpPr/>
            <p:nvPr/>
          </p:nvSpPr>
          <p:spPr>
            <a:xfrm>
              <a:off x="1828466" y="2655915"/>
              <a:ext cx="227196" cy="11342"/>
            </a:xfrm>
            <a:custGeom>
              <a:avLst/>
              <a:gdLst/>
              <a:ahLst/>
              <a:cxnLst/>
              <a:rect l="l" t="t" r="r" b="b"/>
              <a:pathLst>
                <a:path w="8694" h="434" extrusionOk="0">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64"/>
            <p:cNvSpPr/>
            <p:nvPr/>
          </p:nvSpPr>
          <p:spPr>
            <a:xfrm>
              <a:off x="1821671" y="2482030"/>
              <a:ext cx="243790" cy="44007"/>
            </a:xfrm>
            <a:custGeom>
              <a:avLst/>
              <a:gdLst/>
              <a:ahLst/>
              <a:cxnLst/>
              <a:rect l="l" t="t" r="r" b="b"/>
              <a:pathLst>
                <a:path w="9329" h="1684" extrusionOk="0">
                  <a:moveTo>
                    <a:pt x="1" y="0"/>
                  </a:moveTo>
                  <a:lnTo>
                    <a:pt x="1" y="1683"/>
                  </a:lnTo>
                  <a:lnTo>
                    <a:pt x="9328" y="1683"/>
                  </a:lnTo>
                  <a:lnTo>
                    <a:pt x="9328"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64"/>
            <p:cNvSpPr/>
            <p:nvPr/>
          </p:nvSpPr>
          <p:spPr>
            <a:xfrm>
              <a:off x="1842525" y="2482030"/>
              <a:ext cx="223172" cy="44007"/>
            </a:xfrm>
            <a:custGeom>
              <a:avLst/>
              <a:gdLst/>
              <a:ahLst/>
              <a:cxnLst/>
              <a:rect l="l" t="t" r="r" b="b"/>
              <a:pathLst>
                <a:path w="8540" h="1684" extrusionOk="0">
                  <a:moveTo>
                    <a:pt x="1" y="0"/>
                  </a:moveTo>
                  <a:lnTo>
                    <a:pt x="1" y="1683"/>
                  </a:lnTo>
                  <a:lnTo>
                    <a:pt x="8540" y="1683"/>
                  </a:lnTo>
                  <a:lnTo>
                    <a:pt x="8540"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64"/>
            <p:cNvSpPr/>
            <p:nvPr/>
          </p:nvSpPr>
          <p:spPr>
            <a:xfrm>
              <a:off x="1884494" y="2447848"/>
              <a:ext cx="114878" cy="114878"/>
            </a:xfrm>
            <a:custGeom>
              <a:avLst/>
              <a:gdLst/>
              <a:ahLst/>
              <a:cxnLst/>
              <a:rect l="l" t="t" r="r" b="b"/>
              <a:pathLst>
                <a:path w="4396" h="4396" extrusionOk="0">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64"/>
            <p:cNvSpPr/>
            <p:nvPr/>
          </p:nvSpPr>
          <p:spPr>
            <a:xfrm>
              <a:off x="1902342" y="2471054"/>
              <a:ext cx="78162" cy="69565"/>
            </a:xfrm>
            <a:custGeom>
              <a:avLst/>
              <a:gdLst/>
              <a:ahLst/>
              <a:cxnLst/>
              <a:rect l="l" t="t" r="r" b="b"/>
              <a:pathLst>
                <a:path w="2991" h="2662" extrusionOk="0">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64"/>
            <p:cNvSpPr/>
            <p:nvPr/>
          </p:nvSpPr>
          <p:spPr>
            <a:xfrm>
              <a:off x="1912743" y="2470427"/>
              <a:ext cx="75680" cy="58641"/>
            </a:xfrm>
            <a:custGeom>
              <a:avLst/>
              <a:gdLst/>
              <a:ahLst/>
              <a:cxnLst/>
              <a:rect l="l" t="t" r="r" b="b"/>
              <a:pathLst>
                <a:path w="2896" h="2244" extrusionOk="0">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64"/>
            <p:cNvSpPr/>
            <p:nvPr/>
          </p:nvSpPr>
          <p:spPr>
            <a:xfrm>
              <a:off x="1937020" y="2488563"/>
              <a:ext cx="22134" cy="22134"/>
            </a:xfrm>
            <a:custGeom>
              <a:avLst/>
              <a:gdLst/>
              <a:ahLst/>
              <a:cxnLst/>
              <a:rect l="l" t="t" r="r" b="b"/>
              <a:pathLst>
                <a:path w="847" h="847" extrusionOk="0">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4" name="Google Shape;13364;p64"/>
          <p:cNvGrpSpPr/>
          <p:nvPr/>
        </p:nvGrpSpPr>
        <p:grpSpPr>
          <a:xfrm>
            <a:off x="3599893" y="2242129"/>
            <a:ext cx="207597" cy="366639"/>
            <a:chOff x="3603568" y="2426002"/>
            <a:chExt cx="207597" cy="366639"/>
          </a:xfrm>
        </p:grpSpPr>
        <p:sp>
          <p:nvSpPr>
            <p:cNvPr id="13365" name="Google Shape;13365;p64"/>
            <p:cNvSpPr/>
            <p:nvPr/>
          </p:nvSpPr>
          <p:spPr>
            <a:xfrm>
              <a:off x="3629465" y="2426002"/>
              <a:ext cx="155828" cy="203050"/>
            </a:xfrm>
            <a:custGeom>
              <a:avLst/>
              <a:gdLst/>
              <a:ahLst/>
              <a:cxnLst/>
              <a:rect l="l" t="t" r="r" b="b"/>
              <a:pathLst>
                <a:path w="5963" h="7770" extrusionOk="0">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64"/>
            <p:cNvSpPr/>
            <p:nvPr/>
          </p:nvSpPr>
          <p:spPr>
            <a:xfrm>
              <a:off x="3657114" y="2451376"/>
              <a:ext cx="128180" cy="177675"/>
            </a:xfrm>
            <a:custGeom>
              <a:avLst/>
              <a:gdLst/>
              <a:ahLst/>
              <a:cxnLst/>
              <a:rect l="l" t="t" r="r" b="b"/>
              <a:pathLst>
                <a:path w="4905" h="6799" extrusionOk="0">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64"/>
            <p:cNvSpPr/>
            <p:nvPr/>
          </p:nvSpPr>
          <p:spPr>
            <a:xfrm>
              <a:off x="3603568" y="2556403"/>
              <a:ext cx="207597" cy="236238"/>
            </a:xfrm>
            <a:custGeom>
              <a:avLst/>
              <a:gdLst/>
              <a:ahLst/>
              <a:cxnLst/>
              <a:rect l="l" t="t" r="r" b="b"/>
              <a:pathLst>
                <a:path w="7944" h="9040" extrusionOk="0">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64"/>
            <p:cNvSpPr/>
            <p:nvPr/>
          </p:nvSpPr>
          <p:spPr>
            <a:xfrm>
              <a:off x="3634979" y="2556403"/>
              <a:ext cx="176185" cy="206839"/>
            </a:xfrm>
            <a:custGeom>
              <a:avLst/>
              <a:gdLst/>
              <a:ahLst/>
              <a:cxnLst/>
              <a:rect l="l" t="t" r="r" b="b"/>
              <a:pathLst>
                <a:path w="6742" h="7915" extrusionOk="0">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64"/>
            <p:cNvSpPr/>
            <p:nvPr/>
          </p:nvSpPr>
          <p:spPr>
            <a:xfrm>
              <a:off x="3603568" y="2623511"/>
              <a:ext cx="207597" cy="101786"/>
            </a:xfrm>
            <a:custGeom>
              <a:avLst/>
              <a:gdLst/>
              <a:ahLst/>
              <a:cxnLst/>
              <a:rect l="l" t="t" r="r" b="b"/>
              <a:pathLst>
                <a:path w="7944" h="3895" extrusionOk="0">
                  <a:moveTo>
                    <a:pt x="1" y="0"/>
                  </a:moveTo>
                  <a:lnTo>
                    <a:pt x="1" y="3895"/>
                  </a:lnTo>
                  <a:lnTo>
                    <a:pt x="7944" y="3895"/>
                  </a:lnTo>
                  <a:lnTo>
                    <a:pt x="7944"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64"/>
            <p:cNvSpPr/>
            <p:nvPr/>
          </p:nvSpPr>
          <p:spPr>
            <a:xfrm>
              <a:off x="3603568" y="2623511"/>
              <a:ext cx="31437" cy="101786"/>
            </a:xfrm>
            <a:custGeom>
              <a:avLst/>
              <a:gdLst/>
              <a:ahLst/>
              <a:cxnLst/>
              <a:rect l="l" t="t" r="r" b="b"/>
              <a:pathLst>
                <a:path w="1203" h="3895" extrusionOk="0">
                  <a:moveTo>
                    <a:pt x="1" y="0"/>
                  </a:moveTo>
                  <a:lnTo>
                    <a:pt x="1" y="3895"/>
                  </a:lnTo>
                  <a:lnTo>
                    <a:pt x="1203" y="3895"/>
                  </a:lnTo>
                  <a:lnTo>
                    <a:pt x="1203"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1" name="Google Shape;13371;p64"/>
          <p:cNvGrpSpPr/>
          <p:nvPr/>
        </p:nvGrpSpPr>
        <p:grpSpPr>
          <a:xfrm>
            <a:off x="2242440" y="2242129"/>
            <a:ext cx="274417" cy="366404"/>
            <a:chOff x="2246115" y="2426002"/>
            <a:chExt cx="274417" cy="366404"/>
          </a:xfrm>
        </p:grpSpPr>
        <p:sp>
          <p:nvSpPr>
            <p:cNvPr id="13372" name="Google Shape;13372;p64"/>
            <p:cNvSpPr/>
            <p:nvPr/>
          </p:nvSpPr>
          <p:spPr>
            <a:xfrm>
              <a:off x="2246115" y="2440819"/>
              <a:ext cx="274417" cy="148798"/>
            </a:xfrm>
            <a:custGeom>
              <a:avLst/>
              <a:gdLst/>
              <a:ahLst/>
              <a:cxnLst/>
              <a:rect l="l" t="t" r="r" b="b"/>
              <a:pathLst>
                <a:path w="10501" h="5694" extrusionOk="0">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64"/>
            <p:cNvSpPr/>
            <p:nvPr/>
          </p:nvSpPr>
          <p:spPr>
            <a:xfrm>
              <a:off x="2285053" y="2520471"/>
              <a:ext cx="196543" cy="271935"/>
            </a:xfrm>
            <a:custGeom>
              <a:avLst/>
              <a:gdLst/>
              <a:ahLst/>
              <a:cxnLst/>
              <a:rect l="l" t="t" r="r" b="b"/>
              <a:pathLst>
                <a:path w="7521" h="10406" extrusionOk="0">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64"/>
            <p:cNvSpPr/>
            <p:nvPr/>
          </p:nvSpPr>
          <p:spPr>
            <a:xfrm>
              <a:off x="2315471" y="2520732"/>
              <a:ext cx="166124" cy="245018"/>
            </a:xfrm>
            <a:custGeom>
              <a:avLst/>
              <a:gdLst/>
              <a:ahLst/>
              <a:cxnLst/>
              <a:rect l="l" t="t" r="r" b="b"/>
              <a:pathLst>
                <a:path w="6357" h="9376" extrusionOk="0">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64"/>
            <p:cNvSpPr/>
            <p:nvPr/>
          </p:nvSpPr>
          <p:spPr>
            <a:xfrm>
              <a:off x="2285053" y="2520471"/>
              <a:ext cx="196543" cy="166882"/>
            </a:xfrm>
            <a:custGeom>
              <a:avLst/>
              <a:gdLst/>
              <a:ahLst/>
              <a:cxnLst/>
              <a:rect l="l" t="t" r="r" b="b"/>
              <a:pathLst>
                <a:path w="7521" h="6386" extrusionOk="0">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64"/>
            <p:cNvSpPr/>
            <p:nvPr/>
          </p:nvSpPr>
          <p:spPr>
            <a:xfrm>
              <a:off x="2335306" y="2426002"/>
              <a:ext cx="96272" cy="40218"/>
            </a:xfrm>
            <a:custGeom>
              <a:avLst/>
              <a:gdLst/>
              <a:ahLst/>
              <a:cxnLst/>
              <a:rect l="l" t="t" r="r" b="b"/>
              <a:pathLst>
                <a:path w="3684" h="1539" extrusionOk="0">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64"/>
            <p:cNvSpPr/>
            <p:nvPr/>
          </p:nvSpPr>
          <p:spPr>
            <a:xfrm>
              <a:off x="2360680" y="2426002"/>
              <a:ext cx="70897" cy="19626"/>
            </a:xfrm>
            <a:custGeom>
              <a:avLst/>
              <a:gdLst/>
              <a:ahLst/>
              <a:cxnLst/>
              <a:rect l="l" t="t" r="r" b="b"/>
              <a:pathLst>
                <a:path w="2713" h="751" extrusionOk="0">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64"/>
            <p:cNvSpPr/>
            <p:nvPr/>
          </p:nvSpPr>
          <p:spPr>
            <a:xfrm>
              <a:off x="2323990" y="2591603"/>
              <a:ext cx="71394" cy="95749"/>
            </a:xfrm>
            <a:custGeom>
              <a:avLst/>
              <a:gdLst/>
              <a:ahLst/>
              <a:cxnLst/>
              <a:rect l="l" t="t" r="r" b="b"/>
              <a:pathLst>
                <a:path w="2732" h="3664" extrusionOk="0">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64"/>
            <p:cNvSpPr/>
            <p:nvPr/>
          </p:nvSpPr>
          <p:spPr>
            <a:xfrm>
              <a:off x="2430794" y="2591838"/>
              <a:ext cx="35723" cy="43563"/>
            </a:xfrm>
            <a:custGeom>
              <a:avLst/>
              <a:gdLst/>
              <a:ahLst/>
              <a:cxnLst/>
              <a:rect l="l" t="t" r="r" b="b"/>
              <a:pathLst>
                <a:path w="1367" h="1667" extrusionOk="0">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0" name="Google Shape;13380;p64"/>
          <p:cNvGrpSpPr/>
          <p:nvPr/>
        </p:nvGrpSpPr>
        <p:grpSpPr>
          <a:xfrm>
            <a:off x="2692991" y="2242129"/>
            <a:ext cx="256099" cy="366639"/>
            <a:chOff x="2696666" y="2426002"/>
            <a:chExt cx="256099" cy="366639"/>
          </a:xfrm>
        </p:grpSpPr>
        <p:sp>
          <p:nvSpPr>
            <p:cNvPr id="13381" name="Google Shape;13381;p64"/>
            <p:cNvSpPr/>
            <p:nvPr/>
          </p:nvSpPr>
          <p:spPr>
            <a:xfrm>
              <a:off x="2724811" y="2426002"/>
              <a:ext cx="227954" cy="86446"/>
            </a:xfrm>
            <a:custGeom>
              <a:avLst/>
              <a:gdLst/>
              <a:ahLst/>
              <a:cxnLst/>
              <a:rect l="l" t="t" r="r" b="b"/>
              <a:pathLst>
                <a:path w="8723" h="3308" extrusionOk="0">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64"/>
            <p:cNvSpPr/>
            <p:nvPr/>
          </p:nvSpPr>
          <p:spPr>
            <a:xfrm>
              <a:off x="2696666" y="2465436"/>
              <a:ext cx="147283" cy="184156"/>
            </a:xfrm>
            <a:custGeom>
              <a:avLst/>
              <a:gdLst/>
              <a:ahLst/>
              <a:cxnLst/>
              <a:rect l="l" t="t" r="r" b="b"/>
              <a:pathLst>
                <a:path w="5636" h="7047" extrusionOk="0">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64"/>
            <p:cNvSpPr/>
            <p:nvPr/>
          </p:nvSpPr>
          <p:spPr>
            <a:xfrm>
              <a:off x="2813008" y="2631534"/>
              <a:ext cx="51795" cy="161107"/>
            </a:xfrm>
            <a:custGeom>
              <a:avLst/>
              <a:gdLst/>
              <a:ahLst/>
              <a:cxnLst/>
              <a:rect l="l" t="t" r="r" b="b"/>
              <a:pathLst>
                <a:path w="1982" h="6165" extrusionOk="0">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64"/>
            <p:cNvSpPr/>
            <p:nvPr/>
          </p:nvSpPr>
          <p:spPr>
            <a:xfrm>
              <a:off x="2836893" y="2631795"/>
              <a:ext cx="27910" cy="138999"/>
            </a:xfrm>
            <a:custGeom>
              <a:avLst/>
              <a:gdLst/>
              <a:ahLst/>
              <a:cxnLst/>
              <a:rect l="l" t="t" r="r" b="b"/>
              <a:pathLst>
                <a:path w="1068" h="5319" extrusionOk="0">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64"/>
            <p:cNvSpPr/>
            <p:nvPr/>
          </p:nvSpPr>
          <p:spPr>
            <a:xfrm>
              <a:off x="2725568" y="2436533"/>
              <a:ext cx="227196" cy="69826"/>
            </a:xfrm>
            <a:custGeom>
              <a:avLst/>
              <a:gdLst/>
              <a:ahLst/>
              <a:cxnLst/>
              <a:rect l="l" t="t" r="r" b="b"/>
              <a:pathLst>
                <a:path w="8694" h="2672" extrusionOk="0">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64"/>
            <p:cNvSpPr/>
            <p:nvPr/>
          </p:nvSpPr>
          <p:spPr>
            <a:xfrm>
              <a:off x="2725307" y="2426002"/>
              <a:ext cx="227457" cy="52788"/>
            </a:xfrm>
            <a:custGeom>
              <a:avLst/>
              <a:gdLst/>
              <a:ahLst/>
              <a:cxnLst/>
              <a:rect l="l" t="t" r="r" b="b"/>
              <a:pathLst>
                <a:path w="8704" h="2020" extrusionOk="0">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7" name="Google Shape;13387;p64"/>
          <p:cNvGrpSpPr/>
          <p:nvPr/>
        </p:nvGrpSpPr>
        <p:grpSpPr>
          <a:xfrm>
            <a:off x="3145397" y="2242129"/>
            <a:ext cx="225863" cy="366430"/>
            <a:chOff x="3149072" y="2426002"/>
            <a:chExt cx="225863" cy="366430"/>
          </a:xfrm>
        </p:grpSpPr>
        <p:sp>
          <p:nvSpPr>
            <p:cNvPr id="13388" name="Google Shape;13388;p64"/>
            <p:cNvSpPr/>
            <p:nvPr/>
          </p:nvSpPr>
          <p:spPr>
            <a:xfrm>
              <a:off x="3236694" y="2606420"/>
              <a:ext cx="58824" cy="186011"/>
            </a:xfrm>
            <a:custGeom>
              <a:avLst/>
              <a:gdLst/>
              <a:ahLst/>
              <a:cxnLst/>
              <a:rect l="l" t="t" r="r" b="b"/>
              <a:pathLst>
                <a:path w="2251" h="7118" extrusionOk="0">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64"/>
            <p:cNvSpPr/>
            <p:nvPr/>
          </p:nvSpPr>
          <p:spPr>
            <a:xfrm>
              <a:off x="3260056" y="2606420"/>
              <a:ext cx="35462" cy="165863"/>
            </a:xfrm>
            <a:custGeom>
              <a:avLst/>
              <a:gdLst/>
              <a:ahLst/>
              <a:cxnLst/>
              <a:rect l="l" t="t" r="r" b="b"/>
              <a:pathLst>
                <a:path w="1357" h="6347" extrusionOk="0">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64"/>
            <p:cNvSpPr/>
            <p:nvPr/>
          </p:nvSpPr>
          <p:spPr>
            <a:xfrm>
              <a:off x="3194464" y="2547857"/>
              <a:ext cx="143284" cy="88981"/>
            </a:xfrm>
            <a:custGeom>
              <a:avLst/>
              <a:gdLst/>
              <a:ahLst/>
              <a:cxnLst/>
              <a:rect l="l" t="t" r="r" b="b"/>
              <a:pathLst>
                <a:path w="5483" h="3405" extrusionOk="0">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64"/>
            <p:cNvSpPr/>
            <p:nvPr/>
          </p:nvSpPr>
          <p:spPr>
            <a:xfrm>
              <a:off x="3214063" y="2547857"/>
              <a:ext cx="123685" cy="69382"/>
            </a:xfrm>
            <a:custGeom>
              <a:avLst/>
              <a:gdLst/>
              <a:ahLst/>
              <a:cxnLst/>
              <a:rect l="l" t="t" r="r" b="b"/>
              <a:pathLst>
                <a:path w="4733" h="2655" extrusionOk="0">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64"/>
            <p:cNvSpPr/>
            <p:nvPr/>
          </p:nvSpPr>
          <p:spPr>
            <a:xfrm>
              <a:off x="3179908" y="2426002"/>
              <a:ext cx="172396" cy="119635"/>
            </a:xfrm>
            <a:custGeom>
              <a:avLst/>
              <a:gdLst/>
              <a:ahLst/>
              <a:cxnLst/>
              <a:rect l="l" t="t" r="r" b="b"/>
              <a:pathLst>
                <a:path w="6597" h="4578" extrusionOk="0">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64"/>
            <p:cNvSpPr/>
            <p:nvPr/>
          </p:nvSpPr>
          <p:spPr>
            <a:xfrm>
              <a:off x="3199246" y="2426002"/>
              <a:ext cx="153058" cy="85715"/>
            </a:xfrm>
            <a:custGeom>
              <a:avLst/>
              <a:gdLst/>
              <a:ahLst/>
              <a:cxnLst/>
              <a:rect l="l" t="t" r="r" b="b"/>
              <a:pathLst>
                <a:path w="5857" h="3280" extrusionOk="0">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64"/>
            <p:cNvSpPr/>
            <p:nvPr/>
          </p:nvSpPr>
          <p:spPr>
            <a:xfrm>
              <a:off x="3149072" y="2528755"/>
              <a:ext cx="225863" cy="41760"/>
            </a:xfrm>
            <a:custGeom>
              <a:avLst/>
              <a:gdLst/>
              <a:ahLst/>
              <a:cxnLst/>
              <a:rect l="l" t="t" r="r" b="b"/>
              <a:pathLst>
                <a:path w="8643" h="1598" extrusionOk="0">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64"/>
            <p:cNvSpPr/>
            <p:nvPr/>
          </p:nvSpPr>
          <p:spPr>
            <a:xfrm>
              <a:off x="3174864" y="2528519"/>
              <a:ext cx="200070" cy="20122"/>
            </a:xfrm>
            <a:custGeom>
              <a:avLst/>
              <a:gdLst/>
              <a:ahLst/>
              <a:cxnLst/>
              <a:rect l="l" t="t" r="r" b="b"/>
              <a:pathLst>
                <a:path w="7656" h="770" extrusionOk="0">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64"/>
            <p:cNvSpPr/>
            <p:nvPr/>
          </p:nvSpPr>
          <p:spPr>
            <a:xfrm>
              <a:off x="3217095" y="2426002"/>
              <a:ext cx="110096" cy="85636"/>
            </a:xfrm>
            <a:custGeom>
              <a:avLst/>
              <a:gdLst/>
              <a:ahLst/>
              <a:cxnLst/>
              <a:rect l="l" t="t" r="r" b="b"/>
              <a:pathLst>
                <a:path w="4213" h="3277" extrusionOk="0">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64"/>
            <p:cNvSpPr/>
            <p:nvPr/>
          </p:nvSpPr>
          <p:spPr>
            <a:xfrm>
              <a:off x="3217095" y="2426002"/>
              <a:ext cx="27674" cy="31620"/>
            </a:xfrm>
            <a:custGeom>
              <a:avLst/>
              <a:gdLst/>
              <a:ahLst/>
              <a:cxnLst/>
              <a:rect l="l" t="t" r="r" b="b"/>
              <a:pathLst>
                <a:path w="1059" h="1210" extrusionOk="0">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64"/>
            <p:cNvSpPr/>
            <p:nvPr/>
          </p:nvSpPr>
          <p:spPr>
            <a:xfrm>
              <a:off x="3271868" y="2426002"/>
              <a:ext cx="55323" cy="61333"/>
            </a:xfrm>
            <a:custGeom>
              <a:avLst/>
              <a:gdLst/>
              <a:ahLst/>
              <a:cxnLst/>
              <a:rect l="l" t="t" r="r" b="b"/>
              <a:pathLst>
                <a:path w="2117" h="2347" extrusionOk="0">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9" name="Google Shape;13399;p64"/>
          <p:cNvGrpSpPr/>
          <p:nvPr/>
        </p:nvGrpSpPr>
        <p:grpSpPr>
          <a:xfrm>
            <a:off x="1357881" y="2242051"/>
            <a:ext cx="283224" cy="366482"/>
            <a:chOff x="1361556" y="2425923"/>
            <a:chExt cx="283224" cy="366482"/>
          </a:xfrm>
        </p:grpSpPr>
        <p:sp>
          <p:nvSpPr>
            <p:cNvPr id="13400" name="Google Shape;13400;p64"/>
            <p:cNvSpPr/>
            <p:nvPr/>
          </p:nvSpPr>
          <p:spPr>
            <a:xfrm>
              <a:off x="1361556" y="2425923"/>
              <a:ext cx="283224" cy="366482"/>
            </a:xfrm>
            <a:custGeom>
              <a:avLst/>
              <a:gdLst/>
              <a:ahLst/>
              <a:cxnLst/>
              <a:rect l="l" t="t" r="r" b="b"/>
              <a:pathLst>
                <a:path w="10838" h="14024" extrusionOk="0">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64"/>
            <p:cNvSpPr/>
            <p:nvPr/>
          </p:nvSpPr>
          <p:spPr>
            <a:xfrm>
              <a:off x="1493499" y="2660698"/>
              <a:ext cx="36951" cy="22866"/>
            </a:xfrm>
            <a:custGeom>
              <a:avLst/>
              <a:gdLst/>
              <a:ahLst/>
              <a:cxnLst/>
              <a:rect l="l" t="t" r="r" b="b"/>
              <a:pathLst>
                <a:path w="1414" h="875" extrusionOk="0">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64"/>
            <p:cNvSpPr/>
            <p:nvPr/>
          </p:nvSpPr>
          <p:spPr>
            <a:xfrm>
              <a:off x="1512341" y="2660959"/>
              <a:ext cx="18110" cy="20122"/>
            </a:xfrm>
            <a:custGeom>
              <a:avLst/>
              <a:gdLst/>
              <a:ahLst/>
              <a:cxnLst/>
              <a:rect l="l" t="t" r="r" b="b"/>
              <a:pathLst>
                <a:path w="693" h="770" extrusionOk="0">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64"/>
            <p:cNvSpPr/>
            <p:nvPr/>
          </p:nvSpPr>
          <p:spPr>
            <a:xfrm>
              <a:off x="1433290" y="2489556"/>
              <a:ext cx="153711" cy="173180"/>
            </a:xfrm>
            <a:custGeom>
              <a:avLst/>
              <a:gdLst/>
              <a:ahLst/>
              <a:cxnLst/>
              <a:rect l="l" t="t" r="r" b="b"/>
              <a:pathLst>
                <a:path w="5882" h="6627" extrusionOk="0">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64"/>
            <p:cNvSpPr/>
            <p:nvPr/>
          </p:nvSpPr>
          <p:spPr>
            <a:xfrm>
              <a:off x="1457306" y="2490314"/>
              <a:ext cx="129434" cy="172422"/>
            </a:xfrm>
            <a:custGeom>
              <a:avLst/>
              <a:gdLst/>
              <a:ahLst/>
              <a:cxnLst/>
              <a:rect l="l" t="t" r="r" b="b"/>
              <a:pathLst>
                <a:path w="4953" h="6598" extrusionOk="0">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64"/>
            <p:cNvSpPr/>
            <p:nvPr/>
          </p:nvSpPr>
          <p:spPr>
            <a:xfrm>
              <a:off x="1469876" y="2523502"/>
              <a:ext cx="79417" cy="95253"/>
            </a:xfrm>
            <a:custGeom>
              <a:avLst/>
              <a:gdLst/>
              <a:ahLst/>
              <a:cxnLst/>
              <a:rect l="l" t="t" r="r" b="b"/>
              <a:pathLst>
                <a:path w="3039" h="3645" extrusionOk="0">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64"/>
            <p:cNvSpPr/>
            <p:nvPr/>
          </p:nvSpPr>
          <p:spPr>
            <a:xfrm>
              <a:off x="1421086" y="2581412"/>
              <a:ext cx="30131" cy="19338"/>
            </a:xfrm>
            <a:custGeom>
              <a:avLst/>
              <a:gdLst/>
              <a:ahLst/>
              <a:cxnLst/>
              <a:rect l="l" t="t" r="r" b="b"/>
              <a:pathLst>
                <a:path w="1153" h="740" extrusionOk="0">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64"/>
            <p:cNvSpPr/>
            <p:nvPr/>
          </p:nvSpPr>
          <p:spPr>
            <a:xfrm>
              <a:off x="1569336" y="2582222"/>
              <a:ext cx="30157" cy="19312"/>
            </a:xfrm>
            <a:custGeom>
              <a:avLst/>
              <a:gdLst/>
              <a:ahLst/>
              <a:cxnLst/>
              <a:rect l="l" t="t" r="r" b="b"/>
              <a:pathLst>
                <a:path w="1154" h="739" extrusionOk="0">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64"/>
            <p:cNvSpPr/>
            <p:nvPr/>
          </p:nvSpPr>
          <p:spPr>
            <a:xfrm>
              <a:off x="1506304" y="2449599"/>
              <a:ext cx="11342" cy="26498"/>
            </a:xfrm>
            <a:custGeom>
              <a:avLst/>
              <a:gdLst/>
              <a:ahLst/>
              <a:cxnLst/>
              <a:rect l="l" t="t" r="r" b="b"/>
              <a:pathLst>
                <a:path w="434" h="1014" extrusionOk="0">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64"/>
            <p:cNvSpPr/>
            <p:nvPr/>
          </p:nvSpPr>
          <p:spPr>
            <a:xfrm>
              <a:off x="1457228" y="2461176"/>
              <a:ext cx="23624" cy="25897"/>
            </a:xfrm>
            <a:custGeom>
              <a:avLst/>
              <a:gdLst/>
              <a:ahLst/>
              <a:cxnLst/>
              <a:rect l="l" t="t" r="r" b="b"/>
              <a:pathLst>
                <a:path w="904" h="991" extrusionOk="0">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64"/>
            <p:cNvSpPr/>
            <p:nvPr/>
          </p:nvSpPr>
          <p:spPr>
            <a:xfrm>
              <a:off x="1422680" y="2495723"/>
              <a:ext cx="29295" cy="18868"/>
            </a:xfrm>
            <a:custGeom>
              <a:avLst/>
              <a:gdLst/>
              <a:ahLst/>
              <a:cxnLst/>
              <a:rect l="l" t="t" r="r" b="b"/>
              <a:pathLst>
                <a:path w="1121" h="722" extrusionOk="0">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64"/>
            <p:cNvSpPr/>
            <p:nvPr/>
          </p:nvSpPr>
          <p:spPr>
            <a:xfrm>
              <a:off x="1410816" y="2542344"/>
              <a:ext cx="28171" cy="11315"/>
            </a:xfrm>
            <a:custGeom>
              <a:avLst/>
              <a:gdLst/>
              <a:ahLst/>
              <a:cxnLst/>
              <a:rect l="l" t="t" r="r" b="b"/>
              <a:pathLst>
                <a:path w="1078" h="433" extrusionOk="0">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64"/>
            <p:cNvSpPr/>
            <p:nvPr/>
          </p:nvSpPr>
          <p:spPr>
            <a:xfrm>
              <a:off x="1581932" y="2543833"/>
              <a:ext cx="29687" cy="11342"/>
            </a:xfrm>
            <a:custGeom>
              <a:avLst/>
              <a:gdLst/>
              <a:ahLst/>
              <a:cxnLst/>
              <a:rect l="l" t="t" r="r" b="b"/>
              <a:pathLst>
                <a:path w="1136" h="434" extrusionOk="0">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64"/>
            <p:cNvSpPr/>
            <p:nvPr/>
          </p:nvSpPr>
          <p:spPr>
            <a:xfrm>
              <a:off x="1571139" y="2496742"/>
              <a:ext cx="30183" cy="19234"/>
            </a:xfrm>
            <a:custGeom>
              <a:avLst/>
              <a:gdLst/>
              <a:ahLst/>
              <a:cxnLst/>
              <a:rect l="l" t="t" r="r" b="b"/>
              <a:pathLst>
                <a:path w="1155" h="736" extrusionOk="0">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64"/>
            <p:cNvSpPr/>
            <p:nvPr/>
          </p:nvSpPr>
          <p:spPr>
            <a:xfrm>
              <a:off x="1542655" y="2462483"/>
              <a:ext cx="22213" cy="25349"/>
            </a:xfrm>
            <a:custGeom>
              <a:avLst/>
              <a:gdLst/>
              <a:ahLst/>
              <a:cxnLst/>
              <a:rect l="l" t="t" r="r" b="b"/>
              <a:pathLst>
                <a:path w="850" h="970" extrusionOk="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64"/>
            <p:cNvSpPr/>
            <p:nvPr/>
          </p:nvSpPr>
          <p:spPr>
            <a:xfrm>
              <a:off x="1496243" y="2594112"/>
              <a:ext cx="8075" cy="24382"/>
            </a:xfrm>
            <a:custGeom>
              <a:avLst/>
              <a:gdLst/>
              <a:ahLst/>
              <a:cxnLst/>
              <a:rect l="l" t="t" r="r" b="b"/>
              <a:pathLst>
                <a:path w="309" h="933" extrusionOk="0">
                  <a:moveTo>
                    <a:pt x="1" y="0"/>
                  </a:moveTo>
                  <a:lnTo>
                    <a:pt x="1" y="933"/>
                  </a:lnTo>
                  <a:lnTo>
                    <a:pt x="308" y="933"/>
                  </a:lnTo>
                  <a:lnTo>
                    <a:pt x="308" y="856"/>
                  </a:lnTo>
                  <a:cubicBezTo>
                    <a:pt x="308" y="539"/>
                    <a:pt x="203" y="241"/>
                    <a:pt x="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64"/>
            <p:cNvSpPr/>
            <p:nvPr/>
          </p:nvSpPr>
          <p:spPr>
            <a:xfrm>
              <a:off x="1483935" y="2618468"/>
              <a:ext cx="56054" cy="22160"/>
            </a:xfrm>
            <a:custGeom>
              <a:avLst/>
              <a:gdLst/>
              <a:ahLst/>
              <a:cxnLst/>
              <a:rect l="l" t="t" r="r" b="b"/>
              <a:pathLst>
                <a:path w="2145" h="848" extrusionOk="0">
                  <a:moveTo>
                    <a:pt x="1" y="1"/>
                  </a:moveTo>
                  <a:lnTo>
                    <a:pt x="1" y="847"/>
                  </a:lnTo>
                  <a:lnTo>
                    <a:pt x="2145" y="847"/>
                  </a:lnTo>
                  <a:lnTo>
                    <a:pt x="2145"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64"/>
            <p:cNvSpPr/>
            <p:nvPr/>
          </p:nvSpPr>
          <p:spPr>
            <a:xfrm>
              <a:off x="1483935" y="2640602"/>
              <a:ext cx="56054" cy="22134"/>
            </a:xfrm>
            <a:custGeom>
              <a:avLst/>
              <a:gdLst/>
              <a:ahLst/>
              <a:cxnLst/>
              <a:rect l="l" t="t" r="r" b="b"/>
              <a:pathLst>
                <a:path w="2145" h="847" extrusionOk="0">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64"/>
            <p:cNvSpPr/>
            <p:nvPr/>
          </p:nvSpPr>
          <p:spPr>
            <a:xfrm>
              <a:off x="1504292" y="2618468"/>
              <a:ext cx="35697" cy="22160"/>
            </a:xfrm>
            <a:custGeom>
              <a:avLst/>
              <a:gdLst/>
              <a:ahLst/>
              <a:cxnLst/>
              <a:rect l="l" t="t" r="r" b="b"/>
              <a:pathLst>
                <a:path w="1366" h="848" extrusionOk="0">
                  <a:moveTo>
                    <a:pt x="0" y="1"/>
                  </a:moveTo>
                  <a:lnTo>
                    <a:pt x="0" y="847"/>
                  </a:lnTo>
                  <a:lnTo>
                    <a:pt x="1366" y="847"/>
                  </a:lnTo>
                  <a:lnTo>
                    <a:pt x="1366"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64"/>
            <p:cNvSpPr/>
            <p:nvPr/>
          </p:nvSpPr>
          <p:spPr>
            <a:xfrm>
              <a:off x="1504031" y="2640602"/>
              <a:ext cx="35958" cy="22134"/>
            </a:xfrm>
            <a:custGeom>
              <a:avLst/>
              <a:gdLst/>
              <a:ahLst/>
              <a:cxnLst/>
              <a:rect l="l" t="t" r="r" b="b"/>
              <a:pathLst>
                <a:path w="1376" h="847" extrusionOk="0">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0" name="Google Shape;13420;p64"/>
          <p:cNvGrpSpPr/>
          <p:nvPr/>
        </p:nvGrpSpPr>
        <p:grpSpPr>
          <a:xfrm>
            <a:off x="3970060" y="2707183"/>
            <a:ext cx="361883" cy="366979"/>
            <a:chOff x="3973735" y="2891056"/>
            <a:chExt cx="361883" cy="366979"/>
          </a:xfrm>
        </p:grpSpPr>
        <p:sp>
          <p:nvSpPr>
            <p:cNvPr id="13421" name="Google Shape;13421;p64"/>
            <p:cNvSpPr/>
            <p:nvPr/>
          </p:nvSpPr>
          <p:spPr>
            <a:xfrm>
              <a:off x="4148875" y="2891056"/>
              <a:ext cx="149661" cy="98598"/>
            </a:xfrm>
            <a:custGeom>
              <a:avLst/>
              <a:gdLst/>
              <a:ahLst/>
              <a:cxnLst/>
              <a:rect l="l" t="t" r="r" b="b"/>
              <a:pathLst>
                <a:path w="5727" h="3773" extrusionOk="0">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64"/>
            <p:cNvSpPr/>
            <p:nvPr/>
          </p:nvSpPr>
          <p:spPr>
            <a:xfrm>
              <a:off x="4231558" y="3066039"/>
              <a:ext cx="25139" cy="25139"/>
            </a:xfrm>
            <a:custGeom>
              <a:avLst/>
              <a:gdLst/>
              <a:ahLst/>
              <a:cxnLst/>
              <a:rect l="l" t="t" r="r" b="b"/>
              <a:pathLst>
                <a:path w="962" h="962" fill="none" extrusionOk="0">
                  <a:moveTo>
                    <a:pt x="962" y="962"/>
                  </a:moveTo>
                  <a:lnTo>
                    <a:pt x="0" y="0"/>
                  </a:lnTo>
                </a:path>
              </a:pathLst>
            </a:custGeom>
            <a:noFill/>
            <a:ln w="45200"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64"/>
            <p:cNvSpPr/>
            <p:nvPr/>
          </p:nvSpPr>
          <p:spPr>
            <a:xfrm>
              <a:off x="3973735" y="2975307"/>
              <a:ext cx="359871" cy="282728"/>
            </a:xfrm>
            <a:custGeom>
              <a:avLst/>
              <a:gdLst/>
              <a:ahLst/>
              <a:cxnLst/>
              <a:rect l="l" t="t" r="r" b="b"/>
              <a:pathLst>
                <a:path w="13771" h="10819" extrusionOk="0">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64"/>
            <p:cNvSpPr/>
            <p:nvPr/>
          </p:nvSpPr>
          <p:spPr>
            <a:xfrm>
              <a:off x="3997855" y="2975307"/>
              <a:ext cx="337763" cy="282728"/>
            </a:xfrm>
            <a:custGeom>
              <a:avLst/>
              <a:gdLst/>
              <a:ahLst/>
              <a:cxnLst/>
              <a:rect l="l" t="t" r="r" b="b"/>
              <a:pathLst>
                <a:path w="12925" h="10819" extrusionOk="0">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64"/>
            <p:cNvSpPr/>
            <p:nvPr/>
          </p:nvSpPr>
          <p:spPr>
            <a:xfrm>
              <a:off x="3973970" y="3219306"/>
              <a:ext cx="359635" cy="11080"/>
            </a:xfrm>
            <a:custGeom>
              <a:avLst/>
              <a:gdLst/>
              <a:ahLst/>
              <a:cxnLst/>
              <a:rect l="l" t="t" r="r" b="b"/>
              <a:pathLst>
                <a:path w="13762" h="424" extrusionOk="0">
                  <a:moveTo>
                    <a:pt x="1" y="1"/>
                  </a:moveTo>
                  <a:lnTo>
                    <a:pt x="1" y="424"/>
                  </a:lnTo>
                  <a:lnTo>
                    <a:pt x="13761" y="424"/>
                  </a:lnTo>
                  <a:lnTo>
                    <a:pt x="13761"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64"/>
            <p:cNvSpPr/>
            <p:nvPr/>
          </p:nvSpPr>
          <p:spPr>
            <a:xfrm>
              <a:off x="3973970" y="3040403"/>
              <a:ext cx="359635" cy="11080"/>
            </a:xfrm>
            <a:custGeom>
              <a:avLst/>
              <a:gdLst/>
              <a:ahLst/>
              <a:cxnLst/>
              <a:rect l="l" t="t" r="r" b="b"/>
              <a:pathLst>
                <a:path w="13762" h="424" extrusionOk="0">
                  <a:moveTo>
                    <a:pt x="1" y="0"/>
                  </a:moveTo>
                  <a:lnTo>
                    <a:pt x="1" y="423"/>
                  </a:lnTo>
                  <a:lnTo>
                    <a:pt x="13761" y="423"/>
                  </a:lnTo>
                  <a:lnTo>
                    <a:pt x="13761"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64"/>
            <p:cNvSpPr/>
            <p:nvPr/>
          </p:nvSpPr>
          <p:spPr>
            <a:xfrm>
              <a:off x="3998090" y="2999688"/>
              <a:ext cx="46281" cy="27674"/>
            </a:xfrm>
            <a:custGeom>
              <a:avLst/>
              <a:gdLst/>
              <a:ahLst/>
              <a:cxnLst/>
              <a:rect l="l" t="t" r="r" b="b"/>
              <a:pathLst>
                <a:path w="1771" h="1059" extrusionOk="0">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64"/>
            <p:cNvSpPr/>
            <p:nvPr/>
          </p:nvSpPr>
          <p:spPr>
            <a:xfrm>
              <a:off x="4262970" y="2999688"/>
              <a:ext cx="46255" cy="27674"/>
            </a:xfrm>
            <a:custGeom>
              <a:avLst/>
              <a:gdLst/>
              <a:ahLst/>
              <a:cxnLst/>
              <a:rect l="l" t="t" r="r" b="b"/>
              <a:pathLst>
                <a:path w="1770" h="1059" extrusionOk="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64"/>
            <p:cNvSpPr/>
            <p:nvPr/>
          </p:nvSpPr>
          <p:spPr>
            <a:xfrm>
              <a:off x="4019963" y="2999688"/>
              <a:ext cx="24408" cy="27674"/>
            </a:xfrm>
            <a:custGeom>
              <a:avLst/>
              <a:gdLst/>
              <a:ahLst/>
              <a:cxnLst/>
              <a:rect l="l" t="t" r="r" b="b"/>
              <a:pathLst>
                <a:path w="934" h="1059" extrusionOk="0">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64"/>
            <p:cNvSpPr/>
            <p:nvPr/>
          </p:nvSpPr>
          <p:spPr>
            <a:xfrm>
              <a:off x="4284816" y="2999688"/>
              <a:ext cx="24408" cy="27674"/>
            </a:xfrm>
            <a:custGeom>
              <a:avLst/>
              <a:gdLst/>
              <a:ahLst/>
              <a:cxnLst/>
              <a:rect l="l" t="t" r="r" b="b"/>
              <a:pathLst>
                <a:path w="934" h="1059" extrusionOk="0">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64"/>
            <p:cNvSpPr/>
            <p:nvPr/>
          </p:nvSpPr>
          <p:spPr>
            <a:xfrm>
              <a:off x="4125434" y="3060838"/>
              <a:ext cx="138319" cy="134635"/>
            </a:xfrm>
            <a:custGeom>
              <a:avLst/>
              <a:gdLst/>
              <a:ahLst/>
              <a:cxnLst/>
              <a:rect l="l" t="t" r="r" b="b"/>
              <a:pathLst>
                <a:path w="5293" h="5152" extrusionOk="0">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64"/>
            <p:cNvSpPr/>
            <p:nvPr/>
          </p:nvSpPr>
          <p:spPr>
            <a:xfrm>
              <a:off x="4129772" y="3060865"/>
              <a:ext cx="128180" cy="116760"/>
            </a:xfrm>
            <a:custGeom>
              <a:avLst/>
              <a:gdLst/>
              <a:ahLst/>
              <a:cxnLst/>
              <a:rect l="l" t="t" r="r" b="b"/>
              <a:pathLst>
                <a:path w="4905" h="4468" extrusionOk="0">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64"/>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64"/>
            <p:cNvSpPr/>
            <p:nvPr/>
          </p:nvSpPr>
          <p:spPr>
            <a:xfrm>
              <a:off x="3973970" y="3219306"/>
              <a:ext cx="24146" cy="11080"/>
            </a:xfrm>
            <a:custGeom>
              <a:avLst/>
              <a:gdLst/>
              <a:ahLst/>
              <a:cxnLst/>
              <a:rect l="l" t="t" r="r" b="b"/>
              <a:pathLst>
                <a:path w="924" h="424" extrusionOk="0">
                  <a:moveTo>
                    <a:pt x="1" y="1"/>
                  </a:moveTo>
                  <a:lnTo>
                    <a:pt x="1" y="424"/>
                  </a:lnTo>
                  <a:lnTo>
                    <a:pt x="924" y="424"/>
                  </a:lnTo>
                  <a:lnTo>
                    <a:pt x="924"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64"/>
            <p:cNvSpPr/>
            <p:nvPr/>
          </p:nvSpPr>
          <p:spPr>
            <a:xfrm>
              <a:off x="3973970" y="3040403"/>
              <a:ext cx="24146" cy="11080"/>
            </a:xfrm>
            <a:custGeom>
              <a:avLst/>
              <a:gdLst/>
              <a:ahLst/>
              <a:cxnLst/>
              <a:rect l="l" t="t" r="r" b="b"/>
              <a:pathLst>
                <a:path w="924" h="424" extrusionOk="0">
                  <a:moveTo>
                    <a:pt x="1" y="0"/>
                  </a:moveTo>
                  <a:lnTo>
                    <a:pt x="1" y="423"/>
                  </a:lnTo>
                  <a:lnTo>
                    <a:pt x="924" y="423"/>
                  </a:lnTo>
                  <a:lnTo>
                    <a:pt x="92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64"/>
            <p:cNvSpPr/>
            <p:nvPr/>
          </p:nvSpPr>
          <p:spPr>
            <a:xfrm>
              <a:off x="4135312" y="3077851"/>
              <a:ext cx="109835" cy="108319"/>
            </a:xfrm>
            <a:custGeom>
              <a:avLst/>
              <a:gdLst/>
              <a:ahLst/>
              <a:cxnLst/>
              <a:rect l="l" t="t" r="r" b="b"/>
              <a:pathLst>
                <a:path w="4203" h="4145" extrusionOk="0">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64"/>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8" name="Google Shape;13438;p64"/>
          <p:cNvGrpSpPr/>
          <p:nvPr/>
        </p:nvGrpSpPr>
        <p:grpSpPr>
          <a:xfrm>
            <a:off x="3524266" y="2732871"/>
            <a:ext cx="366665" cy="315654"/>
            <a:chOff x="3527941" y="2916744"/>
            <a:chExt cx="366665" cy="315654"/>
          </a:xfrm>
        </p:grpSpPr>
        <p:sp>
          <p:nvSpPr>
            <p:cNvPr id="13439" name="Google Shape;13439;p64"/>
            <p:cNvSpPr/>
            <p:nvPr/>
          </p:nvSpPr>
          <p:spPr>
            <a:xfrm>
              <a:off x="3527941" y="2916770"/>
              <a:ext cx="366665" cy="157840"/>
            </a:xfrm>
            <a:custGeom>
              <a:avLst/>
              <a:gdLst/>
              <a:ahLst/>
              <a:cxnLst/>
              <a:rect l="l" t="t" r="r" b="b"/>
              <a:pathLst>
                <a:path w="14031" h="6040" extrusionOk="0">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64"/>
            <p:cNvSpPr/>
            <p:nvPr/>
          </p:nvSpPr>
          <p:spPr>
            <a:xfrm>
              <a:off x="3546521" y="2916744"/>
              <a:ext cx="348085" cy="139260"/>
            </a:xfrm>
            <a:custGeom>
              <a:avLst/>
              <a:gdLst/>
              <a:ahLst/>
              <a:cxnLst/>
              <a:rect l="l" t="t" r="r" b="b"/>
              <a:pathLst>
                <a:path w="13320" h="5329" extrusionOk="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64"/>
            <p:cNvSpPr/>
            <p:nvPr/>
          </p:nvSpPr>
          <p:spPr>
            <a:xfrm>
              <a:off x="3527941" y="3074584"/>
              <a:ext cx="366665" cy="157814"/>
            </a:xfrm>
            <a:custGeom>
              <a:avLst/>
              <a:gdLst/>
              <a:ahLst/>
              <a:cxnLst/>
              <a:rect l="l" t="t" r="r" b="b"/>
              <a:pathLst>
                <a:path w="14031" h="6039" extrusionOk="0">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64"/>
            <p:cNvSpPr/>
            <p:nvPr/>
          </p:nvSpPr>
          <p:spPr>
            <a:xfrm>
              <a:off x="3547279" y="3093426"/>
              <a:ext cx="347327" cy="138973"/>
            </a:xfrm>
            <a:custGeom>
              <a:avLst/>
              <a:gdLst/>
              <a:ahLst/>
              <a:cxnLst/>
              <a:rect l="l" t="t" r="r" b="b"/>
              <a:pathLst>
                <a:path w="13291" h="5318" extrusionOk="0">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64"/>
            <p:cNvSpPr/>
            <p:nvPr/>
          </p:nvSpPr>
          <p:spPr>
            <a:xfrm>
              <a:off x="3553812" y="3097424"/>
              <a:ext cx="45026" cy="44268"/>
            </a:xfrm>
            <a:custGeom>
              <a:avLst/>
              <a:gdLst/>
              <a:ahLst/>
              <a:cxnLst/>
              <a:rect l="l" t="t" r="r" b="b"/>
              <a:pathLst>
                <a:path w="1723" h="1694" extrusionOk="0">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64"/>
            <p:cNvSpPr/>
            <p:nvPr/>
          </p:nvSpPr>
          <p:spPr>
            <a:xfrm>
              <a:off x="3554335"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64"/>
            <p:cNvSpPr/>
            <p:nvPr/>
          </p:nvSpPr>
          <p:spPr>
            <a:xfrm>
              <a:off x="3620920" y="3097424"/>
              <a:ext cx="45261" cy="44268"/>
            </a:xfrm>
            <a:custGeom>
              <a:avLst/>
              <a:gdLst/>
              <a:ahLst/>
              <a:cxnLst/>
              <a:rect l="l" t="t" r="r" b="b"/>
              <a:pathLst>
                <a:path w="1732" h="1694" extrusionOk="0">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w="3125" cap="flat" cmpd="sng">
              <a:solidFill>
                <a:srgbClr val="ABBCCA"/>
              </a:solidFill>
              <a:prstDash val="solid"/>
              <a:miter lim="961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64"/>
            <p:cNvSpPr/>
            <p:nvPr/>
          </p:nvSpPr>
          <p:spPr>
            <a:xfrm>
              <a:off x="3621678"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64"/>
            <p:cNvSpPr/>
            <p:nvPr/>
          </p:nvSpPr>
          <p:spPr>
            <a:xfrm>
              <a:off x="3689021"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64"/>
            <p:cNvSpPr/>
            <p:nvPr/>
          </p:nvSpPr>
          <p:spPr>
            <a:xfrm>
              <a:off x="3755607"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64"/>
            <p:cNvSpPr/>
            <p:nvPr/>
          </p:nvSpPr>
          <p:spPr>
            <a:xfrm>
              <a:off x="3756365" y="3165551"/>
              <a:ext cx="44504" cy="44504"/>
            </a:xfrm>
            <a:custGeom>
              <a:avLst/>
              <a:gdLst/>
              <a:ahLst/>
              <a:cxnLst/>
              <a:rect l="l" t="t" r="r" b="b"/>
              <a:pathLst>
                <a:path w="1703" h="1703" extrusionOk="0">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64"/>
            <p:cNvSpPr/>
            <p:nvPr/>
          </p:nvSpPr>
          <p:spPr>
            <a:xfrm>
              <a:off x="3822950"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64"/>
            <p:cNvSpPr/>
            <p:nvPr/>
          </p:nvSpPr>
          <p:spPr>
            <a:xfrm>
              <a:off x="3823708" y="3165551"/>
              <a:ext cx="44504" cy="44504"/>
            </a:xfrm>
            <a:custGeom>
              <a:avLst/>
              <a:gdLst/>
              <a:ahLst/>
              <a:cxnLst/>
              <a:rect l="l" t="t" r="r" b="b"/>
              <a:pathLst>
                <a:path w="1703" h="1703" extrusionOk="0">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64"/>
            <p:cNvSpPr/>
            <p:nvPr/>
          </p:nvSpPr>
          <p:spPr>
            <a:xfrm>
              <a:off x="3562514" y="3105185"/>
              <a:ext cx="40897" cy="36507"/>
            </a:xfrm>
            <a:custGeom>
              <a:avLst/>
              <a:gdLst/>
              <a:ahLst/>
              <a:cxnLst/>
              <a:rect l="l" t="t" r="r" b="b"/>
              <a:pathLst>
                <a:path w="1565" h="1397" extrusionOk="0">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64"/>
            <p:cNvSpPr/>
            <p:nvPr/>
          </p:nvSpPr>
          <p:spPr>
            <a:xfrm>
              <a:off x="3562436"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64"/>
            <p:cNvSpPr/>
            <p:nvPr/>
          </p:nvSpPr>
          <p:spPr>
            <a:xfrm>
              <a:off x="3629622" y="3105185"/>
              <a:ext cx="41133" cy="36507"/>
            </a:xfrm>
            <a:custGeom>
              <a:avLst/>
              <a:gdLst/>
              <a:ahLst/>
              <a:cxnLst/>
              <a:rect l="l" t="t" r="r" b="b"/>
              <a:pathLst>
                <a:path w="1574" h="1397" extrusionOk="0">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w="3125" cap="flat" cmpd="sng">
              <a:solidFill>
                <a:srgbClr val="ABBCCA"/>
              </a:solidFill>
              <a:prstDash val="solid"/>
              <a:miter lim="961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64"/>
            <p:cNvSpPr/>
            <p:nvPr/>
          </p:nvSpPr>
          <p:spPr>
            <a:xfrm>
              <a:off x="3629779"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64"/>
            <p:cNvSpPr/>
            <p:nvPr/>
          </p:nvSpPr>
          <p:spPr>
            <a:xfrm>
              <a:off x="3696887" y="3173313"/>
              <a:ext cx="41263" cy="36742"/>
            </a:xfrm>
            <a:custGeom>
              <a:avLst/>
              <a:gdLst/>
              <a:ahLst/>
              <a:cxnLst/>
              <a:rect l="l" t="t" r="r" b="b"/>
              <a:pathLst>
                <a:path w="1579" h="1406" extrusionOk="0">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64"/>
            <p:cNvSpPr/>
            <p:nvPr/>
          </p:nvSpPr>
          <p:spPr>
            <a:xfrm>
              <a:off x="3764309"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64"/>
            <p:cNvSpPr/>
            <p:nvPr/>
          </p:nvSpPr>
          <p:spPr>
            <a:xfrm>
              <a:off x="3764231" y="3173313"/>
              <a:ext cx="41289" cy="36742"/>
            </a:xfrm>
            <a:custGeom>
              <a:avLst/>
              <a:gdLst/>
              <a:ahLst/>
              <a:cxnLst/>
              <a:rect l="l" t="t" r="r" b="b"/>
              <a:pathLst>
                <a:path w="1580" h="1406" extrusionOk="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64"/>
            <p:cNvSpPr/>
            <p:nvPr/>
          </p:nvSpPr>
          <p:spPr>
            <a:xfrm>
              <a:off x="3831653"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64"/>
            <p:cNvSpPr/>
            <p:nvPr/>
          </p:nvSpPr>
          <p:spPr>
            <a:xfrm>
              <a:off x="3831574" y="3173313"/>
              <a:ext cx="41289" cy="36742"/>
            </a:xfrm>
            <a:custGeom>
              <a:avLst/>
              <a:gdLst/>
              <a:ahLst/>
              <a:cxnLst/>
              <a:rect l="l" t="t" r="r" b="b"/>
              <a:pathLst>
                <a:path w="1580" h="1406" extrusionOk="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64"/>
            <p:cNvSpPr/>
            <p:nvPr/>
          </p:nvSpPr>
          <p:spPr>
            <a:xfrm>
              <a:off x="3550310" y="2939375"/>
              <a:ext cx="101786" cy="65854"/>
            </a:xfrm>
            <a:custGeom>
              <a:avLst/>
              <a:gdLst/>
              <a:ahLst/>
              <a:cxnLst/>
              <a:rect l="l" t="t" r="r" b="b"/>
              <a:pathLst>
                <a:path w="3895" h="2520" extrusionOk="0">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64"/>
            <p:cNvSpPr/>
            <p:nvPr/>
          </p:nvSpPr>
          <p:spPr>
            <a:xfrm>
              <a:off x="3568655" y="2939375"/>
              <a:ext cx="83441" cy="65854"/>
            </a:xfrm>
            <a:custGeom>
              <a:avLst/>
              <a:gdLst/>
              <a:ahLst/>
              <a:cxnLst/>
              <a:rect l="l" t="t" r="r" b="b"/>
              <a:pathLst>
                <a:path w="3193" h="2520" extrusionOk="0">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64"/>
            <p:cNvSpPr/>
            <p:nvPr/>
          </p:nvSpPr>
          <p:spPr>
            <a:xfrm>
              <a:off x="3633725" y="2986100"/>
              <a:ext cx="90993" cy="65880"/>
            </a:xfrm>
            <a:custGeom>
              <a:avLst/>
              <a:gdLst/>
              <a:ahLst/>
              <a:cxnLst/>
              <a:rect l="l" t="t" r="r" b="b"/>
              <a:pathLst>
                <a:path w="3482" h="2521" extrusionOk="0">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64"/>
            <p:cNvSpPr/>
            <p:nvPr/>
          </p:nvSpPr>
          <p:spPr>
            <a:xfrm>
              <a:off x="3657610" y="2986100"/>
              <a:ext cx="67108" cy="63868"/>
            </a:xfrm>
            <a:custGeom>
              <a:avLst/>
              <a:gdLst/>
              <a:ahLst/>
              <a:cxnLst/>
              <a:rect l="l" t="t" r="r" b="b"/>
              <a:pathLst>
                <a:path w="2568" h="2444" extrusionOk="0">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64"/>
            <p:cNvSpPr/>
            <p:nvPr/>
          </p:nvSpPr>
          <p:spPr>
            <a:xfrm>
              <a:off x="3723438" y="2950298"/>
              <a:ext cx="126142" cy="143154"/>
            </a:xfrm>
            <a:custGeom>
              <a:avLst/>
              <a:gdLst/>
              <a:ahLst/>
              <a:cxnLst/>
              <a:rect l="l" t="t" r="r" b="b"/>
              <a:pathLst>
                <a:path w="4827" h="5478" extrusionOk="0">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64"/>
            <p:cNvSpPr/>
            <p:nvPr/>
          </p:nvSpPr>
          <p:spPr>
            <a:xfrm>
              <a:off x="3743037" y="3024567"/>
              <a:ext cx="47274" cy="45000"/>
            </a:xfrm>
            <a:custGeom>
              <a:avLst/>
              <a:gdLst/>
              <a:ahLst/>
              <a:cxnLst/>
              <a:rect l="l" t="t" r="r" b="b"/>
              <a:pathLst>
                <a:path w="1809" h="1722" extrusionOk="0">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64"/>
            <p:cNvSpPr/>
            <p:nvPr/>
          </p:nvSpPr>
          <p:spPr>
            <a:xfrm>
              <a:off x="3641016" y="3064392"/>
              <a:ext cx="117884" cy="81586"/>
            </a:xfrm>
            <a:custGeom>
              <a:avLst/>
              <a:gdLst/>
              <a:ahLst/>
              <a:cxnLst/>
              <a:rect l="l" t="t" r="r" b="b"/>
              <a:pathLst>
                <a:path w="4511" h="3122" extrusionOk="0">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64"/>
            <p:cNvSpPr/>
            <p:nvPr/>
          </p:nvSpPr>
          <p:spPr>
            <a:xfrm>
              <a:off x="3662628" y="3064210"/>
              <a:ext cx="92509" cy="58694"/>
            </a:xfrm>
            <a:custGeom>
              <a:avLst/>
              <a:gdLst/>
              <a:ahLst/>
              <a:cxnLst/>
              <a:rect l="l" t="t" r="r" b="b"/>
              <a:pathLst>
                <a:path w="3540" h="2246" extrusionOk="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9" name="Google Shape;13469;p64"/>
          <p:cNvGrpSpPr/>
          <p:nvPr/>
        </p:nvGrpSpPr>
        <p:grpSpPr>
          <a:xfrm>
            <a:off x="2637198" y="2707758"/>
            <a:ext cx="366404" cy="366404"/>
            <a:chOff x="2640873" y="2891631"/>
            <a:chExt cx="366404" cy="366404"/>
          </a:xfrm>
        </p:grpSpPr>
        <p:sp>
          <p:nvSpPr>
            <p:cNvPr id="13470" name="Google Shape;13470;p64"/>
            <p:cNvSpPr/>
            <p:nvPr/>
          </p:nvSpPr>
          <p:spPr>
            <a:xfrm>
              <a:off x="2696405" y="2945646"/>
              <a:ext cx="310872" cy="312388"/>
            </a:xfrm>
            <a:custGeom>
              <a:avLst/>
              <a:gdLst/>
              <a:ahLst/>
              <a:cxnLst/>
              <a:rect l="l" t="t" r="r" b="b"/>
              <a:pathLst>
                <a:path w="11896" h="11954" extrusionOk="0">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64"/>
            <p:cNvSpPr/>
            <p:nvPr/>
          </p:nvSpPr>
          <p:spPr>
            <a:xfrm>
              <a:off x="2696405" y="3118539"/>
              <a:ext cx="60340" cy="57073"/>
            </a:xfrm>
            <a:custGeom>
              <a:avLst/>
              <a:gdLst/>
              <a:ahLst/>
              <a:cxnLst/>
              <a:rect l="l" t="t" r="r" b="b"/>
              <a:pathLst>
                <a:path w="2309" h="2184" extrusionOk="0">
                  <a:moveTo>
                    <a:pt x="1" y="1"/>
                  </a:moveTo>
                  <a:lnTo>
                    <a:pt x="1" y="2184"/>
                  </a:lnTo>
                  <a:lnTo>
                    <a:pt x="2309" y="2184"/>
                  </a:lnTo>
                  <a:lnTo>
                    <a:pt x="2309"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64"/>
            <p:cNvSpPr/>
            <p:nvPr/>
          </p:nvSpPr>
          <p:spPr>
            <a:xfrm>
              <a:off x="2864776" y="2945646"/>
              <a:ext cx="26420" cy="60340"/>
            </a:xfrm>
            <a:custGeom>
              <a:avLst/>
              <a:gdLst/>
              <a:ahLst/>
              <a:cxnLst/>
              <a:rect l="l" t="t" r="r" b="b"/>
              <a:pathLst>
                <a:path w="1011" h="2309" extrusionOk="0">
                  <a:moveTo>
                    <a:pt x="1" y="1"/>
                  </a:moveTo>
                  <a:lnTo>
                    <a:pt x="1" y="2309"/>
                  </a:lnTo>
                  <a:lnTo>
                    <a:pt x="1010" y="2309"/>
                  </a:lnTo>
                  <a:lnTo>
                    <a:pt x="101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64"/>
            <p:cNvSpPr/>
            <p:nvPr/>
          </p:nvSpPr>
          <p:spPr>
            <a:xfrm>
              <a:off x="2640873" y="2891631"/>
              <a:ext cx="310872" cy="312127"/>
            </a:xfrm>
            <a:custGeom>
              <a:avLst/>
              <a:gdLst/>
              <a:ahLst/>
              <a:cxnLst/>
              <a:rect l="l" t="t" r="r" b="b"/>
              <a:pathLst>
                <a:path w="11896" h="11944" extrusionOk="0">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64"/>
            <p:cNvSpPr/>
            <p:nvPr/>
          </p:nvSpPr>
          <p:spPr>
            <a:xfrm>
              <a:off x="2821318" y="2972798"/>
              <a:ext cx="11080" cy="33188"/>
            </a:xfrm>
            <a:custGeom>
              <a:avLst/>
              <a:gdLst/>
              <a:ahLst/>
              <a:cxnLst/>
              <a:rect l="l" t="t" r="r" b="b"/>
              <a:pathLst>
                <a:path w="424" h="1270" extrusionOk="0">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64"/>
            <p:cNvSpPr/>
            <p:nvPr/>
          </p:nvSpPr>
          <p:spPr>
            <a:xfrm>
              <a:off x="2855734" y="2982598"/>
              <a:ext cx="11342" cy="23389"/>
            </a:xfrm>
            <a:custGeom>
              <a:avLst/>
              <a:gdLst/>
              <a:ahLst/>
              <a:cxnLst/>
              <a:rect l="l" t="t" r="r" b="b"/>
              <a:pathLst>
                <a:path w="434" h="895" extrusionOk="0">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64"/>
            <p:cNvSpPr/>
            <p:nvPr/>
          </p:nvSpPr>
          <p:spPr>
            <a:xfrm>
              <a:off x="2786379" y="2982598"/>
              <a:ext cx="11080" cy="23389"/>
            </a:xfrm>
            <a:custGeom>
              <a:avLst/>
              <a:gdLst/>
              <a:ahLst/>
              <a:cxnLst/>
              <a:rect l="l" t="t" r="r" b="b"/>
              <a:pathLst>
                <a:path w="424" h="895" extrusionOk="0">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64"/>
            <p:cNvSpPr/>
            <p:nvPr/>
          </p:nvSpPr>
          <p:spPr>
            <a:xfrm>
              <a:off x="2972468" y="2972040"/>
              <a:ext cx="11943" cy="33946"/>
            </a:xfrm>
            <a:custGeom>
              <a:avLst/>
              <a:gdLst/>
              <a:ahLst/>
              <a:cxnLst/>
              <a:rect l="l" t="t" r="r" b="b"/>
              <a:pathLst>
                <a:path w="457" h="1299" extrusionOk="0">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64"/>
            <p:cNvSpPr/>
            <p:nvPr/>
          </p:nvSpPr>
          <p:spPr>
            <a:xfrm>
              <a:off x="2811753" y="3143182"/>
              <a:ext cx="11342" cy="33241"/>
            </a:xfrm>
            <a:custGeom>
              <a:avLst/>
              <a:gdLst/>
              <a:ahLst/>
              <a:cxnLst/>
              <a:rect l="l" t="t" r="r" b="b"/>
              <a:pathLst>
                <a:path w="434" h="1272" extrusionOk="0">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64"/>
            <p:cNvSpPr/>
            <p:nvPr/>
          </p:nvSpPr>
          <p:spPr>
            <a:xfrm>
              <a:off x="2777337" y="3143182"/>
              <a:ext cx="11080" cy="24957"/>
            </a:xfrm>
            <a:custGeom>
              <a:avLst/>
              <a:gdLst/>
              <a:ahLst/>
              <a:cxnLst/>
              <a:rect l="l" t="t" r="r" b="b"/>
              <a:pathLst>
                <a:path w="424" h="955" extrusionOk="0">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64"/>
            <p:cNvSpPr/>
            <p:nvPr/>
          </p:nvSpPr>
          <p:spPr>
            <a:xfrm>
              <a:off x="2846693" y="3143182"/>
              <a:ext cx="11342" cy="24957"/>
            </a:xfrm>
            <a:custGeom>
              <a:avLst/>
              <a:gdLst/>
              <a:ahLst/>
              <a:cxnLst/>
              <a:rect l="l" t="t" r="r" b="b"/>
              <a:pathLst>
                <a:path w="434" h="955" extrusionOk="0">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64"/>
            <p:cNvSpPr/>
            <p:nvPr/>
          </p:nvSpPr>
          <p:spPr>
            <a:xfrm>
              <a:off x="2742659" y="3143182"/>
              <a:ext cx="11080" cy="33241"/>
            </a:xfrm>
            <a:custGeom>
              <a:avLst/>
              <a:gdLst/>
              <a:ahLst/>
              <a:cxnLst/>
              <a:rect l="l" t="t" r="r" b="b"/>
              <a:pathLst>
                <a:path w="424" h="1272" extrusionOk="0">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64"/>
            <p:cNvSpPr/>
            <p:nvPr/>
          </p:nvSpPr>
          <p:spPr>
            <a:xfrm>
              <a:off x="2707589" y="3143182"/>
              <a:ext cx="11838" cy="25897"/>
            </a:xfrm>
            <a:custGeom>
              <a:avLst/>
              <a:gdLst/>
              <a:ahLst/>
              <a:cxnLst/>
              <a:rect l="l" t="t" r="r" b="b"/>
              <a:pathLst>
                <a:path w="453" h="991" extrusionOk="0">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64"/>
            <p:cNvSpPr/>
            <p:nvPr/>
          </p:nvSpPr>
          <p:spPr>
            <a:xfrm>
              <a:off x="2673042" y="3143182"/>
              <a:ext cx="11838" cy="34181"/>
            </a:xfrm>
            <a:custGeom>
              <a:avLst/>
              <a:gdLst/>
              <a:ahLst/>
              <a:cxnLst/>
              <a:rect l="l" t="t" r="r" b="b"/>
              <a:pathLst>
                <a:path w="453" h="1308" extrusionOk="0">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4" name="Google Shape;13484;p64"/>
          <p:cNvGrpSpPr/>
          <p:nvPr/>
        </p:nvGrpSpPr>
        <p:grpSpPr>
          <a:xfrm>
            <a:off x="2193416" y="2754248"/>
            <a:ext cx="366665" cy="273189"/>
            <a:chOff x="2197091" y="2938120"/>
            <a:chExt cx="366665" cy="273189"/>
          </a:xfrm>
        </p:grpSpPr>
        <p:sp>
          <p:nvSpPr>
            <p:cNvPr id="13485" name="Google Shape;13485;p64"/>
            <p:cNvSpPr/>
            <p:nvPr/>
          </p:nvSpPr>
          <p:spPr>
            <a:xfrm>
              <a:off x="2197091" y="2938120"/>
              <a:ext cx="366665" cy="273189"/>
            </a:xfrm>
            <a:custGeom>
              <a:avLst/>
              <a:gdLst/>
              <a:ahLst/>
              <a:cxnLst/>
              <a:rect l="l" t="t" r="r" b="b"/>
              <a:pathLst>
                <a:path w="14031" h="10454" extrusionOk="0">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64"/>
            <p:cNvSpPr/>
            <p:nvPr/>
          </p:nvSpPr>
          <p:spPr>
            <a:xfrm>
              <a:off x="2218206" y="2938120"/>
              <a:ext cx="345550" cy="273189"/>
            </a:xfrm>
            <a:custGeom>
              <a:avLst/>
              <a:gdLst/>
              <a:ahLst/>
              <a:cxnLst/>
              <a:rect l="l" t="t" r="r" b="b"/>
              <a:pathLst>
                <a:path w="13223" h="10454" extrusionOk="0">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64"/>
            <p:cNvSpPr/>
            <p:nvPr/>
          </p:nvSpPr>
          <p:spPr>
            <a:xfrm>
              <a:off x="2197352" y="2938120"/>
              <a:ext cx="366404" cy="47274"/>
            </a:xfrm>
            <a:custGeom>
              <a:avLst/>
              <a:gdLst/>
              <a:ahLst/>
              <a:cxnLst/>
              <a:rect l="l" t="t" r="r" b="b"/>
              <a:pathLst>
                <a:path w="14021" h="1809" extrusionOk="0">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64"/>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64"/>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64"/>
            <p:cNvSpPr/>
            <p:nvPr/>
          </p:nvSpPr>
          <p:spPr>
            <a:xfrm>
              <a:off x="2215697" y="3003451"/>
              <a:ext cx="43746" cy="11342"/>
            </a:xfrm>
            <a:custGeom>
              <a:avLst/>
              <a:gdLst/>
              <a:ahLst/>
              <a:cxnLst/>
              <a:rect l="l" t="t" r="r" b="b"/>
              <a:pathLst>
                <a:path w="1674" h="434" extrusionOk="0">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64"/>
            <p:cNvSpPr/>
            <p:nvPr/>
          </p:nvSpPr>
          <p:spPr>
            <a:xfrm>
              <a:off x="2271725" y="3003451"/>
              <a:ext cx="44007" cy="11342"/>
            </a:xfrm>
            <a:custGeom>
              <a:avLst/>
              <a:gdLst/>
              <a:ahLst/>
              <a:cxnLst/>
              <a:rect l="l" t="t" r="r" b="b"/>
              <a:pathLst>
                <a:path w="1684" h="434" extrusionOk="0">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64"/>
            <p:cNvSpPr/>
            <p:nvPr/>
          </p:nvSpPr>
          <p:spPr>
            <a:xfrm>
              <a:off x="2326917" y="3003451"/>
              <a:ext cx="45967" cy="11342"/>
            </a:xfrm>
            <a:custGeom>
              <a:avLst/>
              <a:gdLst/>
              <a:ahLst/>
              <a:cxnLst/>
              <a:rect l="l" t="t" r="r" b="b"/>
              <a:pathLst>
                <a:path w="1759" h="434" extrusionOk="0">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64"/>
            <p:cNvSpPr/>
            <p:nvPr/>
          </p:nvSpPr>
          <p:spPr>
            <a:xfrm>
              <a:off x="2384069" y="3003451"/>
              <a:ext cx="43746" cy="11342"/>
            </a:xfrm>
            <a:custGeom>
              <a:avLst/>
              <a:gdLst/>
              <a:ahLst/>
              <a:cxnLst/>
              <a:rect l="l" t="t" r="r" b="b"/>
              <a:pathLst>
                <a:path w="1674" h="434" extrusionOk="0">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64"/>
            <p:cNvSpPr/>
            <p:nvPr/>
          </p:nvSpPr>
          <p:spPr>
            <a:xfrm>
              <a:off x="2439261" y="3003451"/>
              <a:ext cx="45680" cy="11342"/>
            </a:xfrm>
            <a:custGeom>
              <a:avLst/>
              <a:gdLst/>
              <a:ahLst/>
              <a:cxnLst/>
              <a:rect l="l" t="t" r="r" b="b"/>
              <a:pathLst>
                <a:path w="1748" h="434" extrusionOk="0">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64"/>
            <p:cNvSpPr/>
            <p:nvPr/>
          </p:nvSpPr>
          <p:spPr>
            <a:xfrm>
              <a:off x="2495289" y="3003451"/>
              <a:ext cx="45706" cy="11342"/>
            </a:xfrm>
            <a:custGeom>
              <a:avLst/>
              <a:gdLst/>
              <a:ahLst/>
              <a:cxnLst/>
              <a:rect l="l" t="t" r="r" b="b"/>
              <a:pathLst>
                <a:path w="1749" h="434" extrusionOk="0">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64"/>
            <p:cNvSpPr/>
            <p:nvPr/>
          </p:nvSpPr>
          <p:spPr>
            <a:xfrm>
              <a:off x="2219878" y="2957458"/>
              <a:ext cx="279043" cy="11368"/>
            </a:xfrm>
            <a:custGeom>
              <a:avLst/>
              <a:gdLst/>
              <a:ahLst/>
              <a:cxnLst/>
              <a:rect l="l" t="t" r="r" b="b"/>
              <a:pathLst>
                <a:path w="10678" h="435" extrusionOk="0">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64"/>
            <p:cNvSpPr/>
            <p:nvPr/>
          </p:nvSpPr>
          <p:spPr>
            <a:xfrm>
              <a:off x="2517711" y="2949932"/>
              <a:ext cx="34835" cy="26995"/>
            </a:xfrm>
            <a:custGeom>
              <a:avLst/>
              <a:gdLst/>
              <a:ahLst/>
              <a:cxnLst/>
              <a:rect l="l" t="t" r="r" b="b"/>
              <a:pathLst>
                <a:path w="1333" h="1033" extrusionOk="0">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64"/>
            <p:cNvSpPr/>
            <p:nvPr/>
          </p:nvSpPr>
          <p:spPr>
            <a:xfrm>
              <a:off x="2222230" y="3037894"/>
              <a:ext cx="195027" cy="143494"/>
            </a:xfrm>
            <a:custGeom>
              <a:avLst/>
              <a:gdLst/>
              <a:ahLst/>
              <a:cxnLst/>
              <a:rect l="l" t="t" r="r" b="b"/>
              <a:pathLst>
                <a:path w="7463" h="5491" extrusionOk="0">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64"/>
            <p:cNvSpPr/>
            <p:nvPr/>
          </p:nvSpPr>
          <p:spPr>
            <a:xfrm>
              <a:off x="2447623" y="3032328"/>
              <a:ext cx="93554" cy="11132"/>
            </a:xfrm>
            <a:custGeom>
              <a:avLst/>
              <a:gdLst/>
              <a:ahLst/>
              <a:cxnLst/>
              <a:rect l="l" t="t" r="r" b="b"/>
              <a:pathLst>
                <a:path w="3580" h="426" extrusionOk="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64"/>
            <p:cNvSpPr/>
            <p:nvPr/>
          </p:nvSpPr>
          <p:spPr>
            <a:xfrm>
              <a:off x="2436229" y="3056187"/>
              <a:ext cx="105000" cy="11394"/>
            </a:xfrm>
            <a:custGeom>
              <a:avLst/>
              <a:gdLst/>
              <a:ahLst/>
              <a:cxnLst/>
              <a:rect l="l" t="t" r="r" b="b"/>
              <a:pathLst>
                <a:path w="4018" h="436" extrusionOk="0">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64"/>
            <p:cNvSpPr/>
            <p:nvPr/>
          </p:nvSpPr>
          <p:spPr>
            <a:xfrm>
              <a:off x="2437327" y="3080098"/>
              <a:ext cx="102805" cy="11080"/>
            </a:xfrm>
            <a:custGeom>
              <a:avLst/>
              <a:gdLst/>
              <a:ahLst/>
              <a:cxnLst/>
              <a:rect l="l" t="t" r="r" b="b"/>
              <a:pathLst>
                <a:path w="3934" h="424" extrusionOk="0">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64"/>
            <p:cNvSpPr/>
            <p:nvPr/>
          </p:nvSpPr>
          <p:spPr>
            <a:xfrm>
              <a:off x="2436229" y="3103957"/>
              <a:ext cx="105000" cy="11368"/>
            </a:xfrm>
            <a:custGeom>
              <a:avLst/>
              <a:gdLst/>
              <a:ahLst/>
              <a:cxnLst/>
              <a:rect l="l" t="t" r="r" b="b"/>
              <a:pathLst>
                <a:path w="4018" h="435" extrusionOk="0">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64"/>
            <p:cNvSpPr/>
            <p:nvPr/>
          </p:nvSpPr>
          <p:spPr>
            <a:xfrm>
              <a:off x="2436308" y="3128051"/>
              <a:ext cx="104870" cy="11159"/>
            </a:xfrm>
            <a:custGeom>
              <a:avLst/>
              <a:gdLst/>
              <a:ahLst/>
              <a:cxnLst/>
              <a:rect l="l" t="t" r="r" b="b"/>
              <a:pathLst>
                <a:path w="4013" h="427" extrusionOk="0">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64"/>
            <p:cNvSpPr/>
            <p:nvPr/>
          </p:nvSpPr>
          <p:spPr>
            <a:xfrm>
              <a:off x="2437327" y="3151962"/>
              <a:ext cx="102805" cy="11342"/>
            </a:xfrm>
            <a:custGeom>
              <a:avLst/>
              <a:gdLst/>
              <a:ahLst/>
              <a:cxnLst/>
              <a:rect l="l" t="t" r="r" b="b"/>
              <a:pathLst>
                <a:path w="3934" h="434" extrusionOk="0">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64"/>
            <p:cNvSpPr/>
            <p:nvPr/>
          </p:nvSpPr>
          <p:spPr>
            <a:xfrm>
              <a:off x="2436229" y="3175821"/>
              <a:ext cx="77012" cy="11368"/>
            </a:xfrm>
            <a:custGeom>
              <a:avLst/>
              <a:gdLst/>
              <a:ahLst/>
              <a:cxnLst/>
              <a:rect l="l" t="t" r="r" b="b"/>
              <a:pathLst>
                <a:path w="2947" h="435" extrusionOk="0">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64"/>
            <p:cNvSpPr/>
            <p:nvPr/>
          </p:nvSpPr>
          <p:spPr>
            <a:xfrm>
              <a:off x="2226255" y="3090525"/>
              <a:ext cx="111847" cy="90863"/>
            </a:xfrm>
            <a:custGeom>
              <a:avLst/>
              <a:gdLst/>
              <a:ahLst/>
              <a:cxnLst/>
              <a:rect l="l" t="t" r="r" b="b"/>
              <a:pathLst>
                <a:path w="4280" h="3477" extrusionOk="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64"/>
            <p:cNvSpPr/>
            <p:nvPr/>
          </p:nvSpPr>
          <p:spPr>
            <a:xfrm>
              <a:off x="2324513" y="3056474"/>
              <a:ext cx="68363" cy="62561"/>
            </a:xfrm>
            <a:custGeom>
              <a:avLst/>
              <a:gdLst/>
              <a:ahLst/>
              <a:cxnLst/>
              <a:rect l="l" t="t" r="r" b="b"/>
              <a:pathLst>
                <a:path w="2616" h="2394" extrusionOk="0">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64"/>
            <p:cNvSpPr/>
            <p:nvPr/>
          </p:nvSpPr>
          <p:spPr>
            <a:xfrm>
              <a:off x="2253380" y="3090342"/>
              <a:ext cx="55819" cy="47953"/>
            </a:xfrm>
            <a:custGeom>
              <a:avLst/>
              <a:gdLst/>
              <a:ahLst/>
              <a:cxnLst/>
              <a:rect l="l" t="t" r="r" b="b"/>
              <a:pathLst>
                <a:path w="2136" h="1835" extrusionOk="0">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9" name="Google Shape;13509;p64"/>
          <p:cNvGrpSpPr/>
          <p:nvPr/>
        </p:nvGrpSpPr>
        <p:grpSpPr>
          <a:xfrm>
            <a:off x="1749895" y="2708254"/>
            <a:ext cx="366665" cy="365202"/>
            <a:chOff x="1753570" y="2892127"/>
            <a:chExt cx="366665" cy="365202"/>
          </a:xfrm>
        </p:grpSpPr>
        <p:sp>
          <p:nvSpPr>
            <p:cNvPr id="13510" name="Google Shape;13510;p64"/>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64"/>
            <p:cNvSpPr/>
            <p:nvPr/>
          </p:nvSpPr>
          <p:spPr>
            <a:xfrm>
              <a:off x="1775939" y="3076335"/>
              <a:ext cx="342780" cy="104295"/>
            </a:xfrm>
            <a:custGeom>
              <a:avLst/>
              <a:gdLst/>
              <a:ahLst/>
              <a:cxnLst/>
              <a:rect l="l" t="t" r="r" b="b"/>
              <a:pathLst>
                <a:path w="13117" h="3991" extrusionOk="0">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64"/>
            <p:cNvSpPr/>
            <p:nvPr/>
          </p:nvSpPr>
          <p:spPr>
            <a:xfrm>
              <a:off x="2046934" y="3180578"/>
              <a:ext cx="70218" cy="76751"/>
            </a:xfrm>
            <a:custGeom>
              <a:avLst/>
              <a:gdLst/>
              <a:ahLst/>
              <a:cxnLst/>
              <a:rect l="l" t="t" r="r" b="b"/>
              <a:pathLst>
                <a:path w="2687" h="2937" extrusionOk="0">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64"/>
            <p:cNvSpPr/>
            <p:nvPr/>
          </p:nvSpPr>
          <p:spPr>
            <a:xfrm>
              <a:off x="2064416" y="3186405"/>
              <a:ext cx="52709" cy="60836"/>
            </a:xfrm>
            <a:custGeom>
              <a:avLst/>
              <a:gdLst/>
              <a:ahLst/>
              <a:cxnLst/>
              <a:rect l="l" t="t" r="r" b="b"/>
              <a:pathLst>
                <a:path w="2017" h="2328" extrusionOk="0">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64"/>
            <p:cNvSpPr/>
            <p:nvPr/>
          </p:nvSpPr>
          <p:spPr>
            <a:xfrm>
              <a:off x="1913658" y="2892650"/>
              <a:ext cx="206577" cy="160088"/>
            </a:xfrm>
            <a:custGeom>
              <a:avLst/>
              <a:gdLst/>
              <a:ahLst/>
              <a:cxnLst/>
              <a:rect l="l" t="t" r="r" b="b"/>
              <a:pathLst>
                <a:path w="7905" h="6126" extrusionOk="0">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64"/>
            <p:cNvSpPr/>
            <p:nvPr/>
          </p:nvSpPr>
          <p:spPr>
            <a:xfrm>
              <a:off x="1941045" y="2892650"/>
              <a:ext cx="179191" cy="160088"/>
            </a:xfrm>
            <a:custGeom>
              <a:avLst/>
              <a:gdLst/>
              <a:ahLst/>
              <a:cxnLst/>
              <a:rect l="l" t="t" r="r" b="b"/>
              <a:pathLst>
                <a:path w="6857" h="6126" extrusionOk="0">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64"/>
            <p:cNvSpPr/>
            <p:nvPr/>
          </p:nvSpPr>
          <p:spPr>
            <a:xfrm>
              <a:off x="1755086" y="2892127"/>
              <a:ext cx="132701" cy="160114"/>
            </a:xfrm>
            <a:custGeom>
              <a:avLst/>
              <a:gdLst/>
              <a:ahLst/>
              <a:cxnLst/>
              <a:rect l="l" t="t" r="r" b="b"/>
              <a:pathLst>
                <a:path w="5078" h="6127" extrusionOk="0">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64"/>
            <p:cNvSpPr/>
            <p:nvPr/>
          </p:nvSpPr>
          <p:spPr>
            <a:xfrm>
              <a:off x="1777455" y="2892127"/>
              <a:ext cx="110331" cy="160114"/>
            </a:xfrm>
            <a:custGeom>
              <a:avLst/>
              <a:gdLst/>
              <a:ahLst/>
              <a:cxnLst/>
              <a:rect l="l" t="t" r="r" b="b"/>
              <a:pathLst>
                <a:path w="4222" h="6127" extrusionOk="0">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64"/>
            <p:cNvSpPr/>
            <p:nvPr/>
          </p:nvSpPr>
          <p:spPr>
            <a:xfrm>
              <a:off x="1755086" y="2892127"/>
              <a:ext cx="132701" cy="159853"/>
            </a:xfrm>
            <a:custGeom>
              <a:avLst/>
              <a:gdLst/>
              <a:ahLst/>
              <a:cxnLst/>
              <a:rect l="l" t="t" r="r" b="b"/>
              <a:pathLst>
                <a:path w="5078" h="6117" extrusionOk="0">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64"/>
            <p:cNvSpPr/>
            <p:nvPr/>
          </p:nvSpPr>
          <p:spPr>
            <a:xfrm>
              <a:off x="1939268" y="2914496"/>
              <a:ext cx="72910" cy="11080"/>
            </a:xfrm>
            <a:custGeom>
              <a:avLst/>
              <a:gdLst/>
              <a:ahLst/>
              <a:cxnLst/>
              <a:rect l="l" t="t" r="r" b="b"/>
              <a:pathLst>
                <a:path w="2790" h="424" extrusionOk="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64"/>
            <p:cNvSpPr/>
            <p:nvPr/>
          </p:nvSpPr>
          <p:spPr>
            <a:xfrm>
              <a:off x="2021690" y="2914496"/>
              <a:ext cx="72648" cy="11080"/>
            </a:xfrm>
            <a:custGeom>
              <a:avLst/>
              <a:gdLst/>
              <a:ahLst/>
              <a:cxnLst/>
              <a:rect l="l" t="t" r="r" b="b"/>
              <a:pathLst>
                <a:path w="2780" h="424" extrusionOk="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64"/>
            <p:cNvSpPr/>
            <p:nvPr/>
          </p:nvSpPr>
          <p:spPr>
            <a:xfrm>
              <a:off x="1939268" y="2949436"/>
              <a:ext cx="72910" cy="11315"/>
            </a:xfrm>
            <a:custGeom>
              <a:avLst/>
              <a:gdLst/>
              <a:ahLst/>
              <a:cxnLst/>
              <a:rect l="l" t="t" r="r" b="b"/>
              <a:pathLst>
                <a:path w="2790" h="433" extrusionOk="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64"/>
            <p:cNvSpPr/>
            <p:nvPr/>
          </p:nvSpPr>
          <p:spPr>
            <a:xfrm>
              <a:off x="2021690" y="2949436"/>
              <a:ext cx="72648" cy="11315"/>
            </a:xfrm>
            <a:custGeom>
              <a:avLst/>
              <a:gdLst/>
              <a:ahLst/>
              <a:cxnLst/>
              <a:rect l="l" t="t" r="r" b="b"/>
              <a:pathLst>
                <a:path w="2780" h="433" extrusionOk="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64"/>
            <p:cNvSpPr/>
            <p:nvPr/>
          </p:nvSpPr>
          <p:spPr>
            <a:xfrm>
              <a:off x="1939268" y="2984610"/>
              <a:ext cx="72910" cy="11080"/>
            </a:xfrm>
            <a:custGeom>
              <a:avLst/>
              <a:gdLst/>
              <a:ahLst/>
              <a:cxnLst/>
              <a:rect l="l" t="t" r="r" b="b"/>
              <a:pathLst>
                <a:path w="2790" h="424" extrusionOk="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64"/>
            <p:cNvSpPr/>
            <p:nvPr/>
          </p:nvSpPr>
          <p:spPr>
            <a:xfrm>
              <a:off x="2021690" y="2984610"/>
              <a:ext cx="72648" cy="11080"/>
            </a:xfrm>
            <a:custGeom>
              <a:avLst/>
              <a:gdLst/>
              <a:ahLst/>
              <a:cxnLst/>
              <a:rect l="l" t="t" r="r" b="b"/>
              <a:pathLst>
                <a:path w="2780" h="424" extrusionOk="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64"/>
            <p:cNvSpPr/>
            <p:nvPr/>
          </p:nvSpPr>
          <p:spPr>
            <a:xfrm>
              <a:off x="1939268" y="3019549"/>
              <a:ext cx="72910" cy="11080"/>
            </a:xfrm>
            <a:custGeom>
              <a:avLst/>
              <a:gdLst/>
              <a:ahLst/>
              <a:cxnLst/>
              <a:rect l="l" t="t" r="r" b="b"/>
              <a:pathLst>
                <a:path w="2790" h="424" extrusionOk="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64"/>
            <p:cNvSpPr/>
            <p:nvPr/>
          </p:nvSpPr>
          <p:spPr>
            <a:xfrm>
              <a:off x="2021690" y="3019549"/>
              <a:ext cx="72648" cy="11080"/>
            </a:xfrm>
            <a:custGeom>
              <a:avLst/>
              <a:gdLst/>
              <a:ahLst/>
              <a:cxnLst/>
              <a:rect l="l" t="t" r="r" b="b"/>
              <a:pathLst>
                <a:path w="2780" h="424" extrusionOk="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64"/>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8" name="Google Shape;13528;p64"/>
          <p:cNvGrpSpPr/>
          <p:nvPr/>
        </p:nvGrpSpPr>
        <p:grpSpPr>
          <a:xfrm>
            <a:off x="1300076" y="3623467"/>
            <a:ext cx="367684" cy="366561"/>
            <a:chOff x="1303751" y="3807339"/>
            <a:chExt cx="367684" cy="366561"/>
          </a:xfrm>
        </p:grpSpPr>
        <p:sp>
          <p:nvSpPr>
            <p:cNvPr id="13529" name="Google Shape;13529;p64"/>
            <p:cNvSpPr/>
            <p:nvPr/>
          </p:nvSpPr>
          <p:spPr>
            <a:xfrm>
              <a:off x="1305006" y="4056356"/>
              <a:ext cx="366430" cy="117387"/>
            </a:xfrm>
            <a:custGeom>
              <a:avLst/>
              <a:gdLst/>
              <a:ahLst/>
              <a:cxnLst/>
              <a:rect l="l" t="t" r="r" b="b"/>
              <a:pathLst>
                <a:path w="14022" h="4492" extrusionOk="0">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64"/>
            <p:cNvSpPr/>
            <p:nvPr/>
          </p:nvSpPr>
          <p:spPr>
            <a:xfrm>
              <a:off x="1305267" y="4079980"/>
              <a:ext cx="366169" cy="93763"/>
            </a:xfrm>
            <a:custGeom>
              <a:avLst/>
              <a:gdLst/>
              <a:ahLst/>
              <a:cxnLst/>
              <a:rect l="l" t="t" r="r" b="b"/>
              <a:pathLst>
                <a:path w="14012" h="3588" extrusionOk="0">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64"/>
            <p:cNvSpPr/>
            <p:nvPr/>
          </p:nvSpPr>
          <p:spPr>
            <a:xfrm>
              <a:off x="1605556" y="4079980"/>
              <a:ext cx="39225" cy="70401"/>
            </a:xfrm>
            <a:custGeom>
              <a:avLst/>
              <a:gdLst/>
              <a:ahLst/>
              <a:cxnLst/>
              <a:rect l="l" t="t" r="r" b="b"/>
              <a:pathLst>
                <a:path w="1501" h="2694" extrusionOk="0">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64"/>
            <p:cNvSpPr/>
            <p:nvPr/>
          </p:nvSpPr>
          <p:spPr>
            <a:xfrm>
              <a:off x="1516104"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64"/>
            <p:cNvSpPr/>
            <p:nvPr/>
          </p:nvSpPr>
          <p:spPr>
            <a:xfrm>
              <a:off x="1427149"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64"/>
            <p:cNvSpPr/>
            <p:nvPr/>
          </p:nvSpPr>
          <p:spPr>
            <a:xfrm>
              <a:off x="1575294"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64"/>
            <p:cNvSpPr/>
            <p:nvPr/>
          </p:nvSpPr>
          <p:spPr>
            <a:xfrm>
              <a:off x="1575294"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64"/>
            <p:cNvSpPr/>
            <p:nvPr/>
          </p:nvSpPr>
          <p:spPr>
            <a:xfrm>
              <a:off x="1485686" y="4079745"/>
              <a:ext cx="11838" cy="49260"/>
            </a:xfrm>
            <a:custGeom>
              <a:avLst/>
              <a:gdLst/>
              <a:ahLst/>
              <a:cxnLst/>
              <a:rect l="l" t="t" r="r" b="b"/>
              <a:pathLst>
                <a:path w="453" h="1885" extrusionOk="0">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64"/>
            <p:cNvSpPr/>
            <p:nvPr/>
          </p:nvSpPr>
          <p:spPr>
            <a:xfrm>
              <a:off x="1485686" y="4139536"/>
              <a:ext cx="11838" cy="19129"/>
            </a:xfrm>
            <a:custGeom>
              <a:avLst/>
              <a:gdLst/>
              <a:ahLst/>
              <a:cxnLst/>
              <a:rect l="l" t="t" r="r" b="b"/>
              <a:pathLst>
                <a:path w="453" h="732" extrusionOk="0">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64"/>
            <p:cNvSpPr/>
            <p:nvPr/>
          </p:nvSpPr>
          <p:spPr>
            <a:xfrm>
              <a:off x="1396626"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64"/>
            <p:cNvSpPr/>
            <p:nvPr/>
          </p:nvSpPr>
          <p:spPr>
            <a:xfrm>
              <a:off x="1396626"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64"/>
            <p:cNvSpPr/>
            <p:nvPr/>
          </p:nvSpPr>
          <p:spPr>
            <a:xfrm>
              <a:off x="1304274" y="3915110"/>
              <a:ext cx="353573" cy="258712"/>
            </a:xfrm>
            <a:custGeom>
              <a:avLst/>
              <a:gdLst/>
              <a:ahLst/>
              <a:cxnLst/>
              <a:rect l="l" t="t" r="r" b="b"/>
              <a:pathLst>
                <a:path w="13530" h="9900" extrusionOk="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64"/>
            <p:cNvSpPr/>
            <p:nvPr/>
          </p:nvSpPr>
          <p:spPr>
            <a:xfrm>
              <a:off x="1307018" y="3927706"/>
              <a:ext cx="350829" cy="245776"/>
            </a:xfrm>
            <a:custGeom>
              <a:avLst/>
              <a:gdLst/>
              <a:ahLst/>
              <a:cxnLst/>
              <a:rect l="l" t="t" r="r" b="b"/>
              <a:pathLst>
                <a:path w="13425" h="9405" extrusionOk="0">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64"/>
            <p:cNvSpPr/>
            <p:nvPr/>
          </p:nvSpPr>
          <p:spPr>
            <a:xfrm>
              <a:off x="1560582" y="3944431"/>
              <a:ext cx="65122" cy="74060"/>
            </a:xfrm>
            <a:custGeom>
              <a:avLst/>
              <a:gdLst/>
              <a:ahLst/>
              <a:cxnLst/>
              <a:rect l="l" t="t" r="r" b="b"/>
              <a:pathLst>
                <a:path w="2492" h="2834" extrusionOk="0">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64"/>
            <p:cNvSpPr/>
            <p:nvPr/>
          </p:nvSpPr>
          <p:spPr>
            <a:xfrm>
              <a:off x="1533953" y="3971922"/>
              <a:ext cx="47326" cy="69565"/>
            </a:xfrm>
            <a:custGeom>
              <a:avLst/>
              <a:gdLst/>
              <a:ahLst/>
              <a:cxnLst/>
              <a:rect l="l" t="t" r="r" b="b"/>
              <a:pathLst>
                <a:path w="1811" h="2662" extrusionOk="0">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64"/>
            <p:cNvSpPr/>
            <p:nvPr/>
          </p:nvSpPr>
          <p:spPr>
            <a:xfrm>
              <a:off x="1482942" y="3989169"/>
              <a:ext cx="65096" cy="74112"/>
            </a:xfrm>
            <a:custGeom>
              <a:avLst/>
              <a:gdLst/>
              <a:ahLst/>
              <a:cxnLst/>
              <a:rect l="l" t="t" r="r" b="b"/>
              <a:pathLst>
                <a:path w="2491" h="2836" extrusionOk="0">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64"/>
            <p:cNvSpPr/>
            <p:nvPr/>
          </p:nvSpPr>
          <p:spPr>
            <a:xfrm>
              <a:off x="1456548" y="4016922"/>
              <a:ext cx="45497" cy="69382"/>
            </a:xfrm>
            <a:custGeom>
              <a:avLst/>
              <a:gdLst/>
              <a:ahLst/>
              <a:cxnLst/>
              <a:rect l="l" t="t" r="r" b="b"/>
              <a:pathLst>
                <a:path w="1741" h="2655" extrusionOk="0">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64"/>
            <p:cNvSpPr/>
            <p:nvPr/>
          </p:nvSpPr>
          <p:spPr>
            <a:xfrm>
              <a:off x="1405799" y="4033778"/>
              <a:ext cx="65096" cy="74112"/>
            </a:xfrm>
            <a:custGeom>
              <a:avLst/>
              <a:gdLst/>
              <a:ahLst/>
              <a:cxnLst/>
              <a:rect l="l" t="t" r="r" b="b"/>
              <a:pathLst>
                <a:path w="2491" h="2836" extrusionOk="0">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64"/>
            <p:cNvSpPr/>
            <p:nvPr/>
          </p:nvSpPr>
          <p:spPr>
            <a:xfrm>
              <a:off x="1379405" y="4061452"/>
              <a:ext cx="45261" cy="69330"/>
            </a:xfrm>
            <a:custGeom>
              <a:avLst/>
              <a:gdLst/>
              <a:ahLst/>
              <a:cxnLst/>
              <a:rect l="l" t="t" r="r" b="b"/>
              <a:pathLst>
                <a:path w="1732" h="2653" extrusionOk="0">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64"/>
            <p:cNvSpPr/>
            <p:nvPr/>
          </p:nvSpPr>
          <p:spPr>
            <a:xfrm>
              <a:off x="1305267" y="3823907"/>
              <a:ext cx="261612" cy="349993"/>
            </a:xfrm>
            <a:custGeom>
              <a:avLst/>
              <a:gdLst/>
              <a:ahLst/>
              <a:cxnLst/>
              <a:rect l="l" t="t" r="r" b="b"/>
              <a:pathLst>
                <a:path w="10011" h="13393" extrusionOk="0">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64"/>
            <p:cNvSpPr/>
            <p:nvPr/>
          </p:nvSpPr>
          <p:spPr>
            <a:xfrm>
              <a:off x="1320345" y="3828690"/>
              <a:ext cx="246299" cy="344792"/>
            </a:xfrm>
            <a:custGeom>
              <a:avLst/>
              <a:gdLst/>
              <a:ahLst/>
              <a:cxnLst/>
              <a:rect l="l" t="t" r="r" b="b"/>
              <a:pathLst>
                <a:path w="9425" h="13194" extrusionOk="0">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64"/>
            <p:cNvSpPr/>
            <p:nvPr/>
          </p:nvSpPr>
          <p:spPr>
            <a:xfrm>
              <a:off x="1460076" y="3854979"/>
              <a:ext cx="76647" cy="62561"/>
            </a:xfrm>
            <a:custGeom>
              <a:avLst/>
              <a:gdLst/>
              <a:ahLst/>
              <a:cxnLst/>
              <a:rect l="l" t="t" r="r" b="b"/>
              <a:pathLst>
                <a:path w="2933" h="2394" extrusionOk="0">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64"/>
            <p:cNvSpPr/>
            <p:nvPr/>
          </p:nvSpPr>
          <p:spPr>
            <a:xfrm>
              <a:off x="1414579" y="3932514"/>
              <a:ext cx="76673" cy="62535"/>
            </a:xfrm>
            <a:custGeom>
              <a:avLst/>
              <a:gdLst/>
              <a:ahLst/>
              <a:cxnLst/>
              <a:rect l="l" t="t" r="r" b="b"/>
              <a:pathLst>
                <a:path w="2934" h="2393" extrusionOk="0">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64"/>
            <p:cNvSpPr/>
            <p:nvPr/>
          </p:nvSpPr>
          <p:spPr>
            <a:xfrm>
              <a:off x="1370102" y="4009527"/>
              <a:ext cx="76673" cy="62535"/>
            </a:xfrm>
            <a:custGeom>
              <a:avLst/>
              <a:gdLst/>
              <a:ahLst/>
              <a:cxnLst/>
              <a:rect l="l" t="t" r="r" b="b"/>
              <a:pathLst>
                <a:path w="2934" h="2393" extrusionOk="0">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64"/>
            <p:cNvSpPr/>
            <p:nvPr/>
          </p:nvSpPr>
          <p:spPr>
            <a:xfrm>
              <a:off x="1442254" y="3903481"/>
              <a:ext cx="48972" cy="30131"/>
            </a:xfrm>
            <a:custGeom>
              <a:avLst/>
              <a:gdLst/>
              <a:ahLst/>
              <a:cxnLst/>
              <a:rect l="l" t="t" r="r" b="b"/>
              <a:pathLst>
                <a:path w="1874" h="1153" extrusionOk="0">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64"/>
            <p:cNvSpPr/>
            <p:nvPr/>
          </p:nvSpPr>
          <p:spPr>
            <a:xfrm>
              <a:off x="1494022" y="3933612"/>
              <a:ext cx="23101" cy="15078"/>
            </a:xfrm>
            <a:custGeom>
              <a:avLst/>
              <a:gdLst/>
              <a:ahLst/>
              <a:cxnLst/>
              <a:rect l="l" t="t" r="r" b="b"/>
              <a:pathLst>
                <a:path w="884" h="577" extrusionOk="0">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64"/>
            <p:cNvSpPr/>
            <p:nvPr/>
          </p:nvSpPr>
          <p:spPr>
            <a:xfrm>
              <a:off x="1397462" y="3981147"/>
              <a:ext cx="48816" cy="30131"/>
            </a:xfrm>
            <a:custGeom>
              <a:avLst/>
              <a:gdLst/>
              <a:ahLst/>
              <a:cxnLst/>
              <a:rect l="l" t="t" r="r" b="b"/>
              <a:pathLst>
                <a:path w="1868" h="1153" extrusionOk="0">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64"/>
            <p:cNvSpPr/>
            <p:nvPr/>
          </p:nvSpPr>
          <p:spPr>
            <a:xfrm>
              <a:off x="1449022" y="4011042"/>
              <a:ext cx="23101" cy="15288"/>
            </a:xfrm>
            <a:custGeom>
              <a:avLst/>
              <a:gdLst/>
              <a:ahLst/>
              <a:cxnLst/>
              <a:rect l="l" t="t" r="r" b="b"/>
              <a:pathLst>
                <a:path w="884" h="585" extrusionOk="0">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64"/>
            <p:cNvSpPr/>
            <p:nvPr/>
          </p:nvSpPr>
          <p:spPr>
            <a:xfrm>
              <a:off x="1404806" y="4088185"/>
              <a:ext cx="22918" cy="15209"/>
            </a:xfrm>
            <a:custGeom>
              <a:avLst/>
              <a:gdLst/>
              <a:ahLst/>
              <a:cxnLst/>
              <a:rect l="l" t="t" r="r" b="b"/>
              <a:pathLst>
                <a:path w="877" h="582" extrusionOk="0">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64"/>
            <p:cNvSpPr/>
            <p:nvPr/>
          </p:nvSpPr>
          <p:spPr>
            <a:xfrm>
              <a:off x="1352985" y="4058290"/>
              <a:ext cx="48816" cy="30105"/>
            </a:xfrm>
            <a:custGeom>
              <a:avLst/>
              <a:gdLst/>
              <a:ahLst/>
              <a:cxnLst/>
              <a:rect l="l" t="t" r="r" b="b"/>
              <a:pathLst>
                <a:path w="1868" h="1152" extrusionOk="0">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64"/>
            <p:cNvSpPr/>
            <p:nvPr/>
          </p:nvSpPr>
          <p:spPr>
            <a:xfrm>
              <a:off x="1303751" y="3807339"/>
              <a:ext cx="118903" cy="366404"/>
            </a:xfrm>
            <a:custGeom>
              <a:avLst/>
              <a:gdLst/>
              <a:ahLst/>
              <a:cxnLst/>
              <a:rect l="l" t="t" r="r" b="b"/>
              <a:pathLst>
                <a:path w="4550" h="14021" extrusionOk="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64"/>
            <p:cNvSpPr/>
            <p:nvPr/>
          </p:nvSpPr>
          <p:spPr>
            <a:xfrm>
              <a:off x="1326879" y="3807339"/>
              <a:ext cx="95776" cy="366142"/>
            </a:xfrm>
            <a:custGeom>
              <a:avLst/>
              <a:gdLst/>
              <a:ahLst/>
              <a:cxnLst/>
              <a:rect l="l" t="t" r="r" b="b"/>
              <a:pathLst>
                <a:path w="3665" h="14011" extrusionOk="0">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64"/>
            <p:cNvSpPr/>
            <p:nvPr/>
          </p:nvSpPr>
          <p:spPr>
            <a:xfrm>
              <a:off x="1328891" y="3834230"/>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64"/>
            <p:cNvSpPr/>
            <p:nvPr/>
          </p:nvSpPr>
          <p:spPr>
            <a:xfrm>
              <a:off x="1328891" y="3923943"/>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64"/>
            <p:cNvSpPr/>
            <p:nvPr/>
          </p:nvSpPr>
          <p:spPr>
            <a:xfrm>
              <a:off x="1328891" y="4012898"/>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4" name="Google Shape;13564;p64"/>
            <p:cNvSpPr/>
            <p:nvPr/>
          </p:nvSpPr>
          <p:spPr>
            <a:xfrm>
              <a:off x="1387192" y="3891983"/>
              <a:ext cx="22474" cy="11394"/>
            </a:xfrm>
            <a:custGeom>
              <a:avLst/>
              <a:gdLst/>
              <a:ahLst/>
              <a:cxnLst/>
              <a:rect l="l" t="t" r="r" b="b"/>
              <a:pathLst>
                <a:path w="860" h="436" extrusionOk="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64"/>
            <p:cNvSpPr/>
            <p:nvPr/>
          </p:nvSpPr>
          <p:spPr>
            <a:xfrm>
              <a:off x="1327375" y="3891983"/>
              <a:ext cx="52396" cy="11394"/>
            </a:xfrm>
            <a:custGeom>
              <a:avLst/>
              <a:gdLst/>
              <a:ahLst/>
              <a:cxnLst/>
              <a:rect l="l" t="t" r="r" b="b"/>
              <a:pathLst>
                <a:path w="2005" h="436" extrusionOk="0">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64"/>
            <p:cNvSpPr/>
            <p:nvPr/>
          </p:nvSpPr>
          <p:spPr>
            <a:xfrm>
              <a:off x="1326539" y="3981695"/>
              <a:ext cx="53232" cy="11394"/>
            </a:xfrm>
            <a:custGeom>
              <a:avLst/>
              <a:gdLst/>
              <a:ahLst/>
              <a:cxnLst/>
              <a:rect l="l" t="t" r="r" b="b"/>
              <a:pathLst>
                <a:path w="2037" h="436" extrusionOk="0">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64"/>
            <p:cNvSpPr/>
            <p:nvPr/>
          </p:nvSpPr>
          <p:spPr>
            <a:xfrm>
              <a:off x="1386330" y="3981695"/>
              <a:ext cx="23336" cy="11394"/>
            </a:xfrm>
            <a:custGeom>
              <a:avLst/>
              <a:gdLst/>
              <a:ahLst/>
              <a:cxnLst/>
              <a:rect l="l" t="t" r="r" b="b"/>
              <a:pathLst>
                <a:path w="893" h="436" extrusionOk="0">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64"/>
            <p:cNvSpPr/>
            <p:nvPr/>
          </p:nvSpPr>
          <p:spPr>
            <a:xfrm>
              <a:off x="1327375" y="4070677"/>
              <a:ext cx="52396" cy="11368"/>
            </a:xfrm>
            <a:custGeom>
              <a:avLst/>
              <a:gdLst/>
              <a:ahLst/>
              <a:cxnLst/>
              <a:rect l="l" t="t" r="r" b="b"/>
              <a:pathLst>
                <a:path w="2005" h="435" extrusionOk="0">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64"/>
            <p:cNvSpPr/>
            <p:nvPr/>
          </p:nvSpPr>
          <p:spPr>
            <a:xfrm>
              <a:off x="1387192" y="4070677"/>
              <a:ext cx="22474" cy="11368"/>
            </a:xfrm>
            <a:custGeom>
              <a:avLst/>
              <a:gdLst/>
              <a:ahLst/>
              <a:cxnLst/>
              <a:rect l="l" t="t" r="r" b="b"/>
              <a:pathLst>
                <a:path w="860" h="435" extrusionOk="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70" name="Google Shape;13570;p64"/>
          <p:cNvSpPr/>
          <p:nvPr/>
        </p:nvSpPr>
        <p:spPr>
          <a:xfrm>
            <a:off x="1317690" y="2722078"/>
            <a:ext cx="30157" cy="28667"/>
          </a:xfrm>
          <a:custGeom>
            <a:avLst/>
            <a:gdLst/>
            <a:ahLst/>
            <a:cxnLst/>
            <a:rect l="l" t="t" r="r" b="b"/>
            <a:pathLst>
              <a:path w="1154" h="1097" extrusionOk="0">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71" name="Google Shape;13571;p64"/>
          <p:cNvGrpSpPr/>
          <p:nvPr/>
        </p:nvGrpSpPr>
        <p:grpSpPr>
          <a:xfrm>
            <a:off x="1306374" y="2707549"/>
            <a:ext cx="384749" cy="366613"/>
            <a:chOff x="1310049" y="2891421"/>
            <a:chExt cx="384749" cy="366613"/>
          </a:xfrm>
        </p:grpSpPr>
        <p:sp>
          <p:nvSpPr>
            <p:cNvPr id="13572" name="Google Shape;13572;p64"/>
            <p:cNvSpPr/>
            <p:nvPr/>
          </p:nvSpPr>
          <p:spPr>
            <a:xfrm>
              <a:off x="1310049" y="2891421"/>
              <a:ext cx="384749" cy="366613"/>
            </a:xfrm>
            <a:custGeom>
              <a:avLst/>
              <a:gdLst/>
              <a:ahLst/>
              <a:cxnLst/>
              <a:rect l="l" t="t" r="r" b="b"/>
              <a:pathLst>
                <a:path w="14723" h="14029" extrusionOk="0">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64"/>
            <p:cNvSpPr/>
            <p:nvPr/>
          </p:nvSpPr>
          <p:spPr>
            <a:xfrm>
              <a:off x="1342218" y="2904697"/>
              <a:ext cx="324932" cy="324696"/>
            </a:xfrm>
            <a:custGeom>
              <a:avLst/>
              <a:gdLst/>
              <a:ahLst/>
              <a:cxnLst/>
              <a:rect l="l" t="t" r="r" b="b"/>
              <a:pathLst>
                <a:path w="12434" h="12425" extrusionOk="0">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64"/>
            <p:cNvSpPr/>
            <p:nvPr/>
          </p:nvSpPr>
          <p:spPr>
            <a:xfrm>
              <a:off x="1355546" y="2931848"/>
              <a:ext cx="22134" cy="19573"/>
            </a:xfrm>
            <a:custGeom>
              <a:avLst/>
              <a:gdLst/>
              <a:ahLst/>
              <a:cxnLst/>
              <a:rect l="l" t="t" r="r" b="b"/>
              <a:pathLst>
                <a:path w="847" h="749" extrusionOk="0">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64"/>
            <p:cNvSpPr/>
            <p:nvPr/>
          </p:nvSpPr>
          <p:spPr>
            <a:xfrm>
              <a:off x="1372610" y="2957720"/>
              <a:ext cx="30680" cy="28667"/>
            </a:xfrm>
            <a:custGeom>
              <a:avLst/>
              <a:gdLst/>
              <a:ahLst/>
              <a:cxnLst/>
              <a:rect l="l" t="t" r="r" b="b"/>
              <a:pathLst>
                <a:path w="1174" h="1097" extrusionOk="0">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64"/>
            <p:cNvSpPr/>
            <p:nvPr/>
          </p:nvSpPr>
          <p:spPr>
            <a:xfrm>
              <a:off x="1407001" y="2983356"/>
              <a:ext cx="21925" cy="19599"/>
            </a:xfrm>
            <a:custGeom>
              <a:avLst/>
              <a:gdLst/>
              <a:ahLst/>
              <a:cxnLst/>
              <a:rect l="l" t="t" r="r" b="b"/>
              <a:pathLst>
                <a:path w="839" h="750" extrusionOk="0">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64"/>
            <p:cNvSpPr/>
            <p:nvPr/>
          </p:nvSpPr>
          <p:spPr>
            <a:xfrm>
              <a:off x="1424379" y="3009227"/>
              <a:ext cx="30444" cy="28693"/>
            </a:xfrm>
            <a:custGeom>
              <a:avLst/>
              <a:gdLst/>
              <a:ahLst/>
              <a:cxnLst/>
              <a:rect l="l" t="t" r="r" b="b"/>
              <a:pathLst>
                <a:path w="1165" h="1098" extrusionOk="0">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64"/>
            <p:cNvSpPr/>
            <p:nvPr/>
          </p:nvSpPr>
          <p:spPr>
            <a:xfrm>
              <a:off x="1458769" y="3035124"/>
              <a:ext cx="21925" cy="19338"/>
            </a:xfrm>
            <a:custGeom>
              <a:avLst/>
              <a:gdLst/>
              <a:ahLst/>
              <a:cxnLst/>
              <a:rect l="l" t="t" r="r" b="b"/>
              <a:pathLst>
                <a:path w="839" h="740" extrusionOk="0">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64"/>
            <p:cNvSpPr/>
            <p:nvPr/>
          </p:nvSpPr>
          <p:spPr>
            <a:xfrm>
              <a:off x="1475886" y="3060995"/>
              <a:ext cx="30444" cy="28667"/>
            </a:xfrm>
            <a:custGeom>
              <a:avLst/>
              <a:gdLst/>
              <a:ahLst/>
              <a:cxnLst/>
              <a:rect l="l" t="t" r="r" b="b"/>
              <a:pathLst>
                <a:path w="1165" h="1097" extrusionOk="0">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64"/>
            <p:cNvSpPr/>
            <p:nvPr/>
          </p:nvSpPr>
          <p:spPr>
            <a:xfrm>
              <a:off x="1510276" y="3086631"/>
              <a:ext cx="21925" cy="19599"/>
            </a:xfrm>
            <a:custGeom>
              <a:avLst/>
              <a:gdLst/>
              <a:ahLst/>
              <a:cxnLst/>
              <a:rect l="l" t="t" r="r" b="b"/>
              <a:pathLst>
                <a:path w="839" h="750" extrusionOk="0">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64"/>
            <p:cNvSpPr/>
            <p:nvPr/>
          </p:nvSpPr>
          <p:spPr>
            <a:xfrm>
              <a:off x="1527655" y="3112267"/>
              <a:ext cx="30444" cy="28667"/>
            </a:xfrm>
            <a:custGeom>
              <a:avLst/>
              <a:gdLst/>
              <a:ahLst/>
              <a:cxnLst/>
              <a:rect l="l" t="t" r="r" b="b"/>
              <a:pathLst>
                <a:path w="1165" h="1097" extrusionOk="0">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64"/>
            <p:cNvSpPr/>
            <p:nvPr/>
          </p:nvSpPr>
          <p:spPr>
            <a:xfrm>
              <a:off x="1578639" y="3164036"/>
              <a:ext cx="31228" cy="28876"/>
            </a:xfrm>
            <a:custGeom>
              <a:avLst/>
              <a:gdLst/>
              <a:ahLst/>
              <a:cxnLst/>
              <a:rect l="l" t="t" r="r" b="b"/>
              <a:pathLst>
                <a:path w="1195" h="1105" extrusionOk="0">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64"/>
            <p:cNvSpPr/>
            <p:nvPr/>
          </p:nvSpPr>
          <p:spPr>
            <a:xfrm>
              <a:off x="1614101" y="3189907"/>
              <a:ext cx="21403" cy="19390"/>
            </a:xfrm>
            <a:custGeom>
              <a:avLst/>
              <a:gdLst/>
              <a:ahLst/>
              <a:cxnLst/>
              <a:rect l="l" t="t" r="r" b="b"/>
              <a:pathLst>
                <a:path w="819" h="742" extrusionOk="0">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64"/>
            <p:cNvSpPr/>
            <p:nvPr/>
          </p:nvSpPr>
          <p:spPr>
            <a:xfrm>
              <a:off x="1630930" y="3215804"/>
              <a:ext cx="30444" cy="28406"/>
            </a:xfrm>
            <a:custGeom>
              <a:avLst/>
              <a:gdLst/>
              <a:ahLst/>
              <a:cxnLst/>
              <a:rect l="l" t="t" r="r" b="b"/>
              <a:pathLst>
                <a:path w="1165" h="1087" extrusionOk="0">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64"/>
            <p:cNvSpPr/>
            <p:nvPr/>
          </p:nvSpPr>
          <p:spPr>
            <a:xfrm>
              <a:off x="1562332" y="3138138"/>
              <a:ext cx="21403" cy="19286"/>
            </a:xfrm>
            <a:custGeom>
              <a:avLst/>
              <a:gdLst/>
              <a:ahLst/>
              <a:cxnLst/>
              <a:rect l="l" t="t" r="r" b="b"/>
              <a:pathLst>
                <a:path w="819" h="738" extrusionOk="0">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6" name="Google Shape;13586;p64"/>
          <p:cNvGrpSpPr/>
          <p:nvPr/>
        </p:nvGrpSpPr>
        <p:grpSpPr>
          <a:xfrm>
            <a:off x="845998" y="2707470"/>
            <a:ext cx="383468" cy="366665"/>
            <a:chOff x="849673" y="2891343"/>
            <a:chExt cx="383468" cy="366665"/>
          </a:xfrm>
        </p:grpSpPr>
        <p:sp>
          <p:nvSpPr>
            <p:cNvPr id="13587" name="Google Shape;13587;p64"/>
            <p:cNvSpPr/>
            <p:nvPr/>
          </p:nvSpPr>
          <p:spPr>
            <a:xfrm>
              <a:off x="849673" y="2976561"/>
              <a:ext cx="322188" cy="281447"/>
            </a:xfrm>
            <a:custGeom>
              <a:avLst/>
              <a:gdLst/>
              <a:ahLst/>
              <a:cxnLst/>
              <a:rect l="l" t="t" r="r" b="b"/>
              <a:pathLst>
                <a:path w="12329" h="10770" extrusionOk="0">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64"/>
            <p:cNvSpPr/>
            <p:nvPr/>
          </p:nvSpPr>
          <p:spPr>
            <a:xfrm>
              <a:off x="867260" y="2976561"/>
              <a:ext cx="304600" cy="258947"/>
            </a:xfrm>
            <a:custGeom>
              <a:avLst/>
              <a:gdLst/>
              <a:ahLst/>
              <a:cxnLst/>
              <a:rect l="l" t="t" r="r" b="b"/>
              <a:pathLst>
                <a:path w="11656" h="9909" extrusionOk="0">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64"/>
            <p:cNvSpPr/>
            <p:nvPr/>
          </p:nvSpPr>
          <p:spPr>
            <a:xfrm>
              <a:off x="947173" y="3018948"/>
              <a:ext cx="81952" cy="50122"/>
            </a:xfrm>
            <a:custGeom>
              <a:avLst/>
              <a:gdLst/>
              <a:ahLst/>
              <a:cxnLst/>
              <a:rect l="l" t="t" r="r" b="b"/>
              <a:pathLst>
                <a:path w="3136" h="1918" extrusionOk="0">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64"/>
            <p:cNvSpPr/>
            <p:nvPr/>
          </p:nvSpPr>
          <p:spPr>
            <a:xfrm>
              <a:off x="967792" y="3018791"/>
              <a:ext cx="61333" cy="49521"/>
            </a:xfrm>
            <a:custGeom>
              <a:avLst/>
              <a:gdLst/>
              <a:ahLst/>
              <a:cxnLst/>
              <a:rect l="l" t="t" r="r" b="b"/>
              <a:pathLst>
                <a:path w="2347" h="1895" extrusionOk="0">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64"/>
            <p:cNvSpPr/>
            <p:nvPr/>
          </p:nvSpPr>
          <p:spPr>
            <a:xfrm>
              <a:off x="992174" y="3104663"/>
              <a:ext cx="65357" cy="72831"/>
            </a:xfrm>
            <a:custGeom>
              <a:avLst/>
              <a:gdLst/>
              <a:ahLst/>
              <a:cxnLst/>
              <a:rect l="l" t="t" r="r" b="b"/>
              <a:pathLst>
                <a:path w="2501" h="2787" extrusionOk="0">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64"/>
            <p:cNvSpPr/>
            <p:nvPr/>
          </p:nvSpPr>
          <p:spPr>
            <a:xfrm>
              <a:off x="1009499" y="3104427"/>
              <a:ext cx="48032" cy="64913"/>
            </a:xfrm>
            <a:custGeom>
              <a:avLst/>
              <a:gdLst/>
              <a:ahLst/>
              <a:cxnLst/>
              <a:rect l="l" t="t" r="r" b="b"/>
              <a:pathLst>
                <a:path w="1838" h="2484" extrusionOk="0">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64"/>
            <p:cNvSpPr/>
            <p:nvPr/>
          </p:nvSpPr>
          <p:spPr>
            <a:xfrm>
              <a:off x="897417" y="3078400"/>
              <a:ext cx="69147" cy="70584"/>
            </a:xfrm>
            <a:custGeom>
              <a:avLst/>
              <a:gdLst/>
              <a:ahLst/>
              <a:cxnLst/>
              <a:rect l="l" t="t" r="r" b="b"/>
              <a:pathLst>
                <a:path w="2646" h="2701" extrusionOk="0">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64"/>
            <p:cNvSpPr/>
            <p:nvPr/>
          </p:nvSpPr>
          <p:spPr>
            <a:xfrm>
              <a:off x="904708" y="3094915"/>
              <a:ext cx="61856" cy="54068"/>
            </a:xfrm>
            <a:custGeom>
              <a:avLst/>
              <a:gdLst/>
              <a:ahLst/>
              <a:cxnLst/>
              <a:rect l="l" t="t" r="r" b="b"/>
              <a:pathLst>
                <a:path w="2367" h="2069" extrusionOk="0">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64"/>
            <p:cNvSpPr/>
            <p:nvPr/>
          </p:nvSpPr>
          <p:spPr>
            <a:xfrm>
              <a:off x="1107261" y="2891343"/>
              <a:ext cx="125880" cy="143049"/>
            </a:xfrm>
            <a:custGeom>
              <a:avLst/>
              <a:gdLst/>
              <a:ahLst/>
              <a:cxnLst/>
              <a:rect l="l" t="t" r="r" b="b"/>
              <a:pathLst>
                <a:path w="4817" h="5474" extrusionOk="0">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64"/>
            <p:cNvSpPr/>
            <p:nvPr/>
          </p:nvSpPr>
          <p:spPr>
            <a:xfrm>
              <a:off x="1126599" y="2965507"/>
              <a:ext cx="47274" cy="45000"/>
            </a:xfrm>
            <a:custGeom>
              <a:avLst/>
              <a:gdLst/>
              <a:ahLst/>
              <a:cxnLst/>
              <a:rect l="l" t="t" r="r" b="b"/>
              <a:pathLst>
                <a:path w="1809" h="1722" extrusionOk="0">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64"/>
            <p:cNvSpPr/>
            <p:nvPr/>
          </p:nvSpPr>
          <p:spPr>
            <a:xfrm>
              <a:off x="1024578" y="3005411"/>
              <a:ext cx="119635" cy="81507"/>
            </a:xfrm>
            <a:custGeom>
              <a:avLst/>
              <a:gdLst/>
              <a:ahLst/>
              <a:cxnLst/>
              <a:rect l="l" t="t" r="r" b="b"/>
              <a:pathLst>
                <a:path w="4578" h="3119" extrusionOk="0">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64"/>
            <p:cNvSpPr/>
            <p:nvPr/>
          </p:nvSpPr>
          <p:spPr>
            <a:xfrm>
              <a:off x="1039395" y="3005150"/>
              <a:ext cx="95018" cy="60863"/>
            </a:xfrm>
            <a:custGeom>
              <a:avLst/>
              <a:gdLst/>
              <a:ahLst/>
              <a:cxnLst/>
              <a:rect l="l" t="t" r="r" b="b"/>
              <a:pathLst>
                <a:path w="3636" h="2329" extrusionOk="0">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9" name="Google Shape;13599;p64"/>
          <p:cNvGrpSpPr/>
          <p:nvPr/>
        </p:nvGrpSpPr>
        <p:grpSpPr>
          <a:xfrm>
            <a:off x="916582" y="2242129"/>
            <a:ext cx="278024" cy="366508"/>
            <a:chOff x="920257" y="2426002"/>
            <a:chExt cx="278024" cy="366508"/>
          </a:xfrm>
        </p:grpSpPr>
        <p:sp>
          <p:nvSpPr>
            <p:cNvPr id="13600" name="Google Shape;13600;p64"/>
            <p:cNvSpPr/>
            <p:nvPr/>
          </p:nvSpPr>
          <p:spPr>
            <a:xfrm>
              <a:off x="1039918" y="2426002"/>
              <a:ext cx="38964" cy="92483"/>
            </a:xfrm>
            <a:custGeom>
              <a:avLst/>
              <a:gdLst/>
              <a:ahLst/>
              <a:cxnLst/>
              <a:rect l="l" t="t" r="r" b="b"/>
              <a:pathLst>
                <a:path w="1491" h="3539" extrusionOk="0">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64"/>
            <p:cNvSpPr/>
            <p:nvPr/>
          </p:nvSpPr>
          <p:spPr>
            <a:xfrm>
              <a:off x="1061529" y="2429268"/>
              <a:ext cx="17352" cy="85950"/>
            </a:xfrm>
            <a:custGeom>
              <a:avLst/>
              <a:gdLst/>
              <a:ahLst/>
              <a:cxnLst/>
              <a:rect l="l" t="t" r="r" b="b"/>
              <a:pathLst>
                <a:path w="664" h="3289" extrusionOk="0">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64"/>
            <p:cNvSpPr/>
            <p:nvPr/>
          </p:nvSpPr>
          <p:spPr>
            <a:xfrm>
              <a:off x="920257" y="2748398"/>
              <a:ext cx="27204" cy="44112"/>
            </a:xfrm>
            <a:custGeom>
              <a:avLst/>
              <a:gdLst/>
              <a:ahLst/>
              <a:cxnLst/>
              <a:rect l="l" t="t" r="r" b="b"/>
              <a:pathLst>
                <a:path w="1041" h="1688" extrusionOk="0">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64"/>
            <p:cNvSpPr/>
            <p:nvPr/>
          </p:nvSpPr>
          <p:spPr>
            <a:xfrm>
              <a:off x="930083" y="2483023"/>
              <a:ext cx="136229" cy="283485"/>
            </a:xfrm>
            <a:custGeom>
              <a:avLst/>
              <a:gdLst/>
              <a:ahLst/>
              <a:cxnLst/>
              <a:rect l="l" t="t" r="r" b="b"/>
              <a:pathLst>
                <a:path w="5213" h="10848" extrusionOk="0">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64"/>
            <p:cNvSpPr/>
            <p:nvPr/>
          </p:nvSpPr>
          <p:spPr>
            <a:xfrm>
              <a:off x="945161" y="2690097"/>
              <a:ext cx="38728" cy="38728"/>
            </a:xfrm>
            <a:custGeom>
              <a:avLst/>
              <a:gdLst/>
              <a:ahLst/>
              <a:cxnLst/>
              <a:rect l="l" t="t" r="r" b="b"/>
              <a:pathLst>
                <a:path w="1482" h="1482" extrusionOk="0">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64"/>
            <p:cNvSpPr/>
            <p:nvPr/>
          </p:nvSpPr>
          <p:spPr>
            <a:xfrm>
              <a:off x="956215" y="2701151"/>
              <a:ext cx="16620" cy="16620"/>
            </a:xfrm>
            <a:custGeom>
              <a:avLst/>
              <a:gdLst/>
              <a:ahLst/>
              <a:cxnLst/>
              <a:rect l="l" t="t" r="r" b="b"/>
              <a:pathLst>
                <a:path w="636" h="636" extrusionOk="0">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64"/>
            <p:cNvSpPr/>
            <p:nvPr/>
          </p:nvSpPr>
          <p:spPr>
            <a:xfrm>
              <a:off x="1170841" y="2748398"/>
              <a:ext cx="27439" cy="44112"/>
            </a:xfrm>
            <a:custGeom>
              <a:avLst/>
              <a:gdLst/>
              <a:ahLst/>
              <a:cxnLst/>
              <a:rect l="l" t="t" r="r" b="b"/>
              <a:pathLst>
                <a:path w="1050" h="1688" extrusionOk="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64"/>
            <p:cNvSpPr/>
            <p:nvPr/>
          </p:nvSpPr>
          <p:spPr>
            <a:xfrm>
              <a:off x="1052226" y="2483023"/>
              <a:ext cx="136229" cy="283485"/>
            </a:xfrm>
            <a:custGeom>
              <a:avLst/>
              <a:gdLst/>
              <a:ahLst/>
              <a:cxnLst/>
              <a:rect l="l" t="t" r="r" b="b"/>
              <a:pathLst>
                <a:path w="5213" h="10848" extrusionOk="0">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64"/>
            <p:cNvSpPr/>
            <p:nvPr/>
          </p:nvSpPr>
          <p:spPr>
            <a:xfrm>
              <a:off x="1134648" y="2690097"/>
              <a:ext cx="38728" cy="38728"/>
            </a:xfrm>
            <a:custGeom>
              <a:avLst/>
              <a:gdLst/>
              <a:ahLst/>
              <a:cxnLst/>
              <a:rect l="l" t="t" r="r" b="b"/>
              <a:pathLst>
                <a:path w="1482" h="1482" extrusionOk="0">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64"/>
            <p:cNvSpPr/>
            <p:nvPr/>
          </p:nvSpPr>
          <p:spPr>
            <a:xfrm>
              <a:off x="1145702" y="2701151"/>
              <a:ext cx="16620" cy="16620"/>
            </a:xfrm>
            <a:custGeom>
              <a:avLst/>
              <a:gdLst/>
              <a:ahLst/>
              <a:cxnLst/>
              <a:rect l="l" t="t" r="r" b="b"/>
              <a:pathLst>
                <a:path w="636" h="636" extrusionOk="0">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64"/>
            <p:cNvSpPr/>
            <p:nvPr/>
          </p:nvSpPr>
          <p:spPr>
            <a:xfrm>
              <a:off x="1015536" y="2472883"/>
              <a:ext cx="87727" cy="76960"/>
            </a:xfrm>
            <a:custGeom>
              <a:avLst/>
              <a:gdLst/>
              <a:ahLst/>
              <a:cxnLst/>
              <a:rect l="l" t="t" r="r" b="b"/>
              <a:pathLst>
                <a:path w="3357" h="2945" extrusionOk="0">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64"/>
            <p:cNvSpPr/>
            <p:nvPr/>
          </p:nvSpPr>
          <p:spPr>
            <a:xfrm>
              <a:off x="1027844" y="2472727"/>
              <a:ext cx="83702" cy="72648"/>
            </a:xfrm>
            <a:custGeom>
              <a:avLst/>
              <a:gdLst/>
              <a:ahLst/>
              <a:cxnLst/>
              <a:rect l="l" t="t" r="r" b="b"/>
              <a:pathLst>
                <a:path w="3203" h="2780" extrusionOk="0">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2" name="Google Shape;13612;p64"/>
            <p:cNvSpPr/>
            <p:nvPr/>
          </p:nvSpPr>
          <p:spPr>
            <a:xfrm>
              <a:off x="1047182" y="2499120"/>
              <a:ext cx="24408" cy="24146"/>
            </a:xfrm>
            <a:custGeom>
              <a:avLst/>
              <a:gdLst/>
              <a:ahLst/>
              <a:cxnLst/>
              <a:rect l="l" t="t" r="r" b="b"/>
              <a:pathLst>
                <a:path w="934" h="924" extrusionOk="0">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3" name="Google Shape;13613;p64"/>
          <p:cNvGrpSpPr/>
          <p:nvPr/>
        </p:nvGrpSpPr>
        <p:grpSpPr>
          <a:xfrm>
            <a:off x="862853" y="4090611"/>
            <a:ext cx="349810" cy="366665"/>
            <a:chOff x="866528" y="4274484"/>
            <a:chExt cx="349810" cy="366665"/>
          </a:xfrm>
        </p:grpSpPr>
        <p:sp>
          <p:nvSpPr>
            <p:cNvPr id="13614" name="Google Shape;13614;p64"/>
            <p:cNvSpPr/>
            <p:nvPr/>
          </p:nvSpPr>
          <p:spPr>
            <a:xfrm>
              <a:off x="1041407" y="4370991"/>
              <a:ext cx="174931" cy="270158"/>
            </a:xfrm>
            <a:custGeom>
              <a:avLst/>
              <a:gdLst/>
              <a:ahLst/>
              <a:cxnLst/>
              <a:rect l="l" t="t" r="r" b="b"/>
              <a:pathLst>
                <a:path w="6694" h="10338" extrusionOk="0">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64"/>
            <p:cNvSpPr/>
            <p:nvPr/>
          </p:nvSpPr>
          <p:spPr>
            <a:xfrm>
              <a:off x="1041407" y="4516471"/>
              <a:ext cx="173938" cy="124678"/>
            </a:xfrm>
            <a:custGeom>
              <a:avLst/>
              <a:gdLst/>
              <a:ahLst/>
              <a:cxnLst/>
              <a:rect l="l" t="t" r="r" b="b"/>
              <a:pathLst>
                <a:path w="6656" h="4771" extrusionOk="0">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64"/>
            <p:cNvSpPr/>
            <p:nvPr/>
          </p:nvSpPr>
          <p:spPr>
            <a:xfrm>
              <a:off x="866528" y="4370991"/>
              <a:ext cx="174905" cy="270158"/>
            </a:xfrm>
            <a:custGeom>
              <a:avLst/>
              <a:gdLst/>
              <a:ahLst/>
              <a:cxnLst/>
              <a:rect l="l" t="t" r="r" b="b"/>
              <a:pathLst>
                <a:path w="6693" h="10338" extrusionOk="0">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64"/>
            <p:cNvSpPr/>
            <p:nvPr/>
          </p:nvSpPr>
          <p:spPr>
            <a:xfrm>
              <a:off x="866528" y="4370991"/>
              <a:ext cx="64600" cy="173650"/>
            </a:xfrm>
            <a:custGeom>
              <a:avLst/>
              <a:gdLst/>
              <a:ahLst/>
              <a:cxnLst/>
              <a:rect l="l" t="t" r="r" b="b"/>
              <a:pathLst>
                <a:path w="2472" h="6645" extrusionOk="0">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64"/>
            <p:cNvSpPr/>
            <p:nvPr/>
          </p:nvSpPr>
          <p:spPr>
            <a:xfrm>
              <a:off x="867522" y="4274536"/>
              <a:ext cx="347824" cy="192701"/>
            </a:xfrm>
            <a:custGeom>
              <a:avLst/>
              <a:gdLst/>
              <a:ahLst/>
              <a:cxnLst/>
              <a:rect l="l" t="t" r="r" b="b"/>
              <a:pathLst>
                <a:path w="13310" h="7374" extrusionOk="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64"/>
            <p:cNvSpPr/>
            <p:nvPr/>
          </p:nvSpPr>
          <p:spPr>
            <a:xfrm>
              <a:off x="1041407" y="4274484"/>
              <a:ext cx="173938" cy="131708"/>
            </a:xfrm>
            <a:custGeom>
              <a:avLst/>
              <a:gdLst/>
              <a:ahLst/>
              <a:cxnLst/>
              <a:rect l="l" t="t" r="r" b="b"/>
              <a:pathLst>
                <a:path w="6656" h="5040" extrusionOk="0">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64"/>
            <p:cNvSpPr/>
            <p:nvPr/>
          </p:nvSpPr>
          <p:spPr>
            <a:xfrm>
              <a:off x="1041407" y="4405669"/>
              <a:ext cx="112866" cy="173650"/>
            </a:xfrm>
            <a:custGeom>
              <a:avLst/>
              <a:gdLst/>
              <a:ahLst/>
              <a:cxnLst/>
              <a:rect l="l" t="t" r="r" b="b"/>
              <a:pathLst>
                <a:path w="4319" h="6645" extrusionOk="0">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64"/>
            <p:cNvSpPr/>
            <p:nvPr/>
          </p:nvSpPr>
          <p:spPr>
            <a:xfrm>
              <a:off x="928593" y="4405669"/>
              <a:ext cx="112840" cy="173415"/>
            </a:xfrm>
            <a:custGeom>
              <a:avLst/>
              <a:gdLst/>
              <a:ahLst/>
              <a:cxnLst/>
              <a:rect l="l" t="t" r="r" b="b"/>
              <a:pathLst>
                <a:path w="4318" h="6636" extrusionOk="0">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64"/>
            <p:cNvSpPr/>
            <p:nvPr/>
          </p:nvSpPr>
          <p:spPr>
            <a:xfrm>
              <a:off x="929848" y="4343657"/>
              <a:ext cx="223407" cy="123842"/>
            </a:xfrm>
            <a:custGeom>
              <a:avLst/>
              <a:gdLst/>
              <a:ahLst/>
              <a:cxnLst/>
              <a:rect l="l" t="t" r="r" b="b"/>
              <a:pathLst>
                <a:path w="8549" h="4739" extrusionOk="0">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64"/>
            <p:cNvSpPr/>
            <p:nvPr/>
          </p:nvSpPr>
          <p:spPr>
            <a:xfrm>
              <a:off x="1112017" y="4497290"/>
              <a:ext cx="29896" cy="18972"/>
            </a:xfrm>
            <a:custGeom>
              <a:avLst/>
              <a:gdLst/>
              <a:ahLst/>
              <a:cxnLst/>
              <a:rect l="l" t="t" r="r" b="b"/>
              <a:pathLst>
                <a:path w="1144" h="726" extrusionOk="0">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64"/>
            <p:cNvSpPr/>
            <p:nvPr/>
          </p:nvSpPr>
          <p:spPr>
            <a:xfrm>
              <a:off x="1112017" y="4481218"/>
              <a:ext cx="29896" cy="18946"/>
            </a:xfrm>
            <a:custGeom>
              <a:avLst/>
              <a:gdLst/>
              <a:ahLst/>
              <a:cxnLst/>
              <a:rect l="l" t="t" r="r" b="b"/>
              <a:pathLst>
                <a:path w="1144" h="725" extrusionOk="0">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5" name="Google Shape;13625;p64"/>
          <p:cNvGrpSpPr/>
          <p:nvPr/>
        </p:nvGrpSpPr>
        <p:grpSpPr>
          <a:xfrm>
            <a:off x="1385033" y="4090611"/>
            <a:ext cx="330210" cy="366665"/>
            <a:chOff x="1388708" y="4274484"/>
            <a:chExt cx="330210" cy="366665"/>
          </a:xfrm>
        </p:grpSpPr>
        <p:sp>
          <p:nvSpPr>
            <p:cNvPr id="13626" name="Google Shape;13626;p64"/>
            <p:cNvSpPr/>
            <p:nvPr/>
          </p:nvSpPr>
          <p:spPr>
            <a:xfrm>
              <a:off x="1490965" y="4274484"/>
              <a:ext cx="227954" cy="366665"/>
            </a:xfrm>
            <a:custGeom>
              <a:avLst/>
              <a:gdLst/>
              <a:ahLst/>
              <a:cxnLst/>
              <a:rect l="l" t="t" r="r" b="b"/>
              <a:pathLst>
                <a:path w="8723" h="14031" extrusionOk="0">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64"/>
            <p:cNvSpPr/>
            <p:nvPr/>
          </p:nvSpPr>
          <p:spPr>
            <a:xfrm>
              <a:off x="1651810" y="4274484"/>
              <a:ext cx="67108" cy="366665"/>
            </a:xfrm>
            <a:custGeom>
              <a:avLst/>
              <a:gdLst/>
              <a:ahLst/>
              <a:cxnLst/>
              <a:rect l="l" t="t" r="r" b="b"/>
              <a:pathLst>
                <a:path w="2568" h="14031" extrusionOk="0">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64"/>
            <p:cNvSpPr/>
            <p:nvPr/>
          </p:nvSpPr>
          <p:spPr>
            <a:xfrm>
              <a:off x="1395973" y="4576288"/>
              <a:ext cx="273947" cy="64861"/>
            </a:xfrm>
            <a:custGeom>
              <a:avLst/>
              <a:gdLst/>
              <a:ahLst/>
              <a:cxnLst/>
              <a:rect l="l" t="t" r="r" b="b"/>
              <a:pathLst>
                <a:path w="10483" h="2482" extrusionOk="0">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64"/>
            <p:cNvSpPr/>
            <p:nvPr/>
          </p:nvSpPr>
          <p:spPr>
            <a:xfrm>
              <a:off x="1523395" y="4385547"/>
              <a:ext cx="31437" cy="26916"/>
            </a:xfrm>
            <a:custGeom>
              <a:avLst/>
              <a:gdLst/>
              <a:ahLst/>
              <a:cxnLst/>
              <a:rect l="l" t="t" r="r" b="b"/>
              <a:pathLst>
                <a:path w="1203" h="1030" extrusionOk="0">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64"/>
            <p:cNvSpPr/>
            <p:nvPr/>
          </p:nvSpPr>
          <p:spPr>
            <a:xfrm>
              <a:off x="1569623" y="4394589"/>
              <a:ext cx="41734" cy="11106"/>
            </a:xfrm>
            <a:custGeom>
              <a:avLst/>
              <a:gdLst/>
              <a:ahLst/>
              <a:cxnLst/>
              <a:rect l="l" t="t" r="r" b="b"/>
              <a:pathLst>
                <a:path w="1597" h="425"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64"/>
            <p:cNvSpPr/>
            <p:nvPr/>
          </p:nvSpPr>
          <p:spPr>
            <a:xfrm>
              <a:off x="1569623" y="4407917"/>
              <a:ext cx="109103" cy="11080"/>
            </a:xfrm>
            <a:custGeom>
              <a:avLst/>
              <a:gdLst/>
              <a:ahLst/>
              <a:cxnLst/>
              <a:rect l="l" t="t" r="r" b="b"/>
              <a:pathLst>
                <a:path w="4175" h="424" extrusionOk="0">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64"/>
            <p:cNvSpPr/>
            <p:nvPr/>
          </p:nvSpPr>
          <p:spPr>
            <a:xfrm>
              <a:off x="1569623" y="4379014"/>
              <a:ext cx="14608" cy="11080"/>
            </a:xfrm>
            <a:custGeom>
              <a:avLst/>
              <a:gdLst/>
              <a:ahLst/>
              <a:cxnLst/>
              <a:rect l="l" t="t" r="r" b="b"/>
              <a:pathLst>
                <a:path w="559" h="424" extrusionOk="0">
                  <a:moveTo>
                    <a:pt x="280" y="1"/>
                  </a:moveTo>
                  <a:cubicBezTo>
                    <a:pt x="1" y="1"/>
                    <a:pt x="1" y="424"/>
                    <a:pt x="280" y="424"/>
                  </a:cubicBezTo>
                  <a:cubicBezTo>
                    <a:pt x="558" y="424"/>
                    <a:pt x="558" y="1"/>
                    <a:pt x="28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64"/>
            <p:cNvSpPr/>
            <p:nvPr/>
          </p:nvSpPr>
          <p:spPr>
            <a:xfrm>
              <a:off x="1523395" y="4444110"/>
              <a:ext cx="31437" cy="26786"/>
            </a:xfrm>
            <a:custGeom>
              <a:avLst/>
              <a:gdLst/>
              <a:ahLst/>
              <a:cxnLst/>
              <a:rect l="l" t="t" r="r" b="b"/>
              <a:pathLst>
                <a:path w="1203" h="1025" extrusionOk="0">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64"/>
            <p:cNvSpPr/>
            <p:nvPr/>
          </p:nvSpPr>
          <p:spPr>
            <a:xfrm>
              <a:off x="1569623" y="4453152"/>
              <a:ext cx="41734" cy="11080"/>
            </a:xfrm>
            <a:custGeom>
              <a:avLst/>
              <a:gdLst/>
              <a:ahLst/>
              <a:cxnLst/>
              <a:rect l="l" t="t" r="r" b="b"/>
              <a:pathLst>
                <a:path w="1597" h="424"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64"/>
            <p:cNvSpPr/>
            <p:nvPr/>
          </p:nvSpPr>
          <p:spPr>
            <a:xfrm>
              <a:off x="1569623" y="4466480"/>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64"/>
            <p:cNvSpPr/>
            <p:nvPr/>
          </p:nvSpPr>
          <p:spPr>
            <a:xfrm>
              <a:off x="1569623" y="4437577"/>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64"/>
            <p:cNvSpPr/>
            <p:nvPr/>
          </p:nvSpPr>
          <p:spPr>
            <a:xfrm>
              <a:off x="1523395" y="4502647"/>
              <a:ext cx="31437" cy="26655"/>
            </a:xfrm>
            <a:custGeom>
              <a:avLst/>
              <a:gdLst/>
              <a:ahLst/>
              <a:cxnLst/>
              <a:rect l="l" t="t" r="r" b="b"/>
              <a:pathLst>
                <a:path w="1203" h="1020" extrusionOk="0">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64"/>
            <p:cNvSpPr/>
            <p:nvPr/>
          </p:nvSpPr>
          <p:spPr>
            <a:xfrm>
              <a:off x="1569623" y="4511689"/>
              <a:ext cx="41734" cy="11106"/>
            </a:xfrm>
            <a:custGeom>
              <a:avLst/>
              <a:gdLst/>
              <a:ahLst/>
              <a:cxnLst/>
              <a:rect l="l" t="t" r="r" b="b"/>
              <a:pathLst>
                <a:path w="1597" h="425" extrusionOk="0">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64"/>
            <p:cNvSpPr/>
            <p:nvPr/>
          </p:nvSpPr>
          <p:spPr>
            <a:xfrm>
              <a:off x="1569623" y="4524781"/>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64"/>
            <p:cNvSpPr/>
            <p:nvPr/>
          </p:nvSpPr>
          <p:spPr>
            <a:xfrm>
              <a:off x="1569623" y="4495879"/>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64"/>
            <p:cNvSpPr/>
            <p:nvPr/>
          </p:nvSpPr>
          <p:spPr>
            <a:xfrm>
              <a:off x="1530425" y="4309423"/>
              <a:ext cx="149295" cy="32169"/>
            </a:xfrm>
            <a:custGeom>
              <a:avLst/>
              <a:gdLst/>
              <a:ahLst/>
              <a:cxnLst/>
              <a:rect l="l" t="t" r="r" b="b"/>
              <a:pathLst>
                <a:path w="5713" h="1231" extrusionOk="0">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64"/>
            <p:cNvSpPr/>
            <p:nvPr/>
          </p:nvSpPr>
          <p:spPr>
            <a:xfrm>
              <a:off x="1490965" y="4463448"/>
              <a:ext cx="29634" cy="29451"/>
            </a:xfrm>
            <a:custGeom>
              <a:avLst/>
              <a:gdLst/>
              <a:ahLst/>
              <a:cxnLst/>
              <a:rect l="l" t="t" r="r" b="b"/>
              <a:pathLst>
                <a:path w="1134" h="1127" extrusionOk="0">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64"/>
            <p:cNvSpPr/>
            <p:nvPr/>
          </p:nvSpPr>
          <p:spPr>
            <a:xfrm>
              <a:off x="1388708" y="4350242"/>
              <a:ext cx="122640" cy="130689"/>
            </a:xfrm>
            <a:custGeom>
              <a:avLst/>
              <a:gdLst/>
              <a:ahLst/>
              <a:cxnLst/>
              <a:rect l="l" t="t" r="r" b="b"/>
              <a:pathLst>
                <a:path w="4693" h="5001" extrusionOk="0">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64"/>
            <p:cNvSpPr/>
            <p:nvPr/>
          </p:nvSpPr>
          <p:spPr>
            <a:xfrm>
              <a:off x="1388708" y="4358422"/>
              <a:ext cx="112605" cy="122509"/>
            </a:xfrm>
            <a:custGeom>
              <a:avLst/>
              <a:gdLst/>
              <a:ahLst/>
              <a:cxnLst/>
              <a:rect l="l" t="t" r="r" b="b"/>
              <a:pathLst>
                <a:path w="4309" h="4688" extrusionOk="0">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64"/>
            <p:cNvSpPr/>
            <p:nvPr/>
          </p:nvSpPr>
          <p:spPr>
            <a:xfrm>
              <a:off x="1388708" y="4350242"/>
              <a:ext cx="35697" cy="34338"/>
            </a:xfrm>
            <a:custGeom>
              <a:avLst/>
              <a:gdLst/>
              <a:ahLst/>
              <a:cxnLst/>
              <a:rect l="l" t="t" r="r" b="b"/>
              <a:pathLst>
                <a:path w="1366" h="1314" extrusionOk="0">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6" name="Google Shape;13646;p64"/>
          <p:cNvGrpSpPr/>
          <p:nvPr/>
        </p:nvGrpSpPr>
        <p:grpSpPr>
          <a:xfrm>
            <a:off x="1871019" y="4109453"/>
            <a:ext cx="375446" cy="328982"/>
            <a:chOff x="1874694" y="4293326"/>
            <a:chExt cx="375446" cy="328982"/>
          </a:xfrm>
        </p:grpSpPr>
        <p:sp>
          <p:nvSpPr>
            <p:cNvPr id="13647" name="Google Shape;13647;p64"/>
            <p:cNvSpPr/>
            <p:nvPr/>
          </p:nvSpPr>
          <p:spPr>
            <a:xfrm>
              <a:off x="1874694" y="4396105"/>
              <a:ext cx="230959" cy="221996"/>
            </a:xfrm>
            <a:custGeom>
              <a:avLst/>
              <a:gdLst/>
              <a:ahLst/>
              <a:cxnLst/>
              <a:rect l="l" t="t" r="r" b="b"/>
              <a:pathLst>
                <a:path w="8838" h="8495" extrusionOk="0">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64"/>
            <p:cNvSpPr/>
            <p:nvPr/>
          </p:nvSpPr>
          <p:spPr>
            <a:xfrm>
              <a:off x="2019181" y="4396105"/>
              <a:ext cx="230959" cy="221996"/>
            </a:xfrm>
            <a:custGeom>
              <a:avLst/>
              <a:gdLst/>
              <a:ahLst/>
              <a:cxnLst/>
              <a:rect l="l" t="t" r="r" b="b"/>
              <a:pathLst>
                <a:path w="8838" h="8495" extrusionOk="0">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64"/>
            <p:cNvSpPr/>
            <p:nvPr/>
          </p:nvSpPr>
          <p:spPr>
            <a:xfrm>
              <a:off x="2033266" y="4540853"/>
              <a:ext cx="67108" cy="50775"/>
            </a:xfrm>
            <a:custGeom>
              <a:avLst/>
              <a:gdLst/>
              <a:ahLst/>
              <a:cxnLst/>
              <a:rect l="l" t="t" r="r" b="b"/>
              <a:pathLst>
                <a:path w="2568" h="1943" extrusionOk="0">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64"/>
            <p:cNvSpPr/>
            <p:nvPr/>
          </p:nvSpPr>
          <p:spPr>
            <a:xfrm>
              <a:off x="1947055" y="4323979"/>
              <a:ext cx="230724" cy="221996"/>
            </a:xfrm>
            <a:custGeom>
              <a:avLst/>
              <a:gdLst/>
              <a:ahLst/>
              <a:cxnLst/>
              <a:rect l="l" t="t" r="r" b="b"/>
              <a:pathLst>
                <a:path w="8829" h="8495" extrusionOk="0">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64"/>
            <p:cNvSpPr/>
            <p:nvPr/>
          </p:nvSpPr>
          <p:spPr>
            <a:xfrm>
              <a:off x="2019677" y="4422995"/>
              <a:ext cx="85741" cy="122980"/>
            </a:xfrm>
            <a:custGeom>
              <a:avLst/>
              <a:gdLst/>
              <a:ahLst/>
              <a:cxnLst/>
              <a:rect l="l" t="t" r="r" b="b"/>
              <a:pathLst>
                <a:path w="3281" h="4706" extrusionOk="0">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64"/>
            <p:cNvSpPr/>
            <p:nvPr/>
          </p:nvSpPr>
          <p:spPr>
            <a:xfrm>
              <a:off x="1942534" y="4396261"/>
              <a:ext cx="124182" cy="144617"/>
            </a:xfrm>
            <a:custGeom>
              <a:avLst/>
              <a:gdLst/>
              <a:ahLst/>
              <a:cxnLst/>
              <a:rect l="l" t="t" r="r" b="b"/>
              <a:pathLst>
                <a:path w="4752" h="5534" extrusionOk="0">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64"/>
            <p:cNvSpPr/>
            <p:nvPr/>
          </p:nvSpPr>
          <p:spPr>
            <a:xfrm>
              <a:off x="2066690" y="4396261"/>
              <a:ext cx="111089" cy="144617"/>
            </a:xfrm>
            <a:custGeom>
              <a:avLst/>
              <a:gdLst/>
              <a:ahLst/>
              <a:cxnLst/>
              <a:rect l="l" t="t" r="r" b="b"/>
              <a:pathLst>
                <a:path w="4251" h="5534" extrusionOk="0">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64"/>
            <p:cNvSpPr/>
            <p:nvPr/>
          </p:nvSpPr>
          <p:spPr>
            <a:xfrm>
              <a:off x="2012412" y="4293326"/>
              <a:ext cx="94992" cy="81246"/>
            </a:xfrm>
            <a:custGeom>
              <a:avLst/>
              <a:gdLst/>
              <a:ahLst/>
              <a:cxnLst/>
              <a:rect l="l" t="t" r="r" b="b"/>
              <a:pathLst>
                <a:path w="3635" h="3109" extrusionOk="0">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64"/>
            <p:cNvSpPr/>
            <p:nvPr/>
          </p:nvSpPr>
          <p:spPr>
            <a:xfrm>
              <a:off x="2058641" y="4293326"/>
              <a:ext cx="48763" cy="81194"/>
            </a:xfrm>
            <a:custGeom>
              <a:avLst/>
              <a:gdLst/>
              <a:ahLst/>
              <a:cxnLst/>
              <a:rect l="l" t="t" r="r" b="b"/>
              <a:pathLst>
                <a:path w="1866" h="3107" extrusionOk="0">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64"/>
            <p:cNvSpPr/>
            <p:nvPr/>
          </p:nvSpPr>
          <p:spPr>
            <a:xfrm>
              <a:off x="2061150" y="4305529"/>
              <a:ext cx="23389" cy="34077"/>
            </a:xfrm>
            <a:custGeom>
              <a:avLst/>
              <a:gdLst/>
              <a:ahLst/>
              <a:cxnLst/>
              <a:rect l="l" t="t" r="r" b="b"/>
              <a:pathLst>
                <a:path w="895" h="1304" extrusionOk="0">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64"/>
            <p:cNvSpPr/>
            <p:nvPr/>
          </p:nvSpPr>
          <p:spPr>
            <a:xfrm>
              <a:off x="2046332" y="4459816"/>
              <a:ext cx="35723" cy="61647"/>
            </a:xfrm>
            <a:custGeom>
              <a:avLst/>
              <a:gdLst/>
              <a:ahLst/>
              <a:cxnLst/>
              <a:rect l="l" t="t" r="r" b="b"/>
              <a:pathLst>
                <a:path w="1367" h="2359" extrusionOk="0">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64"/>
            <p:cNvSpPr/>
            <p:nvPr/>
          </p:nvSpPr>
          <p:spPr>
            <a:xfrm>
              <a:off x="2182770" y="4521436"/>
              <a:ext cx="25662" cy="22709"/>
            </a:xfrm>
            <a:custGeom>
              <a:avLst/>
              <a:gdLst/>
              <a:ahLst/>
              <a:cxnLst/>
              <a:rect l="l" t="t" r="r" b="b"/>
              <a:pathLst>
                <a:path w="982" h="869" extrusionOk="0">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64"/>
            <p:cNvSpPr/>
            <p:nvPr/>
          </p:nvSpPr>
          <p:spPr>
            <a:xfrm>
              <a:off x="2178746" y="4542603"/>
              <a:ext cx="33711" cy="79704"/>
            </a:xfrm>
            <a:custGeom>
              <a:avLst/>
              <a:gdLst/>
              <a:ahLst/>
              <a:cxnLst/>
              <a:rect l="l" t="t" r="r" b="b"/>
              <a:pathLst>
                <a:path w="1290" h="3050" extrusionOk="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64"/>
            <p:cNvSpPr/>
            <p:nvPr/>
          </p:nvSpPr>
          <p:spPr>
            <a:xfrm>
              <a:off x="2195601" y="4542603"/>
              <a:ext cx="16855" cy="79704"/>
            </a:xfrm>
            <a:custGeom>
              <a:avLst/>
              <a:gdLst/>
              <a:ahLst/>
              <a:cxnLst/>
              <a:rect l="l" t="t" r="r" b="b"/>
              <a:pathLst>
                <a:path w="645" h="3050" extrusionOk="0">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64"/>
            <p:cNvSpPr/>
            <p:nvPr/>
          </p:nvSpPr>
          <p:spPr>
            <a:xfrm>
              <a:off x="2178746" y="4602917"/>
              <a:ext cx="33711" cy="19390"/>
            </a:xfrm>
            <a:custGeom>
              <a:avLst/>
              <a:gdLst/>
              <a:ahLst/>
              <a:cxnLst/>
              <a:rect l="l" t="t" r="r" b="b"/>
              <a:pathLst>
                <a:path w="1290" h="742" extrusionOk="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64"/>
            <p:cNvSpPr/>
            <p:nvPr/>
          </p:nvSpPr>
          <p:spPr>
            <a:xfrm>
              <a:off x="1911881" y="4515974"/>
              <a:ext cx="80958" cy="78920"/>
            </a:xfrm>
            <a:custGeom>
              <a:avLst/>
              <a:gdLst/>
              <a:ahLst/>
              <a:cxnLst/>
              <a:rect l="l" t="t" r="r" b="b"/>
              <a:pathLst>
                <a:path w="3098" h="3020" extrusionOk="0">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64"/>
            <p:cNvSpPr/>
            <p:nvPr/>
          </p:nvSpPr>
          <p:spPr>
            <a:xfrm>
              <a:off x="1945566" y="4516157"/>
              <a:ext cx="37971" cy="78737"/>
            </a:xfrm>
            <a:custGeom>
              <a:avLst/>
              <a:gdLst/>
              <a:ahLst/>
              <a:cxnLst/>
              <a:rect l="l" t="t" r="r" b="b"/>
              <a:pathLst>
                <a:path w="1453" h="3013" extrusionOk="0">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64"/>
            <p:cNvSpPr/>
            <p:nvPr/>
          </p:nvSpPr>
          <p:spPr>
            <a:xfrm>
              <a:off x="1907099" y="4489581"/>
              <a:ext cx="19390" cy="15366"/>
            </a:xfrm>
            <a:custGeom>
              <a:avLst/>
              <a:gdLst/>
              <a:ahLst/>
              <a:cxnLst/>
              <a:rect l="l" t="t" r="r" b="b"/>
              <a:pathLst>
                <a:path w="742" h="588" extrusionOk="0">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64"/>
            <p:cNvSpPr/>
            <p:nvPr/>
          </p:nvSpPr>
          <p:spPr>
            <a:xfrm>
              <a:off x="1897769" y="4504006"/>
              <a:ext cx="20932" cy="12753"/>
            </a:xfrm>
            <a:custGeom>
              <a:avLst/>
              <a:gdLst/>
              <a:ahLst/>
              <a:cxnLst/>
              <a:rect l="l" t="t" r="r" b="b"/>
              <a:pathLst>
                <a:path w="801" h="488" extrusionOk="0">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64"/>
            <p:cNvSpPr/>
            <p:nvPr/>
          </p:nvSpPr>
          <p:spPr>
            <a:xfrm>
              <a:off x="1922909" y="4479859"/>
              <a:ext cx="14373" cy="16803"/>
            </a:xfrm>
            <a:custGeom>
              <a:avLst/>
              <a:gdLst/>
              <a:ahLst/>
              <a:cxnLst/>
              <a:rect l="l" t="t" r="r" b="b"/>
              <a:pathLst>
                <a:path w="550" h="643" extrusionOk="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64"/>
            <p:cNvSpPr/>
            <p:nvPr/>
          </p:nvSpPr>
          <p:spPr>
            <a:xfrm>
              <a:off x="1934773" y="4594111"/>
              <a:ext cx="34939" cy="28197"/>
            </a:xfrm>
            <a:custGeom>
              <a:avLst/>
              <a:gdLst/>
              <a:ahLst/>
              <a:cxnLst/>
              <a:rect l="l" t="t" r="r" b="b"/>
              <a:pathLst>
                <a:path w="1337" h="1079" extrusionOk="0">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64"/>
            <p:cNvSpPr/>
            <p:nvPr/>
          </p:nvSpPr>
          <p:spPr>
            <a:xfrm>
              <a:off x="1929729" y="4602682"/>
              <a:ext cx="45497" cy="11080"/>
            </a:xfrm>
            <a:custGeom>
              <a:avLst/>
              <a:gdLst/>
              <a:ahLst/>
              <a:cxnLst/>
              <a:rect l="l" t="t" r="r" b="b"/>
              <a:pathLst>
                <a:path w="1741" h="424" extrusionOk="0">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9" name="Google Shape;13669;p64"/>
          <p:cNvGrpSpPr/>
          <p:nvPr/>
        </p:nvGrpSpPr>
        <p:grpSpPr>
          <a:xfrm>
            <a:off x="2392441" y="4109218"/>
            <a:ext cx="366665" cy="329714"/>
            <a:chOff x="2396116" y="4293090"/>
            <a:chExt cx="366665" cy="329714"/>
          </a:xfrm>
        </p:grpSpPr>
        <p:sp>
          <p:nvSpPr>
            <p:cNvPr id="13670" name="Google Shape;13670;p64"/>
            <p:cNvSpPr/>
            <p:nvPr/>
          </p:nvSpPr>
          <p:spPr>
            <a:xfrm>
              <a:off x="2497144" y="4300878"/>
              <a:ext cx="143755" cy="54539"/>
            </a:xfrm>
            <a:custGeom>
              <a:avLst/>
              <a:gdLst/>
              <a:ahLst/>
              <a:cxnLst/>
              <a:rect l="l" t="t" r="r" b="b"/>
              <a:pathLst>
                <a:path w="5501" h="2087" extrusionOk="0">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64"/>
            <p:cNvSpPr/>
            <p:nvPr/>
          </p:nvSpPr>
          <p:spPr>
            <a:xfrm>
              <a:off x="2410959" y="4293090"/>
              <a:ext cx="143494" cy="54303"/>
            </a:xfrm>
            <a:custGeom>
              <a:avLst/>
              <a:gdLst/>
              <a:ahLst/>
              <a:cxnLst/>
              <a:rect l="l" t="t" r="r" b="b"/>
              <a:pathLst>
                <a:path w="5491" h="2078" extrusionOk="0">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64"/>
            <p:cNvSpPr/>
            <p:nvPr/>
          </p:nvSpPr>
          <p:spPr>
            <a:xfrm>
              <a:off x="2396116" y="4323979"/>
              <a:ext cx="366665" cy="251081"/>
            </a:xfrm>
            <a:custGeom>
              <a:avLst/>
              <a:gdLst/>
              <a:ahLst/>
              <a:cxnLst/>
              <a:rect l="l" t="t" r="r" b="b"/>
              <a:pathLst>
                <a:path w="14031" h="9608" extrusionOk="0">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64"/>
            <p:cNvSpPr/>
            <p:nvPr/>
          </p:nvSpPr>
          <p:spPr>
            <a:xfrm>
              <a:off x="2407928" y="4391819"/>
              <a:ext cx="340533" cy="182980"/>
            </a:xfrm>
            <a:custGeom>
              <a:avLst/>
              <a:gdLst/>
              <a:ahLst/>
              <a:cxnLst/>
              <a:rect l="l" t="t" r="r" b="b"/>
              <a:pathLst>
                <a:path w="13031" h="7002" extrusionOk="0">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64"/>
            <p:cNvSpPr/>
            <p:nvPr/>
          </p:nvSpPr>
          <p:spPr>
            <a:xfrm>
              <a:off x="2728077" y="4323979"/>
              <a:ext cx="34704" cy="251081"/>
            </a:xfrm>
            <a:custGeom>
              <a:avLst/>
              <a:gdLst/>
              <a:ahLst/>
              <a:cxnLst/>
              <a:rect l="l" t="t" r="r" b="b"/>
              <a:pathLst>
                <a:path w="1328" h="9608" extrusionOk="0">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64"/>
            <p:cNvSpPr/>
            <p:nvPr/>
          </p:nvSpPr>
          <p:spPr>
            <a:xfrm>
              <a:off x="2511726" y="4400626"/>
              <a:ext cx="227928" cy="222179"/>
            </a:xfrm>
            <a:custGeom>
              <a:avLst/>
              <a:gdLst/>
              <a:ahLst/>
              <a:cxnLst/>
              <a:rect l="l" t="t" r="r" b="b"/>
              <a:pathLst>
                <a:path w="8722" h="8502" extrusionOk="0">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64"/>
            <p:cNvSpPr/>
            <p:nvPr/>
          </p:nvSpPr>
          <p:spPr>
            <a:xfrm>
              <a:off x="2679340" y="4400626"/>
              <a:ext cx="60314" cy="222179"/>
            </a:xfrm>
            <a:custGeom>
              <a:avLst/>
              <a:gdLst/>
              <a:ahLst/>
              <a:cxnLst/>
              <a:rect l="l" t="t" r="r" b="b"/>
              <a:pathLst>
                <a:path w="2308" h="8502" extrusionOk="0">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64"/>
            <p:cNvSpPr/>
            <p:nvPr/>
          </p:nvSpPr>
          <p:spPr>
            <a:xfrm>
              <a:off x="2416735" y="4557943"/>
              <a:ext cx="273921" cy="64861"/>
            </a:xfrm>
            <a:custGeom>
              <a:avLst/>
              <a:gdLst/>
              <a:ahLst/>
              <a:cxnLst/>
              <a:rect l="l" t="t" r="r" b="b"/>
              <a:pathLst>
                <a:path w="10482" h="2482" extrusionOk="0">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64"/>
            <p:cNvSpPr/>
            <p:nvPr/>
          </p:nvSpPr>
          <p:spPr>
            <a:xfrm>
              <a:off x="2537336" y="4482290"/>
              <a:ext cx="25923" cy="11106"/>
            </a:xfrm>
            <a:custGeom>
              <a:avLst/>
              <a:gdLst/>
              <a:ahLst/>
              <a:cxnLst/>
              <a:rect l="l" t="t" r="r" b="b"/>
              <a:pathLst>
                <a:path w="992" h="425" extrusionOk="0">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64"/>
            <p:cNvSpPr/>
            <p:nvPr/>
          </p:nvSpPr>
          <p:spPr>
            <a:xfrm>
              <a:off x="2566239" y="4482290"/>
              <a:ext cx="149791" cy="11106"/>
            </a:xfrm>
            <a:custGeom>
              <a:avLst/>
              <a:gdLst/>
              <a:ahLst/>
              <a:cxnLst/>
              <a:rect l="l" t="t" r="r" b="b"/>
              <a:pathLst>
                <a:path w="5732" h="425" extrusionOk="0">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64"/>
            <p:cNvSpPr/>
            <p:nvPr/>
          </p:nvSpPr>
          <p:spPr>
            <a:xfrm>
              <a:off x="2537336" y="4500635"/>
              <a:ext cx="178694" cy="11106"/>
            </a:xfrm>
            <a:custGeom>
              <a:avLst/>
              <a:gdLst/>
              <a:ahLst/>
              <a:cxnLst/>
              <a:rect l="l" t="t" r="r" b="b"/>
              <a:pathLst>
                <a:path w="6838" h="425"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64"/>
            <p:cNvSpPr/>
            <p:nvPr/>
          </p:nvSpPr>
          <p:spPr>
            <a:xfrm>
              <a:off x="2537336" y="4519241"/>
              <a:ext cx="178694" cy="11080"/>
            </a:xfrm>
            <a:custGeom>
              <a:avLst/>
              <a:gdLst/>
              <a:ahLst/>
              <a:cxnLst/>
              <a:rect l="l" t="t" r="r" b="b"/>
              <a:pathLst>
                <a:path w="6838" h="424"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64"/>
            <p:cNvSpPr/>
            <p:nvPr/>
          </p:nvSpPr>
          <p:spPr>
            <a:xfrm>
              <a:off x="2648660" y="4443352"/>
              <a:ext cx="60105" cy="20122"/>
            </a:xfrm>
            <a:custGeom>
              <a:avLst/>
              <a:gdLst/>
              <a:ahLst/>
              <a:cxnLst/>
              <a:rect l="l" t="t" r="r" b="b"/>
              <a:pathLst>
                <a:path w="2300" h="770" extrusionOk="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3" name="Google Shape;13683;p64"/>
          <p:cNvGrpSpPr/>
          <p:nvPr/>
        </p:nvGrpSpPr>
        <p:grpSpPr>
          <a:xfrm>
            <a:off x="2905082" y="4105951"/>
            <a:ext cx="367162" cy="336116"/>
            <a:chOff x="2908757" y="4289824"/>
            <a:chExt cx="367162" cy="336116"/>
          </a:xfrm>
        </p:grpSpPr>
        <p:sp>
          <p:nvSpPr>
            <p:cNvPr id="13684" name="Google Shape;13684;p64"/>
            <p:cNvSpPr/>
            <p:nvPr/>
          </p:nvSpPr>
          <p:spPr>
            <a:xfrm>
              <a:off x="2908757" y="4289824"/>
              <a:ext cx="337501" cy="276926"/>
            </a:xfrm>
            <a:custGeom>
              <a:avLst/>
              <a:gdLst/>
              <a:ahLst/>
              <a:cxnLst/>
              <a:rect l="l" t="t" r="r" b="b"/>
              <a:pathLst>
                <a:path w="12915" h="10597" extrusionOk="0">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64"/>
            <p:cNvSpPr/>
            <p:nvPr/>
          </p:nvSpPr>
          <p:spPr>
            <a:xfrm>
              <a:off x="2941423" y="4303413"/>
              <a:ext cx="304836" cy="263337"/>
            </a:xfrm>
            <a:custGeom>
              <a:avLst/>
              <a:gdLst/>
              <a:ahLst/>
              <a:cxnLst/>
              <a:rect l="l" t="t" r="r" b="b"/>
              <a:pathLst>
                <a:path w="11665" h="10077" extrusionOk="0">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64"/>
            <p:cNvSpPr/>
            <p:nvPr/>
          </p:nvSpPr>
          <p:spPr>
            <a:xfrm>
              <a:off x="3215082" y="4289824"/>
              <a:ext cx="31176" cy="276926"/>
            </a:xfrm>
            <a:custGeom>
              <a:avLst/>
              <a:gdLst/>
              <a:ahLst/>
              <a:cxnLst/>
              <a:rect l="l" t="t" r="r" b="b"/>
              <a:pathLst>
                <a:path w="1193" h="10597" extrusionOk="0">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64"/>
            <p:cNvSpPr/>
            <p:nvPr/>
          </p:nvSpPr>
          <p:spPr>
            <a:xfrm>
              <a:off x="2908757" y="4289824"/>
              <a:ext cx="337501" cy="40714"/>
            </a:xfrm>
            <a:custGeom>
              <a:avLst/>
              <a:gdLst/>
              <a:ahLst/>
              <a:cxnLst/>
              <a:rect l="l" t="t" r="r" b="b"/>
              <a:pathLst>
                <a:path w="12915" h="1558" extrusionOk="0">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64"/>
            <p:cNvSpPr/>
            <p:nvPr/>
          </p:nvSpPr>
          <p:spPr>
            <a:xfrm>
              <a:off x="2992198" y="4303204"/>
              <a:ext cx="147779" cy="27335"/>
            </a:xfrm>
            <a:custGeom>
              <a:avLst/>
              <a:gdLst/>
              <a:ahLst/>
              <a:cxnLst/>
              <a:rect l="l" t="t" r="r" b="b"/>
              <a:pathLst>
                <a:path w="5655" h="1046" extrusionOk="0">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64"/>
            <p:cNvSpPr/>
            <p:nvPr/>
          </p:nvSpPr>
          <p:spPr>
            <a:xfrm>
              <a:off x="3215082" y="4289824"/>
              <a:ext cx="31176" cy="40714"/>
            </a:xfrm>
            <a:custGeom>
              <a:avLst/>
              <a:gdLst/>
              <a:ahLst/>
              <a:cxnLst/>
              <a:rect l="l" t="t" r="r" b="b"/>
              <a:pathLst>
                <a:path w="1193" h="1558" extrusionOk="0">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64"/>
            <p:cNvSpPr/>
            <p:nvPr/>
          </p:nvSpPr>
          <p:spPr>
            <a:xfrm>
              <a:off x="3123854" y="4474502"/>
              <a:ext cx="64626" cy="64364"/>
            </a:xfrm>
            <a:custGeom>
              <a:avLst/>
              <a:gdLst/>
              <a:ahLst/>
              <a:cxnLst/>
              <a:rect l="l" t="t" r="r" b="b"/>
              <a:pathLst>
                <a:path w="2473" h="2463" extrusionOk="0">
                  <a:moveTo>
                    <a:pt x="664" y="1"/>
                  </a:moveTo>
                  <a:lnTo>
                    <a:pt x="1" y="655"/>
                  </a:lnTo>
                  <a:lnTo>
                    <a:pt x="1818" y="2463"/>
                  </a:lnTo>
                  <a:lnTo>
                    <a:pt x="2472" y="1809"/>
                  </a:lnTo>
                  <a:lnTo>
                    <a:pt x="664"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64"/>
            <p:cNvSpPr/>
            <p:nvPr/>
          </p:nvSpPr>
          <p:spPr>
            <a:xfrm>
              <a:off x="2953235" y="4312167"/>
              <a:ext cx="217396" cy="209008"/>
            </a:xfrm>
            <a:custGeom>
              <a:avLst/>
              <a:gdLst/>
              <a:ahLst/>
              <a:cxnLst/>
              <a:rect l="l" t="t" r="r" b="b"/>
              <a:pathLst>
                <a:path w="8319" h="7998" extrusionOk="0">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64"/>
            <p:cNvSpPr/>
            <p:nvPr/>
          </p:nvSpPr>
          <p:spPr>
            <a:xfrm>
              <a:off x="2951484" y="4331035"/>
              <a:ext cx="200306" cy="171194"/>
            </a:xfrm>
            <a:custGeom>
              <a:avLst/>
              <a:gdLst/>
              <a:ahLst/>
              <a:cxnLst/>
              <a:rect l="l" t="t" r="r" b="b"/>
              <a:pathLst>
                <a:path w="7665" h="6551" extrusionOk="0">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64"/>
            <p:cNvSpPr/>
            <p:nvPr/>
          </p:nvSpPr>
          <p:spPr>
            <a:xfrm>
              <a:off x="3156284" y="4507560"/>
              <a:ext cx="119635" cy="118380"/>
            </a:xfrm>
            <a:custGeom>
              <a:avLst/>
              <a:gdLst/>
              <a:ahLst/>
              <a:cxnLst/>
              <a:rect l="l" t="t" r="r" b="b"/>
              <a:pathLst>
                <a:path w="4578" h="4530" extrusionOk="0">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64"/>
            <p:cNvSpPr/>
            <p:nvPr/>
          </p:nvSpPr>
          <p:spPr>
            <a:xfrm>
              <a:off x="3173375" y="4507560"/>
              <a:ext cx="102544" cy="101917"/>
            </a:xfrm>
            <a:custGeom>
              <a:avLst/>
              <a:gdLst/>
              <a:ahLst/>
              <a:cxnLst/>
              <a:rect l="l" t="t" r="r" b="b"/>
              <a:pathLst>
                <a:path w="3924" h="3900" extrusionOk="0">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64"/>
            <p:cNvSpPr/>
            <p:nvPr/>
          </p:nvSpPr>
          <p:spPr>
            <a:xfrm>
              <a:off x="3226136" y="4579189"/>
              <a:ext cx="45366" cy="41342"/>
            </a:xfrm>
            <a:custGeom>
              <a:avLst/>
              <a:gdLst/>
              <a:ahLst/>
              <a:cxnLst/>
              <a:rect l="l" t="t" r="r" b="b"/>
              <a:pathLst>
                <a:path w="1736" h="1582" extrusionOk="0">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6" name="Google Shape;13696;p64"/>
            <p:cNvSpPr/>
            <p:nvPr/>
          </p:nvSpPr>
          <p:spPr>
            <a:xfrm>
              <a:off x="2936144" y="4305137"/>
              <a:ext cx="12335" cy="11080"/>
            </a:xfrm>
            <a:custGeom>
              <a:avLst/>
              <a:gdLst/>
              <a:ahLst/>
              <a:cxnLst/>
              <a:rect l="l" t="t" r="r" b="b"/>
              <a:pathLst>
                <a:path w="472" h="424" extrusionOk="0">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64"/>
            <p:cNvSpPr/>
            <p:nvPr/>
          </p:nvSpPr>
          <p:spPr>
            <a:xfrm>
              <a:off x="2950465" y="4305137"/>
              <a:ext cx="12596" cy="11080"/>
            </a:xfrm>
            <a:custGeom>
              <a:avLst/>
              <a:gdLst/>
              <a:ahLst/>
              <a:cxnLst/>
              <a:rect l="l" t="t" r="r" b="b"/>
              <a:pathLst>
                <a:path w="482" h="424" extrusionOk="0">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64"/>
            <p:cNvSpPr/>
            <p:nvPr/>
          </p:nvSpPr>
          <p:spPr>
            <a:xfrm>
              <a:off x="2964785" y="4305137"/>
              <a:ext cx="12596" cy="11080"/>
            </a:xfrm>
            <a:custGeom>
              <a:avLst/>
              <a:gdLst/>
              <a:ahLst/>
              <a:cxnLst/>
              <a:rect l="l" t="t" r="r" b="b"/>
              <a:pathLst>
                <a:path w="482" h="424" extrusionOk="0">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64"/>
            <p:cNvSpPr/>
            <p:nvPr/>
          </p:nvSpPr>
          <p:spPr>
            <a:xfrm>
              <a:off x="3013549" y="4428143"/>
              <a:ext cx="13092" cy="11211"/>
            </a:xfrm>
            <a:custGeom>
              <a:avLst/>
              <a:gdLst/>
              <a:ahLst/>
              <a:cxnLst/>
              <a:rect l="l" t="t" r="r" b="b"/>
              <a:pathLst>
                <a:path w="501" h="429" extrusionOk="0">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64"/>
            <p:cNvSpPr/>
            <p:nvPr/>
          </p:nvSpPr>
          <p:spPr>
            <a:xfrm>
              <a:off x="3013549" y="4446488"/>
              <a:ext cx="13092" cy="11211"/>
            </a:xfrm>
            <a:custGeom>
              <a:avLst/>
              <a:gdLst/>
              <a:ahLst/>
              <a:cxnLst/>
              <a:rect l="l" t="t" r="r" b="b"/>
              <a:pathLst>
                <a:path w="501" h="429" extrusionOk="0">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64"/>
            <p:cNvSpPr/>
            <p:nvPr/>
          </p:nvSpPr>
          <p:spPr>
            <a:xfrm>
              <a:off x="3029124" y="4428143"/>
              <a:ext cx="13092" cy="11211"/>
            </a:xfrm>
            <a:custGeom>
              <a:avLst/>
              <a:gdLst/>
              <a:ahLst/>
              <a:cxnLst/>
              <a:rect l="l" t="t" r="r" b="b"/>
              <a:pathLst>
                <a:path w="501" h="429" extrusionOk="0">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64"/>
            <p:cNvSpPr/>
            <p:nvPr/>
          </p:nvSpPr>
          <p:spPr>
            <a:xfrm>
              <a:off x="3029124" y="4446488"/>
              <a:ext cx="13092" cy="11211"/>
            </a:xfrm>
            <a:custGeom>
              <a:avLst/>
              <a:gdLst/>
              <a:ahLst/>
              <a:cxnLst/>
              <a:rect l="l" t="t" r="r" b="b"/>
              <a:pathLst>
                <a:path w="501" h="429" extrusionOk="0">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64"/>
            <p:cNvSpPr/>
            <p:nvPr/>
          </p:nvSpPr>
          <p:spPr>
            <a:xfrm>
              <a:off x="3019063" y="4367803"/>
              <a:ext cx="72805" cy="70950"/>
            </a:xfrm>
            <a:custGeom>
              <a:avLst/>
              <a:gdLst/>
              <a:ahLst/>
              <a:cxnLst/>
              <a:rect l="l" t="t" r="r" b="b"/>
              <a:pathLst>
                <a:path w="2786" h="2715" extrusionOk="0">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64"/>
            <p:cNvSpPr/>
            <p:nvPr/>
          </p:nvSpPr>
          <p:spPr>
            <a:xfrm>
              <a:off x="3048827" y="4396261"/>
              <a:ext cx="72805" cy="70819"/>
            </a:xfrm>
            <a:custGeom>
              <a:avLst/>
              <a:gdLst/>
              <a:ahLst/>
              <a:cxnLst/>
              <a:rect l="l" t="t" r="r" b="b"/>
              <a:pathLst>
                <a:path w="2786" h="2710" extrusionOk="0">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64"/>
            <p:cNvSpPr/>
            <p:nvPr/>
          </p:nvSpPr>
          <p:spPr>
            <a:xfrm>
              <a:off x="3048827" y="4396209"/>
              <a:ext cx="36612" cy="42465"/>
            </a:xfrm>
            <a:custGeom>
              <a:avLst/>
              <a:gdLst/>
              <a:ahLst/>
              <a:cxnLst/>
              <a:rect l="l" t="t" r="r" b="b"/>
              <a:pathLst>
                <a:path w="1401" h="1625" extrusionOk="0">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64"/>
            <p:cNvSpPr/>
            <p:nvPr/>
          </p:nvSpPr>
          <p:spPr>
            <a:xfrm>
              <a:off x="2934393" y="4503405"/>
              <a:ext cx="18110" cy="11080"/>
            </a:xfrm>
            <a:custGeom>
              <a:avLst/>
              <a:gdLst/>
              <a:ahLst/>
              <a:cxnLst/>
              <a:rect l="l" t="t" r="r" b="b"/>
              <a:pathLst>
                <a:path w="693" h="424" extrusionOk="0">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64"/>
            <p:cNvSpPr/>
            <p:nvPr/>
          </p:nvSpPr>
          <p:spPr>
            <a:xfrm>
              <a:off x="2950726" y="4503405"/>
              <a:ext cx="33685" cy="11080"/>
            </a:xfrm>
            <a:custGeom>
              <a:avLst/>
              <a:gdLst/>
              <a:ahLst/>
              <a:cxnLst/>
              <a:rect l="l" t="t" r="r" b="b"/>
              <a:pathLst>
                <a:path w="1289" h="424" extrusionOk="0">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64"/>
            <p:cNvSpPr/>
            <p:nvPr/>
          </p:nvSpPr>
          <p:spPr>
            <a:xfrm>
              <a:off x="2934628" y="4517987"/>
              <a:ext cx="49782" cy="11080"/>
            </a:xfrm>
            <a:custGeom>
              <a:avLst/>
              <a:gdLst/>
              <a:ahLst/>
              <a:cxnLst/>
              <a:rect l="l" t="t" r="r" b="b"/>
              <a:pathLst>
                <a:path w="1905" h="424" extrusionOk="0">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64"/>
            <p:cNvSpPr/>
            <p:nvPr/>
          </p:nvSpPr>
          <p:spPr>
            <a:xfrm>
              <a:off x="2934628" y="4532804"/>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64"/>
            <p:cNvSpPr/>
            <p:nvPr/>
          </p:nvSpPr>
          <p:spPr>
            <a:xfrm>
              <a:off x="3210797" y="4348491"/>
              <a:ext cx="11106" cy="125044"/>
            </a:xfrm>
            <a:custGeom>
              <a:avLst/>
              <a:gdLst/>
              <a:ahLst/>
              <a:cxnLst/>
              <a:rect l="l" t="t" r="r" b="b"/>
              <a:pathLst>
                <a:path w="425" h="4785" extrusionOk="0">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1" name="Google Shape;13711;p64"/>
          <p:cNvGrpSpPr/>
          <p:nvPr/>
        </p:nvGrpSpPr>
        <p:grpSpPr>
          <a:xfrm>
            <a:off x="3078733" y="2735667"/>
            <a:ext cx="368651" cy="310350"/>
            <a:chOff x="3082408" y="2919540"/>
            <a:chExt cx="368651" cy="310350"/>
          </a:xfrm>
        </p:grpSpPr>
        <p:sp>
          <p:nvSpPr>
            <p:cNvPr id="13712" name="Google Shape;13712;p64"/>
            <p:cNvSpPr/>
            <p:nvPr/>
          </p:nvSpPr>
          <p:spPr>
            <a:xfrm>
              <a:off x="3329909" y="3060629"/>
              <a:ext cx="81455" cy="169260"/>
            </a:xfrm>
            <a:custGeom>
              <a:avLst/>
              <a:gdLst/>
              <a:ahLst/>
              <a:cxnLst/>
              <a:rect l="l" t="t" r="r" b="b"/>
              <a:pathLst>
                <a:path w="3117" h="6477" extrusionOk="0">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64"/>
            <p:cNvSpPr/>
            <p:nvPr/>
          </p:nvSpPr>
          <p:spPr>
            <a:xfrm>
              <a:off x="3082408" y="3016283"/>
              <a:ext cx="76908" cy="11080"/>
            </a:xfrm>
            <a:custGeom>
              <a:avLst/>
              <a:gdLst/>
              <a:ahLst/>
              <a:cxnLst/>
              <a:rect l="l" t="t" r="r" b="b"/>
              <a:pathLst>
                <a:path w="2943" h="424" extrusionOk="0">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64"/>
            <p:cNvSpPr/>
            <p:nvPr/>
          </p:nvSpPr>
          <p:spPr>
            <a:xfrm>
              <a:off x="3300510" y="3029584"/>
              <a:ext cx="66377" cy="53049"/>
            </a:xfrm>
            <a:custGeom>
              <a:avLst/>
              <a:gdLst/>
              <a:ahLst/>
              <a:cxnLst/>
              <a:rect l="l" t="t" r="r" b="b"/>
              <a:pathLst>
                <a:path w="2540" h="2030" extrusionOk="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64"/>
            <p:cNvSpPr/>
            <p:nvPr/>
          </p:nvSpPr>
          <p:spPr>
            <a:xfrm>
              <a:off x="3319612" y="3029349"/>
              <a:ext cx="47274" cy="34129"/>
            </a:xfrm>
            <a:custGeom>
              <a:avLst/>
              <a:gdLst/>
              <a:ahLst/>
              <a:cxnLst/>
              <a:rect l="l" t="t" r="r" b="b"/>
              <a:pathLst>
                <a:path w="1809" h="1306" extrusionOk="0">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64"/>
            <p:cNvSpPr/>
            <p:nvPr/>
          </p:nvSpPr>
          <p:spPr>
            <a:xfrm>
              <a:off x="3174368" y="2919540"/>
              <a:ext cx="96533" cy="101237"/>
            </a:xfrm>
            <a:custGeom>
              <a:avLst/>
              <a:gdLst/>
              <a:ahLst/>
              <a:cxnLst/>
              <a:rect l="l" t="t" r="r" b="b"/>
              <a:pathLst>
                <a:path w="3694" h="3874" extrusionOk="0">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64"/>
            <p:cNvSpPr/>
            <p:nvPr/>
          </p:nvSpPr>
          <p:spPr>
            <a:xfrm>
              <a:off x="3196999" y="2925054"/>
              <a:ext cx="73903" cy="90784"/>
            </a:xfrm>
            <a:custGeom>
              <a:avLst/>
              <a:gdLst/>
              <a:ahLst/>
              <a:cxnLst/>
              <a:rect l="l" t="t" r="r" b="b"/>
              <a:pathLst>
                <a:path w="2828" h="3474" extrusionOk="0">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64"/>
            <p:cNvSpPr/>
            <p:nvPr/>
          </p:nvSpPr>
          <p:spPr>
            <a:xfrm>
              <a:off x="3122364" y="2998931"/>
              <a:ext cx="328695" cy="46019"/>
            </a:xfrm>
            <a:custGeom>
              <a:avLst/>
              <a:gdLst/>
              <a:ahLst/>
              <a:cxnLst/>
              <a:rect l="l" t="t" r="r" b="b"/>
              <a:pathLst>
                <a:path w="12578" h="1761" extrusionOk="0">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64"/>
            <p:cNvSpPr/>
            <p:nvPr/>
          </p:nvSpPr>
          <p:spPr>
            <a:xfrm>
              <a:off x="3122364" y="3008992"/>
              <a:ext cx="328459" cy="35697"/>
            </a:xfrm>
            <a:custGeom>
              <a:avLst/>
              <a:gdLst/>
              <a:ahLst/>
              <a:cxnLst/>
              <a:rect l="l" t="t" r="r" b="b"/>
              <a:pathLst>
                <a:path w="12569" h="1366" extrusionOk="0">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64"/>
            <p:cNvSpPr/>
            <p:nvPr/>
          </p:nvSpPr>
          <p:spPr>
            <a:xfrm>
              <a:off x="3122599" y="2998931"/>
              <a:ext cx="46516" cy="46019"/>
            </a:xfrm>
            <a:custGeom>
              <a:avLst/>
              <a:gdLst/>
              <a:ahLst/>
              <a:cxnLst/>
              <a:rect l="l" t="t" r="r" b="b"/>
              <a:pathLst>
                <a:path w="1780" h="1761" extrusionOk="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64"/>
            <p:cNvSpPr/>
            <p:nvPr/>
          </p:nvSpPr>
          <p:spPr>
            <a:xfrm>
              <a:off x="3122599" y="3009749"/>
              <a:ext cx="46516" cy="34939"/>
            </a:xfrm>
            <a:custGeom>
              <a:avLst/>
              <a:gdLst/>
              <a:ahLst/>
              <a:cxnLst/>
              <a:rect l="l" t="t" r="r" b="b"/>
              <a:pathLst>
                <a:path w="1780" h="1337" extrusionOk="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64"/>
            <p:cNvSpPr/>
            <p:nvPr/>
          </p:nvSpPr>
          <p:spPr>
            <a:xfrm>
              <a:off x="3408829" y="2998931"/>
              <a:ext cx="41995" cy="46019"/>
            </a:xfrm>
            <a:custGeom>
              <a:avLst/>
              <a:gdLst/>
              <a:ahLst/>
              <a:cxnLst/>
              <a:rect l="l" t="t" r="r" b="b"/>
              <a:pathLst>
                <a:path w="1607" h="1761" extrusionOk="0">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64"/>
            <p:cNvSpPr/>
            <p:nvPr/>
          </p:nvSpPr>
          <p:spPr>
            <a:xfrm>
              <a:off x="3408829" y="3008992"/>
              <a:ext cx="41995" cy="35697"/>
            </a:xfrm>
            <a:custGeom>
              <a:avLst/>
              <a:gdLst/>
              <a:ahLst/>
              <a:cxnLst/>
              <a:rect l="l" t="t" r="r" b="b"/>
              <a:pathLst>
                <a:path w="1607" h="1366" extrusionOk="0">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4" name="Google Shape;13724;p64"/>
          <p:cNvGrpSpPr/>
          <p:nvPr/>
        </p:nvGrpSpPr>
        <p:grpSpPr>
          <a:xfrm>
            <a:off x="7067667" y="2240152"/>
            <a:ext cx="366169" cy="360498"/>
            <a:chOff x="7069130" y="2424800"/>
            <a:chExt cx="366169" cy="360498"/>
          </a:xfrm>
        </p:grpSpPr>
        <p:sp>
          <p:nvSpPr>
            <p:cNvPr id="13725" name="Google Shape;13725;p64"/>
            <p:cNvSpPr/>
            <p:nvPr/>
          </p:nvSpPr>
          <p:spPr>
            <a:xfrm>
              <a:off x="7158581" y="2546420"/>
              <a:ext cx="110070" cy="151934"/>
            </a:xfrm>
            <a:custGeom>
              <a:avLst/>
              <a:gdLst/>
              <a:ahLst/>
              <a:cxnLst/>
              <a:rect l="l" t="t" r="r" b="b"/>
              <a:pathLst>
                <a:path w="4212" h="5814" extrusionOk="0">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64"/>
            <p:cNvSpPr/>
            <p:nvPr/>
          </p:nvSpPr>
          <p:spPr>
            <a:xfrm>
              <a:off x="7158085" y="2590663"/>
              <a:ext cx="156194" cy="107640"/>
            </a:xfrm>
            <a:custGeom>
              <a:avLst/>
              <a:gdLst/>
              <a:ahLst/>
              <a:cxnLst/>
              <a:rect l="l" t="t" r="r" b="b"/>
              <a:pathLst>
                <a:path w="5977" h="4119" extrusionOk="0">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64"/>
            <p:cNvSpPr/>
            <p:nvPr/>
          </p:nvSpPr>
          <p:spPr>
            <a:xfrm>
              <a:off x="7157327" y="2654321"/>
              <a:ext cx="167535" cy="44007"/>
            </a:xfrm>
            <a:custGeom>
              <a:avLst/>
              <a:gdLst/>
              <a:ahLst/>
              <a:cxnLst/>
              <a:rect l="l" t="t" r="r" b="b"/>
              <a:pathLst>
                <a:path w="6411" h="1684" extrusionOk="0">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64"/>
            <p:cNvSpPr/>
            <p:nvPr/>
          </p:nvSpPr>
          <p:spPr>
            <a:xfrm>
              <a:off x="7156674" y="2683929"/>
              <a:ext cx="152065" cy="38180"/>
            </a:xfrm>
            <a:custGeom>
              <a:avLst/>
              <a:gdLst/>
              <a:ahLst/>
              <a:cxnLst/>
              <a:rect l="l" t="t" r="r" b="b"/>
              <a:pathLst>
                <a:path w="5819" h="1461" extrusionOk="0">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64"/>
            <p:cNvSpPr/>
            <p:nvPr/>
          </p:nvSpPr>
          <p:spPr>
            <a:xfrm>
              <a:off x="7158843" y="2536830"/>
              <a:ext cx="44817" cy="161447"/>
            </a:xfrm>
            <a:custGeom>
              <a:avLst/>
              <a:gdLst/>
              <a:ahLst/>
              <a:cxnLst/>
              <a:rect l="l" t="t" r="r" b="b"/>
              <a:pathLst>
                <a:path w="1715" h="6178" extrusionOk="0">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64"/>
            <p:cNvSpPr/>
            <p:nvPr/>
          </p:nvSpPr>
          <p:spPr>
            <a:xfrm>
              <a:off x="7134905" y="2551621"/>
              <a:ext cx="39408" cy="146682"/>
            </a:xfrm>
            <a:custGeom>
              <a:avLst/>
              <a:gdLst/>
              <a:ahLst/>
              <a:cxnLst/>
              <a:rect l="l" t="t" r="r" b="b"/>
              <a:pathLst>
                <a:path w="1508" h="5613" extrusionOk="0">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64"/>
            <p:cNvSpPr/>
            <p:nvPr/>
          </p:nvSpPr>
          <p:spPr>
            <a:xfrm>
              <a:off x="7247536" y="2513467"/>
              <a:ext cx="162126" cy="133642"/>
            </a:xfrm>
            <a:custGeom>
              <a:avLst/>
              <a:gdLst/>
              <a:ahLst/>
              <a:cxnLst/>
              <a:rect l="l" t="t" r="r" b="b"/>
              <a:pathLst>
                <a:path w="6204" h="5114" extrusionOk="0">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64"/>
            <p:cNvSpPr/>
            <p:nvPr/>
          </p:nvSpPr>
          <p:spPr>
            <a:xfrm>
              <a:off x="7258852" y="2544094"/>
              <a:ext cx="150811" cy="103014"/>
            </a:xfrm>
            <a:custGeom>
              <a:avLst/>
              <a:gdLst/>
              <a:ahLst/>
              <a:cxnLst/>
              <a:rect l="l" t="t" r="r" b="b"/>
              <a:pathLst>
                <a:path w="5771" h="3942" extrusionOk="0">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64"/>
            <p:cNvSpPr/>
            <p:nvPr/>
          </p:nvSpPr>
          <p:spPr>
            <a:xfrm>
              <a:off x="7270925" y="2597065"/>
              <a:ext cx="164373" cy="94312"/>
            </a:xfrm>
            <a:custGeom>
              <a:avLst/>
              <a:gdLst/>
              <a:ahLst/>
              <a:cxnLst/>
              <a:rect l="l" t="t" r="r" b="b"/>
              <a:pathLst>
                <a:path w="6290" h="3609" extrusionOk="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64"/>
            <p:cNvSpPr/>
            <p:nvPr/>
          </p:nvSpPr>
          <p:spPr>
            <a:xfrm>
              <a:off x="7276204" y="2637074"/>
              <a:ext cx="158833" cy="54042"/>
            </a:xfrm>
            <a:custGeom>
              <a:avLst/>
              <a:gdLst/>
              <a:ahLst/>
              <a:cxnLst/>
              <a:rect l="l" t="t" r="r" b="b"/>
              <a:pathLst>
                <a:path w="6078" h="2068" extrusionOk="0">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64"/>
            <p:cNvSpPr/>
            <p:nvPr/>
          </p:nvSpPr>
          <p:spPr>
            <a:xfrm>
              <a:off x="7210611" y="2452735"/>
              <a:ext cx="137718" cy="157422"/>
            </a:xfrm>
            <a:custGeom>
              <a:avLst/>
              <a:gdLst/>
              <a:ahLst/>
              <a:cxnLst/>
              <a:rect l="l" t="t" r="r" b="b"/>
              <a:pathLst>
                <a:path w="5270" h="6024" extrusionOk="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64"/>
            <p:cNvSpPr/>
            <p:nvPr/>
          </p:nvSpPr>
          <p:spPr>
            <a:xfrm>
              <a:off x="7228695" y="2467944"/>
              <a:ext cx="119635" cy="142239"/>
            </a:xfrm>
            <a:custGeom>
              <a:avLst/>
              <a:gdLst/>
              <a:ahLst/>
              <a:cxnLst/>
              <a:rect l="l" t="t" r="r" b="b"/>
              <a:pathLst>
                <a:path w="4578" h="5443" extrusionOk="0">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64"/>
            <p:cNvSpPr/>
            <p:nvPr/>
          </p:nvSpPr>
          <p:spPr>
            <a:xfrm>
              <a:off x="7270925" y="2691351"/>
              <a:ext cx="164112" cy="93946"/>
            </a:xfrm>
            <a:custGeom>
              <a:avLst/>
              <a:gdLst/>
              <a:ahLst/>
              <a:cxnLst/>
              <a:rect l="l" t="t" r="r" b="b"/>
              <a:pathLst>
                <a:path w="6280" h="3595" extrusionOk="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64"/>
            <p:cNvSpPr/>
            <p:nvPr/>
          </p:nvSpPr>
          <p:spPr>
            <a:xfrm>
              <a:off x="7270925" y="2710950"/>
              <a:ext cx="159591" cy="74347"/>
            </a:xfrm>
            <a:custGeom>
              <a:avLst/>
              <a:gdLst/>
              <a:ahLst/>
              <a:cxnLst/>
              <a:rect l="l" t="t" r="r" b="b"/>
              <a:pathLst>
                <a:path w="6107" h="2845" extrusionOk="0">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64"/>
            <p:cNvSpPr/>
            <p:nvPr/>
          </p:nvSpPr>
          <p:spPr>
            <a:xfrm>
              <a:off x="7069130" y="2424852"/>
              <a:ext cx="98023" cy="161812"/>
            </a:xfrm>
            <a:custGeom>
              <a:avLst/>
              <a:gdLst/>
              <a:ahLst/>
              <a:cxnLst/>
              <a:rect l="l" t="t" r="r" b="b"/>
              <a:pathLst>
                <a:path w="3751" h="6192" extrusionOk="0">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64"/>
            <p:cNvSpPr/>
            <p:nvPr/>
          </p:nvSpPr>
          <p:spPr>
            <a:xfrm>
              <a:off x="7116612" y="2424800"/>
              <a:ext cx="50540" cy="157265"/>
            </a:xfrm>
            <a:custGeom>
              <a:avLst/>
              <a:gdLst/>
              <a:ahLst/>
              <a:cxnLst/>
              <a:rect l="l" t="t" r="r" b="b"/>
              <a:pathLst>
                <a:path w="1934" h="6018" extrusionOk="0">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64"/>
            <p:cNvSpPr/>
            <p:nvPr/>
          </p:nvSpPr>
          <p:spPr>
            <a:xfrm>
              <a:off x="7167388" y="2424800"/>
              <a:ext cx="97788" cy="161865"/>
            </a:xfrm>
            <a:custGeom>
              <a:avLst/>
              <a:gdLst/>
              <a:ahLst/>
              <a:cxnLst/>
              <a:rect l="l" t="t" r="r" b="b"/>
              <a:pathLst>
                <a:path w="3742" h="6194" extrusionOk="0">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64"/>
            <p:cNvSpPr/>
            <p:nvPr/>
          </p:nvSpPr>
          <p:spPr>
            <a:xfrm>
              <a:off x="7188242" y="2428510"/>
              <a:ext cx="76934" cy="158154"/>
            </a:xfrm>
            <a:custGeom>
              <a:avLst/>
              <a:gdLst/>
              <a:ahLst/>
              <a:cxnLst/>
              <a:rect l="l" t="t" r="r" b="b"/>
              <a:pathLst>
                <a:path w="2944" h="6052" extrusionOk="0">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64"/>
            <p:cNvSpPr/>
            <p:nvPr/>
          </p:nvSpPr>
          <p:spPr>
            <a:xfrm>
              <a:off x="7140001" y="2665219"/>
              <a:ext cx="53545" cy="53545"/>
            </a:xfrm>
            <a:custGeom>
              <a:avLst/>
              <a:gdLst/>
              <a:ahLst/>
              <a:cxnLst/>
              <a:rect l="l" t="t" r="r" b="b"/>
              <a:pathLst>
                <a:path w="2049" h="2049" extrusionOk="0">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64"/>
            <p:cNvSpPr/>
            <p:nvPr/>
          </p:nvSpPr>
          <p:spPr>
            <a:xfrm>
              <a:off x="7140001" y="2692109"/>
              <a:ext cx="53545" cy="26655"/>
            </a:xfrm>
            <a:custGeom>
              <a:avLst/>
              <a:gdLst/>
              <a:ahLst/>
              <a:cxnLst/>
              <a:rect l="l" t="t" r="r" b="b"/>
              <a:pathLst>
                <a:path w="2049" h="1020" extrusionOk="0">
                  <a:moveTo>
                    <a:pt x="0" y="0"/>
                  </a:moveTo>
                  <a:cubicBezTo>
                    <a:pt x="0" y="558"/>
                    <a:pt x="462" y="1020"/>
                    <a:pt x="1020" y="1020"/>
                  </a:cubicBezTo>
                  <a:cubicBezTo>
                    <a:pt x="1587" y="1020"/>
                    <a:pt x="2048" y="558"/>
                    <a:pt x="204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5" name="Google Shape;13745;p64"/>
          <p:cNvGrpSpPr/>
          <p:nvPr/>
        </p:nvGrpSpPr>
        <p:grpSpPr>
          <a:xfrm>
            <a:off x="4884192" y="2240073"/>
            <a:ext cx="281473" cy="360629"/>
            <a:chOff x="4885655" y="2424721"/>
            <a:chExt cx="281473" cy="360629"/>
          </a:xfrm>
        </p:grpSpPr>
        <p:sp>
          <p:nvSpPr>
            <p:cNvPr id="13746" name="Google Shape;13746;p64"/>
            <p:cNvSpPr/>
            <p:nvPr/>
          </p:nvSpPr>
          <p:spPr>
            <a:xfrm>
              <a:off x="4885655" y="2588833"/>
              <a:ext cx="80697" cy="196516"/>
            </a:xfrm>
            <a:custGeom>
              <a:avLst/>
              <a:gdLst/>
              <a:ahLst/>
              <a:cxnLst/>
              <a:rect l="l" t="t" r="r" b="b"/>
              <a:pathLst>
                <a:path w="3088" h="7520" extrusionOk="0">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64"/>
            <p:cNvSpPr/>
            <p:nvPr/>
          </p:nvSpPr>
          <p:spPr>
            <a:xfrm>
              <a:off x="4926134" y="2588833"/>
              <a:ext cx="40218" cy="196516"/>
            </a:xfrm>
            <a:custGeom>
              <a:avLst/>
              <a:gdLst/>
              <a:ahLst/>
              <a:cxnLst/>
              <a:rect l="l" t="t" r="r" b="b"/>
              <a:pathLst>
                <a:path w="1539" h="7520" extrusionOk="0">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64"/>
            <p:cNvSpPr/>
            <p:nvPr/>
          </p:nvSpPr>
          <p:spPr>
            <a:xfrm>
              <a:off x="4893442" y="2424721"/>
              <a:ext cx="197039" cy="217396"/>
            </a:xfrm>
            <a:custGeom>
              <a:avLst/>
              <a:gdLst/>
              <a:ahLst/>
              <a:cxnLst/>
              <a:rect l="l" t="t" r="r" b="b"/>
              <a:pathLst>
                <a:path w="7540" h="8319" extrusionOk="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64"/>
            <p:cNvSpPr/>
            <p:nvPr/>
          </p:nvSpPr>
          <p:spPr>
            <a:xfrm>
              <a:off x="4949000" y="2424721"/>
              <a:ext cx="117858" cy="116133"/>
            </a:xfrm>
            <a:custGeom>
              <a:avLst/>
              <a:gdLst/>
              <a:ahLst/>
              <a:cxnLst/>
              <a:rect l="l" t="t" r="r" b="b"/>
              <a:pathLst>
                <a:path w="4510" h="4444" extrusionOk="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64"/>
            <p:cNvSpPr/>
            <p:nvPr/>
          </p:nvSpPr>
          <p:spPr>
            <a:xfrm>
              <a:off x="4888921" y="2424721"/>
              <a:ext cx="83964" cy="298825"/>
            </a:xfrm>
            <a:custGeom>
              <a:avLst/>
              <a:gdLst/>
              <a:ahLst/>
              <a:cxnLst/>
              <a:rect l="l" t="t" r="r" b="b"/>
              <a:pathLst>
                <a:path w="3213" h="11435" extrusionOk="0">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64"/>
            <p:cNvSpPr/>
            <p:nvPr/>
          </p:nvSpPr>
          <p:spPr>
            <a:xfrm>
              <a:off x="4906770" y="2424721"/>
              <a:ext cx="66115" cy="298851"/>
            </a:xfrm>
            <a:custGeom>
              <a:avLst/>
              <a:gdLst/>
              <a:ahLst/>
              <a:cxnLst/>
              <a:rect l="l" t="t" r="r" b="b"/>
              <a:pathLst>
                <a:path w="2530" h="11436" extrusionOk="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64"/>
            <p:cNvSpPr/>
            <p:nvPr/>
          </p:nvSpPr>
          <p:spPr>
            <a:xfrm>
              <a:off x="4889183" y="2583293"/>
              <a:ext cx="66115" cy="82448"/>
            </a:xfrm>
            <a:custGeom>
              <a:avLst/>
              <a:gdLst/>
              <a:ahLst/>
              <a:cxnLst/>
              <a:rect l="l" t="t" r="r" b="b"/>
              <a:pathLst>
                <a:path w="2530" h="3155" extrusionOk="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64"/>
            <p:cNvSpPr/>
            <p:nvPr/>
          </p:nvSpPr>
          <p:spPr>
            <a:xfrm>
              <a:off x="5000246" y="2503641"/>
              <a:ext cx="38728" cy="71891"/>
            </a:xfrm>
            <a:custGeom>
              <a:avLst/>
              <a:gdLst/>
              <a:ahLst/>
              <a:cxnLst/>
              <a:rect l="l" t="t" r="r" b="b"/>
              <a:pathLst>
                <a:path w="1482" h="2751" extrusionOk="0">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64"/>
            <p:cNvSpPr/>
            <p:nvPr/>
          </p:nvSpPr>
          <p:spPr>
            <a:xfrm>
              <a:off x="5019087" y="2553528"/>
              <a:ext cx="51690" cy="47143"/>
            </a:xfrm>
            <a:custGeom>
              <a:avLst/>
              <a:gdLst/>
              <a:ahLst/>
              <a:cxnLst/>
              <a:rect l="l" t="t" r="r" b="b"/>
              <a:pathLst>
                <a:path w="1978" h="1804" extrusionOk="0">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64"/>
            <p:cNvSpPr/>
            <p:nvPr/>
          </p:nvSpPr>
          <p:spPr>
            <a:xfrm>
              <a:off x="5056039" y="2522222"/>
              <a:ext cx="111089" cy="160506"/>
            </a:xfrm>
            <a:custGeom>
              <a:avLst/>
              <a:gdLst/>
              <a:ahLst/>
              <a:cxnLst/>
              <a:rect l="l" t="t" r="r" b="b"/>
              <a:pathLst>
                <a:path w="4251" h="6142" extrusionOk="0">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64"/>
            <p:cNvSpPr/>
            <p:nvPr/>
          </p:nvSpPr>
          <p:spPr>
            <a:xfrm>
              <a:off x="5056535" y="2522483"/>
              <a:ext cx="109103" cy="149791"/>
            </a:xfrm>
            <a:custGeom>
              <a:avLst/>
              <a:gdLst/>
              <a:ahLst/>
              <a:cxnLst/>
              <a:rect l="l" t="t" r="r" b="b"/>
              <a:pathLst>
                <a:path w="4175" h="5732" extrusionOk="0">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7" name="Google Shape;13757;p64"/>
          <p:cNvGrpSpPr/>
          <p:nvPr/>
        </p:nvGrpSpPr>
        <p:grpSpPr>
          <a:xfrm>
            <a:off x="6624146" y="2262129"/>
            <a:ext cx="364130" cy="316726"/>
            <a:chOff x="6625609" y="2446777"/>
            <a:chExt cx="364130" cy="316726"/>
          </a:xfrm>
        </p:grpSpPr>
        <p:sp>
          <p:nvSpPr>
            <p:cNvPr id="13758" name="Google Shape;13758;p64"/>
            <p:cNvSpPr/>
            <p:nvPr/>
          </p:nvSpPr>
          <p:spPr>
            <a:xfrm>
              <a:off x="6657255" y="2495096"/>
              <a:ext cx="265140" cy="240497"/>
            </a:xfrm>
            <a:custGeom>
              <a:avLst/>
              <a:gdLst/>
              <a:ahLst/>
              <a:cxnLst/>
              <a:rect l="l" t="t" r="r" b="b"/>
              <a:pathLst>
                <a:path w="10146" h="9203" extrusionOk="0">
                  <a:moveTo>
                    <a:pt x="1232" y="0"/>
                  </a:moveTo>
                  <a:lnTo>
                    <a:pt x="1" y="808"/>
                  </a:lnTo>
                  <a:lnTo>
                    <a:pt x="1376" y="9203"/>
                  </a:lnTo>
                  <a:lnTo>
                    <a:pt x="10146" y="9203"/>
                  </a:lnTo>
                  <a:lnTo>
                    <a:pt x="1232"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64"/>
            <p:cNvSpPr/>
            <p:nvPr/>
          </p:nvSpPr>
          <p:spPr>
            <a:xfrm>
              <a:off x="6693187" y="2495096"/>
              <a:ext cx="264905" cy="240497"/>
            </a:xfrm>
            <a:custGeom>
              <a:avLst/>
              <a:gdLst/>
              <a:ahLst/>
              <a:cxnLst/>
              <a:rect l="l" t="t" r="r" b="b"/>
              <a:pathLst>
                <a:path w="10137" h="9203" extrusionOk="0">
                  <a:moveTo>
                    <a:pt x="8905" y="0"/>
                  </a:moveTo>
                  <a:lnTo>
                    <a:pt x="1" y="9203"/>
                  </a:lnTo>
                  <a:lnTo>
                    <a:pt x="8771" y="9203"/>
                  </a:lnTo>
                  <a:lnTo>
                    <a:pt x="10136" y="808"/>
                  </a:lnTo>
                  <a:lnTo>
                    <a:pt x="8905"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64"/>
            <p:cNvSpPr/>
            <p:nvPr/>
          </p:nvSpPr>
          <p:spPr>
            <a:xfrm>
              <a:off x="6693187" y="2617213"/>
              <a:ext cx="229208" cy="118380"/>
            </a:xfrm>
            <a:custGeom>
              <a:avLst/>
              <a:gdLst/>
              <a:ahLst/>
              <a:cxnLst/>
              <a:rect l="l" t="t" r="r" b="b"/>
              <a:pathLst>
                <a:path w="8771" h="4530" extrusionOk="0">
                  <a:moveTo>
                    <a:pt x="4386" y="1"/>
                  </a:moveTo>
                  <a:lnTo>
                    <a:pt x="1" y="4530"/>
                  </a:lnTo>
                  <a:lnTo>
                    <a:pt x="8771" y="4530"/>
                  </a:lnTo>
                  <a:lnTo>
                    <a:pt x="4386"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64"/>
            <p:cNvSpPr/>
            <p:nvPr/>
          </p:nvSpPr>
          <p:spPr>
            <a:xfrm>
              <a:off x="6693187" y="2707945"/>
              <a:ext cx="229208" cy="55558"/>
            </a:xfrm>
            <a:custGeom>
              <a:avLst/>
              <a:gdLst/>
              <a:ahLst/>
              <a:cxnLst/>
              <a:rect l="l" t="t" r="r" b="b"/>
              <a:pathLst>
                <a:path w="8771" h="2126" extrusionOk="0">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64"/>
            <p:cNvSpPr/>
            <p:nvPr/>
          </p:nvSpPr>
          <p:spPr>
            <a:xfrm>
              <a:off x="6625609" y="2446777"/>
              <a:ext cx="61829" cy="67187"/>
            </a:xfrm>
            <a:custGeom>
              <a:avLst/>
              <a:gdLst/>
              <a:ahLst/>
              <a:cxnLst/>
              <a:rect l="l" t="t" r="r" b="b"/>
              <a:pathLst>
                <a:path w="2366" h="2571" extrusionOk="0">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64"/>
            <p:cNvSpPr/>
            <p:nvPr/>
          </p:nvSpPr>
          <p:spPr>
            <a:xfrm>
              <a:off x="6635409" y="2446777"/>
              <a:ext cx="52030" cy="56629"/>
            </a:xfrm>
            <a:custGeom>
              <a:avLst/>
              <a:gdLst/>
              <a:ahLst/>
              <a:cxnLst/>
              <a:rect l="l" t="t" r="r" b="b"/>
              <a:pathLst>
                <a:path w="1991" h="2167" extrusionOk="0">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64"/>
            <p:cNvSpPr/>
            <p:nvPr/>
          </p:nvSpPr>
          <p:spPr>
            <a:xfrm>
              <a:off x="6632769" y="2475862"/>
              <a:ext cx="72256" cy="50462"/>
            </a:xfrm>
            <a:custGeom>
              <a:avLst/>
              <a:gdLst/>
              <a:ahLst/>
              <a:cxnLst/>
              <a:rect l="l" t="t" r="r" b="b"/>
              <a:pathLst>
                <a:path w="2765" h="1931" extrusionOk="0">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64"/>
            <p:cNvSpPr/>
            <p:nvPr/>
          </p:nvSpPr>
          <p:spPr>
            <a:xfrm>
              <a:off x="6663057" y="2475941"/>
              <a:ext cx="43667" cy="33998"/>
            </a:xfrm>
            <a:custGeom>
              <a:avLst/>
              <a:gdLst/>
              <a:ahLst/>
              <a:cxnLst/>
              <a:rect l="l" t="t" r="r" b="b"/>
              <a:pathLst>
                <a:path w="1671" h="1301" extrusionOk="0">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64"/>
            <p:cNvSpPr/>
            <p:nvPr/>
          </p:nvSpPr>
          <p:spPr>
            <a:xfrm>
              <a:off x="6927910" y="2446777"/>
              <a:ext cx="61829" cy="67187"/>
            </a:xfrm>
            <a:custGeom>
              <a:avLst/>
              <a:gdLst/>
              <a:ahLst/>
              <a:cxnLst/>
              <a:rect l="l" t="t" r="r" b="b"/>
              <a:pathLst>
                <a:path w="2366" h="2571" extrusionOk="0">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64"/>
            <p:cNvSpPr/>
            <p:nvPr/>
          </p:nvSpPr>
          <p:spPr>
            <a:xfrm>
              <a:off x="6927910" y="2446777"/>
              <a:ext cx="52030" cy="56629"/>
            </a:xfrm>
            <a:custGeom>
              <a:avLst/>
              <a:gdLst/>
              <a:ahLst/>
              <a:cxnLst/>
              <a:rect l="l" t="t" r="r" b="b"/>
              <a:pathLst>
                <a:path w="1991" h="2167" extrusionOk="0">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64"/>
            <p:cNvSpPr/>
            <p:nvPr/>
          </p:nvSpPr>
          <p:spPr>
            <a:xfrm>
              <a:off x="6910322" y="2475862"/>
              <a:ext cx="72256" cy="50462"/>
            </a:xfrm>
            <a:custGeom>
              <a:avLst/>
              <a:gdLst/>
              <a:ahLst/>
              <a:cxnLst/>
              <a:rect l="l" t="t" r="r" b="b"/>
              <a:pathLst>
                <a:path w="2765" h="1931" extrusionOk="0">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64"/>
            <p:cNvSpPr/>
            <p:nvPr/>
          </p:nvSpPr>
          <p:spPr>
            <a:xfrm>
              <a:off x="6908624" y="2475941"/>
              <a:ext cx="43694" cy="33998"/>
            </a:xfrm>
            <a:custGeom>
              <a:avLst/>
              <a:gdLst/>
              <a:ahLst/>
              <a:cxnLst/>
              <a:rect l="l" t="t" r="r" b="b"/>
              <a:pathLst>
                <a:path w="1672" h="1301" extrusionOk="0">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0" name="Google Shape;13770;p64"/>
          <p:cNvGrpSpPr/>
          <p:nvPr/>
        </p:nvGrpSpPr>
        <p:grpSpPr>
          <a:xfrm>
            <a:off x="5756181" y="1827703"/>
            <a:ext cx="360628" cy="298825"/>
            <a:chOff x="5757644" y="2012350"/>
            <a:chExt cx="360628" cy="298825"/>
          </a:xfrm>
        </p:grpSpPr>
        <p:sp>
          <p:nvSpPr>
            <p:cNvPr id="13771" name="Google Shape;13771;p64"/>
            <p:cNvSpPr/>
            <p:nvPr/>
          </p:nvSpPr>
          <p:spPr>
            <a:xfrm>
              <a:off x="5768698" y="2012350"/>
              <a:ext cx="338259" cy="164164"/>
            </a:xfrm>
            <a:custGeom>
              <a:avLst/>
              <a:gdLst/>
              <a:ahLst/>
              <a:cxnLst/>
              <a:rect l="l" t="t" r="r" b="b"/>
              <a:pathLst>
                <a:path w="12944" h="6282" extrusionOk="0">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64"/>
            <p:cNvSpPr/>
            <p:nvPr/>
          </p:nvSpPr>
          <p:spPr>
            <a:xfrm>
              <a:off x="5790571" y="2037934"/>
              <a:ext cx="294775" cy="113180"/>
            </a:xfrm>
            <a:custGeom>
              <a:avLst/>
              <a:gdLst/>
              <a:ahLst/>
              <a:cxnLst/>
              <a:rect l="l" t="t" r="r" b="b"/>
              <a:pathLst>
                <a:path w="11280" h="4331" extrusionOk="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3" name="Google Shape;13773;p64"/>
            <p:cNvSpPr/>
            <p:nvPr/>
          </p:nvSpPr>
          <p:spPr>
            <a:xfrm>
              <a:off x="5871738"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64"/>
            <p:cNvSpPr/>
            <p:nvPr/>
          </p:nvSpPr>
          <p:spPr>
            <a:xfrm>
              <a:off x="5805649"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64"/>
            <p:cNvSpPr/>
            <p:nvPr/>
          </p:nvSpPr>
          <p:spPr>
            <a:xfrm>
              <a:off x="5937828" y="2201837"/>
              <a:ext cx="66350" cy="55819"/>
            </a:xfrm>
            <a:custGeom>
              <a:avLst/>
              <a:gdLst/>
              <a:ahLst/>
              <a:cxnLst/>
              <a:rect l="l" t="t" r="r" b="b"/>
              <a:pathLst>
                <a:path w="2539" h="2136" extrusionOk="0">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64"/>
            <p:cNvSpPr/>
            <p:nvPr/>
          </p:nvSpPr>
          <p:spPr>
            <a:xfrm>
              <a:off x="6004152" y="2201837"/>
              <a:ext cx="66115" cy="55819"/>
            </a:xfrm>
            <a:custGeom>
              <a:avLst/>
              <a:gdLst/>
              <a:ahLst/>
              <a:cxnLst/>
              <a:rect l="l" t="t" r="r" b="b"/>
              <a:pathLst>
                <a:path w="2530" h="2136" extrusionOk="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64"/>
            <p:cNvSpPr/>
            <p:nvPr/>
          </p:nvSpPr>
          <p:spPr>
            <a:xfrm>
              <a:off x="6020485" y="2201837"/>
              <a:ext cx="49782" cy="55558"/>
            </a:xfrm>
            <a:custGeom>
              <a:avLst/>
              <a:gdLst/>
              <a:ahLst/>
              <a:cxnLst/>
              <a:rect l="l" t="t" r="r" b="b"/>
              <a:pathLst>
                <a:path w="1905" h="2126" extrusionOk="0">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64"/>
            <p:cNvSpPr/>
            <p:nvPr/>
          </p:nvSpPr>
          <p:spPr>
            <a:xfrm>
              <a:off x="5954396"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9" name="Google Shape;13779;p64"/>
            <p:cNvSpPr/>
            <p:nvPr/>
          </p:nvSpPr>
          <p:spPr>
            <a:xfrm>
              <a:off x="5888071" y="2201837"/>
              <a:ext cx="49782" cy="55558"/>
            </a:xfrm>
            <a:custGeom>
              <a:avLst/>
              <a:gdLst/>
              <a:ahLst/>
              <a:cxnLst/>
              <a:rect l="l" t="t" r="r" b="b"/>
              <a:pathLst>
                <a:path w="1905" h="2126" extrusionOk="0">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64"/>
            <p:cNvSpPr/>
            <p:nvPr/>
          </p:nvSpPr>
          <p:spPr>
            <a:xfrm>
              <a:off x="5822217"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64"/>
            <p:cNvSpPr/>
            <p:nvPr/>
          </p:nvSpPr>
          <p:spPr>
            <a:xfrm>
              <a:off x="5772461" y="2240539"/>
              <a:ext cx="66115" cy="55819"/>
            </a:xfrm>
            <a:custGeom>
              <a:avLst/>
              <a:gdLst/>
              <a:ahLst/>
              <a:cxnLst/>
              <a:rect l="l" t="t" r="r" b="b"/>
              <a:pathLst>
                <a:path w="2530" h="2136" extrusionOk="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64"/>
            <p:cNvSpPr/>
            <p:nvPr/>
          </p:nvSpPr>
          <p:spPr>
            <a:xfrm>
              <a:off x="5838550" y="2240539"/>
              <a:ext cx="66377" cy="55819"/>
            </a:xfrm>
            <a:custGeom>
              <a:avLst/>
              <a:gdLst/>
              <a:ahLst/>
              <a:cxnLst/>
              <a:rect l="l" t="t" r="r" b="b"/>
              <a:pathLst>
                <a:path w="2540" h="2136" extrusionOk="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64"/>
            <p:cNvSpPr/>
            <p:nvPr/>
          </p:nvSpPr>
          <p:spPr>
            <a:xfrm>
              <a:off x="5904901" y="2240539"/>
              <a:ext cx="66115" cy="55819"/>
            </a:xfrm>
            <a:custGeom>
              <a:avLst/>
              <a:gdLst/>
              <a:ahLst/>
              <a:cxnLst/>
              <a:rect l="l" t="t" r="r" b="b"/>
              <a:pathLst>
                <a:path w="2530" h="2136" extrusionOk="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64"/>
            <p:cNvSpPr/>
            <p:nvPr/>
          </p:nvSpPr>
          <p:spPr>
            <a:xfrm>
              <a:off x="5970990" y="2240539"/>
              <a:ext cx="66377" cy="55819"/>
            </a:xfrm>
            <a:custGeom>
              <a:avLst/>
              <a:gdLst/>
              <a:ahLst/>
              <a:cxnLst/>
              <a:rect l="l" t="t" r="r" b="b"/>
              <a:pathLst>
                <a:path w="2540" h="2136" extrusionOk="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64"/>
            <p:cNvSpPr/>
            <p:nvPr/>
          </p:nvSpPr>
          <p:spPr>
            <a:xfrm>
              <a:off x="6037340" y="2240539"/>
              <a:ext cx="66115" cy="55819"/>
            </a:xfrm>
            <a:custGeom>
              <a:avLst/>
              <a:gdLst/>
              <a:ahLst/>
              <a:cxnLst/>
              <a:rect l="l" t="t" r="r" b="b"/>
              <a:pathLst>
                <a:path w="2530" h="2136" extrusionOk="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64"/>
            <p:cNvSpPr/>
            <p:nvPr/>
          </p:nvSpPr>
          <p:spPr>
            <a:xfrm>
              <a:off x="6053673" y="2240539"/>
              <a:ext cx="49782" cy="55819"/>
            </a:xfrm>
            <a:custGeom>
              <a:avLst/>
              <a:gdLst/>
              <a:ahLst/>
              <a:cxnLst/>
              <a:rect l="l" t="t" r="r" b="b"/>
              <a:pathLst>
                <a:path w="1905" h="2136" extrusionOk="0">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64"/>
            <p:cNvSpPr/>
            <p:nvPr/>
          </p:nvSpPr>
          <p:spPr>
            <a:xfrm>
              <a:off x="5987584" y="2240539"/>
              <a:ext cx="49782" cy="55819"/>
            </a:xfrm>
            <a:custGeom>
              <a:avLst/>
              <a:gdLst/>
              <a:ahLst/>
              <a:cxnLst/>
              <a:rect l="l" t="t" r="r" b="b"/>
              <a:pathLst>
                <a:path w="1905" h="2136" extrusionOk="0">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64"/>
            <p:cNvSpPr/>
            <p:nvPr/>
          </p:nvSpPr>
          <p:spPr>
            <a:xfrm>
              <a:off x="5921233" y="2240539"/>
              <a:ext cx="49782" cy="55819"/>
            </a:xfrm>
            <a:custGeom>
              <a:avLst/>
              <a:gdLst/>
              <a:ahLst/>
              <a:cxnLst/>
              <a:rect l="l" t="t" r="r" b="b"/>
              <a:pathLst>
                <a:path w="1905" h="2136" extrusionOk="0">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64"/>
            <p:cNvSpPr/>
            <p:nvPr/>
          </p:nvSpPr>
          <p:spPr>
            <a:xfrm>
              <a:off x="5854883" y="2240539"/>
              <a:ext cx="49782" cy="55819"/>
            </a:xfrm>
            <a:custGeom>
              <a:avLst/>
              <a:gdLst/>
              <a:ahLst/>
              <a:cxnLst/>
              <a:rect l="l" t="t" r="r" b="b"/>
              <a:pathLst>
                <a:path w="1905" h="2136" extrusionOk="0">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64"/>
            <p:cNvSpPr/>
            <p:nvPr/>
          </p:nvSpPr>
          <p:spPr>
            <a:xfrm>
              <a:off x="5788794" y="2240539"/>
              <a:ext cx="49782" cy="55819"/>
            </a:xfrm>
            <a:custGeom>
              <a:avLst/>
              <a:gdLst/>
              <a:ahLst/>
              <a:cxnLst/>
              <a:rect l="l" t="t" r="r" b="b"/>
              <a:pathLst>
                <a:path w="1905" h="2136" extrusionOk="0">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64"/>
            <p:cNvSpPr/>
            <p:nvPr/>
          </p:nvSpPr>
          <p:spPr>
            <a:xfrm>
              <a:off x="5757644" y="2292308"/>
              <a:ext cx="360628" cy="18868"/>
            </a:xfrm>
            <a:custGeom>
              <a:avLst/>
              <a:gdLst/>
              <a:ahLst/>
              <a:cxnLst/>
              <a:rect l="l" t="t" r="r" b="b"/>
              <a:pathLst>
                <a:path w="13800" h="722" extrusionOk="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64"/>
            <p:cNvSpPr/>
            <p:nvPr/>
          </p:nvSpPr>
          <p:spPr>
            <a:xfrm>
              <a:off x="5757644" y="2292308"/>
              <a:ext cx="360628" cy="18868"/>
            </a:xfrm>
            <a:custGeom>
              <a:avLst/>
              <a:gdLst/>
              <a:ahLst/>
              <a:cxnLst/>
              <a:rect l="l" t="t" r="r" b="b"/>
              <a:pathLst>
                <a:path w="13800" h="722" extrusionOk="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3" name="Google Shape;13793;p64"/>
          <p:cNvGrpSpPr/>
          <p:nvPr/>
        </p:nvGrpSpPr>
        <p:grpSpPr>
          <a:xfrm>
            <a:off x="5316162" y="1798826"/>
            <a:ext cx="360628" cy="356839"/>
            <a:chOff x="5317625" y="1983474"/>
            <a:chExt cx="360628" cy="356839"/>
          </a:xfrm>
        </p:grpSpPr>
        <p:sp>
          <p:nvSpPr>
            <p:cNvPr id="13794" name="Google Shape;13794;p64"/>
            <p:cNvSpPr/>
            <p:nvPr/>
          </p:nvSpPr>
          <p:spPr>
            <a:xfrm>
              <a:off x="5642295" y="2050817"/>
              <a:ext cx="22134" cy="199051"/>
            </a:xfrm>
            <a:custGeom>
              <a:avLst/>
              <a:gdLst/>
              <a:ahLst/>
              <a:cxnLst/>
              <a:rect l="l" t="t" r="r" b="b"/>
              <a:pathLst>
                <a:path w="847" h="7617" extrusionOk="0">
                  <a:moveTo>
                    <a:pt x="1" y="0"/>
                  </a:moveTo>
                  <a:lnTo>
                    <a:pt x="1" y="7616"/>
                  </a:lnTo>
                  <a:lnTo>
                    <a:pt x="847" y="7616"/>
                  </a:lnTo>
                  <a:lnTo>
                    <a:pt x="84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64"/>
            <p:cNvSpPr/>
            <p:nvPr/>
          </p:nvSpPr>
          <p:spPr>
            <a:xfrm>
              <a:off x="5653349" y="2050817"/>
              <a:ext cx="10845" cy="199051"/>
            </a:xfrm>
            <a:custGeom>
              <a:avLst/>
              <a:gdLst/>
              <a:ahLst/>
              <a:cxnLst/>
              <a:rect l="l" t="t" r="r" b="b"/>
              <a:pathLst>
                <a:path w="415" h="7617" extrusionOk="0">
                  <a:moveTo>
                    <a:pt x="1" y="0"/>
                  </a:moveTo>
                  <a:lnTo>
                    <a:pt x="1" y="7616"/>
                  </a:lnTo>
                  <a:lnTo>
                    <a:pt x="414" y="7616"/>
                  </a:lnTo>
                  <a:lnTo>
                    <a:pt x="414"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64"/>
            <p:cNvSpPr/>
            <p:nvPr/>
          </p:nvSpPr>
          <p:spPr>
            <a:xfrm>
              <a:off x="5635762" y="2216419"/>
              <a:ext cx="35200" cy="123894"/>
            </a:xfrm>
            <a:custGeom>
              <a:avLst/>
              <a:gdLst/>
              <a:ahLst/>
              <a:cxnLst/>
              <a:rect l="l" t="t" r="r" b="b"/>
              <a:pathLst>
                <a:path w="1347" h="4741" extrusionOk="0">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64"/>
            <p:cNvSpPr/>
            <p:nvPr/>
          </p:nvSpPr>
          <p:spPr>
            <a:xfrm>
              <a:off x="5630980" y="2036732"/>
              <a:ext cx="47274" cy="36220"/>
            </a:xfrm>
            <a:custGeom>
              <a:avLst/>
              <a:gdLst/>
              <a:ahLst/>
              <a:cxnLst/>
              <a:rect l="l" t="t" r="r" b="b"/>
              <a:pathLst>
                <a:path w="1809" h="1386" extrusionOk="0">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64"/>
            <p:cNvSpPr/>
            <p:nvPr/>
          </p:nvSpPr>
          <p:spPr>
            <a:xfrm>
              <a:off x="5461380" y="1986740"/>
              <a:ext cx="48267" cy="48267"/>
            </a:xfrm>
            <a:custGeom>
              <a:avLst/>
              <a:gdLst/>
              <a:ahLst/>
              <a:cxnLst/>
              <a:rect l="l" t="t" r="r" b="b"/>
              <a:pathLst>
                <a:path w="1847" h="1847" extrusionOk="0">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64"/>
            <p:cNvSpPr/>
            <p:nvPr/>
          </p:nvSpPr>
          <p:spPr>
            <a:xfrm>
              <a:off x="5471937" y="1997298"/>
              <a:ext cx="27152" cy="27152"/>
            </a:xfrm>
            <a:custGeom>
              <a:avLst/>
              <a:gdLst/>
              <a:ahLst/>
              <a:cxnLst/>
              <a:rect l="l" t="t" r="r" b="b"/>
              <a:pathLst>
                <a:path w="1039" h="1039" extrusionOk="0">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64"/>
            <p:cNvSpPr/>
            <p:nvPr/>
          </p:nvSpPr>
          <p:spPr>
            <a:xfrm>
              <a:off x="5416380" y="2011932"/>
              <a:ext cx="138241" cy="62248"/>
            </a:xfrm>
            <a:custGeom>
              <a:avLst/>
              <a:gdLst/>
              <a:ahLst/>
              <a:cxnLst/>
              <a:rect l="l" t="t" r="r" b="b"/>
              <a:pathLst>
                <a:path w="5290" h="2382" extrusionOk="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64"/>
            <p:cNvSpPr/>
            <p:nvPr/>
          </p:nvSpPr>
          <p:spPr>
            <a:xfrm>
              <a:off x="5428949" y="2022908"/>
              <a:ext cx="113363" cy="40505"/>
            </a:xfrm>
            <a:custGeom>
              <a:avLst/>
              <a:gdLst/>
              <a:ahLst/>
              <a:cxnLst/>
              <a:rect l="l" t="t" r="r" b="b"/>
              <a:pathLst>
                <a:path w="4338" h="1550" extrusionOk="0">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64"/>
            <p:cNvSpPr/>
            <p:nvPr/>
          </p:nvSpPr>
          <p:spPr>
            <a:xfrm>
              <a:off x="5317625" y="1983474"/>
              <a:ext cx="143023" cy="142997"/>
            </a:xfrm>
            <a:custGeom>
              <a:avLst/>
              <a:gdLst/>
              <a:ahLst/>
              <a:cxnLst/>
              <a:rect l="l" t="t" r="r" b="b"/>
              <a:pathLst>
                <a:path w="5473" h="5472" extrusionOk="0">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64"/>
            <p:cNvSpPr/>
            <p:nvPr/>
          </p:nvSpPr>
          <p:spPr>
            <a:xfrm>
              <a:off x="5338740" y="2004328"/>
              <a:ext cx="129696" cy="122744"/>
            </a:xfrm>
            <a:custGeom>
              <a:avLst/>
              <a:gdLst/>
              <a:ahLst/>
              <a:cxnLst/>
              <a:rect l="l" t="t" r="r" b="b"/>
              <a:pathLst>
                <a:path w="4963" h="4697" extrusionOk="0">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64"/>
            <p:cNvSpPr/>
            <p:nvPr/>
          </p:nvSpPr>
          <p:spPr>
            <a:xfrm>
              <a:off x="5318383" y="2001897"/>
              <a:ext cx="123659" cy="105993"/>
            </a:xfrm>
            <a:custGeom>
              <a:avLst/>
              <a:gdLst/>
              <a:ahLst/>
              <a:cxnLst/>
              <a:rect l="l" t="t" r="r" b="b"/>
              <a:pathLst>
                <a:path w="4732" h="4056" extrusionOk="0">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64"/>
            <p:cNvSpPr/>
            <p:nvPr/>
          </p:nvSpPr>
          <p:spPr>
            <a:xfrm>
              <a:off x="5328940" y="2009842"/>
              <a:ext cx="120392" cy="90131"/>
            </a:xfrm>
            <a:custGeom>
              <a:avLst/>
              <a:gdLst/>
              <a:ahLst/>
              <a:cxnLst/>
              <a:rect l="l" t="t" r="r" b="b"/>
              <a:pathLst>
                <a:path w="4607" h="3449" extrusionOk="0">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64"/>
            <p:cNvSpPr/>
            <p:nvPr/>
          </p:nvSpPr>
          <p:spPr>
            <a:xfrm>
              <a:off x="5357346" y="2023169"/>
              <a:ext cx="80932" cy="76255"/>
            </a:xfrm>
            <a:custGeom>
              <a:avLst/>
              <a:gdLst/>
              <a:ahLst/>
              <a:cxnLst/>
              <a:rect l="l" t="t" r="r" b="b"/>
              <a:pathLst>
                <a:path w="3097" h="2918" extrusionOk="0">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64"/>
            <p:cNvSpPr/>
            <p:nvPr/>
          </p:nvSpPr>
          <p:spPr>
            <a:xfrm>
              <a:off x="5510378" y="1983474"/>
              <a:ext cx="142997" cy="142997"/>
            </a:xfrm>
            <a:custGeom>
              <a:avLst/>
              <a:gdLst/>
              <a:ahLst/>
              <a:cxnLst/>
              <a:rect l="l" t="t" r="r" b="b"/>
              <a:pathLst>
                <a:path w="5472" h="5472" extrusionOk="0">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64"/>
            <p:cNvSpPr/>
            <p:nvPr/>
          </p:nvSpPr>
          <p:spPr>
            <a:xfrm>
              <a:off x="5531232" y="2004328"/>
              <a:ext cx="129199" cy="122169"/>
            </a:xfrm>
            <a:custGeom>
              <a:avLst/>
              <a:gdLst/>
              <a:ahLst/>
              <a:cxnLst/>
              <a:rect l="l" t="t" r="r" b="b"/>
              <a:pathLst>
                <a:path w="4944" h="4675" extrusionOk="0">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64"/>
            <p:cNvSpPr/>
            <p:nvPr/>
          </p:nvSpPr>
          <p:spPr>
            <a:xfrm>
              <a:off x="5511136" y="2001897"/>
              <a:ext cx="123659" cy="105993"/>
            </a:xfrm>
            <a:custGeom>
              <a:avLst/>
              <a:gdLst/>
              <a:ahLst/>
              <a:cxnLst/>
              <a:rect l="l" t="t" r="r" b="b"/>
              <a:pathLst>
                <a:path w="4732" h="4056" extrusionOk="0">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64"/>
            <p:cNvSpPr/>
            <p:nvPr/>
          </p:nvSpPr>
          <p:spPr>
            <a:xfrm>
              <a:off x="5521668" y="2009842"/>
              <a:ext cx="120157" cy="90131"/>
            </a:xfrm>
            <a:custGeom>
              <a:avLst/>
              <a:gdLst/>
              <a:ahLst/>
              <a:cxnLst/>
              <a:rect l="l" t="t" r="r" b="b"/>
              <a:pathLst>
                <a:path w="4598" h="3449" extrusionOk="0">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64"/>
            <p:cNvSpPr/>
            <p:nvPr/>
          </p:nvSpPr>
          <p:spPr>
            <a:xfrm>
              <a:off x="5550074" y="2023169"/>
              <a:ext cx="80697" cy="76255"/>
            </a:xfrm>
            <a:custGeom>
              <a:avLst/>
              <a:gdLst/>
              <a:ahLst/>
              <a:cxnLst/>
              <a:rect l="l" t="t" r="r" b="b"/>
              <a:pathLst>
                <a:path w="3088" h="2918" extrusionOk="0">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64"/>
            <p:cNvSpPr/>
            <p:nvPr/>
          </p:nvSpPr>
          <p:spPr>
            <a:xfrm>
              <a:off x="5653349" y="2216419"/>
              <a:ext cx="17378" cy="123894"/>
            </a:xfrm>
            <a:custGeom>
              <a:avLst/>
              <a:gdLst/>
              <a:ahLst/>
              <a:cxnLst/>
              <a:rect l="l" t="t" r="r" b="b"/>
              <a:pathLst>
                <a:path w="665" h="4741" extrusionOk="0">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3" name="Google Shape;13813;p64"/>
          <p:cNvGrpSpPr/>
          <p:nvPr/>
        </p:nvGrpSpPr>
        <p:grpSpPr>
          <a:xfrm>
            <a:off x="6180364" y="2279037"/>
            <a:ext cx="360629" cy="282989"/>
            <a:chOff x="6181827" y="2463685"/>
            <a:chExt cx="360629" cy="282989"/>
          </a:xfrm>
        </p:grpSpPr>
        <p:sp>
          <p:nvSpPr>
            <p:cNvPr id="13814" name="Google Shape;13814;p64"/>
            <p:cNvSpPr/>
            <p:nvPr/>
          </p:nvSpPr>
          <p:spPr>
            <a:xfrm>
              <a:off x="6274545" y="2463685"/>
              <a:ext cx="255837" cy="32430"/>
            </a:xfrm>
            <a:custGeom>
              <a:avLst/>
              <a:gdLst/>
              <a:ahLst/>
              <a:cxnLst/>
              <a:rect l="l" t="t" r="r" b="b"/>
              <a:pathLst>
                <a:path w="9790" h="1241" extrusionOk="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64"/>
            <p:cNvSpPr/>
            <p:nvPr/>
          </p:nvSpPr>
          <p:spPr>
            <a:xfrm>
              <a:off x="6243891" y="2463685"/>
              <a:ext cx="255837" cy="282989"/>
            </a:xfrm>
            <a:custGeom>
              <a:avLst/>
              <a:gdLst/>
              <a:ahLst/>
              <a:cxnLst/>
              <a:rect l="l" t="t" r="r" b="b"/>
              <a:pathLst>
                <a:path w="9790" h="10829" extrusionOk="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64"/>
            <p:cNvSpPr/>
            <p:nvPr/>
          </p:nvSpPr>
          <p:spPr>
            <a:xfrm>
              <a:off x="6400190" y="2463685"/>
              <a:ext cx="99277" cy="282989"/>
            </a:xfrm>
            <a:custGeom>
              <a:avLst/>
              <a:gdLst/>
              <a:ahLst/>
              <a:cxnLst/>
              <a:rect l="l" t="t" r="r" b="b"/>
              <a:pathLst>
                <a:path w="3799" h="10829" extrusionOk="0">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64"/>
            <p:cNvSpPr/>
            <p:nvPr/>
          </p:nvSpPr>
          <p:spPr>
            <a:xfrm>
              <a:off x="6181827" y="2713982"/>
              <a:ext cx="255576" cy="32692"/>
            </a:xfrm>
            <a:custGeom>
              <a:avLst/>
              <a:gdLst/>
              <a:ahLst/>
              <a:cxnLst/>
              <a:rect l="l" t="t" r="r" b="b"/>
              <a:pathLst>
                <a:path w="9780" h="1251" extrusionOk="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64"/>
            <p:cNvSpPr/>
            <p:nvPr/>
          </p:nvSpPr>
          <p:spPr>
            <a:xfrm>
              <a:off x="6386131" y="2558598"/>
              <a:ext cx="156325" cy="97344"/>
            </a:xfrm>
            <a:custGeom>
              <a:avLst/>
              <a:gdLst/>
              <a:ahLst/>
              <a:cxnLst/>
              <a:rect l="l" t="t" r="r" b="b"/>
              <a:pathLst>
                <a:path w="5982" h="3725" extrusionOk="0">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64"/>
            <p:cNvSpPr/>
            <p:nvPr/>
          </p:nvSpPr>
          <p:spPr>
            <a:xfrm>
              <a:off x="6386131" y="2558650"/>
              <a:ext cx="156325" cy="97291"/>
            </a:xfrm>
            <a:custGeom>
              <a:avLst/>
              <a:gdLst/>
              <a:ahLst/>
              <a:cxnLst/>
              <a:rect l="l" t="t" r="r" b="b"/>
              <a:pathLst>
                <a:path w="5982" h="3723" extrusionOk="0">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64"/>
            <p:cNvSpPr/>
            <p:nvPr/>
          </p:nvSpPr>
          <p:spPr>
            <a:xfrm>
              <a:off x="6358718" y="2580941"/>
              <a:ext cx="122927" cy="112187"/>
            </a:xfrm>
            <a:custGeom>
              <a:avLst/>
              <a:gdLst/>
              <a:ahLst/>
              <a:cxnLst/>
              <a:rect l="l" t="t" r="r" b="b"/>
              <a:pathLst>
                <a:path w="4704" h="4293" extrusionOk="0">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1" name="Google Shape;13821;p64"/>
            <p:cNvSpPr/>
            <p:nvPr/>
          </p:nvSpPr>
          <p:spPr>
            <a:xfrm>
              <a:off x="6277576" y="2518955"/>
              <a:ext cx="168868" cy="10584"/>
            </a:xfrm>
            <a:custGeom>
              <a:avLst/>
              <a:gdLst/>
              <a:ahLst/>
              <a:cxnLst/>
              <a:rect l="l" t="t" r="r" b="b"/>
              <a:pathLst>
                <a:path w="6462" h="405" extrusionOk="0">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64"/>
            <p:cNvSpPr/>
            <p:nvPr/>
          </p:nvSpPr>
          <p:spPr>
            <a:xfrm>
              <a:off x="6277576" y="2680794"/>
              <a:ext cx="69382" cy="10584"/>
            </a:xfrm>
            <a:custGeom>
              <a:avLst/>
              <a:gdLst/>
              <a:ahLst/>
              <a:cxnLst/>
              <a:rect l="l" t="t" r="r" b="b"/>
              <a:pathLst>
                <a:path w="2655" h="405" extrusionOk="0">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64"/>
            <p:cNvSpPr/>
            <p:nvPr/>
          </p:nvSpPr>
          <p:spPr>
            <a:xfrm>
              <a:off x="6277576" y="2626778"/>
              <a:ext cx="91490" cy="10584"/>
            </a:xfrm>
            <a:custGeom>
              <a:avLst/>
              <a:gdLst/>
              <a:ahLst/>
              <a:cxnLst/>
              <a:rect l="l" t="t" r="r" b="b"/>
              <a:pathLst>
                <a:path w="3501" h="405" extrusionOk="0">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64"/>
            <p:cNvSpPr/>
            <p:nvPr/>
          </p:nvSpPr>
          <p:spPr>
            <a:xfrm>
              <a:off x="6277576" y="2572736"/>
              <a:ext cx="129173" cy="10584"/>
            </a:xfrm>
            <a:custGeom>
              <a:avLst/>
              <a:gdLst/>
              <a:ahLst/>
              <a:cxnLst/>
              <a:rect l="l" t="t" r="r" b="b"/>
              <a:pathLst>
                <a:path w="4943" h="405" extrusionOk="0">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5" name="Google Shape;13825;p64"/>
          <p:cNvGrpSpPr/>
          <p:nvPr/>
        </p:nvGrpSpPr>
        <p:grpSpPr>
          <a:xfrm>
            <a:off x="5344830" y="3156044"/>
            <a:ext cx="291247" cy="360629"/>
            <a:chOff x="5346292" y="3340691"/>
            <a:chExt cx="291247" cy="360628"/>
          </a:xfrm>
        </p:grpSpPr>
        <p:sp>
          <p:nvSpPr>
            <p:cNvPr id="13826" name="Google Shape;13826;p64"/>
            <p:cNvSpPr/>
            <p:nvPr/>
          </p:nvSpPr>
          <p:spPr>
            <a:xfrm>
              <a:off x="5479202" y="3340691"/>
              <a:ext cx="25166" cy="31934"/>
            </a:xfrm>
            <a:custGeom>
              <a:avLst/>
              <a:gdLst/>
              <a:ahLst/>
              <a:cxnLst/>
              <a:rect l="l" t="t" r="r" b="b"/>
              <a:pathLst>
                <a:path w="963" h="1222" extrusionOk="0">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64"/>
            <p:cNvSpPr/>
            <p:nvPr/>
          </p:nvSpPr>
          <p:spPr>
            <a:xfrm>
              <a:off x="5492033" y="3340691"/>
              <a:ext cx="12596" cy="31934"/>
            </a:xfrm>
            <a:custGeom>
              <a:avLst/>
              <a:gdLst/>
              <a:ahLst/>
              <a:cxnLst/>
              <a:rect l="l" t="t" r="r" b="b"/>
              <a:pathLst>
                <a:path w="482" h="1222" extrusionOk="0">
                  <a:moveTo>
                    <a:pt x="0" y="0"/>
                  </a:moveTo>
                  <a:lnTo>
                    <a:pt x="0" y="1222"/>
                  </a:lnTo>
                  <a:lnTo>
                    <a:pt x="481" y="1222"/>
                  </a:lnTo>
                  <a:lnTo>
                    <a:pt x="481" y="116"/>
                  </a:lnTo>
                  <a:cubicBezTo>
                    <a:pt x="481" y="48"/>
                    <a:pt x="433" y="0"/>
                    <a:pt x="366"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64"/>
            <p:cNvSpPr/>
            <p:nvPr/>
          </p:nvSpPr>
          <p:spPr>
            <a:xfrm>
              <a:off x="5427199" y="3605048"/>
              <a:ext cx="132204" cy="11342"/>
            </a:xfrm>
            <a:custGeom>
              <a:avLst/>
              <a:gdLst/>
              <a:ahLst/>
              <a:cxnLst/>
              <a:rect l="l" t="t" r="r" b="b"/>
              <a:pathLst>
                <a:path w="5059" h="434" extrusionOk="0">
                  <a:moveTo>
                    <a:pt x="0" y="0"/>
                  </a:moveTo>
                  <a:lnTo>
                    <a:pt x="0" y="433"/>
                  </a:lnTo>
                  <a:lnTo>
                    <a:pt x="5058" y="433"/>
                  </a:lnTo>
                  <a:lnTo>
                    <a:pt x="5058" y="0"/>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64"/>
            <p:cNvSpPr/>
            <p:nvPr/>
          </p:nvSpPr>
          <p:spPr>
            <a:xfrm>
              <a:off x="5480718" y="3463566"/>
              <a:ext cx="22396" cy="205323"/>
            </a:xfrm>
            <a:custGeom>
              <a:avLst/>
              <a:gdLst/>
              <a:ahLst/>
              <a:cxnLst/>
              <a:rect l="l" t="t" r="r" b="b"/>
              <a:pathLst>
                <a:path w="857" h="7857" extrusionOk="0">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64"/>
            <p:cNvSpPr/>
            <p:nvPr/>
          </p:nvSpPr>
          <p:spPr>
            <a:xfrm>
              <a:off x="5486493" y="3463566"/>
              <a:ext cx="16620" cy="205323"/>
            </a:xfrm>
            <a:custGeom>
              <a:avLst/>
              <a:gdLst/>
              <a:ahLst/>
              <a:cxnLst/>
              <a:rect l="l" t="t" r="r" b="b"/>
              <a:pathLst>
                <a:path w="636" h="7857" extrusionOk="0">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64"/>
            <p:cNvSpPr/>
            <p:nvPr/>
          </p:nvSpPr>
          <p:spPr>
            <a:xfrm>
              <a:off x="5502068" y="3448488"/>
              <a:ext cx="96795" cy="252832"/>
            </a:xfrm>
            <a:custGeom>
              <a:avLst/>
              <a:gdLst/>
              <a:ahLst/>
              <a:cxnLst/>
              <a:rect l="l" t="t" r="r" b="b"/>
              <a:pathLst>
                <a:path w="3704" h="9675" extrusionOk="0">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64"/>
            <p:cNvSpPr/>
            <p:nvPr/>
          </p:nvSpPr>
          <p:spPr>
            <a:xfrm>
              <a:off x="5514141" y="3448488"/>
              <a:ext cx="84722" cy="252832"/>
            </a:xfrm>
            <a:custGeom>
              <a:avLst/>
              <a:gdLst/>
              <a:ahLst/>
              <a:cxnLst/>
              <a:rect l="l" t="t" r="r" b="b"/>
              <a:pathLst>
                <a:path w="3242" h="9675" extrusionOk="0">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3" name="Google Shape;13833;p64"/>
            <p:cNvSpPr/>
            <p:nvPr/>
          </p:nvSpPr>
          <p:spPr>
            <a:xfrm>
              <a:off x="5385230" y="3448488"/>
              <a:ext cx="96533" cy="252832"/>
            </a:xfrm>
            <a:custGeom>
              <a:avLst/>
              <a:gdLst/>
              <a:ahLst/>
              <a:cxnLst/>
              <a:rect l="l" t="t" r="r" b="b"/>
              <a:pathLst>
                <a:path w="3694" h="9675" extrusionOk="0">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64"/>
            <p:cNvSpPr/>
            <p:nvPr/>
          </p:nvSpPr>
          <p:spPr>
            <a:xfrm>
              <a:off x="5391502" y="3448488"/>
              <a:ext cx="90262" cy="252832"/>
            </a:xfrm>
            <a:custGeom>
              <a:avLst/>
              <a:gdLst/>
              <a:ahLst/>
              <a:cxnLst/>
              <a:rect l="l" t="t" r="r" b="b"/>
              <a:pathLst>
                <a:path w="3454" h="9675" extrusionOk="0">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64"/>
            <p:cNvSpPr/>
            <p:nvPr/>
          </p:nvSpPr>
          <p:spPr>
            <a:xfrm>
              <a:off x="5490518" y="3549751"/>
              <a:ext cx="3031" cy="2300"/>
            </a:xfrm>
            <a:custGeom>
              <a:avLst/>
              <a:gdLst/>
              <a:ahLst/>
              <a:cxnLst/>
              <a:rect l="l" t="t" r="r" b="b"/>
              <a:pathLst>
                <a:path w="116" h="88" extrusionOk="0">
                  <a:moveTo>
                    <a:pt x="58" y="1"/>
                  </a:moveTo>
                  <a:cubicBezTo>
                    <a:pt x="1" y="1"/>
                    <a:pt x="1" y="87"/>
                    <a:pt x="58" y="87"/>
                  </a:cubicBezTo>
                  <a:cubicBezTo>
                    <a:pt x="116" y="87"/>
                    <a:pt x="116" y="1"/>
                    <a:pt x="5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64"/>
            <p:cNvSpPr/>
            <p:nvPr/>
          </p:nvSpPr>
          <p:spPr>
            <a:xfrm>
              <a:off x="5360352" y="3373357"/>
              <a:ext cx="263128" cy="180210"/>
            </a:xfrm>
            <a:custGeom>
              <a:avLst/>
              <a:gdLst/>
              <a:ahLst/>
              <a:cxnLst/>
              <a:rect l="l" t="t" r="r" b="b"/>
              <a:pathLst>
                <a:path w="10069" h="6896" extrusionOk="0">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64"/>
            <p:cNvSpPr/>
            <p:nvPr/>
          </p:nvSpPr>
          <p:spPr>
            <a:xfrm>
              <a:off x="5579237" y="3373357"/>
              <a:ext cx="44242" cy="180210"/>
            </a:xfrm>
            <a:custGeom>
              <a:avLst/>
              <a:gdLst/>
              <a:ahLst/>
              <a:cxnLst/>
              <a:rect l="l" t="t" r="r" b="b"/>
              <a:pathLst>
                <a:path w="1693" h="6896" extrusionOk="0">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64"/>
            <p:cNvSpPr/>
            <p:nvPr/>
          </p:nvSpPr>
          <p:spPr>
            <a:xfrm>
              <a:off x="5459603" y="3362303"/>
              <a:ext cx="64364" cy="22134"/>
            </a:xfrm>
            <a:custGeom>
              <a:avLst/>
              <a:gdLst/>
              <a:ahLst/>
              <a:cxnLst/>
              <a:rect l="l" t="t" r="r" b="b"/>
              <a:pathLst>
                <a:path w="2463" h="847" extrusionOk="0">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64"/>
            <p:cNvSpPr/>
            <p:nvPr/>
          </p:nvSpPr>
          <p:spPr>
            <a:xfrm>
              <a:off x="5385988" y="3413314"/>
              <a:ext cx="215123" cy="108842"/>
            </a:xfrm>
            <a:custGeom>
              <a:avLst/>
              <a:gdLst/>
              <a:ahLst/>
              <a:cxnLst/>
              <a:rect l="l" t="t" r="r" b="b"/>
              <a:pathLst>
                <a:path w="8232" h="4165" extrusionOk="0">
                  <a:moveTo>
                    <a:pt x="5289" y="0"/>
                  </a:moveTo>
                  <a:lnTo>
                    <a:pt x="2751" y="3260"/>
                  </a:lnTo>
                  <a:lnTo>
                    <a:pt x="1779" y="1876"/>
                  </a:lnTo>
                  <a:lnTo>
                    <a:pt x="0" y="4164"/>
                  </a:lnTo>
                  <a:lnTo>
                    <a:pt x="8232" y="4164"/>
                  </a:lnTo>
                  <a:lnTo>
                    <a:pt x="528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64"/>
            <p:cNvSpPr/>
            <p:nvPr/>
          </p:nvSpPr>
          <p:spPr>
            <a:xfrm>
              <a:off x="5432477" y="3462312"/>
              <a:ext cx="41995" cy="59843"/>
            </a:xfrm>
            <a:custGeom>
              <a:avLst/>
              <a:gdLst/>
              <a:ahLst/>
              <a:cxnLst/>
              <a:rect l="l" t="t" r="r" b="b"/>
              <a:pathLst>
                <a:path w="1607" h="2290" extrusionOk="0">
                  <a:moveTo>
                    <a:pt x="0" y="1"/>
                  </a:moveTo>
                  <a:lnTo>
                    <a:pt x="683" y="2289"/>
                  </a:lnTo>
                  <a:lnTo>
                    <a:pt x="1606" y="2289"/>
                  </a:lnTo>
                  <a:lnTo>
                    <a:pt x="0"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64"/>
            <p:cNvSpPr/>
            <p:nvPr/>
          </p:nvSpPr>
          <p:spPr>
            <a:xfrm>
              <a:off x="5524202" y="3413314"/>
              <a:ext cx="76908" cy="108842"/>
            </a:xfrm>
            <a:custGeom>
              <a:avLst/>
              <a:gdLst/>
              <a:ahLst/>
              <a:cxnLst/>
              <a:rect l="l" t="t" r="r" b="b"/>
              <a:pathLst>
                <a:path w="2943" h="4165" extrusionOk="0">
                  <a:moveTo>
                    <a:pt x="0" y="0"/>
                  </a:moveTo>
                  <a:lnTo>
                    <a:pt x="1346" y="4164"/>
                  </a:lnTo>
                  <a:lnTo>
                    <a:pt x="2943" y="4164"/>
                  </a:lnTo>
                  <a:lnTo>
                    <a:pt x="0"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64"/>
            <p:cNvSpPr/>
            <p:nvPr/>
          </p:nvSpPr>
          <p:spPr>
            <a:xfrm>
              <a:off x="5360352" y="3522129"/>
              <a:ext cx="263128" cy="31437"/>
            </a:xfrm>
            <a:custGeom>
              <a:avLst/>
              <a:gdLst/>
              <a:ahLst/>
              <a:cxnLst/>
              <a:rect l="l" t="t" r="r" b="b"/>
              <a:pathLst>
                <a:path w="10069" h="1203" extrusionOk="0">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64"/>
            <p:cNvSpPr/>
            <p:nvPr/>
          </p:nvSpPr>
          <p:spPr>
            <a:xfrm>
              <a:off x="5360613" y="3522129"/>
              <a:ext cx="262867" cy="31437"/>
            </a:xfrm>
            <a:custGeom>
              <a:avLst/>
              <a:gdLst/>
              <a:ahLst/>
              <a:cxnLst/>
              <a:rect l="l" t="t" r="r" b="b"/>
              <a:pathLst>
                <a:path w="10059" h="1203" extrusionOk="0">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64"/>
            <p:cNvSpPr/>
            <p:nvPr/>
          </p:nvSpPr>
          <p:spPr>
            <a:xfrm>
              <a:off x="5346292" y="3545753"/>
              <a:ext cx="291247" cy="21873"/>
            </a:xfrm>
            <a:custGeom>
              <a:avLst/>
              <a:gdLst/>
              <a:ahLst/>
              <a:cxnLst/>
              <a:rect l="l" t="t" r="r" b="b"/>
              <a:pathLst>
                <a:path w="11145" h="837" extrusionOk="0">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64"/>
            <p:cNvSpPr/>
            <p:nvPr/>
          </p:nvSpPr>
          <p:spPr>
            <a:xfrm>
              <a:off x="5346292" y="3545753"/>
              <a:ext cx="291247" cy="21873"/>
            </a:xfrm>
            <a:custGeom>
              <a:avLst/>
              <a:gdLst/>
              <a:ahLst/>
              <a:cxnLst/>
              <a:rect l="l" t="t" r="r" b="b"/>
              <a:pathLst>
                <a:path w="11145" h="837" extrusionOk="0">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64"/>
            <p:cNvSpPr/>
            <p:nvPr/>
          </p:nvSpPr>
          <p:spPr>
            <a:xfrm>
              <a:off x="5490256" y="3413314"/>
              <a:ext cx="69147" cy="51533"/>
            </a:xfrm>
            <a:custGeom>
              <a:avLst/>
              <a:gdLst/>
              <a:ahLst/>
              <a:cxnLst/>
              <a:rect l="l" t="t" r="r" b="b"/>
              <a:pathLst>
                <a:path w="2646" h="1972" extrusionOk="0">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64"/>
            <p:cNvSpPr/>
            <p:nvPr/>
          </p:nvSpPr>
          <p:spPr>
            <a:xfrm>
              <a:off x="5524202" y="3413314"/>
              <a:ext cx="35200" cy="49521"/>
            </a:xfrm>
            <a:custGeom>
              <a:avLst/>
              <a:gdLst/>
              <a:ahLst/>
              <a:cxnLst/>
              <a:rect l="l" t="t" r="r" b="b"/>
              <a:pathLst>
                <a:path w="1347" h="1895" extrusionOk="0">
                  <a:moveTo>
                    <a:pt x="0" y="0"/>
                  </a:moveTo>
                  <a:lnTo>
                    <a:pt x="462" y="1433"/>
                  </a:lnTo>
                  <a:lnTo>
                    <a:pt x="1346" y="1895"/>
                  </a:lnTo>
                  <a:lnTo>
                    <a:pt x="0"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64"/>
            <p:cNvSpPr/>
            <p:nvPr/>
          </p:nvSpPr>
          <p:spPr>
            <a:xfrm>
              <a:off x="5406580" y="3462312"/>
              <a:ext cx="42491" cy="39721"/>
            </a:xfrm>
            <a:custGeom>
              <a:avLst/>
              <a:gdLst/>
              <a:ahLst/>
              <a:cxnLst/>
              <a:rect l="l" t="t" r="r" b="b"/>
              <a:pathLst>
                <a:path w="1626" h="1520" extrusionOk="0">
                  <a:moveTo>
                    <a:pt x="991" y="1"/>
                  </a:moveTo>
                  <a:lnTo>
                    <a:pt x="1" y="1270"/>
                  </a:lnTo>
                  <a:lnTo>
                    <a:pt x="722" y="1145"/>
                  </a:lnTo>
                  <a:lnTo>
                    <a:pt x="982" y="1520"/>
                  </a:lnTo>
                  <a:lnTo>
                    <a:pt x="1626" y="904"/>
                  </a:lnTo>
                  <a:lnTo>
                    <a:pt x="9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64"/>
            <p:cNvSpPr/>
            <p:nvPr/>
          </p:nvSpPr>
          <p:spPr>
            <a:xfrm>
              <a:off x="5432477" y="3462312"/>
              <a:ext cx="16594" cy="30680"/>
            </a:xfrm>
            <a:custGeom>
              <a:avLst/>
              <a:gdLst/>
              <a:ahLst/>
              <a:cxnLst/>
              <a:rect l="l" t="t" r="r" b="b"/>
              <a:pathLst>
                <a:path w="635" h="1174" extrusionOk="0">
                  <a:moveTo>
                    <a:pt x="0" y="1"/>
                  </a:moveTo>
                  <a:lnTo>
                    <a:pt x="346" y="1174"/>
                  </a:lnTo>
                  <a:lnTo>
                    <a:pt x="635" y="904"/>
                  </a:lnTo>
                  <a:lnTo>
                    <a:pt x="0"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64"/>
            <p:cNvSpPr/>
            <p:nvPr/>
          </p:nvSpPr>
          <p:spPr>
            <a:xfrm>
              <a:off x="5491772" y="3362303"/>
              <a:ext cx="32195" cy="22134"/>
            </a:xfrm>
            <a:custGeom>
              <a:avLst/>
              <a:gdLst/>
              <a:ahLst/>
              <a:cxnLst/>
              <a:rect l="l" t="t" r="r" b="b"/>
              <a:pathLst>
                <a:path w="1232" h="847" extrusionOk="0">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1" name="Google Shape;13851;p64"/>
          <p:cNvGrpSpPr/>
          <p:nvPr/>
        </p:nvGrpSpPr>
        <p:grpSpPr>
          <a:xfrm>
            <a:off x="7967801" y="1797049"/>
            <a:ext cx="337763" cy="360393"/>
            <a:chOff x="7969264" y="1981697"/>
            <a:chExt cx="337763" cy="360393"/>
          </a:xfrm>
        </p:grpSpPr>
        <p:sp>
          <p:nvSpPr>
            <p:cNvPr id="13852" name="Google Shape;13852;p64"/>
            <p:cNvSpPr/>
            <p:nvPr/>
          </p:nvSpPr>
          <p:spPr>
            <a:xfrm>
              <a:off x="8035353" y="2032159"/>
              <a:ext cx="271673" cy="247109"/>
            </a:xfrm>
            <a:custGeom>
              <a:avLst/>
              <a:gdLst/>
              <a:ahLst/>
              <a:cxnLst/>
              <a:rect l="l" t="t" r="r" b="b"/>
              <a:pathLst>
                <a:path w="10396" h="9456" extrusionOk="0">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64"/>
            <p:cNvSpPr/>
            <p:nvPr/>
          </p:nvSpPr>
          <p:spPr>
            <a:xfrm>
              <a:off x="8229596" y="2136244"/>
              <a:ext cx="77431" cy="76934"/>
            </a:xfrm>
            <a:custGeom>
              <a:avLst/>
              <a:gdLst/>
              <a:ahLst/>
              <a:cxnLst/>
              <a:rect l="l" t="t" r="r" b="b"/>
              <a:pathLst>
                <a:path w="2963" h="2944" extrusionOk="0">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64"/>
            <p:cNvSpPr/>
            <p:nvPr/>
          </p:nvSpPr>
          <p:spPr>
            <a:xfrm>
              <a:off x="8208480" y="2092786"/>
              <a:ext cx="96533" cy="92744"/>
            </a:xfrm>
            <a:custGeom>
              <a:avLst/>
              <a:gdLst/>
              <a:ahLst/>
              <a:cxnLst/>
              <a:rect l="l" t="t" r="r" b="b"/>
              <a:pathLst>
                <a:path w="3694" h="3549" extrusionOk="0">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5" name="Google Shape;13855;p64"/>
            <p:cNvSpPr/>
            <p:nvPr/>
          </p:nvSpPr>
          <p:spPr>
            <a:xfrm>
              <a:off x="8186634" y="2049302"/>
              <a:ext cx="116865" cy="108084"/>
            </a:xfrm>
            <a:custGeom>
              <a:avLst/>
              <a:gdLst/>
              <a:ahLst/>
              <a:cxnLst/>
              <a:rect l="l" t="t" r="r" b="b"/>
              <a:pathLst>
                <a:path w="4472" h="4136" extrusionOk="0">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6" name="Google Shape;13856;p64"/>
            <p:cNvSpPr/>
            <p:nvPr/>
          </p:nvSpPr>
          <p:spPr>
            <a:xfrm>
              <a:off x="8165257" y="2033465"/>
              <a:ext cx="100297" cy="95514"/>
            </a:xfrm>
            <a:custGeom>
              <a:avLst/>
              <a:gdLst/>
              <a:ahLst/>
              <a:cxnLst/>
              <a:rect l="l" t="t" r="r" b="b"/>
              <a:pathLst>
                <a:path w="3838" h="3655" extrusionOk="0">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64"/>
            <p:cNvSpPr/>
            <p:nvPr/>
          </p:nvSpPr>
          <p:spPr>
            <a:xfrm>
              <a:off x="8079830" y="1981697"/>
              <a:ext cx="205820" cy="288529"/>
            </a:xfrm>
            <a:custGeom>
              <a:avLst/>
              <a:gdLst/>
              <a:ahLst/>
              <a:cxnLst/>
              <a:rect l="l" t="t" r="r" b="b"/>
              <a:pathLst>
                <a:path w="7876" h="11041" extrusionOk="0">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64"/>
            <p:cNvSpPr/>
            <p:nvPr/>
          </p:nvSpPr>
          <p:spPr>
            <a:xfrm>
              <a:off x="8258995" y="2031453"/>
              <a:ext cx="26655" cy="95279"/>
            </a:xfrm>
            <a:custGeom>
              <a:avLst/>
              <a:gdLst/>
              <a:ahLst/>
              <a:cxnLst/>
              <a:rect l="l" t="t" r="r" b="b"/>
              <a:pathLst>
                <a:path w="1020" h="3646" extrusionOk="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64"/>
            <p:cNvSpPr/>
            <p:nvPr/>
          </p:nvSpPr>
          <p:spPr>
            <a:xfrm>
              <a:off x="8223298" y="2006836"/>
              <a:ext cx="26916" cy="120131"/>
            </a:xfrm>
            <a:custGeom>
              <a:avLst/>
              <a:gdLst/>
              <a:ahLst/>
              <a:cxnLst/>
              <a:rect l="l" t="t" r="r" b="b"/>
              <a:pathLst>
                <a:path w="1030" h="4597" extrusionOk="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64"/>
            <p:cNvSpPr/>
            <p:nvPr/>
          </p:nvSpPr>
          <p:spPr>
            <a:xfrm>
              <a:off x="8187627" y="1981697"/>
              <a:ext cx="26916" cy="145271"/>
            </a:xfrm>
            <a:custGeom>
              <a:avLst/>
              <a:gdLst/>
              <a:ahLst/>
              <a:cxnLst/>
              <a:rect l="l" t="t" r="r" b="b"/>
              <a:pathLst>
                <a:path w="1030" h="5559" extrusionOk="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64"/>
            <p:cNvSpPr/>
            <p:nvPr/>
          </p:nvSpPr>
          <p:spPr>
            <a:xfrm>
              <a:off x="8152191" y="2002315"/>
              <a:ext cx="26655" cy="124652"/>
            </a:xfrm>
            <a:custGeom>
              <a:avLst/>
              <a:gdLst/>
              <a:ahLst/>
              <a:cxnLst/>
              <a:rect l="l" t="t" r="r" b="b"/>
              <a:pathLst>
                <a:path w="1020" h="4770" extrusionOk="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64"/>
            <p:cNvSpPr/>
            <p:nvPr/>
          </p:nvSpPr>
          <p:spPr>
            <a:xfrm>
              <a:off x="8013741" y="2173823"/>
              <a:ext cx="106072" cy="122588"/>
            </a:xfrm>
            <a:custGeom>
              <a:avLst/>
              <a:gdLst/>
              <a:ahLst/>
              <a:cxnLst/>
              <a:rect l="l" t="t" r="r" b="b"/>
              <a:pathLst>
                <a:path w="4059" h="4691" extrusionOk="0">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64"/>
            <p:cNvSpPr/>
            <p:nvPr/>
          </p:nvSpPr>
          <p:spPr>
            <a:xfrm>
              <a:off x="8053436" y="2226977"/>
              <a:ext cx="66377" cy="69539"/>
            </a:xfrm>
            <a:custGeom>
              <a:avLst/>
              <a:gdLst/>
              <a:ahLst/>
              <a:cxnLst/>
              <a:rect l="l" t="t" r="r" b="b"/>
              <a:pathLst>
                <a:path w="2540" h="2661" extrusionOk="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64"/>
            <p:cNvSpPr/>
            <p:nvPr/>
          </p:nvSpPr>
          <p:spPr>
            <a:xfrm>
              <a:off x="7969264" y="2183388"/>
              <a:ext cx="135471" cy="149896"/>
            </a:xfrm>
            <a:custGeom>
              <a:avLst/>
              <a:gdLst/>
              <a:ahLst/>
              <a:cxnLst/>
              <a:rect l="l" t="t" r="r" b="b"/>
              <a:pathLst>
                <a:path w="5184" h="5736" extrusionOk="0">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64"/>
            <p:cNvSpPr/>
            <p:nvPr/>
          </p:nvSpPr>
          <p:spPr>
            <a:xfrm>
              <a:off x="8033340" y="2260635"/>
              <a:ext cx="71394" cy="72544"/>
            </a:xfrm>
            <a:custGeom>
              <a:avLst/>
              <a:gdLst/>
              <a:ahLst/>
              <a:cxnLst/>
              <a:rect l="l" t="t" r="r" b="b"/>
              <a:pathLst>
                <a:path w="2732" h="2776" extrusionOk="0">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64"/>
            <p:cNvSpPr/>
            <p:nvPr/>
          </p:nvSpPr>
          <p:spPr>
            <a:xfrm>
              <a:off x="8134604" y="2256114"/>
              <a:ext cx="131211" cy="36455"/>
            </a:xfrm>
            <a:custGeom>
              <a:avLst/>
              <a:gdLst/>
              <a:ahLst/>
              <a:cxnLst/>
              <a:rect l="l" t="t" r="r" b="b"/>
              <a:pathLst>
                <a:path w="5021" h="1395" extrusionOk="0">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64"/>
            <p:cNvSpPr/>
            <p:nvPr/>
          </p:nvSpPr>
          <p:spPr>
            <a:xfrm>
              <a:off x="8200196" y="2256114"/>
              <a:ext cx="65619" cy="36455"/>
            </a:xfrm>
            <a:custGeom>
              <a:avLst/>
              <a:gdLst/>
              <a:ahLst/>
              <a:cxnLst/>
              <a:rect l="l" t="t" r="r" b="b"/>
              <a:pathLst>
                <a:path w="2511" h="1395" extrusionOk="0">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64"/>
            <p:cNvSpPr/>
            <p:nvPr/>
          </p:nvSpPr>
          <p:spPr>
            <a:xfrm>
              <a:off x="8125562" y="2279242"/>
              <a:ext cx="149034" cy="62849"/>
            </a:xfrm>
            <a:custGeom>
              <a:avLst/>
              <a:gdLst/>
              <a:ahLst/>
              <a:cxnLst/>
              <a:rect l="l" t="t" r="r" b="b"/>
              <a:pathLst>
                <a:path w="5703" h="2405" extrusionOk="0">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64"/>
            <p:cNvSpPr/>
            <p:nvPr/>
          </p:nvSpPr>
          <p:spPr>
            <a:xfrm>
              <a:off x="8131076" y="2279242"/>
              <a:ext cx="143520" cy="62587"/>
            </a:xfrm>
            <a:custGeom>
              <a:avLst/>
              <a:gdLst/>
              <a:ahLst/>
              <a:cxnLst/>
              <a:rect l="l" t="t" r="r" b="b"/>
              <a:pathLst>
                <a:path w="5492" h="2395" extrusionOk="0">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0" name="Google Shape;13870;p64"/>
          <p:cNvGrpSpPr/>
          <p:nvPr/>
        </p:nvGrpSpPr>
        <p:grpSpPr>
          <a:xfrm>
            <a:off x="5734570" y="2245352"/>
            <a:ext cx="360890" cy="350332"/>
            <a:chOff x="5736032" y="2430000"/>
            <a:chExt cx="360890" cy="350332"/>
          </a:xfrm>
        </p:grpSpPr>
        <p:sp>
          <p:nvSpPr>
            <p:cNvPr id="13871" name="Google Shape;13871;p64"/>
            <p:cNvSpPr/>
            <p:nvPr/>
          </p:nvSpPr>
          <p:spPr>
            <a:xfrm>
              <a:off x="6072018" y="2447613"/>
              <a:ext cx="18868" cy="332719"/>
            </a:xfrm>
            <a:custGeom>
              <a:avLst/>
              <a:gdLst/>
              <a:ahLst/>
              <a:cxnLst/>
              <a:rect l="l" t="t" r="r" b="b"/>
              <a:pathLst>
                <a:path w="722" h="12732" extrusionOk="0">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64"/>
            <p:cNvSpPr/>
            <p:nvPr/>
          </p:nvSpPr>
          <p:spPr>
            <a:xfrm>
              <a:off x="6076774" y="2447613"/>
              <a:ext cx="14112" cy="332432"/>
            </a:xfrm>
            <a:custGeom>
              <a:avLst/>
              <a:gdLst/>
              <a:ahLst/>
              <a:cxnLst/>
              <a:rect l="l" t="t" r="r" b="b"/>
              <a:pathLst>
                <a:path w="540" h="12721" extrusionOk="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64"/>
            <p:cNvSpPr/>
            <p:nvPr/>
          </p:nvSpPr>
          <p:spPr>
            <a:xfrm>
              <a:off x="5979535" y="2638328"/>
              <a:ext cx="18606" cy="137117"/>
            </a:xfrm>
            <a:custGeom>
              <a:avLst/>
              <a:gdLst/>
              <a:ahLst/>
              <a:cxnLst/>
              <a:rect l="l" t="t" r="r" b="b"/>
              <a:pathLst>
                <a:path w="712" h="5247" extrusionOk="0">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4" name="Google Shape;13874;p64"/>
            <p:cNvSpPr/>
            <p:nvPr/>
          </p:nvSpPr>
          <p:spPr>
            <a:xfrm>
              <a:off x="5984056" y="2638328"/>
              <a:ext cx="14085" cy="138345"/>
            </a:xfrm>
            <a:custGeom>
              <a:avLst/>
              <a:gdLst/>
              <a:ahLst/>
              <a:cxnLst/>
              <a:rect l="l" t="t" r="r" b="b"/>
              <a:pathLst>
                <a:path w="539" h="5294" extrusionOk="0">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64"/>
            <p:cNvSpPr/>
            <p:nvPr/>
          </p:nvSpPr>
          <p:spPr>
            <a:xfrm>
              <a:off x="5736032" y="2430000"/>
              <a:ext cx="360629" cy="122405"/>
            </a:xfrm>
            <a:custGeom>
              <a:avLst/>
              <a:gdLst/>
              <a:ahLst/>
              <a:cxnLst/>
              <a:rect l="l" t="t" r="r" b="b"/>
              <a:pathLst>
                <a:path w="13800" h="4684" extrusionOk="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64"/>
            <p:cNvSpPr/>
            <p:nvPr/>
          </p:nvSpPr>
          <p:spPr>
            <a:xfrm>
              <a:off x="5972505" y="2430000"/>
              <a:ext cx="124417" cy="122405"/>
            </a:xfrm>
            <a:custGeom>
              <a:avLst/>
              <a:gdLst/>
              <a:ahLst/>
              <a:cxnLst/>
              <a:rect l="l" t="t" r="r" b="b"/>
              <a:pathLst>
                <a:path w="4761" h="4684" extrusionOk="0">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64"/>
            <p:cNvSpPr/>
            <p:nvPr/>
          </p:nvSpPr>
          <p:spPr>
            <a:xfrm>
              <a:off x="5750353" y="2455139"/>
              <a:ext cx="156325" cy="84722"/>
            </a:xfrm>
            <a:custGeom>
              <a:avLst/>
              <a:gdLst/>
              <a:ahLst/>
              <a:cxnLst/>
              <a:rect l="l" t="t" r="r" b="b"/>
              <a:pathLst>
                <a:path w="5982" h="3242" extrusionOk="0">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64"/>
            <p:cNvSpPr/>
            <p:nvPr/>
          </p:nvSpPr>
          <p:spPr>
            <a:xfrm>
              <a:off x="5763184" y="2465697"/>
              <a:ext cx="131185" cy="64600"/>
            </a:xfrm>
            <a:custGeom>
              <a:avLst/>
              <a:gdLst/>
              <a:ahLst/>
              <a:cxnLst/>
              <a:rect l="l" t="t" r="r" b="b"/>
              <a:pathLst>
                <a:path w="5020" h="2472" extrusionOk="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64"/>
            <p:cNvSpPr/>
            <p:nvPr/>
          </p:nvSpPr>
          <p:spPr>
            <a:xfrm>
              <a:off x="5926016" y="2455375"/>
              <a:ext cx="156298" cy="84486"/>
            </a:xfrm>
            <a:custGeom>
              <a:avLst/>
              <a:gdLst/>
              <a:ahLst/>
              <a:cxnLst/>
              <a:rect l="l" t="t" r="r" b="b"/>
              <a:pathLst>
                <a:path w="5981" h="3233" extrusionOk="0">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64"/>
            <p:cNvSpPr/>
            <p:nvPr/>
          </p:nvSpPr>
          <p:spPr>
            <a:xfrm>
              <a:off x="5938324" y="2465697"/>
              <a:ext cx="131185" cy="64600"/>
            </a:xfrm>
            <a:custGeom>
              <a:avLst/>
              <a:gdLst/>
              <a:ahLst/>
              <a:cxnLst/>
              <a:rect l="l" t="t" r="r" b="b"/>
              <a:pathLst>
                <a:path w="5020" h="2472" extrusionOk="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64"/>
            <p:cNvSpPr/>
            <p:nvPr/>
          </p:nvSpPr>
          <p:spPr>
            <a:xfrm>
              <a:off x="6000389" y="2465932"/>
              <a:ext cx="69382" cy="64129"/>
            </a:xfrm>
            <a:custGeom>
              <a:avLst/>
              <a:gdLst/>
              <a:ahLst/>
              <a:cxnLst/>
              <a:rect l="l" t="t" r="r" b="b"/>
              <a:pathLst>
                <a:path w="2655" h="2454" extrusionOk="0">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64"/>
            <p:cNvSpPr/>
            <p:nvPr/>
          </p:nvSpPr>
          <p:spPr>
            <a:xfrm>
              <a:off x="5816703" y="2491333"/>
              <a:ext cx="77666" cy="38964"/>
            </a:xfrm>
            <a:custGeom>
              <a:avLst/>
              <a:gdLst/>
              <a:ahLst/>
              <a:cxnLst/>
              <a:rect l="l" t="t" r="r" b="b"/>
              <a:pathLst>
                <a:path w="2972" h="1491" extrusionOk="0">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64"/>
            <p:cNvSpPr/>
            <p:nvPr/>
          </p:nvSpPr>
          <p:spPr>
            <a:xfrm>
              <a:off x="5828751" y="2603990"/>
              <a:ext cx="175192" cy="72831"/>
            </a:xfrm>
            <a:custGeom>
              <a:avLst/>
              <a:gdLst/>
              <a:ahLst/>
              <a:cxnLst/>
              <a:rect l="l" t="t" r="r" b="b"/>
              <a:pathLst>
                <a:path w="6704" h="2787" extrusionOk="0">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64"/>
            <p:cNvSpPr/>
            <p:nvPr/>
          </p:nvSpPr>
          <p:spPr>
            <a:xfrm>
              <a:off x="5828751" y="2636316"/>
              <a:ext cx="175192" cy="40505"/>
            </a:xfrm>
            <a:custGeom>
              <a:avLst/>
              <a:gdLst/>
              <a:ahLst/>
              <a:cxnLst/>
              <a:rect l="l" t="t" r="r" b="b"/>
              <a:pathLst>
                <a:path w="6704" h="1550" extrusionOk="0">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64"/>
            <p:cNvSpPr/>
            <p:nvPr/>
          </p:nvSpPr>
          <p:spPr>
            <a:xfrm>
              <a:off x="5872993" y="2648624"/>
              <a:ext cx="86472" cy="16620"/>
            </a:xfrm>
            <a:custGeom>
              <a:avLst/>
              <a:gdLst/>
              <a:ahLst/>
              <a:cxnLst/>
              <a:rect l="l" t="t" r="r" b="b"/>
              <a:pathLst>
                <a:path w="3309" h="636" extrusionOk="0">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64"/>
            <p:cNvSpPr/>
            <p:nvPr/>
          </p:nvSpPr>
          <p:spPr>
            <a:xfrm>
              <a:off x="5920972" y="2616717"/>
              <a:ext cx="50540" cy="17404"/>
            </a:xfrm>
            <a:custGeom>
              <a:avLst/>
              <a:gdLst/>
              <a:ahLst/>
              <a:cxnLst/>
              <a:rect l="l" t="t" r="r" b="b"/>
              <a:pathLst>
                <a:path w="1934" h="666" extrusionOk="0">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64"/>
            <p:cNvSpPr/>
            <p:nvPr/>
          </p:nvSpPr>
          <p:spPr>
            <a:xfrm>
              <a:off x="5860920" y="2616717"/>
              <a:ext cx="50802" cy="17404"/>
            </a:xfrm>
            <a:custGeom>
              <a:avLst/>
              <a:gdLst/>
              <a:ahLst/>
              <a:cxnLst/>
              <a:rect l="l" t="t" r="r" b="b"/>
              <a:pathLst>
                <a:path w="1944" h="666" extrusionOk="0">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8" name="Google Shape;13888;p64"/>
          <p:cNvGrpSpPr/>
          <p:nvPr/>
        </p:nvGrpSpPr>
        <p:grpSpPr>
          <a:xfrm>
            <a:off x="4876405" y="1811344"/>
            <a:ext cx="360628" cy="331778"/>
            <a:chOff x="4877867" y="1995991"/>
            <a:chExt cx="360628" cy="331778"/>
          </a:xfrm>
        </p:grpSpPr>
        <p:sp>
          <p:nvSpPr>
            <p:cNvPr id="13889" name="Google Shape;13889;p64"/>
            <p:cNvSpPr/>
            <p:nvPr/>
          </p:nvSpPr>
          <p:spPr>
            <a:xfrm>
              <a:off x="5151527" y="2172699"/>
              <a:ext cx="17613" cy="155070"/>
            </a:xfrm>
            <a:custGeom>
              <a:avLst/>
              <a:gdLst/>
              <a:ahLst/>
              <a:cxnLst/>
              <a:rect l="l" t="t" r="r" b="b"/>
              <a:pathLst>
                <a:path w="674" h="5934" extrusionOk="0">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64"/>
            <p:cNvSpPr/>
            <p:nvPr/>
          </p:nvSpPr>
          <p:spPr>
            <a:xfrm>
              <a:off x="5155813" y="2172699"/>
              <a:ext cx="13328" cy="155070"/>
            </a:xfrm>
            <a:custGeom>
              <a:avLst/>
              <a:gdLst/>
              <a:ahLst/>
              <a:cxnLst/>
              <a:rect l="l" t="t" r="r" b="b"/>
              <a:pathLst>
                <a:path w="510" h="5934" extrusionOk="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64"/>
            <p:cNvSpPr/>
            <p:nvPr/>
          </p:nvSpPr>
          <p:spPr>
            <a:xfrm>
              <a:off x="4941709" y="2135748"/>
              <a:ext cx="233206" cy="58877"/>
            </a:xfrm>
            <a:custGeom>
              <a:avLst/>
              <a:gdLst/>
              <a:ahLst/>
              <a:cxnLst/>
              <a:rect l="l" t="t" r="r" b="b"/>
              <a:pathLst>
                <a:path w="8924" h="2253" extrusionOk="0">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64"/>
            <p:cNvSpPr/>
            <p:nvPr/>
          </p:nvSpPr>
          <p:spPr>
            <a:xfrm>
              <a:off x="5217119" y="2012873"/>
              <a:ext cx="17613" cy="314897"/>
            </a:xfrm>
            <a:custGeom>
              <a:avLst/>
              <a:gdLst/>
              <a:ahLst/>
              <a:cxnLst/>
              <a:rect l="l" t="t" r="r" b="b"/>
              <a:pathLst>
                <a:path w="674" h="12050" extrusionOk="0">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64"/>
            <p:cNvSpPr/>
            <p:nvPr/>
          </p:nvSpPr>
          <p:spPr>
            <a:xfrm>
              <a:off x="5221379" y="2012873"/>
              <a:ext cx="13354" cy="314897"/>
            </a:xfrm>
            <a:custGeom>
              <a:avLst/>
              <a:gdLst/>
              <a:ahLst/>
              <a:cxnLst/>
              <a:rect l="l" t="t" r="r" b="b"/>
              <a:pathLst>
                <a:path w="511" h="12050" extrusionOk="0">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64"/>
            <p:cNvSpPr/>
            <p:nvPr/>
          </p:nvSpPr>
          <p:spPr>
            <a:xfrm>
              <a:off x="4877867" y="1995991"/>
              <a:ext cx="360393" cy="119478"/>
            </a:xfrm>
            <a:custGeom>
              <a:avLst/>
              <a:gdLst/>
              <a:ahLst/>
              <a:cxnLst/>
              <a:rect l="l" t="t" r="r" b="b"/>
              <a:pathLst>
                <a:path w="13791" h="4572" extrusionOk="0">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64"/>
            <p:cNvSpPr/>
            <p:nvPr/>
          </p:nvSpPr>
          <p:spPr>
            <a:xfrm>
              <a:off x="5138461" y="1997533"/>
              <a:ext cx="100035" cy="117675"/>
            </a:xfrm>
            <a:custGeom>
              <a:avLst/>
              <a:gdLst/>
              <a:ahLst/>
              <a:cxnLst/>
              <a:rect l="l" t="t" r="r" b="b"/>
              <a:pathLst>
                <a:path w="3828" h="4503" extrusionOk="0">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64"/>
            <p:cNvSpPr/>
            <p:nvPr/>
          </p:nvSpPr>
          <p:spPr>
            <a:xfrm>
              <a:off x="5085438" y="2010077"/>
              <a:ext cx="137222" cy="91568"/>
            </a:xfrm>
            <a:custGeom>
              <a:avLst/>
              <a:gdLst/>
              <a:ahLst/>
              <a:cxnLst/>
              <a:rect l="l" t="t" r="r" b="b"/>
              <a:pathLst>
                <a:path w="5251" h="3504" extrusionOk="0">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64"/>
            <p:cNvSpPr/>
            <p:nvPr/>
          </p:nvSpPr>
          <p:spPr>
            <a:xfrm>
              <a:off x="5089959" y="2014336"/>
              <a:ext cx="127683" cy="83023"/>
            </a:xfrm>
            <a:custGeom>
              <a:avLst/>
              <a:gdLst/>
              <a:ahLst/>
              <a:cxnLst/>
              <a:rect l="l" t="t" r="r" b="b"/>
              <a:pathLst>
                <a:path w="4886" h="3177" extrusionOk="0">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64"/>
            <p:cNvSpPr/>
            <p:nvPr/>
          </p:nvSpPr>
          <p:spPr>
            <a:xfrm>
              <a:off x="4893704" y="2009815"/>
              <a:ext cx="136987" cy="91568"/>
            </a:xfrm>
            <a:custGeom>
              <a:avLst/>
              <a:gdLst/>
              <a:ahLst/>
              <a:cxnLst/>
              <a:rect l="l" t="t" r="r" b="b"/>
              <a:pathLst>
                <a:path w="5242" h="3504" extrusionOk="0">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64"/>
            <p:cNvSpPr/>
            <p:nvPr/>
          </p:nvSpPr>
          <p:spPr>
            <a:xfrm>
              <a:off x="4898721" y="2014101"/>
              <a:ext cx="127683" cy="83023"/>
            </a:xfrm>
            <a:custGeom>
              <a:avLst/>
              <a:gdLst/>
              <a:ahLst/>
              <a:cxnLst/>
              <a:rect l="l" t="t" r="r" b="b"/>
              <a:pathLst>
                <a:path w="4886" h="3177" extrusionOk="0">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64"/>
            <p:cNvSpPr/>
            <p:nvPr/>
          </p:nvSpPr>
          <p:spPr>
            <a:xfrm>
              <a:off x="4940690" y="2017133"/>
              <a:ext cx="85479" cy="79939"/>
            </a:xfrm>
            <a:custGeom>
              <a:avLst/>
              <a:gdLst/>
              <a:ahLst/>
              <a:cxnLst/>
              <a:rect l="l" t="t" r="r" b="b"/>
              <a:pathLst>
                <a:path w="3271" h="3059" extrusionOk="0">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64"/>
            <p:cNvSpPr/>
            <p:nvPr/>
          </p:nvSpPr>
          <p:spPr>
            <a:xfrm>
              <a:off x="5139715" y="2014624"/>
              <a:ext cx="77431" cy="82500"/>
            </a:xfrm>
            <a:custGeom>
              <a:avLst/>
              <a:gdLst/>
              <a:ahLst/>
              <a:cxnLst/>
              <a:rect l="l" t="t" r="r" b="b"/>
              <a:pathLst>
                <a:path w="2963" h="3157" extrusionOk="0">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64"/>
            <p:cNvSpPr/>
            <p:nvPr/>
          </p:nvSpPr>
          <p:spPr>
            <a:xfrm>
              <a:off x="4969096" y="2146802"/>
              <a:ext cx="177675" cy="36716"/>
            </a:xfrm>
            <a:custGeom>
              <a:avLst/>
              <a:gdLst/>
              <a:ahLst/>
              <a:cxnLst/>
              <a:rect l="l" t="t" r="r" b="b"/>
              <a:pathLst>
                <a:path w="6799" h="1405" extrusionOk="0">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3" name="Google Shape;13903;p64"/>
          <p:cNvGrpSpPr/>
          <p:nvPr/>
        </p:nvGrpSpPr>
        <p:grpSpPr>
          <a:xfrm>
            <a:off x="7049427" y="2728856"/>
            <a:ext cx="363529" cy="339513"/>
            <a:chOff x="7050889" y="2913503"/>
            <a:chExt cx="363529" cy="339513"/>
          </a:xfrm>
        </p:grpSpPr>
        <p:sp>
          <p:nvSpPr>
            <p:cNvPr id="13904" name="Google Shape;13904;p64"/>
            <p:cNvSpPr/>
            <p:nvPr/>
          </p:nvSpPr>
          <p:spPr>
            <a:xfrm>
              <a:off x="7057814" y="2913503"/>
              <a:ext cx="217893" cy="268146"/>
            </a:xfrm>
            <a:custGeom>
              <a:avLst/>
              <a:gdLst/>
              <a:ahLst/>
              <a:cxnLst/>
              <a:rect l="l" t="t" r="r" b="b"/>
              <a:pathLst>
                <a:path w="8338" h="10261" extrusionOk="0">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64"/>
            <p:cNvSpPr/>
            <p:nvPr/>
          </p:nvSpPr>
          <p:spPr>
            <a:xfrm>
              <a:off x="7262118" y="2972223"/>
              <a:ext cx="152300" cy="280794"/>
            </a:xfrm>
            <a:custGeom>
              <a:avLst/>
              <a:gdLst/>
              <a:ahLst/>
              <a:cxnLst/>
              <a:rect l="l" t="t" r="r" b="b"/>
              <a:pathLst>
                <a:path w="5828" h="10745" extrusionOk="0">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64"/>
            <p:cNvSpPr/>
            <p:nvPr/>
          </p:nvSpPr>
          <p:spPr>
            <a:xfrm>
              <a:off x="7263373" y="3037136"/>
              <a:ext cx="151046" cy="214626"/>
            </a:xfrm>
            <a:custGeom>
              <a:avLst/>
              <a:gdLst/>
              <a:ahLst/>
              <a:cxnLst/>
              <a:rect l="l" t="t" r="r" b="b"/>
              <a:pathLst>
                <a:path w="5780" h="8213" extrusionOk="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64"/>
            <p:cNvSpPr/>
            <p:nvPr/>
          </p:nvSpPr>
          <p:spPr>
            <a:xfrm>
              <a:off x="7105323" y="2913739"/>
              <a:ext cx="170384" cy="97788"/>
            </a:xfrm>
            <a:custGeom>
              <a:avLst/>
              <a:gdLst/>
              <a:ahLst/>
              <a:cxnLst/>
              <a:rect l="l" t="t" r="r" b="b"/>
              <a:pathLst>
                <a:path w="6520" h="3742" extrusionOk="0">
                  <a:moveTo>
                    <a:pt x="6520" y="1"/>
                  </a:moveTo>
                  <a:lnTo>
                    <a:pt x="0" y="1443"/>
                  </a:lnTo>
                  <a:lnTo>
                    <a:pt x="0" y="3741"/>
                  </a:lnTo>
                  <a:lnTo>
                    <a:pt x="6520" y="2289"/>
                  </a:lnTo>
                  <a:lnTo>
                    <a:pt x="652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64"/>
            <p:cNvSpPr/>
            <p:nvPr/>
          </p:nvSpPr>
          <p:spPr>
            <a:xfrm>
              <a:off x="7082196" y="2913503"/>
              <a:ext cx="193511" cy="267884"/>
            </a:xfrm>
            <a:custGeom>
              <a:avLst/>
              <a:gdLst/>
              <a:ahLst/>
              <a:cxnLst/>
              <a:rect l="l" t="t" r="r" b="b"/>
              <a:pathLst>
                <a:path w="7405" h="10251" extrusionOk="0">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64"/>
            <p:cNvSpPr/>
            <p:nvPr/>
          </p:nvSpPr>
          <p:spPr>
            <a:xfrm>
              <a:off x="7354601" y="3215961"/>
              <a:ext cx="50775" cy="17195"/>
            </a:xfrm>
            <a:custGeom>
              <a:avLst/>
              <a:gdLst/>
              <a:ahLst/>
              <a:cxnLst/>
              <a:rect l="l" t="t" r="r" b="b"/>
              <a:pathLst>
                <a:path w="1943" h="658" extrusionOk="0">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64"/>
            <p:cNvSpPr/>
            <p:nvPr/>
          </p:nvSpPr>
          <p:spPr>
            <a:xfrm>
              <a:off x="7050889" y="3195813"/>
              <a:ext cx="197431" cy="26786"/>
            </a:xfrm>
            <a:custGeom>
              <a:avLst/>
              <a:gdLst/>
              <a:ahLst/>
              <a:cxnLst/>
              <a:rect l="l" t="t" r="r" b="b"/>
              <a:pathLst>
                <a:path w="7555" h="1025" extrusionOk="0">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64"/>
            <p:cNvSpPr/>
            <p:nvPr/>
          </p:nvSpPr>
          <p:spPr>
            <a:xfrm>
              <a:off x="7357371" y="3166361"/>
              <a:ext cx="47509" cy="16803"/>
            </a:xfrm>
            <a:custGeom>
              <a:avLst/>
              <a:gdLst/>
              <a:ahLst/>
              <a:cxnLst/>
              <a:rect l="l" t="t" r="r" b="b"/>
              <a:pathLst>
                <a:path w="1818" h="643" extrusionOk="0">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64"/>
            <p:cNvSpPr/>
            <p:nvPr/>
          </p:nvSpPr>
          <p:spPr>
            <a:xfrm>
              <a:off x="7145855" y="3147938"/>
              <a:ext cx="145872" cy="31464"/>
            </a:xfrm>
            <a:custGeom>
              <a:avLst/>
              <a:gdLst/>
              <a:ahLst/>
              <a:cxnLst/>
              <a:rect l="l" t="t" r="r" b="b"/>
              <a:pathLst>
                <a:path w="5582" h="1204" extrusionOk="0">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3" name="Google Shape;13913;p64"/>
          <p:cNvGrpSpPr/>
          <p:nvPr/>
        </p:nvGrpSpPr>
        <p:grpSpPr>
          <a:xfrm>
            <a:off x="7509437" y="1796814"/>
            <a:ext cx="372937" cy="360629"/>
            <a:chOff x="7510900" y="1981462"/>
            <a:chExt cx="372937" cy="360629"/>
          </a:xfrm>
        </p:grpSpPr>
        <p:sp>
          <p:nvSpPr>
            <p:cNvPr id="13914" name="Google Shape;13914;p64"/>
            <p:cNvSpPr/>
            <p:nvPr/>
          </p:nvSpPr>
          <p:spPr>
            <a:xfrm>
              <a:off x="7617207" y="2027455"/>
              <a:ext cx="160584" cy="264121"/>
            </a:xfrm>
            <a:custGeom>
              <a:avLst/>
              <a:gdLst/>
              <a:ahLst/>
              <a:cxnLst/>
              <a:rect l="l" t="t" r="r" b="b"/>
              <a:pathLst>
                <a:path w="6145" h="10107" extrusionOk="0">
                  <a:moveTo>
                    <a:pt x="0" y="0"/>
                  </a:moveTo>
                  <a:lnTo>
                    <a:pt x="0" y="10106"/>
                  </a:lnTo>
                  <a:lnTo>
                    <a:pt x="6145" y="10106"/>
                  </a:lnTo>
                  <a:lnTo>
                    <a:pt x="6145"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64"/>
            <p:cNvSpPr/>
            <p:nvPr/>
          </p:nvSpPr>
          <p:spPr>
            <a:xfrm>
              <a:off x="7739585" y="2027455"/>
              <a:ext cx="38206" cy="264121"/>
            </a:xfrm>
            <a:custGeom>
              <a:avLst/>
              <a:gdLst/>
              <a:ahLst/>
              <a:cxnLst/>
              <a:rect l="l" t="t" r="r" b="b"/>
              <a:pathLst>
                <a:path w="1462" h="10107" extrusionOk="0">
                  <a:moveTo>
                    <a:pt x="0" y="0"/>
                  </a:moveTo>
                  <a:lnTo>
                    <a:pt x="0" y="10106"/>
                  </a:lnTo>
                  <a:lnTo>
                    <a:pt x="1462" y="10106"/>
                  </a:lnTo>
                  <a:lnTo>
                    <a:pt x="1462"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6" name="Google Shape;13916;p64"/>
            <p:cNvSpPr/>
            <p:nvPr/>
          </p:nvSpPr>
          <p:spPr>
            <a:xfrm>
              <a:off x="7576231" y="2011619"/>
              <a:ext cx="243529" cy="64861"/>
            </a:xfrm>
            <a:custGeom>
              <a:avLst/>
              <a:gdLst/>
              <a:ahLst/>
              <a:cxnLst/>
              <a:rect l="l" t="t" r="r" b="b"/>
              <a:pathLst>
                <a:path w="9319" h="2482" extrusionOk="0">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64"/>
            <p:cNvSpPr/>
            <p:nvPr/>
          </p:nvSpPr>
          <p:spPr>
            <a:xfrm>
              <a:off x="7576231" y="2011619"/>
              <a:ext cx="243529" cy="63842"/>
            </a:xfrm>
            <a:custGeom>
              <a:avLst/>
              <a:gdLst/>
              <a:ahLst/>
              <a:cxnLst/>
              <a:rect l="l" t="t" r="r" b="b"/>
              <a:pathLst>
                <a:path w="9319" h="2443" extrusionOk="0">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64"/>
            <p:cNvSpPr/>
            <p:nvPr/>
          </p:nvSpPr>
          <p:spPr>
            <a:xfrm>
              <a:off x="7510900" y="1981462"/>
              <a:ext cx="372937" cy="92169"/>
            </a:xfrm>
            <a:custGeom>
              <a:avLst/>
              <a:gdLst/>
              <a:ahLst/>
              <a:cxnLst/>
              <a:rect l="l" t="t" r="r" b="b"/>
              <a:pathLst>
                <a:path w="14271" h="3527" extrusionOk="0">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64"/>
            <p:cNvSpPr/>
            <p:nvPr/>
          </p:nvSpPr>
          <p:spPr>
            <a:xfrm>
              <a:off x="7785056" y="1981462"/>
              <a:ext cx="88746" cy="91986"/>
            </a:xfrm>
            <a:custGeom>
              <a:avLst/>
              <a:gdLst/>
              <a:ahLst/>
              <a:cxnLst/>
              <a:rect l="l" t="t" r="r" b="b"/>
              <a:pathLst>
                <a:path w="3396" h="3520" extrusionOk="0">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64"/>
            <p:cNvSpPr/>
            <p:nvPr/>
          </p:nvSpPr>
          <p:spPr>
            <a:xfrm>
              <a:off x="7553365" y="2027455"/>
              <a:ext cx="64861" cy="46124"/>
            </a:xfrm>
            <a:custGeom>
              <a:avLst/>
              <a:gdLst/>
              <a:ahLst/>
              <a:cxnLst/>
              <a:rect l="l" t="t" r="r" b="b"/>
              <a:pathLst>
                <a:path w="2482" h="1765" extrusionOk="0">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64"/>
            <p:cNvSpPr/>
            <p:nvPr/>
          </p:nvSpPr>
          <p:spPr>
            <a:xfrm>
              <a:off x="7584280" y="2275478"/>
              <a:ext cx="226438" cy="40479"/>
            </a:xfrm>
            <a:custGeom>
              <a:avLst/>
              <a:gdLst/>
              <a:ahLst/>
              <a:cxnLst/>
              <a:rect l="l" t="t" r="r" b="b"/>
              <a:pathLst>
                <a:path w="8665" h="1549" extrusionOk="0">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64"/>
            <p:cNvSpPr/>
            <p:nvPr/>
          </p:nvSpPr>
          <p:spPr>
            <a:xfrm>
              <a:off x="7584018" y="2275478"/>
              <a:ext cx="226438" cy="40479"/>
            </a:xfrm>
            <a:custGeom>
              <a:avLst/>
              <a:gdLst/>
              <a:ahLst/>
              <a:cxnLst/>
              <a:rect l="l" t="t" r="r" b="b"/>
              <a:pathLst>
                <a:path w="8665" h="1549" extrusionOk="0">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64"/>
            <p:cNvSpPr/>
            <p:nvPr/>
          </p:nvSpPr>
          <p:spPr>
            <a:xfrm>
              <a:off x="7549837" y="2308876"/>
              <a:ext cx="295062" cy="33214"/>
            </a:xfrm>
            <a:custGeom>
              <a:avLst/>
              <a:gdLst/>
              <a:ahLst/>
              <a:cxnLst/>
              <a:rect l="l" t="t" r="r" b="b"/>
              <a:pathLst>
                <a:path w="11291" h="1271" extrusionOk="0">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64"/>
            <p:cNvSpPr/>
            <p:nvPr/>
          </p:nvSpPr>
          <p:spPr>
            <a:xfrm>
              <a:off x="7549837" y="2308641"/>
              <a:ext cx="295062" cy="33450"/>
            </a:xfrm>
            <a:custGeom>
              <a:avLst/>
              <a:gdLst/>
              <a:ahLst/>
              <a:cxnLst/>
              <a:rect l="l" t="t" r="r" b="b"/>
              <a:pathLst>
                <a:path w="11291" h="1280" extrusionOk="0">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64"/>
            <p:cNvSpPr/>
            <p:nvPr/>
          </p:nvSpPr>
          <p:spPr>
            <a:xfrm>
              <a:off x="7550098" y="2006078"/>
              <a:ext cx="42988" cy="42753"/>
            </a:xfrm>
            <a:custGeom>
              <a:avLst/>
              <a:gdLst/>
              <a:ahLst/>
              <a:cxnLst/>
              <a:rect l="l" t="t" r="r" b="b"/>
              <a:pathLst>
                <a:path w="1645" h="1636" extrusionOk="0">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64"/>
            <p:cNvSpPr/>
            <p:nvPr/>
          </p:nvSpPr>
          <p:spPr>
            <a:xfrm>
              <a:off x="7801885" y="2006078"/>
              <a:ext cx="42753" cy="42753"/>
            </a:xfrm>
            <a:custGeom>
              <a:avLst/>
              <a:gdLst/>
              <a:ahLst/>
              <a:cxnLst/>
              <a:rect l="l" t="t" r="r" b="b"/>
              <a:pathLst>
                <a:path w="1636" h="1636" extrusionOk="0">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64"/>
            <p:cNvSpPr/>
            <p:nvPr/>
          </p:nvSpPr>
          <p:spPr>
            <a:xfrm>
              <a:off x="7642816" y="2097804"/>
              <a:ext cx="20906" cy="153319"/>
            </a:xfrm>
            <a:custGeom>
              <a:avLst/>
              <a:gdLst/>
              <a:ahLst/>
              <a:cxnLst/>
              <a:rect l="l" t="t" r="r" b="b"/>
              <a:pathLst>
                <a:path w="800" h="5867" extrusionOk="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8" name="Google Shape;13928;p64"/>
            <p:cNvSpPr/>
            <p:nvPr/>
          </p:nvSpPr>
          <p:spPr>
            <a:xfrm>
              <a:off x="7687059" y="2097804"/>
              <a:ext cx="20880" cy="153319"/>
            </a:xfrm>
            <a:custGeom>
              <a:avLst/>
              <a:gdLst/>
              <a:ahLst/>
              <a:cxnLst/>
              <a:rect l="l" t="t" r="r" b="b"/>
              <a:pathLst>
                <a:path w="799" h="5867" extrusionOk="0">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64"/>
            <p:cNvSpPr/>
            <p:nvPr/>
          </p:nvSpPr>
          <p:spPr>
            <a:xfrm>
              <a:off x="7731275" y="2097804"/>
              <a:ext cx="20880" cy="153319"/>
            </a:xfrm>
            <a:custGeom>
              <a:avLst/>
              <a:gdLst/>
              <a:ahLst/>
              <a:cxnLst/>
              <a:rect l="l" t="t" r="r" b="b"/>
              <a:pathLst>
                <a:path w="799" h="5867" extrusionOk="0">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0" name="Google Shape;13930;p64"/>
          <p:cNvGrpSpPr/>
          <p:nvPr/>
        </p:nvGrpSpPr>
        <p:grpSpPr>
          <a:xfrm>
            <a:off x="6598014" y="2733612"/>
            <a:ext cx="360629" cy="329975"/>
            <a:chOff x="6599476" y="2918260"/>
            <a:chExt cx="360629" cy="329975"/>
          </a:xfrm>
        </p:grpSpPr>
        <p:sp>
          <p:nvSpPr>
            <p:cNvPr id="13931" name="Google Shape;13931;p64"/>
            <p:cNvSpPr/>
            <p:nvPr/>
          </p:nvSpPr>
          <p:spPr>
            <a:xfrm>
              <a:off x="6604990" y="2918521"/>
              <a:ext cx="349313" cy="329714"/>
            </a:xfrm>
            <a:custGeom>
              <a:avLst/>
              <a:gdLst/>
              <a:ahLst/>
              <a:cxnLst/>
              <a:rect l="l" t="t" r="r" b="b"/>
              <a:pathLst>
                <a:path w="13367" h="12617" extrusionOk="0">
                  <a:moveTo>
                    <a:pt x="1" y="0"/>
                  </a:moveTo>
                  <a:lnTo>
                    <a:pt x="1" y="12617"/>
                  </a:lnTo>
                  <a:lnTo>
                    <a:pt x="13367" y="12617"/>
                  </a:lnTo>
                  <a:lnTo>
                    <a:pt x="1336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64"/>
            <p:cNvSpPr/>
            <p:nvPr/>
          </p:nvSpPr>
          <p:spPr>
            <a:xfrm>
              <a:off x="6604990" y="2918521"/>
              <a:ext cx="349078" cy="329714"/>
            </a:xfrm>
            <a:custGeom>
              <a:avLst/>
              <a:gdLst/>
              <a:ahLst/>
              <a:cxnLst/>
              <a:rect l="l" t="t" r="r" b="b"/>
              <a:pathLst>
                <a:path w="13358" h="12617" extrusionOk="0">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64"/>
            <p:cNvSpPr/>
            <p:nvPr/>
          </p:nvSpPr>
          <p:spPr>
            <a:xfrm>
              <a:off x="6604990" y="3145926"/>
              <a:ext cx="349313" cy="102309"/>
            </a:xfrm>
            <a:custGeom>
              <a:avLst/>
              <a:gdLst/>
              <a:ahLst/>
              <a:cxnLst/>
              <a:rect l="l" t="t" r="r" b="b"/>
              <a:pathLst>
                <a:path w="13367" h="3915" extrusionOk="0">
                  <a:moveTo>
                    <a:pt x="1" y="1"/>
                  </a:moveTo>
                  <a:lnTo>
                    <a:pt x="1" y="3915"/>
                  </a:lnTo>
                  <a:lnTo>
                    <a:pt x="13367" y="3915"/>
                  </a:lnTo>
                  <a:lnTo>
                    <a:pt x="13367"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64"/>
            <p:cNvSpPr/>
            <p:nvPr/>
          </p:nvSpPr>
          <p:spPr>
            <a:xfrm>
              <a:off x="6604990" y="3145926"/>
              <a:ext cx="277449" cy="29687"/>
            </a:xfrm>
            <a:custGeom>
              <a:avLst/>
              <a:gdLst/>
              <a:ahLst/>
              <a:cxnLst/>
              <a:rect l="l" t="t" r="r" b="b"/>
              <a:pathLst>
                <a:path w="10617" h="1136" extrusionOk="0">
                  <a:moveTo>
                    <a:pt x="1" y="1"/>
                  </a:moveTo>
                  <a:lnTo>
                    <a:pt x="1" y="1136"/>
                  </a:lnTo>
                  <a:lnTo>
                    <a:pt x="8963" y="1136"/>
                  </a:lnTo>
                  <a:cubicBezTo>
                    <a:pt x="9694" y="1136"/>
                    <a:pt x="10357" y="684"/>
                    <a:pt x="10617"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64"/>
            <p:cNvSpPr/>
            <p:nvPr/>
          </p:nvSpPr>
          <p:spPr>
            <a:xfrm>
              <a:off x="6604990" y="2918260"/>
              <a:ext cx="150811" cy="329975"/>
            </a:xfrm>
            <a:custGeom>
              <a:avLst/>
              <a:gdLst/>
              <a:ahLst/>
              <a:cxnLst/>
              <a:rect l="l" t="t" r="r" b="b"/>
              <a:pathLst>
                <a:path w="5771" h="12627" extrusionOk="0">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64"/>
            <p:cNvSpPr/>
            <p:nvPr/>
          </p:nvSpPr>
          <p:spPr>
            <a:xfrm>
              <a:off x="6604990" y="2918521"/>
              <a:ext cx="54800" cy="329714"/>
            </a:xfrm>
            <a:custGeom>
              <a:avLst/>
              <a:gdLst/>
              <a:ahLst/>
              <a:cxnLst/>
              <a:rect l="l" t="t" r="r" b="b"/>
              <a:pathLst>
                <a:path w="2097" h="12617" extrusionOk="0">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64"/>
            <p:cNvSpPr/>
            <p:nvPr/>
          </p:nvSpPr>
          <p:spPr>
            <a:xfrm>
              <a:off x="6615051" y="2918521"/>
              <a:ext cx="140750" cy="329714"/>
            </a:xfrm>
            <a:custGeom>
              <a:avLst/>
              <a:gdLst/>
              <a:ahLst/>
              <a:cxnLst/>
              <a:rect l="l" t="t" r="r" b="b"/>
              <a:pathLst>
                <a:path w="5386" h="12617" extrusionOk="0">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64"/>
            <p:cNvSpPr/>
            <p:nvPr/>
          </p:nvSpPr>
          <p:spPr>
            <a:xfrm>
              <a:off x="6599476" y="3080359"/>
              <a:ext cx="46516" cy="21638"/>
            </a:xfrm>
            <a:custGeom>
              <a:avLst/>
              <a:gdLst/>
              <a:ahLst/>
              <a:cxnLst/>
              <a:rect l="l" t="t" r="r" b="b"/>
              <a:pathLst>
                <a:path w="1780" h="828" extrusionOk="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64"/>
            <p:cNvSpPr/>
            <p:nvPr/>
          </p:nvSpPr>
          <p:spPr>
            <a:xfrm>
              <a:off x="6803519" y="2918260"/>
              <a:ext cx="150785" cy="329975"/>
            </a:xfrm>
            <a:custGeom>
              <a:avLst/>
              <a:gdLst/>
              <a:ahLst/>
              <a:cxnLst/>
              <a:rect l="l" t="t" r="r" b="b"/>
              <a:pathLst>
                <a:path w="5770" h="12627" extrusionOk="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64"/>
            <p:cNvSpPr/>
            <p:nvPr/>
          </p:nvSpPr>
          <p:spPr>
            <a:xfrm>
              <a:off x="6899765" y="2918521"/>
              <a:ext cx="54539" cy="329714"/>
            </a:xfrm>
            <a:custGeom>
              <a:avLst/>
              <a:gdLst/>
              <a:ahLst/>
              <a:cxnLst/>
              <a:rect l="l" t="t" r="r" b="b"/>
              <a:pathLst>
                <a:path w="2087" h="12617" extrusionOk="0">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64"/>
            <p:cNvSpPr/>
            <p:nvPr/>
          </p:nvSpPr>
          <p:spPr>
            <a:xfrm>
              <a:off x="6803519" y="2918521"/>
              <a:ext cx="140750" cy="329714"/>
            </a:xfrm>
            <a:custGeom>
              <a:avLst/>
              <a:gdLst/>
              <a:ahLst/>
              <a:cxnLst/>
              <a:rect l="l" t="t" r="r" b="b"/>
              <a:pathLst>
                <a:path w="5386" h="12617" extrusionOk="0">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64"/>
            <p:cNvSpPr/>
            <p:nvPr/>
          </p:nvSpPr>
          <p:spPr>
            <a:xfrm>
              <a:off x="6913328" y="3080359"/>
              <a:ext cx="46777" cy="21638"/>
            </a:xfrm>
            <a:custGeom>
              <a:avLst/>
              <a:gdLst/>
              <a:ahLst/>
              <a:cxnLst/>
              <a:rect l="l" t="t" r="r" b="b"/>
              <a:pathLst>
                <a:path w="1790" h="828" extrusionOk="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64"/>
            <p:cNvSpPr/>
            <p:nvPr/>
          </p:nvSpPr>
          <p:spPr>
            <a:xfrm>
              <a:off x="6913328" y="3085873"/>
              <a:ext cx="46777" cy="16124"/>
            </a:xfrm>
            <a:custGeom>
              <a:avLst/>
              <a:gdLst/>
              <a:ahLst/>
              <a:cxnLst/>
              <a:rect l="l" t="t" r="r" b="b"/>
              <a:pathLst>
                <a:path w="1790" h="617" extrusionOk="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64"/>
            <p:cNvSpPr/>
            <p:nvPr/>
          </p:nvSpPr>
          <p:spPr>
            <a:xfrm>
              <a:off x="6881420" y="3101971"/>
              <a:ext cx="58066" cy="146264"/>
            </a:xfrm>
            <a:custGeom>
              <a:avLst/>
              <a:gdLst/>
              <a:ahLst/>
              <a:cxnLst/>
              <a:rect l="l" t="t" r="r" b="b"/>
              <a:pathLst>
                <a:path w="2222" h="5597" extrusionOk="0">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64"/>
            <p:cNvSpPr/>
            <p:nvPr/>
          </p:nvSpPr>
          <p:spPr>
            <a:xfrm>
              <a:off x="6599476" y="3085873"/>
              <a:ext cx="46516" cy="16124"/>
            </a:xfrm>
            <a:custGeom>
              <a:avLst/>
              <a:gdLst/>
              <a:ahLst/>
              <a:cxnLst/>
              <a:rect l="l" t="t" r="r" b="b"/>
              <a:pathLst>
                <a:path w="1780" h="617" extrusionOk="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64"/>
            <p:cNvSpPr/>
            <p:nvPr/>
          </p:nvSpPr>
          <p:spPr>
            <a:xfrm>
              <a:off x="6619834" y="3101971"/>
              <a:ext cx="58302" cy="146264"/>
            </a:xfrm>
            <a:custGeom>
              <a:avLst/>
              <a:gdLst/>
              <a:ahLst/>
              <a:cxnLst/>
              <a:rect l="l" t="t" r="r" b="b"/>
              <a:pathLst>
                <a:path w="2231" h="5597" extrusionOk="0">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64"/>
            <p:cNvSpPr/>
            <p:nvPr/>
          </p:nvSpPr>
          <p:spPr>
            <a:xfrm>
              <a:off x="6604990" y="2918521"/>
              <a:ext cx="349313" cy="53807"/>
            </a:xfrm>
            <a:custGeom>
              <a:avLst/>
              <a:gdLst/>
              <a:ahLst/>
              <a:cxnLst/>
              <a:rect l="l" t="t" r="r" b="b"/>
              <a:pathLst>
                <a:path w="13367" h="2059" extrusionOk="0">
                  <a:moveTo>
                    <a:pt x="1" y="0"/>
                  </a:moveTo>
                  <a:cubicBezTo>
                    <a:pt x="1" y="933"/>
                    <a:pt x="3001" y="2058"/>
                    <a:pt x="6684" y="2058"/>
                  </a:cubicBezTo>
                  <a:cubicBezTo>
                    <a:pt x="10376" y="2058"/>
                    <a:pt x="13367" y="933"/>
                    <a:pt x="1336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64"/>
            <p:cNvSpPr/>
            <p:nvPr/>
          </p:nvSpPr>
          <p:spPr>
            <a:xfrm>
              <a:off x="6717073"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64"/>
            <p:cNvSpPr/>
            <p:nvPr/>
          </p:nvSpPr>
          <p:spPr>
            <a:xfrm>
              <a:off x="6654250"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64"/>
            <p:cNvSpPr/>
            <p:nvPr/>
          </p:nvSpPr>
          <p:spPr>
            <a:xfrm>
              <a:off x="6669825"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64"/>
            <p:cNvSpPr/>
            <p:nvPr/>
          </p:nvSpPr>
          <p:spPr>
            <a:xfrm>
              <a:off x="6732648"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64"/>
            <p:cNvSpPr/>
            <p:nvPr/>
          </p:nvSpPr>
          <p:spPr>
            <a:xfrm>
              <a:off x="6779634" y="3195447"/>
              <a:ext cx="62849" cy="52788"/>
            </a:xfrm>
            <a:custGeom>
              <a:avLst/>
              <a:gdLst/>
              <a:ahLst/>
              <a:cxnLst/>
              <a:rect l="l" t="t" r="r" b="b"/>
              <a:pathLst>
                <a:path w="2405" h="2020" extrusionOk="0">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64"/>
            <p:cNvSpPr/>
            <p:nvPr/>
          </p:nvSpPr>
          <p:spPr>
            <a:xfrm>
              <a:off x="6842221" y="3195447"/>
              <a:ext cx="62849" cy="52788"/>
            </a:xfrm>
            <a:custGeom>
              <a:avLst/>
              <a:gdLst/>
              <a:ahLst/>
              <a:cxnLst/>
              <a:rect l="l" t="t" r="r" b="b"/>
              <a:pathLst>
                <a:path w="2405" h="2020" extrusionOk="0">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64"/>
            <p:cNvSpPr/>
            <p:nvPr/>
          </p:nvSpPr>
          <p:spPr>
            <a:xfrm>
              <a:off x="6795235" y="3195447"/>
              <a:ext cx="47248" cy="52552"/>
            </a:xfrm>
            <a:custGeom>
              <a:avLst/>
              <a:gdLst/>
              <a:ahLst/>
              <a:cxnLst/>
              <a:rect l="l" t="t" r="r" b="b"/>
              <a:pathLst>
                <a:path w="1808" h="2011" extrusionOk="0">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64"/>
            <p:cNvSpPr/>
            <p:nvPr/>
          </p:nvSpPr>
          <p:spPr>
            <a:xfrm>
              <a:off x="6858057" y="3195447"/>
              <a:ext cx="47012" cy="52552"/>
            </a:xfrm>
            <a:custGeom>
              <a:avLst/>
              <a:gdLst/>
              <a:ahLst/>
              <a:cxnLst/>
              <a:rect l="l" t="t" r="r" b="b"/>
              <a:pathLst>
                <a:path w="1799" h="2011" extrusionOk="0">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6" name="Google Shape;13956;p64"/>
          <p:cNvGrpSpPr/>
          <p:nvPr/>
        </p:nvGrpSpPr>
        <p:grpSpPr>
          <a:xfrm>
            <a:off x="5289037" y="2296886"/>
            <a:ext cx="360628" cy="247292"/>
            <a:chOff x="5290499" y="2481533"/>
            <a:chExt cx="360628" cy="247292"/>
          </a:xfrm>
        </p:grpSpPr>
        <p:sp>
          <p:nvSpPr>
            <p:cNvPr id="13957" name="Google Shape;13957;p64"/>
            <p:cNvSpPr/>
            <p:nvPr/>
          </p:nvSpPr>
          <p:spPr>
            <a:xfrm>
              <a:off x="5540013" y="2624008"/>
              <a:ext cx="76673" cy="48763"/>
            </a:xfrm>
            <a:custGeom>
              <a:avLst/>
              <a:gdLst/>
              <a:ahLst/>
              <a:cxnLst/>
              <a:rect l="l" t="t" r="r" b="b"/>
              <a:pathLst>
                <a:path w="2934" h="1866" extrusionOk="0">
                  <a:moveTo>
                    <a:pt x="1" y="0"/>
                  </a:moveTo>
                  <a:lnTo>
                    <a:pt x="1" y="1866"/>
                  </a:lnTo>
                  <a:lnTo>
                    <a:pt x="2934" y="1866"/>
                  </a:lnTo>
                  <a:lnTo>
                    <a:pt x="2934"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64"/>
            <p:cNvSpPr/>
            <p:nvPr/>
          </p:nvSpPr>
          <p:spPr>
            <a:xfrm>
              <a:off x="5540013" y="2648389"/>
              <a:ext cx="76673" cy="24382"/>
            </a:xfrm>
            <a:custGeom>
              <a:avLst/>
              <a:gdLst/>
              <a:ahLst/>
              <a:cxnLst/>
              <a:rect l="l" t="t" r="r" b="b"/>
              <a:pathLst>
                <a:path w="2934" h="933" extrusionOk="0">
                  <a:moveTo>
                    <a:pt x="1" y="0"/>
                  </a:moveTo>
                  <a:lnTo>
                    <a:pt x="1" y="933"/>
                  </a:lnTo>
                  <a:lnTo>
                    <a:pt x="2934" y="933"/>
                  </a:lnTo>
                  <a:lnTo>
                    <a:pt x="2934"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64"/>
            <p:cNvSpPr/>
            <p:nvPr/>
          </p:nvSpPr>
          <p:spPr>
            <a:xfrm>
              <a:off x="5597582" y="2591290"/>
              <a:ext cx="53545" cy="114121"/>
            </a:xfrm>
            <a:custGeom>
              <a:avLst/>
              <a:gdLst/>
              <a:ahLst/>
              <a:cxnLst/>
              <a:rect l="l" t="t" r="r" b="b"/>
              <a:pathLst>
                <a:path w="2049" h="4367" extrusionOk="0">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64"/>
            <p:cNvSpPr/>
            <p:nvPr/>
          </p:nvSpPr>
          <p:spPr>
            <a:xfrm>
              <a:off x="5317886" y="2567980"/>
              <a:ext cx="246037" cy="160584"/>
            </a:xfrm>
            <a:custGeom>
              <a:avLst/>
              <a:gdLst/>
              <a:ahLst/>
              <a:cxnLst/>
              <a:rect l="l" t="t" r="r" b="b"/>
              <a:pathLst>
                <a:path w="9415" h="6145" extrusionOk="0">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64"/>
            <p:cNvSpPr/>
            <p:nvPr/>
          </p:nvSpPr>
          <p:spPr>
            <a:xfrm>
              <a:off x="5317886" y="2567980"/>
              <a:ext cx="246037" cy="160846"/>
            </a:xfrm>
            <a:custGeom>
              <a:avLst/>
              <a:gdLst/>
              <a:ahLst/>
              <a:cxnLst/>
              <a:rect l="l" t="t" r="r" b="b"/>
              <a:pathLst>
                <a:path w="9415" h="6155" extrusionOk="0">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64"/>
            <p:cNvSpPr/>
            <p:nvPr/>
          </p:nvSpPr>
          <p:spPr>
            <a:xfrm>
              <a:off x="5290499" y="2481533"/>
              <a:ext cx="146760" cy="147021"/>
            </a:xfrm>
            <a:custGeom>
              <a:avLst/>
              <a:gdLst/>
              <a:ahLst/>
              <a:cxnLst/>
              <a:rect l="l" t="t" r="r" b="b"/>
              <a:pathLst>
                <a:path w="5616" h="5626" extrusionOk="0">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64"/>
            <p:cNvSpPr/>
            <p:nvPr/>
          </p:nvSpPr>
          <p:spPr>
            <a:xfrm>
              <a:off x="5311850" y="2503145"/>
              <a:ext cx="132701" cy="125279"/>
            </a:xfrm>
            <a:custGeom>
              <a:avLst/>
              <a:gdLst/>
              <a:ahLst/>
              <a:cxnLst/>
              <a:rect l="l" t="t" r="r" b="b"/>
              <a:pathLst>
                <a:path w="5078" h="4794" extrusionOk="0">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64"/>
            <p:cNvSpPr/>
            <p:nvPr/>
          </p:nvSpPr>
          <p:spPr>
            <a:xfrm>
              <a:off x="5476693" y="2650401"/>
              <a:ext cx="53807" cy="53781"/>
            </a:xfrm>
            <a:custGeom>
              <a:avLst/>
              <a:gdLst/>
              <a:ahLst/>
              <a:cxnLst/>
              <a:rect l="l" t="t" r="r" b="b"/>
              <a:pathLst>
                <a:path w="2059" h="2058" extrusionOk="0">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64"/>
            <p:cNvSpPr/>
            <p:nvPr/>
          </p:nvSpPr>
          <p:spPr>
            <a:xfrm>
              <a:off x="5330953" y="2530401"/>
              <a:ext cx="57570" cy="49155"/>
            </a:xfrm>
            <a:custGeom>
              <a:avLst/>
              <a:gdLst/>
              <a:ahLst/>
              <a:cxnLst/>
              <a:rect l="l" t="t" r="r" b="b"/>
              <a:pathLst>
                <a:path w="2203" h="1881" extrusionOk="0">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64"/>
            <p:cNvSpPr/>
            <p:nvPr/>
          </p:nvSpPr>
          <p:spPr>
            <a:xfrm>
              <a:off x="5456598" y="2498624"/>
              <a:ext cx="112866" cy="112840"/>
            </a:xfrm>
            <a:custGeom>
              <a:avLst/>
              <a:gdLst/>
              <a:ahLst/>
              <a:cxnLst/>
              <a:rect l="l" t="t" r="r" b="b"/>
              <a:pathLst>
                <a:path w="4319" h="4318" extrusionOk="0">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64"/>
            <p:cNvSpPr/>
            <p:nvPr/>
          </p:nvSpPr>
          <p:spPr>
            <a:xfrm>
              <a:off x="5473427" y="2515192"/>
              <a:ext cx="101551" cy="96272"/>
            </a:xfrm>
            <a:custGeom>
              <a:avLst/>
              <a:gdLst/>
              <a:ahLst/>
              <a:cxnLst/>
              <a:rect l="l" t="t" r="r" b="b"/>
              <a:pathLst>
                <a:path w="3886" h="3684" extrusionOk="0">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64"/>
            <p:cNvSpPr/>
            <p:nvPr/>
          </p:nvSpPr>
          <p:spPr>
            <a:xfrm>
              <a:off x="5493026" y="2539992"/>
              <a:ext cx="35200" cy="30261"/>
            </a:xfrm>
            <a:custGeom>
              <a:avLst/>
              <a:gdLst/>
              <a:ahLst/>
              <a:cxnLst/>
              <a:rect l="l" t="t" r="r" b="b"/>
              <a:pathLst>
                <a:path w="1347" h="1158" extrusionOk="0">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64"/>
            <p:cNvSpPr/>
            <p:nvPr/>
          </p:nvSpPr>
          <p:spPr>
            <a:xfrm>
              <a:off x="5384890" y="2509782"/>
              <a:ext cx="26603" cy="22160"/>
            </a:xfrm>
            <a:custGeom>
              <a:avLst/>
              <a:gdLst/>
              <a:ahLst/>
              <a:cxnLst/>
              <a:rect l="l" t="t" r="r" b="b"/>
              <a:pathLst>
                <a:path w="1018" h="848" extrusionOk="0">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64"/>
            <p:cNvSpPr/>
            <p:nvPr/>
          </p:nvSpPr>
          <p:spPr>
            <a:xfrm>
              <a:off x="5316109" y="2578276"/>
              <a:ext cx="26760" cy="22134"/>
            </a:xfrm>
            <a:custGeom>
              <a:avLst/>
              <a:gdLst/>
              <a:ahLst/>
              <a:cxnLst/>
              <a:rect l="l" t="t" r="r" b="b"/>
              <a:pathLst>
                <a:path w="1024" h="847" extrusionOk="0">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64"/>
            <p:cNvSpPr/>
            <p:nvPr/>
          </p:nvSpPr>
          <p:spPr>
            <a:xfrm>
              <a:off x="5384916" y="2578276"/>
              <a:ext cx="26551" cy="22134"/>
            </a:xfrm>
            <a:custGeom>
              <a:avLst/>
              <a:gdLst/>
              <a:ahLst/>
              <a:cxnLst/>
              <a:rect l="l" t="t" r="r" b="b"/>
              <a:pathLst>
                <a:path w="1016" h="847" extrusionOk="0">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64"/>
            <p:cNvSpPr/>
            <p:nvPr/>
          </p:nvSpPr>
          <p:spPr>
            <a:xfrm>
              <a:off x="5316083" y="2509782"/>
              <a:ext cx="26786" cy="22160"/>
            </a:xfrm>
            <a:custGeom>
              <a:avLst/>
              <a:gdLst/>
              <a:ahLst/>
              <a:cxnLst/>
              <a:rect l="l" t="t" r="r" b="b"/>
              <a:pathLst>
                <a:path w="1025" h="848" extrusionOk="0">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64"/>
            <p:cNvSpPr/>
            <p:nvPr/>
          </p:nvSpPr>
          <p:spPr>
            <a:xfrm>
              <a:off x="5528802" y="2520340"/>
              <a:ext cx="21324" cy="17012"/>
            </a:xfrm>
            <a:custGeom>
              <a:avLst/>
              <a:gdLst/>
              <a:ahLst/>
              <a:cxnLst/>
              <a:rect l="l" t="t" r="r" b="b"/>
              <a:pathLst>
                <a:path w="816" h="651" extrusionOk="0">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64"/>
            <p:cNvSpPr/>
            <p:nvPr/>
          </p:nvSpPr>
          <p:spPr>
            <a:xfrm>
              <a:off x="5476119" y="2572736"/>
              <a:ext cx="21533" cy="17117"/>
            </a:xfrm>
            <a:custGeom>
              <a:avLst/>
              <a:gdLst/>
              <a:ahLst/>
              <a:cxnLst/>
              <a:rect l="l" t="t" r="r" b="b"/>
              <a:pathLst>
                <a:path w="824" h="655" extrusionOk="0">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64"/>
            <p:cNvSpPr/>
            <p:nvPr/>
          </p:nvSpPr>
          <p:spPr>
            <a:xfrm>
              <a:off x="5528462" y="2572736"/>
              <a:ext cx="21664" cy="17117"/>
            </a:xfrm>
            <a:custGeom>
              <a:avLst/>
              <a:gdLst/>
              <a:ahLst/>
              <a:cxnLst/>
              <a:rect l="l" t="t" r="r" b="b"/>
              <a:pathLst>
                <a:path w="829" h="655" extrusionOk="0">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64"/>
            <p:cNvSpPr/>
            <p:nvPr/>
          </p:nvSpPr>
          <p:spPr>
            <a:xfrm>
              <a:off x="5476092" y="2520340"/>
              <a:ext cx="21612" cy="17117"/>
            </a:xfrm>
            <a:custGeom>
              <a:avLst/>
              <a:gdLst/>
              <a:ahLst/>
              <a:cxnLst/>
              <a:rect l="l" t="t" r="r" b="b"/>
              <a:pathLst>
                <a:path w="827" h="655" extrusionOk="0">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64"/>
            <p:cNvSpPr/>
            <p:nvPr/>
          </p:nvSpPr>
          <p:spPr>
            <a:xfrm>
              <a:off x="5339994" y="2645123"/>
              <a:ext cx="104556" cy="10819"/>
            </a:xfrm>
            <a:custGeom>
              <a:avLst/>
              <a:gdLst/>
              <a:ahLst/>
              <a:cxnLst/>
              <a:rect l="l" t="t" r="r" b="b"/>
              <a:pathLst>
                <a:path w="4001" h="414" extrusionOk="0">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64"/>
            <p:cNvSpPr/>
            <p:nvPr/>
          </p:nvSpPr>
          <p:spPr>
            <a:xfrm>
              <a:off x="5339994" y="2698642"/>
              <a:ext cx="104556" cy="11080"/>
            </a:xfrm>
            <a:custGeom>
              <a:avLst/>
              <a:gdLst/>
              <a:ahLst/>
              <a:cxnLst/>
              <a:rect l="l" t="t" r="r" b="b"/>
              <a:pathLst>
                <a:path w="4001" h="424" extrusionOk="0">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64"/>
            <p:cNvSpPr/>
            <p:nvPr/>
          </p:nvSpPr>
          <p:spPr>
            <a:xfrm>
              <a:off x="5339994" y="2671752"/>
              <a:ext cx="104556" cy="11080"/>
            </a:xfrm>
            <a:custGeom>
              <a:avLst/>
              <a:gdLst/>
              <a:ahLst/>
              <a:cxnLst/>
              <a:rect l="l" t="t" r="r" b="b"/>
              <a:pathLst>
                <a:path w="4001" h="424" extrusionOk="0">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64"/>
            <p:cNvSpPr/>
            <p:nvPr/>
          </p:nvSpPr>
          <p:spPr>
            <a:xfrm>
              <a:off x="5503584" y="2650401"/>
              <a:ext cx="26916" cy="53781"/>
            </a:xfrm>
            <a:custGeom>
              <a:avLst/>
              <a:gdLst/>
              <a:ahLst/>
              <a:cxnLst/>
              <a:rect l="l" t="t" r="r" b="b"/>
              <a:pathLst>
                <a:path w="1030" h="2058" extrusionOk="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64"/>
            <p:cNvSpPr/>
            <p:nvPr/>
          </p:nvSpPr>
          <p:spPr>
            <a:xfrm>
              <a:off x="5597582" y="2648128"/>
              <a:ext cx="53545" cy="57282"/>
            </a:xfrm>
            <a:custGeom>
              <a:avLst/>
              <a:gdLst/>
              <a:ahLst/>
              <a:cxnLst/>
              <a:rect l="l" t="t" r="r" b="b"/>
              <a:pathLst>
                <a:path w="2049" h="2192" extrusionOk="0">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64"/>
            <p:cNvSpPr/>
            <p:nvPr/>
          </p:nvSpPr>
          <p:spPr>
            <a:xfrm>
              <a:off x="5363879" y="2530532"/>
              <a:ext cx="23650" cy="49025"/>
            </a:xfrm>
            <a:custGeom>
              <a:avLst/>
              <a:gdLst/>
              <a:ahLst/>
              <a:cxnLst/>
              <a:rect l="l" t="t" r="r" b="b"/>
              <a:pathLst>
                <a:path w="905" h="1876" extrusionOk="0">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64"/>
            <p:cNvSpPr/>
            <p:nvPr/>
          </p:nvSpPr>
          <p:spPr>
            <a:xfrm>
              <a:off x="5513148" y="2540070"/>
              <a:ext cx="15078" cy="29948"/>
            </a:xfrm>
            <a:custGeom>
              <a:avLst/>
              <a:gdLst/>
              <a:ahLst/>
              <a:cxnLst/>
              <a:rect l="l" t="t" r="r" b="b"/>
              <a:pathLst>
                <a:path w="577" h="1146" extrusionOk="0">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4" name="Google Shape;13984;p64"/>
          <p:cNvGrpSpPr/>
          <p:nvPr/>
        </p:nvGrpSpPr>
        <p:grpSpPr>
          <a:xfrm>
            <a:off x="6200460" y="1796866"/>
            <a:ext cx="351325" cy="360576"/>
            <a:chOff x="6201923" y="1981514"/>
            <a:chExt cx="351325" cy="360576"/>
          </a:xfrm>
        </p:grpSpPr>
        <p:sp>
          <p:nvSpPr>
            <p:cNvPr id="13985" name="Google Shape;13985;p64"/>
            <p:cNvSpPr/>
            <p:nvPr/>
          </p:nvSpPr>
          <p:spPr>
            <a:xfrm>
              <a:off x="6201923" y="2195304"/>
              <a:ext cx="351325" cy="146786"/>
            </a:xfrm>
            <a:custGeom>
              <a:avLst/>
              <a:gdLst/>
              <a:ahLst/>
              <a:cxnLst/>
              <a:rect l="l" t="t" r="r" b="b"/>
              <a:pathLst>
                <a:path w="13444" h="5617" extrusionOk="0">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64"/>
            <p:cNvSpPr/>
            <p:nvPr/>
          </p:nvSpPr>
          <p:spPr>
            <a:xfrm>
              <a:off x="6231583" y="2195304"/>
              <a:ext cx="292527" cy="117126"/>
            </a:xfrm>
            <a:custGeom>
              <a:avLst/>
              <a:gdLst/>
              <a:ahLst/>
              <a:cxnLst/>
              <a:rect l="l" t="t" r="r" b="b"/>
              <a:pathLst>
                <a:path w="11194" h="4482" extrusionOk="0">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64"/>
            <p:cNvSpPr/>
            <p:nvPr/>
          </p:nvSpPr>
          <p:spPr>
            <a:xfrm>
              <a:off x="6377820" y="2195304"/>
              <a:ext cx="146290" cy="116891"/>
            </a:xfrm>
            <a:custGeom>
              <a:avLst/>
              <a:gdLst/>
              <a:ahLst/>
              <a:cxnLst/>
              <a:rect l="l" t="t" r="r" b="b"/>
              <a:pathLst>
                <a:path w="5598" h="4473" extrusionOk="0">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8" name="Google Shape;13988;p64"/>
            <p:cNvSpPr/>
            <p:nvPr/>
          </p:nvSpPr>
          <p:spPr>
            <a:xfrm>
              <a:off x="6280843" y="2023666"/>
              <a:ext cx="194008" cy="226961"/>
            </a:xfrm>
            <a:custGeom>
              <a:avLst/>
              <a:gdLst/>
              <a:ahLst/>
              <a:cxnLst/>
              <a:rect l="l" t="t" r="r" b="b"/>
              <a:pathLst>
                <a:path w="7424" h="8685" extrusionOk="0">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9" name="Google Shape;13989;p64"/>
            <p:cNvSpPr/>
            <p:nvPr/>
          </p:nvSpPr>
          <p:spPr>
            <a:xfrm>
              <a:off x="6298169" y="2023927"/>
              <a:ext cx="176943" cy="226935"/>
            </a:xfrm>
            <a:custGeom>
              <a:avLst/>
              <a:gdLst/>
              <a:ahLst/>
              <a:cxnLst/>
              <a:rect l="l" t="t" r="r" b="b"/>
              <a:pathLst>
                <a:path w="6771" h="8684" extrusionOk="0">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64"/>
            <p:cNvSpPr/>
            <p:nvPr/>
          </p:nvSpPr>
          <p:spPr>
            <a:xfrm>
              <a:off x="6280843" y="1981514"/>
              <a:ext cx="193746" cy="103746"/>
            </a:xfrm>
            <a:custGeom>
              <a:avLst/>
              <a:gdLst/>
              <a:ahLst/>
              <a:cxnLst/>
              <a:rect l="l" t="t" r="r" b="b"/>
              <a:pathLst>
                <a:path w="7414" h="3970" extrusionOk="0">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64"/>
            <p:cNvSpPr/>
            <p:nvPr/>
          </p:nvSpPr>
          <p:spPr>
            <a:xfrm>
              <a:off x="6428335" y="2023666"/>
              <a:ext cx="46255" cy="61594"/>
            </a:xfrm>
            <a:custGeom>
              <a:avLst/>
              <a:gdLst/>
              <a:ahLst/>
              <a:cxnLst/>
              <a:rect l="l" t="t" r="r" b="b"/>
              <a:pathLst>
                <a:path w="1770" h="2357" extrusionOk="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2" name="Google Shape;13992;p64"/>
          <p:cNvGrpSpPr/>
          <p:nvPr/>
        </p:nvGrpSpPr>
        <p:grpSpPr>
          <a:xfrm>
            <a:off x="4892999" y="3156044"/>
            <a:ext cx="312884" cy="360785"/>
            <a:chOff x="4894461" y="3340691"/>
            <a:chExt cx="312884" cy="360785"/>
          </a:xfrm>
        </p:grpSpPr>
        <p:sp>
          <p:nvSpPr>
            <p:cNvPr id="13993" name="Google Shape;13993;p64"/>
            <p:cNvSpPr/>
            <p:nvPr/>
          </p:nvSpPr>
          <p:spPr>
            <a:xfrm>
              <a:off x="4894461" y="3503732"/>
              <a:ext cx="312884" cy="76202"/>
            </a:xfrm>
            <a:custGeom>
              <a:avLst/>
              <a:gdLst/>
              <a:ahLst/>
              <a:cxnLst/>
              <a:rect l="l" t="t" r="r" b="b"/>
              <a:pathLst>
                <a:path w="11973" h="2916" extrusionOk="0">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64"/>
            <p:cNvSpPr/>
            <p:nvPr/>
          </p:nvSpPr>
          <p:spPr>
            <a:xfrm>
              <a:off x="4939200" y="3362042"/>
              <a:ext cx="223407" cy="178694"/>
            </a:xfrm>
            <a:custGeom>
              <a:avLst/>
              <a:gdLst/>
              <a:ahLst/>
              <a:cxnLst/>
              <a:rect l="l" t="t" r="r" b="b"/>
              <a:pathLst>
                <a:path w="8549" h="6838" extrusionOk="0">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64"/>
            <p:cNvSpPr/>
            <p:nvPr/>
          </p:nvSpPr>
          <p:spPr>
            <a:xfrm>
              <a:off x="5033173" y="3362042"/>
              <a:ext cx="129434" cy="178694"/>
            </a:xfrm>
            <a:custGeom>
              <a:avLst/>
              <a:gdLst/>
              <a:ahLst/>
              <a:cxnLst/>
              <a:rect l="l" t="t" r="r" b="b"/>
              <a:pathLst>
                <a:path w="4953" h="6838" extrusionOk="0">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64"/>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64"/>
            <p:cNvSpPr/>
            <p:nvPr/>
          </p:nvSpPr>
          <p:spPr>
            <a:xfrm>
              <a:off x="4968338" y="3499995"/>
              <a:ext cx="26" cy="6324"/>
            </a:xfrm>
            <a:custGeom>
              <a:avLst/>
              <a:gdLst/>
              <a:ahLst/>
              <a:cxnLst/>
              <a:rect l="l" t="t" r="r" b="b"/>
              <a:pathLst>
                <a:path w="1" h="242" extrusionOk="0">
                  <a:moveTo>
                    <a:pt x="0" y="1"/>
                  </a:moveTo>
                  <a:lnTo>
                    <a:pt x="0" y="1"/>
                  </a:lnTo>
                  <a:lnTo>
                    <a:pt x="0" y="241"/>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64"/>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64"/>
            <p:cNvSpPr/>
            <p:nvPr/>
          </p:nvSpPr>
          <p:spPr>
            <a:xfrm>
              <a:off x="4968077" y="3499995"/>
              <a:ext cx="165393" cy="40741"/>
            </a:xfrm>
            <a:custGeom>
              <a:avLst/>
              <a:gdLst/>
              <a:ahLst/>
              <a:cxnLst/>
              <a:rect l="l" t="t" r="r" b="b"/>
              <a:pathLst>
                <a:path w="6329" h="1559" extrusionOk="0">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64"/>
            <p:cNvSpPr/>
            <p:nvPr/>
          </p:nvSpPr>
          <p:spPr>
            <a:xfrm>
              <a:off x="4939200" y="3340691"/>
              <a:ext cx="223407" cy="43484"/>
            </a:xfrm>
            <a:custGeom>
              <a:avLst/>
              <a:gdLst/>
              <a:ahLst/>
              <a:cxnLst/>
              <a:rect l="l" t="t" r="r" b="b"/>
              <a:pathLst>
                <a:path w="8549" h="1664" extrusionOk="0">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64"/>
            <p:cNvSpPr/>
            <p:nvPr/>
          </p:nvSpPr>
          <p:spPr>
            <a:xfrm>
              <a:off x="4936927" y="3599847"/>
              <a:ext cx="113859" cy="101629"/>
            </a:xfrm>
            <a:custGeom>
              <a:avLst/>
              <a:gdLst/>
              <a:ahLst/>
              <a:cxnLst/>
              <a:rect l="l" t="t" r="r" b="b"/>
              <a:pathLst>
                <a:path w="4357" h="3889" extrusionOk="0">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64"/>
            <p:cNvSpPr/>
            <p:nvPr/>
          </p:nvSpPr>
          <p:spPr>
            <a:xfrm>
              <a:off x="5051021" y="3599847"/>
              <a:ext cx="113859" cy="101629"/>
            </a:xfrm>
            <a:custGeom>
              <a:avLst/>
              <a:gdLst/>
              <a:ahLst/>
              <a:cxnLst/>
              <a:rect l="l" t="t" r="r" b="b"/>
              <a:pathLst>
                <a:path w="4357" h="3889" extrusionOk="0">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64"/>
            <p:cNvSpPr/>
            <p:nvPr/>
          </p:nvSpPr>
          <p:spPr>
            <a:xfrm>
              <a:off x="5059044" y="3628672"/>
              <a:ext cx="46437" cy="19364"/>
            </a:xfrm>
            <a:custGeom>
              <a:avLst/>
              <a:gdLst/>
              <a:ahLst/>
              <a:cxnLst/>
              <a:rect l="l" t="t" r="r" b="b"/>
              <a:pathLst>
                <a:path w="1777" h="741" extrusionOk="0">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64"/>
            <p:cNvSpPr/>
            <p:nvPr/>
          </p:nvSpPr>
          <p:spPr>
            <a:xfrm>
              <a:off x="5058913" y="3653053"/>
              <a:ext cx="46542" cy="19364"/>
            </a:xfrm>
            <a:custGeom>
              <a:avLst/>
              <a:gdLst/>
              <a:ahLst/>
              <a:cxnLst/>
              <a:rect l="l" t="t" r="r" b="b"/>
              <a:pathLst>
                <a:path w="1781" h="741" extrusionOk="0">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64"/>
            <p:cNvSpPr/>
            <p:nvPr/>
          </p:nvSpPr>
          <p:spPr>
            <a:xfrm>
              <a:off x="4996326" y="3628672"/>
              <a:ext cx="46568" cy="19364"/>
            </a:xfrm>
            <a:custGeom>
              <a:avLst/>
              <a:gdLst/>
              <a:ahLst/>
              <a:cxnLst/>
              <a:rect l="l" t="t" r="r" b="b"/>
              <a:pathLst>
                <a:path w="1782" h="741" extrusionOk="0">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64"/>
            <p:cNvSpPr/>
            <p:nvPr/>
          </p:nvSpPr>
          <p:spPr>
            <a:xfrm>
              <a:off x="4996326" y="3653053"/>
              <a:ext cx="46568" cy="19364"/>
            </a:xfrm>
            <a:custGeom>
              <a:avLst/>
              <a:gdLst/>
              <a:ahLst/>
              <a:cxnLst/>
              <a:rect l="l" t="t" r="r" b="b"/>
              <a:pathLst>
                <a:path w="1782" h="741" extrusionOk="0">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64"/>
            <p:cNvSpPr/>
            <p:nvPr/>
          </p:nvSpPr>
          <p:spPr>
            <a:xfrm>
              <a:off x="5033434" y="3619630"/>
              <a:ext cx="34939" cy="61829"/>
            </a:xfrm>
            <a:custGeom>
              <a:avLst/>
              <a:gdLst/>
              <a:ahLst/>
              <a:cxnLst/>
              <a:rect l="l" t="t" r="r" b="b"/>
              <a:pathLst>
                <a:path w="1337" h="2366" extrusionOk="0">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64"/>
            <p:cNvSpPr/>
            <p:nvPr/>
          </p:nvSpPr>
          <p:spPr>
            <a:xfrm>
              <a:off x="5042215" y="3619682"/>
              <a:ext cx="26159" cy="61542"/>
            </a:xfrm>
            <a:custGeom>
              <a:avLst/>
              <a:gdLst/>
              <a:ahLst/>
              <a:cxnLst/>
              <a:rect l="l" t="t" r="r" b="b"/>
              <a:pathLst>
                <a:path w="1001" h="2355" extrusionOk="0">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9" name="Google Shape;14009;p64"/>
          <p:cNvGrpSpPr/>
          <p:nvPr/>
        </p:nvGrpSpPr>
        <p:grpSpPr>
          <a:xfrm>
            <a:off x="5337774" y="1316603"/>
            <a:ext cx="245541" cy="360628"/>
            <a:chOff x="5339237" y="1501251"/>
            <a:chExt cx="245541" cy="360628"/>
          </a:xfrm>
        </p:grpSpPr>
        <p:sp>
          <p:nvSpPr>
            <p:cNvPr id="14010" name="Google Shape;14010;p64"/>
            <p:cNvSpPr/>
            <p:nvPr/>
          </p:nvSpPr>
          <p:spPr>
            <a:xfrm>
              <a:off x="5349794" y="1654021"/>
              <a:ext cx="220402" cy="10845"/>
            </a:xfrm>
            <a:custGeom>
              <a:avLst/>
              <a:gdLst/>
              <a:ahLst/>
              <a:cxnLst/>
              <a:rect l="l" t="t" r="r" b="b"/>
              <a:pathLst>
                <a:path w="8434" h="415" extrusionOk="0">
                  <a:moveTo>
                    <a:pt x="1" y="1"/>
                  </a:moveTo>
                  <a:lnTo>
                    <a:pt x="1" y="414"/>
                  </a:lnTo>
                  <a:lnTo>
                    <a:pt x="8434" y="414"/>
                  </a:lnTo>
                  <a:lnTo>
                    <a:pt x="8434" y="1"/>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64"/>
            <p:cNvSpPr/>
            <p:nvPr/>
          </p:nvSpPr>
          <p:spPr>
            <a:xfrm>
              <a:off x="5349794" y="1659562"/>
              <a:ext cx="220402" cy="5305"/>
            </a:xfrm>
            <a:custGeom>
              <a:avLst/>
              <a:gdLst/>
              <a:ahLst/>
              <a:cxnLst/>
              <a:rect l="l" t="t" r="r" b="b"/>
              <a:pathLst>
                <a:path w="8434" h="203" extrusionOk="0">
                  <a:moveTo>
                    <a:pt x="1" y="0"/>
                  </a:moveTo>
                  <a:lnTo>
                    <a:pt x="1" y="202"/>
                  </a:lnTo>
                  <a:lnTo>
                    <a:pt x="8434" y="202"/>
                  </a:lnTo>
                  <a:lnTo>
                    <a:pt x="8434"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64"/>
            <p:cNvSpPr/>
            <p:nvPr/>
          </p:nvSpPr>
          <p:spPr>
            <a:xfrm>
              <a:off x="5447791" y="1779170"/>
              <a:ext cx="28432" cy="70636"/>
            </a:xfrm>
            <a:custGeom>
              <a:avLst/>
              <a:gdLst/>
              <a:ahLst/>
              <a:cxnLst/>
              <a:rect l="l" t="t" r="r" b="b"/>
              <a:pathLst>
                <a:path w="1088" h="2703" extrusionOk="0">
                  <a:moveTo>
                    <a:pt x="1" y="0"/>
                  </a:moveTo>
                  <a:lnTo>
                    <a:pt x="1" y="2703"/>
                  </a:lnTo>
                  <a:lnTo>
                    <a:pt x="1087" y="2703"/>
                  </a:lnTo>
                  <a:lnTo>
                    <a:pt x="108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64"/>
            <p:cNvSpPr/>
            <p:nvPr/>
          </p:nvSpPr>
          <p:spPr>
            <a:xfrm>
              <a:off x="5462112" y="1779170"/>
              <a:ext cx="14112" cy="70636"/>
            </a:xfrm>
            <a:custGeom>
              <a:avLst/>
              <a:gdLst/>
              <a:ahLst/>
              <a:cxnLst/>
              <a:rect l="l" t="t" r="r" b="b"/>
              <a:pathLst>
                <a:path w="540" h="2703" extrusionOk="0">
                  <a:moveTo>
                    <a:pt x="1" y="0"/>
                  </a:moveTo>
                  <a:lnTo>
                    <a:pt x="1" y="2703"/>
                  </a:lnTo>
                  <a:lnTo>
                    <a:pt x="539" y="2703"/>
                  </a:lnTo>
                  <a:lnTo>
                    <a:pt x="539"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64"/>
            <p:cNvSpPr/>
            <p:nvPr/>
          </p:nvSpPr>
          <p:spPr>
            <a:xfrm>
              <a:off x="5378958" y="1501251"/>
              <a:ext cx="166359" cy="249539"/>
            </a:xfrm>
            <a:custGeom>
              <a:avLst/>
              <a:gdLst/>
              <a:ahLst/>
              <a:cxnLst/>
              <a:rect l="l" t="t" r="r" b="b"/>
              <a:pathLst>
                <a:path w="6366" h="9549" extrusionOk="0">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64"/>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64"/>
            <p:cNvSpPr/>
            <p:nvPr/>
          </p:nvSpPr>
          <p:spPr>
            <a:xfrm>
              <a:off x="5446798" y="1611060"/>
              <a:ext cx="30418" cy="30183"/>
            </a:xfrm>
            <a:custGeom>
              <a:avLst/>
              <a:gdLst/>
              <a:ahLst/>
              <a:cxnLst/>
              <a:rect l="l" t="t" r="r" b="b"/>
              <a:pathLst>
                <a:path w="1164" h="1155" extrusionOk="0">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64"/>
            <p:cNvSpPr/>
            <p:nvPr/>
          </p:nvSpPr>
          <p:spPr>
            <a:xfrm>
              <a:off x="5356092" y="1836975"/>
              <a:ext cx="212091" cy="24904"/>
            </a:xfrm>
            <a:custGeom>
              <a:avLst/>
              <a:gdLst/>
              <a:ahLst/>
              <a:cxnLst/>
              <a:rect l="l" t="t" r="r" b="b"/>
              <a:pathLst>
                <a:path w="8116" h="953" extrusionOk="0">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64"/>
            <p:cNvSpPr/>
            <p:nvPr/>
          </p:nvSpPr>
          <p:spPr>
            <a:xfrm>
              <a:off x="5339237" y="1637192"/>
              <a:ext cx="245541" cy="155332"/>
            </a:xfrm>
            <a:custGeom>
              <a:avLst/>
              <a:gdLst/>
              <a:ahLst/>
              <a:cxnLst/>
              <a:rect l="l" t="t" r="r" b="b"/>
              <a:pathLst>
                <a:path w="9396" h="5944" extrusionOk="0">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64"/>
            <p:cNvSpPr/>
            <p:nvPr/>
          </p:nvSpPr>
          <p:spPr>
            <a:xfrm>
              <a:off x="5378697" y="1609544"/>
              <a:ext cx="56577" cy="10845"/>
            </a:xfrm>
            <a:custGeom>
              <a:avLst/>
              <a:gdLst/>
              <a:ahLst/>
              <a:cxnLst/>
              <a:rect l="l" t="t" r="r" b="b"/>
              <a:pathLst>
                <a:path w="2165" h="415" extrusionOk="0">
                  <a:moveTo>
                    <a:pt x="0" y="1"/>
                  </a:moveTo>
                  <a:lnTo>
                    <a:pt x="0" y="414"/>
                  </a:lnTo>
                  <a:lnTo>
                    <a:pt x="1914" y="414"/>
                  </a:lnTo>
                  <a:cubicBezTo>
                    <a:pt x="2164" y="395"/>
                    <a:pt x="2164" y="20"/>
                    <a:pt x="19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64"/>
            <p:cNvSpPr/>
            <p:nvPr/>
          </p:nvSpPr>
          <p:spPr>
            <a:xfrm>
              <a:off x="5378697" y="1631913"/>
              <a:ext cx="55296" cy="10819"/>
            </a:xfrm>
            <a:custGeom>
              <a:avLst/>
              <a:gdLst/>
              <a:ahLst/>
              <a:cxnLst/>
              <a:rect l="l" t="t" r="r" b="b"/>
              <a:pathLst>
                <a:path w="2116" h="414" extrusionOk="0">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64"/>
            <p:cNvSpPr/>
            <p:nvPr/>
          </p:nvSpPr>
          <p:spPr>
            <a:xfrm>
              <a:off x="5378697" y="1654021"/>
              <a:ext cx="71394" cy="10845"/>
            </a:xfrm>
            <a:custGeom>
              <a:avLst/>
              <a:gdLst/>
              <a:ahLst/>
              <a:cxnLst/>
              <a:rect l="l" t="t" r="r" b="b"/>
              <a:pathLst>
                <a:path w="2732" h="415" extrusionOk="0">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64"/>
            <p:cNvSpPr/>
            <p:nvPr/>
          </p:nvSpPr>
          <p:spPr>
            <a:xfrm>
              <a:off x="5378697" y="156480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64"/>
            <p:cNvSpPr/>
            <p:nvPr/>
          </p:nvSpPr>
          <p:spPr>
            <a:xfrm>
              <a:off x="5378697" y="158717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64"/>
            <p:cNvSpPr/>
            <p:nvPr/>
          </p:nvSpPr>
          <p:spPr>
            <a:xfrm>
              <a:off x="5378697" y="1676391"/>
              <a:ext cx="71394" cy="10819"/>
            </a:xfrm>
            <a:custGeom>
              <a:avLst/>
              <a:gdLst/>
              <a:ahLst/>
              <a:cxnLst/>
              <a:rect l="l" t="t" r="r" b="b"/>
              <a:pathLst>
                <a:path w="2732" h="414" extrusionOk="0">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64"/>
            <p:cNvSpPr/>
            <p:nvPr/>
          </p:nvSpPr>
          <p:spPr>
            <a:xfrm>
              <a:off x="5473923" y="1654257"/>
              <a:ext cx="71394" cy="10610"/>
            </a:xfrm>
            <a:custGeom>
              <a:avLst/>
              <a:gdLst/>
              <a:ahLst/>
              <a:cxnLst/>
              <a:rect l="l" t="t" r="r" b="b"/>
              <a:pathLst>
                <a:path w="2732" h="406" extrusionOk="0">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64"/>
            <p:cNvSpPr/>
            <p:nvPr/>
          </p:nvSpPr>
          <p:spPr>
            <a:xfrm>
              <a:off x="5490021" y="1631913"/>
              <a:ext cx="55296" cy="10819"/>
            </a:xfrm>
            <a:custGeom>
              <a:avLst/>
              <a:gdLst/>
              <a:ahLst/>
              <a:cxnLst/>
              <a:rect l="l" t="t" r="r" b="b"/>
              <a:pathLst>
                <a:path w="2116" h="414" extrusionOk="0">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64"/>
            <p:cNvSpPr/>
            <p:nvPr/>
          </p:nvSpPr>
          <p:spPr>
            <a:xfrm>
              <a:off x="5472669" y="1676391"/>
              <a:ext cx="72648" cy="10819"/>
            </a:xfrm>
            <a:custGeom>
              <a:avLst/>
              <a:gdLst/>
              <a:ahLst/>
              <a:cxnLst/>
              <a:rect l="l" t="t" r="r" b="b"/>
              <a:pathLst>
                <a:path w="2780" h="414" extrusionOk="0">
                  <a:moveTo>
                    <a:pt x="251" y="0"/>
                  </a:moveTo>
                  <a:cubicBezTo>
                    <a:pt x="1" y="20"/>
                    <a:pt x="1" y="395"/>
                    <a:pt x="251" y="414"/>
                  </a:cubicBezTo>
                  <a:lnTo>
                    <a:pt x="2780" y="414"/>
                  </a:lnTo>
                  <a:lnTo>
                    <a:pt x="278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64"/>
            <p:cNvSpPr/>
            <p:nvPr/>
          </p:nvSpPr>
          <p:spPr>
            <a:xfrm>
              <a:off x="5473923" y="1587175"/>
              <a:ext cx="71394" cy="10845"/>
            </a:xfrm>
            <a:custGeom>
              <a:avLst/>
              <a:gdLst/>
              <a:ahLst/>
              <a:cxnLst/>
              <a:rect l="l" t="t" r="r" b="b"/>
              <a:pathLst>
                <a:path w="2732" h="415" extrusionOk="0">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64"/>
            <p:cNvSpPr/>
            <p:nvPr/>
          </p:nvSpPr>
          <p:spPr>
            <a:xfrm>
              <a:off x="5473923" y="1564805"/>
              <a:ext cx="71394" cy="10845"/>
            </a:xfrm>
            <a:custGeom>
              <a:avLst/>
              <a:gdLst/>
              <a:ahLst/>
              <a:cxnLst/>
              <a:rect l="l" t="t" r="r" b="b"/>
              <a:pathLst>
                <a:path w="2732" h="415" extrusionOk="0">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64"/>
            <p:cNvSpPr/>
            <p:nvPr/>
          </p:nvSpPr>
          <p:spPr>
            <a:xfrm>
              <a:off x="5490021" y="1609544"/>
              <a:ext cx="55296" cy="10845"/>
            </a:xfrm>
            <a:custGeom>
              <a:avLst/>
              <a:gdLst/>
              <a:ahLst/>
              <a:cxnLst/>
              <a:rect l="l" t="t" r="r" b="b"/>
              <a:pathLst>
                <a:path w="2116" h="415" extrusionOk="0">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64"/>
            <p:cNvSpPr/>
            <p:nvPr/>
          </p:nvSpPr>
          <p:spPr>
            <a:xfrm>
              <a:off x="5490021" y="1501251"/>
              <a:ext cx="10819" cy="39852"/>
            </a:xfrm>
            <a:custGeom>
              <a:avLst/>
              <a:gdLst/>
              <a:ahLst/>
              <a:cxnLst/>
              <a:rect l="l" t="t" r="r" b="b"/>
              <a:pathLst>
                <a:path w="414" h="1525" extrusionOk="0">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64"/>
            <p:cNvSpPr/>
            <p:nvPr/>
          </p:nvSpPr>
          <p:spPr>
            <a:xfrm>
              <a:off x="5423435" y="1501251"/>
              <a:ext cx="10558" cy="39852"/>
            </a:xfrm>
            <a:custGeom>
              <a:avLst/>
              <a:gdLst/>
              <a:ahLst/>
              <a:cxnLst/>
              <a:rect l="l" t="t" r="r" b="b"/>
              <a:pathLst>
                <a:path w="404" h="1525" extrusionOk="0">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64"/>
            <p:cNvSpPr/>
            <p:nvPr/>
          </p:nvSpPr>
          <p:spPr>
            <a:xfrm>
              <a:off x="5467652" y="1501251"/>
              <a:ext cx="10845" cy="40479"/>
            </a:xfrm>
            <a:custGeom>
              <a:avLst/>
              <a:gdLst/>
              <a:ahLst/>
              <a:cxnLst/>
              <a:rect l="l" t="t" r="r" b="b"/>
              <a:pathLst>
                <a:path w="415" h="1549" extrusionOk="0">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64"/>
            <p:cNvSpPr/>
            <p:nvPr/>
          </p:nvSpPr>
          <p:spPr>
            <a:xfrm>
              <a:off x="5490021" y="1501486"/>
              <a:ext cx="10819" cy="24904"/>
            </a:xfrm>
            <a:custGeom>
              <a:avLst/>
              <a:gdLst/>
              <a:ahLst/>
              <a:cxnLst/>
              <a:rect l="l" t="t" r="r" b="b"/>
              <a:pathLst>
                <a:path w="414" h="953" extrusionOk="0">
                  <a:moveTo>
                    <a:pt x="0" y="1"/>
                  </a:moveTo>
                  <a:lnTo>
                    <a:pt x="0" y="453"/>
                  </a:lnTo>
                  <a:cubicBezTo>
                    <a:pt x="164" y="597"/>
                    <a:pt x="298" y="760"/>
                    <a:pt x="414" y="953"/>
                  </a:cubicBez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64"/>
            <p:cNvSpPr/>
            <p:nvPr/>
          </p:nvSpPr>
          <p:spPr>
            <a:xfrm>
              <a:off x="5467652" y="1501251"/>
              <a:ext cx="10845" cy="4782"/>
            </a:xfrm>
            <a:custGeom>
              <a:avLst/>
              <a:gdLst/>
              <a:ahLst/>
              <a:cxnLst/>
              <a:rect l="l" t="t" r="r" b="b"/>
              <a:pathLst>
                <a:path w="415" h="183" extrusionOk="0">
                  <a:moveTo>
                    <a:pt x="1" y="0"/>
                  </a:moveTo>
                  <a:lnTo>
                    <a:pt x="1" y="39"/>
                  </a:lnTo>
                  <a:cubicBezTo>
                    <a:pt x="145" y="77"/>
                    <a:pt x="279" y="115"/>
                    <a:pt x="414" y="183"/>
                  </a:cubicBezTo>
                  <a:lnTo>
                    <a:pt x="414"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64"/>
            <p:cNvSpPr/>
            <p:nvPr/>
          </p:nvSpPr>
          <p:spPr>
            <a:xfrm>
              <a:off x="5445544" y="1501251"/>
              <a:ext cx="10819" cy="40479"/>
            </a:xfrm>
            <a:custGeom>
              <a:avLst/>
              <a:gdLst/>
              <a:ahLst/>
              <a:cxnLst/>
              <a:rect l="l" t="t" r="r" b="b"/>
              <a:pathLst>
                <a:path w="414" h="1549" extrusionOk="0">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64"/>
            <p:cNvSpPr/>
            <p:nvPr/>
          </p:nvSpPr>
          <p:spPr>
            <a:xfrm>
              <a:off x="5490021" y="1710572"/>
              <a:ext cx="10819" cy="40218"/>
            </a:xfrm>
            <a:custGeom>
              <a:avLst/>
              <a:gdLst/>
              <a:ahLst/>
              <a:cxnLst/>
              <a:rect l="l" t="t" r="r" b="b"/>
              <a:pathLst>
                <a:path w="414" h="1539" extrusionOk="0">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64"/>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64"/>
            <p:cNvSpPr/>
            <p:nvPr/>
          </p:nvSpPr>
          <p:spPr>
            <a:xfrm>
              <a:off x="5490021" y="1725886"/>
              <a:ext cx="10819" cy="24904"/>
            </a:xfrm>
            <a:custGeom>
              <a:avLst/>
              <a:gdLst/>
              <a:ahLst/>
              <a:cxnLst/>
              <a:rect l="l" t="t" r="r" b="b"/>
              <a:pathLst>
                <a:path w="414" h="953" extrusionOk="0">
                  <a:moveTo>
                    <a:pt x="414" y="1"/>
                  </a:moveTo>
                  <a:cubicBezTo>
                    <a:pt x="298" y="184"/>
                    <a:pt x="164" y="347"/>
                    <a:pt x="0" y="491"/>
                  </a:cubicBezTo>
                  <a:lnTo>
                    <a:pt x="0" y="953"/>
                  </a:lnTo>
                  <a:lnTo>
                    <a:pt x="414" y="953"/>
                  </a:ln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64"/>
            <p:cNvSpPr/>
            <p:nvPr/>
          </p:nvSpPr>
          <p:spPr>
            <a:xfrm>
              <a:off x="5423174" y="1710938"/>
              <a:ext cx="10819" cy="39852"/>
            </a:xfrm>
            <a:custGeom>
              <a:avLst/>
              <a:gdLst/>
              <a:ahLst/>
              <a:cxnLst/>
              <a:rect l="l" t="t" r="r" b="b"/>
              <a:pathLst>
                <a:path w="414" h="1525" extrusionOk="0">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64"/>
            <p:cNvSpPr/>
            <p:nvPr/>
          </p:nvSpPr>
          <p:spPr>
            <a:xfrm>
              <a:off x="5445544" y="1710938"/>
              <a:ext cx="10819" cy="39852"/>
            </a:xfrm>
            <a:custGeom>
              <a:avLst/>
              <a:gdLst/>
              <a:ahLst/>
              <a:cxnLst/>
              <a:rect l="l" t="t" r="r" b="b"/>
              <a:pathLst>
                <a:path w="414" h="1525" extrusionOk="0">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64"/>
            <p:cNvSpPr/>
            <p:nvPr/>
          </p:nvSpPr>
          <p:spPr>
            <a:xfrm>
              <a:off x="5467652" y="1710546"/>
              <a:ext cx="10845" cy="40244"/>
            </a:xfrm>
            <a:custGeom>
              <a:avLst/>
              <a:gdLst/>
              <a:ahLst/>
              <a:cxnLst/>
              <a:rect l="l" t="t" r="r" b="b"/>
              <a:pathLst>
                <a:path w="415" h="1540" extrusionOk="0">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64"/>
            <p:cNvSpPr/>
            <p:nvPr/>
          </p:nvSpPr>
          <p:spPr>
            <a:xfrm>
              <a:off x="5467652" y="1746243"/>
              <a:ext cx="10845" cy="4547"/>
            </a:xfrm>
            <a:custGeom>
              <a:avLst/>
              <a:gdLst/>
              <a:ahLst/>
              <a:cxnLst/>
              <a:rect l="l" t="t" r="r" b="b"/>
              <a:pathLst>
                <a:path w="415" h="174" extrusionOk="0">
                  <a:moveTo>
                    <a:pt x="414" y="1"/>
                  </a:moveTo>
                  <a:cubicBezTo>
                    <a:pt x="279" y="58"/>
                    <a:pt x="145" y="106"/>
                    <a:pt x="1" y="135"/>
                  </a:cubicBezTo>
                  <a:lnTo>
                    <a:pt x="1" y="174"/>
                  </a:lnTo>
                  <a:lnTo>
                    <a:pt x="414" y="174"/>
                  </a:ln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64"/>
            <p:cNvSpPr/>
            <p:nvPr/>
          </p:nvSpPr>
          <p:spPr>
            <a:xfrm>
              <a:off x="5507608" y="1609544"/>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64"/>
            <p:cNvSpPr/>
            <p:nvPr/>
          </p:nvSpPr>
          <p:spPr>
            <a:xfrm>
              <a:off x="5507608" y="1654021"/>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64"/>
            <p:cNvSpPr/>
            <p:nvPr/>
          </p:nvSpPr>
          <p:spPr>
            <a:xfrm>
              <a:off x="5507608" y="1631913"/>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64"/>
            <p:cNvSpPr/>
            <p:nvPr/>
          </p:nvSpPr>
          <p:spPr>
            <a:xfrm>
              <a:off x="5507608" y="1676391"/>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64"/>
            <p:cNvSpPr/>
            <p:nvPr/>
          </p:nvSpPr>
          <p:spPr>
            <a:xfrm>
              <a:off x="5507608" y="156480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64"/>
            <p:cNvSpPr/>
            <p:nvPr/>
          </p:nvSpPr>
          <p:spPr>
            <a:xfrm>
              <a:off x="5507608" y="158717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64"/>
            <p:cNvSpPr/>
            <p:nvPr/>
          </p:nvSpPr>
          <p:spPr>
            <a:xfrm>
              <a:off x="5462112" y="1637192"/>
              <a:ext cx="122666" cy="155332"/>
            </a:xfrm>
            <a:custGeom>
              <a:avLst/>
              <a:gdLst/>
              <a:ahLst/>
              <a:cxnLst/>
              <a:rect l="l" t="t" r="r" b="b"/>
              <a:pathLst>
                <a:path w="4694" h="5944" extrusionOk="0">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64"/>
            <p:cNvSpPr/>
            <p:nvPr/>
          </p:nvSpPr>
          <p:spPr>
            <a:xfrm>
              <a:off x="5462112" y="1836975"/>
              <a:ext cx="106072" cy="24904"/>
            </a:xfrm>
            <a:custGeom>
              <a:avLst/>
              <a:gdLst/>
              <a:ahLst/>
              <a:cxnLst/>
              <a:rect l="l" t="t" r="r" b="b"/>
              <a:pathLst>
                <a:path w="4059" h="953" extrusionOk="0">
                  <a:moveTo>
                    <a:pt x="1" y="0"/>
                  </a:moveTo>
                  <a:lnTo>
                    <a:pt x="1" y="952"/>
                  </a:lnTo>
                  <a:lnTo>
                    <a:pt x="4059" y="952"/>
                  </a:lnTo>
                  <a:cubicBezTo>
                    <a:pt x="4059" y="423"/>
                    <a:pt x="3626" y="0"/>
                    <a:pt x="3097"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52" name="Google Shape;14052;p64"/>
          <p:cNvGrpSpPr/>
          <p:nvPr/>
        </p:nvGrpSpPr>
        <p:grpSpPr>
          <a:xfrm>
            <a:off x="7958001" y="2289568"/>
            <a:ext cx="370428" cy="261926"/>
            <a:chOff x="7959464" y="2474216"/>
            <a:chExt cx="370428" cy="261926"/>
          </a:xfrm>
        </p:grpSpPr>
        <p:sp>
          <p:nvSpPr>
            <p:cNvPr id="14053" name="Google Shape;14053;p64"/>
            <p:cNvSpPr/>
            <p:nvPr/>
          </p:nvSpPr>
          <p:spPr>
            <a:xfrm>
              <a:off x="8125301" y="2474216"/>
              <a:ext cx="204591" cy="234252"/>
            </a:xfrm>
            <a:custGeom>
              <a:avLst/>
              <a:gdLst/>
              <a:ahLst/>
              <a:cxnLst/>
              <a:rect l="l" t="t" r="r" b="b"/>
              <a:pathLst>
                <a:path w="7829" h="8964" extrusionOk="0">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64"/>
            <p:cNvSpPr/>
            <p:nvPr/>
          </p:nvSpPr>
          <p:spPr>
            <a:xfrm>
              <a:off x="8142653" y="2500375"/>
              <a:ext cx="187239" cy="208093"/>
            </a:xfrm>
            <a:custGeom>
              <a:avLst/>
              <a:gdLst/>
              <a:ahLst/>
              <a:cxnLst/>
              <a:rect l="l" t="t" r="r" b="b"/>
              <a:pathLst>
                <a:path w="7165" h="7963" extrusionOk="0">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64"/>
            <p:cNvSpPr/>
            <p:nvPr/>
          </p:nvSpPr>
          <p:spPr>
            <a:xfrm>
              <a:off x="8159743" y="2625053"/>
              <a:ext cx="76411" cy="48998"/>
            </a:xfrm>
            <a:custGeom>
              <a:avLst/>
              <a:gdLst/>
              <a:ahLst/>
              <a:cxnLst/>
              <a:rect l="l" t="t" r="r" b="b"/>
              <a:pathLst>
                <a:path w="2924" h="1875" extrusionOk="0">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64"/>
            <p:cNvSpPr/>
            <p:nvPr/>
          </p:nvSpPr>
          <p:spPr>
            <a:xfrm>
              <a:off x="8196433" y="2565157"/>
              <a:ext cx="38206" cy="52082"/>
            </a:xfrm>
            <a:custGeom>
              <a:avLst/>
              <a:gdLst/>
              <a:ahLst/>
              <a:cxnLst/>
              <a:rect l="l" t="t" r="r" b="b"/>
              <a:pathLst>
                <a:path w="1462" h="1993" extrusionOk="0">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64"/>
            <p:cNvSpPr/>
            <p:nvPr/>
          </p:nvSpPr>
          <p:spPr>
            <a:xfrm>
              <a:off x="8161259" y="2530427"/>
              <a:ext cx="55532" cy="22082"/>
            </a:xfrm>
            <a:custGeom>
              <a:avLst/>
              <a:gdLst/>
              <a:ahLst/>
              <a:cxnLst/>
              <a:rect l="l" t="t" r="r" b="b"/>
              <a:pathLst>
                <a:path w="2125" h="845" extrusionOk="0">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64"/>
            <p:cNvSpPr/>
            <p:nvPr/>
          </p:nvSpPr>
          <p:spPr>
            <a:xfrm>
              <a:off x="8246686" y="2553450"/>
              <a:ext cx="50880" cy="32352"/>
            </a:xfrm>
            <a:custGeom>
              <a:avLst/>
              <a:gdLst/>
              <a:ahLst/>
              <a:cxnLst/>
              <a:rect l="l" t="t" r="r" b="b"/>
              <a:pathLst>
                <a:path w="1947" h="1238" extrusionOk="0">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64"/>
            <p:cNvSpPr/>
            <p:nvPr/>
          </p:nvSpPr>
          <p:spPr>
            <a:xfrm>
              <a:off x="7959464" y="2502126"/>
              <a:ext cx="203311" cy="233990"/>
            </a:xfrm>
            <a:custGeom>
              <a:avLst/>
              <a:gdLst/>
              <a:ahLst/>
              <a:cxnLst/>
              <a:rect l="l" t="t" r="r" b="b"/>
              <a:pathLst>
                <a:path w="7780" h="8954" extrusionOk="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64"/>
            <p:cNvSpPr/>
            <p:nvPr/>
          </p:nvSpPr>
          <p:spPr>
            <a:xfrm>
              <a:off x="8061485" y="2502073"/>
              <a:ext cx="101290" cy="234069"/>
            </a:xfrm>
            <a:custGeom>
              <a:avLst/>
              <a:gdLst/>
              <a:ahLst/>
              <a:cxnLst/>
              <a:rect l="l" t="t" r="r" b="b"/>
              <a:pathLst>
                <a:path w="3876" h="8957" extrusionOk="0">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1" name="Google Shape;14061;p64"/>
            <p:cNvSpPr/>
            <p:nvPr/>
          </p:nvSpPr>
          <p:spPr>
            <a:xfrm>
              <a:off x="8045388" y="2647370"/>
              <a:ext cx="76438" cy="47561"/>
            </a:xfrm>
            <a:custGeom>
              <a:avLst/>
              <a:gdLst/>
              <a:ahLst/>
              <a:cxnLst/>
              <a:rect l="l" t="t" r="r" b="b"/>
              <a:pathLst>
                <a:path w="2925" h="1820" extrusionOk="0">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64"/>
            <p:cNvSpPr/>
            <p:nvPr/>
          </p:nvSpPr>
          <p:spPr>
            <a:xfrm>
              <a:off x="8055449" y="2591002"/>
              <a:ext cx="36246" cy="51376"/>
            </a:xfrm>
            <a:custGeom>
              <a:avLst/>
              <a:gdLst/>
              <a:ahLst/>
              <a:cxnLst/>
              <a:rect l="l" t="t" r="r" b="b"/>
              <a:pathLst>
                <a:path w="1387" h="1966" extrusionOk="0">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64"/>
            <p:cNvSpPr/>
            <p:nvPr/>
          </p:nvSpPr>
          <p:spPr>
            <a:xfrm>
              <a:off x="7988758" y="2585854"/>
              <a:ext cx="54643" cy="23859"/>
            </a:xfrm>
            <a:custGeom>
              <a:avLst/>
              <a:gdLst/>
              <a:ahLst/>
              <a:cxnLst/>
              <a:rect l="l" t="t" r="r" b="b"/>
              <a:pathLst>
                <a:path w="2091" h="913" extrusionOk="0">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64"/>
            <p:cNvSpPr/>
            <p:nvPr/>
          </p:nvSpPr>
          <p:spPr>
            <a:xfrm>
              <a:off x="8075309" y="2560349"/>
              <a:ext cx="53284" cy="31019"/>
            </a:xfrm>
            <a:custGeom>
              <a:avLst/>
              <a:gdLst/>
              <a:ahLst/>
              <a:cxnLst/>
              <a:rect l="l" t="t" r="r" b="b"/>
              <a:pathLst>
                <a:path w="2039" h="1187" extrusionOk="0">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5" name="Google Shape;14065;p64"/>
          <p:cNvGrpSpPr/>
          <p:nvPr/>
        </p:nvGrpSpPr>
        <p:grpSpPr>
          <a:xfrm>
            <a:off x="7517225" y="2273262"/>
            <a:ext cx="360629" cy="294461"/>
            <a:chOff x="7518687" y="2457909"/>
            <a:chExt cx="360629" cy="294461"/>
          </a:xfrm>
        </p:grpSpPr>
        <p:sp>
          <p:nvSpPr>
            <p:cNvPr id="14066" name="Google Shape;14066;p64"/>
            <p:cNvSpPr/>
            <p:nvPr/>
          </p:nvSpPr>
          <p:spPr>
            <a:xfrm>
              <a:off x="7671222" y="2457909"/>
              <a:ext cx="55558" cy="265376"/>
            </a:xfrm>
            <a:custGeom>
              <a:avLst/>
              <a:gdLst/>
              <a:ahLst/>
              <a:cxnLst/>
              <a:rect l="l" t="t" r="r" b="b"/>
              <a:pathLst>
                <a:path w="2126" h="10155" extrusionOk="0">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64"/>
            <p:cNvSpPr/>
            <p:nvPr/>
          </p:nvSpPr>
          <p:spPr>
            <a:xfrm>
              <a:off x="7699106" y="2457909"/>
              <a:ext cx="27674" cy="265376"/>
            </a:xfrm>
            <a:custGeom>
              <a:avLst/>
              <a:gdLst/>
              <a:ahLst/>
              <a:cxnLst/>
              <a:rect l="l" t="t" r="r" b="b"/>
              <a:pathLst>
                <a:path w="1059" h="10155" extrusionOk="0">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64"/>
            <p:cNvSpPr/>
            <p:nvPr/>
          </p:nvSpPr>
          <p:spPr>
            <a:xfrm>
              <a:off x="7694088" y="2574251"/>
              <a:ext cx="9826" cy="149034"/>
            </a:xfrm>
            <a:custGeom>
              <a:avLst/>
              <a:gdLst/>
              <a:ahLst/>
              <a:cxnLst/>
              <a:rect l="l" t="t" r="r" b="b"/>
              <a:pathLst>
                <a:path w="376" h="5703" extrusionOk="0">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64"/>
            <p:cNvSpPr/>
            <p:nvPr/>
          </p:nvSpPr>
          <p:spPr>
            <a:xfrm>
              <a:off x="7554384" y="2551516"/>
              <a:ext cx="148014" cy="171769"/>
            </a:xfrm>
            <a:custGeom>
              <a:avLst/>
              <a:gdLst/>
              <a:ahLst/>
              <a:cxnLst/>
              <a:rect l="l" t="t" r="r" b="b"/>
              <a:pathLst>
                <a:path w="5664" h="6573" extrusionOk="0">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64"/>
            <p:cNvSpPr/>
            <p:nvPr/>
          </p:nvSpPr>
          <p:spPr>
            <a:xfrm>
              <a:off x="7554384" y="2553136"/>
              <a:ext cx="148014" cy="170149"/>
            </a:xfrm>
            <a:custGeom>
              <a:avLst/>
              <a:gdLst/>
              <a:ahLst/>
              <a:cxnLst/>
              <a:rect l="l" t="t" r="r" b="b"/>
              <a:pathLst>
                <a:path w="5664" h="6511" extrusionOk="0">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64"/>
            <p:cNvSpPr/>
            <p:nvPr/>
          </p:nvSpPr>
          <p:spPr>
            <a:xfrm>
              <a:off x="7695604" y="2551516"/>
              <a:ext cx="148041" cy="171769"/>
            </a:xfrm>
            <a:custGeom>
              <a:avLst/>
              <a:gdLst/>
              <a:ahLst/>
              <a:cxnLst/>
              <a:rect l="l" t="t" r="r" b="b"/>
              <a:pathLst>
                <a:path w="5665" h="6573" extrusionOk="0">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64"/>
            <p:cNvSpPr/>
            <p:nvPr/>
          </p:nvSpPr>
          <p:spPr>
            <a:xfrm>
              <a:off x="7695604" y="2553136"/>
              <a:ext cx="148041" cy="170149"/>
            </a:xfrm>
            <a:custGeom>
              <a:avLst/>
              <a:gdLst/>
              <a:ahLst/>
              <a:cxnLst/>
              <a:rect l="l" t="t" r="r" b="b"/>
              <a:pathLst>
                <a:path w="5665" h="6511" extrusionOk="0">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3" name="Google Shape;14073;p64"/>
            <p:cNvSpPr/>
            <p:nvPr/>
          </p:nvSpPr>
          <p:spPr>
            <a:xfrm>
              <a:off x="7518687" y="2588833"/>
              <a:ext cx="180445" cy="148772"/>
            </a:xfrm>
            <a:custGeom>
              <a:avLst/>
              <a:gdLst/>
              <a:ahLst/>
              <a:cxnLst/>
              <a:rect l="l" t="t" r="r" b="b"/>
              <a:pathLst>
                <a:path w="6905" h="5693" extrusionOk="0">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64"/>
            <p:cNvSpPr/>
            <p:nvPr/>
          </p:nvSpPr>
          <p:spPr>
            <a:xfrm>
              <a:off x="7518687" y="2588833"/>
              <a:ext cx="180445" cy="138973"/>
            </a:xfrm>
            <a:custGeom>
              <a:avLst/>
              <a:gdLst/>
              <a:ahLst/>
              <a:cxnLst/>
              <a:rect l="l" t="t" r="r" b="b"/>
              <a:pathLst>
                <a:path w="6905" h="5318" extrusionOk="0">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64"/>
            <p:cNvSpPr/>
            <p:nvPr/>
          </p:nvSpPr>
          <p:spPr>
            <a:xfrm>
              <a:off x="7699106" y="2588833"/>
              <a:ext cx="180210" cy="148772"/>
            </a:xfrm>
            <a:custGeom>
              <a:avLst/>
              <a:gdLst/>
              <a:ahLst/>
              <a:cxnLst/>
              <a:rect l="l" t="t" r="r" b="b"/>
              <a:pathLst>
                <a:path w="6896" h="5693" extrusionOk="0">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64"/>
            <p:cNvSpPr/>
            <p:nvPr/>
          </p:nvSpPr>
          <p:spPr>
            <a:xfrm>
              <a:off x="7773244" y="2588833"/>
              <a:ext cx="106072" cy="148720"/>
            </a:xfrm>
            <a:custGeom>
              <a:avLst/>
              <a:gdLst/>
              <a:ahLst/>
              <a:cxnLst/>
              <a:rect l="l" t="t" r="r" b="b"/>
              <a:pathLst>
                <a:path w="4059" h="5691" extrusionOk="0">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64"/>
            <p:cNvSpPr/>
            <p:nvPr/>
          </p:nvSpPr>
          <p:spPr>
            <a:xfrm>
              <a:off x="7693592" y="2625732"/>
              <a:ext cx="51298" cy="103093"/>
            </a:xfrm>
            <a:custGeom>
              <a:avLst/>
              <a:gdLst/>
              <a:ahLst/>
              <a:cxnLst/>
              <a:rect l="l" t="t" r="r" b="b"/>
              <a:pathLst>
                <a:path w="1963" h="3945" extrusionOk="0">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64"/>
            <p:cNvSpPr/>
            <p:nvPr/>
          </p:nvSpPr>
          <p:spPr>
            <a:xfrm>
              <a:off x="7653139" y="2625732"/>
              <a:ext cx="51272" cy="103093"/>
            </a:xfrm>
            <a:custGeom>
              <a:avLst/>
              <a:gdLst/>
              <a:ahLst/>
              <a:cxnLst/>
              <a:rect l="l" t="t" r="r" b="b"/>
              <a:pathLst>
                <a:path w="1962" h="3945" extrusionOk="0">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64"/>
            <p:cNvSpPr/>
            <p:nvPr/>
          </p:nvSpPr>
          <p:spPr>
            <a:xfrm>
              <a:off x="7677494" y="2691168"/>
              <a:ext cx="43014" cy="61202"/>
            </a:xfrm>
            <a:custGeom>
              <a:avLst/>
              <a:gdLst/>
              <a:ahLst/>
              <a:cxnLst/>
              <a:rect l="l" t="t" r="r" b="b"/>
              <a:pathLst>
                <a:path w="1646" h="2342" extrusionOk="0">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64"/>
            <p:cNvSpPr/>
            <p:nvPr/>
          </p:nvSpPr>
          <p:spPr>
            <a:xfrm>
              <a:off x="7699106" y="2691351"/>
              <a:ext cx="21403" cy="60836"/>
            </a:xfrm>
            <a:custGeom>
              <a:avLst/>
              <a:gdLst/>
              <a:ahLst/>
              <a:cxnLst/>
              <a:rect l="l" t="t" r="r" b="b"/>
              <a:pathLst>
                <a:path w="819" h="2328" extrusionOk="0">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64"/>
            <p:cNvSpPr/>
            <p:nvPr/>
          </p:nvSpPr>
          <p:spPr>
            <a:xfrm>
              <a:off x="7575734" y="2657745"/>
              <a:ext cx="88981" cy="53493"/>
            </a:xfrm>
            <a:custGeom>
              <a:avLst/>
              <a:gdLst/>
              <a:ahLst/>
              <a:cxnLst/>
              <a:rect l="l" t="t" r="r" b="b"/>
              <a:pathLst>
                <a:path w="3405" h="2047" extrusionOk="0">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64"/>
            <p:cNvSpPr/>
            <p:nvPr/>
          </p:nvSpPr>
          <p:spPr>
            <a:xfrm>
              <a:off x="7581771" y="2663128"/>
              <a:ext cx="74661" cy="41446"/>
            </a:xfrm>
            <a:custGeom>
              <a:avLst/>
              <a:gdLst/>
              <a:ahLst/>
              <a:cxnLst/>
              <a:rect l="l" t="t" r="r" b="b"/>
              <a:pathLst>
                <a:path w="2857" h="1586" extrusionOk="0">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64"/>
            <p:cNvSpPr/>
            <p:nvPr/>
          </p:nvSpPr>
          <p:spPr>
            <a:xfrm>
              <a:off x="7733287" y="2657745"/>
              <a:ext cx="88981" cy="53493"/>
            </a:xfrm>
            <a:custGeom>
              <a:avLst/>
              <a:gdLst/>
              <a:ahLst/>
              <a:cxnLst/>
              <a:rect l="l" t="t" r="r" b="b"/>
              <a:pathLst>
                <a:path w="3405" h="2047" extrusionOk="0">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64"/>
            <p:cNvSpPr/>
            <p:nvPr/>
          </p:nvSpPr>
          <p:spPr>
            <a:xfrm>
              <a:off x="7741597" y="2663128"/>
              <a:ext cx="74634" cy="41446"/>
            </a:xfrm>
            <a:custGeom>
              <a:avLst/>
              <a:gdLst/>
              <a:ahLst/>
              <a:cxnLst/>
              <a:rect l="l" t="t" r="r" b="b"/>
              <a:pathLst>
                <a:path w="2856" h="1586" extrusionOk="0">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5" name="Google Shape;14085;p64"/>
          <p:cNvGrpSpPr/>
          <p:nvPr/>
        </p:nvGrpSpPr>
        <p:grpSpPr>
          <a:xfrm>
            <a:off x="7084758" y="1796919"/>
            <a:ext cx="343799" cy="360524"/>
            <a:chOff x="7086220" y="1981566"/>
            <a:chExt cx="343799" cy="360524"/>
          </a:xfrm>
        </p:grpSpPr>
        <p:sp>
          <p:nvSpPr>
            <p:cNvPr id="14086" name="Google Shape;14086;p64"/>
            <p:cNvSpPr/>
            <p:nvPr/>
          </p:nvSpPr>
          <p:spPr>
            <a:xfrm>
              <a:off x="7111098" y="2115156"/>
              <a:ext cx="222414" cy="226935"/>
            </a:xfrm>
            <a:custGeom>
              <a:avLst/>
              <a:gdLst/>
              <a:ahLst/>
              <a:cxnLst/>
              <a:rect l="l" t="t" r="r" b="b"/>
              <a:pathLst>
                <a:path w="8511" h="8684" extrusionOk="0">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64"/>
            <p:cNvSpPr/>
            <p:nvPr/>
          </p:nvSpPr>
          <p:spPr>
            <a:xfrm>
              <a:off x="7111098" y="2115156"/>
              <a:ext cx="222414" cy="226673"/>
            </a:xfrm>
            <a:custGeom>
              <a:avLst/>
              <a:gdLst/>
              <a:ahLst/>
              <a:cxnLst/>
              <a:rect l="l" t="t" r="r" b="b"/>
              <a:pathLst>
                <a:path w="8511" h="8674" extrusionOk="0">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64"/>
            <p:cNvSpPr/>
            <p:nvPr/>
          </p:nvSpPr>
          <p:spPr>
            <a:xfrm>
              <a:off x="7140236" y="2115156"/>
              <a:ext cx="163616" cy="73641"/>
            </a:xfrm>
            <a:custGeom>
              <a:avLst/>
              <a:gdLst/>
              <a:ahLst/>
              <a:cxnLst/>
              <a:rect l="l" t="t" r="r" b="b"/>
              <a:pathLst>
                <a:path w="6261" h="2818" extrusionOk="0">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64"/>
            <p:cNvSpPr/>
            <p:nvPr/>
          </p:nvSpPr>
          <p:spPr>
            <a:xfrm>
              <a:off x="7261622" y="2115156"/>
              <a:ext cx="42230" cy="71891"/>
            </a:xfrm>
            <a:custGeom>
              <a:avLst/>
              <a:gdLst/>
              <a:ahLst/>
              <a:cxnLst/>
              <a:rect l="l" t="t" r="r" b="b"/>
              <a:pathLst>
                <a:path w="1616" h="2751" extrusionOk="0">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64"/>
            <p:cNvSpPr/>
            <p:nvPr/>
          </p:nvSpPr>
          <p:spPr>
            <a:xfrm>
              <a:off x="7086220" y="2087743"/>
              <a:ext cx="271909" cy="65619"/>
            </a:xfrm>
            <a:custGeom>
              <a:avLst/>
              <a:gdLst/>
              <a:ahLst/>
              <a:cxnLst/>
              <a:rect l="l" t="t" r="r" b="b"/>
              <a:pathLst>
                <a:path w="10405" h="2511" extrusionOk="0">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64"/>
            <p:cNvSpPr/>
            <p:nvPr/>
          </p:nvSpPr>
          <p:spPr>
            <a:xfrm>
              <a:off x="7125916" y="2108622"/>
              <a:ext cx="192518" cy="23911"/>
            </a:xfrm>
            <a:custGeom>
              <a:avLst/>
              <a:gdLst/>
              <a:ahLst/>
              <a:cxnLst/>
              <a:rect l="l" t="t" r="r" b="b"/>
              <a:pathLst>
                <a:path w="7367" h="915" extrusionOk="0">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64"/>
            <p:cNvSpPr/>
            <p:nvPr/>
          </p:nvSpPr>
          <p:spPr>
            <a:xfrm>
              <a:off x="7182701" y="1981566"/>
              <a:ext cx="247318" cy="90758"/>
            </a:xfrm>
            <a:custGeom>
              <a:avLst/>
              <a:gdLst/>
              <a:ahLst/>
              <a:cxnLst/>
              <a:rect l="l" t="t" r="r" b="b"/>
              <a:pathLst>
                <a:path w="9464" h="3473" extrusionOk="0">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64"/>
            <p:cNvSpPr/>
            <p:nvPr/>
          </p:nvSpPr>
          <p:spPr>
            <a:xfrm>
              <a:off x="7184478" y="1993012"/>
              <a:ext cx="245541" cy="79312"/>
            </a:xfrm>
            <a:custGeom>
              <a:avLst/>
              <a:gdLst/>
              <a:ahLst/>
              <a:cxnLst/>
              <a:rect l="l" t="t" r="r" b="b"/>
              <a:pathLst>
                <a:path w="9396" h="3035" extrusionOk="0">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64"/>
            <p:cNvSpPr/>
            <p:nvPr/>
          </p:nvSpPr>
          <p:spPr>
            <a:xfrm>
              <a:off x="7182466" y="2042507"/>
              <a:ext cx="52291" cy="30000"/>
            </a:xfrm>
            <a:custGeom>
              <a:avLst/>
              <a:gdLst/>
              <a:ahLst/>
              <a:cxnLst/>
              <a:rect l="l" t="t" r="r" b="b"/>
              <a:pathLst>
                <a:path w="2001" h="1148" extrusionOk="0">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64"/>
            <p:cNvSpPr/>
            <p:nvPr/>
          </p:nvSpPr>
          <p:spPr>
            <a:xfrm>
              <a:off x="7184478" y="2052333"/>
              <a:ext cx="50279" cy="19103"/>
            </a:xfrm>
            <a:custGeom>
              <a:avLst/>
              <a:gdLst/>
              <a:ahLst/>
              <a:cxnLst/>
              <a:rect l="l" t="t" r="r" b="b"/>
              <a:pathLst>
                <a:path w="1924" h="731" extrusionOk="0">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64"/>
            <p:cNvSpPr/>
            <p:nvPr/>
          </p:nvSpPr>
          <p:spPr>
            <a:xfrm>
              <a:off x="7113607" y="2030460"/>
              <a:ext cx="37213" cy="33685"/>
            </a:xfrm>
            <a:custGeom>
              <a:avLst/>
              <a:gdLst/>
              <a:ahLst/>
              <a:cxnLst/>
              <a:rect l="l" t="t" r="r" b="b"/>
              <a:pathLst>
                <a:path w="1424" h="1289" extrusionOk="0">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64"/>
            <p:cNvSpPr/>
            <p:nvPr/>
          </p:nvSpPr>
          <p:spPr>
            <a:xfrm>
              <a:off x="7312371" y="2051314"/>
              <a:ext cx="37213" cy="33711"/>
            </a:xfrm>
            <a:custGeom>
              <a:avLst/>
              <a:gdLst/>
              <a:ahLst/>
              <a:cxnLst/>
              <a:rect l="l" t="t" r="r" b="b"/>
              <a:pathLst>
                <a:path w="1424" h="1290" extrusionOk="0">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64"/>
            <p:cNvSpPr/>
            <p:nvPr/>
          </p:nvSpPr>
          <p:spPr>
            <a:xfrm>
              <a:off x="7235489" y="1982455"/>
              <a:ext cx="37213" cy="33711"/>
            </a:xfrm>
            <a:custGeom>
              <a:avLst/>
              <a:gdLst/>
              <a:ahLst/>
              <a:cxnLst/>
              <a:rect l="l" t="t" r="r" b="b"/>
              <a:pathLst>
                <a:path w="1424" h="1290" extrusionOk="0">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64"/>
            <p:cNvSpPr/>
            <p:nvPr/>
          </p:nvSpPr>
          <p:spPr>
            <a:xfrm>
              <a:off x="7132213" y="2030460"/>
              <a:ext cx="18606" cy="33685"/>
            </a:xfrm>
            <a:custGeom>
              <a:avLst/>
              <a:gdLst/>
              <a:ahLst/>
              <a:cxnLst/>
              <a:rect l="l" t="t" r="r" b="b"/>
              <a:pathLst>
                <a:path w="712" h="1289" extrusionOk="0">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64"/>
            <p:cNvSpPr/>
            <p:nvPr/>
          </p:nvSpPr>
          <p:spPr>
            <a:xfrm>
              <a:off x="7254069" y="1982455"/>
              <a:ext cx="18632" cy="33711"/>
            </a:xfrm>
            <a:custGeom>
              <a:avLst/>
              <a:gdLst/>
              <a:ahLst/>
              <a:cxnLst/>
              <a:rect l="l" t="t" r="r" b="b"/>
              <a:pathLst>
                <a:path w="713" h="1290" extrusionOk="0">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64"/>
            <p:cNvSpPr/>
            <p:nvPr/>
          </p:nvSpPr>
          <p:spPr>
            <a:xfrm>
              <a:off x="7330977" y="2051314"/>
              <a:ext cx="18606" cy="33946"/>
            </a:xfrm>
            <a:custGeom>
              <a:avLst/>
              <a:gdLst/>
              <a:ahLst/>
              <a:cxnLst/>
              <a:rect l="l" t="t" r="r" b="b"/>
              <a:pathLst>
                <a:path w="712" h="1299" extrusionOk="0">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2" name="Google Shape;14102;p64"/>
          <p:cNvGrpSpPr/>
          <p:nvPr/>
        </p:nvGrpSpPr>
        <p:grpSpPr>
          <a:xfrm>
            <a:off x="6139650" y="2742915"/>
            <a:ext cx="368416" cy="311369"/>
            <a:chOff x="6141112" y="2927563"/>
            <a:chExt cx="368416" cy="311369"/>
          </a:xfrm>
        </p:grpSpPr>
        <p:sp>
          <p:nvSpPr>
            <p:cNvPr id="14103" name="Google Shape;14103;p64"/>
            <p:cNvSpPr/>
            <p:nvPr/>
          </p:nvSpPr>
          <p:spPr>
            <a:xfrm>
              <a:off x="6141112" y="3157163"/>
              <a:ext cx="368416" cy="81769"/>
            </a:xfrm>
            <a:custGeom>
              <a:avLst/>
              <a:gdLst/>
              <a:ahLst/>
              <a:cxnLst/>
              <a:rect l="l" t="t" r="r" b="b"/>
              <a:pathLst>
                <a:path w="14098" h="3129" extrusionOk="0">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64"/>
            <p:cNvSpPr/>
            <p:nvPr/>
          </p:nvSpPr>
          <p:spPr>
            <a:xfrm>
              <a:off x="6192619" y="2953460"/>
              <a:ext cx="265402" cy="248781"/>
            </a:xfrm>
            <a:custGeom>
              <a:avLst/>
              <a:gdLst/>
              <a:ahLst/>
              <a:cxnLst/>
              <a:rect l="l" t="t" r="r" b="b"/>
              <a:pathLst>
                <a:path w="10156" h="9520" extrusionOk="0">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64"/>
            <p:cNvSpPr/>
            <p:nvPr/>
          </p:nvSpPr>
          <p:spPr>
            <a:xfrm>
              <a:off x="6306453" y="2953460"/>
              <a:ext cx="151568" cy="248781"/>
            </a:xfrm>
            <a:custGeom>
              <a:avLst/>
              <a:gdLst/>
              <a:ahLst/>
              <a:cxnLst/>
              <a:rect l="l" t="t" r="r" b="b"/>
              <a:pathLst>
                <a:path w="5800" h="9520" extrusionOk="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64"/>
            <p:cNvSpPr/>
            <p:nvPr/>
          </p:nvSpPr>
          <p:spPr>
            <a:xfrm>
              <a:off x="6192619" y="2927563"/>
              <a:ext cx="265402" cy="52788"/>
            </a:xfrm>
            <a:custGeom>
              <a:avLst/>
              <a:gdLst/>
              <a:ahLst/>
              <a:cxnLst/>
              <a:rect l="l" t="t" r="r" b="b"/>
              <a:pathLst>
                <a:path w="10156" h="2020" extrusionOk="0">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64"/>
            <p:cNvSpPr/>
            <p:nvPr/>
          </p:nvSpPr>
          <p:spPr>
            <a:xfrm>
              <a:off x="6227062" y="3142921"/>
              <a:ext cx="196778" cy="59321"/>
            </a:xfrm>
            <a:custGeom>
              <a:avLst/>
              <a:gdLst/>
              <a:ahLst/>
              <a:cxnLst/>
              <a:rect l="l" t="t" r="r" b="b"/>
              <a:pathLst>
                <a:path w="7530" h="2270" extrusionOk="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64"/>
            <p:cNvSpPr/>
            <p:nvPr/>
          </p:nvSpPr>
          <p:spPr>
            <a:xfrm>
              <a:off x="6227062" y="3142921"/>
              <a:ext cx="523" cy="18868"/>
            </a:xfrm>
            <a:custGeom>
              <a:avLst/>
              <a:gdLst/>
              <a:ahLst/>
              <a:cxnLst/>
              <a:rect l="l" t="t" r="r" b="b"/>
              <a:pathLst>
                <a:path w="20" h="722" extrusionOk="0">
                  <a:moveTo>
                    <a:pt x="0" y="1"/>
                  </a:moveTo>
                  <a:cubicBezTo>
                    <a:pt x="10" y="231"/>
                    <a:pt x="10" y="472"/>
                    <a:pt x="10" y="722"/>
                  </a:cubicBezTo>
                  <a:cubicBezTo>
                    <a:pt x="19" y="481"/>
                    <a:pt x="10" y="241"/>
                    <a:pt x="1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64"/>
            <p:cNvSpPr/>
            <p:nvPr/>
          </p:nvSpPr>
          <p:spPr>
            <a:xfrm>
              <a:off x="6226801" y="3142921"/>
              <a:ext cx="196778" cy="59321"/>
            </a:xfrm>
            <a:custGeom>
              <a:avLst/>
              <a:gdLst/>
              <a:ahLst/>
              <a:cxnLst/>
              <a:rect l="l" t="t" r="r" b="b"/>
              <a:pathLst>
                <a:path w="7530" h="2270" extrusionOk="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0" name="Google Shape;14110;p64"/>
          <p:cNvGrpSpPr/>
          <p:nvPr/>
        </p:nvGrpSpPr>
        <p:grpSpPr>
          <a:xfrm>
            <a:off x="7519237" y="2718298"/>
            <a:ext cx="335489" cy="360629"/>
            <a:chOff x="7520699" y="2902946"/>
            <a:chExt cx="335489" cy="360629"/>
          </a:xfrm>
        </p:grpSpPr>
        <p:sp>
          <p:nvSpPr>
            <p:cNvPr id="14111" name="Google Shape;14111;p64"/>
            <p:cNvSpPr/>
            <p:nvPr/>
          </p:nvSpPr>
          <p:spPr>
            <a:xfrm>
              <a:off x="7520699" y="2946666"/>
              <a:ext cx="128441" cy="174173"/>
            </a:xfrm>
            <a:custGeom>
              <a:avLst/>
              <a:gdLst/>
              <a:ahLst/>
              <a:cxnLst/>
              <a:rect l="l" t="t" r="r" b="b"/>
              <a:pathLst>
                <a:path w="4915" h="6665" extrusionOk="0">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64"/>
            <p:cNvSpPr/>
            <p:nvPr/>
          </p:nvSpPr>
          <p:spPr>
            <a:xfrm>
              <a:off x="7727512" y="2946404"/>
              <a:ext cx="128676" cy="174434"/>
            </a:xfrm>
            <a:custGeom>
              <a:avLst/>
              <a:gdLst/>
              <a:ahLst/>
              <a:cxnLst/>
              <a:rect l="l" t="t" r="r" b="b"/>
              <a:pathLst>
                <a:path w="4924" h="6675" extrusionOk="0">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64"/>
            <p:cNvSpPr/>
            <p:nvPr/>
          </p:nvSpPr>
          <p:spPr>
            <a:xfrm>
              <a:off x="7639315" y="3118800"/>
              <a:ext cx="98284" cy="97030"/>
            </a:xfrm>
            <a:custGeom>
              <a:avLst/>
              <a:gdLst/>
              <a:ahLst/>
              <a:cxnLst/>
              <a:rect l="l" t="t" r="r" b="b"/>
              <a:pathLst>
                <a:path w="3761" h="3713" extrusionOk="0">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64"/>
            <p:cNvSpPr/>
            <p:nvPr/>
          </p:nvSpPr>
          <p:spPr>
            <a:xfrm>
              <a:off x="7688313" y="3118800"/>
              <a:ext cx="49286" cy="96769"/>
            </a:xfrm>
            <a:custGeom>
              <a:avLst/>
              <a:gdLst/>
              <a:ahLst/>
              <a:cxnLst/>
              <a:rect l="l" t="t" r="r" b="b"/>
              <a:pathLst>
                <a:path w="1886" h="3703" extrusionOk="0">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64"/>
            <p:cNvSpPr/>
            <p:nvPr/>
          </p:nvSpPr>
          <p:spPr>
            <a:xfrm>
              <a:off x="7600351" y="2917502"/>
              <a:ext cx="175950" cy="221421"/>
            </a:xfrm>
            <a:custGeom>
              <a:avLst/>
              <a:gdLst/>
              <a:ahLst/>
              <a:cxnLst/>
              <a:rect l="l" t="t" r="r" b="b"/>
              <a:pathLst>
                <a:path w="6733" h="8473" extrusionOk="0">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64"/>
            <p:cNvSpPr/>
            <p:nvPr/>
          </p:nvSpPr>
          <p:spPr>
            <a:xfrm>
              <a:off x="7688313" y="2917502"/>
              <a:ext cx="87988" cy="221421"/>
            </a:xfrm>
            <a:custGeom>
              <a:avLst/>
              <a:gdLst/>
              <a:ahLst/>
              <a:cxnLst/>
              <a:rect l="l" t="t" r="r" b="b"/>
              <a:pathLst>
                <a:path w="3367" h="8473" extrusionOk="0">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64"/>
            <p:cNvSpPr/>
            <p:nvPr/>
          </p:nvSpPr>
          <p:spPr>
            <a:xfrm>
              <a:off x="7585534" y="2902946"/>
              <a:ext cx="205820" cy="25139"/>
            </a:xfrm>
            <a:custGeom>
              <a:avLst/>
              <a:gdLst/>
              <a:ahLst/>
              <a:cxnLst/>
              <a:rect l="l" t="t" r="r" b="b"/>
              <a:pathLst>
                <a:path w="7876" h="962" extrusionOk="0">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64"/>
            <p:cNvSpPr/>
            <p:nvPr/>
          </p:nvSpPr>
          <p:spPr>
            <a:xfrm>
              <a:off x="7585534" y="2909218"/>
              <a:ext cx="205820" cy="18868"/>
            </a:xfrm>
            <a:custGeom>
              <a:avLst/>
              <a:gdLst/>
              <a:ahLst/>
              <a:cxnLst/>
              <a:rect l="l" t="t" r="r" b="b"/>
              <a:pathLst>
                <a:path w="7876" h="722" extrusionOk="0">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64"/>
            <p:cNvSpPr/>
            <p:nvPr/>
          </p:nvSpPr>
          <p:spPr>
            <a:xfrm>
              <a:off x="7602625" y="3194689"/>
              <a:ext cx="171664" cy="49521"/>
            </a:xfrm>
            <a:custGeom>
              <a:avLst/>
              <a:gdLst/>
              <a:ahLst/>
              <a:cxnLst/>
              <a:rect l="l" t="t" r="r" b="b"/>
              <a:pathLst>
                <a:path w="6569" h="1895" extrusionOk="0">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64"/>
            <p:cNvSpPr/>
            <p:nvPr/>
          </p:nvSpPr>
          <p:spPr>
            <a:xfrm>
              <a:off x="7602625" y="3194689"/>
              <a:ext cx="171664" cy="49521"/>
            </a:xfrm>
            <a:custGeom>
              <a:avLst/>
              <a:gdLst/>
              <a:ahLst/>
              <a:cxnLst/>
              <a:rect l="l" t="t" r="r" b="b"/>
              <a:pathLst>
                <a:path w="6569" h="1895" extrusionOk="0">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1" name="Google Shape;14121;p64"/>
            <p:cNvSpPr/>
            <p:nvPr/>
          </p:nvSpPr>
          <p:spPr>
            <a:xfrm>
              <a:off x="7585795" y="3240421"/>
              <a:ext cx="205323" cy="23153"/>
            </a:xfrm>
            <a:custGeom>
              <a:avLst/>
              <a:gdLst/>
              <a:ahLst/>
              <a:cxnLst/>
              <a:rect l="l" t="t" r="r" b="b"/>
              <a:pathLst>
                <a:path w="7857" h="886" extrusionOk="0">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2" name="Google Shape;14122;p64"/>
            <p:cNvSpPr/>
            <p:nvPr/>
          </p:nvSpPr>
          <p:spPr>
            <a:xfrm>
              <a:off x="7655647" y="3121806"/>
              <a:ext cx="65357" cy="23650"/>
            </a:xfrm>
            <a:custGeom>
              <a:avLst/>
              <a:gdLst/>
              <a:ahLst/>
              <a:cxnLst/>
              <a:rect l="l" t="t" r="r" b="b"/>
              <a:pathLst>
                <a:path w="2501" h="905" extrusionOk="0">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64"/>
            <p:cNvSpPr/>
            <p:nvPr/>
          </p:nvSpPr>
          <p:spPr>
            <a:xfrm>
              <a:off x="7655647" y="3127581"/>
              <a:ext cx="65357" cy="17639"/>
            </a:xfrm>
            <a:custGeom>
              <a:avLst/>
              <a:gdLst/>
              <a:ahLst/>
              <a:cxnLst/>
              <a:rect l="l" t="t" r="r" b="b"/>
              <a:pathLst>
                <a:path w="2501" h="675" extrusionOk="0">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64"/>
            <p:cNvSpPr/>
            <p:nvPr/>
          </p:nvSpPr>
          <p:spPr>
            <a:xfrm>
              <a:off x="7634794" y="2953878"/>
              <a:ext cx="107065" cy="101081"/>
            </a:xfrm>
            <a:custGeom>
              <a:avLst/>
              <a:gdLst/>
              <a:ahLst/>
              <a:cxnLst/>
              <a:rect l="l" t="t" r="r" b="b"/>
              <a:pathLst>
                <a:path w="4097" h="3868" extrusionOk="0">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64"/>
            <p:cNvSpPr/>
            <p:nvPr/>
          </p:nvSpPr>
          <p:spPr>
            <a:xfrm>
              <a:off x="7585795" y="3240160"/>
              <a:ext cx="205323" cy="23415"/>
            </a:xfrm>
            <a:custGeom>
              <a:avLst/>
              <a:gdLst/>
              <a:ahLst/>
              <a:cxnLst/>
              <a:rect l="l" t="t" r="r" b="b"/>
              <a:pathLst>
                <a:path w="7857" h="896" extrusionOk="0">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6" name="Google Shape;14126;p64"/>
          <p:cNvGrpSpPr/>
          <p:nvPr/>
        </p:nvGrpSpPr>
        <p:grpSpPr>
          <a:xfrm>
            <a:off x="7986878" y="2718298"/>
            <a:ext cx="308886" cy="360628"/>
            <a:chOff x="7988340" y="2902946"/>
            <a:chExt cx="308886" cy="360628"/>
          </a:xfrm>
        </p:grpSpPr>
        <p:sp>
          <p:nvSpPr>
            <p:cNvPr id="14127" name="Google Shape;14127;p64"/>
            <p:cNvSpPr/>
            <p:nvPr/>
          </p:nvSpPr>
          <p:spPr>
            <a:xfrm>
              <a:off x="8048654" y="3170072"/>
              <a:ext cx="27413" cy="88223"/>
            </a:xfrm>
            <a:custGeom>
              <a:avLst/>
              <a:gdLst/>
              <a:ahLst/>
              <a:cxnLst/>
              <a:rect l="l" t="t" r="r" b="b"/>
              <a:pathLst>
                <a:path w="1049" h="3376" extrusionOk="0">
                  <a:moveTo>
                    <a:pt x="1" y="0"/>
                  </a:moveTo>
                  <a:lnTo>
                    <a:pt x="1" y="3375"/>
                  </a:lnTo>
                  <a:lnTo>
                    <a:pt x="1049" y="3375"/>
                  </a:lnTo>
                  <a:lnTo>
                    <a:pt x="104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64"/>
            <p:cNvSpPr/>
            <p:nvPr/>
          </p:nvSpPr>
          <p:spPr>
            <a:xfrm>
              <a:off x="8062478" y="3170072"/>
              <a:ext cx="13589" cy="88223"/>
            </a:xfrm>
            <a:custGeom>
              <a:avLst/>
              <a:gdLst/>
              <a:ahLst/>
              <a:cxnLst/>
              <a:rect l="l" t="t" r="r" b="b"/>
              <a:pathLst>
                <a:path w="520" h="3376" extrusionOk="0">
                  <a:moveTo>
                    <a:pt x="1" y="0"/>
                  </a:moveTo>
                  <a:lnTo>
                    <a:pt x="1" y="3375"/>
                  </a:lnTo>
                  <a:lnTo>
                    <a:pt x="520" y="3375"/>
                  </a:lnTo>
                  <a:lnTo>
                    <a:pt x="520"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64"/>
            <p:cNvSpPr/>
            <p:nvPr/>
          </p:nvSpPr>
          <p:spPr>
            <a:xfrm>
              <a:off x="8207984" y="3170072"/>
              <a:ext cx="27413" cy="88223"/>
            </a:xfrm>
            <a:custGeom>
              <a:avLst/>
              <a:gdLst/>
              <a:ahLst/>
              <a:cxnLst/>
              <a:rect l="l" t="t" r="r" b="b"/>
              <a:pathLst>
                <a:path w="1049" h="3376" extrusionOk="0">
                  <a:moveTo>
                    <a:pt x="0" y="0"/>
                  </a:moveTo>
                  <a:lnTo>
                    <a:pt x="0" y="3375"/>
                  </a:lnTo>
                  <a:lnTo>
                    <a:pt x="1049" y="3375"/>
                  </a:lnTo>
                  <a:lnTo>
                    <a:pt x="104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0" name="Google Shape;14130;p64"/>
            <p:cNvSpPr/>
            <p:nvPr/>
          </p:nvSpPr>
          <p:spPr>
            <a:xfrm>
              <a:off x="8221808" y="3170072"/>
              <a:ext cx="13589" cy="88223"/>
            </a:xfrm>
            <a:custGeom>
              <a:avLst/>
              <a:gdLst/>
              <a:ahLst/>
              <a:cxnLst/>
              <a:rect l="l" t="t" r="r" b="b"/>
              <a:pathLst>
                <a:path w="520" h="3376" extrusionOk="0">
                  <a:moveTo>
                    <a:pt x="0" y="0"/>
                  </a:moveTo>
                  <a:lnTo>
                    <a:pt x="0" y="3375"/>
                  </a:lnTo>
                  <a:lnTo>
                    <a:pt x="520" y="3375"/>
                  </a:lnTo>
                  <a:lnTo>
                    <a:pt x="520"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64"/>
            <p:cNvSpPr/>
            <p:nvPr/>
          </p:nvSpPr>
          <p:spPr>
            <a:xfrm>
              <a:off x="8021032" y="3149715"/>
              <a:ext cx="242248" cy="46516"/>
            </a:xfrm>
            <a:custGeom>
              <a:avLst/>
              <a:gdLst/>
              <a:ahLst/>
              <a:cxnLst/>
              <a:rect l="l" t="t" r="r" b="b"/>
              <a:pathLst>
                <a:path w="9270" h="1780" extrusionOk="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64"/>
            <p:cNvSpPr/>
            <p:nvPr/>
          </p:nvSpPr>
          <p:spPr>
            <a:xfrm>
              <a:off x="8028062" y="2902946"/>
              <a:ext cx="227954" cy="267153"/>
            </a:xfrm>
            <a:custGeom>
              <a:avLst/>
              <a:gdLst/>
              <a:ahLst/>
              <a:cxnLst/>
              <a:rect l="l" t="t" r="r" b="b"/>
              <a:pathLst>
                <a:path w="8723" h="10223" extrusionOk="0">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64"/>
            <p:cNvSpPr/>
            <p:nvPr/>
          </p:nvSpPr>
          <p:spPr>
            <a:xfrm>
              <a:off x="8179578" y="2902946"/>
              <a:ext cx="76438" cy="267153"/>
            </a:xfrm>
            <a:custGeom>
              <a:avLst/>
              <a:gdLst/>
              <a:ahLst/>
              <a:cxnLst/>
              <a:rect l="l" t="t" r="r" b="b"/>
              <a:pathLst>
                <a:path w="2925" h="10223" extrusionOk="0">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64"/>
            <p:cNvSpPr/>
            <p:nvPr/>
          </p:nvSpPr>
          <p:spPr>
            <a:xfrm>
              <a:off x="8001668" y="3072572"/>
              <a:ext cx="55558" cy="97526"/>
            </a:xfrm>
            <a:custGeom>
              <a:avLst/>
              <a:gdLst/>
              <a:ahLst/>
              <a:cxnLst/>
              <a:rect l="l" t="t" r="r" b="b"/>
              <a:pathLst>
                <a:path w="2126" h="3732" extrusionOk="0">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64"/>
            <p:cNvSpPr/>
            <p:nvPr/>
          </p:nvSpPr>
          <p:spPr>
            <a:xfrm>
              <a:off x="8029577" y="3072572"/>
              <a:ext cx="27648" cy="97526"/>
            </a:xfrm>
            <a:custGeom>
              <a:avLst/>
              <a:gdLst/>
              <a:ahLst/>
              <a:cxnLst/>
              <a:rect l="l" t="t" r="r" b="b"/>
              <a:pathLst>
                <a:path w="1058" h="3732" extrusionOk="0">
                  <a:moveTo>
                    <a:pt x="0" y="0"/>
                  </a:moveTo>
                  <a:lnTo>
                    <a:pt x="0" y="3731"/>
                  </a:lnTo>
                  <a:lnTo>
                    <a:pt x="1058" y="3731"/>
                  </a:lnTo>
                  <a:lnTo>
                    <a:pt x="1058"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64"/>
            <p:cNvSpPr/>
            <p:nvPr/>
          </p:nvSpPr>
          <p:spPr>
            <a:xfrm>
              <a:off x="8226826" y="3072572"/>
              <a:ext cx="55558" cy="97526"/>
            </a:xfrm>
            <a:custGeom>
              <a:avLst/>
              <a:gdLst/>
              <a:ahLst/>
              <a:cxnLst/>
              <a:rect l="l" t="t" r="r" b="b"/>
              <a:pathLst>
                <a:path w="2126" h="3732" extrusionOk="0">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64"/>
            <p:cNvSpPr/>
            <p:nvPr/>
          </p:nvSpPr>
          <p:spPr>
            <a:xfrm>
              <a:off x="8238899" y="3072572"/>
              <a:ext cx="43249" cy="97526"/>
            </a:xfrm>
            <a:custGeom>
              <a:avLst/>
              <a:gdLst/>
              <a:ahLst/>
              <a:cxnLst/>
              <a:rect l="l" t="t" r="r" b="b"/>
              <a:pathLst>
                <a:path w="1655" h="3732" extrusionOk="0">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64"/>
            <p:cNvSpPr/>
            <p:nvPr/>
          </p:nvSpPr>
          <p:spPr>
            <a:xfrm>
              <a:off x="8057199" y="3109759"/>
              <a:ext cx="169652" cy="60340"/>
            </a:xfrm>
            <a:custGeom>
              <a:avLst/>
              <a:gdLst/>
              <a:ahLst/>
              <a:cxnLst/>
              <a:rect l="l" t="t" r="r" b="b"/>
              <a:pathLst>
                <a:path w="6492" h="2309" extrusionOk="0">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64"/>
            <p:cNvSpPr/>
            <p:nvPr/>
          </p:nvSpPr>
          <p:spPr>
            <a:xfrm>
              <a:off x="8028297" y="3252729"/>
              <a:ext cx="68127" cy="10845"/>
            </a:xfrm>
            <a:custGeom>
              <a:avLst/>
              <a:gdLst/>
              <a:ahLst/>
              <a:cxnLst/>
              <a:rect l="l" t="t" r="r" b="b"/>
              <a:pathLst>
                <a:path w="2607" h="415" extrusionOk="0">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64"/>
            <p:cNvSpPr/>
            <p:nvPr/>
          </p:nvSpPr>
          <p:spPr>
            <a:xfrm>
              <a:off x="8187627" y="3252729"/>
              <a:ext cx="67866" cy="10845"/>
            </a:xfrm>
            <a:custGeom>
              <a:avLst/>
              <a:gdLst/>
              <a:ahLst/>
              <a:cxnLst/>
              <a:rect l="l" t="t" r="r" b="b"/>
              <a:pathLst>
                <a:path w="2597" h="415" extrusionOk="0">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64"/>
            <p:cNvSpPr/>
            <p:nvPr/>
          </p:nvSpPr>
          <p:spPr>
            <a:xfrm>
              <a:off x="7988340" y="3054723"/>
              <a:ext cx="82213" cy="25897"/>
            </a:xfrm>
            <a:custGeom>
              <a:avLst/>
              <a:gdLst/>
              <a:ahLst/>
              <a:cxnLst/>
              <a:rect l="l" t="t" r="r" b="b"/>
              <a:pathLst>
                <a:path w="3146" h="991" extrusionOk="0">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64"/>
            <p:cNvSpPr/>
            <p:nvPr/>
          </p:nvSpPr>
          <p:spPr>
            <a:xfrm>
              <a:off x="7988340" y="3062014"/>
              <a:ext cx="82213" cy="18606"/>
            </a:xfrm>
            <a:custGeom>
              <a:avLst/>
              <a:gdLst/>
              <a:ahLst/>
              <a:cxnLst/>
              <a:rect l="l" t="t" r="r" b="b"/>
              <a:pathLst>
                <a:path w="3146" h="712" extrusionOk="0">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64"/>
            <p:cNvSpPr/>
            <p:nvPr/>
          </p:nvSpPr>
          <p:spPr>
            <a:xfrm>
              <a:off x="8214778" y="3054959"/>
              <a:ext cx="82448" cy="25662"/>
            </a:xfrm>
            <a:custGeom>
              <a:avLst/>
              <a:gdLst/>
              <a:ahLst/>
              <a:cxnLst/>
              <a:rect l="l" t="t" r="r" b="b"/>
              <a:pathLst>
                <a:path w="3155" h="982" extrusionOk="0">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64"/>
            <p:cNvSpPr/>
            <p:nvPr/>
          </p:nvSpPr>
          <p:spPr>
            <a:xfrm>
              <a:off x="8214778" y="3062250"/>
              <a:ext cx="82448" cy="18371"/>
            </a:xfrm>
            <a:custGeom>
              <a:avLst/>
              <a:gdLst/>
              <a:ahLst/>
              <a:cxnLst/>
              <a:rect l="l" t="t" r="r" b="b"/>
              <a:pathLst>
                <a:path w="3155" h="703" extrusionOk="0">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64"/>
            <p:cNvSpPr/>
            <p:nvPr/>
          </p:nvSpPr>
          <p:spPr>
            <a:xfrm>
              <a:off x="8057461" y="3109759"/>
              <a:ext cx="169130" cy="30183"/>
            </a:xfrm>
            <a:custGeom>
              <a:avLst/>
              <a:gdLst/>
              <a:ahLst/>
              <a:cxnLst/>
              <a:rect l="l" t="t" r="r" b="b"/>
              <a:pathLst>
                <a:path w="6472" h="1155" extrusionOk="0">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64"/>
            <p:cNvSpPr/>
            <p:nvPr/>
          </p:nvSpPr>
          <p:spPr>
            <a:xfrm>
              <a:off x="8076564" y="2952937"/>
              <a:ext cx="34939" cy="31385"/>
            </a:xfrm>
            <a:custGeom>
              <a:avLst/>
              <a:gdLst/>
              <a:ahLst/>
              <a:cxnLst/>
              <a:rect l="l" t="t" r="r" b="b"/>
              <a:pathLst>
                <a:path w="1337" h="1201" extrusionOk="0">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7" name="Google Shape;14147;p64"/>
            <p:cNvSpPr/>
            <p:nvPr/>
          </p:nvSpPr>
          <p:spPr>
            <a:xfrm>
              <a:off x="8173803" y="2952937"/>
              <a:ext cx="34965" cy="31202"/>
            </a:xfrm>
            <a:custGeom>
              <a:avLst/>
              <a:gdLst/>
              <a:ahLst/>
              <a:cxnLst/>
              <a:rect l="l" t="t" r="r" b="b"/>
              <a:pathLst>
                <a:path w="1338" h="1194" extrusionOk="0">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64"/>
            <p:cNvSpPr/>
            <p:nvPr/>
          </p:nvSpPr>
          <p:spPr>
            <a:xfrm>
              <a:off x="8076564" y="3026579"/>
              <a:ext cx="34939" cy="31359"/>
            </a:xfrm>
            <a:custGeom>
              <a:avLst/>
              <a:gdLst/>
              <a:ahLst/>
              <a:cxnLst/>
              <a:rect l="l" t="t" r="r" b="b"/>
              <a:pathLst>
                <a:path w="1337" h="1200" extrusionOk="0">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64"/>
            <p:cNvSpPr/>
            <p:nvPr/>
          </p:nvSpPr>
          <p:spPr>
            <a:xfrm>
              <a:off x="8173803" y="3026579"/>
              <a:ext cx="34965" cy="31359"/>
            </a:xfrm>
            <a:custGeom>
              <a:avLst/>
              <a:gdLst/>
              <a:ahLst/>
              <a:cxnLst/>
              <a:rect l="l" t="t" r="r" b="b"/>
              <a:pathLst>
                <a:path w="1338" h="1200" extrusionOk="0">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0" name="Google Shape;14150;p64"/>
          <p:cNvGrpSpPr/>
          <p:nvPr/>
        </p:nvGrpSpPr>
        <p:grpSpPr>
          <a:xfrm>
            <a:off x="5688577" y="2718351"/>
            <a:ext cx="362902" cy="360498"/>
            <a:chOff x="5690039" y="2902998"/>
            <a:chExt cx="362902" cy="360498"/>
          </a:xfrm>
        </p:grpSpPr>
        <p:sp>
          <p:nvSpPr>
            <p:cNvPr id="14151" name="Google Shape;14151;p64"/>
            <p:cNvSpPr/>
            <p:nvPr/>
          </p:nvSpPr>
          <p:spPr>
            <a:xfrm>
              <a:off x="5690039" y="2902998"/>
              <a:ext cx="361883" cy="360498"/>
            </a:xfrm>
            <a:custGeom>
              <a:avLst/>
              <a:gdLst/>
              <a:ahLst/>
              <a:cxnLst/>
              <a:rect l="l" t="t" r="r" b="b"/>
              <a:pathLst>
                <a:path w="13848" h="13795" extrusionOk="0">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64"/>
            <p:cNvSpPr/>
            <p:nvPr/>
          </p:nvSpPr>
          <p:spPr>
            <a:xfrm>
              <a:off x="5808158" y="2902998"/>
              <a:ext cx="244783" cy="360498"/>
            </a:xfrm>
            <a:custGeom>
              <a:avLst/>
              <a:gdLst/>
              <a:ahLst/>
              <a:cxnLst/>
              <a:rect l="l" t="t" r="r" b="b"/>
              <a:pathLst>
                <a:path w="9367" h="13795" extrusionOk="0">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64"/>
            <p:cNvSpPr/>
            <p:nvPr/>
          </p:nvSpPr>
          <p:spPr>
            <a:xfrm>
              <a:off x="5740292" y="2985551"/>
              <a:ext cx="228450" cy="228398"/>
            </a:xfrm>
            <a:custGeom>
              <a:avLst/>
              <a:gdLst/>
              <a:ahLst/>
              <a:cxnLst/>
              <a:rect l="l" t="t" r="r" b="b"/>
              <a:pathLst>
                <a:path w="8742" h="8740" extrusionOk="0">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64"/>
            <p:cNvSpPr/>
            <p:nvPr/>
          </p:nvSpPr>
          <p:spPr>
            <a:xfrm>
              <a:off x="5826007" y="2985551"/>
              <a:ext cx="142997" cy="228398"/>
            </a:xfrm>
            <a:custGeom>
              <a:avLst/>
              <a:gdLst/>
              <a:ahLst/>
              <a:cxnLst/>
              <a:rect l="l" t="t" r="r" b="b"/>
              <a:pathLst>
                <a:path w="5472" h="8740" extrusionOk="0">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64"/>
            <p:cNvSpPr/>
            <p:nvPr/>
          </p:nvSpPr>
          <p:spPr>
            <a:xfrm>
              <a:off x="5767940" y="3015028"/>
              <a:ext cx="116708" cy="112579"/>
            </a:xfrm>
            <a:custGeom>
              <a:avLst/>
              <a:gdLst/>
              <a:ahLst/>
              <a:cxnLst/>
              <a:rect l="l" t="t" r="r" b="b"/>
              <a:pathLst>
                <a:path w="4466" h="4308" extrusionOk="0">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64"/>
            <p:cNvSpPr/>
            <p:nvPr/>
          </p:nvSpPr>
          <p:spPr>
            <a:xfrm>
              <a:off x="5796581" y="3043669"/>
              <a:ext cx="116917" cy="112605"/>
            </a:xfrm>
            <a:custGeom>
              <a:avLst/>
              <a:gdLst/>
              <a:ahLst/>
              <a:cxnLst/>
              <a:rect l="l" t="t" r="r" b="b"/>
              <a:pathLst>
                <a:path w="4474" h="4309" extrusionOk="0">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64"/>
            <p:cNvSpPr/>
            <p:nvPr/>
          </p:nvSpPr>
          <p:spPr>
            <a:xfrm>
              <a:off x="5825249" y="3072311"/>
              <a:ext cx="116682" cy="112605"/>
            </a:xfrm>
            <a:custGeom>
              <a:avLst/>
              <a:gdLst/>
              <a:ahLst/>
              <a:cxnLst/>
              <a:rect l="l" t="t" r="r" b="b"/>
              <a:pathLst>
                <a:path w="4465" h="4309" extrusionOk="0">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8" name="Google Shape;14158;p64"/>
          <p:cNvGrpSpPr/>
          <p:nvPr/>
        </p:nvGrpSpPr>
        <p:grpSpPr>
          <a:xfrm>
            <a:off x="4870473" y="1316342"/>
            <a:ext cx="258503" cy="360890"/>
            <a:chOff x="4871935" y="1500990"/>
            <a:chExt cx="258503" cy="360890"/>
          </a:xfrm>
        </p:grpSpPr>
        <p:sp>
          <p:nvSpPr>
            <p:cNvPr id="14159" name="Google Shape;14159;p64"/>
            <p:cNvSpPr/>
            <p:nvPr/>
          </p:nvSpPr>
          <p:spPr>
            <a:xfrm>
              <a:off x="4871935" y="1500990"/>
              <a:ext cx="258503" cy="147570"/>
            </a:xfrm>
            <a:custGeom>
              <a:avLst/>
              <a:gdLst/>
              <a:ahLst/>
              <a:cxnLst/>
              <a:rect l="l" t="t" r="r" b="b"/>
              <a:pathLst>
                <a:path w="9892" h="5647" extrusionOk="0">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64"/>
            <p:cNvSpPr/>
            <p:nvPr/>
          </p:nvSpPr>
          <p:spPr>
            <a:xfrm>
              <a:off x="4984671" y="1500990"/>
              <a:ext cx="145271" cy="147544"/>
            </a:xfrm>
            <a:custGeom>
              <a:avLst/>
              <a:gdLst/>
              <a:ahLst/>
              <a:cxnLst/>
              <a:rect l="l" t="t" r="r" b="b"/>
              <a:pathLst>
                <a:path w="5559" h="5646" extrusionOk="0">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64"/>
            <p:cNvSpPr/>
            <p:nvPr/>
          </p:nvSpPr>
          <p:spPr>
            <a:xfrm>
              <a:off x="4882911" y="1623107"/>
              <a:ext cx="237205" cy="238773"/>
            </a:xfrm>
            <a:custGeom>
              <a:avLst/>
              <a:gdLst/>
              <a:ahLst/>
              <a:cxnLst/>
              <a:rect l="l" t="t" r="r" b="b"/>
              <a:pathLst>
                <a:path w="9077" h="9137" extrusionOk="0">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64"/>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64"/>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64"/>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64"/>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64"/>
            <p:cNvSpPr/>
            <p:nvPr/>
          </p:nvSpPr>
          <p:spPr>
            <a:xfrm>
              <a:off x="5017101" y="1750529"/>
              <a:ext cx="42988" cy="111351"/>
            </a:xfrm>
            <a:custGeom>
              <a:avLst/>
              <a:gdLst/>
              <a:ahLst/>
              <a:cxnLst/>
              <a:rect l="l" t="t" r="r" b="b"/>
              <a:pathLst>
                <a:path w="1645" h="4261" extrusionOk="0">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64"/>
            <p:cNvSpPr/>
            <p:nvPr/>
          </p:nvSpPr>
          <p:spPr>
            <a:xfrm>
              <a:off x="4927624" y="1567836"/>
              <a:ext cx="34207" cy="32195"/>
            </a:xfrm>
            <a:custGeom>
              <a:avLst/>
              <a:gdLst/>
              <a:ahLst/>
              <a:cxnLst/>
              <a:rect l="l" t="t" r="r" b="b"/>
              <a:pathLst>
                <a:path w="1309" h="1232" extrusionOk="0">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64"/>
            <p:cNvSpPr/>
            <p:nvPr/>
          </p:nvSpPr>
          <p:spPr>
            <a:xfrm>
              <a:off x="5039967" y="1589187"/>
              <a:ext cx="33946" cy="32195"/>
            </a:xfrm>
            <a:custGeom>
              <a:avLst/>
              <a:gdLst/>
              <a:ahLst/>
              <a:cxnLst/>
              <a:rect l="l" t="t" r="r" b="b"/>
              <a:pathLst>
                <a:path w="1299" h="1232" extrusionOk="0">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64"/>
            <p:cNvSpPr/>
            <p:nvPr/>
          </p:nvSpPr>
          <p:spPr>
            <a:xfrm>
              <a:off x="4988146" y="1526469"/>
              <a:ext cx="39277" cy="27570"/>
            </a:xfrm>
            <a:custGeom>
              <a:avLst/>
              <a:gdLst/>
              <a:ahLst/>
              <a:cxnLst/>
              <a:rect l="l" t="t" r="r" b="b"/>
              <a:pathLst>
                <a:path w="1503" h="1055" extrusionOk="0">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64"/>
            <p:cNvSpPr/>
            <p:nvPr/>
          </p:nvSpPr>
          <p:spPr>
            <a:xfrm>
              <a:off x="4930132" y="1623107"/>
              <a:ext cx="56080" cy="238773"/>
            </a:xfrm>
            <a:custGeom>
              <a:avLst/>
              <a:gdLst/>
              <a:ahLst/>
              <a:cxnLst/>
              <a:rect l="l" t="t" r="r" b="b"/>
              <a:pathLst>
                <a:path w="2146" h="9137" extrusionOk="0">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64"/>
            <p:cNvSpPr/>
            <p:nvPr/>
          </p:nvSpPr>
          <p:spPr>
            <a:xfrm>
              <a:off x="4953260" y="1843508"/>
              <a:ext cx="32953" cy="18371"/>
            </a:xfrm>
            <a:custGeom>
              <a:avLst/>
              <a:gdLst/>
              <a:ahLst/>
              <a:cxnLst/>
              <a:rect l="l" t="t" r="r" b="b"/>
              <a:pathLst>
                <a:path w="1261" h="703" extrusionOk="0">
                  <a:moveTo>
                    <a:pt x="1" y="0"/>
                  </a:moveTo>
                  <a:lnTo>
                    <a:pt x="77" y="702"/>
                  </a:lnTo>
                  <a:lnTo>
                    <a:pt x="1260" y="702"/>
                  </a:lnTo>
                  <a:lnTo>
                    <a:pt x="1231"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64"/>
            <p:cNvSpPr/>
            <p:nvPr/>
          </p:nvSpPr>
          <p:spPr>
            <a:xfrm>
              <a:off x="4929636" y="1696748"/>
              <a:ext cx="143520" cy="99042"/>
            </a:xfrm>
            <a:custGeom>
              <a:avLst/>
              <a:gdLst/>
              <a:ahLst/>
              <a:cxnLst/>
              <a:rect l="l" t="t" r="r" b="b"/>
              <a:pathLst>
                <a:path w="5492" h="3790" extrusionOk="0">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73" name="Google Shape;14173;p64"/>
          <p:cNvSpPr/>
          <p:nvPr/>
        </p:nvSpPr>
        <p:spPr>
          <a:xfrm>
            <a:off x="6341184" y="1664375"/>
            <a:ext cx="27413" cy="12857"/>
          </a:xfrm>
          <a:custGeom>
            <a:avLst/>
            <a:gdLst/>
            <a:ahLst/>
            <a:cxnLst/>
            <a:rect l="l" t="t" r="r" b="b"/>
            <a:pathLst>
              <a:path w="1049" h="492" extrusionOk="0">
                <a:moveTo>
                  <a:pt x="1" y="1"/>
                </a:moveTo>
                <a:lnTo>
                  <a:pt x="39" y="491"/>
                </a:lnTo>
                <a:lnTo>
                  <a:pt x="1049" y="491"/>
                </a:lnTo>
                <a:lnTo>
                  <a:pt x="1039"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74" name="Google Shape;14174;p64"/>
          <p:cNvGrpSpPr/>
          <p:nvPr/>
        </p:nvGrpSpPr>
        <p:grpSpPr>
          <a:xfrm>
            <a:off x="6264302" y="1316603"/>
            <a:ext cx="234983" cy="360628"/>
            <a:chOff x="6265764" y="1501251"/>
            <a:chExt cx="234983" cy="360628"/>
          </a:xfrm>
        </p:grpSpPr>
        <p:sp>
          <p:nvSpPr>
            <p:cNvPr id="14175" name="Google Shape;14175;p64"/>
            <p:cNvSpPr/>
            <p:nvPr/>
          </p:nvSpPr>
          <p:spPr>
            <a:xfrm>
              <a:off x="6347167" y="1501251"/>
              <a:ext cx="118642" cy="179687"/>
            </a:xfrm>
            <a:custGeom>
              <a:avLst/>
              <a:gdLst/>
              <a:ahLst/>
              <a:cxnLst/>
              <a:rect l="l" t="t" r="r" b="b"/>
              <a:pathLst>
                <a:path w="4540" h="6876" extrusionOk="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64"/>
            <p:cNvSpPr/>
            <p:nvPr/>
          </p:nvSpPr>
          <p:spPr>
            <a:xfrm>
              <a:off x="6288369" y="1614561"/>
              <a:ext cx="189487" cy="247318"/>
            </a:xfrm>
            <a:custGeom>
              <a:avLst/>
              <a:gdLst/>
              <a:ahLst/>
              <a:cxnLst/>
              <a:rect l="l" t="t" r="r" b="b"/>
              <a:pathLst>
                <a:path w="7251" h="9464" extrusionOk="0">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64"/>
            <p:cNvSpPr/>
            <p:nvPr/>
          </p:nvSpPr>
          <p:spPr>
            <a:xfrm>
              <a:off x="6314005" y="1614561"/>
              <a:ext cx="163851" cy="247318"/>
            </a:xfrm>
            <a:custGeom>
              <a:avLst/>
              <a:gdLst/>
              <a:ahLst/>
              <a:cxnLst/>
              <a:rect l="l" t="t" r="r" b="b"/>
              <a:pathLst>
                <a:path w="6270" h="9464" extrusionOk="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8" name="Google Shape;14178;p64"/>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9" name="Google Shape;14179;p64"/>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64"/>
            <p:cNvSpPr/>
            <p:nvPr/>
          </p:nvSpPr>
          <p:spPr>
            <a:xfrm>
              <a:off x="6396427" y="1614561"/>
              <a:ext cx="43746" cy="247318"/>
            </a:xfrm>
            <a:custGeom>
              <a:avLst/>
              <a:gdLst/>
              <a:ahLst/>
              <a:cxnLst/>
              <a:rect l="l" t="t" r="r" b="b"/>
              <a:pathLst>
                <a:path w="1674" h="9464" extrusionOk="0">
                  <a:moveTo>
                    <a:pt x="222" y="1"/>
                  </a:moveTo>
                  <a:lnTo>
                    <a:pt x="0" y="9463"/>
                  </a:lnTo>
                  <a:lnTo>
                    <a:pt x="1010" y="9463"/>
                  </a:lnTo>
                  <a:lnTo>
                    <a:pt x="1674"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64"/>
            <p:cNvSpPr/>
            <p:nvPr/>
          </p:nvSpPr>
          <p:spPr>
            <a:xfrm>
              <a:off x="6396427" y="1614561"/>
              <a:ext cx="43746" cy="247318"/>
            </a:xfrm>
            <a:custGeom>
              <a:avLst/>
              <a:gdLst/>
              <a:ahLst/>
              <a:cxnLst/>
              <a:rect l="l" t="t" r="r" b="b"/>
              <a:pathLst>
                <a:path w="1674" h="9464" extrusionOk="0">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64"/>
            <p:cNvSpPr/>
            <p:nvPr/>
          </p:nvSpPr>
          <p:spPr>
            <a:xfrm>
              <a:off x="6299919" y="1575624"/>
              <a:ext cx="166647" cy="33450"/>
            </a:xfrm>
            <a:custGeom>
              <a:avLst/>
              <a:gdLst/>
              <a:ahLst/>
              <a:cxnLst/>
              <a:rect l="l" t="t" r="r" b="b"/>
              <a:pathLst>
                <a:path w="6377" h="1280" extrusionOk="0">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64"/>
            <p:cNvSpPr/>
            <p:nvPr/>
          </p:nvSpPr>
          <p:spPr>
            <a:xfrm>
              <a:off x="6299919" y="1575624"/>
              <a:ext cx="166647" cy="33450"/>
            </a:xfrm>
            <a:custGeom>
              <a:avLst/>
              <a:gdLst/>
              <a:ahLst/>
              <a:cxnLst/>
              <a:rect l="l" t="t" r="r" b="b"/>
              <a:pathLst>
                <a:path w="6377" h="1280" extrusionOk="0">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64"/>
            <p:cNvSpPr/>
            <p:nvPr/>
          </p:nvSpPr>
          <p:spPr>
            <a:xfrm>
              <a:off x="6265764" y="1605781"/>
              <a:ext cx="234983" cy="29425"/>
            </a:xfrm>
            <a:custGeom>
              <a:avLst/>
              <a:gdLst/>
              <a:ahLst/>
              <a:cxnLst/>
              <a:rect l="l" t="t" r="r" b="b"/>
              <a:pathLst>
                <a:path w="8992" h="1126" extrusionOk="0">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64"/>
            <p:cNvSpPr/>
            <p:nvPr/>
          </p:nvSpPr>
          <p:spPr>
            <a:xfrm>
              <a:off x="6265764" y="1605781"/>
              <a:ext cx="234983" cy="29425"/>
            </a:xfrm>
            <a:custGeom>
              <a:avLst/>
              <a:gdLst/>
              <a:ahLst/>
              <a:cxnLst/>
              <a:rect l="l" t="t" r="r" b="b"/>
              <a:pathLst>
                <a:path w="8992" h="1126" extrusionOk="0">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64"/>
            <p:cNvSpPr/>
            <p:nvPr/>
          </p:nvSpPr>
          <p:spPr>
            <a:xfrm>
              <a:off x="6325817" y="1708795"/>
              <a:ext cx="113859" cy="78450"/>
            </a:xfrm>
            <a:custGeom>
              <a:avLst/>
              <a:gdLst/>
              <a:ahLst/>
              <a:cxnLst/>
              <a:rect l="l" t="t" r="r" b="b"/>
              <a:pathLst>
                <a:path w="4357" h="3002" extrusionOk="0">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7" name="Google Shape;14187;p64"/>
          <p:cNvGrpSpPr/>
          <p:nvPr/>
        </p:nvGrpSpPr>
        <p:grpSpPr>
          <a:xfrm>
            <a:off x="6192176" y="3217351"/>
            <a:ext cx="360628" cy="238250"/>
            <a:chOff x="6193639" y="3401998"/>
            <a:chExt cx="360628" cy="238250"/>
          </a:xfrm>
        </p:grpSpPr>
        <p:sp>
          <p:nvSpPr>
            <p:cNvPr id="14188" name="Google Shape;14188;p64"/>
            <p:cNvSpPr/>
            <p:nvPr/>
          </p:nvSpPr>
          <p:spPr>
            <a:xfrm>
              <a:off x="6417542" y="3401998"/>
              <a:ext cx="136725" cy="145532"/>
            </a:xfrm>
            <a:custGeom>
              <a:avLst/>
              <a:gdLst/>
              <a:ahLst/>
              <a:cxnLst/>
              <a:rect l="l" t="t" r="r" b="b"/>
              <a:pathLst>
                <a:path w="5232" h="5569" extrusionOk="0">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64"/>
            <p:cNvSpPr/>
            <p:nvPr/>
          </p:nvSpPr>
          <p:spPr>
            <a:xfrm>
              <a:off x="6429850" y="3421781"/>
              <a:ext cx="118380" cy="125750"/>
            </a:xfrm>
            <a:custGeom>
              <a:avLst/>
              <a:gdLst/>
              <a:ahLst/>
              <a:cxnLst/>
              <a:rect l="l" t="t" r="r" b="b"/>
              <a:pathLst>
                <a:path w="4530" h="4812" extrusionOk="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64"/>
            <p:cNvSpPr/>
            <p:nvPr/>
          </p:nvSpPr>
          <p:spPr>
            <a:xfrm>
              <a:off x="6193639" y="3401998"/>
              <a:ext cx="136725" cy="145532"/>
            </a:xfrm>
            <a:custGeom>
              <a:avLst/>
              <a:gdLst/>
              <a:ahLst/>
              <a:cxnLst/>
              <a:rect l="l" t="t" r="r" b="b"/>
              <a:pathLst>
                <a:path w="5232" h="5569" extrusionOk="0">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64"/>
            <p:cNvSpPr/>
            <p:nvPr/>
          </p:nvSpPr>
          <p:spPr>
            <a:xfrm>
              <a:off x="6199910" y="3421781"/>
              <a:ext cx="118380" cy="125750"/>
            </a:xfrm>
            <a:custGeom>
              <a:avLst/>
              <a:gdLst/>
              <a:ahLst/>
              <a:cxnLst/>
              <a:rect l="l" t="t" r="r" b="b"/>
              <a:pathLst>
                <a:path w="4530" h="4812" extrusionOk="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64"/>
            <p:cNvSpPr/>
            <p:nvPr/>
          </p:nvSpPr>
          <p:spPr>
            <a:xfrm>
              <a:off x="6193639" y="3522365"/>
              <a:ext cx="360628" cy="117884"/>
            </a:xfrm>
            <a:custGeom>
              <a:avLst/>
              <a:gdLst/>
              <a:ahLst/>
              <a:cxnLst/>
              <a:rect l="l" t="t" r="r" b="b"/>
              <a:pathLst>
                <a:path w="13800" h="4511" extrusionOk="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64"/>
            <p:cNvSpPr/>
            <p:nvPr/>
          </p:nvSpPr>
          <p:spPr>
            <a:xfrm>
              <a:off x="6219510" y="3548001"/>
              <a:ext cx="128938" cy="66377"/>
            </a:xfrm>
            <a:custGeom>
              <a:avLst/>
              <a:gdLst/>
              <a:ahLst/>
              <a:cxnLst/>
              <a:rect l="l" t="t" r="r" b="b"/>
              <a:pathLst>
                <a:path w="4934" h="2540" extrusionOk="0">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64"/>
            <p:cNvSpPr/>
            <p:nvPr/>
          </p:nvSpPr>
          <p:spPr>
            <a:xfrm>
              <a:off x="6306975" y="3548262"/>
              <a:ext cx="41237" cy="66350"/>
            </a:xfrm>
            <a:custGeom>
              <a:avLst/>
              <a:gdLst/>
              <a:ahLst/>
              <a:cxnLst/>
              <a:rect l="l" t="t" r="r" b="b"/>
              <a:pathLst>
                <a:path w="1578" h="2539" extrusionOk="0">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64"/>
            <p:cNvSpPr/>
            <p:nvPr/>
          </p:nvSpPr>
          <p:spPr>
            <a:xfrm>
              <a:off x="6394911" y="3522365"/>
              <a:ext cx="159356" cy="117884"/>
            </a:xfrm>
            <a:custGeom>
              <a:avLst/>
              <a:gdLst/>
              <a:ahLst/>
              <a:cxnLst/>
              <a:rect l="l" t="t" r="r" b="b"/>
              <a:pathLst>
                <a:path w="6098" h="4511" extrusionOk="0">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64"/>
            <p:cNvSpPr/>
            <p:nvPr/>
          </p:nvSpPr>
          <p:spPr>
            <a:xfrm>
              <a:off x="6399955" y="3548001"/>
              <a:ext cx="128676" cy="66377"/>
            </a:xfrm>
            <a:custGeom>
              <a:avLst/>
              <a:gdLst/>
              <a:ahLst/>
              <a:cxnLst/>
              <a:rect l="l" t="t" r="r" b="b"/>
              <a:pathLst>
                <a:path w="4924" h="2540" extrusionOk="0">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64"/>
            <p:cNvSpPr/>
            <p:nvPr/>
          </p:nvSpPr>
          <p:spPr>
            <a:xfrm>
              <a:off x="6487394" y="3548262"/>
              <a:ext cx="41237" cy="66350"/>
            </a:xfrm>
            <a:custGeom>
              <a:avLst/>
              <a:gdLst/>
              <a:ahLst/>
              <a:cxnLst/>
              <a:rect l="l" t="t" r="r" b="b"/>
              <a:pathLst>
                <a:path w="1578" h="2539" extrusionOk="0">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64"/>
            <p:cNvSpPr/>
            <p:nvPr/>
          </p:nvSpPr>
          <p:spPr>
            <a:xfrm>
              <a:off x="6193874" y="3627652"/>
              <a:ext cx="159356" cy="12596"/>
            </a:xfrm>
            <a:custGeom>
              <a:avLst/>
              <a:gdLst/>
              <a:ahLst/>
              <a:cxnLst/>
              <a:rect l="l" t="t" r="r" b="b"/>
              <a:pathLst>
                <a:path w="6098" h="482" extrusionOk="0">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9" name="Google Shape;14199;p64"/>
          <p:cNvGrpSpPr/>
          <p:nvPr/>
        </p:nvGrpSpPr>
        <p:grpSpPr>
          <a:xfrm>
            <a:off x="5800162" y="1316603"/>
            <a:ext cx="246037" cy="360629"/>
            <a:chOff x="5801625" y="1501251"/>
            <a:chExt cx="246037" cy="360629"/>
          </a:xfrm>
        </p:grpSpPr>
        <p:sp>
          <p:nvSpPr>
            <p:cNvPr id="14200" name="Google Shape;14200;p64"/>
            <p:cNvSpPr/>
            <p:nvPr/>
          </p:nvSpPr>
          <p:spPr>
            <a:xfrm>
              <a:off x="5872470" y="1548054"/>
              <a:ext cx="10845" cy="307527"/>
            </a:xfrm>
            <a:custGeom>
              <a:avLst/>
              <a:gdLst/>
              <a:ahLst/>
              <a:cxnLst/>
              <a:rect l="l" t="t" r="r" b="b"/>
              <a:pathLst>
                <a:path w="415" h="11768" extrusionOk="0">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64"/>
            <p:cNvSpPr/>
            <p:nvPr/>
          </p:nvSpPr>
          <p:spPr>
            <a:xfrm>
              <a:off x="5901634" y="1556077"/>
              <a:ext cx="11080" cy="244966"/>
            </a:xfrm>
            <a:custGeom>
              <a:avLst/>
              <a:gdLst/>
              <a:ahLst/>
              <a:cxnLst/>
              <a:rect l="l" t="t" r="r" b="b"/>
              <a:pathLst>
                <a:path w="424" h="9374" extrusionOk="0">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64"/>
            <p:cNvSpPr/>
            <p:nvPr/>
          </p:nvSpPr>
          <p:spPr>
            <a:xfrm>
              <a:off x="5930772" y="1577688"/>
              <a:ext cx="11080" cy="178380"/>
            </a:xfrm>
            <a:custGeom>
              <a:avLst/>
              <a:gdLst/>
              <a:ahLst/>
              <a:cxnLst/>
              <a:rect l="l" t="t" r="r" b="b"/>
              <a:pathLst>
                <a:path w="424" h="6826" extrusionOk="0">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64"/>
            <p:cNvSpPr/>
            <p:nvPr/>
          </p:nvSpPr>
          <p:spPr>
            <a:xfrm>
              <a:off x="5960171" y="1611870"/>
              <a:ext cx="10845" cy="107509"/>
            </a:xfrm>
            <a:custGeom>
              <a:avLst/>
              <a:gdLst/>
              <a:ahLst/>
              <a:cxnLst/>
              <a:rect l="l" t="t" r="r" b="b"/>
              <a:pathLst>
                <a:path w="415" h="4114" extrusionOk="0">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64"/>
            <p:cNvSpPr/>
            <p:nvPr/>
          </p:nvSpPr>
          <p:spPr>
            <a:xfrm>
              <a:off x="5989335" y="1607845"/>
              <a:ext cx="11080" cy="67317"/>
            </a:xfrm>
            <a:custGeom>
              <a:avLst/>
              <a:gdLst/>
              <a:ahLst/>
              <a:cxnLst/>
              <a:rect l="l" t="t" r="r" b="b"/>
              <a:pathLst>
                <a:path w="424" h="2576" extrusionOk="0">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64"/>
            <p:cNvSpPr/>
            <p:nvPr/>
          </p:nvSpPr>
          <p:spPr>
            <a:xfrm>
              <a:off x="5839805" y="1522366"/>
              <a:ext cx="207858" cy="329452"/>
            </a:xfrm>
            <a:custGeom>
              <a:avLst/>
              <a:gdLst/>
              <a:ahLst/>
              <a:cxnLst/>
              <a:rect l="l" t="t" r="r" b="b"/>
              <a:pathLst>
                <a:path w="7954" h="12607" extrusionOk="0">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64"/>
            <p:cNvSpPr/>
            <p:nvPr/>
          </p:nvSpPr>
          <p:spPr>
            <a:xfrm>
              <a:off x="5839805" y="1542383"/>
              <a:ext cx="199809" cy="309435"/>
            </a:xfrm>
            <a:custGeom>
              <a:avLst/>
              <a:gdLst/>
              <a:ahLst/>
              <a:cxnLst/>
              <a:rect l="l" t="t" r="r" b="b"/>
              <a:pathLst>
                <a:path w="7646" h="11841" extrusionOk="0">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64"/>
            <p:cNvSpPr/>
            <p:nvPr/>
          </p:nvSpPr>
          <p:spPr>
            <a:xfrm>
              <a:off x="5826738" y="1530389"/>
              <a:ext cx="24146" cy="313381"/>
            </a:xfrm>
            <a:custGeom>
              <a:avLst/>
              <a:gdLst/>
              <a:ahLst/>
              <a:cxnLst/>
              <a:rect l="l" t="t" r="r" b="b"/>
              <a:pathLst>
                <a:path w="924" h="11992" extrusionOk="0">
                  <a:moveTo>
                    <a:pt x="1" y="1"/>
                  </a:moveTo>
                  <a:lnTo>
                    <a:pt x="1" y="11992"/>
                  </a:lnTo>
                  <a:lnTo>
                    <a:pt x="924" y="11992"/>
                  </a:lnTo>
                  <a:lnTo>
                    <a:pt x="924" y="1"/>
                  </a:ln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64"/>
            <p:cNvSpPr/>
            <p:nvPr/>
          </p:nvSpPr>
          <p:spPr>
            <a:xfrm>
              <a:off x="5838812" y="1530389"/>
              <a:ext cx="12073" cy="313381"/>
            </a:xfrm>
            <a:custGeom>
              <a:avLst/>
              <a:gdLst/>
              <a:ahLst/>
              <a:cxnLst/>
              <a:rect l="l" t="t" r="r" b="b"/>
              <a:pathLst>
                <a:path w="462" h="11992" extrusionOk="0">
                  <a:moveTo>
                    <a:pt x="0" y="1"/>
                  </a:moveTo>
                  <a:lnTo>
                    <a:pt x="0" y="11992"/>
                  </a:lnTo>
                  <a:lnTo>
                    <a:pt x="462" y="11992"/>
                  </a:lnTo>
                  <a:lnTo>
                    <a:pt x="462"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64"/>
            <p:cNvSpPr/>
            <p:nvPr/>
          </p:nvSpPr>
          <p:spPr>
            <a:xfrm>
              <a:off x="5818951" y="1541443"/>
              <a:ext cx="39486" cy="17613"/>
            </a:xfrm>
            <a:custGeom>
              <a:avLst/>
              <a:gdLst/>
              <a:ahLst/>
              <a:cxnLst/>
              <a:rect l="l" t="t" r="r" b="b"/>
              <a:pathLst>
                <a:path w="1511" h="674" extrusionOk="0">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64"/>
            <p:cNvSpPr/>
            <p:nvPr/>
          </p:nvSpPr>
          <p:spPr>
            <a:xfrm>
              <a:off x="5819447" y="1501251"/>
              <a:ext cx="38728" cy="40479"/>
            </a:xfrm>
            <a:custGeom>
              <a:avLst/>
              <a:gdLst/>
              <a:ahLst/>
              <a:cxnLst/>
              <a:rect l="l" t="t" r="r" b="b"/>
              <a:pathLst>
                <a:path w="1482" h="1549" extrusionOk="0">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64"/>
            <p:cNvSpPr/>
            <p:nvPr/>
          </p:nvSpPr>
          <p:spPr>
            <a:xfrm>
              <a:off x="5818951" y="1780921"/>
              <a:ext cx="39486" cy="17378"/>
            </a:xfrm>
            <a:custGeom>
              <a:avLst/>
              <a:gdLst/>
              <a:ahLst/>
              <a:cxnLst/>
              <a:rect l="l" t="t" r="r" b="b"/>
              <a:pathLst>
                <a:path w="1511" h="665" extrusionOk="0">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64"/>
            <p:cNvSpPr/>
            <p:nvPr/>
          </p:nvSpPr>
          <p:spPr>
            <a:xfrm>
              <a:off x="5819447" y="1798508"/>
              <a:ext cx="38728" cy="40244"/>
            </a:xfrm>
            <a:custGeom>
              <a:avLst/>
              <a:gdLst/>
              <a:ahLst/>
              <a:cxnLst/>
              <a:rect l="l" t="t" r="r" b="b"/>
              <a:pathLst>
                <a:path w="1482" h="1540" extrusionOk="0">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64"/>
            <p:cNvSpPr/>
            <p:nvPr/>
          </p:nvSpPr>
          <p:spPr>
            <a:xfrm>
              <a:off x="5838812" y="1541704"/>
              <a:ext cx="19626" cy="17352"/>
            </a:xfrm>
            <a:custGeom>
              <a:avLst/>
              <a:gdLst/>
              <a:ahLst/>
              <a:cxnLst/>
              <a:rect l="l" t="t" r="r" b="b"/>
              <a:pathLst>
                <a:path w="751" h="664" extrusionOk="0">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64"/>
            <p:cNvSpPr/>
            <p:nvPr/>
          </p:nvSpPr>
          <p:spPr>
            <a:xfrm>
              <a:off x="5838812" y="1780921"/>
              <a:ext cx="19626" cy="17613"/>
            </a:xfrm>
            <a:custGeom>
              <a:avLst/>
              <a:gdLst/>
              <a:ahLst/>
              <a:cxnLst/>
              <a:rect l="l" t="t" r="r" b="b"/>
              <a:pathLst>
                <a:path w="751" h="674" extrusionOk="0">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64"/>
            <p:cNvSpPr/>
            <p:nvPr/>
          </p:nvSpPr>
          <p:spPr>
            <a:xfrm>
              <a:off x="5838812" y="1501251"/>
              <a:ext cx="19364" cy="40479"/>
            </a:xfrm>
            <a:custGeom>
              <a:avLst/>
              <a:gdLst/>
              <a:ahLst/>
              <a:cxnLst/>
              <a:rect l="l" t="t" r="r" b="b"/>
              <a:pathLst>
                <a:path w="741" h="1549" extrusionOk="0">
                  <a:moveTo>
                    <a:pt x="0" y="0"/>
                  </a:moveTo>
                  <a:lnTo>
                    <a:pt x="0" y="1548"/>
                  </a:lnTo>
                  <a:lnTo>
                    <a:pt x="491" y="1548"/>
                  </a:lnTo>
                  <a:lnTo>
                    <a:pt x="731" y="39"/>
                  </a:lnTo>
                  <a:cubicBezTo>
                    <a:pt x="741" y="19"/>
                    <a:pt x="731" y="0"/>
                    <a:pt x="7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64"/>
            <p:cNvSpPr/>
            <p:nvPr/>
          </p:nvSpPr>
          <p:spPr>
            <a:xfrm>
              <a:off x="5838812" y="1798508"/>
              <a:ext cx="19364" cy="40244"/>
            </a:xfrm>
            <a:custGeom>
              <a:avLst/>
              <a:gdLst/>
              <a:ahLst/>
              <a:cxnLst/>
              <a:rect l="l" t="t" r="r" b="b"/>
              <a:pathLst>
                <a:path w="741" h="1540" extrusionOk="0">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64"/>
            <p:cNvSpPr/>
            <p:nvPr/>
          </p:nvSpPr>
          <p:spPr>
            <a:xfrm>
              <a:off x="5801625" y="1837210"/>
              <a:ext cx="141246" cy="24669"/>
            </a:xfrm>
            <a:custGeom>
              <a:avLst/>
              <a:gdLst/>
              <a:ahLst/>
              <a:cxnLst/>
              <a:rect l="l" t="t" r="r" b="b"/>
              <a:pathLst>
                <a:path w="5405" h="944" extrusionOk="0">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64"/>
            <p:cNvSpPr/>
            <p:nvPr/>
          </p:nvSpPr>
          <p:spPr>
            <a:xfrm>
              <a:off x="5801625" y="1843743"/>
              <a:ext cx="141246" cy="18136"/>
            </a:xfrm>
            <a:custGeom>
              <a:avLst/>
              <a:gdLst/>
              <a:ahLst/>
              <a:cxnLst/>
              <a:rect l="l" t="t" r="r" b="b"/>
              <a:pathLst>
                <a:path w="5405" h="694" extrusionOk="0">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9" name="Google Shape;14219;p64"/>
          <p:cNvGrpSpPr/>
          <p:nvPr/>
        </p:nvGrpSpPr>
        <p:grpSpPr>
          <a:xfrm>
            <a:off x="6640218" y="1796814"/>
            <a:ext cx="352083" cy="360864"/>
            <a:chOff x="6641680" y="1981462"/>
            <a:chExt cx="352083" cy="360864"/>
          </a:xfrm>
        </p:grpSpPr>
        <p:sp>
          <p:nvSpPr>
            <p:cNvPr id="14220" name="Google Shape;14220;p64"/>
            <p:cNvSpPr/>
            <p:nvPr/>
          </p:nvSpPr>
          <p:spPr>
            <a:xfrm>
              <a:off x="6641680" y="1981462"/>
              <a:ext cx="351848" cy="351587"/>
            </a:xfrm>
            <a:custGeom>
              <a:avLst/>
              <a:gdLst/>
              <a:ahLst/>
              <a:cxnLst/>
              <a:rect l="l" t="t" r="r" b="b"/>
              <a:pathLst>
                <a:path w="13464" h="13454" extrusionOk="0">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64"/>
            <p:cNvSpPr/>
            <p:nvPr/>
          </p:nvSpPr>
          <p:spPr>
            <a:xfrm>
              <a:off x="6759041" y="1981462"/>
              <a:ext cx="234722" cy="351587"/>
            </a:xfrm>
            <a:custGeom>
              <a:avLst/>
              <a:gdLst/>
              <a:ahLst/>
              <a:cxnLst/>
              <a:rect l="l" t="t" r="r" b="b"/>
              <a:pathLst>
                <a:path w="8982" h="13454" extrusionOk="0">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64"/>
            <p:cNvSpPr/>
            <p:nvPr/>
          </p:nvSpPr>
          <p:spPr>
            <a:xfrm>
              <a:off x="6641680" y="2266410"/>
              <a:ext cx="352083" cy="66873"/>
            </a:xfrm>
            <a:custGeom>
              <a:avLst/>
              <a:gdLst/>
              <a:ahLst/>
              <a:cxnLst/>
              <a:rect l="l" t="t" r="r" b="b"/>
              <a:pathLst>
                <a:path w="13473" h="2559" extrusionOk="0">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64"/>
            <p:cNvSpPr/>
            <p:nvPr/>
          </p:nvSpPr>
          <p:spPr>
            <a:xfrm>
              <a:off x="6641680" y="2266410"/>
              <a:ext cx="34469" cy="75915"/>
            </a:xfrm>
            <a:custGeom>
              <a:avLst/>
              <a:gdLst/>
              <a:ahLst/>
              <a:cxnLst/>
              <a:rect l="l" t="t" r="r" b="b"/>
              <a:pathLst>
                <a:path w="1319" h="2905" extrusionOk="0">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64"/>
            <p:cNvSpPr/>
            <p:nvPr/>
          </p:nvSpPr>
          <p:spPr>
            <a:xfrm>
              <a:off x="6659032" y="2266410"/>
              <a:ext cx="17117" cy="75680"/>
            </a:xfrm>
            <a:custGeom>
              <a:avLst/>
              <a:gdLst/>
              <a:ahLst/>
              <a:cxnLst/>
              <a:rect l="l" t="t" r="r" b="b"/>
              <a:pathLst>
                <a:path w="655" h="2896" extrusionOk="0">
                  <a:moveTo>
                    <a:pt x="0" y="1"/>
                  </a:moveTo>
                  <a:lnTo>
                    <a:pt x="0" y="2895"/>
                  </a:lnTo>
                  <a:lnTo>
                    <a:pt x="654" y="2895"/>
                  </a:lnTo>
                  <a:lnTo>
                    <a:pt x="654"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64"/>
            <p:cNvSpPr/>
            <p:nvPr/>
          </p:nvSpPr>
          <p:spPr>
            <a:xfrm>
              <a:off x="6959060" y="2266410"/>
              <a:ext cx="34469" cy="75680"/>
            </a:xfrm>
            <a:custGeom>
              <a:avLst/>
              <a:gdLst/>
              <a:ahLst/>
              <a:cxnLst/>
              <a:rect l="l" t="t" r="r" b="b"/>
              <a:pathLst>
                <a:path w="1319" h="2896" extrusionOk="0">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64"/>
            <p:cNvSpPr/>
            <p:nvPr/>
          </p:nvSpPr>
          <p:spPr>
            <a:xfrm>
              <a:off x="6970375" y="2266410"/>
              <a:ext cx="23389" cy="75915"/>
            </a:xfrm>
            <a:custGeom>
              <a:avLst/>
              <a:gdLst/>
              <a:ahLst/>
              <a:cxnLst/>
              <a:rect l="l" t="t" r="r" b="b"/>
              <a:pathLst>
                <a:path w="895" h="2905" extrusionOk="0">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64"/>
            <p:cNvSpPr/>
            <p:nvPr/>
          </p:nvSpPr>
          <p:spPr>
            <a:xfrm>
              <a:off x="6676123"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64"/>
            <p:cNvSpPr/>
            <p:nvPr/>
          </p:nvSpPr>
          <p:spPr>
            <a:xfrm>
              <a:off x="670450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64"/>
            <p:cNvSpPr/>
            <p:nvPr/>
          </p:nvSpPr>
          <p:spPr>
            <a:xfrm>
              <a:off x="673264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64"/>
            <p:cNvSpPr/>
            <p:nvPr/>
          </p:nvSpPr>
          <p:spPr>
            <a:xfrm>
              <a:off x="6761054"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64"/>
            <p:cNvSpPr/>
            <p:nvPr/>
          </p:nvSpPr>
          <p:spPr>
            <a:xfrm>
              <a:off x="678943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2" name="Google Shape;14232;p64"/>
            <p:cNvSpPr/>
            <p:nvPr/>
          </p:nvSpPr>
          <p:spPr>
            <a:xfrm>
              <a:off x="681757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64"/>
            <p:cNvSpPr/>
            <p:nvPr/>
          </p:nvSpPr>
          <p:spPr>
            <a:xfrm>
              <a:off x="6845984" y="2259146"/>
              <a:ext cx="28171" cy="73903"/>
            </a:xfrm>
            <a:custGeom>
              <a:avLst/>
              <a:gdLst/>
              <a:ahLst/>
              <a:cxnLst/>
              <a:rect l="l" t="t" r="r" b="b"/>
              <a:pathLst>
                <a:path w="1078" h="2828" extrusionOk="0">
                  <a:moveTo>
                    <a:pt x="0" y="0"/>
                  </a:moveTo>
                  <a:lnTo>
                    <a:pt x="0" y="2827"/>
                  </a:lnTo>
                  <a:lnTo>
                    <a:pt x="1077" y="2827"/>
                  </a:lnTo>
                  <a:lnTo>
                    <a:pt x="107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64"/>
            <p:cNvSpPr/>
            <p:nvPr/>
          </p:nvSpPr>
          <p:spPr>
            <a:xfrm>
              <a:off x="6874129" y="2259146"/>
              <a:ext cx="28432" cy="73903"/>
            </a:xfrm>
            <a:custGeom>
              <a:avLst/>
              <a:gdLst/>
              <a:ahLst/>
              <a:cxnLst/>
              <a:rect l="l" t="t" r="r" b="b"/>
              <a:pathLst>
                <a:path w="1088" h="2828" extrusionOk="0">
                  <a:moveTo>
                    <a:pt x="0" y="0"/>
                  </a:moveTo>
                  <a:lnTo>
                    <a:pt x="0"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64"/>
            <p:cNvSpPr/>
            <p:nvPr/>
          </p:nvSpPr>
          <p:spPr>
            <a:xfrm>
              <a:off x="6902535"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64"/>
            <p:cNvSpPr/>
            <p:nvPr/>
          </p:nvSpPr>
          <p:spPr>
            <a:xfrm>
              <a:off x="6930915"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64"/>
            <p:cNvSpPr/>
            <p:nvPr/>
          </p:nvSpPr>
          <p:spPr>
            <a:xfrm>
              <a:off x="6694207"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64"/>
            <p:cNvSpPr/>
            <p:nvPr/>
          </p:nvSpPr>
          <p:spPr>
            <a:xfrm>
              <a:off x="6699224" y="2259146"/>
              <a:ext cx="15601" cy="39068"/>
            </a:xfrm>
            <a:custGeom>
              <a:avLst/>
              <a:gdLst/>
              <a:ahLst/>
              <a:cxnLst/>
              <a:rect l="l" t="t" r="r" b="b"/>
              <a:pathLst>
                <a:path w="597" h="1495" extrusionOk="0">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64"/>
            <p:cNvSpPr/>
            <p:nvPr/>
          </p:nvSpPr>
          <p:spPr>
            <a:xfrm>
              <a:off x="6750757" y="2259146"/>
              <a:ext cx="20619" cy="38964"/>
            </a:xfrm>
            <a:custGeom>
              <a:avLst/>
              <a:gdLst/>
              <a:ahLst/>
              <a:cxnLst/>
              <a:rect l="l" t="t" r="r" b="b"/>
              <a:pathLst>
                <a:path w="789" h="1491" extrusionOk="0">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64"/>
            <p:cNvSpPr/>
            <p:nvPr/>
          </p:nvSpPr>
          <p:spPr>
            <a:xfrm>
              <a:off x="6807282" y="2259146"/>
              <a:ext cx="20645" cy="38964"/>
            </a:xfrm>
            <a:custGeom>
              <a:avLst/>
              <a:gdLst/>
              <a:ahLst/>
              <a:cxnLst/>
              <a:rect l="l" t="t" r="r" b="b"/>
              <a:pathLst>
                <a:path w="790" h="1491" extrusionOk="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64"/>
            <p:cNvSpPr/>
            <p:nvPr/>
          </p:nvSpPr>
          <p:spPr>
            <a:xfrm>
              <a:off x="6863833" y="2259146"/>
              <a:ext cx="20619" cy="38964"/>
            </a:xfrm>
            <a:custGeom>
              <a:avLst/>
              <a:gdLst/>
              <a:ahLst/>
              <a:cxnLst/>
              <a:rect l="l" t="t" r="r" b="b"/>
              <a:pathLst>
                <a:path w="789" h="1491" extrusionOk="0">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64"/>
            <p:cNvSpPr/>
            <p:nvPr/>
          </p:nvSpPr>
          <p:spPr>
            <a:xfrm>
              <a:off x="6920619"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64"/>
            <p:cNvSpPr/>
            <p:nvPr/>
          </p:nvSpPr>
          <p:spPr>
            <a:xfrm>
              <a:off x="6755775" y="2259146"/>
              <a:ext cx="15601" cy="39068"/>
            </a:xfrm>
            <a:custGeom>
              <a:avLst/>
              <a:gdLst/>
              <a:ahLst/>
              <a:cxnLst/>
              <a:rect l="l" t="t" r="r" b="b"/>
              <a:pathLst>
                <a:path w="597" h="1495" extrusionOk="0">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64"/>
            <p:cNvSpPr/>
            <p:nvPr/>
          </p:nvSpPr>
          <p:spPr>
            <a:xfrm>
              <a:off x="6812561" y="2259146"/>
              <a:ext cx="15366" cy="39068"/>
            </a:xfrm>
            <a:custGeom>
              <a:avLst/>
              <a:gdLst/>
              <a:ahLst/>
              <a:cxnLst/>
              <a:rect l="l" t="t" r="r" b="b"/>
              <a:pathLst>
                <a:path w="588" h="1495" extrusionOk="0">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64"/>
            <p:cNvSpPr/>
            <p:nvPr/>
          </p:nvSpPr>
          <p:spPr>
            <a:xfrm>
              <a:off x="6869111" y="2259146"/>
              <a:ext cx="15340" cy="39068"/>
            </a:xfrm>
            <a:custGeom>
              <a:avLst/>
              <a:gdLst/>
              <a:ahLst/>
              <a:cxnLst/>
              <a:rect l="l" t="t" r="r" b="b"/>
              <a:pathLst>
                <a:path w="587" h="1495" extrusionOk="0">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64"/>
            <p:cNvSpPr/>
            <p:nvPr/>
          </p:nvSpPr>
          <p:spPr>
            <a:xfrm>
              <a:off x="6925636" y="2259146"/>
              <a:ext cx="15601" cy="39068"/>
            </a:xfrm>
            <a:custGeom>
              <a:avLst/>
              <a:gdLst/>
              <a:ahLst/>
              <a:cxnLst/>
              <a:rect l="l" t="t" r="r" b="b"/>
              <a:pathLst>
                <a:path w="597" h="1495" extrusionOk="0">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64"/>
            <p:cNvSpPr/>
            <p:nvPr/>
          </p:nvSpPr>
          <p:spPr>
            <a:xfrm>
              <a:off x="6641680" y="2239781"/>
              <a:ext cx="352083" cy="26655"/>
            </a:xfrm>
            <a:custGeom>
              <a:avLst/>
              <a:gdLst/>
              <a:ahLst/>
              <a:cxnLst/>
              <a:rect l="l" t="t" r="r" b="b"/>
              <a:pathLst>
                <a:path w="13473" h="1020" extrusionOk="0">
                  <a:moveTo>
                    <a:pt x="1" y="1"/>
                  </a:moveTo>
                  <a:lnTo>
                    <a:pt x="1" y="1020"/>
                  </a:lnTo>
                  <a:lnTo>
                    <a:pt x="13473" y="1020"/>
                  </a:lnTo>
                  <a:lnTo>
                    <a:pt x="1347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8" name="Google Shape;14248;p64"/>
          <p:cNvGrpSpPr/>
          <p:nvPr/>
        </p:nvGrpSpPr>
        <p:grpSpPr>
          <a:xfrm>
            <a:off x="7203870" y="1316603"/>
            <a:ext cx="198032" cy="360629"/>
            <a:chOff x="7205332" y="1501251"/>
            <a:chExt cx="198032" cy="360629"/>
          </a:xfrm>
        </p:grpSpPr>
        <p:sp>
          <p:nvSpPr>
            <p:cNvPr id="14249" name="Google Shape;14249;p64"/>
            <p:cNvSpPr/>
            <p:nvPr/>
          </p:nvSpPr>
          <p:spPr>
            <a:xfrm>
              <a:off x="7237005" y="1701766"/>
              <a:ext cx="38467" cy="10845"/>
            </a:xfrm>
            <a:custGeom>
              <a:avLst/>
              <a:gdLst/>
              <a:ahLst/>
              <a:cxnLst/>
              <a:rect l="l" t="t" r="r" b="b"/>
              <a:pathLst>
                <a:path w="1472" h="415" extrusionOk="0">
                  <a:moveTo>
                    <a:pt x="0" y="1"/>
                  </a:moveTo>
                  <a:lnTo>
                    <a:pt x="0" y="414"/>
                  </a:lnTo>
                  <a:lnTo>
                    <a:pt x="1192" y="414"/>
                  </a:lnTo>
                  <a:cubicBezTo>
                    <a:pt x="1471" y="414"/>
                    <a:pt x="1471"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64"/>
            <p:cNvSpPr/>
            <p:nvPr/>
          </p:nvSpPr>
          <p:spPr>
            <a:xfrm>
              <a:off x="7231465" y="1688778"/>
              <a:ext cx="11080" cy="36821"/>
            </a:xfrm>
            <a:custGeom>
              <a:avLst/>
              <a:gdLst/>
              <a:ahLst/>
              <a:cxnLst/>
              <a:rect l="l" t="t" r="r" b="b"/>
              <a:pathLst>
                <a:path w="424" h="1409" extrusionOk="0">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64"/>
            <p:cNvSpPr/>
            <p:nvPr/>
          </p:nvSpPr>
          <p:spPr>
            <a:xfrm>
              <a:off x="7237005" y="1753273"/>
              <a:ext cx="38467" cy="10845"/>
            </a:xfrm>
            <a:custGeom>
              <a:avLst/>
              <a:gdLst/>
              <a:ahLst/>
              <a:cxnLst/>
              <a:rect l="l" t="t" r="r" b="b"/>
              <a:pathLst>
                <a:path w="1472" h="415" extrusionOk="0">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64"/>
            <p:cNvSpPr/>
            <p:nvPr/>
          </p:nvSpPr>
          <p:spPr>
            <a:xfrm>
              <a:off x="7231465" y="1740285"/>
              <a:ext cx="11080" cy="36899"/>
            </a:xfrm>
            <a:custGeom>
              <a:avLst/>
              <a:gdLst/>
              <a:ahLst/>
              <a:cxnLst/>
              <a:rect l="l" t="t" r="r" b="b"/>
              <a:pathLst>
                <a:path w="424" h="1412" extrusionOk="0">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64"/>
            <p:cNvSpPr/>
            <p:nvPr/>
          </p:nvSpPr>
          <p:spPr>
            <a:xfrm>
              <a:off x="7237005" y="1649997"/>
              <a:ext cx="38467" cy="11080"/>
            </a:xfrm>
            <a:custGeom>
              <a:avLst/>
              <a:gdLst/>
              <a:ahLst/>
              <a:cxnLst/>
              <a:rect l="l" t="t" r="r" b="b"/>
              <a:pathLst>
                <a:path w="1472" h="424" extrusionOk="0">
                  <a:moveTo>
                    <a:pt x="0" y="1"/>
                  </a:moveTo>
                  <a:lnTo>
                    <a:pt x="0" y="424"/>
                  </a:lnTo>
                  <a:lnTo>
                    <a:pt x="1192" y="424"/>
                  </a:lnTo>
                  <a:cubicBezTo>
                    <a:pt x="1471" y="424"/>
                    <a:pt x="1471"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64"/>
            <p:cNvSpPr/>
            <p:nvPr/>
          </p:nvSpPr>
          <p:spPr>
            <a:xfrm>
              <a:off x="7231465" y="1637192"/>
              <a:ext cx="11080" cy="36899"/>
            </a:xfrm>
            <a:custGeom>
              <a:avLst/>
              <a:gdLst/>
              <a:ahLst/>
              <a:cxnLst/>
              <a:rect l="l" t="t" r="r" b="b"/>
              <a:pathLst>
                <a:path w="424" h="1412" extrusionOk="0">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64"/>
            <p:cNvSpPr/>
            <p:nvPr/>
          </p:nvSpPr>
          <p:spPr>
            <a:xfrm>
              <a:off x="7273669" y="1594230"/>
              <a:ext cx="107091" cy="227170"/>
            </a:xfrm>
            <a:custGeom>
              <a:avLst/>
              <a:gdLst/>
              <a:ahLst/>
              <a:cxnLst/>
              <a:rect l="l" t="t" r="r" b="b"/>
              <a:pathLst>
                <a:path w="4098" h="8693" extrusionOk="0">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64"/>
            <p:cNvSpPr/>
            <p:nvPr/>
          </p:nvSpPr>
          <p:spPr>
            <a:xfrm>
              <a:off x="7280724" y="1601495"/>
              <a:ext cx="92483" cy="212640"/>
            </a:xfrm>
            <a:custGeom>
              <a:avLst/>
              <a:gdLst/>
              <a:ahLst/>
              <a:cxnLst/>
              <a:rect l="l" t="t" r="r" b="b"/>
              <a:pathLst>
                <a:path w="3539" h="8137" extrusionOk="0">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64"/>
            <p:cNvSpPr/>
            <p:nvPr/>
          </p:nvSpPr>
          <p:spPr>
            <a:xfrm>
              <a:off x="7219156" y="1515807"/>
              <a:ext cx="136229" cy="332484"/>
            </a:xfrm>
            <a:custGeom>
              <a:avLst/>
              <a:gdLst/>
              <a:ahLst/>
              <a:cxnLst/>
              <a:rect l="l" t="t" r="r" b="b"/>
              <a:pathLst>
                <a:path w="5213" h="12723" extrusionOk="0">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64"/>
            <p:cNvSpPr/>
            <p:nvPr/>
          </p:nvSpPr>
          <p:spPr>
            <a:xfrm>
              <a:off x="7286996" y="1515807"/>
              <a:ext cx="68389" cy="332484"/>
            </a:xfrm>
            <a:custGeom>
              <a:avLst/>
              <a:gdLst/>
              <a:ahLst/>
              <a:cxnLst/>
              <a:rect l="l" t="t" r="r" b="b"/>
              <a:pathLst>
                <a:path w="2617" h="12723" extrusionOk="0">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64"/>
            <p:cNvSpPr/>
            <p:nvPr/>
          </p:nvSpPr>
          <p:spPr>
            <a:xfrm>
              <a:off x="7208599" y="1501251"/>
              <a:ext cx="157344" cy="25139"/>
            </a:xfrm>
            <a:custGeom>
              <a:avLst/>
              <a:gdLst/>
              <a:ahLst/>
              <a:cxnLst/>
              <a:rect l="l" t="t" r="r" b="b"/>
              <a:pathLst>
                <a:path w="6021" h="962" extrusionOk="0">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64"/>
            <p:cNvSpPr/>
            <p:nvPr/>
          </p:nvSpPr>
          <p:spPr>
            <a:xfrm>
              <a:off x="7205332" y="1507523"/>
              <a:ext cx="163877" cy="18868"/>
            </a:xfrm>
            <a:custGeom>
              <a:avLst/>
              <a:gdLst/>
              <a:ahLst/>
              <a:cxnLst/>
              <a:rect l="l" t="t" r="r" b="b"/>
              <a:pathLst>
                <a:path w="6271" h="722" extrusionOk="0">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64"/>
            <p:cNvSpPr/>
            <p:nvPr/>
          </p:nvSpPr>
          <p:spPr>
            <a:xfrm>
              <a:off x="7254592" y="1643725"/>
              <a:ext cx="145767" cy="23650"/>
            </a:xfrm>
            <a:custGeom>
              <a:avLst/>
              <a:gdLst/>
              <a:ahLst/>
              <a:cxnLst/>
              <a:rect l="l" t="t" r="r" b="b"/>
              <a:pathLst>
                <a:path w="5578" h="905" extrusionOk="0">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64"/>
            <p:cNvSpPr/>
            <p:nvPr/>
          </p:nvSpPr>
          <p:spPr>
            <a:xfrm>
              <a:off x="7254592" y="1649501"/>
              <a:ext cx="148772" cy="18110"/>
            </a:xfrm>
            <a:custGeom>
              <a:avLst/>
              <a:gdLst/>
              <a:ahLst/>
              <a:cxnLst/>
              <a:rect l="l" t="t" r="r" b="b"/>
              <a:pathLst>
                <a:path w="5693" h="693" extrusionOk="0">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64"/>
            <p:cNvSpPr/>
            <p:nvPr/>
          </p:nvSpPr>
          <p:spPr>
            <a:xfrm>
              <a:off x="7254592" y="1695232"/>
              <a:ext cx="145506" cy="23911"/>
            </a:xfrm>
            <a:custGeom>
              <a:avLst/>
              <a:gdLst/>
              <a:ahLst/>
              <a:cxnLst/>
              <a:rect l="l" t="t" r="r" b="b"/>
              <a:pathLst>
                <a:path w="5568" h="915" extrusionOk="0">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64"/>
            <p:cNvSpPr/>
            <p:nvPr/>
          </p:nvSpPr>
          <p:spPr>
            <a:xfrm>
              <a:off x="7254592" y="1701530"/>
              <a:ext cx="148537" cy="17613"/>
            </a:xfrm>
            <a:custGeom>
              <a:avLst/>
              <a:gdLst/>
              <a:ahLst/>
              <a:cxnLst/>
              <a:rect l="l" t="t" r="r" b="b"/>
              <a:pathLst>
                <a:path w="5684" h="674" extrusionOk="0">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64"/>
            <p:cNvSpPr/>
            <p:nvPr/>
          </p:nvSpPr>
          <p:spPr>
            <a:xfrm>
              <a:off x="7254592" y="1746740"/>
              <a:ext cx="145767" cy="23911"/>
            </a:xfrm>
            <a:custGeom>
              <a:avLst/>
              <a:gdLst/>
              <a:ahLst/>
              <a:cxnLst/>
              <a:rect l="l" t="t" r="r" b="b"/>
              <a:pathLst>
                <a:path w="5578" h="915" extrusionOk="0">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64"/>
            <p:cNvSpPr/>
            <p:nvPr/>
          </p:nvSpPr>
          <p:spPr>
            <a:xfrm>
              <a:off x="7254592" y="1752776"/>
              <a:ext cx="148772" cy="17875"/>
            </a:xfrm>
            <a:custGeom>
              <a:avLst/>
              <a:gdLst/>
              <a:ahLst/>
              <a:cxnLst/>
              <a:rect l="l" t="t" r="r" b="b"/>
              <a:pathLst>
                <a:path w="5693" h="684" extrusionOk="0">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64"/>
            <p:cNvSpPr/>
            <p:nvPr/>
          </p:nvSpPr>
          <p:spPr>
            <a:xfrm>
              <a:off x="7260864" y="1836714"/>
              <a:ext cx="52788" cy="25166"/>
            </a:xfrm>
            <a:custGeom>
              <a:avLst/>
              <a:gdLst/>
              <a:ahLst/>
              <a:cxnLst/>
              <a:rect l="l" t="t" r="r" b="b"/>
              <a:pathLst>
                <a:path w="2020" h="963" extrusionOk="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64"/>
            <p:cNvSpPr/>
            <p:nvPr/>
          </p:nvSpPr>
          <p:spPr>
            <a:xfrm>
              <a:off x="7287258" y="1836714"/>
              <a:ext cx="26394" cy="25166"/>
            </a:xfrm>
            <a:custGeom>
              <a:avLst/>
              <a:gdLst/>
              <a:ahLst/>
              <a:cxnLst/>
              <a:rect l="l" t="t" r="r" b="b"/>
              <a:pathLst>
                <a:path w="1010" h="963" extrusionOk="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9" name="Google Shape;14269;p64"/>
          <p:cNvGrpSpPr/>
          <p:nvPr/>
        </p:nvGrpSpPr>
        <p:grpSpPr>
          <a:xfrm>
            <a:off x="7686851" y="1316603"/>
            <a:ext cx="153058" cy="360628"/>
            <a:chOff x="7688313" y="1501251"/>
            <a:chExt cx="153058" cy="360628"/>
          </a:xfrm>
        </p:grpSpPr>
        <p:sp>
          <p:nvSpPr>
            <p:cNvPr id="14270" name="Google Shape;14270;p64"/>
            <p:cNvSpPr/>
            <p:nvPr/>
          </p:nvSpPr>
          <p:spPr>
            <a:xfrm>
              <a:off x="7688313" y="1637192"/>
              <a:ext cx="153058" cy="211098"/>
            </a:xfrm>
            <a:custGeom>
              <a:avLst/>
              <a:gdLst/>
              <a:ahLst/>
              <a:cxnLst/>
              <a:rect l="l" t="t" r="r" b="b"/>
              <a:pathLst>
                <a:path w="5857" h="8078" extrusionOk="0">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64"/>
            <p:cNvSpPr/>
            <p:nvPr/>
          </p:nvSpPr>
          <p:spPr>
            <a:xfrm>
              <a:off x="7745857" y="1637192"/>
              <a:ext cx="95514" cy="211098"/>
            </a:xfrm>
            <a:custGeom>
              <a:avLst/>
              <a:gdLst/>
              <a:ahLst/>
              <a:cxnLst/>
              <a:rect l="l" t="t" r="r" b="b"/>
              <a:pathLst>
                <a:path w="3655" h="8078" extrusionOk="0">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64"/>
            <p:cNvSpPr/>
            <p:nvPr/>
          </p:nvSpPr>
          <p:spPr>
            <a:xfrm>
              <a:off x="7750143" y="1792210"/>
              <a:ext cx="29634" cy="69669"/>
            </a:xfrm>
            <a:custGeom>
              <a:avLst/>
              <a:gdLst/>
              <a:ahLst/>
              <a:cxnLst/>
              <a:rect l="l" t="t" r="r" b="b"/>
              <a:pathLst>
                <a:path w="1134" h="2666" extrusionOk="0">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64"/>
            <p:cNvSpPr/>
            <p:nvPr/>
          </p:nvSpPr>
          <p:spPr>
            <a:xfrm>
              <a:off x="7766214" y="1504256"/>
              <a:ext cx="23389" cy="11080"/>
            </a:xfrm>
            <a:custGeom>
              <a:avLst/>
              <a:gdLst/>
              <a:ahLst/>
              <a:cxnLst/>
              <a:rect l="l" t="t" r="r" b="b"/>
              <a:pathLst>
                <a:path w="895" h="424" extrusionOk="0">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64"/>
            <p:cNvSpPr/>
            <p:nvPr/>
          </p:nvSpPr>
          <p:spPr>
            <a:xfrm>
              <a:off x="7741075" y="1503995"/>
              <a:ext cx="22657" cy="11080"/>
            </a:xfrm>
            <a:custGeom>
              <a:avLst/>
              <a:gdLst/>
              <a:ahLst/>
              <a:cxnLst/>
              <a:rect l="l" t="t" r="r" b="b"/>
              <a:pathLst>
                <a:path w="867" h="424" extrusionOk="0">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64"/>
            <p:cNvSpPr/>
            <p:nvPr/>
          </p:nvSpPr>
          <p:spPr>
            <a:xfrm>
              <a:off x="7765953" y="1529134"/>
              <a:ext cx="27178" cy="10819"/>
            </a:xfrm>
            <a:custGeom>
              <a:avLst/>
              <a:gdLst/>
              <a:ahLst/>
              <a:cxnLst/>
              <a:rect l="l" t="t" r="r" b="b"/>
              <a:pathLst>
                <a:path w="1040" h="414" extrusionOk="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64"/>
            <p:cNvSpPr/>
            <p:nvPr/>
          </p:nvSpPr>
          <p:spPr>
            <a:xfrm>
              <a:off x="7737573" y="1528873"/>
              <a:ext cx="26159" cy="10845"/>
            </a:xfrm>
            <a:custGeom>
              <a:avLst/>
              <a:gdLst/>
              <a:ahLst/>
              <a:cxnLst/>
              <a:rect l="l" t="t" r="r" b="b"/>
              <a:pathLst>
                <a:path w="1001" h="415" extrusionOk="0">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64"/>
            <p:cNvSpPr/>
            <p:nvPr/>
          </p:nvSpPr>
          <p:spPr>
            <a:xfrm>
              <a:off x="7751632" y="1523594"/>
              <a:ext cx="26420" cy="186482"/>
            </a:xfrm>
            <a:custGeom>
              <a:avLst/>
              <a:gdLst/>
              <a:ahLst/>
              <a:cxnLst/>
              <a:rect l="l" t="t" r="r" b="b"/>
              <a:pathLst>
                <a:path w="1011" h="7136" extrusionOk="0">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64"/>
            <p:cNvSpPr/>
            <p:nvPr/>
          </p:nvSpPr>
          <p:spPr>
            <a:xfrm>
              <a:off x="7764960" y="1523594"/>
              <a:ext cx="13092" cy="186482"/>
            </a:xfrm>
            <a:custGeom>
              <a:avLst/>
              <a:gdLst/>
              <a:ahLst/>
              <a:cxnLst/>
              <a:rect l="l" t="t" r="r" b="b"/>
              <a:pathLst>
                <a:path w="501" h="7136" extrusionOk="0">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64"/>
            <p:cNvSpPr/>
            <p:nvPr/>
          </p:nvSpPr>
          <p:spPr>
            <a:xfrm>
              <a:off x="7749881" y="1501251"/>
              <a:ext cx="30418" cy="41498"/>
            </a:xfrm>
            <a:custGeom>
              <a:avLst/>
              <a:gdLst/>
              <a:ahLst/>
              <a:cxnLst/>
              <a:rect l="l" t="t" r="r" b="b"/>
              <a:pathLst>
                <a:path w="1164" h="1588" extrusionOk="0">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64"/>
            <p:cNvSpPr/>
            <p:nvPr/>
          </p:nvSpPr>
          <p:spPr>
            <a:xfrm>
              <a:off x="7718967" y="1737201"/>
              <a:ext cx="24904" cy="60444"/>
            </a:xfrm>
            <a:custGeom>
              <a:avLst/>
              <a:gdLst/>
              <a:ahLst/>
              <a:cxnLst/>
              <a:rect l="l" t="t" r="r" b="b"/>
              <a:pathLst>
                <a:path w="953" h="2313" extrusionOk="0">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64"/>
            <p:cNvSpPr/>
            <p:nvPr/>
          </p:nvSpPr>
          <p:spPr>
            <a:xfrm>
              <a:off x="7786075" y="1737201"/>
              <a:ext cx="24904" cy="60444"/>
            </a:xfrm>
            <a:custGeom>
              <a:avLst/>
              <a:gdLst/>
              <a:ahLst/>
              <a:cxnLst/>
              <a:rect l="l" t="t" r="r" b="b"/>
              <a:pathLst>
                <a:path w="953" h="2313" extrusionOk="0">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64"/>
            <p:cNvSpPr/>
            <p:nvPr/>
          </p:nvSpPr>
          <p:spPr>
            <a:xfrm>
              <a:off x="7764960" y="1792210"/>
              <a:ext cx="14608" cy="69669"/>
            </a:xfrm>
            <a:custGeom>
              <a:avLst/>
              <a:gdLst/>
              <a:ahLst/>
              <a:cxnLst/>
              <a:rect l="l" t="t" r="r" b="b"/>
              <a:pathLst>
                <a:path w="559" h="2666" extrusionOk="0">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64"/>
            <p:cNvSpPr/>
            <p:nvPr/>
          </p:nvSpPr>
          <p:spPr>
            <a:xfrm>
              <a:off x="7751397" y="1814109"/>
              <a:ext cx="27152" cy="11080"/>
            </a:xfrm>
            <a:custGeom>
              <a:avLst/>
              <a:gdLst/>
              <a:ahLst/>
              <a:cxnLst/>
              <a:rect l="l" t="t" r="r" b="b"/>
              <a:pathLst>
                <a:path w="1039" h="424" extrusionOk="0">
                  <a:moveTo>
                    <a:pt x="0" y="0"/>
                  </a:moveTo>
                  <a:lnTo>
                    <a:pt x="29" y="423"/>
                  </a:lnTo>
                  <a:lnTo>
                    <a:pt x="1010" y="423"/>
                  </a:lnTo>
                  <a:lnTo>
                    <a:pt x="1039"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64"/>
            <p:cNvSpPr/>
            <p:nvPr/>
          </p:nvSpPr>
          <p:spPr>
            <a:xfrm>
              <a:off x="7764960" y="1814109"/>
              <a:ext cx="13589" cy="11080"/>
            </a:xfrm>
            <a:custGeom>
              <a:avLst/>
              <a:gdLst/>
              <a:ahLst/>
              <a:cxnLst/>
              <a:rect l="l" t="t" r="r" b="b"/>
              <a:pathLst>
                <a:path w="520" h="424" extrusionOk="0">
                  <a:moveTo>
                    <a:pt x="0" y="0"/>
                  </a:moveTo>
                  <a:lnTo>
                    <a:pt x="0" y="423"/>
                  </a:lnTo>
                  <a:lnTo>
                    <a:pt x="491" y="423"/>
                  </a:lnTo>
                  <a:lnTo>
                    <a:pt x="520"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64"/>
            <p:cNvSpPr/>
            <p:nvPr/>
          </p:nvSpPr>
          <p:spPr>
            <a:xfrm>
              <a:off x="7764960" y="1501251"/>
              <a:ext cx="15105" cy="41472"/>
            </a:xfrm>
            <a:custGeom>
              <a:avLst/>
              <a:gdLst/>
              <a:ahLst/>
              <a:cxnLst/>
              <a:rect l="l" t="t" r="r" b="b"/>
              <a:pathLst>
                <a:path w="578" h="1587" extrusionOk="0">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6" name="Google Shape;14286;p64"/>
          <p:cNvGrpSpPr/>
          <p:nvPr/>
        </p:nvGrpSpPr>
        <p:grpSpPr>
          <a:xfrm>
            <a:off x="8148716" y="1316603"/>
            <a:ext cx="150811" cy="360628"/>
            <a:chOff x="8150179" y="1501251"/>
            <a:chExt cx="150811" cy="360628"/>
          </a:xfrm>
        </p:grpSpPr>
        <p:sp>
          <p:nvSpPr>
            <p:cNvPr id="14287" name="Google Shape;14287;p64"/>
            <p:cNvSpPr/>
            <p:nvPr/>
          </p:nvSpPr>
          <p:spPr>
            <a:xfrm>
              <a:off x="8150179" y="1656034"/>
              <a:ext cx="150549" cy="205846"/>
            </a:xfrm>
            <a:custGeom>
              <a:avLst/>
              <a:gdLst/>
              <a:ahLst/>
              <a:cxnLst/>
              <a:rect l="l" t="t" r="r" b="b"/>
              <a:pathLst>
                <a:path w="5761" h="7877" extrusionOk="0">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64"/>
            <p:cNvSpPr/>
            <p:nvPr/>
          </p:nvSpPr>
          <p:spPr>
            <a:xfrm>
              <a:off x="8206468" y="1656034"/>
              <a:ext cx="94521" cy="205846"/>
            </a:xfrm>
            <a:custGeom>
              <a:avLst/>
              <a:gdLst/>
              <a:ahLst/>
              <a:cxnLst/>
              <a:rect l="l" t="t" r="r" b="b"/>
              <a:pathLst>
                <a:path w="3617" h="7877" extrusionOk="0">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64"/>
            <p:cNvSpPr/>
            <p:nvPr/>
          </p:nvSpPr>
          <p:spPr>
            <a:xfrm>
              <a:off x="8209996" y="1513559"/>
              <a:ext cx="30941" cy="168894"/>
            </a:xfrm>
            <a:custGeom>
              <a:avLst/>
              <a:gdLst/>
              <a:ahLst/>
              <a:cxnLst/>
              <a:rect l="l" t="t" r="r" b="b"/>
              <a:pathLst>
                <a:path w="1184" h="6463" extrusionOk="0">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64"/>
            <p:cNvSpPr/>
            <p:nvPr/>
          </p:nvSpPr>
          <p:spPr>
            <a:xfrm>
              <a:off x="8198419" y="1702785"/>
              <a:ext cx="54329" cy="54303"/>
            </a:xfrm>
            <a:custGeom>
              <a:avLst/>
              <a:gdLst/>
              <a:ahLst/>
              <a:cxnLst/>
              <a:rect l="l" t="t" r="r" b="b"/>
              <a:pathLst>
                <a:path w="2079" h="2078" extrusionOk="0">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64"/>
            <p:cNvSpPr/>
            <p:nvPr/>
          </p:nvSpPr>
          <p:spPr>
            <a:xfrm>
              <a:off x="8189639" y="1809327"/>
              <a:ext cx="71629" cy="21141"/>
            </a:xfrm>
            <a:custGeom>
              <a:avLst/>
              <a:gdLst/>
              <a:ahLst/>
              <a:cxnLst/>
              <a:rect l="l" t="t" r="r" b="b"/>
              <a:pathLst>
                <a:path w="2741" h="809" extrusionOk="0">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64"/>
            <p:cNvSpPr/>
            <p:nvPr/>
          </p:nvSpPr>
          <p:spPr>
            <a:xfrm>
              <a:off x="8189639" y="1817114"/>
              <a:ext cx="71629" cy="13354"/>
            </a:xfrm>
            <a:custGeom>
              <a:avLst/>
              <a:gdLst/>
              <a:ahLst/>
              <a:cxnLst/>
              <a:rect l="l" t="t" r="r" b="b"/>
              <a:pathLst>
                <a:path w="2741" h="511" extrusionOk="0">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64"/>
            <p:cNvSpPr/>
            <p:nvPr/>
          </p:nvSpPr>
          <p:spPr>
            <a:xfrm>
              <a:off x="8225571" y="1513559"/>
              <a:ext cx="15366" cy="168894"/>
            </a:xfrm>
            <a:custGeom>
              <a:avLst/>
              <a:gdLst/>
              <a:ahLst/>
              <a:cxnLst/>
              <a:rect l="l" t="t" r="r" b="b"/>
              <a:pathLst>
                <a:path w="588" h="6463" extrusionOk="0">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64"/>
            <p:cNvSpPr/>
            <p:nvPr/>
          </p:nvSpPr>
          <p:spPr>
            <a:xfrm>
              <a:off x="8204456" y="1501251"/>
              <a:ext cx="41995" cy="50018"/>
            </a:xfrm>
            <a:custGeom>
              <a:avLst/>
              <a:gdLst/>
              <a:ahLst/>
              <a:cxnLst/>
              <a:rect l="l" t="t" r="r" b="b"/>
              <a:pathLst>
                <a:path w="1607" h="1914" extrusionOk="0">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64"/>
            <p:cNvSpPr/>
            <p:nvPr/>
          </p:nvSpPr>
          <p:spPr>
            <a:xfrm>
              <a:off x="8225571" y="1501251"/>
              <a:ext cx="20880" cy="50018"/>
            </a:xfrm>
            <a:custGeom>
              <a:avLst/>
              <a:gdLst/>
              <a:ahLst/>
              <a:cxnLst/>
              <a:rect l="l" t="t" r="r" b="b"/>
              <a:pathLst>
                <a:path w="799" h="1914" extrusionOk="0">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96" name="Google Shape;14296;p64"/>
          <p:cNvSpPr/>
          <p:nvPr/>
        </p:nvSpPr>
        <p:spPr>
          <a:xfrm>
            <a:off x="4946623" y="2722297"/>
            <a:ext cx="32744" cy="15889"/>
          </a:xfrm>
          <a:custGeom>
            <a:avLst/>
            <a:gdLst/>
            <a:ahLst/>
            <a:cxnLst/>
            <a:rect l="l" t="t" r="r" b="b"/>
            <a:pathLst>
              <a:path w="1253" h="608" extrusionOk="0">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97" name="Google Shape;14297;p64"/>
          <p:cNvGrpSpPr/>
          <p:nvPr/>
        </p:nvGrpSpPr>
        <p:grpSpPr>
          <a:xfrm>
            <a:off x="4876405" y="2718298"/>
            <a:ext cx="170149" cy="360629"/>
            <a:chOff x="4877867" y="2902946"/>
            <a:chExt cx="170149" cy="360629"/>
          </a:xfrm>
        </p:grpSpPr>
        <p:sp>
          <p:nvSpPr>
            <p:cNvPr id="14298" name="Google Shape;14298;p64"/>
            <p:cNvSpPr/>
            <p:nvPr/>
          </p:nvSpPr>
          <p:spPr>
            <a:xfrm>
              <a:off x="4942780" y="2925315"/>
              <a:ext cx="32692" cy="15915"/>
            </a:xfrm>
            <a:custGeom>
              <a:avLst/>
              <a:gdLst/>
              <a:ahLst/>
              <a:cxnLst/>
              <a:rect l="l" t="t" r="r" b="b"/>
              <a:pathLst>
                <a:path w="1251" h="609" extrusionOk="0">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64"/>
            <p:cNvSpPr/>
            <p:nvPr/>
          </p:nvSpPr>
          <p:spPr>
            <a:xfrm>
              <a:off x="4937345" y="2943843"/>
              <a:ext cx="32927" cy="15915"/>
            </a:xfrm>
            <a:custGeom>
              <a:avLst/>
              <a:gdLst/>
              <a:ahLst/>
              <a:cxnLst/>
              <a:rect l="l" t="t" r="r" b="b"/>
              <a:pathLst>
                <a:path w="1260" h="609" extrusionOk="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64"/>
            <p:cNvSpPr/>
            <p:nvPr/>
          </p:nvSpPr>
          <p:spPr>
            <a:xfrm>
              <a:off x="4877867" y="3063164"/>
              <a:ext cx="170149" cy="200410"/>
            </a:xfrm>
            <a:custGeom>
              <a:avLst/>
              <a:gdLst/>
              <a:ahLst/>
              <a:cxnLst/>
              <a:rect l="l" t="t" r="r" b="b"/>
              <a:pathLst>
                <a:path w="6511" h="7669" extrusionOk="0">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64"/>
            <p:cNvSpPr/>
            <p:nvPr/>
          </p:nvSpPr>
          <p:spPr>
            <a:xfrm>
              <a:off x="4942963" y="3088905"/>
              <a:ext cx="105053" cy="174670"/>
            </a:xfrm>
            <a:custGeom>
              <a:avLst/>
              <a:gdLst/>
              <a:ahLst/>
              <a:cxnLst/>
              <a:rect l="l" t="t" r="r" b="b"/>
              <a:pathLst>
                <a:path w="4020" h="6684" extrusionOk="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64"/>
            <p:cNvSpPr/>
            <p:nvPr/>
          </p:nvSpPr>
          <p:spPr>
            <a:xfrm>
              <a:off x="4949496" y="2966761"/>
              <a:ext cx="25662" cy="161368"/>
            </a:xfrm>
            <a:custGeom>
              <a:avLst/>
              <a:gdLst/>
              <a:ahLst/>
              <a:cxnLst/>
              <a:rect l="l" t="t" r="r" b="b"/>
              <a:pathLst>
                <a:path w="982" h="6175" extrusionOk="0">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64"/>
            <p:cNvSpPr/>
            <p:nvPr/>
          </p:nvSpPr>
          <p:spPr>
            <a:xfrm>
              <a:off x="4962301" y="2967023"/>
              <a:ext cx="12857" cy="161107"/>
            </a:xfrm>
            <a:custGeom>
              <a:avLst/>
              <a:gdLst/>
              <a:ahLst/>
              <a:cxnLst/>
              <a:rect l="l" t="t" r="r" b="b"/>
              <a:pathLst>
                <a:path w="492" h="6165" extrusionOk="0">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64"/>
            <p:cNvSpPr/>
            <p:nvPr/>
          </p:nvSpPr>
          <p:spPr>
            <a:xfrm>
              <a:off x="4948739" y="2902946"/>
              <a:ext cx="33685" cy="71394"/>
            </a:xfrm>
            <a:custGeom>
              <a:avLst/>
              <a:gdLst/>
              <a:ahLst/>
              <a:cxnLst/>
              <a:rect l="l" t="t" r="r" b="b"/>
              <a:pathLst>
                <a:path w="1289" h="2732" extrusionOk="0">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64"/>
            <p:cNvSpPr/>
            <p:nvPr/>
          </p:nvSpPr>
          <p:spPr>
            <a:xfrm>
              <a:off x="4937423" y="3148199"/>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64"/>
            <p:cNvSpPr/>
            <p:nvPr/>
          </p:nvSpPr>
          <p:spPr>
            <a:xfrm>
              <a:off x="4937423" y="3177102"/>
              <a:ext cx="49782" cy="11080"/>
            </a:xfrm>
            <a:custGeom>
              <a:avLst/>
              <a:gdLst/>
              <a:ahLst/>
              <a:cxnLst/>
              <a:rect l="l" t="t" r="r" b="b"/>
              <a:pathLst>
                <a:path w="1905" h="424" extrusionOk="0">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64"/>
            <p:cNvSpPr/>
            <p:nvPr/>
          </p:nvSpPr>
          <p:spPr>
            <a:xfrm>
              <a:off x="4937423" y="3205247"/>
              <a:ext cx="49782" cy="10819"/>
            </a:xfrm>
            <a:custGeom>
              <a:avLst/>
              <a:gdLst/>
              <a:ahLst/>
              <a:cxnLst/>
              <a:rect l="l" t="t" r="r" b="b"/>
              <a:pathLst>
                <a:path w="1905" h="414" extrusionOk="0">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64"/>
            <p:cNvSpPr/>
            <p:nvPr/>
          </p:nvSpPr>
          <p:spPr>
            <a:xfrm>
              <a:off x="4999253" y="3176841"/>
              <a:ext cx="11080" cy="11342"/>
            </a:xfrm>
            <a:custGeom>
              <a:avLst/>
              <a:gdLst/>
              <a:ahLst/>
              <a:cxnLst/>
              <a:rect l="l" t="t" r="r" b="b"/>
              <a:pathLst>
                <a:path w="424" h="434" extrusionOk="0">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64"/>
            <p:cNvSpPr/>
            <p:nvPr/>
          </p:nvSpPr>
          <p:spPr>
            <a:xfrm>
              <a:off x="4999253" y="3204985"/>
              <a:ext cx="11080" cy="11342"/>
            </a:xfrm>
            <a:custGeom>
              <a:avLst/>
              <a:gdLst/>
              <a:ahLst/>
              <a:cxnLst/>
              <a:rect l="l" t="t" r="r" b="b"/>
              <a:pathLst>
                <a:path w="424" h="434" extrusionOk="0">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64"/>
            <p:cNvSpPr/>
            <p:nvPr/>
          </p:nvSpPr>
          <p:spPr>
            <a:xfrm>
              <a:off x="4957284" y="2914235"/>
              <a:ext cx="18110" cy="53572"/>
            </a:xfrm>
            <a:custGeom>
              <a:avLst/>
              <a:gdLst/>
              <a:ahLst/>
              <a:cxnLst/>
              <a:rect l="l" t="t" r="r" b="b"/>
              <a:pathLst>
                <a:path w="693" h="2050" extrusionOk="0">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1" name="Google Shape;14311;p64"/>
          <p:cNvGrpSpPr/>
          <p:nvPr/>
        </p:nvGrpSpPr>
        <p:grpSpPr>
          <a:xfrm>
            <a:off x="6740227" y="1316028"/>
            <a:ext cx="207962" cy="361203"/>
            <a:chOff x="6741689" y="1500676"/>
            <a:chExt cx="207962" cy="361203"/>
          </a:xfrm>
        </p:grpSpPr>
        <p:sp>
          <p:nvSpPr>
            <p:cNvPr id="14312" name="Google Shape;14312;p64"/>
            <p:cNvSpPr/>
            <p:nvPr/>
          </p:nvSpPr>
          <p:spPr>
            <a:xfrm>
              <a:off x="6749242" y="1500676"/>
              <a:ext cx="184469" cy="361203"/>
            </a:xfrm>
            <a:custGeom>
              <a:avLst/>
              <a:gdLst/>
              <a:ahLst/>
              <a:cxnLst/>
              <a:rect l="l" t="t" r="r" b="b"/>
              <a:pathLst>
                <a:path w="7059" h="13822" extrusionOk="0">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64"/>
            <p:cNvSpPr/>
            <p:nvPr/>
          </p:nvSpPr>
          <p:spPr>
            <a:xfrm>
              <a:off x="6775113" y="1501199"/>
              <a:ext cx="37735" cy="310167"/>
            </a:xfrm>
            <a:custGeom>
              <a:avLst/>
              <a:gdLst/>
              <a:ahLst/>
              <a:cxnLst/>
              <a:rect l="l" t="t" r="r" b="b"/>
              <a:pathLst>
                <a:path w="1444" h="11869" extrusionOk="0">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64"/>
            <p:cNvSpPr/>
            <p:nvPr/>
          </p:nvSpPr>
          <p:spPr>
            <a:xfrm>
              <a:off x="6773623" y="1645241"/>
              <a:ext cx="159330" cy="216638"/>
            </a:xfrm>
            <a:custGeom>
              <a:avLst/>
              <a:gdLst/>
              <a:ahLst/>
              <a:cxnLst/>
              <a:rect l="l" t="t" r="r" b="b"/>
              <a:pathLst>
                <a:path w="6097" h="8290" extrusionOk="0">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64"/>
            <p:cNvSpPr/>
            <p:nvPr/>
          </p:nvSpPr>
          <p:spPr>
            <a:xfrm>
              <a:off x="6854530" y="1589082"/>
              <a:ext cx="93006" cy="108502"/>
            </a:xfrm>
            <a:custGeom>
              <a:avLst/>
              <a:gdLst/>
              <a:ahLst/>
              <a:cxnLst/>
              <a:rect l="l" t="t" r="r" b="b"/>
              <a:pathLst>
                <a:path w="3559" h="4152" extrusionOk="0">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64"/>
            <p:cNvSpPr/>
            <p:nvPr/>
          </p:nvSpPr>
          <p:spPr>
            <a:xfrm>
              <a:off x="6857796" y="1589134"/>
              <a:ext cx="91856" cy="108398"/>
            </a:xfrm>
            <a:custGeom>
              <a:avLst/>
              <a:gdLst/>
              <a:ahLst/>
              <a:cxnLst/>
              <a:rect l="l" t="t" r="r" b="b"/>
              <a:pathLst>
                <a:path w="3515" h="4148" extrusionOk="0">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64"/>
            <p:cNvSpPr/>
            <p:nvPr/>
          </p:nvSpPr>
          <p:spPr>
            <a:xfrm>
              <a:off x="6801245" y="1635441"/>
              <a:ext cx="31699" cy="11315"/>
            </a:xfrm>
            <a:custGeom>
              <a:avLst/>
              <a:gdLst/>
              <a:ahLst/>
              <a:cxnLst/>
              <a:rect l="l" t="t" r="r" b="b"/>
              <a:pathLst>
                <a:path w="1213" h="433" extrusionOk="0">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64"/>
            <p:cNvSpPr/>
            <p:nvPr/>
          </p:nvSpPr>
          <p:spPr>
            <a:xfrm>
              <a:off x="6819852" y="1626765"/>
              <a:ext cx="11342" cy="28537"/>
            </a:xfrm>
            <a:custGeom>
              <a:avLst/>
              <a:gdLst/>
              <a:ahLst/>
              <a:cxnLst/>
              <a:rect l="l" t="t" r="r" b="b"/>
              <a:pathLst>
                <a:path w="434" h="1092" extrusionOk="0">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64"/>
            <p:cNvSpPr/>
            <p:nvPr/>
          </p:nvSpPr>
          <p:spPr>
            <a:xfrm>
              <a:off x="6754756" y="1761583"/>
              <a:ext cx="29687" cy="11315"/>
            </a:xfrm>
            <a:custGeom>
              <a:avLst/>
              <a:gdLst/>
              <a:ahLst/>
              <a:cxnLst/>
              <a:rect l="l" t="t" r="r" b="b"/>
              <a:pathLst>
                <a:path w="1136" h="433" extrusionOk="0">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64"/>
            <p:cNvSpPr/>
            <p:nvPr/>
          </p:nvSpPr>
          <p:spPr>
            <a:xfrm>
              <a:off x="6756768" y="1752907"/>
              <a:ext cx="11342" cy="28537"/>
            </a:xfrm>
            <a:custGeom>
              <a:avLst/>
              <a:gdLst/>
              <a:ahLst/>
              <a:cxnLst/>
              <a:rect l="l" t="t" r="r" b="b"/>
              <a:pathLst>
                <a:path w="434" h="1092" extrusionOk="0">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64"/>
            <p:cNvSpPr/>
            <p:nvPr/>
          </p:nvSpPr>
          <p:spPr>
            <a:xfrm>
              <a:off x="6754756" y="1717863"/>
              <a:ext cx="31699" cy="11577"/>
            </a:xfrm>
            <a:custGeom>
              <a:avLst/>
              <a:gdLst/>
              <a:ahLst/>
              <a:cxnLst/>
              <a:rect l="l" t="t" r="r" b="b"/>
              <a:pathLst>
                <a:path w="1213" h="443" extrusionOk="0">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64"/>
            <p:cNvSpPr/>
            <p:nvPr/>
          </p:nvSpPr>
          <p:spPr>
            <a:xfrm>
              <a:off x="6756768" y="1709422"/>
              <a:ext cx="11342" cy="28563"/>
            </a:xfrm>
            <a:custGeom>
              <a:avLst/>
              <a:gdLst/>
              <a:ahLst/>
              <a:cxnLst/>
              <a:rect l="l" t="t" r="r" b="b"/>
              <a:pathLst>
                <a:path w="434" h="1093" extrusionOk="0">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64"/>
            <p:cNvSpPr/>
            <p:nvPr/>
          </p:nvSpPr>
          <p:spPr>
            <a:xfrm>
              <a:off x="6833414" y="1779431"/>
              <a:ext cx="43014" cy="11315"/>
            </a:xfrm>
            <a:custGeom>
              <a:avLst/>
              <a:gdLst/>
              <a:ahLst/>
              <a:cxnLst/>
              <a:rect l="l" t="t" r="r" b="b"/>
              <a:pathLst>
                <a:path w="1646" h="433" extrusionOk="0">
                  <a:moveTo>
                    <a:pt x="1" y="0"/>
                  </a:moveTo>
                  <a:lnTo>
                    <a:pt x="1" y="433"/>
                  </a:lnTo>
                  <a:lnTo>
                    <a:pt x="1645" y="433"/>
                  </a:lnTo>
                  <a:lnTo>
                    <a:pt x="16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64"/>
            <p:cNvSpPr/>
            <p:nvPr/>
          </p:nvSpPr>
          <p:spPr>
            <a:xfrm>
              <a:off x="6775871" y="1779431"/>
              <a:ext cx="32692" cy="11315"/>
            </a:xfrm>
            <a:custGeom>
              <a:avLst/>
              <a:gdLst/>
              <a:ahLst/>
              <a:cxnLst/>
              <a:rect l="l" t="t" r="r" b="b"/>
              <a:pathLst>
                <a:path w="1251" h="433" extrusionOk="0">
                  <a:moveTo>
                    <a:pt x="20" y="0"/>
                  </a:moveTo>
                  <a:lnTo>
                    <a:pt x="1" y="433"/>
                  </a:lnTo>
                  <a:lnTo>
                    <a:pt x="1251" y="433"/>
                  </a:lnTo>
                  <a:lnTo>
                    <a:pt x="125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64"/>
            <p:cNvSpPr/>
            <p:nvPr/>
          </p:nvSpPr>
          <p:spPr>
            <a:xfrm>
              <a:off x="6801245" y="1596974"/>
              <a:ext cx="31699" cy="11342"/>
            </a:xfrm>
            <a:custGeom>
              <a:avLst/>
              <a:gdLst/>
              <a:ahLst/>
              <a:cxnLst/>
              <a:rect l="l" t="t" r="r" b="b"/>
              <a:pathLst>
                <a:path w="1213" h="434" extrusionOk="0">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64"/>
            <p:cNvSpPr/>
            <p:nvPr/>
          </p:nvSpPr>
          <p:spPr>
            <a:xfrm>
              <a:off x="6819852" y="1588560"/>
              <a:ext cx="11342" cy="28563"/>
            </a:xfrm>
            <a:custGeom>
              <a:avLst/>
              <a:gdLst/>
              <a:ahLst/>
              <a:cxnLst/>
              <a:rect l="l" t="t" r="r" b="b"/>
              <a:pathLst>
                <a:path w="434" h="1093" extrusionOk="0">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64"/>
            <p:cNvSpPr/>
            <p:nvPr/>
          </p:nvSpPr>
          <p:spPr>
            <a:xfrm>
              <a:off x="6789956" y="1657053"/>
              <a:ext cx="10558" cy="10558"/>
            </a:xfrm>
            <a:custGeom>
              <a:avLst/>
              <a:gdLst/>
              <a:ahLst/>
              <a:cxnLst/>
              <a:rect l="l" t="t" r="r" b="b"/>
              <a:pathLst>
                <a:path w="404" h="404" extrusionOk="0">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64"/>
            <p:cNvSpPr/>
            <p:nvPr/>
          </p:nvSpPr>
          <p:spPr>
            <a:xfrm>
              <a:off x="6788702" y="1704536"/>
              <a:ext cx="10819" cy="10584"/>
            </a:xfrm>
            <a:custGeom>
              <a:avLst/>
              <a:gdLst/>
              <a:ahLst/>
              <a:cxnLst/>
              <a:rect l="l" t="t" r="r" b="b"/>
              <a:pathLst>
                <a:path w="414" h="405" extrusionOk="0">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64"/>
            <p:cNvSpPr/>
            <p:nvPr/>
          </p:nvSpPr>
          <p:spPr>
            <a:xfrm>
              <a:off x="6787683" y="1755050"/>
              <a:ext cx="10584" cy="10819"/>
            </a:xfrm>
            <a:custGeom>
              <a:avLst/>
              <a:gdLst/>
              <a:ahLst/>
              <a:cxnLst/>
              <a:rect l="l" t="t" r="r" b="b"/>
              <a:pathLst>
                <a:path w="405" h="414" extrusionOk="0">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64"/>
            <p:cNvSpPr/>
            <p:nvPr/>
          </p:nvSpPr>
          <p:spPr>
            <a:xfrm>
              <a:off x="6741689" y="1509509"/>
              <a:ext cx="42753" cy="11368"/>
            </a:xfrm>
            <a:custGeom>
              <a:avLst/>
              <a:gdLst/>
              <a:ahLst/>
              <a:cxnLst/>
              <a:rect l="l" t="t" r="r" b="b"/>
              <a:pathLst>
                <a:path w="1636" h="435" extrusionOk="0">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1" name="Google Shape;14331;p64"/>
          <p:cNvGrpSpPr/>
          <p:nvPr/>
        </p:nvGrpSpPr>
        <p:grpSpPr>
          <a:xfrm>
            <a:off x="5751164" y="3245757"/>
            <a:ext cx="360628" cy="181464"/>
            <a:chOff x="5752627" y="3430404"/>
            <a:chExt cx="360628" cy="181464"/>
          </a:xfrm>
        </p:grpSpPr>
        <p:sp>
          <p:nvSpPr>
            <p:cNvPr id="14332" name="Google Shape;14332;p64"/>
            <p:cNvSpPr/>
            <p:nvPr/>
          </p:nvSpPr>
          <p:spPr>
            <a:xfrm>
              <a:off x="5752627" y="3430404"/>
              <a:ext cx="360628" cy="181203"/>
            </a:xfrm>
            <a:custGeom>
              <a:avLst/>
              <a:gdLst/>
              <a:ahLst/>
              <a:cxnLst/>
              <a:rect l="l" t="t" r="r" b="b"/>
              <a:pathLst>
                <a:path w="13800" h="6934" extrusionOk="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64"/>
            <p:cNvSpPr/>
            <p:nvPr/>
          </p:nvSpPr>
          <p:spPr>
            <a:xfrm>
              <a:off x="5752627" y="3430404"/>
              <a:ext cx="360628" cy="96507"/>
            </a:xfrm>
            <a:custGeom>
              <a:avLst/>
              <a:gdLst/>
              <a:ahLst/>
              <a:cxnLst/>
              <a:rect l="l" t="t" r="r" b="b"/>
              <a:pathLst>
                <a:path w="13800" h="3693" extrusionOk="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64"/>
            <p:cNvSpPr/>
            <p:nvPr/>
          </p:nvSpPr>
          <p:spPr>
            <a:xfrm>
              <a:off x="5752627" y="3430404"/>
              <a:ext cx="360628" cy="96507"/>
            </a:xfrm>
            <a:custGeom>
              <a:avLst/>
              <a:gdLst/>
              <a:ahLst/>
              <a:cxnLst/>
              <a:rect l="l" t="t" r="r" b="b"/>
              <a:pathLst>
                <a:path w="13800" h="3693" extrusionOk="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64"/>
            <p:cNvSpPr/>
            <p:nvPr/>
          </p:nvSpPr>
          <p:spPr>
            <a:xfrm>
              <a:off x="5788036" y="3526885"/>
              <a:ext cx="28929" cy="84722"/>
            </a:xfrm>
            <a:custGeom>
              <a:avLst/>
              <a:gdLst/>
              <a:ahLst/>
              <a:cxnLst/>
              <a:rect l="l" t="t" r="r" b="b"/>
              <a:pathLst>
                <a:path w="1107" h="3242" extrusionOk="0">
                  <a:moveTo>
                    <a:pt x="1" y="1"/>
                  </a:moveTo>
                  <a:lnTo>
                    <a:pt x="1" y="3241"/>
                  </a:lnTo>
                  <a:lnTo>
                    <a:pt x="1107" y="3241"/>
                  </a:lnTo>
                  <a:lnTo>
                    <a:pt x="1107"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64"/>
            <p:cNvSpPr/>
            <p:nvPr/>
          </p:nvSpPr>
          <p:spPr>
            <a:xfrm>
              <a:off x="5816939"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64"/>
            <p:cNvSpPr/>
            <p:nvPr/>
          </p:nvSpPr>
          <p:spPr>
            <a:xfrm>
              <a:off x="5846102"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64"/>
            <p:cNvSpPr/>
            <p:nvPr/>
          </p:nvSpPr>
          <p:spPr>
            <a:xfrm>
              <a:off x="5875005" y="3526885"/>
              <a:ext cx="28903" cy="84722"/>
            </a:xfrm>
            <a:custGeom>
              <a:avLst/>
              <a:gdLst/>
              <a:ahLst/>
              <a:cxnLst/>
              <a:rect l="l" t="t" r="r" b="b"/>
              <a:pathLst>
                <a:path w="1106"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64"/>
            <p:cNvSpPr/>
            <p:nvPr/>
          </p:nvSpPr>
          <p:spPr>
            <a:xfrm>
              <a:off x="5903881"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64"/>
            <p:cNvSpPr/>
            <p:nvPr/>
          </p:nvSpPr>
          <p:spPr>
            <a:xfrm>
              <a:off x="5933045"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64"/>
            <p:cNvSpPr/>
            <p:nvPr/>
          </p:nvSpPr>
          <p:spPr>
            <a:xfrm>
              <a:off x="5961948"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64"/>
            <p:cNvSpPr/>
            <p:nvPr/>
          </p:nvSpPr>
          <p:spPr>
            <a:xfrm>
              <a:off x="5990850" y="3526885"/>
              <a:ext cx="29164" cy="84722"/>
            </a:xfrm>
            <a:custGeom>
              <a:avLst/>
              <a:gdLst/>
              <a:ahLst/>
              <a:cxnLst/>
              <a:rect l="l" t="t" r="r" b="b"/>
              <a:pathLst>
                <a:path w="1116" h="3242" extrusionOk="0">
                  <a:moveTo>
                    <a:pt x="0" y="1"/>
                  </a:moveTo>
                  <a:lnTo>
                    <a:pt x="0" y="3241"/>
                  </a:lnTo>
                  <a:lnTo>
                    <a:pt x="1116" y="3241"/>
                  </a:lnTo>
                  <a:lnTo>
                    <a:pt x="111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64"/>
            <p:cNvSpPr/>
            <p:nvPr/>
          </p:nvSpPr>
          <p:spPr>
            <a:xfrm>
              <a:off x="6019988" y="3526885"/>
              <a:ext cx="28929" cy="84722"/>
            </a:xfrm>
            <a:custGeom>
              <a:avLst/>
              <a:gdLst/>
              <a:ahLst/>
              <a:cxnLst/>
              <a:rect l="l" t="t" r="r" b="b"/>
              <a:pathLst>
                <a:path w="1107" h="3242" extrusionOk="0">
                  <a:moveTo>
                    <a:pt x="1" y="1"/>
                  </a:moveTo>
                  <a:lnTo>
                    <a:pt x="1"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64"/>
            <p:cNvSpPr/>
            <p:nvPr/>
          </p:nvSpPr>
          <p:spPr>
            <a:xfrm>
              <a:off x="6048891"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64"/>
            <p:cNvSpPr/>
            <p:nvPr/>
          </p:nvSpPr>
          <p:spPr>
            <a:xfrm>
              <a:off x="5806381" y="3526885"/>
              <a:ext cx="21403" cy="48032"/>
            </a:xfrm>
            <a:custGeom>
              <a:avLst/>
              <a:gdLst/>
              <a:ahLst/>
              <a:cxnLst/>
              <a:rect l="l" t="t" r="r" b="b"/>
              <a:pathLst>
                <a:path w="819" h="1838" extrusionOk="0">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64"/>
            <p:cNvSpPr/>
            <p:nvPr/>
          </p:nvSpPr>
          <p:spPr>
            <a:xfrm>
              <a:off x="5864186"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64"/>
            <p:cNvSpPr/>
            <p:nvPr/>
          </p:nvSpPr>
          <p:spPr>
            <a:xfrm>
              <a:off x="5922226" y="3526885"/>
              <a:ext cx="21638" cy="48032"/>
            </a:xfrm>
            <a:custGeom>
              <a:avLst/>
              <a:gdLst/>
              <a:ahLst/>
              <a:cxnLst/>
              <a:rect l="l" t="t" r="r" b="b"/>
              <a:pathLst>
                <a:path w="828" h="1838" extrusionOk="0">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64"/>
            <p:cNvSpPr/>
            <p:nvPr/>
          </p:nvSpPr>
          <p:spPr>
            <a:xfrm>
              <a:off x="5980293" y="3526885"/>
              <a:ext cx="21638" cy="48032"/>
            </a:xfrm>
            <a:custGeom>
              <a:avLst/>
              <a:gdLst/>
              <a:ahLst/>
              <a:cxnLst/>
              <a:rect l="l" t="t" r="r" b="b"/>
              <a:pathLst>
                <a:path w="828" h="1838" extrusionOk="0">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64"/>
            <p:cNvSpPr/>
            <p:nvPr/>
          </p:nvSpPr>
          <p:spPr>
            <a:xfrm>
              <a:off x="6038072"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64"/>
            <p:cNvSpPr/>
            <p:nvPr/>
          </p:nvSpPr>
          <p:spPr>
            <a:xfrm>
              <a:off x="5926774" y="3454995"/>
              <a:ext cx="139234" cy="42282"/>
            </a:xfrm>
            <a:custGeom>
              <a:avLst/>
              <a:gdLst/>
              <a:ahLst/>
              <a:cxnLst/>
              <a:rect l="l" t="t" r="r" b="b"/>
              <a:pathLst>
                <a:path w="5328" h="1618" extrusionOk="0">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64"/>
            <p:cNvSpPr/>
            <p:nvPr/>
          </p:nvSpPr>
          <p:spPr>
            <a:xfrm>
              <a:off x="5926774" y="3471615"/>
              <a:ext cx="139234" cy="25662"/>
            </a:xfrm>
            <a:custGeom>
              <a:avLst/>
              <a:gdLst/>
              <a:ahLst/>
              <a:cxnLst/>
              <a:rect l="l" t="t" r="r" b="b"/>
              <a:pathLst>
                <a:path w="5328" h="982" extrusionOk="0">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64"/>
            <p:cNvSpPr/>
            <p:nvPr/>
          </p:nvSpPr>
          <p:spPr>
            <a:xfrm>
              <a:off x="5870981" y="3449559"/>
              <a:ext cx="10819" cy="53232"/>
            </a:xfrm>
            <a:custGeom>
              <a:avLst/>
              <a:gdLst/>
              <a:ahLst/>
              <a:cxnLst/>
              <a:rect l="l" t="t" r="r" b="b"/>
              <a:pathLst>
                <a:path w="414" h="2037" extrusionOk="0">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64"/>
            <p:cNvSpPr/>
            <p:nvPr/>
          </p:nvSpPr>
          <p:spPr>
            <a:xfrm>
              <a:off x="5834787" y="3449559"/>
              <a:ext cx="10845" cy="53232"/>
            </a:xfrm>
            <a:custGeom>
              <a:avLst/>
              <a:gdLst/>
              <a:ahLst/>
              <a:cxnLst/>
              <a:rect l="l" t="t" r="r" b="b"/>
              <a:pathLst>
                <a:path w="415" h="2037" extrusionOk="0">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64"/>
            <p:cNvSpPr/>
            <p:nvPr/>
          </p:nvSpPr>
          <p:spPr>
            <a:xfrm>
              <a:off x="5797601" y="3449559"/>
              <a:ext cx="11080" cy="53232"/>
            </a:xfrm>
            <a:custGeom>
              <a:avLst/>
              <a:gdLst/>
              <a:ahLst/>
              <a:cxnLst/>
              <a:rect l="l" t="t" r="r" b="b"/>
              <a:pathLst>
                <a:path w="424" h="2037" extrusionOk="0">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64"/>
            <p:cNvSpPr/>
            <p:nvPr/>
          </p:nvSpPr>
          <p:spPr>
            <a:xfrm>
              <a:off x="6094361" y="3526885"/>
              <a:ext cx="18632" cy="84983"/>
            </a:xfrm>
            <a:custGeom>
              <a:avLst/>
              <a:gdLst/>
              <a:ahLst/>
              <a:cxnLst/>
              <a:rect l="l" t="t" r="r" b="b"/>
              <a:pathLst>
                <a:path w="713" h="3252" extrusionOk="0">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64"/>
            <p:cNvSpPr/>
            <p:nvPr/>
          </p:nvSpPr>
          <p:spPr>
            <a:xfrm>
              <a:off x="5769456" y="3526885"/>
              <a:ext cx="18606" cy="84983"/>
            </a:xfrm>
            <a:custGeom>
              <a:avLst/>
              <a:gdLst/>
              <a:ahLst/>
              <a:cxnLst/>
              <a:rect l="l" t="t" r="r" b="b"/>
              <a:pathLst>
                <a:path w="712" h="3252" extrusionOk="0">
                  <a:moveTo>
                    <a:pt x="0" y="1"/>
                  </a:moveTo>
                  <a:lnTo>
                    <a:pt x="0" y="3251"/>
                  </a:lnTo>
                  <a:lnTo>
                    <a:pt x="712" y="3251"/>
                  </a:lnTo>
                  <a:lnTo>
                    <a:pt x="712"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64"/>
            <p:cNvSpPr/>
            <p:nvPr/>
          </p:nvSpPr>
          <p:spPr>
            <a:xfrm>
              <a:off x="5860684" y="3457530"/>
              <a:ext cx="31437" cy="10845"/>
            </a:xfrm>
            <a:custGeom>
              <a:avLst/>
              <a:gdLst/>
              <a:ahLst/>
              <a:cxnLst/>
              <a:rect l="l" t="t" r="r" b="b"/>
              <a:pathLst>
                <a:path w="1203" h="415" extrusionOk="0">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64"/>
            <p:cNvSpPr/>
            <p:nvPr/>
          </p:nvSpPr>
          <p:spPr>
            <a:xfrm>
              <a:off x="5824491" y="3477652"/>
              <a:ext cx="31673" cy="11080"/>
            </a:xfrm>
            <a:custGeom>
              <a:avLst/>
              <a:gdLst/>
              <a:ahLst/>
              <a:cxnLst/>
              <a:rect l="l" t="t" r="r" b="b"/>
              <a:pathLst>
                <a:path w="1212" h="424" extrusionOk="0">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64"/>
            <p:cNvSpPr/>
            <p:nvPr/>
          </p:nvSpPr>
          <p:spPr>
            <a:xfrm>
              <a:off x="5787304" y="3457530"/>
              <a:ext cx="31673" cy="10845"/>
            </a:xfrm>
            <a:custGeom>
              <a:avLst/>
              <a:gdLst/>
              <a:ahLst/>
              <a:cxnLst/>
              <a:rect l="l" t="t" r="r" b="b"/>
              <a:pathLst>
                <a:path w="1212" h="415" extrusionOk="0">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0" name="Google Shape;14360;p64"/>
          <p:cNvGrpSpPr/>
          <p:nvPr/>
        </p:nvGrpSpPr>
        <p:grpSpPr>
          <a:xfrm>
            <a:off x="5234237" y="2718351"/>
            <a:ext cx="361909" cy="360759"/>
            <a:chOff x="5235700" y="2902998"/>
            <a:chExt cx="361909" cy="360759"/>
          </a:xfrm>
        </p:grpSpPr>
        <p:sp>
          <p:nvSpPr>
            <p:cNvPr id="14361" name="Google Shape;14361;p64"/>
            <p:cNvSpPr/>
            <p:nvPr/>
          </p:nvSpPr>
          <p:spPr>
            <a:xfrm>
              <a:off x="5235700" y="2902998"/>
              <a:ext cx="361909" cy="360498"/>
            </a:xfrm>
            <a:custGeom>
              <a:avLst/>
              <a:gdLst/>
              <a:ahLst/>
              <a:cxnLst/>
              <a:rect l="l" t="t" r="r" b="b"/>
              <a:pathLst>
                <a:path w="13849" h="13795" extrusionOk="0">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64"/>
            <p:cNvSpPr/>
            <p:nvPr/>
          </p:nvSpPr>
          <p:spPr>
            <a:xfrm>
              <a:off x="5353061" y="2902998"/>
              <a:ext cx="244287" cy="360759"/>
            </a:xfrm>
            <a:custGeom>
              <a:avLst/>
              <a:gdLst/>
              <a:ahLst/>
              <a:cxnLst/>
              <a:rect l="l" t="t" r="r" b="b"/>
              <a:pathLst>
                <a:path w="9348" h="13805" extrusionOk="0">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64"/>
            <p:cNvSpPr/>
            <p:nvPr/>
          </p:nvSpPr>
          <p:spPr>
            <a:xfrm>
              <a:off x="5294001" y="2977267"/>
              <a:ext cx="228712" cy="228372"/>
            </a:xfrm>
            <a:custGeom>
              <a:avLst/>
              <a:gdLst/>
              <a:ahLst/>
              <a:cxnLst/>
              <a:rect l="l" t="t" r="r" b="b"/>
              <a:pathLst>
                <a:path w="8752" h="8739" extrusionOk="0">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64"/>
            <p:cNvSpPr/>
            <p:nvPr/>
          </p:nvSpPr>
          <p:spPr>
            <a:xfrm>
              <a:off x="5374672" y="2977267"/>
              <a:ext cx="148041" cy="228372"/>
            </a:xfrm>
            <a:custGeom>
              <a:avLst/>
              <a:gdLst/>
              <a:ahLst/>
              <a:cxnLst/>
              <a:rect l="l" t="t" r="r" b="b"/>
              <a:pathLst>
                <a:path w="5665" h="8739" extrusionOk="0">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64"/>
            <p:cNvSpPr/>
            <p:nvPr/>
          </p:nvSpPr>
          <p:spPr>
            <a:xfrm>
              <a:off x="5335473" y="3083783"/>
              <a:ext cx="73145" cy="71499"/>
            </a:xfrm>
            <a:custGeom>
              <a:avLst/>
              <a:gdLst/>
              <a:ahLst/>
              <a:cxnLst/>
              <a:rect l="l" t="t" r="r" b="b"/>
              <a:pathLst>
                <a:path w="2799" h="2736" extrusionOk="0">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64"/>
            <p:cNvSpPr/>
            <p:nvPr/>
          </p:nvSpPr>
          <p:spPr>
            <a:xfrm>
              <a:off x="5380447" y="3068025"/>
              <a:ext cx="57831" cy="56237"/>
            </a:xfrm>
            <a:custGeom>
              <a:avLst/>
              <a:gdLst/>
              <a:ahLst/>
              <a:cxnLst/>
              <a:rect l="l" t="t" r="r" b="b"/>
              <a:pathLst>
                <a:path w="2213" h="2152" extrusionOk="0">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64"/>
            <p:cNvSpPr/>
            <p:nvPr/>
          </p:nvSpPr>
          <p:spPr>
            <a:xfrm>
              <a:off x="5399289" y="3031309"/>
              <a:ext cx="58850" cy="74425"/>
            </a:xfrm>
            <a:custGeom>
              <a:avLst/>
              <a:gdLst/>
              <a:ahLst/>
              <a:cxnLst/>
              <a:rect l="l" t="t" r="r" b="b"/>
              <a:pathLst>
                <a:path w="2252" h="2848" extrusionOk="0">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8" name="Google Shape;14368;p64"/>
          <p:cNvGrpSpPr/>
          <p:nvPr/>
        </p:nvGrpSpPr>
        <p:grpSpPr>
          <a:xfrm>
            <a:off x="6633450" y="3210321"/>
            <a:ext cx="360367" cy="252309"/>
            <a:chOff x="6634912" y="3394969"/>
            <a:chExt cx="360367" cy="252309"/>
          </a:xfrm>
        </p:grpSpPr>
        <p:sp>
          <p:nvSpPr>
            <p:cNvPr id="14369" name="Google Shape;14369;p64"/>
            <p:cNvSpPr/>
            <p:nvPr/>
          </p:nvSpPr>
          <p:spPr>
            <a:xfrm>
              <a:off x="6784913" y="3403749"/>
              <a:ext cx="106830" cy="39748"/>
            </a:xfrm>
            <a:custGeom>
              <a:avLst/>
              <a:gdLst/>
              <a:ahLst/>
              <a:cxnLst/>
              <a:rect l="l" t="t" r="r" b="b"/>
              <a:pathLst>
                <a:path w="4088" h="1521" extrusionOk="0">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64"/>
            <p:cNvSpPr/>
            <p:nvPr/>
          </p:nvSpPr>
          <p:spPr>
            <a:xfrm>
              <a:off x="6916333" y="3417835"/>
              <a:ext cx="56080" cy="30444"/>
            </a:xfrm>
            <a:custGeom>
              <a:avLst/>
              <a:gdLst/>
              <a:ahLst/>
              <a:cxnLst/>
              <a:rect l="l" t="t" r="r" b="b"/>
              <a:pathLst>
                <a:path w="2146" h="1165" extrusionOk="0">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64"/>
            <p:cNvSpPr/>
            <p:nvPr/>
          </p:nvSpPr>
          <p:spPr>
            <a:xfrm>
              <a:off x="6634912" y="3442974"/>
              <a:ext cx="360367" cy="204304"/>
            </a:xfrm>
            <a:custGeom>
              <a:avLst/>
              <a:gdLst/>
              <a:ahLst/>
              <a:cxnLst/>
              <a:rect l="l" t="t" r="r" b="b"/>
              <a:pathLst>
                <a:path w="13790" h="7818" extrusionOk="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64"/>
            <p:cNvSpPr/>
            <p:nvPr/>
          </p:nvSpPr>
          <p:spPr>
            <a:xfrm>
              <a:off x="6943981" y="3477129"/>
              <a:ext cx="51298" cy="142762"/>
            </a:xfrm>
            <a:custGeom>
              <a:avLst/>
              <a:gdLst/>
              <a:ahLst/>
              <a:cxnLst/>
              <a:rect l="l" t="t" r="r" b="b"/>
              <a:pathLst>
                <a:path w="1963" h="5463" extrusionOk="0">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64"/>
            <p:cNvSpPr/>
            <p:nvPr/>
          </p:nvSpPr>
          <p:spPr>
            <a:xfrm>
              <a:off x="6723344" y="3457530"/>
              <a:ext cx="205846" cy="176081"/>
            </a:xfrm>
            <a:custGeom>
              <a:avLst/>
              <a:gdLst/>
              <a:ahLst/>
              <a:cxnLst/>
              <a:rect l="l" t="t" r="r" b="b"/>
              <a:pathLst>
                <a:path w="7877" h="6738" extrusionOk="0">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64"/>
            <p:cNvSpPr/>
            <p:nvPr/>
          </p:nvSpPr>
          <p:spPr>
            <a:xfrm>
              <a:off x="6743702" y="3472870"/>
              <a:ext cx="170410" cy="145793"/>
            </a:xfrm>
            <a:custGeom>
              <a:avLst/>
              <a:gdLst/>
              <a:ahLst/>
              <a:cxnLst/>
              <a:rect l="l" t="t" r="r" b="b"/>
              <a:pathLst>
                <a:path w="6521" h="5579" extrusionOk="0">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64"/>
            <p:cNvSpPr/>
            <p:nvPr/>
          </p:nvSpPr>
          <p:spPr>
            <a:xfrm>
              <a:off x="6781411" y="3491816"/>
              <a:ext cx="119373" cy="106046"/>
            </a:xfrm>
            <a:custGeom>
              <a:avLst/>
              <a:gdLst/>
              <a:ahLst/>
              <a:cxnLst/>
              <a:rect l="l" t="t" r="r" b="b"/>
              <a:pathLst>
                <a:path w="4568" h="4058" extrusionOk="0">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64"/>
            <p:cNvSpPr/>
            <p:nvPr/>
          </p:nvSpPr>
          <p:spPr>
            <a:xfrm>
              <a:off x="6783867" y="3491711"/>
              <a:ext cx="116159" cy="106176"/>
            </a:xfrm>
            <a:custGeom>
              <a:avLst/>
              <a:gdLst/>
              <a:ahLst/>
              <a:cxnLst/>
              <a:rect l="l" t="t" r="r" b="b"/>
              <a:pathLst>
                <a:path w="4445" h="4063" extrusionOk="0">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64"/>
            <p:cNvSpPr/>
            <p:nvPr/>
          </p:nvSpPr>
          <p:spPr>
            <a:xfrm>
              <a:off x="6833414" y="3519595"/>
              <a:ext cx="33450" cy="33450"/>
            </a:xfrm>
            <a:custGeom>
              <a:avLst/>
              <a:gdLst/>
              <a:ahLst/>
              <a:cxnLst/>
              <a:rect l="l" t="t" r="r" b="b"/>
              <a:pathLst>
                <a:path w="1280" h="1280" extrusionOk="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64"/>
            <p:cNvSpPr/>
            <p:nvPr/>
          </p:nvSpPr>
          <p:spPr>
            <a:xfrm>
              <a:off x="6667055" y="3394969"/>
              <a:ext cx="34469" cy="30183"/>
            </a:xfrm>
            <a:custGeom>
              <a:avLst/>
              <a:gdLst/>
              <a:ahLst/>
              <a:cxnLst/>
              <a:rect l="l" t="t" r="r" b="b"/>
              <a:pathLst>
                <a:path w="1319" h="1155" extrusionOk="0">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64"/>
            <p:cNvSpPr/>
            <p:nvPr/>
          </p:nvSpPr>
          <p:spPr>
            <a:xfrm>
              <a:off x="6634912" y="3416580"/>
              <a:ext cx="99016" cy="230463"/>
            </a:xfrm>
            <a:custGeom>
              <a:avLst/>
              <a:gdLst/>
              <a:ahLst/>
              <a:cxnLst/>
              <a:rect l="l" t="t" r="r" b="b"/>
              <a:pathLst>
                <a:path w="3789" h="8819" extrusionOk="0">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64"/>
            <p:cNvSpPr/>
            <p:nvPr/>
          </p:nvSpPr>
          <p:spPr>
            <a:xfrm>
              <a:off x="6634912" y="3416580"/>
              <a:ext cx="77666" cy="204827"/>
            </a:xfrm>
            <a:custGeom>
              <a:avLst/>
              <a:gdLst/>
              <a:ahLst/>
              <a:cxnLst/>
              <a:rect l="l" t="t" r="r" b="b"/>
              <a:pathLst>
                <a:path w="2972" h="7838" extrusionOk="0">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64"/>
            <p:cNvSpPr/>
            <p:nvPr/>
          </p:nvSpPr>
          <p:spPr>
            <a:xfrm>
              <a:off x="6915836" y="3461058"/>
              <a:ext cx="22134" cy="22134"/>
            </a:xfrm>
            <a:custGeom>
              <a:avLst/>
              <a:gdLst/>
              <a:ahLst/>
              <a:cxnLst/>
              <a:rect l="l" t="t" r="r" b="b"/>
              <a:pathLst>
                <a:path w="847" h="847" extrusionOk="0">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2" name="Google Shape;14382;p64"/>
          <p:cNvGrpSpPr/>
          <p:nvPr/>
        </p:nvGrpSpPr>
        <p:grpSpPr>
          <a:xfrm>
            <a:off x="7057867" y="3156148"/>
            <a:ext cx="377170" cy="360655"/>
            <a:chOff x="7059330" y="3340796"/>
            <a:chExt cx="377170" cy="360655"/>
          </a:xfrm>
        </p:grpSpPr>
        <p:sp>
          <p:nvSpPr>
            <p:cNvPr id="14383" name="Google Shape;14383;p64"/>
            <p:cNvSpPr/>
            <p:nvPr/>
          </p:nvSpPr>
          <p:spPr>
            <a:xfrm>
              <a:off x="7059330" y="3424629"/>
              <a:ext cx="317144" cy="276822"/>
            </a:xfrm>
            <a:custGeom>
              <a:avLst/>
              <a:gdLst/>
              <a:ahLst/>
              <a:cxnLst/>
              <a:rect l="l" t="t" r="r" b="b"/>
              <a:pathLst>
                <a:path w="12136" h="10593" extrusionOk="0">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64"/>
            <p:cNvSpPr/>
            <p:nvPr/>
          </p:nvSpPr>
          <p:spPr>
            <a:xfrm>
              <a:off x="7076917" y="3424629"/>
              <a:ext cx="299322" cy="254583"/>
            </a:xfrm>
            <a:custGeom>
              <a:avLst/>
              <a:gdLst/>
              <a:ahLst/>
              <a:cxnLst/>
              <a:rect l="l" t="t" r="r" b="b"/>
              <a:pathLst>
                <a:path w="11454" h="9742" extrusionOk="0">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64"/>
            <p:cNvSpPr/>
            <p:nvPr/>
          </p:nvSpPr>
          <p:spPr>
            <a:xfrm>
              <a:off x="7155079" y="3466232"/>
              <a:ext cx="80671" cy="49390"/>
            </a:xfrm>
            <a:custGeom>
              <a:avLst/>
              <a:gdLst/>
              <a:ahLst/>
              <a:cxnLst/>
              <a:rect l="l" t="t" r="r" b="b"/>
              <a:pathLst>
                <a:path w="3087" h="1890" extrusionOk="0">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64"/>
            <p:cNvSpPr/>
            <p:nvPr/>
          </p:nvSpPr>
          <p:spPr>
            <a:xfrm>
              <a:off x="7175437" y="3466336"/>
              <a:ext cx="60575" cy="48528"/>
            </a:xfrm>
            <a:custGeom>
              <a:avLst/>
              <a:gdLst/>
              <a:ahLst/>
              <a:cxnLst/>
              <a:rect l="l" t="t" r="r" b="b"/>
              <a:pathLst>
                <a:path w="2318" h="1857" extrusionOk="0">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64"/>
            <p:cNvSpPr/>
            <p:nvPr/>
          </p:nvSpPr>
          <p:spPr>
            <a:xfrm>
              <a:off x="7199296" y="3550457"/>
              <a:ext cx="64103" cy="71838"/>
            </a:xfrm>
            <a:custGeom>
              <a:avLst/>
              <a:gdLst/>
              <a:ahLst/>
              <a:cxnLst/>
              <a:rect l="l" t="t" r="r" b="b"/>
              <a:pathLst>
                <a:path w="2453" h="2749" extrusionOk="0">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64"/>
            <p:cNvSpPr/>
            <p:nvPr/>
          </p:nvSpPr>
          <p:spPr>
            <a:xfrm>
              <a:off x="7216648" y="3550457"/>
              <a:ext cx="47012" cy="63920"/>
            </a:xfrm>
            <a:custGeom>
              <a:avLst/>
              <a:gdLst/>
              <a:ahLst/>
              <a:cxnLst/>
              <a:rect l="l" t="t" r="r" b="b"/>
              <a:pathLst>
                <a:path w="1799" h="2446" extrusionOk="0">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64"/>
            <p:cNvSpPr/>
            <p:nvPr/>
          </p:nvSpPr>
          <p:spPr>
            <a:xfrm>
              <a:off x="7106316" y="3524690"/>
              <a:ext cx="68127" cy="69565"/>
            </a:xfrm>
            <a:custGeom>
              <a:avLst/>
              <a:gdLst/>
              <a:ahLst/>
              <a:cxnLst/>
              <a:rect l="l" t="t" r="r" b="b"/>
              <a:pathLst>
                <a:path w="2607" h="2662" extrusionOk="0">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64"/>
            <p:cNvSpPr/>
            <p:nvPr/>
          </p:nvSpPr>
          <p:spPr>
            <a:xfrm>
              <a:off x="7113607" y="3541049"/>
              <a:ext cx="60836" cy="53206"/>
            </a:xfrm>
            <a:custGeom>
              <a:avLst/>
              <a:gdLst/>
              <a:ahLst/>
              <a:cxnLst/>
              <a:rect l="l" t="t" r="r" b="b"/>
              <a:pathLst>
                <a:path w="2328" h="2036" extrusionOk="0">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64"/>
            <p:cNvSpPr/>
            <p:nvPr/>
          </p:nvSpPr>
          <p:spPr>
            <a:xfrm>
              <a:off x="7312632" y="3340796"/>
              <a:ext cx="123868" cy="140645"/>
            </a:xfrm>
            <a:custGeom>
              <a:avLst/>
              <a:gdLst/>
              <a:ahLst/>
              <a:cxnLst/>
              <a:rect l="l" t="t" r="r" b="b"/>
              <a:pathLst>
                <a:path w="4740" h="5382" extrusionOk="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64"/>
            <p:cNvSpPr/>
            <p:nvPr/>
          </p:nvSpPr>
          <p:spPr>
            <a:xfrm>
              <a:off x="7331735" y="3413575"/>
              <a:ext cx="46516" cy="44242"/>
            </a:xfrm>
            <a:custGeom>
              <a:avLst/>
              <a:gdLst/>
              <a:ahLst/>
              <a:cxnLst/>
              <a:rect l="l" t="t" r="r" b="b"/>
              <a:pathLst>
                <a:path w="1780" h="1693" extrusionOk="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64"/>
            <p:cNvSpPr/>
            <p:nvPr/>
          </p:nvSpPr>
          <p:spPr>
            <a:xfrm>
              <a:off x="7231465" y="3453140"/>
              <a:ext cx="117622" cy="80122"/>
            </a:xfrm>
            <a:custGeom>
              <a:avLst/>
              <a:gdLst/>
              <a:ahLst/>
              <a:cxnLst/>
              <a:rect l="l" t="t" r="r" b="b"/>
              <a:pathLst>
                <a:path w="4501" h="3066" extrusionOk="0">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64"/>
            <p:cNvSpPr/>
            <p:nvPr/>
          </p:nvSpPr>
          <p:spPr>
            <a:xfrm>
              <a:off x="7245785" y="3452878"/>
              <a:ext cx="93502" cy="59713"/>
            </a:xfrm>
            <a:custGeom>
              <a:avLst/>
              <a:gdLst/>
              <a:ahLst/>
              <a:cxnLst/>
              <a:rect l="l" t="t" r="r" b="b"/>
              <a:pathLst>
                <a:path w="3578" h="2285" extrusionOk="0">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5" name="Google Shape;14395;p64"/>
          <p:cNvGrpSpPr/>
          <p:nvPr/>
        </p:nvGrpSpPr>
        <p:grpSpPr>
          <a:xfrm>
            <a:off x="7956486" y="3190983"/>
            <a:ext cx="360629" cy="291012"/>
            <a:chOff x="7957948" y="3375631"/>
            <a:chExt cx="360629" cy="291012"/>
          </a:xfrm>
        </p:grpSpPr>
        <p:sp>
          <p:nvSpPr>
            <p:cNvPr id="14396" name="Google Shape;14396;p64"/>
            <p:cNvSpPr/>
            <p:nvPr/>
          </p:nvSpPr>
          <p:spPr>
            <a:xfrm>
              <a:off x="7957948" y="3393714"/>
              <a:ext cx="360629" cy="261116"/>
            </a:xfrm>
            <a:custGeom>
              <a:avLst/>
              <a:gdLst/>
              <a:ahLst/>
              <a:cxnLst/>
              <a:rect l="l" t="t" r="r" b="b"/>
              <a:pathLst>
                <a:path w="13800" h="9992" extrusionOk="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64"/>
            <p:cNvSpPr/>
            <p:nvPr/>
          </p:nvSpPr>
          <p:spPr>
            <a:xfrm>
              <a:off x="8286643" y="3393714"/>
              <a:ext cx="31934" cy="261116"/>
            </a:xfrm>
            <a:custGeom>
              <a:avLst/>
              <a:gdLst/>
              <a:ahLst/>
              <a:cxnLst/>
              <a:rect l="l" t="t" r="r" b="b"/>
              <a:pathLst>
                <a:path w="1222" h="9992" extrusionOk="0">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64"/>
            <p:cNvSpPr/>
            <p:nvPr/>
          </p:nvSpPr>
          <p:spPr>
            <a:xfrm>
              <a:off x="7978541" y="3597757"/>
              <a:ext cx="159853" cy="33946"/>
            </a:xfrm>
            <a:custGeom>
              <a:avLst/>
              <a:gdLst/>
              <a:ahLst/>
              <a:cxnLst/>
              <a:rect l="l" t="t" r="r" b="b"/>
              <a:pathLst>
                <a:path w="6117" h="1299" extrusionOk="0">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64"/>
            <p:cNvSpPr/>
            <p:nvPr/>
          </p:nvSpPr>
          <p:spPr>
            <a:xfrm>
              <a:off x="8138367" y="3597757"/>
              <a:ext cx="159591" cy="33946"/>
            </a:xfrm>
            <a:custGeom>
              <a:avLst/>
              <a:gdLst/>
              <a:ahLst/>
              <a:cxnLst/>
              <a:rect l="l" t="t" r="r" b="b"/>
              <a:pathLst>
                <a:path w="6107" h="1299" extrusionOk="0">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64"/>
            <p:cNvSpPr/>
            <p:nvPr/>
          </p:nvSpPr>
          <p:spPr>
            <a:xfrm>
              <a:off x="8122531" y="3631677"/>
              <a:ext cx="31202" cy="34965"/>
            </a:xfrm>
            <a:custGeom>
              <a:avLst/>
              <a:gdLst/>
              <a:ahLst/>
              <a:cxnLst/>
              <a:rect l="l" t="t" r="r" b="b"/>
              <a:pathLst>
                <a:path w="1194" h="1338" extrusionOk="0">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64"/>
            <p:cNvSpPr/>
            <p:nvPr/>
          </p:nvSpPr>
          <p:spPr>
            <a:xfrm>
              <a:off x="7978541" y="3375631"/>
              <a:ext cx="159853" cy="234226"/>
            </a:xfrm>
            <a:custGeom>
              <a:avLst/>
              <a:gdLst/>
              <a:ahLst/>
              <a:cxnLst/>
              <a:rect l="l" t="t" r="r" b="b"/>
              <a:pathLst>
                <a:path w="6117" h="8963" extrusionOk="0">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64"/>
            <p:cNvSpPr/>
            <p:nvPr/>
          </p:nvSpPr>
          <p:spPr>
            <a:xfrm>
              <a:off x="8138367" y="3375631"/>
              <a:ext cx="159591" cy="234252"/>
            </a:xfrm>
            <a:custGeom>
              <a:avLst/>
              <a:gdLst/>
              <a:ahLst/>
              <a:cxnLst/>
              <a:rect l="l" t="t" r="r" b="b"/>
              <a:pathLst>
                <a:path w="6107" h="8964" extrusionOk="0">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64"/>
            <p:cNvSpPr/>
            <p:nvPr/>
          </p:nvSpPr>
          <p:spPr>
            <a:xfrm>
              <a:off x="8033576" y="3407277"/>
              <a:ext cx="80958" cy="10584"/>
            </a:xfrm>
            <a:custGeom>
              <a:avLst/>
              <a:gdLst/>
              <a:ahLst/>
              <a:cxnLst/>
              <a:rect l="l" t="t" r="r" b="b"/>
              <a:pathLst>
                <a:path w="3098" h="405" extrusionOk="0">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64"/>
            <p:cNvSpPr/>
            <p:nvPr/>
          </p:nvSpPr>
          <p:spPr>
            <a:xfrm>
              <a:off x="8003184" y="3428889"/>
              <a:ext cx="111351" cy="10584"/>
            </a:xfrm>
            <a:custGeom>
              <a:avLst/>
              <a:gdLst/>
              <a:ahLst/>
              <a:cxnLst/>
              <a:rect l="l" t="t" r="r" b="b"/>
              <a:pathLst>
                <a:path w="4261" h="405" extrusionOk="0">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64"/>
            <p:cNvSpPr/>
            <p:nvPr/>
          </p:nvSpPr>
          <p:spPr>
            <a:xfrm>
              <a:off x="8003184" y="3450761"/>
              <a:ext cx="111351" cy="10584"/>
            </a:xfrm>
            <a:custGeom>
              <a:avLst/>
              <a:gdLst/>
              <a:ahLst/>
              <a:cxnLst/>
              <a:rect l="l" t="t" r="r" b="b"/>
              <a:pathLst>
                <a:path w="4261" h="405" extrusionOk="0">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64"/>
            <p:cNvSpPr/>
            <p:nvPr/>
          </p:nvSpPr>
          <p:spPr>
            <a:xfrm>
              <a:off x="8003184" y="3472608"/>
              <a:ext cx="88720" cy="10584"/>
            </a:xfrm>
            <a:custGeom>
              <a:avLst/>
              <a:gdLst/>
              <a:ahLst/>
              <a:cxnLst/>
              <a:rect l="l" t="t" r="r" b="b"/>
              <a:pathLst>
                <a:path w="3395" h="405" extrusionOk="0">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64"/>
            <p:cNvSpPr/>
            <p:nvPr/>
          </p:nvSpPr>
          <p:spPr>
            <a:xfrm>
              <a:off x="8033576" y="3515831"/>
              <a:ext cx="80958" cy="10584"/>
            </a:xfrm>
            <a:custGeom>
              <a:avLst/>
              <a:gdLst/>
              <a:ahLst/>
              <a:cxnLst/>
              <a:rect l="l" t="t" r="r" b="b"/>
              <a:pathLst>
                <a:path w="3098" h="405" extrusionOk="0">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64"/>
            <p:cNvSpPr/>
            <p:nvPr/>
          </p:nvSpPr>
          <p:spPr>
            <a:xfrm>
              <a:off x="8003184" y="3537443"/>
              <a:ext cx="111351" cy="10584"/>
            </a:xfrm>
            <a:custGeom>
              <a:avLst/>
              <a:gdLst/>
              <a:ahLst/>
              <a:cxnLst/>
              <a:rect l="l" t="t" r="r" b="b"/>
              <a:pathLst>
                <a:path w="4261" h="405" extrusionOk="0">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64"/>
            <p:cNvSpPr/>
            <p:nvPr/>
          </p:nvSpPr>
          <p:spPr>
            <a:xfrm>
              <a:off x="8003184" y="3559316"/>
              <a:ext cx="55296" cy="10584"/>
            </a:xfrm>
            <a:custGeom>
              <a:avLst/>
              <a:gdLst/>
              <a:ahLst/>
              <a:cxnLst/>
              <a:rect l="l" t="t" r="r" b="b"/>
              <a:pathLst>
                <a:path w="2116" h="405" extrusionOk="0">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64"/>
            <p:cNvSpPr/>
            <p:nvPr/>
          </p:nvSpPr>
          <p:spPr>
            <a:xfrm>
              <a:off x="8190632" y="3479664"/>
              <a:ext cx="81194" cy="10558"/>
            </a:xfrm>
            <a:custGeom>
              <a:avLst/>
              <a:gdLst/>
              <a:ahLst/>
              <a:cxnLst/>
              <a:rect l="l" t="t" r="r" b="b"/>
              <a:pathLst>
                <a:path w="3107" h="404" extrusionOk="0">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64"/>
            <p:cNvSpPr/>
            <p:nvPr/>
          </p:nvSpPr>
          <p:spPr>
            <a:xfrm>
              <a:off x="8160240" y="3501511"/>
              <a:ext cx="111586" cy="10584"/>
            </a:xfrm>
            <a:custGeom>
              <a:avLst/>
              <a:gdLst/>
              <a:ahLst/>
              <a:cxnLst/>
              <a:rect l="l" t="t" r="r" b="b"/>
              <a:pathLst>
                <a:path w="4270" h="405" extrusionOk="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64"/>
            <p:cNvSpPr/>
            <p:nvPr/>
          </p:nvSpPr>
          <p:spPr>
            <a:xfrm>
              <a:off x="8160475" y="3523122"/>
              <a:ext cx="55061" cy="10584"/>
            </a:xfrm>
            <a:custGeom>
              <a:avLst/>
              <a:gdLst/>
              <a:ahLst/>
              <a:cxnLst/>
              <a:rect l="l" t="t" r="r" b="b"/>
              <a:pathLst>
                <a:path w="2107" h="405" extrusionOk="0">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64"/>
            <p:cNvSpPr/>
            <p:nvPr/>
          </p:nvSpPr>
          <p:spPr>
            <a:xfrm>
              <a:off x="8169778" y="3412556"/>
              <a:ext cx="97291" cy="36220"/>
            </a:xfrm>
            <a:custGeom>
              <a:avLst/>
              <a:gdLst/>
              <a:ahLst/>
              <a:cxnLst/>
              <a:rect l="l" t="t" r="r" b="b"/>
              <a:pathLst>
                <a:path w="3723" h="1386" extrusionOk="0">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4" name="Google Shape;14414;p64"/>
          <p:cNvGrpSpPr/>
          <p:nvPr/>
        </p:nvGrpSpPr>
        <p:grpSpPr>
          <a:xfrm>
            <a:off x="6197194" y="3683241"/>
            <a:ext cx="347562" cy="227954"/>
            <a:chOff x="6198656" y="3867888"/>
            <a:chExt cx="347562" cy="227954"/>
          </a:xfrm>
        </p:grpSpPr>
        <p:sp>
          <p:nvSpPr>
            <p:cNvPr id="14415" name="Google Shape;14415;p64"/>
            <p:cNvSpPr/>
            <p:nvPr/>
          </p:nvSpPr>
          <p:spPr>
            <a:xfrm>
              <a:off x="6198656" y="3867888"/>
              <a:ext cx="347562" cy="227954"/>
            </a:xfrm>
            <a:custGeom>
              <a:avLst/>
              <a:gdLst/>
              <a:ahLst/>
              <a:cxnLst/>
              <a:rect l="l" t="t" r="r" b="b"/>
              <a:pathLst>
                <a:path w="13300" h="8723" extrusionOk="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64"/>
            <p:cNvSpPr/>
            <p:nvPr/>
          </p:nvSpPr>
          <p:spPr>
            <a:xfrm>
              <a:off x="6234353" y="3885998"/>
              <a:ext cx="275933" cy="191760"/>
            </a:xfrm>
            <a:custGeom>
              <a:avLst/>
              <a:gdLst/>
              <a:ahLst/>
              <a:cxnLst/>
              <a:rect l="l" t="t" r="r" b="b"/>
              <a:pathLst>
                <a:path w="10559" h="7338" extrusionOk="0">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64"/>
            <p:cNvSpPr/>
            <p:nvPr/>
          </p:nvSpPr>
          <p:spPr>
            <a:xfrm>
              <a:off x="6210468" y="3970119"/>
              <a:ext cx="12335" cy="23964"/>
            </a:xfrm>
            <a:custGeom>
              <a:avLst/>
              <a:gdLst/>
              <a:ahLst/>
              <a:cxnLst/>
              <a:rect l="l" t="t" r="r" b="b"/>
              <a:pathLst>
                <a:path w="472" h="917" extrusionOk="0">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64"/>
            <p:cNvSpPr/>
            <p:nvPr/>
          </p:nvSpPr>
          <p:spPr>
            <a:xfrm>
              <a:off x="6522333" y="3963899"/>
              <a:ext cx="12073" cy="35958"/>
            </a:xfrm>
            <a:custGeom>
              <a:avLst/>
              <a:gdLst/>
              <a:ahLst/>
              <a:cxnLst/>
              <a:rect l="l" t="t" r="r" b="b"/>
              <a:pathLst>
                <a:path w="462" h="1376" extrusionOk="0">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9" name="Google Shape;14419;p64"/>
            <p:cNvSpPr/>
            <p:nvPr/>
          </p:nvSpPr>
          <p:spPr>
            <a:xfrm>
              <a:off x="6520321" y="3885998"/>
              <a:ext cx="16098" cy="12073"/>
            </a:xfrm>
            <a:custGeom>
              <a:avLst/>
              <a:gdLst/>
              <a:ahLst/>
              <a:cxnLst/>
              <a:rect l="l" t="t" r="r" b="b"/>
              <a:pathLst>
                <a:path w="616" h="462" extrusionOk="0">
                  <a:moveTo>
                    <a:pt x="308" y="0"/>
                  </a:moveTo>
                  <a:cubicBezTo>
                    <a:pt x="0" y="0"/>
                    <a:pt x="0" y="462"/>
                    <a:pt x="308" y="462"/>
                  </a:cubicBezTo>
                  <a:cubicBezTo>
                    <a:pt x="616" y="462"/>
                    <a:pt x="616" y="0"/>
                    <a:pt x="308" y="0"/>
                  </a:cubicBez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64"/>
            <p:cNvSpPr/>
            <p:nvPr/>
          </p:nvSpPr>
          <p:spPr>
            <a:xfrm>
              <a:off x="6210468" y="3940014"/>
              <a:ext cx="12099" cy="17875"/>
            </a:xfrm>
            <a:custGeom>
              <a:avLst/>
              <a:gdLst/>
              <a:ahLst/>
              <a:cxnLst/>
              <a:rect l="l" t="t" r="r" b="b"/>
              <a:pathLst>
                <a:path w="463" h="684" extrusionOk="0">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64"/>
            <p:cNvSpPr/>
            <p:nvPr/>
          </p:nvSpPr>
          <p:spPr>
            <a:xfrm>
              <a:off x="6210468" y="4005842"/>
              <a:ext cx="12099" cy="18136"/>
            </a:xfrm>
            <a:custGeom>
              <a:avLst/>
              <a:gdLst/>
              <a:ahLst/>
              <a:cxnLst/>
              <a:rect l="l" t="t" r="r" b="b"/>
              <a:pathLst>
                <a:path w="463" h="694" extrusionOk="0">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64"/>
            <p:cNvSpPr/>
            <p:nvPr/>
          </p:nvSpPr>
          <p:spPr>
            <a:xfrm>
              <a:off x="6312489" y="3915894"/>
              <a:ext cx="119896" cy="95776"/>
            </a:xfrm>
            <a:custGeom>
              <a:avLst/>
              <a:gdLst/>
              <a:ahLst/>
              <a:cxnLst/>
              <a:rect l="l" t="t" r="r" b="b"/>
              <a:pathLst>
                <a:path w="4588" h="3665" extrusionOk="0">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64"/>
            <p:cNvSpPr/>
            <p:nvPr/>
          </p:nvSpPr>
          <p:spPr>
            <a:xfrm>
              <a:off x="6252437" y="4035764"/>
              <a:ext cx="240001" cy="12073"/>
            </a:xfrm>
            <a:custGeom>
              <a:avLst/>
              <a:gdLst/>
              <a:ahLst/>
              <a:cxnLst/>
              <a:rect l="l" t="t" r="r" b="b"/>
              <a:pathLst>
                <a:path w="9184" h="462" extrusionOk="0">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64"/>
            <p:cNvSpPr/>
            <p:nvPr/>
          </p:nvSpPr>
          <p:spPr>
            <a:xfrm>
              <a:off x="6252437" y="4035764"/>
              <a:ext cx="54042" cy="12073"/>
            </a:xfrm>
            <a:custGeom>
              <a:avLst/>
              <a:gdLst/>
              <a:ahLst/>
              <a:cxnLst/>
              <a:rect l="l" t="t" r="r" b="b"/>
              <a:pathLst>
                <a:path w="2068" h="462" extrusionOk="0">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64"/>
            <p:cNvSpPr/>
            <p:nvPr/>
          </p:nvSpPr>
          <p:spPr>
            <a:xfrm>
              <a:off x="6294406" y="4029727"/>
              <a:ext cx="24146" cy="24146"/>
            </a:xfrm>
            <a:custGeom>
              <a:avLst/>
              <a:gdLst/>
              <a:ahLst/>
              <a:cxnLst/>
              <a:rect l="l" t="t" r="r" b="b"/>
              <a:pathLst>
                <a:path w="924" h="924" extrusionOk="0">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26" name="Google Shape;14426;p64"/>
          <p:cNvGrpSpPr/>
          <p:nvPr/>
        </p:nvGrpSpPr>
        <p:grpSpPr>
          <a:xfrm>
            <a:off x="5705432" y="3634504"/>
            <a:ext cx="349392" cy="325454"/>
            <a:chOff x="5706895" y="3819151"/>
            <a:chExt cx="349392" cy="325454"/>
          </a:xfrm>
        </p:grpSpPr>
        <p:sp>
          <p:nvSpPr>
            <p:cNvPr id="14427" name="Google Shape;14427;p64"/>
            <p:cNvSpPr/>
            <p:nvPr/>
          </p:nvSpPr>
          <p:spPr>
            <a:xfrm>
              <a:off x="5761172" y="4052332"/>
              <a:ext cx="43484" cy="43511"/>
            </a:xfrm>
            <a:custGeom>
              <a:avLst/>
              <a:gdLst/>
              <a:ahLst/>
              <a:cxnLst/>
              <a:rect l="l" t="t" r="r" b="b"/>
              <a:pathLst>
                <a:path w="1664" h="1665" extrusionOk="0">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64"/>
            <p:cNvSpPr/>
            <p:nvPr/>
          </p:nvSpPr>
          <p:spPr>
            <a:xfrm>
              <a:off x="5903881" y="3938498"/>
              <a:ext cx="101316" cy="86995"/>
            </a:xfrm>
            <a:custGeom>
              <a:avLst/>
              <a:gdLst/>
              <a:ahLst/>
              <a:cxnLst/>
              <a:rect l="l" t="t" r="r" b="b"/>
              <a:pathLst>
                <a:path w="3877" h="3329" extrusionOk="0">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64"/>
            <p:cNvSpPr/>
            <p:nvPr/>
          </p:nvSpPr>
          <p:spPr>
            <a:xfrm>
              <a:off x="5913942" y="3973699"/>
              <a:ext cx="95514" cy="51795"/>
            </a:xfrm>
            <a:custGeom>
              <a:avLst/>
              <a:gdLst/>
              <a:ahLst/>
              <a:cxnLst/>
              <a:rect l="l" t="t" r="r" b="b"/>
              <a:pathLst>
                <a:path w="3655" h="1982" extrusionOk="0">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64"/>
            <p:cNvSpPr/>
            <p:nvPr/>
          </p:nvSpPr>
          <p:spPr>
            <a:xfrm>
              <a:off x="5788297" y="3840998"/>
              <a:ext cx="146525" cy="281891"/>
            </a:xfrm>
            <a:custGeom>
              <a:avLst/>
              <a:gdLst/>
              <a:ahLst/>
              <a:cxnLst/>
              <a:rect l="l" t="t" r="r" b="b"/>
              <a:pathLst>
                <a:path w="5607" h="10787" extrusionOk="0">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64"/>
            <p:cNvSpPr/>
            <p:nvPr/>
          </p:nvSpPr>
          <p:spPr>
            <a:xfrm>
              <a:off x="5788297" y="4009135"/>
              <a:ext cx="146525" cy="113755"/>
            </a:xfrm>
            <a:custGeom>
              <a:avLst/>
              <a:gdLst/>
              <a:ahLst/>
              <a:cxnLst/>
              <a:rect l="l" t="t" r="r" b="b"/>
              <a:pathLst>
                <a:path w="5607" h="4353" extrusionOk="0">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64"/>
            <p:cNvSpPr/>
            <p:nvPr/>
          </p:nvSpPr>
          <p:spPr>
            <a:xfrm>
              <a:off x="5923742" y="3819151"/>
              <a:ext cx="43511" cy="325454"/>
            </a:xfrm>
            <a:custGeom>
              <a:avLst/>
              <a:gdLst/>
              <a:ahLst/>
              <a:cxnLst/>
              <a:rect l="l" t="t" r="r" b="b"/>
              <a:pathLst>
                <a:path w="1665" h="12454" extrusionOk="0">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64"/>
            <p:cNvSpPr/>
            <p:nvPr/>
          </p:nvSpPr>
          <p:spPr>
            <a:xfrm>
              <a:off x="5923742" y="4117428"/>
              <a:ext cx="43511" cy="27178"/>
            </a:xfrm>
            <a:custGeom>
              <a:avLst/>
              <a:gdLst/>
              <a:ahLst/>
              <a:cxnLst/>
              <a:rect l="l" t="t" r="r" b="b"/>
              <a:pathLst>
                <a:path w="1665" h="1040" extrusionOk="0">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64"/>
            <p:cNvSpPr/>
            <p:nvPr/>
          </p:nvSpPr>
          <p:spPr>
            <a:xfrm>
              <a:off x="5706895" y="3933220"/>
              <a:ext cx="43484" cy="97291"/>
            </a:xfrm>
            <a:custGeom>
              <a:avLst/>
              <a:gdLst/>
              <a:ahLst/>
              <a:cxnLst/>
              <a:rect l="l" t="t" r="r" b="b"/>
              <a:pathLst>
                <a:path w="1664" h="3723" extrusionOk="0">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64"/>
            <p:cNvSpPr/>
            <p:nvPr/>
          </p:nvSpPr>
          <p:spPr>
            <a:xfrm>
              <a:off x="5706895" y="3938002"/>
              <a:ext cx="43484" cy="92509"/>
            </a:xfrm>
            <a:custGeom>
              <a:avLst/>
              <a:gdLst/>
              <a:ahLst/>
              <a:cxnLst/>
              <a:rect l="l" t="t" r="r" b="b"/>
              <a:pathLst>
                <a:path w="1664" h="3540" extrusionOk="0">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64"/>
            <p:cNvSpPr/>
            <p:nvPr/>
          </p:nvSpPr>
          <p:spPr>
            <a:xfrm>
              <a:off x="5744839" y="3932985"/>
              <a:ext cx="54303" cy="97762"/>
            </a:xfrm>
            <a:custGeom>
              <a:avLst/>
              <a:gdLst/>
              <a:ahLst/>
              <a:cxnLst/>
              <a:rect l="l" t="t" r="r" b="b"/>
              <a:pathLst>
                <a:path w="2078" h="3741" extrusionOk="0">
                  <a:moveTo>
                    <a:pt x="0" y="0"/>
                  </a:moveTo>
                  <a:lnTo>
                    <a:pt x="0" y="3741"/>
                  </a:lnTo>
                  <a:lnTo>
                    <a:pt x="2077" y="3741"/>
                  </a:lnTo>
                  <a:lnTo>
                    <a:pt x="2077" y="0"/>
                  </a:lnTo>
                  <a:close/>
                </a:path>
              </a:pathLst>
            </a:custGeom>
            <a:solidFill>
              <a:srgbClr val="8B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64"/>
            <p:cNvSpPr/>
            <p:nvPr/>
          </p:nvSpPr>
          <p:spPr>
            <a:xfrm>
              <a:off x="5744839" y="4014387"/>
              <a:ext cx="54303" cy="16359"/>
            </a:xfrm>
            <a:custGeom>
              <a:avLst/>
              <a:gdLst/>
              <a:ahLst/>
              <a:cxnLst/>
              <a:rect l="l" t="t" r="r" b="b"/>
              <a:pathLst>
                <a:path w="2078" h="626" extrusionOk="0">
                  <a:moveTo>
                    <a:pt x="0" y="1"/>
                  </a:moveTo>
                  <a:lnTo>
                    <a:pt x="0" y="626"/>
                  </a:lnTo>
                  <a:lnTo>
                    <a:pt x="2077" y="626"/>
                  </a:lnTo>
                  <a:lnTo>
                    <a:pt x="2077"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64"/>
            <p:cNvSpPr/>
            <p:nvPr/>
          </p:nvSpPr>
          <p:spPr>
            <a:xfrm>
              <a:off x="5744839" y="4030720"/>
              <a:ext cx="54539" cy="86734"/>
            </a:xfrm>
            <a:custGeom>
              <a:avLst/>
              <a:gdLst/>
              <a:ahLst/>
              <a:cxnLst/>
              <a:rect l="l" t="t" r="r" b="b"/>
              <a:pathLst>
                <a:path w="2087" h="3319" extrusionOk="0">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64"/>
            <p:cNvSpPr/>
            <p:nvPr/>
          </p:nvSpPr>
          <p:spPr>
            <a:xfrm>
              <a:off x="6025528" y="3976443"/>
              <a:ext cx="30758" cy="10871"/>
            </a:xfrm>
            <a:custGeom>
              <a:avLst/>
              <a:gdLst/>
              <a:ahLst/>
              <a:cxnLst/>
              <a:rect l="l" t="t" r="r" b="b"/>
              <a:pathLst>
                <a:path w="1177" h="416" extrusionOk="0">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64"/>
            <p:cNvSpPr/>
            <p:nvPr/>
          </p:nvSpPr>
          <p:spPr>
            <a:xfrm>
              <a:off x="6004675" y="3914718"/>
              <a:ext cx="26786" cy="22814"/>
            </a:xfrm>
            <a:custGeom>
              <a:avLst/>
              <a:gdLst/>
              <a:ahLst/>
              <a:cxnLst/>
              <a:rect l="l" t="t" r="r" b="b"/>
              <a:pathLst>
                <a:path w="1025" h="873" extrusionOk="0">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64"/>
            <p:cNvSpPr/>
            <p:nvPr/>
          </p:nvSpPr>
          <p:spPr>
            <a:xfrm>
              <a:off x="6003368" y="4025886"/>
              <a:ext cx="26943" cy="22709"/>
            </a:xfrm>
            <a:custGeom>
              <a:avLst/>
              <a:gdLst/>
              <a:ahLst/>
              <a:cxnLst/>
              <a:rect l="l" t="t" r="r" b="b"/>
              <a:pathLst>
                <a:path w="1031" h="869" extrusionOk="0">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2" name="Google Shape;14442;p64"/>
          <p:cNvGrpSpPr/>
          <p:nvPr/>
        </p:nvGrpSpPr>
        <p:grpSpPr>
          <a:xfrm>
            <a:off x="7647155" y="3156096"/>
            <a:ext cx="97265" cy="360393"/>
            <a:chOff x="7648618" y="3340744"/>
            <a:chExt cx="97265" cy="360393"/>
          </a:xfrm>
        </p:grpSpPr>
        <p:sp>
          <p:nvSpPr>
            <p:cNvPr id="14443" name="Google Shape;14443;p64"/>
            <p:cNvSpPr/>
            <p:nvPr/>
          </p:nvSpPr>
          <p:spPr>
            <a:xfrm>
              <a:off x="7648618" y="3340744"/>
              <a:ext cx="97265" cy="307057"/>
            </a:xfrm>
            <a:custGeom>
              <a:avLst/>
              <a:gdLst/>
              <a:ahLst/>
              <a:cxnLst/>
              <a:rect l="l" t="t" r="r" b="b"/>
              <a:pathLst>
                <a:path w="3722" h="11750" extrusionOk="0">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64"/>
            <p:cNvSpPr/>
            <p:nvPr/>
          </p:nvSpPr>
          <p:spPr>
            <a:xfrm>
              <a:off x="7672477" y="3346467"/>
              <a:ext cx="73406" cy="284740"/>
            </a:xfrm>
            <a:custGeom>
              <a:avLst/>
              <a:gdLst/>
              <a:ahLst/>
              <a:cxnLst/>
              <a:rect l="l" t="t" r="r" b="b"/>
              <a:pathLst>
                <a:path w="2809" h="10896" extrusionOk="0">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64"/>
            <p:cNvSpPr/>
            <p:nvPr/>
          </p:nvSpPr>
          <p:spPr>
            <a:xfrm>
              <a:off x="7656562" y="3376571"/>
              <a:ext cx="80018" cy="324566"/>
            </a:xfrm>
            <a:custGeom>
              <a:avLst/>
              <a:gdLst/>
              <a:ahLst/>
              <a:cxnLst/>
              <a:rect l="l" t="t" r="r" b="b"/>
              <a:pathLst>
                <a:path w="3062" h="12420" extrusionOk="0">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6" name="Google Shape;14446;p64"/>
          <p:cNvGrpSpPr/>
          <p:nvPr/>
        </p:nvGrpSpPr>
        <p:grpSpPr>
          <a:xfrm>
            <a:off x="7162894" y="3606019"/>
            <a:ext cx="385507" cy="382501"/>
            <a:chOff x="7164356" y="3790667"/>
            <a:chExt cx="385507" cy="382501"/>
          </a:xfrm>
        </p:grpSpPr>
        <p:sp>
          <p:nvSpPr>
            <p:cNvPr id="14447" name="Google Shape;14447;p64"/>
            <p:cNvSpPr/>
            <p:nvPr/>
          </p:nvSpPr>
          <p:spPr>
            <a:xfrm>
              <a:off x="7241526" y="3981983"/>
              <a:ext cx="114852" cy="114852"/>
            </a:xfrm>
            <a:custGeom>
              <a:avLst/>
              <a:gdLst/>
              <a:ahLst/>
              <a:cxnLst/>
              <a:rect l="l" t="t" r="r" b="b"/>
              <a:pathLst>
                <a:path w="4395" h="4395" extrusionOk="0">
                  <a:moveTo>
                    <a:pt x="1212" y="0"/>
                  </a:moveTo>
                  <a:lnTo>
                    <a:pt x="0" y="1202"/>
                  </a:lnTo>
                  <a:lnTo>
                    <a:pt x="3183" y="4395"/>
                  </a:lnTo>
                  <a:lnTo>
                    <a:pt x="4395" y="3183"/>
                  </a:lnTo>
                  <a:lnTo>
                    <a:pt x="1212"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64"/>
            <p:cNvSpPr/>
            <p:nvPr/>
          </p:nvSpPr>
          <p:spPr>
            <a:xfrm>
              <a:off x="7247536" y="3984988"/>
              <a:ext cx="56838" cy="56577"/>
            </a:xfrm>
            <a:custGeom>
              <a:avLst/>
              <a:gdLst/>
              <a:ahLst/>
              <a:cxnLst/>
              <a:rect l="l" t="t" r="r" b="b"/>
              <a:pathLst>
                <a:path w="2175" h="2165" extrusionOk="0">
                  <a:moveTo>
                    <a:pt x="1097" y="1"/>
                  </a:moveTo>
                  <a:lnTo>
                    <a:pt x="1" y="1328"/>
                  </a:lnTo>
                  <a:lnTo>
                    <a:pt x="847" y="2164"/>
                  </a:lnTo>
                  <a:lnTo>
                    <a:pt x="2174" y="1078"/>
                  </a:lnTo>
                  <a:lnTo>
                    <a:pt x="1097"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64"/>
            <p:cNvSpPr/>
            <p:nvPr/>
          </p:nvSpPr>
          <p:spPr>
            <a:xfrm>
              <a:off x="7296561" y="4033987"/>
              <a:ext cx="56812" cy="56838"/>
            </a:xfrm>
            <a:custGeom>
              <a:avLst/>
              <a:gdLst/>
              <a:ahLst/>
              <a:cxnLst/>
              <a:rect l="l" t="t" r="r" b="b"/>
              <a:pathLst>
                <a:path w="2174" h="2175" extrusionOk="0">
                  <a:moveTo>
                    <a:pt x="1096" y="1"/>
                  </a:moveTo>
                  <a:lnTo>
                    <a:pt x="0" y="1328"/>
                  </a:lnTo>
                  <a:lnTo>
                    <a:pt x="846" y="2174"/>
                  </a:lnTo>
                  <a:lnTo>
                    <a:pt x="2173" y="1078"/>
                  </a:lnTo>
                  <a:lnTo>
                    <a:pt x="1096"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0" name="Google Shape;14450;p64"/>
            <p:cNvSpPr/>
            <p:nvPr/>
          </p:nvSpPr>
          <p:spPr>
            <a:xfrm>
              <a:off x="7445307" y="3826468"/>
              <a:ext cx="68859" cy="64312"/>
            </a:xfrm>
            <a:custGeom>
              <a:avLst/>
              <a:gdLst/>
              <a:ahLst/>
              <a:cxnLst/>
              <a:rect l="l" t="t" r="r" b="b"/>
              <a:pathLst>
                <a:path w="2635" h="2461" extrusionOk="0">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64"/>
            <p:cNvSpPr/>
            <p:nvPr/>
          </p:nvSpPr>
          <p:spPr>
            <a:xfrm>
              <a:off x="7423957" y="3793097"/>
              <a:ext cx="33789" cy="83363"/>
            </a:xfrm>
            <a:custGeom>
              <a:avLst/>
              <a:gdLst/>
              <a:ahLst/>
              <a:cxnLst/>
              <a:rect l="l" t="t" r="r" b="b"/>
              <a:pathLst>
                <a:path w="1293" h="3190" extrusionOk="0">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64"/>
            <p:cNvSpPr/>
            <p:nvPr/>
          </p:nvSpPr>
          <p:spPr>
            <a:xfrm>
              <a:off x="7378852" y="3790667"/>
              <a:ext cx="35331" cy="82788"/>
            </a:xfrm>
            <a:custGeom>
              <a:avLst/>
              <a:gdLst/>
              <a:ahLst/>
              <a:cxnLst/>
              <a:rect l="l" t="t" r="r" b="b"/>
              <a:pathLst>
                <a:path w="1352" h="3168" extrusionOk="0">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64"/>
            <p:cNvSpPr/>
            <p:nvPr/>
          </p:nvSpPr>
          <p:spPr>
            <a:xfrm>
              <a:off x="7459392" y="3881477"/>
              <a:ext cx="88354" cy="32169"/>
            </a:xfrm>
            <a:custGeom>
              <a:avLst/>
              <a:gdLst/>
              <a:ahLst/>
              <a:cxnLst/>
              <a:rect l="l" t="t" r="r" b="b"/>
              <a:pathLst>
                <a:path w="3381" h="1231" extrusionOk="0">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64"/>
            <p:cNvSpPr/>
            <p:nvPr/>
          </p:nvSpPr>
          <p:spPr>
            <a:xfrm>
              <a:off x="7462084" y="3924883"/>
              <a:ext cx="87779" cy="33502"/>
            </a:xfrm>
            <a:custGeom>
              <a:avLst/>
              <a:gdLst/>
              <a:ahLst/>
              <a:cxnLst/>
              <a:rect l="l" t="t" r="r" b="b"/>
              <a:pathLst>
                <a:path w="3359" h="1282" extrusionOk="0">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64"/>
            <p:cNvSpPr/>
            <p:nvPr/>
          </p:nvSpPr>
          <p:spPr>
            <a:xfrm>
              <a:off x="7325202" y="3850406"/>
              <a:ext cx="74399" cy="66167"/>
            </a:xfrm>
            <a:custGeom>
              <a:avLst/>
              <a:gdLst/>
              <a:ahLst/>
              <a:cxnLst/>
              <a:rect l="l" t="t" r="r" b="b"/>
              <a:pathLst>
                <a:path w="2847" h="2532" extrusionOk="0">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64"/>
            <p:cNvSpPr/>
            <p:nvPr/>
          </p:nvSpPr>
          <p:spPr>
            <a:xfrm>
              <a:off x="7309627" y="3852392"/>
              <a:ext cx="84460" cy="83885"/>
            </a:xfrm>
            <a:custGeom>
              <a:avLst/>
              <a:gdLst/>
              <a:ahLst/>
              <a:cxnLst/>
              <a:rect l="l" t="t" r="r" b="b"/>
              <a:pathLst>
                <a:path w="3232" h="3210" extrusionOk="0">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64"/>
            <p:cNvSpPr/>
            <p:nvPr/>
          </p:nvSpPr>
          <p:spPr>
            <a:xfrm>
              <a:off x="7309627" y="3859604"/>
              <a:ext cx="76647" cy="76673"/>
            </a:xfrm>
            <a:custGeom>
              <a:avLst/>
              <a:gdLst/>
              <a:ahLst/>
              <a:cxnLst/>
              <a:rect l="l" t="t" r="r" b="b"/>
              <a:pathLst>
                <a:path w="2933" h="2934" extrusionOk="0">
                  <a:moveTo>
                    <a:pt x="577" y="0"/>
                  </a:moveTo>
                  <a:lnTo>
                    <a:pt x="0" y="587"/>
                  </a:lnTo>
                  <a:lnTo>
                    <a:pt x="2346" y="2933"/>
                  </a:lnTo>
                  <a:lnTo>
                    <a:pt x="2933" y="2347"/>
                  </a:lnTo>
                  <a:lnTo>
                    <a:pt x="577"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64"/>
            <p:cNvSpPr/>
            <p:nvPr/>
          </p:nvSpPr>
          <p:spPr>
            <a:xfrm>
              <a:off x="7187980" y="3869927"/>
              <a:ext cx="188755" cy="187971"/>
            </a:xfrm>
            <a:custGeom>
              <a:avLst/>
              <a:gdLst/>
              <a:ahLst/>
              <a:cxnLst/>
              <a:rect l="l" t="t" r="r" b="b"/>
              <a:pathLst>
                <a:path w="7223" h="7193" extrusionOk="0">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64"/>
            <p:cNvSpPr/>
            <p:nvPr/>
          </p:nvSpPr>
          <p:spPr>
            <a:xfrm>
              <a:off x="7187980" y="3922924"/>
              <a:ext cx="188755" cy="134974"/>
            </a:xfrm>
            <a:custGeom>
              <a:avLst/>
              <a:gdLst/>
              <a:ahLst/>
              <a:cxnLst/>
              <a:rect l="l" t="t" r="r" b="b"/>
              <a:pathLst>
                <a:path w="7223" h="5165" extrusionOk="0">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64"/>
            <p:cNvSpPr/>
            <p:nvPr/>
          </p:nvSpPr>
          <p:spPr>
            <a:xfrm>
              <a:off x="7164356" y="4005215"/>
              <a:ext cx="76934" cy="75680"/>
            </a:xfrm>
            <a:custGeom>
              <a:avLst/>
              <a:gdLst/>
              <a:ahLst/>
              <a:cxnLst/>
              <a:rect l="l" t="t" r="r" b="b"/>
              <a:pathLst>
                <a:path w="2944" h="2896" extrusionOk="0">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64"/>
            <p:cNvSpPr/>
            <p:nvPr/>
          </p:nvSpPr>
          <p:spPr>
            <a:xfrm>
              <a:off x="7164356" y="4015406"/>
              <a:ext cx="66115" cy="65488"/>
            </a:xfrm>
            <a:custGeom>
              <a:avLst/>
              <a:gdLst/>
              <a:ahLst/>
              <a:cxnLst/>
              <a:rect l="l" t="t" r="r" b="b"/>
              <a:pathLst>
                <a:path w="2530" h="2506" extrusionOk="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64"/>
            <p:cNvSpPr/>
            <p:nvPr/>
          </p:nvSpPr>
          <p:spPr>
            <a:xfrm>
              <a:off x="7217379" y="3915580"/>
              <a:ext cx="86211" cy="94835"/>
            </a:xfrm>
            <a:custGeom>
              <a:avLst/>
              <a:gdLst/>
              <a:ahLst/>
              <a:cxnLst/>
              <a:rect l="l" t="t" r="r" b="b"/>
              <a:pathLst>
                <a:path w="3299" h="3629" extrusionOk="0">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64"/>
            <p:cNvSpPr/>
            <p:nvPr/>
          </p:nvSpPr>
          <p:spPr>
            <a:xfrm>
              <a:off x="7417424" y="3942732"/>
              <a:ext cx="74661" cy="66220"/>
            </a:xfrm>
            <a:custGeom>
              <a:avLst/>
              <a:gdLst/>
              <a:ahLst/>
              <a:cxnLst/>
              <a:rect l="l" t="t" r="r" b="b"/>
              <a:pathLst>
                <a:path w="2857" h="2534" extrusionOk="0">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64"/>
            <p:cNvSpPr/>
            <p:nvPr/>
          </p:nvSpPr>
          <p:spPr>
            <a:xfrm>
              <a:off x="7402084" y="3944666"/>
              <a:ext cx="84460" cy="84094"/>
            </a:xfrm>
            <a:custGeom>
              <a:avLst/>
              <a:gdLst/>
              <a:ahLst/>
              <a:cxnLst/>
              <a:rect l="l" t="t" r="r" b="b"/>
              <a:pathLst>
                <a:path w="3232" h="3218" extrusionOk="0">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64"/>
            <p:cNvSpPr/>
            <p:nvPr/>
          </p:nvSpPr>
          <p:spPr>
            <a:xfrm>
              <a:off x="7402084" y="3952087"/>
              <a:ext cx="76438" cy="76673"/>
            </a:xfrm>
            <a:custGeom>
              <a:avLst/>
              <a:gdLst/>
              <a:ahLst/>
              <a:cxnLst/>
              <a:rect l="l" t="t" r="r" b="b"/>
              <a:pathLst>
                <a:path w="2925" h="2934" extrusionOk="0">
                  <a:moveTo>
                    <a:pt x="578" y="0"/>
                  </a:moveTo>
                  <a:lnTo>
                    <a:pt x="1" y="577"/>
                  </a:lnTo>
                  <a:lnTo>
                    <a:pt x="2347" y="2933"/>
                  </a:lnTo>
                  <a:lnTo>
                    <a:pt x="2924" y="2346"/>
                  </a:lnTo>
                  <a:lnTo>
                    <a:pt x="578"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6" name="Google Shape;14466;p64"/>
            <p:cNvSpPr/>
            <p:nvPr/>
          </p:nvSpPr>
          <p:spPr>
            <a:xfrm>
              <a:off x="7280202" y="3962279"/>
              <a:ext cx="189016" cy="188102"/>
            </a:xfrm>
            <a:custGeom>
              <a:avLst/>
              <a:gdLst/>
              <a:ahLst/>
              <a:cxnLst/>
              <a:rect l="l" t="t" r="r" b="b"/>
              <a:pathLst>
                <a:path w="7233" h="7198" extrusionOk="0">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64"/>
            <p:cNvSpPr/>
            <p:nvPr/>
          </p:nvSpPr>
          <p:spPr>
            <a:xfrm>
              <a:off x="7280202" y="4015406"/>
              <a:ext cx="188755" cy="134974"/>
            </a:xfrm>
            <a:custGeom>
              <a:avLst/>
              <a:gdLst/>
              <a:ahLst/>
              <a:cxnLst/>
              <a:rect l="l" t="t" r="r" b="b"/>
              <a:pathLst>
                <a:path w="7223" h="5165" extrusionOk="0">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64"/>
            <p:cNvSpPr/>
            <p:nvPr/>
          </p:nvSpPr>
          <p:spPr>
            <a:xfrm>
              <a:off x="7256839" y="4097698"/>
              <a:ext cx="76673" cy="75471"/>
            </a:xfrm>
            <a:custGeom>
              <a:avLst/>
              <a:gdLst/>
              <a:ahLst/>
              <a:cxnLst/>
              <a:rect l="l" t="t" r="r" b="b"/>
              <a:pathLst>
                <a:path w="2934" h="2888" extrusionOk="0">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64"/>
            <p:cNvSpPr/>
            <p:nvPr/>
          </p:nvSpPr>
          <p:spPr>
            <a:xfrm>
              <a:off x="7256839" y="4107628"/>
              <a:ext cx="66115" cy="65540"/>
            </a:xfrm>
            <a:custGeom>
              <a:avLst/>
              <a:gdLst/>
              <a:ahLst/>
              <a:cxnLst/>
              <a:rect l="l" t="t" r="r" b="b"/>
              <a:pathLst>
                <a:path w="2530" h="2508" extrusionOk="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64"/>
            <p:cNvSpPr/>
            <p:nvPr/>
          </p:nvSpPr>
          <p:spPr>
            <a:xfrm>
              <a:off x="7309862" y="4008011"/>
              <a:ext cx="86002" cy="94626"/>
            </a:xfrm>
            <a:custGeom>
              <a:avLst/>
              <a:gdLst/>
              <a:ahLst/>
              <a:cxnLst/>
              <a:rect l="l" t="t" r="r" b="b"/>
              <a:pathLst>
                <a:path w="3291" h="3621" extrusionOk="0">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1" name="Google Shape;14471;p64"/>
          <p:cNvGrpSpPr/>
          <p:nvPr/>
        </p:nvGrpSpPr>
        <p:grpSpPr>
          <a:xfrm>
            <a:off x="6668937" y="3641821"/>
            <a:ext cx="387911" cy="310846"/>
            <a:chOff x="6670400" y="3826468"/>
            <a:chExt cx="387911" cy="310846"/>
          </a:xfrm>
        </p:grpSpPr>
        <p:sp>
          <p:nvSpPr>
            <p:cNvPr id="14472" name="Google Shape;14472;p64"/>
            <p:cNvSpPr/>
            <p:nvPr/>
          </p:nvSpPr>
          <p:spPr>
            <a:xfrm>
              <a:off x="6732648" y="3971687"/>
              <a:ext cx="263625" cy="165628"/>
            </a:xfrm>
            <a:custGeom>
              <a:avLst/>
              <a:gdLst/>
              <a:ahLst/>
              <a:cxnLst/>
              <a:rect l="l" t="t" r="r" b="b"/>
              <a:pathLst>
                <a:path w="10088" h="6338" extrusionOk="0">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64"/>
            <p:cNvSpPr/>
            <p:nvPr/>
          </p:nvSpPr>
          <p:spPr>
            <a:xfrm>
              <a:off x="6980175" y="3971687"/>
              <a:ext cx="16098" cy="145271"/>
            </a:xfrm>
            <a:custGeom>
              <a:avLst/>
              <a:gdLst/>
              <a:ahLst/>
              <a:cxnLst/>
              <a:rect l="l" t="t" r="r" b="b"/>
              <a:pathLst>
                <a:path w="616" h="5559" extrusionOk="0">
                  <a:moveTo>
                    <a:pt x="0" y="0"/>
                  </a:moveTo>
                  <a:lnTo>
                    <a:pt x="0" y="5558"/>
                  </a:lnTo>
                  <a:cubicBezTo>
                    <a:pt x="395" y="5347"/>
                    <a:pt x="616" y="5106"/>
                    <a:pt x="616" y="4847"/>
                  </a:cubicBezTo>
                  <a:lnTo>
                    <a:pt x="616"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64"/>
            <p:cNvSpPr/>
            <p:nvPr/>
          </p:nvSpPr>
          <p:spPr>
            <a:xfrm>
              <a:off x="6858789" y="3989823"/>
              <a:ext cx="11342" cy="147492"/>
            </a:xfrm>
            <a:custGeom>
              <a:avLst/>
              <a:gdLst/>
              <a:ahLst/>
              <a:cxnLst/>
              <a:rect l="l" t="t" r="r" b="b"/>
              <a:pathLst>
                <a:path w="434" h="5644" extrusionOk="0">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64"/>
            <p:cNvSpPr/>
            <p:nvPr/>
          </p:nvSpPr>
          <p:spPr>
            <a:xfrm>
              <a:off x="6772108" y="3989770"/>
              <a:ext cx="11342" cy="72910"/>
            </a:xfrm>
            <a:custGeom>
              <a:avLst/>
              <a:gdLst/>
              <a:ahLst/>
              <a:cxnLst/>
              <a:rect l="l" t="t" r="r" b="b"/>
              <a:pathLst>
                <a:path w="434" h="2790" extrusionOk="0">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64"/>
            <p:cNvSpPr/>
            <p:nvPr/>
          </p:nvSpPr>
          <p:spPr>
            <a:xfrm>
              <a:off x="6772108" y="4074701"/>
              <a:ext cx="11342" cy="54303"/>
            </a:xfrm>
            <a:custGeom>
              <a:avLst/>
              <a:gdLst/>
              <a:ahLst/>
              <a:cxnLst/>
              <a:rect l="l" t="t" r="r" b="b"/>
              <a:pathLst>
                <a:path w="434" h="2078" extrusionOk="0">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64"/>
            <p:cNvSpPr/>
            <p:nvPr/>
          </p:nvSpPr>
          <p:spPr>
            <a:xfrm>
              <a:off x="6945235" y="3989823"/>
              <a:ext cx="11342" cy="139182"/>
            </a:xfrm>
            <a:custGeom>
              <a:avLst/>
              <a:gdLst/>
              <a:ahLst/>
              <a:cxnLst/>
              <a:rect l="l" t="t" r="r" b="b"/>
              <a:pathLst>
                <a:path w="434" h="5326" extrusionOk="0">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64"/>
            <p:cNvSpPr/>
            <p:nvPr/>
          </p:nvSpPr>
          <p:spPr>
            <a:xfrm>
              <a:off x="6732412" y="3961887"/>
              <a:ext cx="263860" cy="63084"/>
            </a:xfrm>
            <a:custGeom>
              <a:avLst/>
              <a:gdLst/>
              <a:ahLst/>
              <a:cxnLst/>
              <a:rect l="l" t="t" r="r" b="b"/>
              <a:pathLst>
                <a:path w="10097" h="2414" extrusionOk="0">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64"/>
            <p:cNvSpPr/>
            <p:nvPr/>
          </p:nvSpPr>
          <p:spPr>
            <a:xfrm>
              <a:off x="6980175" y="3961887"/>
              <a:ext cx="16098" cy="42727"/>
            </a:xfrm>
            <a:custGeom>
              <a:avLst/>
              <a:gdLst/>
              <a:ahLst/>
              <a:cxnLst/>
              <a:rect l="l" t="t" r="r" b="b"/>
              <a:pathLst>
                <a:path w="616" h="1635" extrusionOk="0">
                  <a:moveTo>
                    <a:pt x="0" y="0"/>
                  </a:moveTo>
                  <a:lnTo>
                    <a:pt x="0" y="1635"/>
                  </a:lnTo>
                  <a:cubicBezTo>
                    <a:pt x="395" y="1423"/>
                    <a:pt x="616" y="1183"/>
                    <a:pt x="616" y="933"/>
                  </a:cubicBezTo>
                  <a:lnTo>
                    <a:pt x="616"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64"/>
            <p:cNvSpPr/>
            <p:nvPr/>
          </p:nvSpPr>
          <p:spPr>
            <a:xfrm>
              <a:off x="6732412" y="3922924"/>
              <a:ext cx="263860" cy="77692"/>
            </a:xfrm>
            <a:custGeom>
              <a:avLst/>
              <a:gdLst/>
              <a:ahLst/>
              <a:cxnLst/>
              <a:rect l="l" t="t" r="r" b="b"/>
              <a:pathLst>
                <a:path w="10097" h="2973" extrusionOk="0">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64"/>
            <p:cNvSpPr/>
            <p:nvPr/>
          </p:nvSpPr>
          <p:spPr>
            <a:xfrm>
              <a:off x="6843475" y="3922924"/>
              <a:ext cx="152797" cy="77692"/>
            </a:xfrm>
            <a:custGeom>
              <a:avLst/>
              <a:gdLst/>
              <a:ahLst/>
              <a:cxnLst/>
              <a:rect l="l" t="t" r="r" b="b"/>
              <a:pathLst>
                <a:path w="5847" h="2973" extrusionOk="0">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64"/>
            <p:cNvSpPr/>
            <p:nvPr/>
          </p:nvSpPr>
          <p:spPr>
            <a:xfrm>
              <a:off x="6884190" y="3826678"/>
              <a:ext cx="131708" cy="127448"/>
            </a:xfrm>
            <a:custGeom>
              <a:avLst/>
              <a:gdLst/>
              <a:ahLst/>
              <a:cxnLst/>
              <a:rect l="l" t="t" r="r" b="b"/>
              <a:pathLst>
                <a:path w="5040" h="4877" extrusionOk="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64"/>
            <p:cNvSpPr/>
            <p:nvPr/>
          </p:nvSpPr>
          <p:spPr>
            <a:xfrm>
              <a:off x="6878153" y="3942026"/>
              <a:ext cx="19861" cy="19887"/>
            </a:xfrm>
            <a:custGeom>
              <a:avLst/>
              <a:gdLst/>
              <a:ahLst/>
              <a:cxnLst/>
              <a:rect l="l" t="t" r="r" b="b"/>
              <a:pathLst>
                <a:path w="760" h="761" extrusionOk="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64"/>
            <p:cNvSpPr/>
            <p:nvPr/>
          </p:nvSpPr>
          <p:spPr>
            <a:xfrm>
              <a:off x="6712996" y="3826468"/>
              <a:ext cx="131499" cy="127657"/>
            </a:xfrm>
            <a:custGeom>
              <a:avLst/>
              <a:gdLst/>
              <a:ahLst/>
              <a:cxnLst/>
              <a:rect l="l" t="t" r="r" b="b"/>
              <a:pathLst>
                <a:path w="5032" h="4885" extrusionOk="0">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64"/>
            <p:cNvSpPr/>
            <p:nvPr/>
          </p:nvSpPr>
          <p:spPr>
            <a:xfrm>
              <a:off x="6830906" y="3942026"/>
              <a:ext cx="19626" cy="19887"/>
            </a:xfrm>
            <a:custGeom>
              <a:avLst/>
              <a:gdLst/>
              <a:ahLst/>
              <a:cxnLst/>
              <a:rect l="l" t="t" r="r" b="b"/>
              <a:pathLst>
                <a:path w="751" h="761" extrusionOk="0">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64"/>
            <p:cNvSpPr/>
            <p:nvPr/>
          </p:nvSpPr>
          <p:spPr>
            <a:xfrm>
              <a:off x="6706933" y="3869822"/>
              <a:ext cx="45601" cy="58903"/>
            </a:xfrm>
            <a:custGeom>
              <a:avLst/>
              <a:gdLst/>
              <a:ahLst/>
              <a:cxnLst/>
              <a:rect l="l" t="t" r="r" b="b"/>
              <a:pathLst>
                <a:path w="1745" h="2254" extrusionOk="0">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64"/>
            <p:cNvSpPr/>
            <p:nvPr/>
          </p:nvSpPr>
          <p:spPr>
            <a:xfrm>
              <a:off x="6670400" y="3912653"/>
              <a:ext cx="65201" cy="31673"/>
            </a:xfrm>
            <a:custGeom>
              <a:avLst/>
              <a:gdLst/>
              <a:ahLst/>
              <a:cxnLst/>
              <a:rect l="l" t="t" r="r" b="b"/>
              <a:pathLst>
                <a:path w="2495" h="1212" extrusionOk="0">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64"/>
            <p:cNvSpPr/>
            <p:nvPr/>
          </p:nvSpPr>
          <p:spPr>
            <a:xfrm>
              <a:off x="6976412" y="3869822"/>
              <a:ext cx="45340" cy="58903"/>
            </a:xfrm>
            <a:custGeom>
              <a:avLst/>
              <a:gdLst/>
              <a:ahLst/>
              <a:cxnLst/>
              <a:rect l="l" t="t" r="r" b="b"/>
              <a:pathLst>
                <a:path w="1735" h="2254" extrusionOk="0">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64"/>
            <p:cNvSpPr/>
            <p:nvPr/>
          </p:nvSpPr>
          <p:spPr>
            <a:xfrm>
              <a:off x="6993084" y="3912653"/>
              <a:ext cx="65227" cy="31673"/>
            </a:xfrm>
            <a:custGeom>
              <a:avLst/>
              <a:gdLst/>
              <a:ahLst/>
              <a:cxnLst/>
              <a:rect l="l" t="t" r="r" b="b"/>
              <a:pathLst>
                <a:path w="2496" h="1212" extrusionOk="0">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0" name="Google Shape;14490;p64"/>
          <p:cNvGrpSpPr/>
          <p:nvPr/>
        </p:nvGrpSpPr>
        <p:grpSpPr>
          <a:xfrm>
            <a:off x="7660718" y="3618798"/>
            <a:ext cx="302823" cy="360498"/>
            <a:chOff x="7662181" y="3803446"/>
            <a:chExt cx="302823" cy="360498"/>
          </a:xfrm>
        </p:grpSpPr>
        <p:sp>
          <p:nvSpPr>
            <p:cNvPr id="14491" name="Google Shape;14491;p64"/>
            <p:cNvSpPr/>
            <p:nvPr/>
          </p:nvSpPr>
          <p:spPr>
            <a:xfrm>
              <a:off x="7801388" y="4144161"/>
              <a:ext cx="22683" cy="19782"/>
            </a:xfrm>
            <a:custGeom>
              <a:avLst/>
              <a:gdLst/>
              <a:ahLst/>
              <a:cxnLst/>
              <a:rect l="l" t="t" r="r" b="b"/>
              <a:pathLst>
                <a:path w="868" h="757" extrusionOk="0">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64"/>
            <p:cNvSpPr/>
            <p:nvPr/>
          </p:nvSpPr>
          <p:spPr>
            <a:xfrm>
              <a:off x="7662181" y="4059283"/>
              <a:ext cx="199286" cy="89399"/>
            </a:xfrm>
            <a:custGeom>
              <a:avLst/>
              <a:gdLst/>
              <a:ahLst/>
              <a:cxnLst/>
              <a:rect l="l" t="t" r="r" b="b"/>
              <a:pathLst>
                <a:path w="7626" h="3421" extrusionOk="0">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3" name="Google Shape;14493;p64"/>
            <p:cNvSpPr/>
            <p:nvPr/>
          </p:nvSpPr>
          <p:spPr>
            <a:xfrm>
              <a:off x="7673731" y="4032497"/>
              <a:ext cx="55819" cy="55401"/>
            </a:xfrm>
            <a:custGeom>
              <a:avLst/>
              <a:gdLst/>
              <a:ahLst/>
              <a:cxnLst/>
              <a:rect l="l" t="t" r="r" b="b"/>
              <a:pathLst>
                <a:path w="2136" h="2120" extrusionOk="0">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4" name="Google Shape;14494;p64"/>
            <p:cNvSpPr/>
            <p:nvPr/>
          </p:nvSpPr>
          <p:spPr>
            <a:xfrm>
              <a:off x="7680264" y="4043055"/>
              <a:ext cx="49286" cy="44948"/>
            </a:xfrm>
            <a:custGeom>
              <a:avLst/>
              <a:gdLst/>
              <a:ahLst/>
              <a:cxnLst/>
              <a:rect l="l" t="t" r="r" b="b"/>
              <a:pathLst>
                <a:path w="1886" h="1720" extrusionOk="0">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64"/>
            <p:cNvSpPr/>
            <p:nvPr/>
          </p:nvSpPr>
          <p:spPr>
            <a:xfrm>
              <a:off x="7693331" y="3857096"/>
              <a:ext cx="211882" cy="211072"/>
            </a:xfrm>
            <a:custGeom>
              <a:avLst/>
              <a:gdLst/>
              <a:ahLst/>
              <a:cxnLst/>
              <a:rect l="l" t="t" r="r" b="b"/>
              <a:pathLst>
                <a:path w="8108" h="8077" extrusionOk="0">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64"/>
            <p:cNvSpPr/>
            <p:nvPr/>
          </p:nvSpPr>
          <p:spPr>
            <a:xfrm>
              <a:off x="7704385" y="3886495"/>
              <a:ext cx="200828" cy="181542"/>
            </a:xfrm>
            <a:custGeom>
              <a:avLst/>
              <a:gdLst/>
              <a:ahLst/>
              <a:cxnLst/>
              <a:rect l="l" t="t" r="r" b="b"/>
              <a:pathLst>
                <a:path w="7685" h="6947" extrusionOk="0">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64"/>
            <p:cNvSpPr/>
            <p:nvPr/>
          </p:nvSpPr>
          <p:spPr>
            <a:xfrm>
              <a:off x="7799376" y="3803446"/>
              <a:ext cx="165628" cy="138555"/>
            </a:xfrm>
            <a:custGeom>
              <a:avLst/>
              <a:gdLst/>
              <a:ahLst/>
              <a:cxnLst/>
              <a:rect l="l" t="t" r="r" b="b"/>
              <a:pathLst>
                <a:path w="6338" h="5302" extrusionOk="0">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64"/>
            <p:cNvSpPr/>
            <p:nvPr/>
          </p:nvSpPr>
          <p:spPr>
            <a:xfrm>
              <a:off x="7833296" y="3810606"/>
              <a:ext cx="131708" cy="131394"/>
            </a:xfrm>
            <a:custGeom>
              <a:avLst/>
              <a:gdLst/>
              <a:ahLst/>
              <a:cxnLst/>
              <a:rect l="l" t="t" r="r" b="b"/>
              <a:pathLst>
                <a:path w="5040" h="5028" extrusionOk="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64"/>
            <p:cNvSpPr/>
            <p:nvPr/>
          </p:nvSpPr>
          <p:spPr>
            <a:xfrm>
              <a:off x="7804158" y="3929457"/>
              <a:ext cx="28667" cy="28432"/>
            </a:xfrm>
            <a:custGeom>
              <a:avLst/>
              <a:gdLst/>
              <a:ahLst/>
              <a:cxnLst/>
              <a:rect l="l" t="t" r="r" b="b"/>
              <a:pathLst>
                <a:path w="1097" h="1088" extrusionOk="0">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64"/>
            <p:cNvSpPr/>
            <p:nvPr/>
          </p:nvSpPr>
          <p:spPr>
            <a:xfrm>
              <a:off x="7806929" y="4129710"/>
              <a:ext cx="29922" cy="28929"/>
            </a:xfrm>
            <a:custGeom>
              <a:avLst/>
              <a:gdLst/>
              <a:ahLst/>
              <a:cxnLst/>
              <a:rect l="l" t="t" r="r" b="b"/>
              <a:pathLst>
                <a:path w="1145" h="1107" extrusionOk="0">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1" name="Google Shape;14501;p64"/>
          <p:cNvGrpSpPr/>
          <p:nvPr/>
        </p:nvGrpSpPr>
        <p:grpSpPr>
          <a:xfrm>
            <a:off x="5205099" y="3619347"/>
            <a:ext cx="363895" cy="355663"/>
            <a:chOff x="5206562" y="3803994"/>
            <a:chExt cx="363895" cy="355663"/>
          </a:xfrm>
        </p:grpSpPr>
        <p:sp>
          <p:nvSpPr>
            <p:cNvPr id="14502" name="Google Shape;14502;p64"/>
            <p:cNvSpPr/>
            <p:nvPr/>
          </p:nvSpPr>
          <p:spPr>
            <a:xfrm>
              <a:off x="5284724" y="3924701"/>
              <a:ext cx="212849" cy="192753"/>
            </a:xfrm>
            <a:custGeom>
              <a:avLst/>
              <a:gdLst/>
              <a:ahLst/>
              <a:cxnLst/>
              <a:rect l="l" t="t" r="r" b="b"/>
              <a:pathLst>
                <a:path w="8145" h="7376" extrusionOk="0">
                  <a:moveTo>
                    <a:pt x="0" y="0"/>
                  </a:moveTo>
                  <a:lnTo>
                    <a:pt x="0" y="7376"/>
                  </a:lnTo>
                  <a:lnTo>
                    <a:pt x="8145" y="7376"/>
                  </a:lnTo>
                  <a:lnTo>
                    <a:pt x="8145"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64"/>
            <p:cNvSpPr/>
            <p:nvPr/>
          </p:nvSpPr>
          <p:spPr>
            <a:xfrm>
              <a:off x="5241240" y="3803994"/>
              <a:ext cx="294539" cy="96586"/>
            </a:xfrm>
            <a:custGeom>
              <a:avLst/>
              <a:gdLst/>
              <a:ahLst/>
              <a:cxnLst/>
              <a:rect l="l" t="t" r="r" b="b"/>
              <a:pathLst>
                <a:path w="11271" h="3696" extrusionOk="0">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64"/>
            <p:cNvSpPr/>
            <p:nvPr/>
          </p:nvSpPr>
          <p:spPr>
            <a:xfrm>
              <a:off x="5277172" y="3828820"/>
              <a:ext cx="222675" cy="73014"/>
            </a:xfrm>
            <a:custGeom>
              <a:avLst/>
              <a:gdLst/>
              <a:ahLst/>
              <a:cxnLst/>
              <a:rect l="l" t="t" r="r" b="b"/>
              <a:pathLst>
                <a:path w="8521" h="2794" extrusionOk="0">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64"/>
            <p:cNvSpPr/>
            <p:nvPr/>
          </p:nvSpPr>
          <p:spPr>
            <a:xfrm>
              <a:off x="5238731" y="3888507"/>
              <a:ext cx="299557" cy="36220"/>
            </a:xfrm>
            <a:custGeom>
              <a:avLst/>
              <a:gdLst/>
              <a:ahLst/>
              <a:cxnLst/>
              <a:rect l="l" t="t" r="r" b="b"/>
              <a:pathLst>
                <a:path w="11463" h="1386" extrusionOk="0">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64"/>
            <p:cNvSpPr/>
            <p:nvPr/>
          </p:nvSpPr>
          <p:spPr>
            <a:xfrm>
              <a:off x="5284724" y="3924701"/>
              <a:ext cx="212849" cy="186978"/>
            </a:xfrm>
            <a:custGeom>
              <a:avLst/>
              <a:gdLst/>
              <a:ahLst/>
              <a:cxnLst/>
              <a:rect l="l" t="t" r="r" b="b"/>
              <a:pathLst>
                <a:path w="8145" h="7155" extrusionOk="0">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64"/>
            <p:cNvSpPr/>
            <p:nvPr/>
          </p:nvSpPr>
          <p:spPr>
            <a:xfrm>
              <a:off x="5245421" y="3924701"/>
              <a:ext cx="77012" cy="170645"/>
            </a:xfrm>
            <a:custGeom>
              <a:avLst/>
              <a:gdLst/>
              <a:ahLst/>
              <a:cxnLst/>
              <a:rect l="l" t="t" r="r" b="b"/>
              <a:pathLst>
                <a:path w="2947" h="6530" extrusionOk="0">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64"/>
            <p:cNvSpPr/>
            <p:nvPr/>
          </p:nvSpPr>
          <p:spPr>
            <a:xfrm>
              <a:off x="5262093" y="4095058"/>
              <a:ext cx="40479" cy="20880"/>
            </a:xfrm>
            <a:custGeom>
              <a:avLst/>
              <a:gdLst/>
              <a:ahLst/>
              <a:cxnLst/>
              <a:rect l="l" t="t" r="r" b="b"/>
              <a:pathLst>
                <a:path w="1549" h="799" extrusionOk="0">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64"/>
            <p:cNvSpPr/>
            <p:nvPr/>
          </p:nvSpPr>
          <p:spPr>
            <a:xfrm>
              <a:off x="5353479" y="3924701"/>
              <a:ext cx="77012" cy="170645"/>
            </a:xfrm>
            <a:custGeom>
              <a:avLst/>
              <a:gdLst/>
              <a:ahLst/>
              <a:cxnLst/>
              <a:rect l="l" t="t" r="r" b="b"/>
              <a:pathLst>
                <a:path w="2947" h="6530" extrusionOk="0">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64"/>
            <p:cNvSpPr/>
            <p:nvPr/>
          </p:nvSpPr>
          <p:spPr>
            <a:xfrm>
              <a:off x="5370151" y="4095058"/>
              <a:ext cx="40741" cy="20880"/>
            </a:xfrm>
            <a:custGeom>
              <a:avLst/>
              <a:gdLst/>
              <a:ahLst/>
              <a:cxnLst/>
              <a:rect l="l" t="t" r="r" b="b"/>
              <a:pathLst>
                <a:path w="1559" h="799" extrusionOk="0">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64"/>
            <p:cNvSpPr/>
            <p:nvPr/>
          </p:nvSpPr>
          <p:spPr>
            <a:xfrm>
              <a:off x="5462033" y="3924701"/>
              <a:ext cx="77012" cy="170645"/>
            </a:xfrm>
            <a:custGeom>
              <a:avLst/>
              <a:gdLst/>
              <a:ahLst/>
              <a:cxnLst/>
              <a:rect l="l" t="t" r="r" b="b"/>
              <a:pathLst>
                <a:path w="2947" h="6530" extrusionOk="0">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64"/>
            <p:cNvSpPr/>
            <p:nvPr/>
          </p:nvSpPr>
          <p:spPr>
            <a:xfrm>
              <a:off x="5478470" y="4095058"/>
              <a:ext cx="40479" cy="20880"/>
            </a:xfrm>
            <a:custGeom>
              <a:avLst/>
              <a:gdLst/>
              <a:ahLst/>
              <a:cxnLst/>
              <a:rect l="l" t="t" r="r" b="b"/>
              <a:pathLst>
                <a:path w="1549" h="799" extrusionOk="0">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64"/>
            <p:cNvSpPr/>
            <p:nvPr/>
          </p:nvSpPr>
          <p:spPr>
            <a:xfrm>
              <a:off x="5240247" y="4111652"/>
              <a:ext cx="296525" cy="25139"/>
            </a:xfrm>
            <a:custGeom>
              <a:avLst/>
              <a:gdLst/>
              <a:ahLst/>
              <a:cxnLst/>
              <a:rect l="l" t="t" r="r" b="b"/>
              <a:pathLst>
                <a:path w="11347" h="962" extrusionOk="0">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64"/>
            <p:cNvSpPr/>
            <p:nvPr/>
          </p:nvSpPr>
          <p:spPr>
            <a:xfrm>
              <a:off x="5229166" y="4133003"/>
              <a:ext cx="318686" cy="21403"/>
            </a:xfrm>
            <a:custGeom>
              <a:avLst/>
              <a:gdLst/>
              <a:ahLst/>
              <a:cxnLst/>
              <a:rect l="l" t="t" r="r" b="b"/>
              <a:pathLst>
                <a:path w="12195" h="819" extrusionOk="0">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64"/>
            <p:cNvSpPr/>
            <p:nvPr/>
          </p:nvSpPr>
          <p:spPr>
            <a:xfrm>
              <a:off x="5206562" y="4149100"/>
              <a:ext cx="363895" cy="10558"/>
            </a:xfrm>
            <a:custGeom>
              <a:avLst/>
              <a:gdLst/>
              <a:ahLst/>
              <a:cxnLst/>
              <a:rect l="l" t="t" r="r" b="b"/>
              <a:pathLst>
                <a:path w="13925" h="404" extrusionOk="0">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16" name="Google Shape;14516;p64"/>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Creative Process Icons</a:t>
            </a:r>
            <a:endParaRPr sz="2400">
              <a:solidFill>
                <a:schemeClr val="lt1"/>
              </a:solidFill>
            </a:endParaRPr>
          </a:p>
        </p:txBody>
      </p:sp>
      <p:sp>
        <p:nvSpPr>
          <p:cNvPr id="14517" name="Google Shape;14517;p64"/>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Performing Arts Icons</a:t>
            </a:r>
            <a:endParaRPr sz="2400">
              <a:solidFill>
                <a:schemeClr val="lt1"/>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521"/>
        <p:cNvGrpSpPr/>
        <p:nvPr/>
      </p:nvGrpSpPr>
      <p:grpSpPr>
        <a:xfrm>
          <a:off x="0" y="0"/>
          <a:ext cx="0" cy="0"/>
          <a:chOff x="0" y="0"/>
          <a:chExt cx="0" cy="0"/>
        </a:xfrm>
      </p:grpSpPr>
      <p:grpSp>
        <p:nvGrpSpPr>
          <p:cNvPr id="14522" name="Google Shape;14522;p65"/>
          <p:cNvGrpSpPr/>
          <p:nvPr/>
        </p:nvGrpSpPr>
        <p:grpSpPr>
          <a:xfrm>
            <a:off x="4655438" y="1588417"/>
            <a:ext cx="369948" cy="370132"/>
            <a:chOff x="4682526" y="1512217"/>
            <a:chExt cx="369948" cy="370132"/>
          </a:xfrm>
        </p:grpSpPr>
        <p:sp>
          <p:nvSpPr>
            <p:cNvPr id="14523" name="Google Shape;14523;p65"/>
            <p:cNvSpPr/>
            <p:nvPr/>
          </p:nvSpPr>
          <p:spPr>
            <a:xfrm>
              <a:off x="4921192"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65"/>
            <p:cNvSpPr/>
            <p:nvPr/>
          </p:nvSpPr>
          <p:spPr>
            <a:xfrm>
              <a:off x="4945036"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65"/>
            <p:cNvSpPr/>
            <p:nvPr/>
          </p:nvSpPr>
          <p:spPr>
            <a:xfrm>
              <a:off x="4682526"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65"/>
            <p:cNvSpPr/>
            <p:nvPr/>
          </p:nvSpPr>
          <p:spPr>
            <a:xfrm>
              <a:off x="4706343"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65"/>
            <p:cNvSpPr/>
            <p:nvPr/>
          </p:nvSpPr>
          <p:spPr>
            <a:xfrm>
              <a:off x="4694434" y="1547942"/>
              <a:ext cx="346131" cy="320006"/>
            </a:xfrm>
            <a:custGeom>
              <a:avLst/>
              <a:gdLst/>
              <a:ahLst/>
              <a:cxnLst/>
              <a:rect l="l" t="t" r="r" b="b"/>
              <a:pathLst>
                <a:path w="13196" h="12200" extrusionOk="0">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65"/>
            <p:cNvSpPr/>
            <p:nvPr/>
          </p:nvSpPr>
          <p:spPr>
            <a:xfrm>
              <a:off x="4694434" y="1547942"/>
              <a:ext cx="174849" cy="320163"/>
            </a:xfrm>
            <a:custGeom>
              <a:avLst/>
              <a:gdLst/>
              <a:ahLst/>
              <a:cxnLst/>
              <a:rect l="l" t="t" r="r" b="b"/>
              <a:pathLst>
                <a:path w="6666" h="12206" extrusionOk="0">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65"/>
            <p:cNvSpPr/>
            <p:nvPr/>
          </p:nvSpPr>
          <p:spPr>
            <a:xfrm>
              <a:off x="4826397" y="1738975"/>
              <a:ext cx="82021" cy="143373"/>
            </a:xfrm>
            <a:custGeom>
              <a:avLst/>
              <a:gdLst/>
              <a:ahLst/>
              <a:cxnLst/>
              <a:rect l="l" t="t" r="r" b="b"/>
              <a:pathLst>
                <a:path w="3127" h="5466" extrusionOk="0">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65"/>
            <p:cNvSpPr/>
            <p:nvPr/>
          </p:nvSpPr>
          <p:spPr>
            <a:xfrm>
              <a:off x="4826397" y="1738975"/>
              <a:ext cx="82205" cy="101484"/>
            </a:xfrm>
            <a:custGeom>
              <a:avLst/>
              <a:gdLst/>
              <a:ahLst/>
              <a:cxnLst/>
              <a:rect l="l" t="t" r="r" b="b"/>
              <a:pathLst>
                <a:path w="3134" h="3869" extrusionOk="0">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65"/>
            <p:cNvSpPr/>
            <p:nvPr/>
          </p:nvSpPr>
          <p:spPr>
            <a:xfrm>
              <a:off x="4766121" y="1685256"/>
              <a:ext cx="41811" cy="53745"/>
            </a:xfrm>
            <a:custGeom>
              <a:avLst/>
              <a:gdLst/>
              <a:ahLst/>
              <a:cxnLst/>
              <a:rect l="l" t="t" r="r" b="b"/>
              <a:pathLst>
                <a:path w="1594" h="2049" extrusionOk="0">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65"/>
            <p:cNvSpPr/>
            <p:nvPr/>
          </p:nvSpPr>
          <p:spPr>
            <a:xfrm>
              <a:off x="4783905" y="1685256"/>
              <a:ext cx="24027" cy="41811"/>
            </a:xfrm>
            <a:custGeom>
              <a:avLst/>
              <a:gdLst/>
              <a:ahLst/>
              <a:cxnLst/>
              <a:rect l="l" t="t" r="r" b="b"/>
              <a:pathLst>
                <a:path w="916" h="1594" extrusionOk="0">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65"/>
            <p:cNvSpPr/>
            <p:nvPr/>
          </p:nvSpPr>
          <p:spPr>
            <a:xfrm>
              <a:off x="4778029" y="1691315"/>
              <a:ext cx="17810" cy="17810"/>
            </a:xfrm>
            <a:custGeom>
              <a:avLst/>
              <a:gdLst/>
              <a:ahLst/>
              <a:cxnLst/>
              <a:rect l="l" t="t" r="r" b="b"/>
              <a:pathLst>
                <a:path w="679" h="679" extrusionOk="0">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65"/>
            <p:cNvSpPr/>
            <p:nvPr/>
          </p:nvSpPr>
          <p:spPr>
            <a:xfrm>
              <a:off x="4927252" y="1685256"/>
              <a:ext cx="41811" cy="53745"/>
            </a:xfrm>
            <a:custGeom>
              <a:avLst/>
              <a:gdLst/>
              <a:ahLst/>
              <a:cxnLst/>
              <a:rect l="l" t="t" r="r" b="b"/>
              <a:pathLst>
                <a:path w="1594" h="2049" extrusionOk="0">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65"/>
            <p:cNvSpPr/>
            <p:nvPr/>
          </p:nvSpPr>
          <p:spPr>
            <a:xfrm>
              <a:off x="4945219" y="1685256"/>
              <a:ext cx="23843" cy="41811"/>
            </a:xfrm>
            <a:custGeom>
              <a:avLst/>
              <a:gdLst/>
              <a:ahLst/>
              <a:cxnLst/>
              <a:rect l="l" t="t" r="r" b="b"/>
              <a:pathLst>
                <a:path w="909" h="1594" extrusionOk="0">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65"/>
            <p:cNvSpPr/>
            <p:nvPr/>
          </p:nvSpPr>
          <p:spPr>
            <a:xfrm>
              <a:off x="4939160" y="1691315"/>
              <a:ext cx="17810" cy="17810"/>
            </a:xfrm>
            <a:custGeom>
              <a:avLst/>
              <a:gdLst/>
              <a:ahLst/>
              <a:cxnLst/>
              <a:rect l="l" t="t" r="r" b="b"/>
              <a:pathLst>
                <a:path w="679" h="679" extrusionOk="0">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65"/>
            <p:cNvSpPr/>
            <p:nvPr/>
          </p:nvSpPr>
          <p:spPr>
            <a:xfrm>
              <a:off x="4810922" y="1739001"/>
              <a:ext cx="111005" cy="107412"/>
            </a:xfrm>
            <a:custGeom>
              <a:avLst/>
              <a:gdLst/>
              <a:ahLst/>
              <a:cxnLst/>
              <a:rect l="l" t="t" r="r" b="b"/>
              <a:pathLst>
                <a:path w="4232" h="4095" extrusionOk="0">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8" name="Google Shape;14538;p65"/>
          <p:cNvGrpSpPr/>
          <p:nvPr/>
        </p:nvGrpSpPr>
        <p:grpSpPr>
          <a:xfrm>
            <a:off x="3565345" y="2056412"/>
            <a:ext cx="381542" cy="370079"/>
            <a:chOff x="3592433" y="1980212"/>
            <a:chExt cx="381542" cy="370079"/>
          </a:xfrm>
        </p:grpSpPr>
        <p:sp>
          <p:nvSpPr>
            <p:cNvPr id="14539" name="Google Shape;14539;p65"/>
            <p:cNvSpPr/>
            <p:nvPr/>
          </p:nvSpPr>
          <p:spPr>
            <a:xfrm>
              <a:off x="3790916" y="1980212"/>
              <a:ext cx="165800" cy="370079"/>
            </a:xfrm>
            <a:custGeom>
              <a:avLst/>
              <a:gdLst/>
              <a:ahLst/>
              <a:cxnLst/>
              <a:rect l="l" t="t" r="r" b="b"/>
              <a:pathLst>
                <a:path w="6321" h="14109" extrusionOk="0">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65"/>
            <p:cNvSpPr/>
            <p:nvPr/>
          </p:nvSpPr>
          <p:spPr>
            <a:xfrm>
              <a:off x="3601509" y="2157448"/>
              <a:ext cx="11935" cy="19777"/>
            </a:xfrm>
            <a:custGeom>
              <a:avLst/>
              <a:gdLst/>
              <a:ahLst/>
              <a:cxnLst/>
              <a:rect l="l" t="t" r="r" b="b"/>
              <a:pathLst>
                <a:path w="455" h="754" extrusionOk="0">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65"/>
            <p:cNvSpPr/>
            <p:nvPr/>
          </p:nvSpPr>
          <p:spPr>
            <a:xfrm>
              <a:off x="3592433" y="2165291"/>
              <a:ext cx="29902" cy="35778"/>
            </a:xfrm>
            <a:custGeom>
              <a:avLst/>
              <a:gdLst/>
              <a:ahLst/>
              <a:cxnLst/>
              <a:rect l="l" t="t" r="r" b="b"/>
              <a:pathLst>
                <a:path w="1140" h="1364" extrusionOk="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65"/>
            <p:cNvSpPr/>
            <p:nvPr/>
          </p:nvSpPr>
          <p:spPr>
            <a:xfrm>
              <a:off x="3722088" y="2190551"/>
              <a:ext cx="61404" cy="80054"/>
            </a:xfrm>
            <a:custGeom>
              <a:avLst/>
              <a:gdLst/>
              <a:ahLst/>
              <a:cxnLst/>
              <a:rect l="l" t="t" r="r" b="b"/>
              <a:pathLst>
                <a:path w="2341" h="3052" extrusionOk="0">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65"/>
            <p:cNvSpPr/>
            <p:nvPr/>
          </p:nvSpPr>
          <p:spPr>
            <a:xfrm>
              <a:off x="3701471" y="2022364"/>
              <a:ext cx="15004" cy="26440"/>
            </a:xfrm>
            <a:custGeom>
              <a:avLst/>
              <a:gdLst/>
              <a:ahLst/>
              <a:cxnLst/>
              <a:rect l="l" t="t" r="r" b="b"/>
              <a:pathLst>
                <a:path w="572" h="1008" extrusionOk="0">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65"/>
            <p:cNvSpPr/>
            <p:nvPr/>
          </p:nvSpPr>
          <p:spPr>
            <a:xfrm>
              <a:off x="3611109" y="2065040"/>
              <a:ext cx="319455" cy="285068"/>
            </a:xfrm>
            <a:custGeom>
              <a:avLst/>
              <a:gdLst/>
              <a:ahLst/>
              <a:cxnLst/>
              <a:rect l="l" t="t" r="r" b="b"/>
              <a:pathLst>
                <a:path w="12179" h="10868" extrusionOk="0">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65"/>
            <p:cNvSpPr/>
            <p:nvPr/>
          </p:nvSpPr>
          <p:spPr>
            <a:xfrm>
              <a:off x="3685628" y="2035636"/>
              <a:ext cx="34361" cy="50886"/>
            </a:xfrm>
            <a:custGeom>
              <a:avLst/>
              <a:gdLst/>
              <a:ahLst/>
              <a:cxnLst/>
              <a:rect l="l" t="t" r="r" b="b"/>
              <a:pathLst>
                <a:path w="1310" h="1940" extrusionOk="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65"/>
            <p:cNvSpPr/>
            <p:nvPr/>
          </p:nvSpPr>
          <p:spPr>
            <a:xfrm>
              <a:off x="3658244" y="2099480"/>
              <a:ext cx="17810" cy="17994"/>
            </a:xfrm>
            <a:custGeom>
              <a:avLst/>
              <a:gdLst/>
              <a:ahLst/>
              <a:cxnLst/>
              <a:rect l="l" t="t" r="r" b="b"/>
              <a:pathLst>
                <a:path w="679" h="686" extrusionOk="0">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65"/>
            <p:cNvSpPr/>
            <p:nvPr/>
          </p:nvSpPr>
          <p:spPr>
            <a:xfrm>
              <a:off x="3645077" y="2133264"/>
              <a:ext cx="89497" cy="35594"/>
            </a:xfrm>
            <a:custGeom>
              <a:avLst/>
              <a:gdLst/>
              <a:ahLst/>
              <a:cxnLst/>
              <a:rect l="l" t="t" r="r" b="b"/>
              <a:pathLst>
                <a:path w="3412" h="1357" extrusionOk="0">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65"/>
            <p:cNvSpPr/>
            <p:nvPr/>
          </p:nvSpPr>
          <p:spPr>
            <a:xfrm>
              <a:off x="3623752" y="2119231"/>
              <a:ext cx="20459" cy="24394"/>
            </a:xfrm>
            <a:custGeom>
              <a:avLst/>
              <a:gdLst/>
              <a:ahLst/>
              <a:cxnLst/>
              <a:rect l="l" t="t" r="r" b="b"/>
              <a:pathLst>
                <a:path w="780" h="930" extrusionOk="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65"/>
            <p:cNvSpPr/>
            <p:nvPr/>
          </p:nvSpPr>
          <p:spPr>
            <a:xfrm>
              <a:off x="3744856" y="2237660"/>
              <a:ext cx="88421" cy="88789"/>
            </a:xfrm>
            <a:custGeom>
              <a:avLst/>
              <a:gdLst/>
              <a:ahLst/>
              <a:cxnLst/>
              <a:rect l="l" t="t" r="r" b="b"/>
              <a:pathLst>
                <a:path w="3371" h="3385" extrusionOk="0">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65"/>
            <p:cNvSpPr/>
            <p:nvPr/>
          </p:nvSpPr>
          <p:spPr>
            <a:xfrm>
              <a:off x="3829159" y="1998626"/>
              <a:ext cx="144816" cy="333147"/>
            </a:xfrm>
            <a:custGeom>
              <a:avLst/>
              <a:gdLst/>
              <a:ahLst/>
              <a:cxnLst/>
              <a:rect l="l" t="t" r="r" b="b"/>
              <a:pathLst>
                <a:path w="5521" h="12701" extrusionOk="0">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1" name="Google Shape;14551;p65"/>
          <p:cNvGrpSpPr/>
          <p:nvPr/>
        </p:nvGrpSpPr>
        <p:grpSpPr>
          <a:xfrm>
            <a:off x="1371494" y="3049690"/>
            <a:ext cx="371391" cy="235126"/>
            <a:chOff x="1398582" y="2973490"/>
            <a:chExt cx="371391" cy="235126"/>
          </a:xfrm>
        </p:grpSpPr>
        <p:sp>
          <p:nvSpPr>
            <p:cNvPr id="14552" name="Google Shape;14552;p65"/>
            <p:cNvSpPr/>
            <p:nvPr/>
          </p:nvSpPr>
          <p:spPr>
            <a:xfrm>
              <a:off x="1398582" y="2973490"/>
              <a:ext cx="44302" cy="114704"/>
            </a:xfrm>
            <a:custGeom>
              <a:avLst/>
              <a:gdLst/>
              <a:ahLst/>
              <a:cxnLst/>
              <a:rect l="l" t="t" r="r" b="b"/>
              <a:pathLst>
                <a:path w="1689" h="4373" extrusionOk="0">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65"/>
            <p:cNvSpPr/>
            <p:nvPr/>
          </p:nvSpPr>
          <p:spPr>
            <a:xfrm>
              <a:off x="1403907" y="2991903"/>
              <a:ext cx="38847" cy="96290"/>
            </a:xfrm>
            <a:custGeom>
              <a:avLst/>
              <a:gdLst/>
              <a:ahLst/>
              <a:cxnLst/>
              <a:rect l="l" t="t" r="r" b="b"/>
              <a:pathLst>
                <a:path w="1481" h="3671" extrusionOk="0">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65"/>
            <p:cNvSpPr/>
            <p:nvPr/>
          </p:nvSpPr>
          <p:spPr>
            <a:xfrm>
              <a:off x="1459226" y="3099210"/>
              <a:ext cx="280320" cy="80001"/>
            </a:xfrm>
            <a:custGeom>
              <a:avLst/>
              <a:gdLst/>
              <a:ahLst/>
              <a:cxnLst/>
              <a:rect l="l" t="t" r="r" b="b"/>
              <a:pathLst>
                <a:path w="10687" h="3050" extrusionOk="0">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65"/>
            <p:cNvSpPr/>
            <p:nvPr/>
          </p:nvSpPr>
          <p:spPr>
            <a:xfrm>
              <a:off x="1459226" y="3099210"/>
              <a:ext cx="276071" cy="71870"/>
            </a:xfrm>
            <a:custGeom>
              <a:avLst/>
              <a:gdLst/>
              <a:ahLst/>
              <a:cxnLst/>
              <a:rect l="l" t="t" r="r" b="b"/>
              <a:pathLst>
                <a:path w="10525" h="2740" extrusionOk="0">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65"/>
            <p:cNvSpPr/>
            <p:nvPr/>
          </p:nvSpPr>
          <p:spPr>
            <a:xfrm>
              <a:off x="1446609" y="3061780"/>
              <a:ext cx="323363" cy="65732"/>
            </a:xfrm>
            <a:custGeom>
              <a:avLst/>
              <a:gdLst/>
              <a:ahLst/>
              <a:cxnLst/>
              <a:rect l="l" t="t" r="r" b="b"/>
              <a:pathLst>
                <a:path w="12328" h="2506" extrusionOk="0">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65"/>
            <p:cNvSpPr/>
            <p:nvPr/>
          </p:nvSpPr>
          <p:spPr>
            <a:xfrm>
              <a:off x="1404615" y="3076076"/>
              <a:ext cx="72237" cy="102481"/>
            </a:xfrm>
            <a:custGeom>
              <a:avLst/>
              <a:gdLst/>
              <a:ahLst/>
              <a:cxnLst/>
              <a:rect l="l" t="t" r="r" b="b"/>
              <a:pathLst>
                <a:path w="2754" h="3907" extrusionOk="0">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65"/>
            <p:cNvSpPr/>
            <p:nvPr/>
          </p:nvSpPr>
          <p:spPr>
            <a:xfrm>
              <a:off x="1650967" y="3040324"/>
              <a:ext cx="110455" cy="168292"/>
            </a:xfrm>
            <a:custGeom>
              <a:avLst/>
              <a:gdLst/>
              <a:ahLst/>
              <a:cxnLst/>
              <a:rect l="l" t="t" r="r" b="b"/>
              <a:pathLst>
                <a:path w="4211" h="6416" extrusionOk="0">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65"/>
            <p:cNvSpPr/>
            <p:nvPr/>
          </p:nvSpPr>
          <p:spPr>
            <a:xfrm>
              <a:off x="1521312" y="3032953"/>
              <a:ext cx="138730" cy="154259"/>
            </a:xfrm>
            <a:custGeom>
              <a:avLst/>
              <a:gdLst/>
              <a:ahLst/>
              <a:cxnLst/>
              <a:rect l="l" t="t" r="r" b="b"/>
              <a:pathLst>
                <a:path w="5289" h="5881" extrusionOk="0">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65"/>
            <p:cNvSpPr/>
            <p:nvPr/>
          </p:nvSpPr>
          <p:spPr>
            <a:xfrm>
              <a:off x="1428642" y="3100260"/>
              <a:ext cx="30086" cy="36145"/>
            </a:xfrm>
            <a:custGeom>
              <a:avLst/>
              <a:gdLst/>
              <a:ahLst/>
              <a:cxnLst/>
              <a:rect l="l" t="t" r="r" b="b"/>
              <a:pathLst>
                <a:path w="1147" h="1378" extrusionOk="0">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65"/>
            <p:cNvSpPr/>
            <p:nvPr/>
          </p:nvSpPr>
          <p:spPr>
            <a:xfrm>
              <a:off x="1446609" y="3100443"/>
              <a:ext cx="12118" cy="23948"/>
            </a:xfrm>
            <a:custGeom>
              <a:avLst/>
              <a:gdLst/>
              <a:ahLst/>
              <a:cxnLst/>
              <a:rect l="l" t="t" r="r" b="b"/>
              <a:pathLst>
                <a:path w="462" h="913" extrusionOk="0">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65"/>
            <p:cNvSpPr/>
            <p:nvPr/>
          </p:nvSpPr>
          <p:spPr>
            <a:xfrm>
              <a:off x="1440734" y="3106319"/>
              <a:ext cx="11935" cy="11935"/>
            </a:xfrm>
            <a:custGeom>
              <a:avLst/>
              <a:gdLst/>
              <a:ahLst/>
              <a:cxnLst/>
              <a:rect l="l" t="t" r="r" b="b"/>
              <a:pathLst>
                <a:path w="455" h="455" extrusionOk="0">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65"/>
            <p:cNvSpPr/>
            <p:nvPr/>
          </p:nvSpPr>
          <p:spPr>
            <a:xfrm>
              <a:off x="1404615" y="3081584"/>
              <a:ext cx="56054" cy="96972"/>
            </a:xfrm>
            <a:custGeom>
              <a:avLst/>
              <a:gdLst/>
              <a:ahLst/>
              <a:cxnLst/>
              <a:rect l="l" t="t" r="r" b="b"/>
              <a:pathLst>
                <a:path w="2137" h="3697" extrusionOk="0">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65"/>
            <p:cNvSpPr/>
            <p:nvPr/>
          </p:nvSpPr>
          <p:spPr>
            <a:xfrm>
              <a:off x="1414582" y="3154005"/>
              <a:ext cx="76513" cy="54611"/>
            </a:xfrm>
            <a:custGeom>
              <a:avLst/>
              <a:gdLst/>
              <a:ahLst/>
              <a:cxnLst/>
              <a:rect l="l" t="t" r="r" b="b"/>
              <a:pathLst>
                <a:path w="2917" h="2082" extrusionOk="0">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65"/>
            <p:cNvSpPr/>
            <p:nvPr/>
          </p:nvSpPr>
          <p:spPr>
            <a:xfrm>
              <a:off x="1474702" y="3154372"/>
              <a:ext cx="32210" cy="54244"/>
            </a:xfrm>
            <a:custGeom>
              <a:avLst/>
              <a:gdLst/>
              <a:ahLst/>
              <a:cxnLst/>
              <a:rect l="l" t="t" r="r" b="b"/>
              <a:pathLst>
                <a:path w="1228" h="2068" extrusionOk="0">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65"/>
            <p:cNvSpPr/>
            <p:nvPr/>
          </p:nvSpPr>
          <p:spPr>
            <a:xfrm>
              <a:off x="1469534" y="3061859"/>
              <a:ext cx="102664" cy="48027"/>
            </a:xfrm>
            <a:custGeom>
              <a:avLst/>
              <a:gdLst/>
              <a:ahLst/>
              <a:cxnLst/>
              <a:rect l="l" t="t" r="r" b="b"/>
              <a:pathLst>
                <a:path w="3914" h="1831" extrusionOk="0">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7" name="Google Shape;14567;p65"/>
          <p:cNvGrpSpPr/>
          <p:nvPr/>
        </p:nvGrpSpPr>
        <p:grpSpPr>
          <a:xfrm>
            <a:off x="823707" y="1588417"/>
            <a:ext cx="370132" cy="370132"/>
            <a:chOff x="850795" y="1512217"/>
            <a:chExt cx="370132" cy="370132"/>
          </a:xfrm>
        </p:grpSpPr>
        <p:sp>
          <p:nvSpPr>
            <p:cNvPr id="14568" name="Google Shape;14568;p65"/>
            <p:cNvSpPr/>
            <p:nvPr/>
          </p:nvSpPr>
          <p:spPr>
            <a:xfrm>
              <a:off x="1089462" y="1512217"/>
              <a:ext cx="131465" cy="131281"/>
            </a:xfrm>
            <a:custGeom>
              <a:avLst/>
              <a:gdLst/>
              <a:ahLst/>
              <a:cxnLst/>
              <a:rect l="l" t="t" r="r" b="b"/>
              <a:pathLst>
                <a:path w="5012" h="5005" extrusionOk="0">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65"/>
            <p:cNvSpPr/>
            <p:nvPr/>
          </p:nvSpPr>
          <p:spPr>
            <a:xfrm>
              <a:off x="1113488" y="1536034"/>
              <a:ext cx="83438" cy="83621"/>
            </a:xfrm>
            <a:custGeom>
              <a:avLst/>
              <a:gdLst/>
              <a:ahLst/>
              <a:cxnLst/>
              <a:rect l="l" t="t" r="r" b="b"/>
              <a:pathLst>
                <a:path w="3181" h="3188" extrusionOk="0">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65"/>
            <p:cNvSpPr/>
            <p:nvPr/>
          </p:nvSpPr>
          <p:spPr>
            <a:xfrm>
              <a:off x="850795"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65"/>
            <p:cNvSpPr/>
            <p:nvPr/>
          </p:nvSpPr>
          <p:spPr>
            <a:xfrm>
              <a:off x="874612"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65"/>
            <p:cNvSpPr/>
            <p:nvPr/>
          </p:nvSpPr>
          <p:spPr>
            <a:xfrm>
              <a:off x="862703" y="1547942"/>
              <a:ext cx="346315" cy="334406"/>
            </a:xfrm>
            <a:custGeom>
              <a:avLst/>
              <a:gdLst/>
              <a:ahLst/>
              <a:cxnLst/>
              <a:rect l="l" t="t" r="r" b="b"/>
              <a:pathLst>
                <a:path w="13203" h="12749" extrusionOk="0">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65"/>
            <p:cNvSpPr/>
            <p:nvPr/>
          </p:nvSpPr>
          <p:spPr>
            <a:xfrm>
              <a:off x="1058353" y="1661387"/>
              <a:ext cx="120789" cy="115202"/>
            </a:xfrm>
            <a:custGeom>
              <a:avLst/>
              <a:gdLst/>
              <a:ahLst/>
              <a:cxnLst/>
              <a:rect l="l" t="t" r="r" b="b"/>
              <a:pathLst>
                <a:path w="4605" h="4392" extrusionOk="0">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65"/>
            <p:cNvSpPr/>
            <p:nvPr/>
          </p:nvSpPr>
          <p:spPr>
            <a:xfrm>
              <a:off x="862703" y="1552034"/>
              <a:ext cx="165249" cy="330131"/>
            </a:xfrm>
            <a:custGeom>
              <a:avLst/>
              <a:gdLst/>
              <a:ahLst/>
              <a:cxnLst/>
              <a:rect l="l" t="t" r="r" b="b"/>
              <a:pathLst>
                <a:path w="6300" h="12586" extrusionOk="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65"/>
            <p:cNvSpPr/>
            <p:nvPr/>
          </p:nvSpPr>
          <p:spPr>
            <a:xfrm>
              <a:off x="108946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65"/>
            <p:cNvSpPr/>
            <p:nvPr/>
          </p:nvSpPr>
          <p:spPr>
            <a:xfrm>
              <a:off x="110742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65"/>
            <p:cNvSpPr/>
            <p:nvPr/>
          </p:nvSpPr>
          <p:spPr>
            <a:xfrm>
              <a:off x="1101554" y="1697164"/>
              <a:ext cx="11961" cy="11961"/>
            </a:xfrm>
            <a:custGeom>
              <a:avLst/>
              <a:gdLst/>
              <a:ahLst/>
              <a:cxnLst/>
              <a:rect l="l" t="t" r="r" b="b"/>
              <a:pathLst>
                <a:path w="456" h="456" extrusionOk="0">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65"/>
            <p:cNvSpPr/>
            <p:nvPr/>
          </p:nvSpPr>
          <p:spPr>
            <a:xfrm>
              <a:off x="976174" y="1780759"/>
              <a:ext cx="119373" cy="77562"/>
            </a:xfrm>
            <a:custGeom>
              <a:avLst/>
              <a:gdLst/>
              <a:ahLst/>
              <a:cxnLst/>
              <a:rect l="l" t="t" r="r" b="b"/>
              <a:pathLst>
                <a:path w="4551" h="2957" extrusionOk="0">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65"/>
            <p:cNvSpPr/>
            <p:nvPr/>
          </p:nvSpPr>
          <p:spPr>
            <a:xfrm>
              <a:off x="1006050" y="1762976"/>
              <a:ext cx="59621" cy="41653"/>
            </a:xfrm>
            <a:custGeom>
              <a:avLst/>
              <a:gdLst/>
              <a:ahLst/>
              <a:cxnLst/>
              <a:rect l="l" t="t" r="r" b="b"/>
              <a:pathLst>
                <a:path w="2273" h="1588" extrusionOk="0">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65"/>
            <p:cNvSpPr/>
            <p:nvPr/>
          </p:nvSpPr>
          <p:spPr>
            <a:xfrm>
              <a:off x="975282" y="1798360"/>
              <a:ext cx="121156" cy="33024"/>
            </a:xfrm>
            <a:custGeom>
              <a:avLst/>
              <a:gdLst/>
              <a:ahLst/>
              <a:cxnLst/>
              <a:rect l="l" t="t" r="r" b="b"/>
              <a:pathLst>
                <a:path w="4619" h="1259" extrusionOk="0">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65"/>
            <p:cNvSpPr/>
            <p:nvPr/>
          </p:nvSpPr>
          <p:spPr>
            <a:xfrm>
              <a:off x="1006050" y="1765992"/>
              <a:ext cx="49470" cy="38820"/>
            </a:xfrm>
            <a:custGeom>
              <a:avLst/>
              <a:gdLst/>
              <a:ahLst/>
              <a:cxnLst/>
              <a:rect l="l" t="t" r="r" b="b"/>
              <a:pathLst>
                <a:path w="1886" h="1480" extrusionOk="0">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65"/>
            <p:cNvSpPr/>
            <p:nvPr/>
          </p:nvSpPr>
          <p:spPr>
            <a:xfrm>
              <a:off x="892396" y="1661387"/>
              <a:ext cx="120789" cy="115202"/>
            </a:xfrm>
            <a:custGeom>
              <a:avLst/>
              <a:gdLst/>
              <a:ahLst/>
              <a:cxnLst/>
              <a:rect l="l" t="t" r="r" b="b"/>
              <a:pathLst>
                <a:path w="4605" h="4392" extrusionOk="0">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65"/>
            <p:cNvSpPr/>
            <p:nvPr/>
          </p:nvSpPr>
          <p:spPr>
            <a:xfrm>
              <a:off x="946298" y="1691315"/>
              <a:ext cx="35778" cy="41811"/>
            </a:xfrm>
            <a:custGeom>
              <a:avLst/>
              <a:gdLst/>
              <a:ahLst/>
              <a:cxnLst/>
              <a:rect l="l" t="t" r="r" b="b"/>
              <a:pathLst>
                <a:path w="1364" h="1594" extrusionOk="0">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65"/>
            <p:cNvSpPr/>
            <p:nvPr/>
          </p:nvSpPr>
          <p:spPr>
            <a:xfrm>
              <a:off x="964266" y="1691315"/>
              <a:ext cx="17810" cy="29771"/>
            </a:xfrm>
            <a:custGeom>
              <a:avLst/>
              <a:gdLst/>
              <a:ahLst/>
              <a:cxnLst/>
              <a:rect l="l" t="t" r="r" b="b"/>
              <a:pathLst>
                <a:path w="679" h="1135" extrusionOk="0">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65"/>
            <p:cNvSpPr/>
            <p:nvPr/>
          </p:nvSpPr>
          <p:spPr>
            <a:xfrm>
              <a:off x="958207" y="1697164"/>
              <a:ext cx="11935" cy="11961"/>
            </a:xfrm>
            <a:custGeom>
              <a:avLst/>
              <a:gdLst/>
              <a:ahLst/>
              <a:cxnLst/>
              <a:rect l="l" t="t" r="r" b="b"/>
              <a:pathLst>
                <a:path w="455" h="456" extrusionOk="0">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6" name="Google Shape;14586;p65"/>
          <p:cNvGrpSpPr/>
          <p:nvPr/>
        </p:nvGrpSpPr>
        <p:grpSpPr>
          <a:xfrm>
            <a:off x="8011409" y="2982279"/>
            <a:ext cx="236568" cy="370105"/>
            <a:chOff x="8038497" y="2906079"/>
            <a:chExt cx="236568" cy="370105"/>
          </a:xfrm>
        </p:grpSpPr>
        <p:sp>
          <p:nvSpPr>
            <p:cNvPr id="14587" name="Google Shape;14587;p65"/>
            <p:cNvSpPr/>
            <p:nvPr/>
          </p:nvSpPr>
          <p:spPr>
            <a:xfrm>
              <a:off x="8114616" y="3032508"/>
              <a:ext cx="55345" cy="237801"/>
            </a:xfrm>
            <a:custGeom>
              <a:avLst/>
              <a:gdLst/>
              <a:ahLst/>
              <a:cxnLst/>
              <a:rect l="l" t="t" r="r" b="b"/>
              <a:pathLst>
                <a:path w="2110" h="9066" extrusionOk="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65"/>
            <p:cNvSpPr/>
            <p:nvPr/>
          </p:nvSpPr>
          <p:spPr>
            <a:xfrm>
              <a:off x="8114800" y="2997123"/>
              <a:ext cx="83070" cy="273185"/>
            </a:xfrm>
            <a:custGeom>
              <a:avLst/>
              <a:gdLst/>
              <a:ahLst/>
              <a:cxnLst/>
              <a:rect l="l" t="t" r="r" b="b"/>
              <a:pathLst>
                <a:path w="3167" h="10415" extrusionOk="0">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65"/>
            <p:cNvSpPr/>
            <p:nvPr/>
          </p:nvSpPr>
          <p:spPr>
            <a:xfrm>
              <a:off x="8104649" y="3264433"/>
              <a:ext cx="74729" cy="11751"/>
            </a:xfrm>
            <a:custGeom>
              <a:avLst/>
              <a:gdLst/>
              <a:ahLst/>
              <a:cxnLst/>
              <a:rect l="l" t="t" r="r" b="b"/>
              <a:pathLst>
                <a:path w="2849" h="448" extrusionOk="0">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65"/>
            <p:cNvSpPr/>
            <p:nvPr/>
          </p:nvSpPr>
          <p:spPr>
            <a:xfrm>
              <a:off x="8139666" y="2906079"/>
              <a:ext cx="60355" cy="104763"/>
            </a:xfrm>
            <a:custGeom>
              <a:avLst/>
              <a:gdLst/>
              <a:ahLst/>
              <a:cxnLst/>
              <a:rect l="l" t="t" r="r" b="b"/>
              <a:pathLst>
                <a:path w="2301" h="3994" extrusionOk="0">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65"/>
            <p:cNvSpPr/>
            <p:nvPr/>
          </p:nvSpPr>
          <p:spPr>
            <a:xfrm>
              <a:off x="8038497" y="2975169"/>
              <a:ext cx="133065" cy="50598"/>
            </a:xfrm>
            <a:custGeom>
              <a:avLst/>
              <a:gdLst/>
              <a:ahLst/>
              <a:cxnLst/>
              <a:rect l="l" t="t" r="r" b="b"/>
              <a:pathLst>
                <a:path w="5073" h="1929" extrusionOk="0">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65"/>
            <p:cNvSpPr/>
            <p:nvPr/>
          </p:nvSpPr>
          <p:spPr>
            <a:xfrm>
              <a:off x="8171535" y="2996048"/>
              <a:ext cx="93221" cy="82152"/>
            </a:xfrm>
            <a:custGeom>
              <a:avLst/>
              <a:gdLst/>
              <a:ahLst/>
              <a:cxnLst/>
              <a:rect l="l" t="t" r="r" b="b"/>
              <a:pathLst>
                <a:path w="3554" h="3132" extrusionOk="0">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65"/>
            <p:cNvSpPr/>
            <p:nvPr/>
          </p:nvSpPr>
          <p:spPr>
            <a:xfrm>
              <a:off x="8067297" y="2917646"/>
              <a:ext cx="207768" cy="93195"/>
            </a:xfrm>
            <a:custGeom>
              <a:avLst/>
              <a:gdLst/>
              <a:ahLst/>
              <a:cxnLst/>
              <a:rect l="l" t="t" r="r" b="b"/>
              <a:pathLst>
                <a:path w="7921" h="3553" extrusionOk="0">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4" name="Google Shape;14594;p65"/>
          <p:cNvGrpSpPr/>
          <p:nvPr/>
        </p:nvGrpSpPr>
        <p:grpSpPr>
          <a:xfrm>
            <a:off x="6297042" y="1642503"/>
            <a:ext cx="370630" cy="261802"/>
            <a:chOff x="6324130" y="1566303"/>
            <a:chExt cx="370630" cy="261802"/>
          </a:xfrm>
        </p:grpSpPr>
        <p:sp>
          <p:nvSpPr>
            <p:cNvPr id="14595" name="Google Shape;14595;p65"/>
            <p:cNvSpPr/>
            <p:nvPr/>
          </p:nvSpPr>
          <p:spPr>
            <a:xfrm>
              <a:off x="6536147"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65"/>
            <p:cNvSpPr/>
            <p:nvPr/>
          </p:nvSpPr>
          <p:spPr>
            <a:xfrm>
              <a:off x="6404525" y="1787343"/>
              <a:ext cx="51253" cy="40761"/>
            </a:xfrm>
            <a:custGeom>
              <a:avLst/>
              <a:gdLst/>
              <a:ahLst/>
              <a:cxnLst/>
              <a:rect l="l" t="t" r="r" b="b"/>
              <a:pathLst>
                <a:path w="1954" h="1554" extrusionOk="0">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65"/>
            <p:cNvSpPr/>
            <p:nvPr/>
          </p:nvSpPr>
          <p:spPr>
            <a:xfrm>
              <a:off x="6566023"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65"/>
            <p:cNvSpPr/>
            <p:nvPr/>
          </p:nvSpPr>
          <p:spPr>
            <a:xfrm>
              <a:off x="6434401" y="1787343"/>
              <a:ext cx="51253" cy="40761"/>
            </a:xfrm>
            <a:custGeom>
              <a:avLst/>
              <a:gdLst/>
              <a:ahLst/>
              <a:cxnLst/>
              <a:rect l="l" t="t" r="r" b="b"/>
              <a:pathLst>
                <a:path w="1954" h="1554" extrusionOk="0">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65"/>
            <p:cNvSpPr/>
            <p:nvPr/>
          </p:nvSpPr>
          <p:spPr>
            <a:xfrm>
              <a:off x="6324314" y="1684889"/>
              <a:ext cx="362315" cy="112212"/>
            </a:xfrm>
            <a:custGeom>
              <a:avLst/>
              <a:gdLst/>
              <a:ahLst/>
              <a:cxnLst/>
              <a:rect l="l" t="t" r="r" b="b"/>
              <a:pathLst>
                <a:path w="13813" h="4278" extrusionOk="0">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65"/>
            <p:cNvSpPr/>
            <p:nvPr/>
          </p:nvSpPr>
          <p:spPr>
            <a:xfrm>
              <a:off x="6324314" y="1715316"/>
              <a:ext cx="362315" cy="81785"/>
            </a:xfrm>
            <a:custGeom>
              <a:avLst/>
              <a:gdLst/>
              <a:ahLst/>
              <a:cxnLst/>
              <a:rect l="l" t="t" r="r" b="b"/>
              <a:pathLst>
                <a:path w="13813" h="3118" extrusionOk="0">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65"/>
            <p:cNvSpPr/>
            <p:nvPr/>
          </p:nvSpPr>
          <p:spPr>
            <a:xfrm>
              <a:off x="6324130" y="1684836"/>
              <a:ext cx="117405" cy="98258"/>
            </a:xfrm>
            <a:custGeom>
              <a:avLst/>
              <a:gdLst/>
              <a:ahLst/>
              <a:cxnLst/>
              <a:rect l="l" t="t" r="r" b="b"/>
              <a:pathLst>
                <a:path w="4476" h="3746" extrusionOk="0">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65"/>
            <p:cNvSpPr/>
            <p:nvPr/>
          </p:nvSpPr>
          <p:spPr>
            <a:xfrm>
              <a:off x="6382833" y="1566303"/>
              <a:ext cx="311927" cy="177498"/>
            </a:xfrm>
            <a:custGeom>
              <a:avLst/>
              <a:gdLst/>
              <a:ahLst/>
              <a:cxnLst/>
              <a:rect l="l" t="t" r="r" b="b"/>
              <a:pathLst>
                <a:path w="11892" h="6767"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65"/>
            <p:cNvSpPr/>
            <p:nvPr/>
          </p:nvSpPr>
          <p:spPr>
            <a:xfrm>
              <a:off x="6382833" y="1566303"/>
              <a:ext cx="275520" cy="125904"/>
            </a:xfrm>
            <a:custGeom>
              <a:avLst/>
              <a:gdLst/>
              <a:ahLst/>
              <a:cxnLst/>
              <a:rect l="l" t="t" r="r" b="b"/>
              <a:pathLst>
                <a:path w="10504" h="4800"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65"/>
            <p:cNvSpPr/>
            <p:nvPr/>
          </p:nvSpPr>
          <p:spPr>
            <a:xfrm>
              <a:off x="6389941" y="1714607"/>
              <a:ext cx="24027" cy="23843"/>
            </a:xfrm>
            <a:custGeom>
              <a:avLst/>
              <a:gdLst/>
              <a:ahLst/>
              <a:cxnLst/>
              <a:rect l="l" t="t" r="r" b="b"/>
              <a:pathLst>
                <a:path w="916" h="909" extrusionOk="0">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65"/>
            <p:cNvSpPr/>
            <p:nvPr/>
          </p:nvSpPr>
          <p:spPr>
            <a:xfrm>
              <a:off x="6456644" y="1601792"/>
              <a:ext cx="49365" cy="43830"/>
            </a:xfrm>
            <a:custGeom>
              <a:avLst/>
              <a:gdLst/>
              <a:ahLst/>
              <a:cxnLst/>
              <a:rect l="l" t="t" r="r" b="b"/>
              <a:pathLst>
                <a:path w="1882" h="1671" extrusionOk="0">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65"/>
            <p:cNvSpPr/>
            <p:nvPr/>
          </p:nvSpPr>
          <p:spPr>
            <a:xfrm>
              <a:off x="6516763" y="1605753"/>
              <a:ext cx="49286" cy="26519"/>
            </a:xfrm>
            <a:custGeom>
              <a:avLst/>
              <a:gdLst/>
              <a:ahLst/>
              <a:cxnLst/>
              <a:rect l="l" t="t" r="r" b="b"/>
              <a:pathLst>
                <a:path w="1879" h="1011" extrusionOk="0">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65"/>
            <p:cNvSpPr/>
            <p:nvPr/>
          </p:nvSpPr>
          <p:spPr>
            <a:xfrm>
              <a:off x="6575440" y="1631012"/>
              <a:ext cx="44145" cy="13194"/>
            </a:xfrm>
            <a:custGeom>
              <a:avLst/>
              <a:gdLst/>
              <a:ahLst/>
              <a:cxnLst/>
              <a:rect l="l" t="t" r="r" b="b"/>
              <a:pathLst>
                <a:path w="1683" h="503" extrusionOk="0">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65"/>
            <p:cNvSpPr/>
            <p:nvPr/>
          </p:nvSpPr>
          <p:spPr>
            <a:xfrm>
              <a:off x="6632962" y="1667026"/>
              <a:ext cx="32499" cy="19856"/>
            </a:xfrm>
            <a:custGeom>
              <a:avLst/>
              <a:gdLst/>
              <a:ahLst/>
              <a:cxnLst/>
              <a:rect l="l" t="t" r="r" b="b"/>
              <a:pathLst>
                <a:path w="1239" h="757" extrusionOk="0">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65"/>
            <p:cNvSpPr/>
            <p:nvPr/>
          </p:nvSpPr>
          <p:spPr>
            <a:xfrm>
              <a:off x="6428526" y="1678594"/>
              <a:ext cx="52067" cy="35568"/>
            </a:xfrm>
            <a:custGeom>
              <a:avLst/>
              <a:gdLst/>
              <a:ahLst/>
              <a:cxnLst/>
              <a:rect l="l" t="t" r="r" b="b"/>
              <a:pathLst>
                <a:path w="1985" h="1356" extrusionOk="0">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65"/>
            <p:cNvSpPr/>
            <p:nvPr/>
          </p:nvSpPr>
          <p:spPr>
            <a:xfrm>
              <a:off x="6324314" y="1715316"/>
              <a:ext cx="103713" cy="67778"/>
            </a:xfrm>
            <a:custGeom>
              <a:avLst/>
              <a:gdLst/>
              <a:ahLst/>
              <a:cxnLst/>
              <a:rect l="l" t="t" r="r" b="b"/>
              <a:pathLst>
                <a:path w="3954" h="2584" extrusionOk="0">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65"/>
            <p:cNvSpPr/>
            <p:nvPr/>
          </p:nvSpPr>
          <p:spPr>
            <a:xfrm>
              <a:off x="6324130" y="1708024"/>
              <a:ext cx="24210" cy="30086"/>
            </a:xfrm>
            <a:custGeom>
              <a:avLst/>
              <a:gdLst/>
              <a:ahLst/>
              <a:cxnLst/>
              <a:rect l="l" t="t" r="r" b="b"/>
              <a:pathLst>
                <a:path w="923" h="1147" extrusionOk="0">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2" name="Google Shape;14612;p65"/>
          <p:cNvGrpSpPr/>
          <p:nvPr/>
        </p:nvGrpSpPr>
        <p:grpSpPr>
          <a:xfrm>
            <a:off x="5205192" y="2102787"/>
            <a:ext cx="370840" cy="353213"/>
            <a:chOff x="5232280" y="2026587"/>
            <a:chExt cx="370840" cy="353213"/>
          </a:xfrm>
        </p:grpSpPr>
        <p:sp>
          <p:nvSpPr>
            <p:cNvPr id="14613" name="Google Shape;14613;p65"/>
            <p:cNvSpPr/>
            <p:nvPr/>
          </p:nvSpPr>
          <p:spPr>
            <a:xfrm>
              <a:off x="5232280" y="2058561"/>
              <a:ext cx="370840" cy="321239"/>
            </a:xfrm>
            <a:custGeom>
              <a:avLst/>
              <a:gdLst/>
              <a:ahLst/>
              <a:cxnLst/>
              <a:rect l="l" t="t" r="r" b="b"/>
              <a:pathLst>
                <a:path w="14138" h="12247" extrusionOk="0">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65"/>
            <p:cNvSpPr/>
            <p:nvPr/>
          </p:nvSpPr>
          <p:spPr>
            <a:xfrm>
              <a:off x="5287048" y="2026587"/>
              <a:ext cx="105550" cy="71687"/>
            </a:xfrm>
            <a:custGeom>
              <a:avLst/>
              <a:gdLst/>
              <a:ahLst/>
              <a:cxnLst/>
              <a:rect l="l" t="t" r="r" b="b"/>
              <a:pathLst>
                <a:path w="4024" h="2733" extrusionOk="0">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65"/>
            <p:cNvSpPr/>
            <p:nvPr/>
          </p:nvSpPr>
          <p:spPr>
            <a:xfrm>
              <a:off x="5276740" y="2088621"/>
              <a:ext cx="15135" cy="11961"/>
            </a:xfrm>
            <a:custGeom>
              <a:avLst/>
              <a:gdLst/>
              <a:ahLst/>
              <a:cxnLst/>
              <a:rect l="l" t="t" r="r" b="b"/>
              <a:pathLst>
                <a:path w="577" h="456" extrusionOk="0">
                  <a:moveTo>
                    <a:pt x="285" y="1"/>
                  </a:moveTo>
                  <a:cubicBezTo>
                    <a:pt x="0" y="21"/>
                    <a:pt x="0" y="442"/>
                    <a:pt x="285" y="455"/>
                  </a:cubicBezTo>
                  <a:cubicBezTo>
                    <a:pt x="577" y="442"/>
                    <a:pt x="577" y="21"/>
                    <a:pt x="2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65"/>
            <p:cNvSpPr/>
            <p:nvPr/>
          </p:nvSpPr>
          <p:spPr>
            <a:xfrm>
              <a:off x="5370827" y="2355406"/>
              <a:ext cx="29902" cy="24394"/>
            </a:xfrm>
            <a:custGeom>
              <a:avLst/>
              <a:gdLst/>
              <a:ahLst/>
              <a:cxnLst/>
              <a:rect l="l" t="t" r="r" b="b"/>
              <a:pathLst>
                <a:path w="1140" h="930" extrusionOk="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65"/>
            <p:cNvSpPr/>
            <p:nvPr/>
          </p:nvSpPr>
          <p:spPr>
            <a:xfrm>
              <a:off x="5561126" y="2355223"/>
              <a:ext cx="31345" cy="24578"/>
            </a:xfrm>
            <a:custGeom>
              <a:avLst/>
              <a:gdLst/>
              <a:ahLst/>
              <a:cxnLst/>
              <a:rect l="l" t="t" r="r" b="b"/>
              <a:pathLst>
                <a:path w="1195" h="937" extrusionOk="0">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65"/>
            <p:cNvSpPr/>
            <p:nvPr/>
          </p:nvSpPr>
          <p:spPr>
            <a:xfrm>
              <a:off x="5232280" y="2095756"/>
              <a:ext cx="46978" cy="46689"/>
            </a:xfrm>
            <a:custGeom>
              <a:avLst/>
              <a:gdLst/>
              <a:ahLst/>
              <a:cxnLst/>
              <a:rect l="l" t="t" r="r" b="b"/>
              <a:pathLst>
                <a:path w="1791" h="1780" extrusionOk="0">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65"/>
            <p:cNvSpPr/>
            <p:nvPr/>
          </p:nvSpPr>
          <p:spPr>
            <a:xfrm>
              <a:off x="5232621" y="2121933"/>
              <a:ext cx="9469" cy="9574"/>
            </a:xfrm>
            <a:custGeom>
              <a:avLst/>
              <a:gdLst/>
              <a:ahLst/>
              <a:cxnLst/>
              <a:rect l="l" t="t" r="r" b="b"/>
              <a:pathLst>
                <a:path w="361" h="365" extrusionOk="0">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65"/>
            <p:cNvSpPr/>
            <p:nvPr/>
          </p:nvSpPr>
          <p:spPr>
            <a:xfrm>
              <a:off x="5305908" y="2118235"/>
              <a:ext cx="65654" cy="132802"/>
            </a:xfrm>
            <a:custGeom>
              <a:avLst/>
              <a:gdLst/>
              <a:ahLst/>
              <a:cxnLst/>
              <a:rect l="l" t="t" r="r" b="b"/>
              <a:pathLst>
                <a:path w="2503" h="5063" extrusionOk="0">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65"/>
            <p:cNvSpPr/>
            <p:nvPr/>
          </p:nvSpPr>
          <p:spPr>
            <a:xfrm>
              <a:off x="5406762" y="2226302"/>
              <a:ext cx="120947" cy="37745"/>
            </a:xfrm>
            <a:custGeom>
              <a:avLst/>
              <a:gdLst/>
              <a:ahLst/>
              <a:cxnLst/>
              <a:rect l="l" t="t" r="r" b="b"/>
              <a:pathLst>
                <a:path w="4611" h="1439" extrusionOk="0">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65"/>
            <p:cNvSpPr/>
            <p:nvPr/>
          </p:nvSpPr>
          <p:spPr>
            <a:xfrm>
              <a:off x="5302524" y="2046207"/>
              <a:ext cx="73680" cy="48001"/>
            </a:xfrm>
            <a:custGeom>
              <a:avLst/>
              <a:gdLst/>
              <a:ahLst/>
              <a:cxnLst/>
              <a:rect l="l" t="t" r="r" b="b"/>
              <a:pathLst>
                <a:path w="2809" h="1830" extrusionOk="0">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3" name="Google Shape;14623;p65"/>
          <p:cNvGrpSpPr/>
          <p:nvPr/>
        </p:nvGrpSpPr>
        <p:grpSpPr>
          <a:xfrm>
            <a:off x="7941873" y="2511529"/>
            <a:ext cx="379548" cy="365331"/>
            <a:chOff x="7968961" y="2435329"/>
            <a:chExt cx="379548" cy="365331"/>
          </a:xfrm>
        </p:grpSpPr>
        <p:sp>
          <p:nvSpPr>
            <p:cNvPr id="14624" name="Google Shape;14624;p65"/>
            <p:cNvSpPr/>
            <p:nvPr/>
          </p:nvSpPr>
          <p:spPr>
            <a:xfrm>
              <a:off x="8154276" y="2638638"/>
              <a:ext cx="118297" cy="162023"/>
            </a:xfrm>
            <a:custGeom>
              <a:avLst/>
              <a:gdLst/>
              <a:ahLst/>
              <a:cxnLst/>
              <a:rect l="l" t="t" r="r" b="b"/>
              <a:pathLst>
                <a:path w="45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65"/>
            <p:cNvSpPr/>
            <p:nvPr/>
          </p:nvSpPr>
          <p:spPr>
            <a:xfrm>
              <a:off x="8154276" y="2638638"/>
              <a:ext cx="107805" cy="162023"/>
            </a:xfrm>
            <a:custGeom>
              <a:avLst/>
              <a:gdLst/>
              <a:ahLst/>
              <a:cxnLst/>
              <a:rect l="l" t="t" r="r" b="b"/>
              <a:pathLst>
                <a:path w="41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65"/>
            <p:cNvSpPr/>
            <p:nvPr/>
          </p:nvSpPr>
          <p:spPr>
            <a:xfrm>
              <a:off x="8145332" y="2435382"/>
              <a:ext cx="203178" cy="195886"/>
            </a:xfrm>
            <a:custGeom>
              <a:avLst/>
              <a:gdLst/>
              <a:ahLst/>
              <a:cxnLst/>
              <a:rect l="l" t="t" r="r" b="b"/>
              <a:pathLst>
                <a:path w="7746" h="7468" extrusionOk="0">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65"/>
            <p:cNvSpPr/>
            <p:nvPr/>
          </p:nvSpPr>
          <p:spPr>
            <a:xfrm>
              <a:off x="8145489" y="2435329"/>
              <a:ext cx="196095" cy="195886"/>
            </a:xfrm>
            <a:custGeom>
              <a:avLst/>
              <a:gdLst/>
              <a:ahLst/>
              <a:cxnLst/>
              <a:rect l="l" t="t" r="r" b="b"/>
              <a:pathLst>
                <a:path w="7476" h="7468" extrusionOk="0">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65"/>
            <p:cNvSpPr/>
            <p:nvPr/>
          </p:nvSpPr>
          <p:spPr>
            <a:xfrm>
              <a:off x="7968961" y="2488183"/>
              <a:ext cx="136606" cy="226968"/>
            </a:xfrm>
            <a:custGeom>
              <a:avLst/>
              <a:gdLst/>
              <a:ahLst/>
              <a:cxnLst/>
              <a:rect l="l" t="t" r="r" b="b"/>
              <a:pathLst>
                <a:path w="5208" h="8653" extrusionOk="0">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65"/>
            <p:cNvSpPr/>
            <p:nvPr/>
          </p:nvSpPr>
          <p:spPr>
            <a:xfrm>
              <a:off x="7968961" y="2488104"/>
              <a:ext cx="117038" cy="227047"/>
            </a:xfrm>
            <a:custGeom>
              <a:avLst/>
              <a:gdLst/>
              <a:ahLst/>
              <a:cxnLst/>
              <a:rect l="l" t="t" r="r" b="b"/>
              <a:pathLst>
                <a:path w="4462" h="8656" extrusionOk="0">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0" name="Google Shape;14630;p65"/>
          <p:cNvGrpSpPr/>
          <p:nvPr/>
        </p:nvGrpSpPr>
        <p:grpSpPr>
          <a:xfrm>
            <a:off x="4109591" y="2191523"/>
            <a:ext cx="373305" cy="223217"/>
            <a:chOff x="4136679" y="2115323"/>
            <a:chExt cx="373305" cy="223217"/>
          </a:xfrm>
        </p:grpSpPr>
        <p:sp>
          <p:nvSpPr>
            <p:cNvPr id="14631" name="Google Shape;14631;p65"/>
            <p:cNvSpPr/>
            <p:nvPr/>
          </p:nvSpPr>
          <p:spPr>
            <a:xfrm>
              <a:off x="4453092" y="2115323"/>
              <a:ext cx="56893" cy="53903"/>
            </a:xfrm>
            <a:custGeom>
              <a:avLst/>
              <a:gdLst/>
              <a:ahLst/>
              <a:cxnLst/>
              <a:rect l="l" t="t" r="r" b="b"/>
              <a:pathLst>
                <a:path w="2169" h="2055" extrusionOk="0">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65"/>
            <p:cNvSpPr/>
            <p:nvPr/>
          </p:nvSpPr>
          <p:spPr>
            <a:xfrm>
              <a:off x="4136679" y="2131691"/>
              <a:ext cx="367823" cy="206850"/>
            </a:xfrm>
            <a:custGeom>
              <a:avLst/>
              <a:gdLst/>
              <a:ahLst/>
              <a:cxnLst/>
              <a:rect l="l" t="t" r="r" b="b"/>
              <a:pathLst>
                <a:path w="14023" h="7886" extrusionOk="0">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65"/>
            <p:cNvSpPr/>
            <p:nvPr/>
          </p:nvSpPr>
          <p:spPr>
            <a:xfrm>
              <a:off x="4191998" y="2139481"/>
              <a:ext cx="33810" cy="38952"/>
            </a:xfrm>
            <a:custGeom>
              <a:avLst/>
              <a:gdLst/>
              <a:ahLst/>
              <a:cxnLst/>
              <a:rect l="l" t="t" r="r" b="b"/>
              <a:pathLst>
                <a:path w="1289" h="1485" extrusionOk="0">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65"/>
            <p:cNvSpPr/>
            <p:nvPr/>
          </p:nvSpPr>
          <p:spPr>
            <a:xfrm>
              <a:off x="4178123" y="2194275"/>
              <a:ext cx="15686" cy="11777"/>
            </a:xfrm>
            <a:custGeom>
              <a:avLst/>
              <a:gdLst/>
              <a:ahLst/>
              <a:cxnLst/>
              <a:rect l="l" t="t" r="r" b="b"/>
              <a:pathLst>
                <a:path w="598" h="449" extrusionOk="0">
                  <a:moveTo>
                    <a:pt x="299" y="1"/>
                  </a:moveTo>
                  <a:cubicBezTo>
                    <a:pt x="0" y="1"/>
                    <a:pt x="0" y="448"/>
                    <a:pt x="299" y="448"/>
                  </a:cubicBezTo>
                  <a:cubicBezTo>
                    <a:pt x="597" y="448"/>
                    <a:pt x="597" y="1"/>
                    <a:pt x="29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65"/>
            <p:cNvSpPr/>
            <p:nvPr/>
          </p:nvSpPr>
          <p:spPr>
            <a:xfrm>
              <a:off x="4152339" y="2228637"/>
              <a:ext cx="29902" cy="15817"/>
            </a:xfrm>
            <a:custGeom>
              <a:avLst/>
              <a:gdLst/>
              <a:ahLst/>
              <a:cxnLst/>
              <a:rect l="l" t="t" r="r" b="b"/>
              <a:pathLst>
                <a:path w="1140" h="603" extrusionOk="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65"/>
            <p:cNvSpPr/>
            <p:nvPr/>
          </p:nvSpPr>
          <p:spPr>
            <a:xfrm>
              <a:off x="4136863" y="2204584"/>
              <a:ext cx="15502" cy="29194"/>
            </a:xfrm>
            <a:custGeom>
              <a:avLst/>
              <a:gdLst/>
              <a:ahLst/>
              <a:cxnLst/>
              <a:rect l="l" t="t" r="r" b="b"/>
              <a:pathLst>
                <a:path w="591" h="1113" extrusionOk="0">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65"/>
            <p:cNvSpPr/>
            <p:nvPr/>
          </p:nvSpPr>
          <p:spPr>
            <a:xfrm>
              <a:off x="4269246" y="2253477"/>
              <a:ext cx="169629" cy="27410"/>
            </a:xfrm>
            <a:custGeom>
              <a:avLst/>
              <a:gdLst/>
              <a:ahLst/>
              <a:cxnLst/>
              <a:rect l="l" t="t" r="r" b="b"/>
              <a:pathLst>
                <a:path w="6467" h="1045" extrusionOk="0">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65"/>
            <p:cNvSpPr/>
            <p:nvPr/>
          </p:nvSpPr>
          <p:spPr>
            <a:xfrm>
              <a:off x="4171355" y="2249044"/>
              <a:ext cx="63870" cy="14794"/>
            </a:xfrm>
            <a:custGeom>
              <a:avLst/>
              <a:gdLst/>
              <a:ahLst/>
              <a:cxnLst/>
              <a:rect l="l" t="t" r="r" b="b"/>
              <a:pathLst>
                <a:path w="2435" h="564" extrusionOk="0">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65"/>
            <p:cNvSpPr/>
            <p:nvPr/>
          </p:nvSpPr>
          <p:spPr>
            <a:xfrm>
              <a:off x="4443492" y="2324822"/>
              <a:ext cx="25994" cy="13718"/>
            </a:xfrm>
            <a:custGeom>
              <a:avLst/>
              <a:gdLst/>
              <a:ahLst/>
              <a:cxnLst/>
              <a:rect l="l" t="t" r="r" b="b"/>
              <a:pathLst>
                <a:path w="991" h="523" extrusionOk="0">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65"/>
            <p:cNvSpPr/>
            <p:nvPr/>
          </p:nvSpPr>
          <p:spPr>
            <a:xfrm>
              <a:off x="4243042" y="2324822"/>
              <a:ext cx="24210" cy="13718"/>
            </a:xfrm>
            <a:custGeom>
              <a:avLst/>
              <a:gdLst/>
              <a:ahLst/>
              <a:cxnLst/>
              <a:rect l="l" t="t" r="r" b="b"/>
              <a:pathLst>
                <a:path w="923" h="523" extrusionOk="0">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1" name="Google Shape;14641;p65"/>
          <p:cNvGrpSpPr/>
          <p:nvPr/>
        </p:nvGrpSpPr>
        <p:grpSpPr>
          <a:xfrm>
            <a:off x="7396735" y="2540277"/>
            <a:ext cx="372046" cy="307730"/>
            <a:chOff x="7423823" y="2464077"/>
            <a:chExt cx="372046" cy="307730"/>
          </a:xfrm>
        </p:grpSpPr>
        <p:sp>
          <p:nvSpPr>
            <p:cNvPr id="14642" name="Google Shape;14642;p65"/>
            <p:cNvSpPr/>
            <p:nvPr/>
          </p:nvSpPr>
          <p:spPr>
            <a:xfrm>
              <a:off x="7423823" y="2464077"/>
              <a:ext cx="212909" cy="149249"/>
            </a:xfrm>
            <a:custGeom>
              <a:avLst/>
              <a:gdLst/>
              <a:ahLst/>
              <a:cxnLst/>
              <a:rect l="l" t="t" r="r" b="b"/>
              <a:pathLst>
                <a:path w="8117" h="5690" extrusionOk="0">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65"/>
            <p:cNvSpPr/>
            <p:nvPr/>
          </p:nvSpPr>
          <p:spPr>
            <a:xfrm>
              <a:off x="7434840" y="2507645"/>
              <a:ext cx="359115" cy="258287"/>
            </a:xfrm>
            <a:custGeom>
              <a:avLst/>
              <a:gdLst/>
              <a:ahLst/>
              <a:cxnLst/>
              <a:rect l="l" t="t" r="r" b="b"/>
              <a:pathLst>
                <a:path w="13691" h="9847" extrusionOk="0">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65"/>
            <p:cNvSpPr/>
            <p:nvPr/>
          </p:nvSpPr>
          <p:spPr>
            <a:xfrm>
              <a:off x="7434656" y="2507645"/>
              <a:ext cx="302406" cy="223060"/>
            </a:xfrm>
            <a:custGeom>
              <a:avLst/>
              <a:gdLst/>
              <a:ahLst/>
              <a:cxnLst/>
              <a:rect l="l" t="t" r="r" b="b"/>
              <a:pathLst>
                <a:path w="11529" h="8504" extrusionOk="0">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65"/>
            <p:cNvSpPr/>
            <p:nvPr/>
          </p:nvSpPr>
          <p:spPr>
            <a:xfrm>
              <a:off x="7434840" y="2507645"/>
              <a:ext cx="129865" cy="173433"/>
            </a:xfrm>
            <a:custGeom>
              <a:avLst/>
              <a:gdLst/>
              <a:ahLst/>
              <a:cxnLst/>
              <a:rect l="l" t="t" r="r" b="b"/>
              <a:pathLst>
                <a:path w="4951" h="6612" extrusionOk="0">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65"/>
            <p:cNvSpPr/>
            <p:nvPr/>
          </p:nvSpPr>
          <p:spPr>
            <a:xfrm>
              <a:off x="7459915" y="2490045"/>
              <a:ext cx="205932" cy="82729"/>
            </a:xfrm>
            <a:custGeom>
              <a:avLst/>
              <a:gdLst/>
              <a:ahLst/>
              <a:cxnLst/>
              <a:rect l="l" t="t" r="r" b="b"/>
              <a:pathLst>
                <a:path w="7851" h="3154" extrusionOk="0">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7" name="Google Shape;14647;p65"/>
            <p:cNvSpPr/>
            <p:nvPr/>
          </p:nvSpPr>
          <p:spPr>
            <a:xfrm>
              <a:off x="7423823" y="2553469"/>
              <a:ext cx="102192" cy="177236"/>
            </a:xfrm>
            <a:custGeom>
              <a:avLst/>
              <a:gdLst/>
              <a:ahLst/>
              <a:cxnLst/>
              <a:rect l="l" t="t" r="r" b="b"/>
              <a:pathLst>
                <a:path w="3896" h="6757" extrusionOk="0">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8" name="Google Shape;14648;p65"/>
            <p:cNvSpPr/>
            <p:nvPr/>
          </p:nvSpPr>
          <p:spPr>
            <a:xfrm>
              <a:off x="7423823" y="2581456"/>
              <a:ext cx="41102" cy="149249"/>
            </a:xfrm>
            <a:custGeom>
              <a:avLst/>
              <a:gdLst/>
              <a:ahLst/>
              <a:cxnLst/>
              <a:rect l="l" t="t" r="r" b="b"/>
              <a:pathLst>
                <a:path w="1567" h="5690" extrusionOk="0">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65"/>
            <p:cNvSpPr/>
            <p:nvPr/>
          </p:nvSpPr>
          <p:spPr>
            <a:xfrm>
              <a:off x="7445882" y="2660251"/>
              <a:ext cx="347915" cy="111556"/>
            </a:xfrm>
            <a:custGeom>
              <a:avLst/>
              <a:gdLst/>
              <a:ahLst/>
              <a:cxnLst/>
              <a:rect l="l" t="t" r="r" b="b"/>
              <a:pathLst>
                <a:path w="13264" h="4253" extrusionOk="0">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65"/>
            <p:cNvSpPr/>
            <p:nvPr/>
          </p:nvSpPr>
          <p:spPr>
            <a:xfrm>
              <a:off x="7446040" y="2660251"/>
              <a:ext cx="349830" cy="111556"/>
            </a:xfrm>
            <a:custGeom>
              <a:avLst/>
              <a:gdLst/>
              <a:ahLst/>
              <a:cxnLst/>
              <a:rect l="l" t="t" r="r" b="b"/>
              <a:pathLst>
                <a:path w="13337" h="4253" extrusionOk="0">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65"/>
            <p:cNvSpPr/>
            <p:nvPr/>
          </p:nvSpPr>
          <p:spPr>
            <a:xfrm>
              <a:off x="7433423" y="2624133"/>
              <a:ext cx="118533" cy="106572"/>
            </a:xfrm>
            <a:custGeom>
              <a:avLst/>
              <a:gdLst/>
              <a:ahLst/>
              <a:cxnLst/>
              <a:rect l="l" t="t" r="r" b="b"/>
              <a:pathLst>
                <a:path w="4519" h="4063" extrusionOk="0">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65"/>
            <p:cNvSpPr/>
            <p:nvPr/>
          </p:nvSpPr>
          <p:spPr>
            <a:xfrm>
              <a:off x="7439823" y="2642126"/>
              <a:ext cx="99149" cy="88579"/>
            </a:xfrm>
            <a:custGeom>
              <a:avLst/>
              <a:gdLst/>
              <a:ahLst/>
              <a:cxnLst/>
              <a:rect l="l" t="t" r="r" b="b"/>
              <a:pathLst>
                <a:path w="3780" h="3377" extrusionOk="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65"/>
            <p:cNvSpPr/>
            <p:nvPr/>
          </p:nvSpPr>
          <p:spPr>
            <a:xfrm>
              <a:off x="7744196" y="2725669"/>
              <a:ext cx="26650" cy="14112"/>
            </a:xfrm>
            <a:custGeom>
              <a:avLst/>
              <a:gdLst/>
              <a:ahLst/>
              <a:cxnLst/>
              <a:rect l="l" t="t" r="r" b="b"/>
              <a:pathLst>
                <a:path w="1016" h="538" extrusionOk="0">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65"/>
            <p:cNvSpPr/>
            <p:nvPr/>
          </p:nvSpPr>
          <p:spPr>
            <a:xfrm>
              <a:off x="7596679" y="2685694"/>
              <a:ext cx="24578" cy="16027"/>
            </a:xfrm>
            <a:custGeom>
              <a:avLst/>
              <a:gdLst/>
              <a:ahLst/>
              <a:cxnLst/>
              <a:rect l="l" t="t" r="r" b="b"/>
              <a:pathLst>
                <a:path w="937" h="611" extrusionOk="0">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5" name="Google Shape;14655;p65"/>
          <p:cNvGrpSpPr/>
          <p:nvPr/>
        </p:nvGrpSpPr>
        <p:grpSpPr>
          <a:xfrm>
            <a:off x="3855423" y="3441356"/>
            <a:ext cx="295061" cy="370263"/>
            <a:chOff x="3882511" y="3365156"/>
            <a:chExt cx="295061" cy="370263"/>
          </a:xfrm>
        </p:grpSpPr>
        <p:sp>
          <p:nvSpPr>
            <p:cNvPr id="14656" name="Google Shape;14656;p65"/>
            <p:cNvSpPr/>
            <p:nvPr/>
          </p:nvSpPr>
          <p:spPr>
            <a:xfrm>
              <a:off x="3882511" y="3365156"/>
              <a:ext cx="295061" cy="282209"/>
            </a:xfrm>
            <a:custGeom>
              <a:avLst/>
              <a:gdLst/>
              <a:ahLst/>
              <a:cxnLst/>
              <a:rect l="l" t="t" r="r" b="b"/>
              <a:pathLst>
                <a:path w="11249" h="10759" extrusionOk="0">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65"/>
            <p:cNvSpPr/>
            <p:nvPr/>
          </p:nvSpPr>
          <p:spPr>
            <a:xfrm>
              <a:off x="3882511" y="3365314"/>
              <a:ext cx="166875" cy="282051"/>
            </a:xfrm>
            <a:custGeom>
              <a:avLst/>
              <a:gdLst/>
              <a:ahLst/>
              <a:cxnLst/>
              <a:rect l="l" t="t" r="r" b="b"/>
              <a:pathLst>
                <a:path w="6362" h="10753" extrusionOk="0">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8" name="Google Shape;14658;p65"/>
            <p:cNvSpPr/>
            <p:nvPr/>
          </p:nvSpPr>
          <p:spPr>
            <a:xfrm>
              <a:off x="4023208" y="3614656"/>
              <a:ext cx="35227" cy="114887"/>
            </a:xfrm>
            <a:custGeom>
              <a:avLst/>
              <a:gdLst/>
              <a:ahLst/>
              <a:cxnLst/>
              <a:rect l="l" t="t" r="r" b="b"/>
              <a:pathLst>
                <a:path w="1343" h="4380" extrusionOk="0">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65"/>
            <p:cNvSpPr/>
            <p:nvPr/>
          </p:nvSpPr>
          <p:spPr>
            <a:xfrm>
              <a:off x="4023208" y="3614656"/>
              <a:ext cx="30269" cy="114887"/>
            </a:xfrm>
            <a:custGeom>
              <a:avLst/>
              <a:gdLst/>
              <a:ahLst/>
              <a:cxnLst/>
              <a:rect l="l" t="t" r="r" b="b"/>
              <a:pathLst>
                <a:path w="1154" h="4380" extrusionOk="0">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65"/>
            <p:cNvSpPr/>
            <p:nvPr/>
          </p:nvSpPr>
          <p:spPr>
            <a:xfrm>
              <a:off x="4003641" y="3723642"/>
              <a:ext cx="74362" cy="11777"/>
            </a:xfrm>
            <a:custGeom>
              <a:avLst/>
              <a:gdLst/>
              <a:ahLst/>
              <a:cxnLst/>
              <a:rect l="l" t="t" r="r" b="b"/>
              <a:pathLst>
                <a:path w="2835" h="449" extrusionOk="0">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1" name="Google Shape;14661;p65"/>
          <p:cNvGrpSpPr/>
          <p:nvPr/>
        </p:nvGrpSpPr>
        <p:grpSpPr>
          <a:xfrm>
            <a:off x="5202700" y="1588417"/>
            <a:ext cx="370132" cy="370132"/>
            <a:chOff x="5229788" y="1512217"/>
            <a:chExt cx="370132" cy="370132"/>
          </a:xfrm>
        </p:grpSpPr>
        <p:sp>
          <p:nvSpPr>
            <p:cNvPr id="14662" name="Google Shape;14662;p65"/>
            <p:cNvSpPr/>
            <p:nvPr/>
          </p:nvSpPr>
          <p:spPr>
            <a:xfrm>
              <a:off x="5468639"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65"/>
            <p:cNvSpPr/>
            <p:nvPr/>
          </p:nvSpPr>
          <p:spPr>
            <a:xfrm>
              <a:off x="5492482"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65"/>
            <p:cNvSpPr/>
            <p:nvPr/>
          </p:nvSpPr>
          <p:spPr>
            <a:xfrm>
              <a:off x="5229788" y="1512217"/>
              <a:ext cx="131465" cy="131281"/>
            </a:xfrm>
            <a:custGeom>
              <a:avLst/>
              <a:gdLst/>
              <a:ahLst/>
              <a:cxnLst/>
              <a:rect l="l" t="t" r="r" b="b"/>
              <a:pathLst>
                <a:path w="5012" h="5005" extrusionOk="0">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65"/>
            <p:cNvSpPr/>
            <p:nvPr/>
          </p:nvSpPr>
          <p:spPr>
            <a:xfrm>
              <a:off x="5253789" y="1536034"/>
              <a:ext cx="83438" cy="83621"/>
            </a:xfrm>
            <a:custGeom>
              <a:avLst/>
              <a:gdLst/>
              <a:ahLst/>
              <a:cxnLst/>
              <a:rect l="l" t="t" r="r" b="b"/>
              <a:pathLst>
                <a:path w="3181" h="3188" extrusionOk="0">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65"/>
            <p:cNvSpPr/>
            <p:nvPr/>
          </p:nvSpPr>
          <p:spPr>
            <a:xfrm>
              <a:off x="5241697" y="1547942"/>
              <a:ext cx="346315" cy="334406"/>
            </a:xfrm>
            <a:custGeom>
              <a:avLst/>
              <a:gdLst/>
              <a:ahLst/>
              <a:cxnLst/>
              <a:rect l="l" t="t" r="r" b="b"/>
              <a:pathLst>
                <a:path w="13203" h="12749" extrusionOk="0">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65"/>
            <p:cNvSpPr/>
            <p:nvPr/>
          </p:nvSpPr>
          <p:spPr>
            <a:xfrm>
              <a:off x="5370119" y="1786819"/>
              <a:ext cx="89471" cy="71687"/>
            </a:xfrm>
            <a:custGeom>
              <a:avLst/>
              <a:gdLst/>
              <a:ahLst/>
              <a:cxnLst/>
              <a:rect l="l" t="t" r="r" b="b"/>
              <a:pathLst>
                <a:path w="3411" h="2733" extrusionOk="0">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65"/>
            <p:cNvSpPr/>
            <p:nvPr/>
          </p:nvSpPr>
          <p:spPr>
            <a:xfrm>
              <a:off x="5241880" y="1552034"/>
              <a:ext cx="165065" cy="330131"/>
            </a:xfrm>
            <a:custGeom>
              <a:avLst/>
              <a:gdLst/>
              <a:ahLst/>
              <a:cxnLst/>
              <a:rect l="l" t="t" r="r" b="b"/>
              <a:pathLst>
                <a:path w="6293" h="12586" extrusionOk="0">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65"/>
            <p:cNvSpPr/>
            <p:nvPr/>
          </p:nvSpPr>
          <p:spPr>
            <a:xfrm>
              <a:off x="532529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65"/>
            <p:cNvSpPr/>
            <p:nvPr/>
          </p:nvSpPr>
          <p:spPr>
            <a:xfrm>
              <a:off x="534325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65"/>
            <p:cNvSpPr/>
            <p:nvPr/>
          </p:nvSpPr>
          <p:spPr>
            <a:xfrm>
              <a:off x="5337200" y="1697164"/>
              <a:ext cx="11961" cy="11961"/>
            </a:xfrm>
            <a:custGeom>
              <a:avLst/>
              <a:gdLst/>
              <a:ahLst/>
              <a:cxnLst/>
              <a:rect l="l" t="t" r="r" b="b"/>
              <a:pathLst>
                <a:path w="456" h="456" extrusionOk="0">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65"/>
            <p:cNvSpPr/>
            <p:nvPr/>
          </p:nvSpPr>
          <p:spPr>
            <a:xfrm>
              <a:off x="5468639" y="1691315"/>
              <a:ext cx="35778" cy="41811"/>
            </a:xfrm>
            <a:custGeom>
              <a:avLst/>
              <a:gdLst/>
              <a:ahLst/>
              <a:cxnLst/>
              <a:rect l="l" t="t" r="r" b="b"/>
              <a:pathLst>
                <a:path w="1364" h="1594" extrusionOk="0">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65"/>
            <p:cNvSpPr/>
            <p:nvPr/>
          </p:nvSpPr>
          <p:spPr>
            <a:xfrm>
              <a:off x="5486423" y="1691315"/>
              <a:ext cx="17994" cy="29771"/>
            </a:xfrm>
            <a:custGeom>
              <a:avLst/>
              <a:gdLst/>
              <a:ahLst/>
              <a:cxnLst/>
              <a:rect l="l" t="t" r="r" b="b"/>
              <a:pathLst>
                <a:path w="686" h="1135" extrusionOk="0">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65"/>
            <p:cNvSpPr/>
            <p:nvPr/>
          </p:nvSpPr>
          <p:spPr>
            <a:xfrm>
              <a:off x="5480573" y="1697164"/>
              <a:ext cx="11935" cy="11961"/>
            </a:xfrm>
            <a:custGeom>
              <a:avLst/>
              <a:gdLst/>
              <a:ahLst/>
              <a:cxnLst/>
              <a:rect l="l" t="t" r="r" b="b"/>
              <a:pathLst>
                <a:path w="455" h="456" extrusionOk="0">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65"/>
            <p:cNvSpPr/>
            <p:nvPr/>
          </p:nvSpPr>
          <p:spPr>
            <a:xfrm>
              <a:off x="5355168" y="1780759"/>
              <a:ext cx="119373" cy="47870"/>
            </a:xfrm>
            <a:custGeom>
              <a:avLst/>
              <a:gdLst/>
              <a:ahLst/>
              <a:cxnLst/>
              <a:rect l="l" t="t" r="r" b="b"/>
              <a:pathLst>
                <a:path w="4551" h="1825" extrusionOk="0">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65"/>
            <p:cNvSpPr/>
            <p:nvPr/>
          </p:nvSpPr>
          <p:spPr>
            <a:xfrm>
              <a:off x="5385044" y="1762976"/>
              <a:ext cx="59804" cy="41653"/>
            </a:xfrm>
            <a:custGeom>
              <a:avLst/>
              <a:gdLst/>
              <a:ahLst/>
              <a:cxnLst/>
              <a:rect l="l" t="t" r="r" b="b"/>
              <a:pathLst>
                <a:path w="2280" h="1588" extrusionOk="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65"/>
            <p:cNvSpPr/>
            <p:nvPr/>
          </p:nvSpPr>
          <p:spPr>
            <a:xfrm>
              <a:off x="5354276" y="1798543"/>
              <a:ext cx="121340" cy="32761"/>
            </a:xfrm>
            <a:custGeom>
              <a:avLst/>
              <a:gdLst/>
              <a:ahLst/>
              <a:cxnLst/>
              <a:rect l="l" t="t" r="r" b="b"/>
              <a:pathLst>
                <a:path w="4626" h="1249" extrusionOk="0">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65"/>
            <p:cNvSpPr/>
            <p:nvPr/>
          </p:nvSpPr>
          <p:spPr>
            <a:xfrm>
              <a:off x="5385044" y="1765992"/>
              <a:ext cx="49470" cy="38820"/>
            </a:xfrm>
            <a:custGeom>
              <a:avLst/>
              <a:gdLst/>
              <a:ahLst/>
              <a:cxnLst/>
              <a:rect l="l" t="t" r="r" b="b"/>
              <a:pathLst>
                <a:path w="1886" h="1480" extrusionOk="0">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9" name="Google Shape;14679;p65"/>
          <p:cNvGrpSpPr/>
          <p:nvPr/>
        </p:nvGrpSpPr>
        <p:grpSpPr>
          <a:xfrm>
            <a:off x="6014781" y="3441592"/>
            <a:ext cx="373882" cy="370053"/>
            <a:chOff x="6041869" y="3365392"/>
            <a:chExt cx="373882" cy="370053"/>
          </a:xfrm>
        </p:grpSpPr>
        <p:sp>
          <p:nvSpPr>
            <p:cNvPr id="14680" name="Google Shape;14680;p65"/>
            <p:cNvSpPr/>
            <p:nvPr/>
          </p:nvSpPr>
          <p:spPr>
            <a:xfrm>
              <a:off x="6082080" y="3626355"/>
              <a:ext cx="70795" cy="68854"/>
            </a:xfrm>
            <a:custGeom>
              <a:avLst/>
              <a:gdLst/>
              <a:ahLst/>
              <a:cxnLst/>
              <a:rect l="l" t="t" r="r" b="b"/>
              <a:pathLst>
                <a:path w="2699" h="2625" extrusionOk="0">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65"/>
            <p:cNvSpPr/>
            <p:nvPr/>
          </p:nvSpPr>
          <p:spPr>
            <a:xfrm>
              <a:off x="6304746" y="3405603"/>
              <a:ext cx="70821" cy="68723"/>
            </a:xfrm>
            <a:custGeom>
              <a:avLst/>
              <a:gdLst/>
              <a:ahLst/>
              <a:cxnLst/>
              <a:rect l="l" t="t" r="r" b="b"/>
              <a:pathLst>
                <a:path w="2700" h="2620" extrusionOk="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65"/>
            <p:cNvSpPr/>
            <p:nvPr/>
          </p:nvSpPr>
          <p:spPr>
            <a:xfrm>
              <a:off x="6180128" y="3388344"/>
              <a:ext cx="97418" cy="52171"/>
            </a:xfrm>
            <a:custGeom>
              <a:avLst/>
              <a:gdLst/>
              <a:ahLst/>
              <a:cxnLst/>
              <a:rect l="l" t="t" r="r" b="b"/>
              <a:pathLst>
                <a:path w="3714" h="1989" extrusionOk="0">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65"/>
            <p:cNvSpPr/>
            <p:nvPr/>
          </p:nvSpPr>
          <p:spPr>
            <a:xfrm>
              <a:off x="6180075" y="3660375"/>
              <a:ext cx="96946" cy="52093"/>
            </a:xfrm>
            <a:custGeom>
              <a:avLst/>
              <a:gdLst/>
              <a:ahLst/>
              <a:cxnLst/>
              <a:rect l="l" t="t" r="r" b="b"/>
              <a:pathLst>
                <a:path w="3696" h="1986" extrusionOk="0">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65"/>
            <p:cNvSpPr/>
            <p:nvPr/>
          </p:nvSpPr>
          <p:spPr>
            <a:xfrm>
              <a:off x="6338190" y="3503939"/>
              <a:ext cx="55109" cy="92749"/>
            </a:xfrm>
            <a:custGeom>
              <a:avLst/>
              <a:gdLst/>
              <a:ahLst/>
              <a:cxnLst/>
              <a:rect l="l" t="t" r="r" b="b"/>
              <a:pathLst>
                <a:path w="2101" h="3536" extrusionOk="0">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65"/>
            <p:cNvSpPr/>
            <p:nvPr/>
          </p:nvSpPr>
          <p:spPr>
            <a:xfrm>
              <a:off x="6064506" y="3503939"/>
              <a:ext cx="55109" cy="92749"/>
            </a:xfrm>
            <a:custGeom>
              <a:avLst/>
              <a:gdLst/>
              <a:ahLst/>
              <a:cxnLst/>
              <a:rect l="l" t="t" r="r" b="b"/>
              <a:pathLst>
                <a:path w="2101" h="3536" extrusionOk="0">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65"/>
            <p:cNvSpPr/>
            <p:nvPr/>
          </p:nvSpPr>
          <p:spPr>
            <a:xfrm>
              <a:off x="6304746" y="3626355"/>
              <a:ext cx="70821" cy="68854"/>
            </a:xfrm>
            <a:custGeom>
              <a:avLst/>
              <a:gdLst/>
              <a:ahLst/>
              <a:cxnLst/>
              <a:rect l="l" t="t" r="r" b="b"/>
              <a:pathLst>
                <a:path w="2700" h="2625" extrusionOk="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65"/>
            <p:cNvSpPr/>
            <p:nvPr/>
          </p:nvSpPr>
          <p:spPr>
            <a:xfrm>
              <a:off x="6082080" y="3405603"/>
              <a:ext cx="70795" cy="68723"/>
            </a:xfrm>
            <a:custGeom>
              <a:avLst/>
              <a:gdLst/>
              <a:ahLst/>
              <a:cxnLst/>
              <a:rect l="l" t="t" r="r" b="b"/>
              <a:pathLst>
                <a:path w="2699" h="2620" extrusionOk="0">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65"/>
            <p:cNvSpPr/>
            <p:nvPr/>
          </p:nvSpPr>
          <p:spPr>
            <a:xfrm>
              <a:off x="6041869" y="3365392"/>
              <a:ext cx="373882" cy="370053"/>
            </a:xfrm>
            <a:custGeom>
              <a:avLst/>
              <a:gdLst/>
              <a:ahLst/>
              <a:cxnLst/>
              <a:rect l="l" t="t" r="r" b="b"/>
              <a:pathLst>
                <a:path w="14254" h="14108" extrusionOk="0">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65"/>
            <p:cNvSpPr/>
            <p:nvPr/>
          </p:nvSpPr>
          <p:spPr>
            <a:xfrm>
              <a:off x="6141832" y="3463755"/>
              <a:ext cx="173957" cy="173302"/>
            </a:xfrm>
            <a:custGeom>
              <a:avLst/>
              <a:gdLst/>
              <a:ahLst/>
              <a:cxnLst/>
              <a:rect l="l" t="t" r="r" b="b"/>
              <a:pathLst>
                <a:path w="6632" h="6607" extrusionOk="0">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0" name="Google Shape;14690;p65"/>
          <p:cNvGrpSpPr/>
          <p:nvPr/>
        </p:nvGrpSpPr>
        <p:grpSpPr>
          <a:xfrm>
            <a:off x="4657221" y="2163693"/>
            <a:ext cx="374748" cy="279140"/>
            <a:chOff x="4684309" y="2087493"/>
            <a:chExt cx="374748" cy="279140"/>
          </a:xfrm>
        </p:grpSpPr>
        <p:sp>
          <p:nvSpPr>
            <p:cNvPr id="14691" name="Google Shape;14691;p65"/>
            <p:cNvSpPr/>
            <p:nvPr/>
          </p:nvSpPr>
          <p:spPr>
            <a:xfrm>
              <a:off x="4994977" y="2140268"/>
              <a:ext cx="64080" cy="144029"/>
            </a:xfrm>
            <a:custGeom>
              <a:avLst/>
              <a:gdLst/>
              <a:ahLst/>
              <a:cxnLst/>
              <a:rect l="l" t="t" r="r" b="b"/>
              <a:pathLst>
                <a:path w="2443" h="5491" extrusionOk="0">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65"/>
            <p:cNvSpPr/>
            <p:nvPr/>
          </p:nvSpPr>
          <p:spPr>
            <a:xfrm>
              <a:off x="4684309" y="2118707"/>
              <a:ext cx="342931" cy="247926"/>
            </a:xfrm>
            <a:custGeom>
              <a:avLst/>
              <a:gdLst/>
              <a:ahLst/>
              <a:cxnLst/>
              <a:rect l="l" t="t" r="r" b="b"/>
              <a:pathLst>
                <a:path w="13074" h="9452" extrusionOk="0">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65"/>
            <p:cNvSpPr/>
            <p:nvPr/>
          </p:nvSpPr>
          <p:spPr>
            <a:xfrm>
              <a:off x="4716494" y="2087493"/>
              <a:ext cx="48762" cy="52198"/>
            </a:xfrm>
            <a:custGeom>
              <a:avLst/>
              <a:gdLst/>
              <a:ahLst/>
              <a:cxnLst/>
              <a:rect l="l" t="t" r="r" b="b"/>
              <a:pathLst>
                <a:path w="1859" h="1990" extrusionOk="0">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65"/>
            <p:cNvSpPr/>
            <p:nvPr/>
          </p:nvSpPr>
          <p:spPr>
            <a:xfrm>
              <a:off x="4759721" y="2118681"/>
              <a:ext cx="36827" cy="23948"/>
            </a:xfrm>
            <a:custGeom>
              <a:avLst/>
              <a:gdLst/>
              <a:ahLst/>
              <a:cxnLst/>
              <a:rect l="l" t="t" r="r" b="b"/>
              <a:pathLst>
                <a:path w="1404" h="913" extrusionOk="0">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65"/>
            <p:cNvSpPr/>
            <p:nvPr/>
          </p:nvSpPr>
          <p:spPr>
            <a:xfrm>
              <a:off x="4778554" y="2342973"/>
              <a:ext cx="43620" cy="23502"/>
            </a:xfrm>
            <a:custGeom>
              <a:avLst/>
              <a:gdLst/>
              <a:ahLst/>
              <a:cxnLst/>
              <a:rect l="l" t="t" r="r" b="b"/>
              <a:pathLst>
                <a:path w="1663" h="896" extrusionOk="0">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65"/>
            <p:cNvSpPr/>
            <p:nvPr/>
          </p:nvSpPr>
          <p:spPr>
            <a:xfrm>
              <a:off x="4979895" y="2341714"/>
              <a:ext cx="40211" cy="24761"/>
            </a:xfrm>
            <a:custGeom>
              <a:avLst/>
              <a:gdLst/>
              <a:ahLst/>
              <a:cxnLst/>
              <a:rect l="l" t="t" r="r" b="b"/>
              <a:pathLst>
                <a:path w="1533" h="944" extrusionOk="0">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65"/>
            <p:cNvSpPr/>
            <p:nvPr/>
          </p:nvSpPr>
          <p:spPr>
            <a:xfrm>
              <a:off x="4731969" y="2155140"/>
              <a:ext cx="11751" cy="11777"/>
            </a:xfrm>
            <a:custGeom>
              <a:avLst/>
              <a:gdLst/>
              <a:ahLst/>
              <a:cxnLst/>
              <a:rect l="l" t="t" r="r" b="b"/>
              <a:pathLst>
                <a:path w="448" h="449" extrusionOk="0">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65"/>
            <p:cNvSpPr/>
            <p:nvPr/>
          </p:nvSpPr>
          <p:spPr>
            <a:xfrm>
              <a:off x="4741569" y="2191311"/>
              <a:ext cx="64578" cy="74493"/>
            </a:xfrm>
            <a:custGeom>
              <a:avLst/>
              <a:gdLst/>
              <a:ahLst/>
              <a:cxnLst/>
              <a:rect l="l" t="t" r="r" b="b"/>
              <a:pathLst>
                <a:path w="2462" h="2840" extrusionOk="0">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65"/>
            <p:cNvSpPr/>
            <p:nvPr/>
          </p:nvSpPr>
          <p:spPr>
            <a:xfrm>
              <a:off x="4837073" y="2244716"/>
              <a:ext cx="143924" cy="39581"/>
            </a:xfrm>
            <a:custGeom>
              <a:avLst/>
              <a:gdLst/>
              <a:ahLst/>
              <a:cxnLst/>
              <a:rect l="l" t="t" r="r" b="b"/>
              <a:pathLst>
                <a:path w="5487" h="1509" extrusionOk="0">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65"/>
            <p:cNvSpPr/>
            <p:nvPr/>
          </p:nvSpPr>
          <p:spPr>
            <a:xfrm>
              <a:off x="4684309" y="2161199"/>
              <a:ext cx="47503" cy="48237"/>
            </a:xfrm>
            <a:custGeom>
              <a:avLst/>
              <a:gdLst/>
              <a:ahLst/>
              <a:cxnLst/>
              <a:rect l="l" t="t" r="r" b="b"/>
              <a:pathLst>
                <a:path w="1811" h="1839" extrusionOk="0">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65"/>
            <p:cNvSpPr/>
            <p:nvPr/>
          </p:nvSpPr>
          <p:spPr>
            <a:xfrm>
              <a:off x="4716494" y="2087913"/>
              <a:ext cx="44670" cy="51935"/>
            </a:xfrm>
            <a:custGeom>
              <a:avLst/>
              <a:gdLst/>
              <a:ahLst/>
              <a:cxnLst/>
              <a:rect l="l" t="t" r="r" b="b"/>
              <a:pathLst>
                <a:path w="1703" h="1980" extrusionOk="0">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2" name="Google Shape;14702;p65"/>
            <p:cNvSpPr/>
            <p:nvPr/>
          </p:nvSpPr>
          <p:spPr>
            <a:xfrm>
              <a:off x="4684309" y="2177200"/>
              <a:ext cx="10518" cy="17102"/>
            </a:xfrm>
            <a:custGeom>
              <a:avLst/>
              <a:gdLst/>
              <a:ahLst/>
              <a:cxnLst/>
              <a:rect l="l" t="t" r="r" b="b"/>
              <a:pathLst>
                <a:path w="401" h="652" extrusionOk="0">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3" name="Google Shape;14703;p65"/>
          <p:cNvGrpSpPr/>
          <p:nvPr/>
        </p:nvGrpSpPr>
        <p:grpSpPr>
          <a:xfrm>
            <a:off x="7494022" y="2982331"/>
            <a:ext cx="175400" cy="370053"/>
            <a:chOff x="7521110" y="2906131"/>
            <a:chExt cx="175400" cy="370053"/>
          </a:xfrm>
        </p:grpSpPr>
        <p:sp>
          <p:nvSpPr>
            <p:cNvPr id="14704" name="Google Shape;14704;p65"/>
            <p:cNvSpPr/>
            <p:nvPr/>
          </p:nvSpPr>
          <p:spPr>
            <a:xfrm>
              <a:off x="7590646" y="3215698"/>
              <a:ext cx="36302" cy="54453"/>
            </a:xfrm>
            <a:custGeom>
              <a:avLst/>
              <a:gdLst/>
              <a:ahLst/>
              <a:cxnLst/>
              <a:rect l="l" t="t" r="r" b="b"/>
              <a:pathLst>
                <a:path w="1384" h="2076" extrusionOk="0">
                  <a:moveTo>
                    <a:pt x="1" y="0"/>
                  </a:moveTo>
                  <a:lnTo>
                    <a:pt x="1" y="2075"/>
                  </a:lnTo>
                  <a:lnTo>
                    <a:pt x="1384" y="2075"/>
                  </a:lnTo>
                  <a:lnTo>
                    <a:pt x="1384"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65"/>
            <p:cNvSpPr/>
            <p:nvPr/>
          </p:nvSpPr>
          <p:spPr>
            <a:xfrm>
              <a:off x="7608797" y="3233823"/>
              <a:ext cx="18151" cy="36329"/>
            </a:xfrm>
            <a:custGeom>
              <a:avLst/>
              <a:gdLst/>
              <a:ahLst/>
              <a:cxnLst/>
              <a:rect l="l" t="t" r="r" b="b"/>
              <a:pathLst>
                <a:path w="692" h="1385" extrusionOk="0">
                  <a:moveTo>
                    <a:pt x="231" y="1"/>
                  </a:moveTo>
                  <a:cubicBezTo>
                    <a:pt x="102" y="1"/>
                    <a:pt x="0" y="103"/>
                    <a:pt x="0" y="231"/>
                  </a:cubicBezTo>
                  <a:lnTo>
                    <a:pt x="0" y="1384"/>
                  </a:lnTo>
                  <a:lnTo>
                    <a:pt x="692" y="1384"/>
                  </a:lnTo>
                  <a:lnTo>
                    <a:pt x="692"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65"/>
            <p:cNvSpPr/>
            <p:nvPr/>
          </p:nvSpPr>
          <p:spPr>
            <a:xfrm>
              <a:off x="7570554" y="3264066"/>
              <a:ext cx="76513" cy="12118"/>
            </a:xfrm>
            <a:custGeom>
              <a:avLst/>
              <a:gdLst/>
              <a:ahLst/>
              <a:cxnLst/>
              <a:rect l="l" t="t" r="r" b="b"/>
              <a:pathLst>
                <a:path w="2917" h="462" extrusionOk="0">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65"/>
            <p:cNvSpPr/>
            <p:nvPr/>
          </p:nvSpPr>
          <p:spPr>
            <a:xfrm>
              <a:off x="7526094" y="3064351"/>
              <a:ext cx="165433" cy="109038"/>
            </a:xfrm>
            <a:custGeom>
              <a:avLst/>
              <a:gdLst/>
              <a:ahLst/>
              <a:cxnLst/>
              <a:rect l="l" t="t" r="r" b="b"/>
              <a:pathLst>
                <a:path w="6307" h="4157" extrusionOk="0">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65"/>
            <p:cNvSpPr/>
            <p:nvPr/>
          </p:nvSpPr>
          <p:spPr>
            <a:xfrm>
              <a:off x="7521110" y="3173363"/>
              <a:ext cx="175400" cy="48394"/>
            </a:xfrm>
            <a:custGeom>
              <a:avLst/>
              <a:gdLst/>
              <a:ahLst/>
              <a:cxnLst/>
              <a:rect l="l" t="t" r="r" b="b"/>
              <a:pathLst>
                <a:path w="6687" h="1845" extrusionOk="0">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65"/>
            <p:cNvSpPr/>
            <p:nvPr/>
          </p:nvSpPr>
          <p:spPr>
            <a:xfrm>
              <a:off x="7521110" y="3173363"/>
              <a:ext cx="156541" cy="48421"/>
            </a:xfrm>
            <a:custGeom>
              <a:avLst/>
              <a:gdLst/>
              <a:ahLst/>
              <a:cxnLst/>
              <a:rect l="l" t="t" r="r" b="b"/>
              <a:pathLst>
                <a:path w="5968" h="1846" extrusionOk="0">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65"/>
            <p:cNvSpPr/>
            <p:nvPr/>
          </p:nvSpPr>
          <p:spPr>
            <a:xfrm>
              <a:off x="7526094" y="3064351"/>
              <a:ext cx="135189" cy="109038"/>
            </a:xfrm>
            <a:custGeom>
              <a:avLst/>
              <a:gdLst/>
              <a:ahLst/>
              <a:cxnLst/>
              <a:rect l="l" t="t" r="r" b="b"/>
              <a:pathLst>
                <a:path w="5154" h="4157" extrusionOk="0">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65"/>
            <p:cNvSpPr/>
            <p:nvPr/>
          </p:nvSpPr>
          <p:spPr>
            <a:xfrm>
              <a:off x="7537635" y="2906131"/>
              <a:ext cx="142140" cy="182587"/>
            </a:xfrm>
            <a:custGeom>
              <a:avLst/>
              <a:gdLst/>
              <a:ahLst/>
              <a:cxnLst/>
              <a:rect l="l" t="t" r="r" b="b"/>
              <a:pathLst>
                <a:path w="5419" h="6961" extrusionOk="0">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65"/>
            <p:cNvSpPr/>
            <p:nvPr/>
          </p:nvSpPr>
          <p:spPr>
            <a:xfrm>
              <a:off x="7537635" y="2906210"/>
              <a:ext cx="71188" cy="182508"/>
            </a:xfrm>
            <a:custGeom>
              <a:avLst/>
              <a:gdLst/>
              <a:ahLst/>
              <a:cxnLst/>
              <a:rect l="l" t="t" r="r" b="b"/>
              <a:pathLst>
                <a:path w="2714" h="6958" extrusionOk="0">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3" name="Google Shape;14713;p65"/>
          <p:cNvGrpSpPr/>
          <p:nvPr/>
        </p:nvGrpSpPr>
        <p:grpSpPr>
          <a:xfrm>
            <a:off x="3559837" y="1599486"/>
            <a:ext cx="371023" cy="347915"/>
            <a:chOff x="3586925" y="1523286"/>
            <a:chExt cx="371023" cy="347915"/>
          </a:xfrm>
        </p:grpSpPr>
        <p:sp>
          <p:nvSpPr>
            <p:cNvPr id="14714" name="Google Shape;14714;p65"/>
            <p:cNvSpPr/>
            <p:nvPr/>
          </p:nvSpPr>
          <p:spPr>
            <a:xfrm>
              <a:off x="3732580" y="1530158"/>
              <a:ext cx="225211" cy="212935"/>
            </a:xfrm>
            <a:custGeom>
              <a:avLst/>
              <a:gdLst/>
              <a:ahLst/>
              <a:cxnLst/>
              <a:rect l="l" t="t" r="r" b="b"/>
              <a:pathLst>
                <a:path w="8586" h="8118" extrusionOk="0">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65"/>
            <p:cNvSpPr/>
            <p:nvPr/>
          </p:nvSpPr>
          <p:spPr>
            <a:xfrm>
              <a:off x="3732580" y="1530263"/>
              <a:ext cx="138573" cy="126560"/>
            </a:xfrm>
            <a:custGeom>
              <a:avLst/>
              <a:gdLst/>
              <a:ahLst/>
              <a:cxnLst/>
              <a:rect l="l" t="t" r="r" b="b"/>
              <a:pathLst>
                <a:path w="5283" h="4825" extrusionOk="0">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65"/>
            <p:cNvSpPr/>
            <p:nvPr/>
          </p:nvSpPr>
          <p:spPr>
            <a:xfrm>
              <a:off x="3881094" y="1554185"/>
              <a:ext cx="38453" cy="145498"/>
            </a:xfrm>
            <a:custGeom>
              <a:avLst/>
              <a:gdLst/>
              <a:ahLst/>
              <a:cxnLst/>
              <a:rect l="l" t="t" r="r" b="b"/>
              <a:pathLst>
                <a:path w="1466" h="5547" extrusionOk="0">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65"/>
            <p:cNvSpPr/>
            <p:nvPr/>
          </p:nvSpPr>
          <p:spPr>
            <a:xfrm>
              <a:off x="3910262" y="1590828"/>
              <a:ext cx="43070" cy="130730"/>
            </a:xfrm>
            <a:custGeom>
              <a:avLst/>
              <a:gdLst/>
              <a:ahLst/>
              <a:cxnLst/>
              <a:rect l="l" t="t" r="r" b="b"/>
              <a:pathLst>
                <a:path w="1642" h="4984" extrusionOk="0">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65"/>
            <p:cNvSpPr/>
            <p:nvPr/>
          </p:nvSpPr>
          <p:spPr>
            <a:xfrm>
              <a:off x="3586925" y="1573569"/>
              <a:ext cx="370866" cy="297527"/>
            </a:xfrm>
            <a:custGeom>
              <a:avLst/>
              <a:gdLst/>
              <a:ahLst/>
              <a:cxnLst/>
              <a:rect l="l" t="t" r="r" b="b"/>
              <a:pathLst>
                <a:path w="14139" h="11343" extrusionOk="0">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65"/>
            <p:cNvSpPr/>
            <p:nvPr/>
          </p:nvSpPr>
          <p:spPr>
            <a:xfrm>
              <a:off x="3586925" y="1687381"/>
              <a:ext cx="144973" cy="109536"/>
            </a:xfrm>
            <a:custGeom>
              <a:avLst/>
              <a:gdLst/>
              <a:ahLst/>
              <a:cxnLst/>
              <a:rect l="l" t="t" r="r" b="b"/>
              <a:pathLst>
                <a:path w="5527" h="4176" extrusionOk="0">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65"/>
            <p:cNvSpPr/>
            <p:nvPr/>
          </p:nvSpPr>
          <p:spPr>
            <a:xfrm>
              <a:off x="3601692" y="1735224"/>
              <a:ext cx="26886" cy="21377"/>
            </a:xfrm>
            <a:custGeom>
              <a:avLst/>
              <a:gdLst/>
              <a:ahLst/>
              <a:cxnLst/>
              <a:rect l="l" t="t" r="r" b="b"/>
              <a:pathLst>
                <a:path w="1025" h="815" extrusionOk="0">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65"/>
            <p:cNvSpPr/>
            <p:nvPr/>
          </p:nvSpPr>
          <p:spPr>
            <a:xfrm>
              <a:off x="3775807" y="1523286"/>
              <a:ext cx="44670" cy="70585"/>
            </a:xfrm>
            <a:custGeom>
              <a:avLst/>
              <a:gdLst/>
              <a:ahLst/>
              <a:cxnLst/>
              <a:rect l="l" t="t" r="r" b="b"/>
              <a:pathLst>
                <a:path w="1703" h="2691" extrusionOk="0">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65"/>
            <p:cNvSpPr/>
            <p:nvPr/>
          </p:nvSpPr>
          <p:spPr>
            <a:xfrm>
              <a:off x="3635477" y="1755054"/>
              <a:ext cx="49837" cy="33574"/>
            </a:xfrm>
            <a:custGeom>
              <a:avLst/>
              <a:gdLst/>
              <a:ahLst/>
              <a:cxnLst/>
              <a:rect l="l" t="t" r="r" b="b"/>
              <a:pathLst>
                <a:path w="1900" h="1280" extrusionOk="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65"/>
            <p:cNvSpPr/>
            <p:nvPr/>
          </p:nvSpPr>
          <p:spPr>
            <a:xfrm>
              <a:off x="3656120" y="1655905"/>
              <a:ext cx="139098" cy="103189"/>
            </a:xfrm>
            <a:custGeom>
              <a:avLst/>
              <a:gdLst/>
              <a:ahLst/>
              <a:cxnLst/>
              <a:rect l="l" t="t" r="r" b="b"/>
              <a:pathLst>
                <a:path w="5303" h="3934" extrusionOk="0">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65"/>
            <p:cNvSpPr/>
            <p:nvPr/>
          </p:nvSpPr>
          <p:spPr>
            <a:xfrm>
              <a:off x="3742915" y="1626737"/>
              <a:ext cx="35751" cy="41837"/>
            </a:xfrm>
            <a:custGeom>
              <a:avLst/>
              <a:gdLst/>
              <a:ahLst/>
              <a:cxnLst/>
              <a:rect l="l" t="t" r="r" b="b"/>
              <a:pathLst>
                <a:path w="1363" h="1595" extrusionOk="0">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65"/>
            <p:cNvSpPr/>
            <p:nvPr/>
          </p:nvSpPr>
          <p:spPr>
            <a:xfrm>
              <a:off x="3760856" y="1626737"/>
              <a:ext cx="17810" cy="29771"/>
            </a:xfrm>
            <a:custGeom>
              <a:avLst/>
              <a:gdLst/>
              <a:ahLst/>
              <a:cxnLst/>
              <a:rect l="l" t="t" r="r" b="b"/>
              <a:pathLst>
                <a:path w="679" h="1135" extrusionOk="0">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65"/>
            <p:cNvSpPr/>
            <p:nvPr/>
          </p:nvSpPr>
          <p:spPr>
            <a:xfrm>
              <a:off x="3754823" y="1632612"/>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65"/>
            <p:cNvSpPr/>
            <p:nvPr/>
          </p:nvSpPr>
          <p:spPr>
            <a:xfrm>
              <a:off x="3807283" y="1622252"/>
              <a:ext cx="57654" cy="131150"/>
            </a:xfrm>
            <a:custGeom>
              <a:avLst/>
              <a:gdLst/>
              <a:ahLst/>
              <a:cxnLst/>
              <a:rect l="l" t="t" r="r" b="b"/>
              <a:pathLst>
                <a:path w="2198" h="5000" extrusionOk="0">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65"/>
            <p:cNvSpPr/>
            <p:nvPr/>
          </p:nvSpPr>
          <p:spPr>
            <a:xfrm>
              <a:off x="3801958" y="1653859"/>
              <a:ext cx="32027" cy="90467"/>
            </a:xfrm>
            <a:custGeom>
              <a:avLst/>
              <a:gdLst/>
              <a:ahLst/>
              <a:cxnLst/>
              <a:rect l="l" t="t" r="r" b="b"/>
              <a:pathLst>
                <a:path w="1221" h="3449" extrusionOk="0">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65"/>
            <p:cNvSpPr/>
            <p:nvPr/>
          </p:nvSpPr>
          <p:spPr>
            <a:xfrm>
              <a:off x="3817434" y="1617845"/>
              <a:ext cx="96605" cy="162233"/>
            </a:xfrm>
            <a:custGeom>
              <a:avLst/>
              <a:gdLst/>
              <a:ahLst/>
              <a:cxnLst/>
              <a:rect l="l" t="t" r="r" b="b"/>
              <a:pathLst>
                <a:path w="3683" h="6185" extrusionOk="0">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65"/>
            <p:cNvSpPr/>
            <p:nvPr/>
          </p:nvSpPr>
          <p:spPr>
            <a:xfrm>
              <a:off x="3830943" y="1657872"/>
              <a:ext cx="113130" cy="152265"/>
            </a:xfrm>
            <a:custGeom>
              <a:avLst/>
              <a:gdLst/>
              <a:ahLst/>
              <a:cxnLst/>
              <a:rect l="l" t="t" r="r" b="b"/>
              <a:pathLst>
                <a:path w="4313" h="5805" extrusionOk="0">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65"/>
            <p:cNvSpPr/>
            <p:nvPr/>
          </p:nvSpPr>
          <p:spPr>
            <a:xfrm>
              <a:off x="3843743" y="1701624"/>
              <a:ext cx="114048" cy="138914"/>
            </a:xfrm>
            <a:custGeom>
              <a:avLst/>
              <a:gdLst/>
              <a:ahLst/>
              <a:cxnLst/>
              <a:rect l="l" t="t" r="r" b="b"/>
              <a:pathLst>
                <a:path w="4348" h="5296" extrusionOk="0">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65"/>
            <p:cNvSpPr/>
            <p:nvPr/>
          </p:nvSpPr>
          <p:spPr>
            <a:xfrm>
              <a:off x="3856018" y="1769926"/>
              <a:ext cx="101930" cy="101274"/>
            </a:xfrm>
            <a:custGeom>
              <a:avLst/>
              <a:gdLst/>
              <a:ahLst/>
              <a:cxnLst/>
              <a:rect l="l" t="t" r="r" b="b"/>
              <a:pathLst>
                <a:path w="3886" h="3861" extrusionOk="0">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3" name="Google Shape;14733;p65"/>
          <p:cNvGrpSpPr/>
          <p:nvPr/>
        </p:nvGrpSpPr>
        <p:grpSpPr>
          <a:xfrm>
            <a:off x="6848921" y="2551661"/>
            <a:ext cx="370158" cy="285120"/>
            <a:chOff x="6876009" y="2475461"/>
            <a:chExt cx="370158" cy="285120"/>
          </a:xfrm>
        </p:grpSpPr>
        <p:sp>
          <p:nvSpPr>
            <p:cNvPr id="14734" name="Google Shape;14734;p65"/>
            <p:cNvSpPr/>
            <p:nvPr/>
          </p:nvSpPr>
          <p:spPr>
            <a:xfrm>
              <a:off x="6876009" y="2510688"/>
              <a:ext cx="370158" cy="241001"/>
            </a:xfrm>
            <a:custGeom>
              <a:avLst/>
              <a:gdLst/>
              <a:ahLst/>
              <a:cxnLst/>
              <a:rect l="l" t="t" r="r" b="b"/>
              <a:pathLst>
                <a:path w="14112" h="9188" extrusionOk="0">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65"/>
            <p:cNvSpPr/>
            <p:nvPr/>
          </p:nvSpPr>
          <p:spPr>
            <a:xfrm>
              <a:off x="6876009" y="2600132"/>
              <a:ext cx="158324" cy="151452"/>
            </a:xfrm>
            <a:custGeom>
              <a:avLst/>
              <a:gdLst/>
              <a:ahLst/>
              <a:cxnLst/>
              <a:rect l="l" t="t" r="r" b="b"/>
              <a:pathLst>
                <a:path w="6036" h="5774" extrusionOk="0">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65"/>
            <p:cNvSpPr/>
            <p:nvPr/>
          </p:nvSpPr>
          <p:spPr>
            <a:xfrm>
              <a:off x="6876193" y="2630008"/>
              <a:ext cx="222352" cy="121655"/>
            </a:xfrm>
            <a:custGeom>
              <a:avLst/>
              <a:gdLst/>
              <a:ahLst/>
              <a:cxnLst/>
              <a:rect l="l" t="t" r="r" b="b"/>
              <a:pathLst>
                <a:path w="8477" h="4638" extrusionOk="0">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65"/>
            <p:cNvSpPr/>
            <p:nvPr/>
          </p:nvSpPr>
          <p:spPr>
            <a:xfrm>
              <a:off x="6904128" y="2629851"/>
              <a:ext cx="194417" cy="119347"/>
            </a:xfrm>
            <a:custGeom>
              <a:avLst/>
              <a:gdLst/>
              <a:ahLst/>
              <a:cxnLst/>
              <a:rect l="l" t="t" r="r" b="b"/>
              <a:pathLst>
                <a:path w="7412" h="4550" extrusionOk="0">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65"/>
            <p:cNvSpPr/>
            <p:nvPr/>
          </p:nvSpPr>
          <p:spPr>
            <a:xfrm>
              <a:off x="7043199" y="2618100"/>
              <a:ext cx="23869" cy="23869"/>
            </a:xfrm>
            <a:custGeom>
              <a:avLst/>
              <a:gdLst/>
              <a:ahLst/>
              <a:cxnLst/>
              <a:rect l="l" t="t" r="r" b="b"/>
              <a:pathLst>
                <a:path w="910" h="910" extrusionOk="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65"/>
            <p:cNvSpPr/>
            <p:nvPr/>
          </p:nvSpPr>
          <p:spPr>
            <a:xfrm>
              <a:off x="7072210" y="2697524"/>
              <a:ext cx="58152" cy="63057"/>
            </a:xfrm>
            <a:custGeom>
              <a:avLst/>
              <a:gdLst/>
              <a:ahLst/>
              <a:cxnLst/>
              <a:rect l="l" t="t" r="r" b="b"/>
              <a:pathLst>
                <a:path w="2217" h="2404" extrusionOk="0">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65"/>
            <p:cNvSpPr/>
            <p:nvPr/>
          </p:nvSpPr>
          <p:spPr>
            <a:xfrm>
              <a:off x="6876009" y="2624159"/>
              <a:ext cx="151216" cy="11935"/>
            </a:xfrm>
            <a:custGeom>
              <a:avLst/>
              <a:gdLst/>
              <a:ahLst/>
              <a:cxnLst/>
              <a:rect l="l" t="t" r="r" b="b"/>
              <a:pathLst>
                <a:path w="5765" h="455" extrusionOk="0">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1" name="Google Shape;14741;p65"/>
            <p:cNvSpPr/>
            <p:nvPr/>
          </p:nvSpPr>
          <p:spPr>
            <a:xfrm>
              <a:off x="7051934" y="2621483"/>
              <a:ext cx="12118" cy="11935"/>
            </a:xfrm>
            <a:custGeom>
              <a:avLst/>
              <a:gdLst/>
              <a:ahLst/>
              <a:cxnLst/>
              <a:rect l="l" t="t" r="r" b="b"/>
              <a:pathLst>
                <a:path w="462" h="455" extrusionOk="0">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2" name="Google Shape;14742;p65"/>
            <p:cNvSpPr/>
            <p:nvPr/>
          </p:nvSpPr>
          <p:spPr>
            <a:xfrm>
              <a:off x="7096551" y="2475461"/>
              <a:ext cx="72421" cy="94480"/>
            </a:xfrm>
            <a:custGeom>
              <a:avLst/>
              <a:gdLst/>
              <a:ahLst/>
              <a:cxnLst/>
              <a:rect l="l" t="t" r="r" b="b"/>
              <a:pathLst>
                <a:path w="2761" h="3602" extrusionOk="0">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3" name="Google Shape;14743;p65"/>
          <p:cNvGrpSpPr/>
          <p:nvPr/>
        </p:nvGrpSpPr>
        <p:grpSpPr>
          <a:xfrm>
            <a:off x="6301134" y="2522047"/>
            <a:ext cx="370158" cy="344269"/>
            <a:chOff x="6328222" y="2445847"/>
            <a:chExt cx="370158" cy="344269"/>
          </a:xfrm>
        </p:grpSpPr>
        <p:sp>
          <p:nvSpPr>
            <p:cNvPr id="14744" name="Google Shape;14744;p65"/>
            <p:cNvSpPr/>
            <p:nvPr/>
          </p:nvSpPr>
          <p:spPr>
            <a:xfrm>
              <a:off x="6556423" y="2453585"/>
              <a:ext cx="128081" cy="56237"/>
            </a:xfrm>
            <a:custGeom>
              <a:avLst/>
              <a:gdLst/>
              <a:ahLst/>
              <a:cxnLst/>
              <a:rect l="l" t="t" r="r" b="b"/>
              <a:pathLst>
                <a:path w="4883" h="2144" extrusionOk="0">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65"/>
            <p:cNvSpPr/>
            <p:nvPr/>
          </p:nvSpPr>
          <p:spPr>
            <a:xfrm>
              <a:off x="6328222" y="2445847"/>
              <a:ext cx="370158" cy="344269"/>
            </a:xfrm>
            <a:custGeom>
              <a:avLst/>
              <a:gdLst/>
              <a:ahLst/>
              <a:cxnLst/>
              <a:rect l="l" t="t" r="r" b="b"/>
              <a:pathLst>
                <a:path w="14112" h="13125" extrusionOk="0">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65"/>
            <p:cNvSpPr/>
            <p:nvPr/>
          </p:nvSpPr>
          <p:spPr>
            <a:xfrm>
              <a:off x="6328222" y="2465546"/>
              <a:ext cx="367115" cy="303219"/>
            </a:xfrm>
            <a:custGeom>
              <a:avLst/>
              <a:gdLst/>
              <a:ahLst/>
              <a:cxnLst/>
              <a:rect l="l" t="t" r="r" b="b"/>
              <a:pathLst>
                <a:path w="13996" h="11560" extrusionOk="0">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65"/>
            <p:cNvSpPr/>
            <p:nvPr/>
          </p:nvSpPr>
          <p:spPr>
            <a:xfrm>
              <a:off x="6441877" y="2460536"/>
              <a:ext cx="23843" cy="23843"/>
            </a:xfrm>
            <a:custGeom>
              <a:avLst/>
              <a:gdLst/>
              <a:ahLst/>
              <a:cxnLst/>
              <a:rect l="l" t="t" r="r" b="b"/>
              <a:pathLst>
                <a:path w="909" h="909" extrusionOk="0">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65"/>
            <p:cNvSpPr/>
            <p:nvPr/>
          </p:nvSpPr>
          <p:spPr>
            <a:xfrm>
              <a:off x="6511071" y="2472051"/>
              <a:ext cx="30978" cy="38820"/>
            </a:xfrm>
            <a:custGeom>
              <a:avLst/>
              <a:gdLst/>
              <a:ahLst/>
              <a:cxnLst/>
              <a:rect l="l" t="t" r="r" b="b"/>
              <a:pathLst>
                <a:path w="1181" h="1480" extrusionOk="0">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65"/>
            <p:cNvSpPr/>
            <p:nvPr/>
          </p:nvSpPr>
          <p:spPr>
            <a:xfrm>
              <a:off x="6537905" y="2480261"/>
              <a:ext cx="24945" cy="34702"/>
            </a:xfrm>
            <a:custGeom>
              <a:avLst/>
              <a:gdLst/>
              <a:ahLst/>
              <a:cxnLst/>
              <a:rect l="l" t="t" r="r" b="b"/>
              <a:pathLst>
                <a:path w="951" h="1323" extrusionOk="0">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0" name="Google Shape;14750;p65"/>
            <p:cNvSpPr/>
            <p:nvPr/>
          </p:nvSpPr>
          <p:spPr>
            <a:xfrm>
              <a:off x="6561407" y="2488655"/>
              <a:ext cx="22610" cy="29876"/>
            </a:xfrm>
            <a:custGeom>
              <a:avLst/>
              <a:gdLst/>
              <a:ahLst/>
              <a:cxnLst/>
              <a:rect l="l" t="t" r="r" b="b"/>
              <a:pathLst>
                <a:path w="862" h="1139" extrusionOk="0">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65"/>
            <p:cNvSpPr/>
            <p:nvPr/>
          </p:nvSpPr>
          <p:spPr>
            <a:xfrm>
              <a:off x="6388866" y="2518242"/>
              <a:ext cx="86244" cy="15240"/>
            </a:xfrm>
            <a:custGeom>
              <a:avLst/>
              <a:gdLst/>
              <a:ahLst/>
              <a:cxnLst/>
              <a:rect l="l" t="t" r="r" b="b"/>
              <a:pathLst>
                <a:path w="3288" h="581" extrusionOk="0">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2" name="Google Shape;14752;p65"/>
          <p:cNvGrpSpPr/>
          <p:nvPr/>
        </p:nvGrpSpPr>
        <p:grpSpPr>
          <a:xfrm>
            <a:off x="5222452" y="2509142"/>
            <a:ext cx="351639" cy="370184"/>
            <a:chOff x="5249540" y="2432942"/>
            <a:chExt cx="351639" cy="370184"/>
          </a:xfrm>
        </p:grpSpPr>
        <p:sp>
          <p:nvSpPr>
            <p:cNvPr id="14753" name="Google Shape;14753;p65"/>
            <p:cNvSpPr/>
            <p:nvPr/>
          </p:nvSpPr>
          <p:spPr>
            <a:xfrm>
              <a:off x="5268556" y="2532721"/>
              <a:ext cx="131281" cy="68854"/>
            </a:xfrm>
            <a:custGeom>
              <a:avLst/>
              <a:gdLst/>
              <a:ahLst/>
              <a:cxnLst/>
              <a:rect l="l" t="t" r="r" b="b"/>
              <a:pathLst>
                <a:path w="5005" h="2625" extrusionOk="0">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65"/>
            <p:cNvSpPr/>
            <p:nvPr/>
          </p:nvSpPr>
          <p:spPr>
            <a:xfrm>
              <a:off x="5476482" y="2439054"/>
              <a:ext cx="96946" cy="67726"/>
            </a:xfrm>
            <a:custGeom>
              <a:avLst/>
              <a:gdLst/>
              <a:ahLst/>
              <a:cxnLst/>
              <a:rect l="l" t="t" r="r" b="b"/>
              <a:pathLst>
                <a:path w="3696" h="2582" extrusionOk="0">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65"/>
            <p:cNvSpPr/>
            <p:nvPr/>
          </p:nvSpPr>
          <p:spPr>
            <a:xfrm>
              <a:off x="5249540" y="2432942"/>
              <a:ext cx="342931" cy="370184"/>
            </a:xfrm>
            <a:custGeom>
              <a:avLst/>
              <a:gdLst/>
              <a:ahLst/>
              <a:cxnLst/>
              <a:rect l="l" t="t" r="r" b="b"/>
              <a:pathLst>
                <a:path w="13074" h="14113" extrusionOk="0">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65"/>
            <p:cNvSpPr/>
            <p:nvPr/>
          </p:nvSpPr>
          <p:spPr>
            <a:xfrm>
              <a:off x="5249540" y="2484196"/>
              <a:ext cx="351639" cy="318931"/>
            </a:xfrm>
            <a:custGeom>
              <a:avLst/>
              <a:gdLst/>
              <a:ahLst/>
              <a:cxnLst/>
              <a:rect l="l" t="t" r="r" b="b"/>
              <a:pathLst>
                <a:path w="13406" h="12159" extrusionOk="0">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65"/>
            <p:cNvSpPr/>
            <p:nvPr/>
          </p:nvSpPr>
          <p:spPr>
            <a:xfrm>
              <a:off x="5369227" y="2515540"/>
              <a:ext cx="191820" cy="234549"/>
            </a:xfrm>
            <a:custGeom>
              <a:avLst/>
              <a:gdLst/>
              <a:ahLst/>
              <a:cxnLst/>
              <a:rect l="l" t="t" r="r" b="b"/>
              <a:pathLst>
                <a:path w="7313" h="8942" extrusionOk="0">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65"/>
            <p:cNvSpPr/>
            <p:nvPr/>
          </p:nvSpPr>
          <p:spPr>
            <a:xfrm>
              <a:off x="5352335" y="2493245"/>
              <a:ext cx="24027" cy="30086"/>
            </a:xfrm>
            <a:custGeom>
              <a:avLst/>
              <a:gdLst/>
              <a:ahLst/>
              <a:cxnLst/>
              <a:rect l="l" t="t" r="r" b="b"/>
              <a:pathLst>
                <a:path w="916" h="1147" extrusionOk="0">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65"/>
            <p:cNvSpPr/>
            <p:nvPr/>
          </p:nvSpPr>
          <p:spPr>
            <a:xfrm>
              <a:off x="5358184" y="2499304"/>
              <a:ext cx="12118" cy="11935"/>
            </a:xfrm>
            <a:custGeom>
              <a:avLst/>
              <a:gdLst/>
              <a:ahLst/>
              <a:cxnLst/>
              <a:rect l="l" t="t" r="r" b="b"/>
              <a:pathLst>
                <a:path w="462" h="455" extrusionOk="0">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0" name="Google Shape;14760;p65"/>
          <p:cNvGrpSpPr/>
          <p:nvPr/>
        </p:nvGrpSpPr>
        <p:grpSpPr>
          <a:xfrm>
            <a:off x="4109959" y="2558376"/>
            <a:ext cx="371102" cy="271585"/>
            <a:chOff x="4137047" y="2482176"/>
            <a:chExt cx="371102" cy="271585"/>
          </a:xfrm>
        </p:grpSpPr>
        <p:sp>
          <p:nvSpPr>
            <p:cNvPr id="14761" name="Google Shape;14761;p65"/>
            <p:cNvSpPr/>
            <p:nvPr/>
          </p:nvSpPr>
          <p:spPr>
            <a:xfrm>
              <a:off x="4264367" y="2702062"/>
              <a:ext cx="108540" cy="51699"/>
            </a:xfrm>
            <a:custGeom>
              <a:avLst/>
              <a:gdLst/>
              <a:ahLst/>
              <a:cxnLst/>
              <a:rect l="l" t="t" r="r" b="b"/>
              <a:pathLst>
                <a:path w="4138" h="1971" extrusionOk="0">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65"/>
            <p:cNvSpPr/>
            <p:nvPr/>
          </p:nvSpPr>
          <p:spPr>
            <a:xfrm>
              <a:off x="4240026" y="2482176"/>
              <a:ext cx="181958" cy="104841"/>
            </a:xfrm>
            <a:custGeom>
              <a:avLst/>
              <a:gdLst/>
              <a:ahLst/>
              <a:cxnLst/>
              <a:rect l="l" t="t" r="r" b="b"/>
              <a:pathLst>
                <a:path w="6937" h="3997" extrusionOk="0">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65"/>
            <p:cNvSpPr/>
            <p:nvPr/>
          </p:nvSpPr>
          <p:spPr>
            <a:xfrm>
              <a:off x="4415924" y="2545049"/>
              <a:ext cx="92225" cy="168528"/>
            </a:xfrm>
            <a:custGeom>
              <a:avLst/>
              <a:gdLst/>
              <a:ahLst/>
              <a:cxnLst/>
              <a:rect l="l" t="t" r="r" b="b"/>
              <a:pathLst>
                <a:path w="3516" h="6425" extrusionOk="0">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65"/>
            <p:cNvSpPr/>
            <p:nvPr/>
          </p:nvSpPr>
          <p:spPr>
            <a:xfrm>
              <a:off x="4137047" y="2520104"/>
              <a:ext cx="315363" cy="218443"/>
            </a:xfrm>
            <a:custGeom>
              <a:avLst/>
              <a:gdLst/>
              <a:ahLst/>
              <a:cxnLst/>
              <a:rect l="l" t="t" r="r" b="b"/>
              <a:pathLst>
                <a:path w="12023" h="8328" extrusionOk="0">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65"/>
            <p:cNvSpPr/>
            <p:nvPr/>
          </p:nvSpPr>
          <p:spPr>
            <a:xfrm>
              <a:off x="4148955" y="2618283"/>
              <a:ext cx="303455" cy="120265"/>
            </a:xfrm>
            <a:custGeom>
              <a:avLst/>
              <a:gdLst/>
              <a:ahLst/>
              <a:cxnLst/>
              <a:rect l="l" t="t" r="r" b="b"/>
              <a:pathLst>
                <a:path w="11569" h="4585" extrusionOk="0">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65"/>
            <p:cNvSpPr/>
            <p:nvPr/>
          </p:nvSpPr>
          <p:spPr>
            <a:xfrm>
              <a:off x="4137047" y="2520996"/>
              <a:ext cx="151714" cy="216817"/>
            </a:xfrm>
            <a:custGeom>
              <a:avLst/>
              <a:gdLst/>
              <a:ahLst/>
              <a:cxnLst/>
              <a:rect l="l" t="t" r="r" b="b"/>
              <a:pathLst>
                <a:path w="5784" h="8266" extrusionOk="0">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65"/>
            <p:cNvSpPr/>
            <p:nvPr/>
          </p:nvSpPr>
          <p:spPr>
            <a:xfrm>
              <a:off x="4148771" y="2649759"/>
              <a:ext cx="131281" cy="88054"/>
            </a:xfrm>
            <a:custGeom>
              <a:avLst/>
              <a:gdLst/>
              <a:ahLst/>
              <a:cxnLst/>
              <a:rect l="l" t="t" r="r" b="b"/>
              <a:pathLst>
                <a:path w="5005" h="3357" extrusionOk="0">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65"/>
            <p:cNvSpPr/>
            <p:nvPr/>
          </p:nvSpPr>
          <p:spPr>
            <a:xfrm>
              <a:off x="4315411" y="2615608"/>
              <a:ext cx="77588" cy="55109"/>
            </a:xfrm>
            <a:custGeom>
              <a:avLst/>
              <a:gdLst/>
              <a:ahLst/>
              <a:cxnLst/>
              <a:rect l="l" t="t" r="r" b="b"/>
              <a:pathLst>
                <a:path w="2958" h="2101" extrusionOk="0">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65"/>
            <p:cNvSpPr/>
            <p:nvPr/>
          </p:nvSpPr>
          <p:spPr>
            <a:xfrm>
              <a:off x="4173323" y="2580748"/>
              <a:ext cx="24394" cy="30453"/>
            </a:xfrm>
            <a:custGeom>
              <a:avLst/>
              <a:gdLst/>
              <a:ahLst/>
              <a:cxnLst/>
              <a:rect l="l" t="t" r="r" b="b"/>
              <a:pathLst>
                <a:path w="930" h="1161" extrusionOk="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65"/>
            <p:cNvSpPr/>
            <p:nvPr/>
          </p:nvSpPr>
          <p:spPr>
            <a:xfrm>
              <a:off x="4179356" y="2586807"/>
              <a:ext cx="12118" cy="12302"/>
            </a:xfrm>
            <a:custGeom>
              <a:avLst/>
              <a:gdLst/>
              <a:ahLst/>
              <a:cxnLst/>
              <a:rect l="l" t="t" r="r" b="b"/>
              <a:pathLst>
                <a:path w="462" h="469" extrusionOk="0">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65"/>
            <p:cNvSpPr/>
            <p:nvPr/>
          </p:nvSpPr>
          <p:spPr>
            <a:xfrm>
              <a:off x="4334978" y="2629300"/>
              <a:ext cx="52145" cy="16918"/>
            </a:xfrm>
            <a:custGeom>
              <a:avLst/>
              <a:gdLst/>
              <a:ahLst/>
              <a:cxnLst/>
              <a:rect l="l" t="t" r="r" b="b"/>
              <a:pathLst>
                <a:path w="1988" h="645" extrusionOk="0">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2" name="Google Shape;14772;p65"/>
          <p:cNvGrpSpPr/>
          <p:nvPr/>
        </p:nvGrpSpPr>
        <p:grpSpPr>
          <a:xfrm>
            <a:off x="4659346" y="2509116"/>
            <a:ext cx="367377" cy="370079"/>
            <a:chOff x="4686434" y="2432916"/>
            <a:chExt cx="367377" cy="370079"/>
          </a:xfrm>
        </p:grpSpPr>
        <p:sp>
          <p:nvSpPr>
            <p:cNvPr id="14773" name="Google Shape;14773;p65"/>
            <p:cNvSpPr/>
            <p:nvPr/>
          </p:nvSpPr>
          <p:spPr>
            <a:xfrm>
              <a:off x="4795105" y="2432916"/>
              <a:ext cx="175426" cy="76198"/>
            </a:xfrm>
            <a:custGeom>
              <a:avLst/>
              <a:gdLst/>
              <a:ahLst/>
              <a:cxnLst/>
              <a:rect l="l" t="t" r="r" b="b"/>
              <a:pathLst>
                <a:path w="6688" h="2905" extrusionOk="0">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65"/>
            <p:cNvSpPr/>
            <p:nvPr/>
          </p:nvSpPr>
          <p:spPr>
            <a:xfrm>
              <a:off x="4795105" y="2726771"/>
              <a:ext cx="175374" cy="76224"/>
            </a:xfrm>
            <a:custGeom>
              <a:avLst/>
              <a:gdLst/>
              <a:ahLst/>
              <a:cxnLst/>
              <a:rect l="l" t="t" r="r" b="b"/>
              <a:pathLst>
                <a:path w="6686" h="2906" extrusionOk="0">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65"/>
            <p:cNvSpPr/>
            <p:nvPr/>
          </p:nvSpPr>
          <p:spPr>
            <a:xfrm>
              <a:off x="4686434" y="2485428"/>
              <a:ext cx="367377" cy="265028"/>
            </a:xfrm>
            <a:custGeom>
              <a:avLst/>
              <a:gdLst/>
              <a:ahLst/>
              <a:cxnLst/>
              <a:rect l="l" t="t" r="r" b="b"/>
              <a:pathLst>
                <a:path w="14006" h="10104" extrusionOk="0">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65"/>
            <p:cNvSpPr/>
            <p:nvPr/>
          </p:nvSpPr>
          <p:spPr>
            <a:xfrm>
              <a:off x="4686434" y="2517980"/>
              <a:ext cx="238719" cy="232476"/>
            </a:xfrm>
            <a:custGeom>
              <a:avLst/>
              <a:gdLst/>
              <a:ahLst/>
              <a:cxnLst/>
              <a:rect l="l" t="t" r="r" b="b"/>
              <a:pathLst>
                <a:path w="9101" h="8863" extrusionOk="0">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65"/>
            <p:cNvSpPr/>
            <p:nvPr/>
          </p:nvSpPr>
          <p:spPr>
            <a:xfrm>
              <a:off x="4725386" y="2593916"/>
              <a:ext cx="30086" cy="30086"/>
            </a:xfrm>
            <a:custGeom>
              <a:avLst/>
              <a:gdLst/>
              <a:ahLst/>
              <a:cxnLst/>
              <a:rect l="l" t="t" r="r" b="b"/>
              <a:pathLst>
                <a:path w="1147" h="1147" extrusionOk="0">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65"/>
            <p:cNvSpPr/>
            <p:nvPr/>
          </p:nvSpPr>
          <p:spPr>
            <a:xfrm>
              <a:off x="4737478" y="2599949"/>
              <a:ext cx="12118" cy="11961"/>
            </a:xfrm>
            <a:custGeom>
              <a:avLst/>
              <a:gdLst/>
              <a:ahLst/>
              <a:cxnLst/>
              <a:rect l="l" t="t" r="r" b="b"/>
              <a:pathLst>
                <a:path w="462" h="456" extrusionOk="0">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65"/>
            <p:cNvSpPr/>
            <p:nvPr/>
          </p:nvSpPr>
          <p:spPr>
            <a:xfrm>
              <a:off x="4772862" y="2488261"/>
              <a:ext cx="51253" cy="259336"/>
            </a:xfrm>
            <a:custGeom>
              <a:avLst/>
              <a:gdLst/>
              <a:ahLst/>
              <a:cxnLst/>
              <a:rect l="l" t="t" r="r" b="b"/>
              <a:pathLst>
                <a:path w="1954" h="9887" extrusionOk="0">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0" name="Google Shape;14780;p65"/>
            <p:cNvSpPr/>
            <p:nvPr/>
          </p:nvSpPr>
          <p:spPr>
            <a:xfrm>
              <a:off x="4772862" y="2606900"/>
              <a:ext cx="51253" cy="140698"/>
            </a:xfrm>
            <a:custGeom>
              <a:avLst/>
              <a:gdLst/>
              <a:ahLst/>
              <a:cxnLst/>
              <a:rect l="l" t="t" r="r" b="b"/>
              <a:pathLst>
                <a:path w="1954" h="5364" extrusionOk="0">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1" name="Google Shape;14781;p65"/>
            <p:cNvSpPr/>
            <p:nvPr/>
          </p:nvSpPr>
          <p:spPr>
            <a:xfrm>
              <a:off x="4847381" y="2485769"/>
              <a:ext cx="47529" cy="264503"/>
            </a:xfrm>
            <a:custGeom>
              <a:avLst/>
              <a:gdLst/>
              <a:ahLst/>
              <a:cxnLst/>
              <a:rect l="l" t="t" r="r" b="b"/>
              <a:pathLst>
                <a:path w="1812" h="10084" extrusionOk="0">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65"/>
            <p:cNvSpPr/>
            <p:nvPr/>
          </p:nvSpPr>
          <p:spPr>
            <a:xfrm>
              <a:off x="4853440" y="2704528"/>
              <a:ext cx="41470" cy="45745"/>
            </a:xfrm>
            <a:custGeom>
              <a:avLst/>
              <a:gdLst/>
              <a:ahLst/>
              <a:cxnLst/>
              <a:rect l="l" t="t" r="r" b="b"/>
              <a:pathLst>
                <a:path w="1581" h="1744" extrusionOk="0">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65"/>
            <p:cNvSpPr/>
            <p:nvPr/>
          </p:nvSpPr>
          <p:spPr>
            <a:xfrm>
              <a:off x="4915868" y="2510845"/>
              <a:ext cx="46611" cy="214168"/>
            </a:xfrm>
            <a:custGeom>
              <a:avLst/>
              <a:gdLst/>
              <a:ahLst/>
              <a:cxnLst/>
              <a:rect l="l" t="t" r="r" b="b"/>
              <a:pathLst>
                <a:path w="1777" h="8165" extrusionOk="0">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4" name="Google Shape;14784;p65"/>
          <p:cNvGrpSpPr/>
          <p:nvPr/>
        </p:nvGrpSpPr>
        <p:grpSpPr>
          <a:xfrm>
            <a:off x="6301134" y="2132506"/>
            <a:ext cx="372099" cy="293986"/>
            <a:chOff x="6328222" y="2056306"/>
            <a:chExt cx="372099" cy="293986"/>
          </a:xfrm>
        </p:grpSpPr>
        <p:sp>
          <p:nvSpPr>
            <p:cNvPr id="14785" name="Google Shape;14785;p65"/>
            <p:cNvSpPr/>
            <p:nvPr/>
          </p:nvSpPr>
          <p:spPr>
            <a:xfrm>
              <a:off x="6581656" y="2179875"/>
              <a:ext cx="58021" cy="170416"/>
            </a:xfrm>
            <a:custGeom>
              <a:avLst/>
              <a:gdLst/>
              <a:ahLst/>
              <a:cxnLst/>
              <a:rect l="l" t="t" r="r" b="b"/>
              <a:pathLst>
                <a:path w="2212" h="6497" extrusionOk="0">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65"/>
            <p:cNvSpPr/>
            <p:nvPr/>
          </p:nvSpPr>
          <p:spPr>
            <a:xfrm>
              <a:off x="6488461" y="2209227"/>
              <a:ext cx="51253" cy="141065"/>
            </a:xfrm>
            <a:custGeom>
              <a:avLst/>
              <a:gdLst/>
              <a:ahLst/>
              <a:cxnLst/>
              <a:rect l="l" t="t" r="r" b="b"/>
              <a:pathLst>
                <a:path w="1954" h="5378" extrusionOk="0">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7" name="Google Shape;14787;p65"/>
            <p:cNvSpPr/>
            <p:nvPr/>
          </p:nvSpPr>
          <p:spPr>
            <a:xfrm>
              <a:off x="6642720" y="2150524"/>
              <a:ext cx="57601" cy="88238"/>
            </a:xfrm>
            <a:custGeom>
              <a:avLst/>
              <a:gdLst/>
              <a:ahLst/>
              <a:cxnLst/>
              <a:rect l="l" t="t" r="r" b="b"/>
              <a:pathLst>
                <a:path w="2196" h="3364" extrusionOk="0">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65"/>
            <p:cNvSpPr/>
            <p:nvPr/>
          </p:nvSpPr>
          <p:spPr>
            <a:xfrm>
              <a:off x="6328222" y="2056620"/>
              <a:ext cx="352190" cy="293671"/>
            </a:xfrm>
            <a:custGeom>
              <a:avLst/>
              <a:gdLst/>
              <a:ahLst/>
              <a:cxnLst/>
              <a:rect l="l" t="t" r="r" b="b"/>
              <a:pathLst>
                <a:path w="13427" h="11196" extrusionOk="0">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65"/>
            <p:cNvSpPr/>
            <p:nvPr/>
          </p:nvSpPr>
          <p:spPr>
            <a:xfrm>
              <a:off x="6371633" y="2068896"/>
              <a:ext cx="18151" cy="11751"/>
            </a:xfrm>
            <a:custGeom>
              <a:avLst/>
              <a:gdLst/>
              <a:ahLst/>
              <a:cxnLst/>
              <a:rect l="l" t="t" r="r" b="b"/>
              <a:pathLst>
                <a:path w="692" h="448" extrusionOk="0">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65"/>
            <p:cNvSpPr/>
            <p:nvPr/>
          </p:nvSpPr>
          <p:spPr>
            <a:xfrm>
              <a:off x="6396158" y="2056306"/>
              <a:ext cx="25102" cy="18702"/>
            </a:xfrm>
            <a:custGeom>
              <a:avLst/>
              <a:gdLst/>
              <a:ahLst/>
              <a:cxnLst/>
              <a:rect l="l" t="t" r="r" b="b"/>
              <a:pathLst>
                <a:path w="957" h="713" extrusionOk="0">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65"/>
            <p:cNvSpPr/>
            <p:nvPr/>
          </p:nvSpPr>
          <p:spPr>
            <a:xfrm>
              <a:off x="6380682" y="2097697"/>
              <a:ext cx="88605" cy="117589"/>
            </a:xfrm>
            <a:custGeom>
              <a:avLst/>
              <a:gdLst/>
              <a:ahLst/>
              <a:cxnLst/>
              <a:rect l="l" t="t" r="r" b="b"/>
              <a:pathLst>
                <a:path w="3378" h="4483" extrusionOk="0">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65"/>
            <p:cNvSpPr/>
            <p:nvPr/>
          </p:nvSpPr>
          <p:spPr>
            <a:xfrm>
              <a:off x="6328406" y="2070496"/>
              <a:ext cx="23318" cy="27227"/>
            </a:xfrm>
            <a:custGeom>
              <a:avLst/>
              <a:gdLst/>
              <a:ahLst/>
              <a:cxnLst/>
              <a:rect l="l" t="t" r="r" b="b"/>
              <a:pathLst>
                <a:path w="889" h="1038" extrusionOk="0">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65"/>
            <p:cNvSpPr/>
            <p:nvPr/>
          </p:nvSpPr>
          <p:spPr>
            <a:xfrm>
              <a:off x="6495937" y="2180347"/>
              <a:ext cx="120448" cy="41889"/>
            </a:xfrm>
            <a:custGeom>
              <a:avLst/>
              <a:gdLst/>
              <a:ahLst/>
              <a:cxnLst/>
              <a:rect l="l" t="t" r="r" b="b"/>
              <a:pathLst>
                <a:path w="4592" h="1597" extrusionOk="0">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4" name="Google Shape;14794;p65"/>
          <p:cNvGrpSpPr/>
          <p:nvPr/>
        </p:nvGrpSpPr>
        <p:grpSpPr>
          <a:xfrm>
            <a:off x="5762239" y="2509168"/>
            <a:ext cx="352531" cy="370132"/>
            <a:chOff x="5789327" y="2432968"/>
            <a:chExt cx="352531" cy="370132"/>
          </a:xfrm>
        </p:grpSpPr>
        <p:sp>
          <p:nvSpPr>
            <p:cNvPr id="14795" name="Google Shape;14795;p65"/>
            <p:cNvSpPr/>
            <p:nvPr/>
          </p:nvSpPr>
          <p:spPr>
            <a:xfrm>
              <a:off x="5794651" y="2568132"/>
              <a:ext cx="341882" cy="228935"/>
            </a:xfrm>
            <a:custGeom>
              <a:avLst/>
              <a:gdLst/>
              <a:ahLst/>
              <a:cxnLst/>
              <a:rect l="l" t="t" r="r" b="b"/>
              <a:pathLst>
                <a:path w="13034" h="8728" extrusionOk="0">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65"/>
            <p:cNvSpPr/>
            <p:nvPr/>
          </p:nvSpPr>
          <p:spPr>
            <a:xfrm>
              <a:off x="5998826" y="2544656"/>
              <a:ext cx="143032" cy="117405"/>
            </a:xfrm>
            <a:custGeom>
              <a:avLst/>
              <a:gdLst/>
              <a:ahLst/>
              <a:cxnLst/>
              <a:rect l="l" t="t" r="r" b="b"/>
              <a:pathLst>
                <a:path w="5453" h="4476" extrusionOk="0">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65"/>
            <p:cNvSpPr/>
            <p:nvPr/>
          </p:nvSpPr>
          <p:spPr>
            <a:xfrm>
              <a:off x="5846062" y="2667360"/>
              <a:ext cx="238877" cy="135740"/>
            </a:xfrm>
            <a:custGeom>
              <a:avLst/>
              <a:gdLst/>
              <a:ahLst/>
              <a:cxnLst/>
              <a:rect l="l" t="t" r="r" b="b"/>
              <a:pathLst>
                <a:path w="9107" h="5175" extrusionOk="0">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65"/>
            <p:cNvSpPr/>
            <p:nvPr/>
          </p:nvSpPr>
          <p:spPr>
            <a:xfrm>
              <a:off x="5898339" y="2432968"/>
              <a:ext cx="134481" cy="211492"/>
            </a:xfrm>
            <a:custGeom>
              <a:avLst/>
              <a:gdLst/>
              <a:ahLst/>
              <a:cxnLst/>
              <a:rect l="l" t="t" r="r" b="b"/>
              <a:pathLst>
                <a:path w="5127" h="8063" extrusionOk="0">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65"/>
            <p:cNvSpPr/>
            <p:nvPr/>
          </p:nvSpPr>
          <p:spPr>
            <a:xfrm>
              <a:off x="5898522" y="2433309"/>
              <a:ext cx="59962" cy="175925"/>
            </a:xfrm>
            <a:custGeom>
              <a:avLst/>
              <a:gdLst/>
              <a:ahLst/>
              <a:cxnLst/>
              <a:rect l="l" t="t" r="r" b="b"/>
              <a:pathLst>
                <a:path w="2286" h="6707" extrusionOk="0">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65"/>
            <p:cNvSpPr/>
            <p:nvPr/>
          </p:nvSpPr>
          <p:spPr>
            <a:xfrm>
              <a:off x="5804960" y="2667045"/>
              <a:ext cx="141065" cy="88920"/>
            </a:xfrm>
            <a:custGeom>
              <a:avLst/>
              <a:gdLst/>
              <a:ahLst/>
              <a:cxnLst/>
              <a:rect l="l" t="t" r="r" b="b"/>
              <a:pathLst>
                <a:path w="5378" h="3390" extrusionOk="0">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65"/>
            <p:cNvSpPr/>
            <p:nvPr/>
          </p:nvSpPr>
          <p:spPr>
            <a:xfrm>
              <a:off x="5912739" y="2597483"/>
              <a:ext cx="29378" cy="23502"/>
            </a:xfrm>
            <a:custGeom>
              <a:avLst/>
              <a:gdLst/>
              <a:ahLst/>
              <a:cxnLst/>
              <a:rect l="l" t="t" r="r" b="b"/>
              <a:pathLst>
                <a:path w="1120" h="896" extrusionOk="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65"/>
            <p:cNvSpPr/>
            <p:nvPr/>
          </p:nvSpPr>
          <p:spPr>
            <a:xfrm>
              <a:off x="5989042" y="2597483"/>
              <a:ext cx="29378" cy="23502"/>
            </a:xfrm>
            <a:custGeom>
              <a:avLst/>
              <a:gdLst/>
              <a:ahLst/>
              <a:cxnLst/>
              <a:rect l="l" t="t" r="r" b="b"/>
              <a:pathLst>
                <a:path w="1120" h="896" extrusionOk="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65"/>
            <p:cNvSpPr/>
            <p:nvPr/>
          </p:nvSpPr>
          <p:spPr>
            <a:xfrm>
              <a:off x="5789327" y="2544656"/>
              <a:ext cx="142849" cy="117405"/>
            </a:xfrm>
            <a:custGeom>
              <a:avLst/>
              <a:gdLst/>
              <a:ahLst/>
              <a:cxnLst/>
              <a:rect l="l" t="t" r="r" b="b"/>
              <a:pathLst>
                <a:path w="5446" h="4476" extrusionOk="0">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65"/>
            <p:cNvSpPr/>
            <p:nvPr/>
          </p:nvSpPr>
          <p:spPr>
            <a:xfrm>
              <a:off x="5985134" y="2666940"/>
              <a:ext cx="141065" cy="89025"/>
            </a:xfrm>
            <a:custGeom>
              <a:avLst/>
              <a:gdLst/>
              <a:ahLst/>
              <a:cxnLst/>
              <a:rect l="l" t="t" r="r" b="b"/>
              <a:pathLst>
                <a:path w="5378" h="3394" extrusionOk="0">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5" name="Google Shape;14805;p65"/>
          <p:cNvGrpSpPr/>
          <p:nvPr/>
        </p:nvGrpSpPr>
        <p:grpSpPr>
          <a:xfrm>
            <a:off x="847524" y="2056334"/>
            <a:ext cx="322314" cy="370158"/>
            <a:chOff x="874612" y="1980134"/>
            <a:chExt cx="322314" cy="370158"/>
          </a:xfrm>
        </p:grpSpPr>
        <p:sp>
          <p:nvSpPr>
            <p:cNvPr id="14806" name="Google Shape;14806;p65"/>
            <p:cNvSpPr/>
            <p:nvPr/>
          </p:nvSpPr>
          <p:spPr>
            <a:xfrm>
              <a:off x="1067586" y="1980134"/>
              <a:ext cx="129340" cy="193709"/>
            </a:xfrm>
            <a:custGeom>
              <a:avLst/>
              <a:gdLst/>
              <a:ahLst/>
              <a:cxnLst/>
              <a:rect l="l" t="t" r="r" b="b"/>
              <a:pathLst>
                <a:path w="4931" h="7385" extrusionOk="0">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65"/>
            <p:cNvSpPr/>
            <p:nvPr/>
          </p:nvSpPr>
          <p:spPr>
            <a:xfrm>
              <a:off x="1095521" y="1980317"/>
              <a:ext cx="101405" cy="193525"/>
            </a:xfrm>
            <a:custGeom>
              <a:avLst/>
              <a:gdLst/>
              <a:ahLst/>
              <a:cxnLst/>
              <a:rect l="l" t="t" r="r" b="b"/>
              <a:pathLst>
                <a:path w="3866" h="7378" extrusionOk="0">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65"/>
            <p:cNvSpPr/>
            <p:nvPr/>
          </p:nvSpPr>
          <p:spPr>
            <a:xfrm>
              <a:off x="874612" y="1980134"/>
              <a:ext cx="129681" cy="193709"/>
            </a:xfrm>
            <a:custGeom>
              <a:avLst/>
              <a:gdLst/>
              <a:ahLst/>
              <a:cxnLst/>
              <a:rect l="l" t="t" r="r" b="b"/>
              <a:pathLst>
                <a:path w="4944" h="7385" extrusionOk="0">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65"/>
            <p:cNvSpPr/>
            <p:nvPr/>
          </p:nvSpPr>
          <p:spPr>
            <a:xfrm>
              <a:off x="874612" y="1980317"/>
              <a:ext cx="101589" cy="193525"/>
            </a:xfrm>
            <a:custGeom>
              <a:avLst/>
              <a:gdLst/>
              <a:ahLst/>
              <a:cxnLst/>
              <a:rect l="l" t="t" r="r" b="b"/>
              <a:pathLst>
                <a:path w="3873" h="7378" extrusionOk="0">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65"/>
            <p:cNvSpPr/>
            <p:nvPr/>
          </p:nvSpPr>
          <p:spPr>
            <a:xfrm>
              <a:off x="922455" y="2123481"/>
              <a:ext cx="226785" cy="226811"/>
            </a:xfrm>
            <a:custGeom>
              <a:avLst/>
              <a:gdLst/>
              <a:ahLst/>
              <a:cxnLst/>
              <a:rect l="l" t="t" r="r" b="b"/>
              <a:pathLst>
                <a:path w="8646" h="8647" extrusionOk="0">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65"/>
            <p:cNvSpPr/>
            <p:nvPr/>
          </p:nvSpPr>
          <p:spPr>
            <a:xfrm>
              <a:off x="922455" y="2123664"/>
              <a:ext cx="106205" cy="222876"/>
            </a:xfrm>
            <a:custGeom>
              <a:avLst/>
              <a:gdLst/>
              <a:ahLst/>
              <a:cxnLst/>
              <a:rect l="l" t="t" r="r" b="b"/>
              <a:pathLst>
                <a:path w="4049" h="8497" extrusionOk="0">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65"/>
            <p:cNvSpPr/>
            <p:nvPr/>
          </p:nvSpPr>
          <p:spPr>
            <a:xfrm>
              <a:off x="964082" y="2219010"/>
              <a:ext cx="35935" cy="41627"/>
            </a:xfrm>
            <a:custGeom>
              <a:avLst/>
              <a:gdLst/>
              <a:ahLst/>
              <a:cxnLst/>
              <a:rect l="l" t="t" r="r" b="b"/>
              <a:pathLst>
                <a:path w="1370" h="1587" extrusionOk="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65"/>
            <p:cNvSpPr/>
            <p:nvPr/>
          </p:nvSpPr>
          <p:spPr>
            <a:xfrm>
              <a:off x="982050" y="2218984"/>
              <a:ext cx="17968" cy="29797"/>
            </a:xfrm>
            <a:custGeom>
              <a:avLst/>
              <a:gdLst/>
              <a:ahLst/>
              <a:cxnLst/>
              <a:rect l="l" t="t" r="r" b="b"/>
              <a:pathLst>
                <a:path w="685" h="1136" extrusionOk="0">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65"/>
            <p:cNvSpPr/>
            <p:nvPr/>
          </p:nvSpPr>
          <p:spPr>
            <a:xfrm>
              <a:off x="976174" y="2224860"/>
              <a:ext cx="11935" cy="11961"/>
            </a:xfrm>
            <a:custGeom>
              <a:avLst/>
              <a:gdLst/>
              <a:ahLst/>
              <a:cxnLst/>
              <a:rect l="l" t="t" r="r" b="b"/>
              <a:pathLst>
                <a:path w="455" h="456" extrusionOk="0">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65"/>
            <p:cNvSpPr/>
            <p:nvPr/>
          </p:nvSpPr>
          <p:spPr>
            <a:xfrm>
              <a:off x="1071678" y="2219010"/>
              <a:ext cx="35778" cy="41627"/>
            </a:xfrm>
            <a:custGeom>
              <a:avLst/>
              <a:gdLst/>
              <a:ahLst/>
              <a:cxnLst/>
              <a:rect l="l" t="t" r="r" b="b"/>
              <a:pathLst>
                <a:path w="1364" h="1587" extrusionOk="0">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65"/>
            <p:cNvSpPr/>
            <p:nvPr/>
          </p:nvSpPr>
          <p:spPr>
            <a:xfrm>
              <a:off x="1089462" y="2218984"/>
              <a:ext cx="17994" cy="29797"/>
            </a:xfrm>
            <a:custGeom>
              <a:avLst/>
              <a:gdLst/>
              <a:ahLst/>
              <a:cxnLst/>
              <a:rect l="l" t="t" r="r" b="b"/>
              <a:pathLst>
                <a:path w="686" h="1136" extrusionOk="0">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65"/>
            <p:cNvSpPr/>
            <p:nvPr/>
          </p:nvSpPr>
          <p:spPr>
            <a:xfrm>
              <a:off x="1083586" y="2224860"/>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65"/>
            <p:cNvSpPr/>
            <p:nvPr/>
          </p:nvSpPr>
          <p:spPr>
            <a:xfrm>
              <a:off x="949682" y="2219010"/>
              <a:ext cx="172357" cy="131281"/>
            </a:xfrm>
            <a:custGeom>
              <a:avLst/>
              <a:gdLst/>
              <a:ahLst/>
              <a:cxnLst/>
              <a:rect l="l" t="t" r="r" b="b"/>
              <a:pathLst>
                <a:path w="6571" h="5005" extrusionOk="0">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65"/>
            <p:cNvSpPr/>
            <p:nvPr/>
          </p:nvSpPr>
          <p:spPr>
            <a:xfrm>
              <a:off x="985984" y="2318238"/>
              <a:ext cx="99700" cy="24027"/>
            </a:xfrm>
            <a:custGeom>
              <a:avLst/>
              <a:gdLst/>
              <a:ahLst/>
              <a:cxnLst/>
              <a:rect l="l" t="t" r="r" b="b"/>
              <a:pathLst>
                <a:path w="3801" h="916" extrusionOk="0">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65"/>
            <p:cNvSpPr/>
            <p:nvPr/>
          </p:nvSpPr>
          <p:spPr>
            <a:xfrm>
              <a:off x="1008726" y="2278579"/>
              <a:ext cx="54270" cy="41784"/>
            </a:xfrm>
            <a:custGeom>
              <a:avLst/>
              <a:gdLst/>
              <a:ahLst/>
              <a:cxnLst/>
              <a:rect l="l" t="t" r="r" b="b"/>
              <a:pathLst>
                <a:path w="2069" h="1593" extrusionOk="0">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65"/>
            <p:cNvSpPr/>
            <p:nvPr/>
          </p:nvSpPr>
          <p:spPr>
            <a:xfrm>
              <a:off x="1008726" y="2279811"/>
              <a:ext cx="36827" cy="40552"/>
            </a:xfrm>
            <a:custGeom>
              <a:avLst/>
              <a:gdLst/>
              <a:ahLst/>
              <a:cxnLst/>
              <a:rect l="l" t="t" r="r" b="b"/>
              <a:pathLst>
                <a:path w="1404" h="1546" extrusionOk="0">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65"/>
            <p:cNvSpPr/>
            <p:nvPr/>
          </p:nvSpPr>
          <p:spPr>
            <a:xfrm>
              <a:off x="950023" y="2286395"/>
              <a:ext cx="51070" cy="59962"/>
            </a:xfrm>
            <a:custGeom>
              <a:avLst/>
              <a:gdLst/>
              <a:ahLst/>
              <a:cxnLst/>
              <a:rect l="l" t="t" r="r" b="b"/>
              <a:pathLst>
                <a:path w="1947" h="2286" extrusionOk="0">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23" name="Google Shape;14823;p65"/>
          <p:cNvGrpSpPr/>
          <p:nvPr/>
        </p:nvGrpSpPr>
        <p:grpSpPr>
          <a:xfrm>
            <a:off x="3012574" y="2590980"/>
            <a:ext cx="374223" cy="329764"/>
            <a:chOff x="3039662" y="2514780"/>
            <a:chExt cx="374223" cy="329764"/>
          </a:xfrm>
        </p:grpSpPr>
        <p:sp>
          <p:nvSpPr>
            <p:cNvPr id="14824" name="Google Shape;14824;p65"/>
            <p:cNvSpPr/>
            <p:nvPr/>
          </p:nvSpPr>
          <p:spPr>
            <a:xfrm>
              <a:off x="3270171" y="2554964"/>
              <a:ext cx="64395" cy="72762"/>
            </a:xfrm>
            <a:custGeom>
              <a:avLst/>
              <a:gdLst/>
              <a:ahLst/>
              <a:cxnLst/>
              <a:rect l="l" t="t" r="r" b="b"/>
              <a:pathLst>
                <a:path w="2455" h="2774" extrusionOk="0">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65"/>
            <p:cNvSpPr/>
            <p:nvPr/>
          </p:nvSpPr>
          <p:spPr>
            <a:xfrm>
              <a:off x="3245804" y="2514780"/>
              <a:ext cx="97838" cy="179571"/>
            </a:xfrm>
            <a:custGeom>
              <a:avLst/>
              <a:gdLst/>
              <a:ahLst/>
              <a:cxnLst/>
              <a:rect l="l" t="t" r="r" b="b"/>
              <a:pathLst>
                <a:path w="3730" h="6846" extrusionOk="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65"/>
            <p:cNvSpPr/>
            <p:nvPr/>
          </p:nvSpPr>
          <p:spPr>
            <a:xfrm>
              <a:off x="3119165" y="2554964"/>
              <a:ext cx="64395" cy="72762"/>
            </a:xfrm>
            <a:custGeom>
              <a:avLst/>
              <a:gdLst/>
              <a:ahLst/>
              <a:cxnLst/>
              <a:rect l="l" t="t" r="r" b="b"/>
              <a:pathLst>
                <a:path w="2455" h="2774" extrusionOk="0">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65"/>
            <p:cNvSpPr/>
            <p:nvPr/>
          </p:nvSpPr>
          <p:spPr>
            <a:xfrm>
              <a:off x="3254512" y="2624867"/>
              <a:ext cx="17627" cy="28827"/>
            </a:xfrm>
            <a:custGeom>
              <a:avLst/>
              <a:gdLst/>
              <a:ahLst/>
              <a:cxnLst/>
              <a:rect l="l" t="t" r="r" b="b"/>
              <a:pathLst>
                <a:path w="672" h="1099" extrusionOk="0">
                  <a:moveTo>
                    <a:pt x="217" y="0"/>
                  </a:moveTo>
                  <a:lnTo>
                    <a:pt x="0" y="1099"/>
                  </a:lnTo>
                  <a:lnTo>
                    <a:pt x="448" y="1099"/>
                  </a:lnTo>
                  <a:lnTo>
                    <a:pt x="672"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65"/>
            <p:cNvSpPr/>
            <p:nvPr/>
          </p:nvSpPr>
          <p:spPr>
            <a:xfrm>
              <a:off x="3255745" y="2607424"/>
              <a:ext cx="23161" cy="23161"/>
            </a:xfrm>
            <a:custGeom>
              <a:avLst/>
              <a:gdLst/>
              <a:ahLst/>
              <a:cxnLst/>
              <a:rect l="l" t="t" r="r" b="b"/>
              <a:pathLst>
                <a:path w="883" h="883" extrusionOk="0">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65"/>
            <p:cNvSpPr/>
            <p:nvPr/>
          </p:nvSpPr>
          <p:spPr>
            <a:xfrm>
              <a:off x="3181593" y="2624867"/>
              <a:ext cx="17627" cy="28827"/>
            </a:xfrm>
            <a:custGeom>
              <a:avLst/>
              <a:gdLst/>
              <a:ahLst/>
              <a:cxnLst/>
              <a:rect l="l" t="t" r="r" b="b"/>
              <a:pathLst>
                <a:path w="672" h="1099" extrusionOk="0">
                  <a:moveTo>
                    <a:pt x="0" y="0"/>
                  </a:moveTo>
                  <a:lnTo>
                    <a:pt x="224" y="1099"/>
                  </a:lnTo>
                  <a:lnTo>
                    <a:pt x="672" y="1099"/>
                  </a:lnTo>
                  <a:lnTo>
                    <a:pt x="4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65"/>
            <p:cNvSpPr/>
            <p:nvPr/>
          </p:nvSpPr>
          <p:spPr>
            <a:xfrm>
              <a:off x="3288480" y="2694219"/>
              <a:ext cx="125406" cy="52145"/>
            </a:xfrm>
            <a:custGeom>
              <a:avLst/>
              <a:gdLst/>
              <a:ahLst/>
              <a:cxnLst/>
              <a:rect l="l" t="t" r="r" b="b"/>
              <a:pathLst>
                <a:path w="4781" h="1988" extrusionOk="0">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65"/>
            <p:cNvSpPr/>
            <p:nvPr/>
          </p:nvSpPr>
          <p:spPr>
            <a:xfrm>
              <a:off x="3276204" y="2705813"/>
              <a:ext cx="118140" cy="78952"/>
            </a:xfrm>
            <a:custGeom>
              <a:avLst/>
              <a:gdLst/>
              <a:ahLst/>
              <a:cxnLst/>
              <a:rect l="l" t="t" r="r" b="b"/>
              <a:pathLst>
                <a:path w="4504" h="3010" extrusionOk="0">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65"/>
            <p:cNvSpPr/>
            <p:nvPr/>
          </p:nvSpPr>
          <p:spPr>
            <a:xfrm>
              <a:off x="3265240" y="2711793"/>
              <a:ext cx="104186" cy="103399"/>
            </a:xfrm>
            <a:custGeom>
              <a:avLst/>
              <a:gdLst/>
              <a:ahLst/>
              <a:cxnLst/>
              <a:rect l="l" t="t" r="r" b="b"/>
              <a:pathLst>
                <a:path w="3972" h="3942" extrusionOk="0">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3" name="Google Shape;14833;p65"/>
            <p:cNvSpPr/>
            <p:nvPr/>
          </p:nvSpPr>
          <p:spPr>
            <a:xfrm>
              <a:off x="3247430" y="2717223"/>
              <a:ext cx="88920" cy="127320"/>
            </a:xfrm>
            <a:custGeom>
              <a:avLst/>
              <a:gdLst/>
              <a:ahLst/>
              <a:cxnLst/>
              <a:rect l="l" t="t" r="r" b="b"/>
              <a:pathLst>
                <a:path w="3390" h="4854" extrusionOk="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65"/>
            <p:cNvSpPr/>
            <p:nvPr/>
          </p:nvSpPr>
          <p:spPr>
            <a:xfrm>
              <a:off x="3039662" y="2694219"/>
              <a:ext cx="125406" cy="52145"/>
            </a:xfrm>
            <a:custGeom>
              <a:avLst/>
              <a:gdLst/>
              <a:ahLst/>
              <a:cxnLst/>
              <a:rect l="l" t="t" r="r" b="b"/>
              <a:pathLst>
                <a:path w="4781" h="1988" extrusionOk="0">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65"/>
            <p:cNvSpPr/>
            <p:nvPr/>
          </p:nvSpPr>
          <p:spPr>
            <a:xfrm>
              <a:off x="3059230" y="2705813"/>
              <a:ext cx="118297" cy="78952"/>
            </a:xfrm>
            <a:custGeom>
              <a:avLst/>
              <a:gdLst/>
              <a:ahLst/>
              <a:cxnLst/>
              <a:rect l="l" t="t" r="r" b="b"/>
              <a:pathLst>
                <a:path w="4510" h="3010" extrusionOk="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65"/>
            <p:cNvSpPr/>
            <p:nvPr/>
          </p:nvSpPr>
          <p:spPr>
            <a:xfrm>
              <a:off x="3084306" y="2711793"/>
              <a:ext cx="104186" cy="103399"/>
            </a:xfrm>
            <a:custGeom>
              <a:avLst/>
              <a:gdLst/>
              <a:ahLst/>
              <a:cxnLst/>
              <a:rect l="l" t="t" r="r" b="b"/>
              <a:pathLst>
                <a:path w="3972" h="3942" extrusionOk="0">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65"/>
            <p:cNvSpPr/>
            <p:nvPr/>
          </p:nvSpPr>
          <p:spPr>
            <a:xfrm>
              <a:off x="3117198" y="2717223"/>
              <a:ext cx="88972" cy="127320"/>
            </a:xfrm>
            <a:custGeom>
              <a:avLst/>
              <a:gdLst/>
              <a:ahLst/>
              <a:cxnLst/>
              <a:rect l="l" t="t" r="r" b="b"/>
              <a:pathLst>
                <a:path w="3392" h="4854" extrusionOk="0">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8" name="Google Shape;14838;p65"/>
            <p:cNvSpPr/>
            <p:nvPr/>
          </p:nvSpPr>
          <p:spPr>
            <a:xfrm>
              <a:off x="3145841" y="2642100"/>
              <a:ext cx="161865" cy="121524"/>
            </a:xfrm>
            <a:custGeom>
              <a:avLst/>
              <a:gdLst/>
              <a:ahLst/>
              <a:cxnLst/>
              <a:rect l="l" t="t" r="r" b="b"/>
              <a:pathLst>
                <a:path w="6171" h="4633" extrusionOk="0">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65"/>
            <p:cNvSpPr/>
            <p:nvPr/>
          </p:nvSpPr>
          <p:spPr>
            <a:xfrm>
              <a:off x="3109906" y="2514780"/>
              <a:ext cx="97864" cy="179571"/>
            </a:xfrm>
            <a:custGeom>
              <a:avLst/>
              <a:gdLst/>
              <a:ahLst/>
              <a:cxnLst/>
              <a:rect l="l" t="t" r="r" b="b"/>
              <a:pathLst>
                <a:path w="3731" h="6846" extrusionOk="0">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65"/>
            <p:cNvSpPr/>
            <p:nvPr/>
          </p:nvSpPr>
          <p:spPr>
            <a:xfrm>
              <a:off x="3174825" y="2607424"/>
              <a:ext cx="23161" cy="23161"/>
            </a:xfrm>
            <a:custGeom>
              <a:avLst/>
              <a:gdLst/>
              <a:ahLst/>
              <a:cxnLst/>
              <a:rect l="l" t="t" r="r" b="b"/>
              <a:pathLst>
                <a:path w="883" h="883" extrusionOk="0">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1" name="Google Shape;14841;p65"/>
            <p:cNvSpPr/>
            <p:nvPr/>
          </p:nvSpPr>
          <p:spPr>
            <a:xfrm>
              <a:off x="3145841" y="2642651"/>
              <a:ext cx="79529" cy="120973"/>
            </a:xfrm>
            <a:custGeom>
              <a:avLst/>
              <a:gdLst/>
              <a:ahLst/>
              <a:cxnLst/>
              <a:rect l="l" t="t" r="r" b="b"/>
              <a:pathLst>
                <a:path w="3032" h="4612" extrusionOk="0">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2" name="Google Shape;14842;p65"/>
          <p:cNvGrpSpPr/>
          <p:nvPr/>
        </p:nvGrpSpPr>
        <p:grpSpPr>
          <a:xfrm>
            <a:off x="1919281" y="2639322"/>
            <a:ext cx="374066" cy="233395"/>
            <a:chOff x="1946369" y="2563122"/>
            <a:chExt cx="374066" cy="233395"/>
          </a:xfrm>
        </p:grpSpPr>
        <p:sp>
          <p:nvSpPr>
            <p:cNvPr id="14843" name="Google Shape;14843;p65"/>
            <p:cNvSpPr/>
            <p:nvPr/>
          </p:nvSpPr>
          <p:spPr>
            <a:xfrm>
              <a:off x="1946369" y="2563148"/>
              <a:ext cx="334223" cy="215401"/>
            </a:xfrm>
            <a:custGeom>
              <a:avLst/>
              <a:gdLst/>
              <a:ahLst/>
              <a:cxnLst/>
              <a:rect l="l" t="t" r="r" b="b"/>
              <a:pathLst>
                <a:path w="12742" h="8212" extrusionOk="0">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65"/>
            <p:cNvSpPr/>
            <p:nvPr/>
          </p:nvSpPr>
          <p:spPr>
            <a:xfrm>
              <a:off x="1995656" y="2698836"/>
              <a:ext cx="107254" cy="97497"/>
            </a:xfrm>
            <a:custGeom>
              <a:avLst/>
              <a:gdLst/>
              <a:ahLst/>
              <a:cxnLst/>
              <a:rect l="l" t="t" r="r" b="b"/>
              <a:pathLst>
                <a:path w="4089" h="3717" extrusionOk="0">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5" name="Google Shape;14845;p65"/>
            <p:cNvSpPr/>
            <p:nvPr/>
          </p:nvSpPr>
          <p:spPr>
            <a:xfrm>
              <a:off x="2186846" y="2736738"/>
              <a:ext cx="57811" cy="59778"/>
            </a:xfrm>
            <a:custGeom>
              <a:avLst/>
              <a:gdLst/>
              <a:ahLst/>
              <a:cxnLst/>
              <a:rect l="l" t="t" r="r" b="b"/>
              <a:pathLst>
                <a:path w="2204" h="2279" extrusionOk="0">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65"/>
            <p:cNvSpPr/>
            <p:nvPr/>
          </p:nvSpPr>
          <p:spPr>
            <a:xfrm>
              <a:off x="1974645" y="2580433"/>
              <a:ext cx="14977" cy="20433"/>
            </a:xfrm>
            <a:custGeom>
              <a:avLst/>
              <a:gdLst/>
              <a:ahLst/>
              <a:cxnLst/>
              <a:rect l="l" t="t" r="r" b="b"/>
              <a:pathLst>
                <a:path w="571" h="779" extrusionOk="0">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65"/>
            <p:cNvSpPr/>
            <p:nvPr/>
          </p:nvSpPr>
          <p:spPr>
            <a:xfrm>
              <a:off x="1952429" y="2612408"/>
              <a:ext cx="38506" cy="16918"/>
            </a:xfrm>
            <a:custGeom>
              <a:avLst/>
              <a:gdLst/>
              <a:ahLst/>
              <a:cxnLst/>
              <a:rect l="l" t="t" r="r" b="b"/>
              <a:pathLst>
                <a:path w="1468" h="645" extrusionOk="0">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65"/>
            <p:cNvSpPr/>
            <p:nvPr/>
          </p:nvSpPr>
          <p:spPr>
            <a:xfrm>
              <a:off x="1978029" y="2563122"/>
              <a:ext cx="51962" cy="90048"/>
            </a:xfrm>
            <a:custGeom>
              <a:avLst/>
              <a:gdLst/>
              <a:ahLst/>
              <a:cxnLst/>
              <a:rect l="l" t="t" r="r" b="b"/>
              <a:pathLst>
                <a:path w="1981" h="3433" extrusionOk="0">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65"/>
            <p:cNvSpPr/>
            <p:nvPr/>
          </p:nvSpPr>
          <p:spPr>
            <a:xfrm>
              <a:off x="2029781" y="2601417"/>
              <a:ext cx="290655" cy="147098"/>
            </a:xfrm>
            <a:custGeom>
              <a:avLst/>
              <a:gdLst/>
              <a:ahLst/>
              <a:cxnLst/>
              <a:rect l="l" t="t" r="r" b="b"/>
              <a:pathLst>
                <a:path w="11081" h="5608" extrusionOk="0">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65"/>
            <p:cNvSpPr/>
            <p:nvPr/>
          </p:nvSpPr>
          <p:spPr>
            <a:xfrm>
              <a:off x="2029781" y="2604932"/>
              <a:ext cx="286379" cy="143635"/>
            </a:xfrm>
            <a:custGeom>
              <a:avLst/>
              <a:gdLst/>
              <a:ahLst/>
              <a:cxnLst/>
              <a:rect l="l" t="t" r="r" b="b"/>
              <a:pathLst>
                <a:path w="10918" h="5476" extrusionOk="0">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1" name="Google Shape;14851;p65"/>
          <p:cNvGrpSpPr/>
          <p:nvPr/>
        </p:nvGrpSpPr>
        <p:grpSpPr>
          <a:xfrm>
            <a:off x="4108175" y="2982384"/>
            <a:ext cx="374040" cy="370184"/>
            <a:chOff x="4135263" y="2906184"/>
            <a:chExt cx="374040" cy="370184"/>
          </a:xfrm>
        </p:grpSpPr>
        <p:sp>
          <p:nvSpPr>
            <p:cNvPr id="14852" name="Google Shape;14852;p65"/>
            <p:cNvSpPr/>
            <p:nvPr/>
          </p:nvSpPr>
          <p:spPr>
            <a:xfrm>
              <a:off x="4165139" y="2935037"/>
              <a:ext cx="314288" cy="312347"/>
            </a:xfrm>
            <a:custGeom>
              <a:avLst/>
              <a:gdLst/>
              <a:ahLst/>
              <a:cxnLst/>
              <a:rect l="l" t="t" r="r" b="b"/>
              <a:pathLst>
                <a:path w="11982" h="11908" extrusionOk="0">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65"/>
            <p:cNvSpPr/>
            <p:nvPr/>
          </p:nvSpPr>
          <p:spPr>
            <a:xfrm>
              <a:off x="4228799" y="2998802"/>
              <a:ext cx="187151" cy="184895"/>
            </a:xfrm>
            <a:custGeom>
              <a:avLst/>
              <a:gdLst/>
              <a:ahLst/>
              <a:cxnLst/>
              <a:rect l="l" t="t" r="r" b="b"/>
              <a:pathLst>
                <a:path w="7135" h="7049" extrusionOk="0">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65"/>
            <p:cNvSpPr/>
            <p:nvPr/>
          </p:nvSpPr>
          <p:spPr>
            <a:xfrm>
              <a:off x="4135263" y="2906184"/>
              <a:ext cx="374040" cy="370184"/>
            </a:xfrm>
            <a:custGeom>
              <a:avLst/>
              <a:gdLst/>
              <a:ahLst/>
              <a:cxnLst/>
              <a:rect l="l" t="t" r="r" b="b"/>
              <a:pathLst>
                <a:path w="14260" h="14113" extrusionOk="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5" name="Google Shape;14855;p65"/>
          <p:cNvGrpSpPr/>
          <p:nvPr/>
        </p:nvGrpSpPr>
        <p:grpSpPr>
          <a:xfrm>
            <a:off x="4656513" y="2982384"/>
            <a:ext cx="372676" cy="370184"/>
            <a:chOff x="4683601" y="2906184"/>
            <a:chExt cx="372676" cy="370184"/>
          </a:xfrm>
        </p:grpSpPr>
        <p:sp>
          <p:nvSpPr>
            <p:cNvPr id="14856" name="Google Shape;14856;p65"/>
            <p:cNvSpPr/>
            <p:nvPr/>
          </p:nvSpPr>
          <p:spPr>
            <a:xfrm>
              <a:off x="4846516" y="3004205"/>
              <a:ext cx="20538" cy="69588"/>
            </a:xfrm>
            <a:custGeom>
              <a:avLst/>
              <a:gdLst/>
              <a:ahLst/>
              <a:cxnLst/>
              <a:rect l="l" t="t" r="r" b="b"/>
              <a:pathLst>
                <a:path w="783" h="2653" extrusionOk="0">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65"/>
            <p:cNvSpPr/>
            <p:nvPr/>
          </p:nvSpPr>
          <p:spPr>
            <a:xfrm>
              <a:off x="4875133" y="3004415"/>
              <a:ext cx="18361" cy="69378"/>
            </a:xfrm>
            <a:custGeom>
              <a:avLst/>
              <a:gdLst/>
              <a:ahLst/>
              <a:cxnLst/>
              <a:rect l="l" t="t" r="r" b="b"/>
              <a:pathLst>
                <a:path w="700" h="2645" extrusionOk="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8" name="Google Shape;14858;p65"/>
            <p:cNvSpPr/>
            <p:nvPr/>
          </p:nvSpPr>
          <p:spPr>
            <a:xfrm>
              <a:off x="4846857" y="3027524"/>
              <a:ext cx="46270" cy="46270"/>
            </a:xfrm>
            <a:custGeom>
              <a:avLst/>
              <a:gdLst/>
              <a:ahLst/>
              <a:cxnLst/>
              <a:rect l="l" t="t" r="r" b="b"/>
              <a:pathLst>
                <a:path w="1764" h="1764" extrusionOk="0">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65"/>
            <p:cNvSpPr/>
            <p:nvPr/>
          </p:nvSpPr>
          <p:spPr>
            <a:xfrm>
              <a:off x="4683601" y="2906184"/>
              <a:ext cx="372676" cy="370184"/>
            </a:xfrm>
            <a:custGeom>
              <a:avLst/>
              <a:gdLst/>
              <a:ahLst/>
              <a:cxnLst/>
              <a:rect l="l" t="t" r="r" b="b"/>
              <a:pathLst>
                <a:path w="14208" h="14113" extrusionOk="0">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65"/>
            <p:cNvSpPr/>
            <p:nvPr/>
          </p:nvSpPr>
          <p:spPr>
            <a:xfrm>
              <a:off x="4818056" y="3102751"/>
              <a:ext cx="104054" cy="104081"/>
            </a:xfrm>
            <a:custGeom>
              <a:avLst/>
              <a:gdLst/>
              <a:ahLst/>
              <a:cxnLst/>
              <a:rect l="l" t="t" r="r" b="b"/>
              <a:pathLst>
                <a:path w="3967" h="3968" extrusionOk="0">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65"/>
            <p:cNvSpPr/>
            <p:nvPr/>
          </p:nvSpPr>
          <p:spPr>
            <a:xfrm>
              <a:off x="4817872" y="3102935"/>
              <a:ext cx="54086" cy="103897"/>
            </a:xfrm>
            <a:custGeom>
              <a:avLst/>
              <a:gdLst/>
              <a:ahLst/>
              <a:cxnLst/>
              <a:rect l="l" t="t" r="r" b="b"/>
              <a:pathLst>
                <a:path w="2062" h="3961" extrusionOk="0">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2" name="Google Shape;14862;p65"/>
          <p:cNvGrpSpPr/>
          <p:nvPr/>
        </p:nvGrpSpPr>
        <p:grpSpPr>
          <a:xfrm>
            <a:off x="843720" y="2982253"/>
            <a:ext cx="329134" cy="370132"/>
            <a:chOff x="870808" y="2906053"/>
            <a:chExt cx="329134" cy="370132"/>
          </a:xfrm>
        </p:grpSpPr>
        <p:sp>
          <p:nvSpPr>
            <p:cNvPr id="14863" name="Google Shape;14863;p65"/>
            <p:cNvSpPr/>
            <p:nvPr/>
          </p:nvSpPr>
          <p:spPr>
            <a:xfrm>
              <a:off x="907530" y="3114004"/>
              <a:ext cx="113943" cy="162180"/>
            </a:xfrm>
            <a:custGeom>
              <a:avLst/>
              <a:gdLst/>
              <a:ahLst/>
              <a:cxnLst/>
              <a:rect l="l" t="t" r="r" b="b"/>
              <a:pathLst>
                <a:path w="4344" h="6183" extrusionOk="0">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4" name="Google Shape;14864;p65"/>
            <p:cNvSpPr/>
            <p:nvPr/>
          </p:nvSpPr>
          <p:spPr>
            <a:xfrm>
              <a:off x="1050169" y="3114030"/>
              <a:ext cx="113838" cy="162154"/>
            </a:xfrm>
            <a:custGeom>
              <a:avLst/>
              <a:gdLst/>
              <a:ahLst/>
              <a:cxnLst/>
              <a:rect l="l" t="t" r="r" b="b"/>
              <a:pathLst>
                <a:path w="4340" h="6182" extrusionOk="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65"/>
            <p:cNvSpPr/>
            <p:nvPr/>
          </p:nvSpPr>
          <p:spPr>
            <a:xfrm>
              <a:off x="870808" y="3073951"/>
              <a:ext cx="329134" cy="52250"/>
            </a:xfrm>
            <a:custGeom>
              <a:avLst/>
              <a:gdLst/>
              <a:ahLst/>
              <a:cxnLst/>
              <a:rect l="l" t="t" r="r" b="b"/>
              <a:pathLst>
                <a:path w="12548" h="1992" extrusionOk="0">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65"/>
            <p:cNvSpPr/>
            <p:nvPr/>
          </p:nvSpPr>
          <p:spPr>
            <a:xfrm>
              <a:off x="889038" y="2975536"/>
              <a:ext cx="293828" cy="86690"/>
            </a:xfrm>
            <a:custGeom>
              <a:avLst/>
              <a:gdLst/>
              <a:ahLst/>
              <a:cxnLst/>
              <a:rect l="l" t="t" r="r" b="b"/>
              <a:pathLst>
                <a:path w="11202" h="3305" extrusionOk="0">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65"/>
            <p:cNvSpPr/>
            <p:nvPr/>
          </p:nvSpPr>
          <p:spPr>
            <a:xfrm>
              <a:off x="983807" y="3021832"/>
              <a:ext cx="104081" cy="225368"/>
            </a:xfrm>
            <a:custGeom>
              <a:avLst/>
              <a:gdLst/>
              <a:ahLst/>
              <a:cxnLst/>
              <a:rect l="l" t="t" r="r" b="b"/>
              <a:pathLst>
                <a:path w="3968" h="8592" extrusionOk="0">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65"/>
            <p:cNvSpPr/>
            <p:nvPr/>
          </p:nvSpPr>
          <p:spPr>
            <a:xfrm>
              <a:off x="1042326" y="3108968"/>
              <a:ext cx="210" cy="26"/>
            </a:xfrm>
            <a:custGeom>
              <a:avLst/>
              <a:gdLst/>
              <a:ahLst/>
              <a:cxnLst/>
              <a:rect l="l" t="t" r="r" b="b"/>
              <a:pathLst>
                <a:path w="8" h="1" extrusionOk="0">
                  <a:moveTo>
                    <a:pt x="1" y="1"/>
                  </a:moveTo>
                  <a:lnTo>
                    <a:pt x="1" y="1"/>
                  </a:lnTo>
                  <a:cubicBezTo>
                    <a:pt x="8" y="1"/>
                    <a:pt x="8" y="1"/>
                    <a:pt x="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65"/>
            <p:cNvSpPr/>
            <p:nvPr/>
          </p:nvSpPr>
          <p:spPr>
            <a:xfrm>
              <a:off x="983650" y="3021648"/>
              <a:ext cx="70270" cy="225552"/>
            </a:xfrm>
            <a:custGeom>
              <a:avLst/>
              <a:gdLst/>
              <a:ahLst/>
              <a:cxnLst/>
              <a:rect l="l" t="t" r="r" b="b"/>
              <a:pathLst>
                <a:path w="2679" h="8599" extrusionOk="0">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65"/>
            <p:cNvSpPr/>
            <p:nvPr/>
          </p:nvSpPr>
          <p:spPr>
            <a:xfrm>
              <a:off x="983807" y="3151120"/>
              <a:ext cx="104081" cy="26728"/>
            </a:xfrm>
            <a:custGeom>
              <a:avLst/>
              <a:gdLst/>
              <a:ahLst/>
              <a:cxnLst/>
              <a:rect l="l" t="t" r="r" b="b"/>
              <a:pathLst>
                <a:path w="3968" h="1019" extrusionOk="0">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65"/>
            <p:cNvSpPr/>
            <p:nvPr/>
          </p:nvSpPr>
          <p:spPr>
            <a:xfrm>
              <a:off x="988633" y="3194347"/>
              <a:ext cx="94271" cy="24053"/>
            </a:xfrm>
            <a:custGeom>
              <a:avLst/>
              <a:gdLst/>
              <a:ahLst/>
              <a:cxnLst/>
              <a:rect l="l" t="t" r="r" b="b"/>
              <a:pathLst>
                <a:path w="3594" h="917" extrusionOk="0">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65"/>
            <p:cNvSpPr/>
            <p:nvPr/>
          </p:nvSpPr>
          <p:spPr>
            <a:xfrm>
              <a:off x="1024201" y="3151120"/>
              <a:ext cx="63503" cy="26728"/>
            </a:xfrm>
            <a:custGeom>
              <a:avLst/>
              <a:gdLst/>
              <a:ahLst/>
              <a:cxnLst/>
              <a:rect l="l" t="t" r="r" b="b"/>
              <a:pathLst>
                <a:path w="2421" h="1019" extrusionOk="0">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65"/>
            <p:cNvSpPr/>
            <p:nvPr/>
          </p:nvSpPr>
          <p:spPr>
            <a:xfrm>
              <a:off x="985066" y="3150962"/>
              <a:ext cx="26" cy="26"/>
            </a:xfrm>
            <a:custGeom>
              <a:avLst/>
              <a:gdLst/>
              <a:ahLst/>
              <a:cxnLst/>
              <a:rect l="l" t="t" r="r" b="b"/>
              <a:pathLst>
                <a:path w="1" h="1" extrusionOk="0">
                  <a:moveTo>
                    <a:pt x="0" y="0"/>
                  </a:moveTo>
                  <a:lnTo>
                    <a:pt x="0"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4" name="Google Shape;14874;p65"/>
            <p:cNvSpPr/>
            <p:nvPr/>
          </p:nvSpPr>
          <p:spPr>
            <a:xfrm>
              <a:off x="984174" y="3157362"/>
              <a:ext cx="26" cy="26"/>
            </a:xfrm>
            <a:custGeom>
              <a:avLst/>
              <a:gdLst/>
              <a:ahLst/>
              <a:cxnLst/>
              <a:rect l="l" t="t" r="r" b="b"/>
              <a:pathLst>
                <a:path w="1" h="1" extrusionOk="0">
                  <a:moveTo>
                    <a:pt x="0" y="0"/>
                  </a:move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65"/>
            <p:cNvSpPr/>
            <p:nvPr/>
          </p:nvSpPr>
          <p:spPr>
            <a:xfrm>
              <a:off x="991834" y="3202714"/>
              <a:ext cx="367" cy="734"/>
            </a:xfrm>
            <a:custGeom>
              <a:avLst/>
              <a:gdLst/>
              <a:ahLst/>
              <a:cxnLst/>
              <a:rect l="l" t="t" r="r" b="b"/>
              <a:pathLst>
                <a:path w="14" h="28" extrusionOk="0">
                  <a:moveTo>
                    <a:pt x="0" y="0"/>
                  </a:moveTo>
                  <a:lnTo>
                    <a:pt x="14" y="27"/>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65"/>
            <p:cNvSpPr/>
            <p:nvPr/>
          </p:nvSpPr>
          <p:spPr>
            <a:xfrm>
              <a:off x="1029159" y="3194347"/>
              <a:ext cx="53745" cy="24053"/>
            </a:xfrm>
            <a:custGeom>
              <a:avLst/>
              <a:gdLst/>
              <a:ahLst/>
              <a:cxnLst/>
              <a:rect l="l" t="t" r="r" b="b"/>
              <a:pathLst>
                <a:path w="2049" h="917" extrusionOk="0">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65"/>
            <p:cNvSpPr/>
            <p:nvPr/>
          </p:nvSpPr>
          <p:spPr>
            <a:xfrm>
              <a:off x="935282" y="2906053"/>
              <a:ext cx="201341" cy="63686"/>
            </a:xfrm>
            <a:custGeom>
              <a:avLst/>
              <a:gdLst/>
              <a:ahLst/>
              <a:cxnLst/>
              <a:rect l="l" t="t" r="r" b="b"/>
              <a:pathLst>
                <a:path w="7676" h="2428" extrusionOk="0">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65"/>
            <p:cNvSpPr/>
            <p:nvPr/>
          </p:nvSpPr>
          <p:spPr>
            <a:xfrm>
              <a:off x="1001066" y="2958172"/>
              <a:ext cx="69405" cy="69378"/>
            </a:xfrm>
            <a:custGeom>
              <a:avLst/>
              <a:gdLst/>
              <a:ahLst/>
              <a:cxnLst/>
              <a:rect l="l" t="t" r="r" b="b"/>
              <a:pathLst>
                <a:path w="2646" h="2645" extrusionOk="0">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65"/>
            <p:cNvSpPr/>
            <p:nvPr/>
          </p:nvSpPr>
          <p:spPr>
            <a:xfrm>
              <a:off x="1001066" y="2958172"/>
              <a:ext cx="37378" cy="69378"/>
            </a:xfrm>
            <a:custGeom>
              <a:avLst/>
              <a:gdLst/>
              <a:ahLst/>
              <a:cxnLst/>
              <a:rect l="l" t="t" r="r" b="b"/>
              <a:pathLst>
                <a:path w="1425" h="2645" extrusionOk="0">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65"/>
            <p:cNvSpPr/>
            <p:nvPr/>
          </p:nvSpPr>
          <p:spPr>
            <a:xfrm>
              <a:off x="1001066"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1" name="Google Shape;14881;p65"/>
            <p:cNvSpPr/>
            <p:nvPr/>
          </p:nvSpPr>
          <p:spPr>
            <a:xfrm>
              <a:off x="1047310"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2" name="Google Shape;14882;p65"/>
          <p:cNvGrpSpPr/>
          <p:nvPr/>
        </p:nvGrpSpPr>
        <p:grpSpPr>
          <a:xfrm>
            <a:off x="1916790" y="2985269"/>
            <a:ext cx="374774" cy="364282"/>
            <a:chOff x="1943878" y="2909069"/>
            <a:chExt cx="374774" cy="364282"/>
          </a:xfrm>
        </p:grpSpPr>
        <p:sp>
          <p:nvSpPr>
            <p:cNvPr id="14883" name="Google Shape;14883;p65"/>
            <p:cNvSpPr/>
            <p:nvPr/>
          </p:nvSpPr>
          <p:spPr>
            <a:xfrm>
              <a:off x="2142911" y="2909069"/>
              <a:ext cx="65470" cy="50178"/>
            </a:xfrm>
            <a:custGeom>
              <a:avLst/>
              <a:gdLst/>
              <a:ahLst/>
              <a:cxnLst/>
              <a:rect l="l" t="t" r="r" b="b"/>
              <a:pathLst>
                <a:path w="2496" h="1913" extrusionOk="0">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65"/>
            <p:cNvSpPr/>
            <p:nvPr/>
          </p:nvSpPr>
          <p:spPr>
            <a:xfrm>
              <a:off x="2193063" y="2938316"/>
              <a:ext cx="90231" cy="51699"/>
            </a:xfrm>
            <a:custGeom>
              <a:avLst/>
              <a:gdLst/>
              <a:ahLst/>
              <a:cxnLst/>
              <a:rect l="l" t="t" r="r" b="b"/>
              <a:pathLst>
                <a:path w="3440" h="1971" extrusionOk="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65"/>
            <p:cNvSpPr/>
            <p:nvPr/>
          </p:nvSpPr>
          <p:spPr>
            <a:xfrm>
              <a:off x="2239306" y="3065216"/>
              <a:ext cx="79346" cy="75096"/>
            </a:xfrm>
            <a:custGeom>
              <a:avLst/>
              <a:gdLst/>
              <a:ahLst/>
              <a:cxnLst/>
              <a:rect l="l" t="t" r="r" b="b"/>
              <a:pathLst>
                <a:path w="3025" h="2863" extrusionOk="0">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65"/>
            <p:cNvSpPr/>
            <p:nvPr/>
          </p:nvSpPr>
          <p:spPr>
            <a:xfrm>
              <a:off x="2232696" y="3151723"/>
              <a:ext cx="43096" cy="98494"/>
            </a:xfrm>
            <a:custGeom>
              <a:avLst/>
              <a:gdLst/>
              <a:ahLst/>
              <a:cxnLst/>
              <a:rect l="l" t="t" r="r" b="b"/>
              <a:pathLst>
                <a:path w="1643" h="3755" extrusionOk="0">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65"/>
            <p:cNvSpPr/>
            <p:nvPr/>
          </p:nvSpPr>
          <p:spPr>
            <a:xfrm>
              <a:off x="2054149" y="2909069"/>
              <a:ext cx="65654" cy="50178"/>
            </a:xfrm>
            <a:custGeom>
              <a:avLst/>
              <a:gdLst/>
              <a:ahLst/>
              <a:cxnLst/>
              <a:rect l="l" t="t" r="r" b="b"/>
              <a:pathLst>
                <a:path w="2503" h="1913" extrusionOk="0">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65"/>
            <p:cNvSpPr/>
            <p:nvPr/>
          </p:nvSpPr>
          <p:spPr>
            <a:xfrm>
              <a:off x="1978344" y="2937634"/>
              <a:ext cx="91307" cy="52381"/>
            </a:xfrm>
            <a:custGeom>
              <a:avLst/>
              <a:gdLst/>
              <a:ahLst/>
              <a:cxnLst/>
              <a:rect l="l" t="t" r="r" b="b"/>
              <a:pathLst>
                <a:path w="3481" h="1997" extrusionOk="0">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65"/>
            <p:cNvSpPr/>
            <p:nvPr/>
          </p:nvSpPr>
          <p:spPr>
            <a:xfrm>
              <a:off x="1943878" y="3065216"/>
              <a:ext cx="79529" cy="75096"/>
            </a:xfrm>
            <a:custGeom>
              <a:avLst/>
              <a:gdLst/>
              <a:ahLst/>
              <a:cxnLst/>
              <a:rect l="l" t="t" r="r" b="b"/>
              <a:pathLst>
                <a:path w="3032" h="2863" extrusionOk="0">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65"/>
            <p:cNvSpPr/>
            <p:nvPr/>
          </p:nvSpPr>
          <p:spPr>
            <a:xfrm>
              <a:off x="1986737" y="3151723"/>
              <a:ext cx="43122" cy="98494"/>
            </a:xfrm>
            <a:custGeom>
              <a:avLst/>
              <a:gdLst/>
              <a:ahLst/>
              <a:cxnLst/>
              <a:rect l="l" t="t" r="r" b="b"/>
              <a:pathLst>
                <a:path w="1644" h="3755" extrusionOk="0">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65"/>
            <p:cNvSpPr/>
            <p:nvPr/>
          </p:nvSpPr>
          <p:spPr>
            <a:xfrm>
              <a:off x="2003813" y="3007432"/>
              <a:ext cx="254903" cy="265920"/>
            </a:xfrm>
            <a:custGeom>
              <a:avLst/>
              <a:gdLst/>
              <a:ahLst/>
              <a:cxnLst/>
              <a:rect l="l" t="t" r="r" b="b"/>
              <a:pathLst>
                <a:path w="9718" h="10138" extrusionOk="0">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65"/>
            <p:cNvSpPr/>
            <p:nvPr/>
          </p:nvSpPr>
          <p:spPr>
            <a:xfrm>
              <a:off x="2125468" y="3007432"/>
              <a:ext cx="11594" cy="248529"/>
            </a:xfrm>
            <a:custGeom>
              <a:avLst/>
              <a:gdLst/>
              <a:ahLst/>
              <a:cxnLst/>
              <a:rect l="l" t="t" r="r" b="b"/>
              <a:pathLst>
                <a:path w="442" h="9475" extrusionOk="0">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3" name="Google Shape;14893;p65"/>
            <p:cNvSpPr/>
            <p:nvPr/>
          </p:nvSpPr>
          <p:spPr>
            <a:xfrm>
              <a:off x="2003813" y="3007432"/>
              <a:ext cx="129865" cy="265736"/>
            </a:xfrm>
            <a:custGeom>
              <a:avLst/>
              <a:gdLst/>
              <a:ahLst/>
              <a:cxnLst/>
              <a:rect l="l" t="t" r="r" b="b"/>
              <a:pathLst>
                <a:path w="4951" h="10131" extrusionOk="0">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4" name="Google Shape;14894;p65"/>
            <p:cNvSpPr/>
            <p:nvPr/>
          </p:nvSpPr>
          <p:spPr>
            <a:xfrm>
              <a:off x="2044732" y="2937896"/>
              <a:ext cx="173433" cy="92487"/>
            </a:xfrm>
            <a:custGeom>
              <a:avLst/>
              <a:gdLst/>
              <a:ahLst/>
              <a:cxnLst/>
              <a:rect l="l" t="t" r="r" b="b"/>
              <a:pathLst>
                <a:path w="6612" h="3526" extrusionOk="0">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65"/>
            <p:cNvSpPr/>
            <p:nvPr/>
          </p:nvSpPr>
          <p:spPr>
            <a:xfrm>
              <a:off x="2044548" y="2937896"/>
              <a:ext cx="99805" cy="91962"/>
            </a:xfrm>
            <a:custGeom>
              <a:avLst/>
              <a:gdLst/>
              <a:ahLst/>
              <a:cxnLst/>
              <a:rect l="l" t="t" r="r" b="b"/>
              <a:pathLst>
                <a:path w="3805" h="3506" extrusionOk="0">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65"/>
            <p:cNvSpPr/>
            <p:nvPr/>
          </p:nvSpPr>
          <p:spPr>
            <a:xfrm>
              <a:off x="2153219" y="2943404"/>
              <a:ext cx="47162" cy="35070"/>
            </a:xfrm>
            <a:custGeom>
              <a:avLst/>
              <a:gdLst/>
              <a:ahLst/>
              <a:cxnLst/>
              <a:rect l="l" t="t" r="r" b="b"/>
              <a:pathLst>
                <a:path w="1798" h="1337" extrusionOk="0">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65"/>
            <p:cNvSpPr/>
            <p:nvPr/>
          </p:nvSpPr>
          <p:spPr>
            <a:xfrm>
              <a:off x="2062332" y="2943404"/>
              <a:ext cx="47162" cy="35070"/>
            </a:xfrm>
            <a:custGeom>
              <a:avLst/>
              <a:gdLst/>
              <a:ahLst/>
              <a:cxnLst/>
              <a:rect l="l" t="t" r="r" b="b"/>
              <a:pathLst>
                <a:path w="1798" h="1337" extrusionOk="0">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65"/>
            <p:cNvSpPr/>
            <p:nvPr/>
          </p:nvSpPr>
          <p:spPr>
            <a:xfrm>
              <a:off x="2061991" y="3123027"/>
              <a:ext cx="40394" cy="40394"/>
            </a:xfrm>
            <a:custGeom>
              <a:avLst/>
              <a:gdLst/>
              <a:ahLst/>
              <a:cxnLst/>
              <a:rect l="l" t="t" r="r" b="b"/>
              <a:pathLst>
                <a:path w="1540" h="1540" extrusionOk="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65"/>
            <p:cNvSpPr/>
            <p:nvPr/>
          </p:nvSpPr>
          <p:spPr>
            <a:xfrm>
              <a:off x="2039407" y="3209665"/>
              <a:ext cx="38794" cy="34519"/>
            </a:xfrm>
            <a:custGeom>
              <a:avLst/>
              <a:gdLst/>
              <a:ahLst/>
              <a:cxnLst/>
              <a:rect l="l" t="t" r="r" b="b"/>
              <a:pathLst>
                <a:path w="1479" h="1316" extrusionOk="0">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65"/>
            <p:cNvSpPr/>
            <p:nvPr/>
          </p:nvSpPr>
          <p:spPr>
            <a:xfrm>
              <a:off x="2015748" y="3065216"/>
              <a:ext cx="28827" cy="28853"/>
            </a:xfrm>
            <a:custGeom>
              <a:avLst/>
              <a:gdLst/>
              <a:ahLst/>
              <a:cxnLst/>
              <a:rect l="l" t="t" r="r" b="b"/>
              <a:pathLst>
                <a:path w="1099" h="1100" extrusionOk="0">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1" name="Google Shape;14901;p65"/>
            <p:cNvSpPr/>
            <p:nvPr/>
          </p:nvSpPr>
          <p:spPr>
            <a:xfrm>
              <a:off x="2160170" y="3123027"/>
              <a:ext cx="40578" cy="40394"/>
            </a:xfrm>
            <a:custGeom>
              <a:avLst/>
              <a:gdLst/>
              <a:ahLst/>
              <a:cxnLst/>
              <a:rect l="l" t="t" r="r" b="b"/>
              <a:pathLst>
                <a:path w="1547" h="1540" extrusionOk="0">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65"/>
            <p:cNvSpPr/>
            <p:nvPr/>
          </p:nvSpPr>
          <p:spPr>
            <a:xfrm>
              <a:off x="2184354" y="3209665"/>
              <a:ext cx="38794" cy="34519"/>
            </a:xfrm>
            <a:custGeom>
              <a:avLst/>
              <a:gdLst/>
              <a:ahLst/>
              <a:cxnLst/>
              <a:rect l="l" t="t" r="r" b="b"/>
              <a:pathLst>
                <a:path w="1479" h="1316" extrusionOk="0">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65"/>
            <p:cNvSpPr/>
            <p:nvPr/>
          </p:nvSpPr>
          <p:spPr>
            <a:xfrm>
              <a:off x="2218138" y="3065216"/>
              <a:ext cx="28853" cy="28853"/>
            </a:xfrm>
            <a:custGeom>
              <a:avLst/>
              <a:gdLst/>
              <a:ahLst/>
              <a:cxnLst/>
              <a:rect l="l" t="t" r="r" b="b"/>
              <a:pathLst>
                <a:path w="1100" h="1100" extrusionOk="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4" name="Google Shape;14904;p65"/>
          <p:cNvGrpSpPr/>
          <p:nvPr/>
        </p:nvGrpSpPr>
        <p:grpSpPr>
          <a:xfrm>
            <a:off x="1100984" y="3441461"/>
            <a:ext cx="328872" cy="370158"/>
            <a:chOff x="1128072" y="3365261"/>
            <a:chExt cx="328872" cy="370158"/>
          </a:xfrm>
        </p:grpSpPr>
        <p:sp>
          <p:nvSpPr>
            <p:cNvPr id="14905" name="Google Shape;14905;p65"/>
            <p:cNvSpPr/>
            <p:nvPr/>
          </p:nvSpPr>
          <p:spPr>
            <a:xfrm>
              <a:off x="1128072" y="3641306"/>
              <a:ext cx="23502" cy="11935"/>
            </a:xfrm>
            <a:custGeom>
              <a:avLst/>
              <a:gdLst/>
              <a:ahLst/>
              <a:cxnLst/>
              <a:rect l="l" t="t" r="r" b="b"/>
              <a:pathLst>
                <a:path w="896" h="455" extrusionOk="0">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65"/>
            <p:cNvSpPr/>
            <p:nvPr/>
          </p:nvSpPr>
          <p:spPr>
            <a:xfrm>
              <a:off x="1128072" y="3600203"/>
              <a:ext cx="23502" cy="11777"/>
            </a:xfrm>
            <a:custGeom>
              <a:avLst/>
              <a:gdLst/>
              <a:ahLst/>
              <a:cxnLst/>
              <a:rect l="l" t="t" r="r" b="b"/>
              <a:pathLst>
                <a:path w="896" h="449" extrusionOk="0">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7" name="Google Shape;14907;p65"/>
            <p:cNvSpPr/>
            <p:nvPr/>
          </p:nvSpPr>
          <p:spPr>
            <a:xfrm>
              <a:off x="1186749" y="3600203"/>
              <a:ext cx="23502" cy="11961"/>
            </a:xfrm>
            <a:custGeom>
              <a:avLst/>
              <a:gdLst/>
              <a:ahLst/>
              <a:cxnLst/>
              <a:rect l="l" t="t" r="r" b="b"/>
              <a:pathLst>
                <a:path w="896" h="456" extrusionOk="0">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65"/>
            <p:cNvSpPr/>
            <p:nvPr/>
          </p:nvSpPr>
          <p:spPr>
            <a:xfrm>
              <a:off x="1128072" y="3559127"/>
              <a:ext cx="23502" cy="11777"/>
            </a:xfrm>
            <a:custGeom>
              <a:avLst/>
              <a:gdLst/>
              <a:ahLst/>
              <a:cxnLst/>
              <a:rect l="l" t="t" r="r" b="b"/>
              <a:pathLst>
                <a:path w="896" h="449" extrusionOk="0">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65"/>
            <p:cNvSpPr/>
            <p:nvPr/>
          </p:nvSpPr>
          <p:spPr>
            <a:xfrm>
              <a:off x="1186749" y="3559127"/>
              <a:ext cx="23502" cy="11777"/>
            </a:xfrm>
            <a:custGeom>
              <a:avLst/>
              <a:gdLst/>
              <a:ahLst/>
              <a:cxnLst/>
              <a:rect l="l" t="t" r="r" b="b"/>
              <a:pathLst>
                <a:path w="896" h="449" extrusionOk="0">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65"/>
            <p:cNvSpPr/>
            <p:nvPr/>
          </p:nvSpPr>
          <p:spPr>
            <a:xfrm>
              <a:off x="1128072" y="3518051"/>
              <a:ext cx="23502" cy="11751"/>
            </a:xfrm>
            <a:custGeom>
              <a:avLst/>
              <a:gdLst/>
              <a:ahLst/>
              <a:cxnLst/>
              <a:rect l="l" t="t" r="r" b="b"/>
              <a:pathLst>
                <a:path w="896" h="448" extrusionOk="0">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65"/>
            <p:cNvSpPr/>
            <p:nvPr/>
          </p:nvSpPr>
          <p:spPr>
            <a:xfrm>
              <a:off x="1186749" y="3518051"/>
              <a:ext cx="23502" cy="11751"/>
            </a:xfrm>
            <a:custGeom>
              <a:avLst/>
              <a:gdLst/>
              <a:ahLst/>
              <a:cxnLst/>
              <a:rect l="l" t="t" r="r" b="b"/>
              <a:pathLst>
                <a:path w="896" h="448" extrusionOk="0">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65"/>
            <p:cNvSpPr/>
            <p:nvPr/>
          </p:nvSpPr>
          <p:spPr>
            <a:xfrm>
              <a:off x="1163273" y="3476975"/>
              <a:ext cx="11777" cy="23502"/>
            </a:xfrm>
            <a:custGeom>
              <a:avLst/>
              <a:gdLst/>
              <a:ahLst/>
              <a:cxnLst/>
              <a:rect l="l" t="t" r="r" b="b"/>
              <a:pathLst>
                <a:path w="449" h="896" extrusionOk="0">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65"/>
            <p:cNvSpPr/>
            <p:nvPr/>
          </p:nvSpPr>
          <p:spPr>
            <a:xfrm>
              <a:off x="1374739" y="3512176"/>
              <a:ext cx="23502" cy="11777"/>
            </a:xfrm>
            <a:custGeom>
              <a:avLst/>
              <a:gdLst/>
              <a:ahLst/>
              <a:cxnLst/>
              <a:rect l="l" t="t" r="r" b="b"/>
              <a:pathLst>
                <a:path w="896" h="449" extrusionOk="0">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65"/>
            <p:cNvSpPr/>
            <p:nvPr/>
          </p:nvSpPr>
          <p:spPr>
            <a:xfrm>
              <a:off x="1433442" y="3512176"/>
              <a:ext cx="23502" cy="11777"/>
            </a:xfrm>
            <a:custGeom>
              <a:avLst/>
              <a:gdLst/>
              <a:ahLst/>
              <a:cxnLst/>
              <a:rect l="l" t="t" r="r" b="b"/>
              <a:pathLst>
                <a:path w="896" h="449" extrusionOk="0">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65"/>
            <p:cNvSpPr/>
            <p:nvPr/>
          </p:nvSpPr>
          <p:spPr>
            <a:xfrm>
              <a:off x="1433442" y="3553252"/>
              <a:ext cx="23502" cy="11777"/>
            </a:xfrm>
            <a:custGeom>
              <a:avLst/>
              <a:gdLst/>
              <a:ahLst/>
              <a:cxnLst/>
              <a:rect l="l" t="t" r="r" b="b"/>
              <a:pathLst>
                <a:path w="896" h="449" extrusionOk="0">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65"/>
            <p:cNvSpPr/>
            <p:nvPr/>
          </p:nvSpPr>
          <p:spPr>
            <a:xfrm>
              <a:off x="1374739" y="3471099"/>
              <a:ext cx="23502" cy="11751"/>
            </a:xfrm>
            <a:custGeom>
              <a:avLst/>
              <a:gdLst/>
              <a:ahLst/>
              <a:cxnLst/>
              <a:rect l="l" t="t" r="r" b="b"/>
              <a:pathLst>
                <a:path w="896" h="448" extrusionOk="0">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65"/>
            <p:cNvSpPr/>
            <p:nvPr/>
          </p:nvSpPr>
          <p:spPr>
            <a:xfrm>
              <a:off x="1433442" y="3471099"/>
              <a:ext cx="23502" cy="11751"/>
            </a:xfrm>
            <a:custGeom>
              <a:avLst/>
              <a:gdLst/>
              <a:ahLst/>
              <a:cxnLst/>
              <a:rect l="l" t="t" r="r" b="b"/>
              <a:pathLst>
                <a:path w="896" h="448" extrusionOk="0">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65"/>
            <p:cNvSpPr/>
            <p:nvPr/>
          </p:nvSpPr>
          <p:spPr>
            <a:xfrm>
              <a:off x="1409966" y="3429997"/>
              <a:ext cx="11751" cy="23502"/>
            </a:xfrm>
            <a:custGeom>
              <a:avLst/>
              <a:gdLst/>
              <a:ahLst/>
              <a:cxnLst/>
              <a:rect l="l" t="t" r="r" b="b"/>
              <a:pathLst>
                <a:path w="448" h="896" extrusionOk="0">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65"/>
            <p:cNvSpPr/>
            <p:nvPr/>
          </p:nvSpPr>
          <p:spPr>
            <a:xfrm>
              <a:off x="1210225" y="3582603"/>
              <a:ext cx="29378" cy="11777"/>
            </a:xfrm>
            <a:custGeom>
              <a:avLst/>
              <a:gdLst/>
              <a:ahLst/>
              <a:cxnLst/>
              <a:rect l="l" t="t" r="r" b="b"/>
              <a:pathLst>
                <a:path w="1120" h="449" extrusionOk="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65"/>
            <p:cNvSpPr/>
            <p:nvPr/>
          </p:nvSpPr>
          <p:spPr>
            <a:xfrm>
              <a:off x="1210225" y="3535651"/>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65"/>
            <p:cNvSpPr/>
            <p:nvPr/>
          </p:nvSpPr>
          <p:spPr>
            <a:xfrm>
              <a:off x="1345230" y="367669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65"/>
            <p:cNvSpPr/>
            <p:nvPr/>
          </p:nvSpPr>
          <p:spPr>
            <a:xfrm>
              <a:off x="1345230" y="3629738"/>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65"/>
            <p:cNvSpPr/>
            <p:nvPr/>
          </p:nvSpPr>
          <p:spPr>
            <a:xfrm>
              <a:off x="1210225" y="3488700"/>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65"/>
            <p:cNvSpPr/>
            <p:nvPr/>
          </p:nvSpPr>
          <p:spPr>
            <a:xfrm>
              <a:off x="1345230" y="348870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65"/>
            <p:cNvSpPr/>
            <p:nvPr/>
          </p:nvSpPr>
          <p:spPr>
            <a:xfrm>
              <a:off x="1210225" y="3441748"/>
              <a:ext cx="29378" cy="11751"/>
            </a:xfrm>
            <a:custGeom>
              <a:avLst/>
              <a:gdLst/>
              <a:ahLst/>
              <a:cxnLst/>
              <a:rect l="l" t="t" r="r" b="b"/>
              <a:pathLst>
                <a:path w="1120" h="448" extrusionOk="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65"/>
            <p:cNvSpPr/>
            <p:nvPr/>
          </p:nvSpPr>
          <p:spPr>
            <a:xfrm>
              <a:off x="1286528" y="3365261"/>
              <a:ext cx="11777" cy="29561"/>
            </a:xfrm>
            <a:custGeom>
              <a:avLst/>
              <a:gdLst/>
              <a:ahLst/>
              <a:cxnLst/>
              <a:rect l="l" t="t" r="r" b="b"/>
              <a:pathLst>
                <a:path w="449" h="1127" extrusionOk="0">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65"/>
            <p:cNvSpPr/>
            <p:nvPr/>
          </p:nvSpPr>
          <p:spPr>
            <a:xfrm>
              <a:off x="1233359" y="3388685"/>
              <a:ext cx="26335" cy="26046"/>
            </a:xfrm>
            <a:custGeom>
              <a:avLst/>
              <a:gdLst/>
              <a:ahLst/>
              <a:cxnLst/>
              <a:rect l="l" t="t" r="r" b="b"/>
              <a:pathLst>
                <a:path w="1004" h="993" extrusionOk="0">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65"/>
            <p:cNvSpPr/>
            <p:nvPr/>
          </p:nvSpPr>
          <p:spPr>
            <a:xfrm>
              <a:off x="1325296" y="3388685"/>
              <a:ext cx="26361" cy="26046"/>
            </a:xfrm>
            <a:custGeom>
              <a:avLst/>
              <a:gdLst/>
              <a:ahLst/>
              <a:cxnLst/>
              <a:rect l="l" t="t" r="r" b="b"/>
              <a:pathLst>
                <a:path w="1005" h="993" extrusionOk="0">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65"/>
            <p:cNvSpPr/>
            <p:nvPr/>
          </p:nvSpPr>
          <p:spPr>
            <a:xfrm>
              <a:off x="1345230" y="3441748"/>
              <a:ext cx="29535" cy="11751"/>
            </a:xfrm>
            <a:custGeom>
              <a:avLst/>
              <a:gdLst/>
              <a:ahLst/>
              <a:cxnLst/>
              <a:rect l="l" t="t" r="r" b="b"/>
              <a:pathLst>
                <a:path w="1126" h="448" extrusionOk="0">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65"/>
            <p:cNvSpPr/>
            <p:nvPr/>
          </p:nvSpPr>
          <p:spPr>
            <a:xfrm>
              <a:off x="1233700" y="3388816"/>
              <a:ext cx="205643" cy="346603"/>
            </a:xfrm>
            <a:custGeom>
              <a:avLst/>
              <a:gdLst/>
              <a:ahLst/>
              <a:cxnLst/>
              <a:rect l="l" t="t" r="r" b="b"/>
              <a:pathLst>
                <a:path w="7840" h="13214" extrusionOk="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65"/>
            <p:cNvSpPr/>
            <p:nvPr/>
          </p:nvSpPr>
          <p:spPr>
            <a:xfrm>
              <a:off x="1145489" y="3388816"/>
              <a:ext cx="164724" cy="346603"/>
            </a:xfrm>
            <a:custGeom>
              <a:avLst/>
              <a:gdLst/>
              <a:ahLst/>
              <a:cxnLst/>
              <a:rect l="l" t="t" r="r" b="b"/>
              <a:pathLst>
                <a:path w="6280" h="13214" extrusionOk="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65"/>
            <p:cNvSpPr/>
            <p:nvPr/>
          </p:nvSpPr>
          <p:spPr>
            <a:xfrm>
              <a:off x="1175024" y="3495283"/>
              <a:ext cx="29351" cy="140173"/>
            </a:xfrm>
            <a:custGeom>
              <a:avLst/>
              <a:gdLst/>
              <a:ahLst/>
              <a:cxnLst/>
              <a:rect l="l" t="t" r="r" b="b"/>
              <a:pathLst>
                <a:path w="1119" h="5344" extrusionOk="0">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65"/>
            <p:cNvSpPr/>
            <p:nvPr/>
          </p:nvSpPr>
          <p:spPr>
            <a:xfrm>
              <a:off x="1286528" y="3435872"/>
              <a:ext cx="11777" cy="17627"/>
            </a:xfrm>
            <a:custGeom>
              <a:avLst/>
              <a:gdLst/>
              <a:ahLst/>
              <a:cxnLst/>
              <a:rect l="l" t="t" r="r" b="b"/>
              <a:pathLst>
                <a:path w="449" h="672" extrusionOk="0">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65"/>
            <p:cNvSpPr/>
            <p:nvPr/>
          </p:nvSpPr>
          <p:spPr>
            <a:xfrm>
              <a:off x="1286528" y="3482824"/>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65"/>
            <p:cNvSpPr/>
            <p:nvPr/>
          </p:nvSpPr>
          <p:spPr>
            <a:xfrm>
              <a:off x="1163273" y="3518051"/>
              <a:ext cx="11777" cy="17627"/>
            </a:xfrm>
            <a:custGeom>
              <a:avLst/>
              <a:gdLst/>
              <a:ahLst/>
              <a:cxnLst/>
              <a:rect l="l" t="t" r="r" b="b"/>
              <a:pathLst>
                <a:path w="449" h="672" extrusionOk="0">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65"/>
            <p:cNvSpPr/>
            <p:nvPr/>
          </p:nvSpPr>
          <p:spPr>
            <a:xfrm>
              <a:off x="1163273" y="355912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65"/>
            <p:cNvSpPr/>
            <p:nvPr/>
          </p:nvSpPr>
          <p:spPr>
            <a:xfrm>
              <a:off x="1163273" y="360038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65"/>
            <p:cNvSpPr/>
            <p:nvPr/>
          </p:nvSpPr>
          <p:spPr>
            <a:xfrm>
              <a:off x="1165109" y="3637581"/>
              <a:ext cx="19882" cy="16368"/>
            </a:xfrm>
            <a:custGeom>
              <a:avLst/>
              <a:gdLst/>
              <a:ahLst/>
              <a:cxnLst/>
              <a:rect l="l" t="t" r="r" b="b"/>
              <a:pathLst>
                <a:path w="758" h="624" extrusionOk="0">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65"/>
            <p:cNvSpPr/>
            <p:nvPr/>
          </p:nvSpPr>
          <p:spPr>
            <a:xfrm>
              <a:off x="1196532" y="3653214"/>
              <a:ext cx="21377" cy="11777"/>
            </a:xfrm>
            <a:custGeom>
              <a:avLst/>
              <a:gdLst/>
              <a:ahLst/>
              <a:cxnLst/>
              <a:rect l="l" t="t" r="r" b="b"/>
              <a:pathLst>
                <a:path w="815" h="449" extrusionOk="0">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65"/>
            <p:cNvSpPr/>
            <p:nvPr/>
          </p:nvSpPr>
          <p:spPr>
            <a:xfrm>
              <a:off x="1286528" y="3529776"/>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65"/>
            <p:cNvSpPr/>
            <p:nvPr/>
          </p:nvSpPr>
          <p:spPr>
            <a:xfrm>
              <a:off x="1286528" y="3576728"/>
              <a:ext cx="11777" cy="17653"/>
            </a:xfrm>
            <a:custGeom>
              <a:avLst/>
              <a:gdLst/>
              <a:ahLst/>
              <a:cxnLst/>
              <a:rect l="l" t="t" r="r" b="b"/>
              <a:pathLst>
                <a:path w="449" h="673" extrusionOk="0">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65"/>
            <p:cNvSpPr/>
            <p:nvPr/>
          </p:nvSpPr>
          <p:spPr>
            <a:xfrm>
              <a:off x="1286528" y="3623863"/>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65"/>
            <p:cNvSpPr/>
            <p:nvPr/>
          </p:nvSpPr>
          <p:spPr>
            <a:xfrm>
              <a:off x="1286528" y="3670815"/>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65"/>
            <p:cNvSpPr/>
            <p:nvPr/>
          </p:nvSpPr>
          <p:spPr>
            <a:xfrm>
              <a:off x="1380615" y="3448332"/>
              <a:ext cx="29378" cy="93221"/>
            </a:xfrm>
            <a:custGeom>
              <a:avLst/>
              <a:gdLst/>
              <a:ahLst/>
              <a:cxnLst/>
              <a:rect l="l" t="t" r="r" b="b"/>
              <a:pathLst>
                <a:path w="1120" h="3554" extrusionOk="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65"/>
            <p:cNvSpPr/>
            <p:nvPr/>
          </p:nvSpPr>
          <p:spPr>
            <a:xfrm>
              <a:off x="1409966" y="3471099"/>
              <a:ext cx="11751" cy="17627"/>
            </a:xfrm>
            <a:custGeom>
              <a:avLst/>
              <a:gdLst/>
              <a:ahLst/>
              <a:cxnLst/>
              <a:rect l="l" t="t" r="r" b="b"/>
              <a:pathLst>
                <a:path w="448" h="672" extrusionOk="0">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65"/>
            <p:cNvSpPr/>
            <p:nvPr/>
          </p:nvSpPr>
          <p:spPr>
            <a:xfrm>
              <a:off x="1409966" y="3512176"/>
              <a:ext cx="11751" cy="17627"/>
            </a:xfrm>
            <a:custGeom>
              <a:avLst/>
              <a:gdLst/>
              <a:ahLst/>
              <a:cxnLst/>
              <a:rect l="l" t="t" r="r" b="b"/>
              <a:pathLst>
                <a:path w="448" h="672" extrusionOk="0">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65"/>
            <p:cNvSpPr/>
            <p:nvPr/>
          </p:nvSpPr>
          <p:spPr>
            <a:xfrm>
              <a:off x="1368706" y="3559127"/>
              <a:ext cx="19594" cy="11777"/>
            </a:xfrm>
            <a:custGeom>
              <a:avLst/>
              <a:gdLst/>
              <a:ahLst/>
              <a:cxnLst/>
              <a:rect l="l" t="t" r="r" b="b"/>
              <a:pathLst>
                <a:path w="747" h="449" extrusionOk="0">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65"/>
            <p:cNvSpPr/>
            <p:nvPr/>
          </p:nvSpPr>
          <p:spPr>
            <a:xfrm>
              <a:off x="1399815" y="3547691"/>
              <a:ext cx="19017" cy="16053"/>
            </a:xfrm>
            <a:custGeom>
              <a:avLst/>
              <a:gdLst/>
              <a:ahLst/>
              <a:cxnLst/>
              <a:rect l="l" t="t" r="r" b="b"/>
              <a:pathLst>
                <a:path w="725" h="612" extrusionOk="0">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9" name="Google Shape;14949;p65"/>
          <p:cNvGrpSpPr/>
          <p:nvPr/>
        </p:nvGrpSpPr>
        <p:grpSpPr>
          <a:xfrm>
            <a:off x="5749779" y="1591381"/>
            <a:ext cx="370866" cy="364151"/>
            <a:chOff x="5776868" y="1515181"/>
            <a:chExt cx="370866" cy="364151"/>
          </a:xfrm>
        </p:grpSpPr>
        <p:sp>
          <p:nvSpPr>
            <p:cNvPr id="14950" name="Google Shape;14950;p65"/>
            <p:cNvSpPr/>
            <p:nvPr/>
          </p:nvSpPr>
          <p:spPr>
            <a:xfrm>
              <a:off x="5776868" y="1515181"/>
              <a:ext cx="176213" cy="156147"/>
            </a:xfrm>
            <a:custGeom>
              <a:avLst/>
              <a:gdLst/>
              <a:ahLst/>
              <a:cxnLst/>
              <a:rect l="l" t="t" r="r" b="b"/>
              <a:pathLst>
                <a:path w="6718" h="5953" extrusionOk="0">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1" name="Google Shape;14951;p65"/>
            <p:cNvSpPr/>
            <p:nvPr/>
          </p:nvSpPr>
          <p:spPr>
            <a:xfrm>
              <a:off x="5971494" y="1515181"/>
              <a:ext cx="176239" cy="156147"/>
            </a:xfrm>
            <a:custGeom>
              <a:avLst/>
              <a:gdLst/>
              <a:ahLst/>
              <a:cxnLst/>
              <a:rect l="l" t="t" r="r" b="b"/>
              <a:pathLst>
                <a:path w="6719" h="5953" extrusionOk="0">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65"/>
            <p:cNvSpPr/>
            <p:nvPr/>
          </p:nvSpPr>
          <p:spPr>
            <a:xfrm>
              <a:off x="5818180" y="1637360"/>
              <a:ext cx="97969" cy="62873"/>
            </a:xfrm>
            <a:custGeom>
              <a:avLst/>
              <a:gdLst/>
              <a:ahLst/>
              <a:cxnLst/>
              <a:rect l="l" t="t" r="r" b="b"/>
              <a:pathLst>
                <a:path w="3735" h="2397" extrusionOk="0">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65"/>
            <p:cNvSpPr/>
            <p:nvPr/>
          </p:nvSpPr>
          <p:spPr>
            <a:xfrm>
              <a:off x="5821327" y="1637360"/>
              <a:ext cx="94821" cy="52906"/>
            </a:xfrm>
            <a:custGeom>
              <a:avLst/>
              <a:gdLst/>
              <a:ahLst/>
              <a:cxnLst/>
              <a:rect l="l" t="t" r="r" b="b"/>
              <a:pathLst>
                <a:path w="3615" h="2017" extrusionOk="0">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4" name="Google Shape;14954;p65"/>
            <p:cNvSpPr/>
            <p:nvPr/>
          </p:nvSpPr>
          <p:spPr>
            <a:xfrm>
              <a:off x="6008610" y="1637360"/>
              <a:ext cx="97812" cy="62873"/>
            </a:xfrm>
            <a:custGeom>
              <a:avLst/>
              <a:gdLst/>
              <a:ahLst/>
              <a:cxnLst/>
              <a:rect l="l" t="t" r="r" b="b"/>
              <a:pathLst>
                <a:path w="3729" h="2397" extrusionOk="0">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5" name="Google Shape;14955;p65"/>
            <p:cNvSpPr/>
            <p:nvPr/>
          </p:nvSpPr>
          <p:spPr>
            <a:xfrm>
              <a:off x="6008610" y="1637360"/>
              <a:ext cx="94664" cy="52906"/>
            </a:xfrm>
            <a:custGeom>
              <a:avLst/>
              <a:gdLst/>
              <a:ahLst/>
              <a:cxnLst/>
              <a:rect l="l" t="t" r="r" b="b"/>
              <a:pathLst>
                <a:path w="3609" h="2017" extrusionOk="0">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65"/>
            <p:cNvSpPr/>
            <p:nvPr/>
          </p:nvSpPr>
          <p:spPr>
            <a:xfrm>
              <a:off x="5927690" y="1844603"/>
              <a:ext cx="69378" cy="34729"/>
            </a:xfrm>
            <a:custGeom>
              <a:avLst/>
              <a:gdLst/>
              <a:ahLst/>
              <a:cxnLst/>
              <a:rect l="l" t="t" r="r" b="b"/>
              <a:pathLst>
                <a:path w="2645" h="1324" extrusionOk="0">
                  <a:moveTo>
                    <a:pt x="1" y="1"/>
                  </a:moveTo>
                  <a:cubicBezTo>
                    <a:pt x="1" y="733"/>
                    <a:pt x="319" y="1323"/>
                    <a:pt x="1323" y="1323"/>
                  </a:cubicBezTo>
                  <a:cubicBezTo>
                    <a:pt x="2326" y="1323"/>
                    <a:pt x="2645" y="733"/>
                    <a:pt x="264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65"/>
            <p:cNvSpPr/>
            <p:nvPr/>
          </p:nvSpPr>
          <p:spPr>
            <a:xfrm>
              <a:off x="5875571" y="1653964"/>
              <a:ext cx="173433" cy="167557"/>
            </a:xfrm>
            <a:custGeom>
              <a:avLst/>
              <a:gdLst/>
              <a:ahLst/>
              <a:cxnLst/>
              <a:rect l="l" t="t" r="r" b="b"/>
              <a:pathLst>
                <a:path w="6612" h="6388" extrusionOk="0">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65"/>
            <p:cNvSpPr/>
            <p:nvPr/>
          </p:nvSpPr>
          <p:spPr>
            <a:xfrm>
              <a:off x="5875571" y="1653964"/>
              <a:ext cx="88264" cy="167557"/>
            </a:xfrm>
            <a:custGeom>
              <a:avLst/>
              <a:gdLst/>
              <a:ahLst/>
              <a:cxnLst/>
              <a:rect l="l" t="t" r="r" b="b"/>
              <a:pathLst>
                <a:path w="3365" h="6388" extrusionOk="0">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65"/>
            <p:cNvSpPr/>
            <p:nvPr/>
          </p:nvSpPr>
          <p:spPr>
            <a:xfrm>
              <a:off x="5898706" y="1729008"/>
              <a:ext cx="23135" cy="29010"/>
            </a:xfrm>
            <a:custGeom>
              <a:avLst/>
              <a:gdLst/>
              <a:ahLst/>
              <a:cxnLst/>
              <a:rect l="l" t="t" r="r" b="b"/>
              <a:pathLst>
                <a:path w="882" h="1106" extrusionOk="0">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65"/>
            <p:cNvSpPr/>
            <p:nvPr/>
          </p:nvSpPr>
          <p:spPr>
            <a:xfrm>
              <a:off x="6002734" y="1729008"/>
              <a:ext cx="23161" cy="29010"/>
            </a:xfrm>
            <a:custGeom>
              <a:avLst/>
              <a:gdLst/>
              <a:ahLst/>
              <a:cxnLst/>
              <a:rect l="l" t="t" r="r" b="b"/>
              <a:pathLst>
                <a:path w="883" h="1106" extrusionOk="0">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65"/>
            <p:cNvSpPr/>
            <p:nvPr/>
          </p:nvSpPr>
          <p:spPr>
            <a:xfrm>
              <a:off x="5913814" y="1781127"/>
              <a:ext cx="96972" cy="75070"/>
            </a:xfrm>
            <a:custGeom>
              <a:avLst/>
              <a:gdLst/>
              <a:ahLst/>
              <a:cxnLst/>
              <a:rect l="l" t="t" r="r" b="b"/>
              <a:pathLst>
                <a:path w="3697" h="2862" extrusionOk="0">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65"/>
            <p:cNvSpPr/>
            <p:nvPr/>
          </p:nvSpPr>
          <p:spPr>
            <a:xfrm>
              <a:off x="5904581" y="1734883"/>
              <a:ext cx="11567" cy="11594"/>
            </a:xfrm>
            <a:custGeom>
              <a:avLst/>
              <a:gdLst/>
              <a:ahLst/>
              <a:cxnLst/>
              <a:rect l="l" t="t" r="r" b="b"/>
              <a:pathLst>
                <a:path w="441" h="442" extrusionOk="0">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65"/>
            <p:cNvSpPr/>
            <p:nvPr/>
          </p:nvSpPr>
          <p:spPr>
            <a:xfrm>
              <a:off x="6008610" y="1734883"/>
              <a:ext cx="11594" cy="11594"/>
            </a:xfrm>
            <a:custGeom>
              <a:avLst/>
              <a:gdLst/>
              <a:ahLst/>
              <a:cxnLst/>
              <a:rect l="l" t="t" r="r" b="b"/>
              <a:pathLst>
                <a:path w="442" h="442" extrusionOk="0">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65"/>
            <p:cNvSpPr/>
            <p:nvPr/>
          </p:nvSpPr>
          <p:spPr>
            <a:xfrm>
              <a:off x="5913998" y="1785376"/>
              <a:ext cx="80238" cy="70821"/>
            </a:xfrm>
            <a:custGeom>
              <a:avLst/>
              <a:gdLst/>
              <a:ahLst/>
              <a:cxnLst/>
              <a:rect l="l" t="t" r="r" b="b"/>
              <a:pathLst>
                <a:path w="3059" h="2700" extrusionOk="0">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65"/>
            <p:cNvSpPr/>
            <p:nvPr/>
          </p:nvSpPr>
          <p:spPr>
            <a:xfrm>
              <a:off x="5939257" y="1809927"/>
              <a:ext cx="46270" cy="29010"/>
            </a:xfrm>
            <a:custGeom>
              <a:avLst/>
              <a:gdLst/>
              <a:ahLst/>
              <a:cxnLst/>
              <a:rect l="l" t="t" r="r" b="b"/>
              <a:pathLst>
                <a:path w="1764" h="1106" extrusionOk="0">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65"/>
            <p:cNvSpPr/>
            <p:nvPr/>
          </p:nvSpPr>
          <p:spPr>
            <a:xfrm>
              <a:off x="5939074" y="1811527"/>
              <a:ext cx="30794" cy="44670"/>
            </a:xfrm>
            <a:custGeom>
              <a:avLst/>
              <a:gdLst/>
              <a:ahLst/>
              <a:cxnLst/>
              <a:rect l="l" t="t" r="r" b="b"/>
              <a:pathLst>
                <a:path w="1174" h="1703" extrusionOk="0">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7" name="Google Shape;14967;p65"/>
          <p:cNvGrpSpPr/>
          <p:nvPr/>
        </p:nvGrpSpPr>
        <p:grpSpPr>
          <a:xfrm>
            <a:off x="3550761" y="2509142"/>
            <a:ext cx="393660" cy="370079"/>
            <a:chOff x="3577849" y="2432942"/>
            <a:chExt cx="393660" cy="370079"/>
          </a:xfrm>
        </p:grpSpPr>
        <p:sp>
          <p:nvSpPr>
            <p:cNvPr id="14968" name="Google Shape;14968;p65"/>
            <p:cNvSpPr/>
            <p:nvPr/>
          </p:nvSpPr>
          <p:spPr>
            <a:xfrm>
              <a:off x="3803558" y="2571279"/>
              <a:ext cx="167951" cy="223007"/>
            </a:xfrm>
            <a:custGeom>
              <a:avLst/>
              <a:gdLst/>
              <a:ahLst/>
              <a:cxnLst/>
              <a:rect l="l" t="t" r="r" b="b"/>
              <a:pathLst>
                <a:path w="6403" h="8502" extrusionOk="0">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65"/>
            <p:cNvSpPr/>
            <p:nvPr/>
          </p:nvSpPr>
          <p:spPr>
            <a:xfrm>
              <a:off x="3805867" y="2590348"/>
              <a:ext cx="145813" cy="180567"/>
            </a:xfrm>
            <a:custGeom>
              <a:avLst/>
              <a:gdLst/>
              <a:ahLst/>
              <a:cxnLst/>
              <a:rect l="l" t="t" r="r" b="b"/>
              <a:pathLst>
                <a:path w="5559" h="6884" extrusionOk="0">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65"/>
            <p:cNvSpPr/>
            <p:nvPr/>
          </p:nvSpPr>
          <p:spPr>
            <a:xfrm>
              <a:off x="3809591" y="2603568"/>
              <a:ext cx="117694" cy="135111"/>
            </a:xfrm>
            <a:custGeom>
              <a:avLst/>
              <a:gdLst/>
              <a:ahLst/>
              <a:cxnLst/>
              <a:rect l="l" t="t" r="r" b="b"/>
              <a:pathLst>
                <a:path w="4487" h="5151" extrusionOk="0">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65"/>
            <p:cNvSpPr/>
            <p:nvPr/>
          </p:nvSpPr>
          <p:spPr>
            <a:xfrm>
              <a:off x="3584066" y="2432942"/>
              <a:ext cx="62637" cy="48945"/>
            </a:xfrm>
            <a:custGeom>
              <a:avLst/>
              <a:gdLst/>
              <a:ahLst/>
              <a:cxnLst/>
              <a:rect l="l" t="t" r="r" b="b"/>
              <a:pathLst>
                <a:path w="2388" h="1866" extrusionOk="0">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65"/>
            <p:cNvSpPr/>
            <p:nvPr/>
          </p:nvSpPr>
          <p:spPr>
            <a:xfrm>
              <a:off x="3577849" y="2441887"/>
              <a:ext cx="117064" cy="105445"/>
            </a:xfrm>
            <a:custGeom>
              <a:avLst/>
              <a:gdLst/>
              <a:ahLst/>
              <a:cxnLst/>
              <a:rect l="l" t="t" r="r" b="b"/>
              <a:pathLst>
                <a:path w="4463" h="4020" extrusionOk="0">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65"/>
            <p:cNvSpPr/>
            <p:nvPr/>
          </p:nvSpPr>
          <p:spPr>
            <a:xfrm>
              <a:off x="3580000" y="2457310"/>
              <a:ext cx="65470" cy="90021"/>
            </a:xfrm>
            <a:custGeom>
              <a:avLst/>
              <a:gdLst/>
              <a:ahLst/>
              <a:cxnLst/>
              <a:rect l="l" t="t" r="r" b="b"/>
              <a:pathLst>
                <a:path w="2496" h="3432" extrusionOk="0">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65"/>
            <p:cNvSpPr/>
            <p:nvPr/>
          </p:nvSpPr>
          <p:spPr>
            <a:xfrm>
              <a:off x="3581417" y="2460562"/>
              <a:ext cx="173066" cy="174272"/>
            </a:xfrm>
            <a:custGeom>
              <a:avLst/>
              <a:gdLst/>
              <a:ahLst/>
              <a:cxnLst/>
              <a:rect l="l" t="t" r="r" b="b"/>
              <a:pathLst>
                <a:path w="6598" h="6644" extrusionOk="0">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65"/>
            <p:cNvSpPr/>
            <p:nvPr/>
          </p:nvSpPr>
          <p:spPr>
            <a:xfrm>
              <a:off x="3590125" y="2505704"/>
              <a:ext cx="95530" cy="129130"/>
            </a:xfrm>
            <a:custGeom>
              <a:avLst/>
              <a:gdLst/>
              <a:ahLst/>
              <a:cxnLst/>
              <a:rect l="l" t="t" r="r" b="b"/>
              <a:pathLst>
                <a:path w="3642" h="4923" extrusionOk="0">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65"/>
            <p:cNvSpPr/>
            <p:nvPr/>
          </p:nvSpPr>
          <p:spPr>
            <a:xfrm>
              <a:off x="3617509" y="2486661"/>
              <a:ext cx="253670" cy="316360"/>
            </a:xfrm>
            <a:custGeom>
              <a:avLst/>
              <a:gdLst/>
              <a:ahLst/>
              <a:cxnLst/>
              <a:rect l="l" t="t" r="r" b="b"/>
              <a:pathLst>
                <a:path w="9671" h="12061" extrusionOk="0">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65"/>
            <p:cNvSpPr/>
            <p:nvPr/>
          </p:nvSpPr>
          <p:spPr>
            <a:xfrm>
              <a:off x="3627476" y="2566873"/>
              <a:ext cx="236227" cy="236149"/>
            </a:xfrm>
            <a:custGeom>
              <a:avLst/>
              <a:gdLst/>
              <a:ahLst/>
              <a:cxnLst/>
              <a:rect l="l" t="t" r="r" b="b"/>
              <a:pathLst>
                <a:path w="9006" h="9003" extrusionOk="0">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8" name="Google Shape;14978;p65"/>
          <p:cNvGrpSpPr/>
          <p:nvPr/>
        </p:nvGrpSpPr>
        <p:grpSpPr>
          <a:xfrm>
            <a:off x="2466911" y="3003237"/>
            <a:ext cx="370132" cy="328164"/>
            <a:chOff x="2493999" y="2927037"/>
            <a:chExt cx="370132" cy="328164"/>
          </a:xfrm>
        </p:grpSpPr>
        <p:sp>
          <p:nvSpPr>
            <p:cNvPr id="14979" name="Google Shape;14979;p65"/>
            <p:cNvSpPr/>
            <p:nvPr/>
          </p:nvSpPr>
          <p:spPr>
            <a:xfrm>
              <a:off x="2538826" y="2932807"/>
              <a:ext cx="27804" cy="89759"/>
            </a:xfrm>
            <a:custGeom>
              <a:avLst/>
              <a:gdLst/>
              <a:ahLst/>
              <a:cxnLst/>
              <a:rect l="l" t="t" r="r" b="b"/>
              <a:pathLst>
                <a:path w="1060" h="3422" extrusionOk="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65"/>
            <p:cNvSpPr/>
            <p:nvPr/>
          </p:nvSpPr>
          <p:spPr>
            <a:xfrm>
              <a:off x="2505173" y="2932965"/>
              <a:ext cx="27804" cy="89602"/>
            </a:xfrm>
            <a:custGeom>
              <a:avLst/>
              <a:gdLst/>
              <a:ahLst/>
              <a:cxnLst/>
              <a:rect l="l" t="t" r="r" b="b"/>
              <a:pathLst>
                <a:path w="1060" h="3416" extrusionOk="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65"/>
            <p:cNvSpPr/>
            <p:nvPr/>
          </p:nvSpPr>
          <p:spPr>
            <a:xfrm>
              <a:off x="2493999" y="3004573"/>
              <a:ext cx="362682" cy="250628"/>
            </a:xfrm>
            <a:custGeom>
              <a:avLst/>
              <a:gdLst/>
              <a:ahLst/>
              <a:cxnLst/>
              <a:rect l="l" t="t" r="r" b="b"/>
              <a:pathLst>
                <a:path w="1382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65"/>
            <p:cNvSpPr/>
            <p:nvPr/>
          </p:nvSpPr>
          <p:spPr>
            <a:xfrm>
              <a:off x="2547718" y="2927037"/>
              <a:ext cx="23843" cy="23869"/>
            </a:xfrm>
            <a:custGeom>
              <a:avLst/>
              <a:gdLst/>
              <a:ahLst/>
              <a:cxnLst/>
              <a:rect l="l" t="t" r="r" b="b"/>
              <a:pathLst>
                <a:path w="909" h="910" extrusionOk="0">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65"/>
            <p:cNvSpPr/>
            <p:nvPr/>
          </p:nvSpPr>
          <p:spPr>
            <a:xfrm>
              <a:off x="2557135" y="2932204"/>
              <a:ext cx="10177" cy="10151"/>
            </a:xfrm>
            <a:custGeom>
              <a:avLst/>
              <a:gdLst/>
              <a:ahLst/>
              <a:cxnLst/>
              <a:rect l="l" t="t" r="r" b="b"/>
              <a:pathLst>
                <a:path w="388" h="387" extrusionOk="0">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65"/>
            <p:cNvSpPr/>
            <p:nvPr/>
          </p:nvSpPr>
          <p:spPr>
            <a:xfrm>
              <a:off x="2500032" y="2927037"/>
              <a:ext cx="23869" cy="23869"/>
            </a:xfrm>
            <a:custGeom>
              <a:avLst/>
              <a:gdLst/>
              <a:ahLst/>
              <a:cxnLst/>
              <a:rect l="l" t="t" r="r" b="b"/>
              <a:pathLst>
                <a:path w="910" h="910" extrusionOk="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65"/>
            <p:cNvSpPr/>
            <p:nvPr/>
          </p:nvSpPr>
          <p:spPr>
            <a:xfrm>
              <a:off x="2508583" y="2932204"/>
              <a:ext cx="10151" cy="10151"/>
            </a:xfrm>
            <a:custGeom>
              <a:avLst/>
              <a:gdLst/>
              <a:ahLst/>
              <a:cxnLst/>
              <a:rect l="l" t="t" r="r" b="b"/>
              <a:pathLst>
                <a:path w="387" h="387" extrusionOk="0">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65"/>
            <p:cNvSpPr/>
            <p:nvPr/>
          </p:nvSpPr>
          <p:spPr>
            <a:xfrm>
              <a:off x="2493999" y="3004573"/>
              <a:ext cx="342223" cy="250628"/>
            </a:xfrm>
            <a:custGeom>
              <a:avLst/>
              <a:gdLst/>
              <a:ahLst/>
              <a:cxnLst/>
              <a:rect l="l" t="t" r="r" b="b"/>
              <a:pathLst>
                <a:path w="1304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65"/>
            <p:cNvSpPr/>
            <p:nvPr/>
          </p:nvSpPr>
          <p:spPr>
            <a:xfrm>
              <a:off x="2576519" y="2987497"/>
              <a:ext cx="287612" cy="244044"/>
            </a:xfrm>
            <a:custGeom>
              <a:avLst/>
              <a:gdLst/>
              <a:ahLst/>
              <a:cxnLst/>
              <a:rect l="l" t="t" r="r" b="b"/>
              <a:pathLst>
                <a:path w="10965" h="9304" extrusionOk="0">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65"/>
            <p:cNvSpPr/>
            <p:nvPr/>
          </p:nvSpPr>
          <p:spPr>
            <a:xfrm>
              <a:off x="2576519" y="2987497"/>
              <a:ext cx="227860" cy="211676"/>
            </a:xfrm>
            <a:custGeom>
              <a:avLst/>
              <a:gdLst/>
              <a:ahLst/>
              <a:cxnLst/>
              <a:rect l="l" t="t" r="r" b="b"/>
              <a:pathLst>
                <a:path w="8687" h="8070" extrusionOk="0">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65"/>
            <p:cNvSpPr/>
            <p:nvPr/>
          </p:nvSpPr>
          <p:spPr>
            <a:xfrm>
              <a:off x="2651930" y="3069308"/>
              <a:ext cx="146573" cy="122940"/>
            </a:xfrm>
            <a:custGeom>
              <a:avLst/>
              <a:gdLst/>
              <a:ahLst/>
              <a:cxnLst/>
              <a:rect l="l" t="t" r="r" b="b"/>
              <a:pathLst>
                <a:path w="5588" h="4687" extrusionOk="0">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65"/>
            <p:cNvSpPr/>
            <p:nvPr/>
          </p:nvSpPr>
          <p:spPr>
            <a:xfrm>
              <a:off x="2517842" y="3062200"/>
              <a:ext cx="19935" cy="14610"/>
            </a:xfrm>
            <a:custGeom>
              <a:avLst/>
              <a:gdLst/>
              <a:ahLst/>
              <a:cxnLst/>
              <a:rect l="l" t="t" r="r" b="b"/>
              <a:pathLst>
                <a:path w="760" h="557" extrusionOk="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1" name="Google Shape;14991;p65"/>
          <p:cNvGrpSpPr/>
          <p:nvPr/>
        </p:nvGrpSpPr>
        <p:grpSpPr>
          <a:xfrm>
            <a:off x="3562329" y="3026896"/>
            <a:ext cx="370315" cy="281028"/>
            <a:chOff x="3589417" y="2950696"/>
            <a:chExt cx="370315" cy="281028"/>
          </a:xfrm>
        </p:grpSpPr>
        <p:sp>
          <p:nvSpPr>
            <p:cNvPr id="14992" name="Google Shape;14992;p65"/>
            <p:cNvSpPr/>
            <p:nvPr/>
          </p:nvSpPr>
          <p:spPr>
            <a:xfrm>
              <a:off x="3719098" y="2969083"/>
              <a:ext cx="110612" cy="83018"/>
            </a:xfrm>
            <a:custGeom>
              <a:avLst/>
              <a:gdLst/>
              <a:ahLst/>
              <a:cxnLst/>
              <a:rect l="l" t="t" r="r" b="b"/>
              <a:pathLst>
                <a:path w="4217" h="3165" extrusionOk="0">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65"/>
            <p:cNvSpPr/>
            <p:nvPr/>
          </p:nvSpPr>
          <p:spPr>
            <a:xfrm>
              <a:off x="3589417" y="2950696"/>
              <a:ext cx="370315" cy="137865"/>
            </a:xfrm>
            <a:custGeom>
              <a:avLst/>
              <a:gdLst/>
              <a:ahLst/>
              <a:cxnLst/>
              <a:rect l="l" t="t" r="r" b="b"/>
              <a:pathLst>
                <a:path w="14118" h="5256" extrusionOk="0">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4" name="Google Shape;14994;p65"/>
            <p:cNvSpPr/>
            <p:nvPr/>
          </p:nvSpPr>
          <p:spPr>
            <a:xfrm>
              <a:off x="3774574" y="3080535"/>
              <a:ext cx="162206" cy="151190"/>
            </a:xfrm>
            <a:custGeom>
              <a:avLst/>
              <a:gdLst/>
              <a:ahLst/>
              <a:cxnLst/>
              <a:rect l="l" t="t" r="r" b="b"/>
              <a:pathLst>
                <a:path w="6184" h="5764" extrusionOk="0">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5" name="Google Shape;14995;p65"/>
            <p:cNvSpPr/>
            <p:nvPr/>
          </p:nvSpPr>
          <p:spPr>
            <a:xfrm>
              <a:off x="3786483" y="3097191"/>
              <a:ext cx="129157" cy="122809"/>
            </a:xfrm>
            <a:custGeom>
              <a:avLst/>
              <a:gdLst/>
              <a:ahLst/>
              <a:cxnLst/>
              <a:rect l="l" t="t" r="r" b="b"/>
              <a:pathLst>
                <a:path w="4924" h="4682" extrusionOk="0">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65"/>
            <p:cNvSpPr/>
            <p:nvPr/>
          </p:nvSpPr>
          <p:spPr>
            <a:xfrm>
              <a:off x="3801591" y="2978054"/>
              <a:ext cx="130757" cy="98415"/>
            </a:xfrm>
            <a:custGeom>
              <a:avLst/>
              <a:gdLst/>
              <a:ahLst/>
              <a:cxnLst/>
              <a:rect l="l" t="t" r="r" b="b"/>
              <a:pathLst>
                <a:path w="4985" h="3752" extrusionOk="0">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65"/>
            <p:cNvSpPr/>
            <p:nvPr/>
          </p:nvSpPr>
          <p:spPr>
            <a:xfrm>
              <a:off x="3803558" y="2978054"/>
              <a:ext cx="127556" cy="90415"/>
            </a:xfrm>
            <a:custGeom>
              <a:avLst/>
              <a:gdLst/>
              <a:ahLst/>
              <a:cxnLst/>
              <a:rect l="l" t="t" r="r" b="b"/>
              <a:pathLst>
                <a:path w="4863" h="3447" extrusionOk="0">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65"/>
            <p:cNvSpPr/>
            <p:nvPr/>
          </p:nvSpPr>
          <p:spPr>
            <a:xfrm>
              <a:off x="3926813" y="2960637"/>
              <a:ext cx="20302" cy="20486"/>
            </a:xfrm>
            <a:custGeom>
              <a:avLst/>
              <a:gdLst/>
              <a:ahLst/>
              <a:cxnLst/>
              <a:rect l="l" t="t" r="r" b="b"/>
              <a:pathLst>
                <a:path w="774" h="781" extrusionOk="0">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65"/>
            <p:cNvSpPr/>
            <p:nvPr/>
          </p:nvSpPr>
          <p:spPr>
            <a:xfrm>
              <a:off x="3786483" y="3099919"/>
              <a:ext cx="127373" cy="111530"/>
            </a:xfrm>
            <a:custGeom>
              <a:avLst/>
              <a:gdLst/>
              <a:ahLst/>
              <a:cxnLst/>
              <a:rect l="l" t="t" r="r" b="b"/>
              <a:pathLst>
                <a:path w="4856" h="4252" extrusionOk="0">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65"/>
            <p:cNvSpPr/>
            <p:nvPr/>
          </p:nvSpPr>
          <p:spPr>
            <a:xfrm>
              <a:off x="3859979" y="3157887"/>
              <a:ext cx="51909" cy="38978"/>
            </a:xfrm>
            <a:custGeom>
              <a:avLst/>
              <a:gdLst/>
              <a:ahLst/>
              <a:cxnLst/>
              <a:rect l="l" t="t" r="r" b="b"/>
              <a:pathLst>
                <a:path w="1979" h="1486" extrusionOk="0">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65"/>
            <p:cNvSpPr/>
            <p:nvPr/>
          </p:nvSpPr>
          <p:spPr>
            <a:xfrm>
              <a:off x="3811191" y="3046200"/>
              <a:ext cx="113340" cy="30269"/>
            </a:xfrm>
            <a:custGeom>
              <a:avLst/>
              <a:gdLst/>
              <a:ahLst/>
              <a:cxnLst/>
              <a:rect l="l" t="t" r="r" b="b"/>
              <a:pathLst>
                <a:path w="4321" h="1154" extrusionOk="0">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65"/>
            <p:cNvSpPr/>
            <p:nvPr/>
          </p:nvSpPr>
          <p:spPr>
            <a:xfrm>
              <a:off x="3612368" y="3080535"/>
              <a:ext cx="162233" cy="151190"/>
            </a:xfrm>
            <a:custGeom>
              <a:avLst/>
              <a:gdLst/>
              <a:ahLst/>
              <a:cxnLst/>
              <a:rect l="l" t="t" r="r" b="b"/>
              <a:pathLst>
                <a:path w="6185" h="5764" extrusionOk="0">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65"/>
            <p:cNvSpPr/>
            <p:nvPr/>
          </p:nvSpPr>
          <p:spPr>
            <a:xfrm>
              <a:off x="3633509" y="3097296"/>
              <a:ext cx="129157" cy="122704"/>
            </a:xfrm>
            <a:custGeom>
              <a:avLst/>
              <a:gdLst/>
              <a:ahLst/>
              <a:cxnLst/>
              <a:rect l="l" t="t" r="r" b="b"/>
              <a:pathLst>
                <a:path w="4924" h="4678" extrusionOk="0">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65"/>
            <p:cNvSpPr/>
            <p:nvPr/>
          </p:nvSpPr>
          <p:spPr>
            <a:xfrm>
              <a:off x="3616801" y="2978054"/>
              <a:ext cx="130757" cy="98415"/>
            </a:xfrm>
            <a:custGeom>
              <a:avLst/>
              <a:gdLst/>
              <a:ahLst/>
              <a:cxnLst/>
              <a:rect l="l" t="t" r="r" b="b"/>
              <a:pathLst>
                <a:path w="4985" h="3752" extrusionOk="0">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65"/>
            <p:cNvSpPr/>
            <p:nvPr/>
          </p:nvSpPr>
          <p:spPr>
            <a:xfrm>
              <a:off x="3618060" y="2978054"/>
              <a:ext cx="127373" cy="90415"/>
            </a:xfrm>
            <a:custGeom>
              <a:avLst/>
              <a:gdLst/>
              <a:ahLst/>
              <a:cxnLst/>
              <a:rect l="l" t="t" r="r" b="b"/>
              <a:pathLst>
                <a:path w="4856" h="3447" extrusionOk="0">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65"/>
            <p:cNvSpPr/>
            <p:nvPr/>
          </p:nvSpPr>
          <p:spPr>
            <a:xfrm>
              <a:off x="3768699" y="3136142"/>
              <a:ext cx="11935" cy="65339"/>
            </a:xfrm>
            <a:custGeom>
              <a:avLst/>
              <a:gdLst/>
              <a:ahLst/>
              <a:cxnLst/>
              <a:rect l="l" t="t" r="r" b="b"/>
              <a:pathLst>
                <a:path w="455" h="2491" extrusionOk="0">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65"/>
            <p:cNvSpPr/>
            <p:nvPr/>
          </p:nvSpPr>
          <p:spPr>
            <a:xfrm>
              <a:off x="3602033" y="2960637"/>
              <a:ext cx="20302" cy="20486"/>
            </a:xfrm>
            <a:custGeom>
              <a:avLst/>
              <a:gdLst/>
              <a:ahLst/>
              <a:cxnLst/>
              <a:rect l="l" t="t" r="r" b="b"/>
              <a:pathLst>
                <a:path w="774" h="781" extrusionOk="0">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65"/>
            <p:cNvSpPr/>
            <p:nvPr/>
          </p:nvSpPr>
          <p:spPr>
            <a:xfrm>
              <a:off x="3635293" y="3099919"/>
              <a:ext cx="127373" cy="111530"/>
            </a:xfrm>
            <a:custGeom>
              <a:avLst/>
              <a:gdLst/>
              <a:ahLst/>
              <a:cxnLst/>
              <a:rect l="l" t="t" r="r" b="b"/>
              <a:pathLst>
                <a:path w="4856" h="4252" extrusionOk="0">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65"/>
            <p:cNvSpPr/>
            <p:nvPr/>
          </p:nvSpPr>
          <p:spPr>
            <a:xfrm>
              <a:off x="3756764" y="3070043"/>
              <a:ext cx="35778" cy="77746"/>
            </a:xfrm>
            <a:custGeom>
              <a:avLst/>
              <a:gdLst/>
              <a:ahLst/>
              <a:cxnLst/>
              <a:rect l="l" t="t" r="r" b="b"/>
              <a:pathLst>
                <a:path w="1364" h="2964" extrusionOk="0">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65"/>
            <p:cNvSpPr/>
            <p:nvPr/>
          </p:nvSpPr>
          <p:spPr>
            <a:xfrm>
              <a:off x="3637260" y="3157887"/>
              <a:ext cx="51909" cy="38978"/>
            </a:xfrm>
            <a:custGeom>
              <a:avLst/>
              <a:gdLst/>
              <a:ahLst/>
              <a:cxnLst/>
              <a:rect l="l" t="t" r="r" b="b"/>
              <a:pathLst>
                <a:path w="1979" h="1486" extrusionOk="0">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65"/>
            <p:cNvSpPr/>
            <p:nvPr/>
          </p:nvSpPr>
          <p:spPr>
            <a:xfrm>
              <a:off x="3624617" y="3046200"/>
              <a:ext cx="113156" cy="30269"/>
            </a:xfrm>
            <a:custGeom>
              <a:avLst/>
              <a:gdLst/>
              <a:ahLst/>
              <a:cxnLst/>
              <a:rect l="l" t="t" r="r" b="b"/>
              <a:pathLst>
                <a:path w="4314" h="1154" extrusionOk="0">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2" name="Google Shape;15012;p65"/>
          <p:cNvGrpSpPr/>
          <p:nvPr/>
        </p:nvGrpSpPr>
        <p:grpSpPr>
          <a:xfrm>
            <a:off x="3005623" y="2987918"/>
            <a:ext cx="396125" cy="359062"/>
            <a:chOff x="3032711" y="2911718"/>
            <a:chExt cx="396125" cy="359062"/>
          </a:xfrm>
        </p:grpSpPr>
        <p:sp>
          <p:nvSpPr>
            <p:cNvPr id="15013" name="Google Shape;15013;p65"/>
            <p:cNvSpPr/>
            <p:nvPr/>
          </p:nvSpPr>
          <p:spPr>
            <a:xfrm>
              <a:off x="3075781" y="2911718"/>
              <a:ext cx="25810" cy="46821"/>
            </a:xfrm>
            <a:custGeom>
              <a:avLst/>
              <a:gdLst/>
              <a:ahLst/>
              <a:cxnLst/>
              <a:rect l="l" t="t" r="r" b="b"/>
              <a:pathLst>
                <a:path w="984" h="1785" extrusionOk="0">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65"/>
            <p:cNvSpPr/>
            <p:nvPr/>
          </p:nvSpPr>
          <p:spPr>
            <a:xfrm>
              <a:off x="3051098" y="2926066"/>
              <a:ext cx="35542" cy="32473"/>
            </a:xfrm>
            <a:custGeom>
              <a:avLst/>
              <a:gdLst/>
              <a:ahLst/>
              <a:cxnLst/>
              <a:rect l="l" t="t" r="r" b="b"/>
              <a:pathLst>
                <a:path w="1355" h="1238" extrusionOk="0">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5" name="Google Shape;15015;p65"/>
            <p:cNvSpPr/>
            <p:nvPr/>
          </p:nvSpPr>
          <p:spPr>
            <a:xfrm>
              <a:off x="3168897" y="3190622"/>
              <a:ext cx="35122" cy="32289"/>
            </a:xfrm>
            <a:custGeom>
              <a:avLst/>
              <a:gdLst/>
              <a:ahLst/>
              <a:cxnLst/>
              <a:rect l="l" t="t" r="r" b="b"/>
              <a:pathLst>
                <a:path w="1339" h="1231" extrusionOk="0">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65"/>
            <p:cNvSpPr/>
            <p:nvPr/>
          </p:nvSpPr>
          <p:spPr>
            <a:xfrm>
              <a:off x="3277280" y="3245941"/>
              <a:ext cx="29719" cy="24840"/>
            </a:xfrm>
            <a:custGeom>
              <a:avLst/>
              <a:gdLst/>
              <a:ahLst/>
              <a:cxnLst/>
              <a:rect l="l" t="t" r="r" b="b"/>
              <a:pathLst>
                <a:path w="1133" h="947" extrusionOk="0">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65"/>
            <p:cNvSpPr/>
            <p:nvPr/>
          </p:nvSpPr>
          <p:spPr>
            <a:xfrm>
              <a:off x="3367799" y="3209822"/>
              <a:ext cx="28564" cy="26728"/>
            </a:xfrm>
            <a:custGeom>
              <a:avLst/>
              <a:gdLst/>
              <a:ahLst/>
              <a:cxnLst/>
              <a:rect l="l" t="t" r="r" b="b"/>
              <a:pathLst>
                <a:path w="1089" h="1019" extrusionOk="0">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65"/>
            <p:cNvSpPr/>
            <p:nvPr/>
          </p:nvSpPr>
          <p:spPr>
            <a:xfrm>
              <a:off x="3155441" y="3089059"/>
              <a:ext cx="28486" cy="30978"/>
            </a:xfrm>
            <a:custGeom>
              <a:avLst/>
              <a:gdLst/>
              <a:ahLst/>
              <a:cxnLst/>
              <a:rect l="l" t="t" r="r" b="b"/>
              <a:pathLst>
                <a:path w="1086" h="1181" extrusionOk="0">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65"/>
            <p:cNvSpPr/>
            <p:nvPr/>
          </p:nvSpPr>
          <p:spPr>
            <a:xfrm>
              <a:off x="3096581" y="2941280"/>
              <a:ext cx="332255" cy="310432"/>
            </a:xfrm>
            <a:custGeom>
              <a:avLst/>
              <a:gdLst/>
              <a:ahLst/>
              <a:cxnLst/>
              <a:rect l="l" t="t" r="r" b="b"/>
              <a:pathLst>
                <a:path w="12667" h="11835" extrusionOk="0">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65"/>
            <p:cNvSpPr/>
            <p:nvPr/>
          </p:nvSpPr>
          <p:spPr>
            <a:xfrm>
              <a:off x="3109067" y="2981464"/>
              <a:ext cx="301986" cy="270117"/>
            </a:xfrm>
            <a:custGeom>
              <a:avLst/>
              <a:gdLst/>
              <a:ahLst/>
              <a:cxnLst/>
              <a:rect l="l" t="t" r="r" b="b"/>
              <a:pathLst>
                <a:path w="11513" h="10298" extrusionOk="0">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65"/>
            <p:cNvSpPr/>
            <p:nvPr/>
          </p:nvSpPr>
          <p:spPr>
            <a:xfrm>
              <a:off x="3041787" y="2947312"/>
              <a:ext cx="95530" cy="95530"/>
            </a:xfrm>
            <a:custGeom>
              <a:avLst/>
              <a:gdLst/>
              <a:ahLst/>
              <a:cxnLst/>
              <a:rect l="l" t="t" r="r" b="b"/>
              <a:pathLst>
                <a:path w="3642" h="3642" extrusionOk="0">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65"/>
            <p:cNvSpPr/>
            <p:nvPr/>
          </p:nvSpPr>
          <p:spPr>
            <a:xfrm>
              <a:off x="3032711" y="2952637"/>
              <a:ext cx="99281" cy="90284"/>
            </a:xfrm>
            <a:custGeom>
              <a:avLst/>
              <a:gdLst/>
              <a:ahLst/>
              <a:cxnLst/>
              <a:rect l="l" t="t" r="r" b="b"/>
              <a:pathLst>
                <a:path w="3785" h="3442" extrusionOk="0">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65"/>
            <p:cNvSpPr/>
            <p:nvPr/>
          </p:nvSpPr>
          <p:spPr>
            <a:xfrm>
              <a:off x="3071663" y="2971156"/>
              <a:ext cx="23869" cy="24027"/>
            </a:xfrm>
            <a:custGeom>
              <a:avLst/>
              <a:gdLst/>
              <a:ahLst/>
              <a:cxnLst/>
              <a:rect l="l" t="t" r="r" b="b"/>
              <a:pathLst>
                <a:path w="910" h="916" extrusionOk="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65"/>
            <p:cNvSpPr/>
            <p:nvPr/>
          </p:nvSpPr>
          <p:spPr>
            <a:xfrm>
              <a:off x="3083597" y="2971156"/>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5" name="Google Shape;15025;p65"/>
          <p:cNvGrpSpPr/>
          <p:nvPr/>
        </p:nvGrpSpPr>
        <p:grpSpPr>
          <a:xfrm>
            <a:off x="7390676" y="1589597"/>
            <a:ext cx="373174" cy="367692"/>
            <a:chOff x="7417764" y="1513397"/>
            <a:chExt cx="373174" cy="367692"/>
          </a:xfrm>
        </p:grpSpPr>
        <p:sp>
          <p:nvSpPr>
            <p:cNvPr id="15026" name="Google Shape;15026;p65"/>
            <p:cNvSpPr/>
            <p:nvPr/>
          </p:nvSpPr>
          <p:spPr>
            <a:xfrm>
              <a:off x="7659841" y="1513397"/>
              <a:ext cx="131098" cy="139517"/>
            </a:xfrm>
            <a:custGeom>
              <a:avLst/>
              <a:gdLst/>
              <a:ahLst/>
              <a:cxnLst/>
              <a:rect l="l" t="t" r="r" b="b"/>
              <a:pathLst>
                <a:path w="4998" h="5319" extrusionOk="0">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65"/>
            <p:cNvSpPr/>
            <p:nvPr/>
          </p:nvSpPr>
          <p:spPr>
            <a:xfrm>
              <a:off x="7693441" y="1515941"/>
              <a:ext cx="96421" cy="136973"/>
            </a:xfrm>
            <a:custGeom>
              <a:avLst/>
              <a:gdLst/>
              <a:ahLst/>
              <a:cxnLst/>
              <a:rect l="l" t="t" r="r" b="b"/>
              <a:pathLst>
                <a:path w="3676" h="5222" extrusionOk="0">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65"/>
            <p:cNvSpPr/>
            <p:nvPr/>
          </p:nvSpPr>
          <p:spPr>
            <a:xfrm>
              <a:off x="7417764" y="1513397"/>
              <a:ext cx="131281" cy="139517"/>
            </a:xfrm>
            <a:custGeom>
              <a:avLst/>
              <a:gdLst/>
              <a:ahLst/>
              <a:cxnLst/>
              <a:rect l="l" t="t" r="r" b="b"/>
              <a:pathLst>
                <a:path w="5005" h="5319" extrusionOk="0">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65"/>
            <p:cNvSpPr/>
            <p:nvPr/>
          </p:nvSpPr>
          <p:spPr>
            <a:xfrm>
              <a:off x="7419023" y="1515941"/>
              <a:ext cx="96421" cy="136973"/>
            </a:xfrm>
            <a:custGeom>
              <a:avLst/>
              <a:gdLst/>
              <a:ahLst/>
              <a:cxnLst/>
              <a:rect l="l" t="t" r="r" b="b"/>
              <a:pathLst>
                <a:path w="3676" h="5222" extrusionOk="0">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65"/>
            <p:cNvSpPr/>
            <p:nvPr/>
          </p:nvSpPr>
          <p:spPr>
            <a:xfrm>
              <a:off x="7447115" y="1547942"/>
              <a:ext cx="314655" cy="333147"/>
            </a:xfrm>
            <a:custGeom>
              <a:avLst/>
              <a:gdLst/>
              <a:ahLst/>
              <a:cxnLst/>
              <a:rect l="l" t="t" r="r" b="b"/>
              <a:pathLst>
                <a:path w="11996" h="12701" extrusionOk="0">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65"/>
            <p:cNvSpPr/>
            <p:nvPr/>
          </p:nvSpPr>
          <p:spPr>
            <a:xfrm>
              <a:off x="7447115" y="1550617"/>
              <a:ext cx="134298" cy="324622"/>
            </a:xfrm>
            <a:custGeom>
              <a:avLst/>
              <a:gdLst/>
              <a:ahLst/>
              <a:cxnLst/>
              <a:rect l="l" t="t" r="r" b="b"/>
              <a:pathLst>
                <a:path w="5120" h="12376" extrusionOk="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65"/>
            <p:cNvSpPr/>
            <p:nvPr/>
          </p:nvSpPr>
          <p:spPr>
            <a:xfrm>
              <a:off x="7518094" y="1665164"/>
              <a:ext cx="37011" cy="43227"/>
            </a:xfrm>
            <a:custGeom>
              <a:avLst/>
              <a:gdLst/>
              <a:ahLst/>
              <a:cxnLst/>
              <a:rect l="l" t="t" r="r" b="b"/>
              <a:pathLst>
                <a:path w="1411" h="1648" extrusionOk="0">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65"/>
            <p:cNvSpPr/>
            <p:nvPr/>
          </p:nvSpPr>
          <p:spPr>
            <a:xfrm>
              <a:off x="7536586" y="1665164"/>
              <a:ext cx="18518" cy="30925"/>
            </a:xfrm>
            <a:custGeom>
              <a:avLst/>
              <a:gdLst/>
              <a:ahLst/>
              <a:cxnLst/>
              <a:rect l="l" t="t" r="r" b="b"/>
              <a:pathLst>
                <a:path w="706" h="1179" extrusionOk="0">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65"/>
            <p:cNvSpPr/>
            <p:nvPr/>
          </p:nvSpPr>
          <p:spPr>
            <a:xfrm>
              <a:off x="7530343"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65"/>
            <p:cNvSpPr/>
            <p:nvPr/>
          </p:nvSpPr>
          <p:spPr>
            <a:xfrm>
              <a:off x="7653781" y="1665164"/>
              <a:ext cx="37037" cy="43227"/>
            </a:xfrm>
            <a:custGeom>
              <a:avLst/>
              <a:gdLst/>
              <a:ahLst/>
              <a:cxnLst/>
              <a:rect l="l" t="t" r="r" b="b"/>
              <a:pathLst>
                <a:path w="1412" h="1648" extrusionOk="0">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65"/>
            <p:cNvSpPr/>
            <p:nvPr/>
          </p:nvSpPr>
          <p:spPr>
            <a:xfrm>
              <a:off x="7672274" y="1665164"/>
              <a:ext cx="18545" cy="30925"/>
            </a:xfrm>
            <a:custGeom>
              <a:avLst/>
              <a:gdLst/>
              <a:ahLst/>
              <a:cxnLst/>
              <a:rect l="l" t="t" r="r" b="b"/>
              <a:pathLst>
                <a:path w="707" h="1179" extrusionOk="0">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65"/>
            <p:cNvSpPr/>
            <p:nvPr/>
          </p:nvSpPr>
          <p:spPr>
            <a:xfrm>
              <a:off x="7666057"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65"/>
            <p:cNvSpPr/>
            <p:nvPr/>
          </p:nvSpPr>
          <p:spPr>
            <a:xfrm>
              <a:off x="7432479" y="1722922"/>
              <a:ext cx="110350" cy="98782"/>
            </a:xfrm>
            <a:custGeom>
              <a:avLst/>
              <a:gdLst/>
              <a:ahLst/>
              <a:cxnLst/>
              <a:rect l="l" t="t" r="r" b="b"/>
              <a:pathLst>
                <a:path w="4207" h="3766" extrusionOk="0">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65"/>
            <p:cNvSpPr/>
            <p:nvPr/>
          </p:nvSpPr>
          <p:spPr>
            <a:xfrm>
              <a:off x="7432531" y="1723132"/>
              <a:ext cx="102664" cy="98572"/>
            </a:xfrm>
            <a:custGeom>
              <a:avLst/>
              <a:gdLst/>
              <a:ahLst/>
              <a:cxnLst/>
              <a:rect l="l" t="t" r="r" b="b"/>
              <a:pathLst>
                <a:path w="3914" h="3758" extrusionOk="0">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65"/>
            <p:cNvSpPr/>
            <p:nvPr/>
          </p:nvSpPr>
          <p:spPr>
            <a:xfrm>
              <a:off x="7666057" y="1722922"/>
              <a:ext cx="110350" cy="98782"/>
            </a:xfrm>
            <a:custGeom>
              <a:avLst/>
              <a:gdLst/>
              <a:ahLst/>
              <a:cxnLst/>
              <a:rect l="l" t="t" r="r" b="b"/>
              <a:pathLst>
                <a:path w="4207" h="3766" extrusionOk="0">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65"/>
            <p:cNvSpPr/>
            <p:nvPr/>
          </p:nvSpPr>
          <p:spPr>
            <a:xfrm>
              <a:off x="7673716" y="1723132"/>
              <a:ext cx="102638" cy="98572"/>
            </a:xfrm>
            <a:custGeom>
              <a:avLst/>
              <a:gdLst/>
              <a:ahLst/>
              <a:cxnLst/>
              <a:rect l="l" t="t" r="r" b="b"/>
              <a:pathLst>
                <a:path w="3913" h="3758" extrusionOk="0">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65"/>
            <p:cNvSpPr/>
            <p:nvPr/>
          </p:nvSpPr>
          <p:spPr>
            <a:xfrm>
              <a:off x="7527327" y="1740208"/>
              <a:ext cx="154232" cy="104999"/>
            </a:xfrm>
            <a:custGeom>
              <a:avLst/>
              <a:gdLst/>
              <a:ahLst/>
              <a:cxnLst/>
              <a:rect l="l" t="t" r="r" b="b"/>
              <a:pathLst>
                <a:path w="5880" h="4003" extrusionOk="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65"/>
            <p:cNvSpPr/>
            <p:nvPr/>
          </p:nvSpPr>
          <p:spPr>
            <a:xfrm>
              <a:off x="7561294" y="1788602"/>
              <a:ext cx="31869" cy="33181"/>
            </a:xfrm>
            <a:custGeom>
              <a:avLst/>
              <a:gdLst/>
              <a:ahLst/>
              <a:cxnLst/>
              <a:rect l="l" t="t" r="r" b="b"/>
              <a:pathLst>
                <a:path w="1215" h="1265" extrusionOk="0">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65"/>
            <p:cNvSpPr/>
            <p:nvPr/>
          </p:nvSpPr>
          <p:spPr>
            <a:xfrm>
              <a:off x="7615538" y="1788602"/>
              <a:ext cx="32053" cy="33181"/>
            </a:xfrm>
            <a:custGeom>
              <a:avLst/>
              <a:gdLst/>
              <a:ahLst/>
              <a:cxnLst/>
              <a:rect l="l" t="t" r="r" b="b"/>
              <a:pathLst>
                <a:path w="1222" h="1265" extrusionOk="0">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5" name="Google Shape;15045;p65"/>
          <p:cNvGrpSpPr/>
          <p:nvPr/>
        </p:nvGrpSpPr>
        <p:grpSpPr>
          <a:xfrm>
            <a:off x="6844856" y="1590568"/>
            <a:ext cx="370132" cy="365672"/>
            <a:chOff x="6871944" y="1514368"/>
            <a:chExt cx="370132" cy="365672"/>
          </a:xfrm>
        </p:grpSpPr>
        <p:sp>
          <p:nvSpPr>
            <p:cNvPr id="15046" name="Google Shape;15046;p65"/>
            <p:cNvSpPr/>
            <p:nvPr/>
          </p:nvSpPr>
          <p:spPr>
            <a:xfrm>
              <a:off x="7098702" y="1514368"/>
              <a:ext cx="119845" cy="138888"/>
            </a:xfrm>
            <a:custGeom>
              <a:avLst/>
              <a:gdLst/>
              <a:ahLst/>
              <a:cxnLst/>
              <a:rect l="l" t="t" r="r" b="b"/>
              <a:pathLst>
                <a:path w="4569" h="5295" extrusionOk="0">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65"/>
            <p:cNvSpPr/>
            <p:nvPr/>
          </p:nvSpPr>
          <p:spPr>
            <a:xfrm>
              <a:off x="7133903" y="1535561"/>
              <a:ext cx="73969" cy="122153"/>
            </a:xfrm>
            <a:custGeom>
              <a:avLst/>
              <a:gdLst/>
              <a:ahLst/>
              <a:cxnLst/>
              <a:rect l="l" t="t" r="r" b="b"/>
              <a:pathLst>
                <a:path w="2820" h="4657" extrusionOk="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65"/>
            <p:cNvSpPr/>
            <p:nvPr/>
          </p:nvSpPr>
          <p:spPr>
            <a:xfrm>
              <a:off x="6895656" y="1514368"/>
              <a:ext cx="119661" cy="138888"/>
            </a:xfrm>
            <a:custGeom>
              <a:avLst/>
              <a:gdLst/>
              <a:ahLst/>
              <a:cxnLst/>
              <a:rect l="l" t="t" r="r" b="b"/>
              <a:pathLst>
                <a:path w="4562" h="5295" extrusionOk="0">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65"/>
            <p:cNvSpPr/>
            <p:nvPr/>
          </p:nvSpPr>
          <p:spPr>
            <a:xfrm>
              <a:off x="6906174" y="1535561"/>
              <a:ext cx="74100" cy="122153"/>
            </a:xfrm>
            <a:custGeom>
              <a:avLst/>
              <a:gdLst/>
              <a:ahLst/>
              <a:cxnLst/>
              <a:rect l="l" t="t" r="r" b="b"/>
              <a:pathLst>
                <a:path w="2825" h="4657" extrusionOk="0">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65"/>
            <p:cNvSpPr/>
            <p:nvPr/>
          </p:nvSpPr>
          <p:spPr>
            <a:xfrm>
              <a:off x="7021140" y="1832354"/>
              <a:ext cx="71713" cy="47686"/>
            </a:xfrm>
            <a:custGeom>
              <a:avLst/>
              <a:gdLst/>
              <a:ahLst/>
              <a:cxnLst/>
              <a:rect l="l" t="t" r="r" b="b"/>
              <a:pathLst>
                <a:path w="2734" h="1818" extrusionOk="0">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65"/>
            <p:cNvSpPr/>
            <p:nvPr/>
          </p:nvSpPr>
          <p:spPr>
            <a:xfrm>
              <a:off x="6871944" y="1581569"/>
              <a:ext cx="370132" cy="257028"/>
            </a:xfrm>
            <a:custGeom>
              <a:avLst/>
              <a:gdLst/>
              <a:ahLst/>
              <a:cxnLst/>
              <a:rect l="l" t="t" r="r" b="b"/>
              <a:pathLst>
                <a:path w="14111" h="9799"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65"/>
            <p:cNvSpPr/>
            <p:nvPr/>
          </p:nvSpPr>
          <p:spPr>
            <a:xfrm>
              <a:off x="6997323" y="1742700"/>
              <a:ext cx="119373" cy="116540"/>
            </a:xfrm>
            <a:custGeom>
              <a:avLst/>
              <a:gdLst/>
              <a:ahLst/>
              <a:cxnLst/>
              <a:rect l="l" t="t" r="r" b="b"/>
              <a:pathLst>
                <a:path w="4551" h="4443" extrusionOk="0">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65"/>
            <p:cNvSpPr/>
            <p:nvPr/>
          </p:nvSpPr>
          <p:spPr>
            <a:xfrm>
              <a:off x="6871944" y="1670541"/>
              <a:ext cx="155282" cy="168056"/>
            </a:xfrm>
            <a:custGeom>
              <a:avLst/>
              <a:gdLst/>
              <a:ahLst/>
              <a:cxnLst/>
              <a:rect l="l" t="t" r="r" b="b"/>
              <a:pathLst>
                <a:path w="5920" h="6407" extrusionOk="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65"/>
            <p:cNvSpPr/>
            <p:nvPr/>
          </p:nvSpPr>
          <p:spPr>
            <a:xfrm>
              <a:off x="7086951" y="1670541"/>
              <a:ext cx="155124" cy="168056"/>
            </a:xfrm>
            <a:custGeom>
              <a:avLst/>
              <a:gdLst/>
              <a:ahLst/>
              <a:cxnLst/>
              <a:rect l="l" t="t" r="r" b="b"/>
              <a:pathLst>
                <a:path w="5914" h="6407" extrusionOk="0">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65"/>
            <p:cNvSpPr/>
            <p:nvPr/>
          </p:nvSpPr>
          <p:spPr>
            <a:xfrm>
              <a:off x="6961572"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65"/>
            <p:cNvSpPr/>
            <p:nvPr/>
          </p:nvSpPr>
          <p:spPr>
            <a:xfrm>
              <a:off x="6979356" y="1695040"/>
              <a:ext cx="24027" cy="41811"/>
            </a:xfrm>
            <a:custGeom>
              <a:avLst/>
              <a:gdLst/>
              <a:ahLst/>
              <a:cxnLst/>
              <a:rect l="l" t="t" r="r" b="b"/>
              <a:pathLst>
                <a:path w="916" h="1594" extrusionOk="0">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65"/>
            <p:cNvSpPr/>
            <p:nvPr/>
          </p:nvSpPr>
          <p:spPr>
            <a:xfrm>
              <a:off x="6973480" y="1700915"/>
              <a:ext cx="17994" cy="17994"/>
            </a:xfrm>
            <a:custGeom>
              <a:avLst/>
              <a:gdLst/>
              <a:ahLst/>
              <a:cxnLst/>
              <a:rect l="l" t="t" r="r" b="b"/>
              <a:pathLst>
                <a:path w="686" h="686" extrusionOk="0">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65"/>
            <p:cNvSpPr/>
            <p:nvPr/>
          </p:nvSpPr>
          <p:spPr>
            <a:xfrm>
              <a:off x="7110794"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65"/>
            <p:cNvSpPr/>
            <p:nvPr/>
          </p:nvSpPr>
          <p:spPr>
            <a:xfrm>
              <a:off x="7128578" y="1695040"/>
              <a:ext cx="24027" cy="41811"/>
            </a:xfrm>
            <a:custGeom>
              <a:avLst/>
              <a:gdLst/>
              <a:ahLst/>
              <a:cxnLst/>
              <a:rect l="l" t="t" r="r" b="b"/>
              <a:pathLst>
                <a:path w="916" h="1594" extrusionOk="0">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65"/>
            <p:cNvSpPr/>
            <p:nvPr/>
          </p:nvSpPr>
          <p:spPr>
            <a:xfrm>
              <a:off x="7122703" y="1700915"/>
              <a:ext cx="17810" cy="17994"/>
            </a:xfrm>
            <a:custGeom>
              <a:avLst/>
              <a:gdLst/>
              <a:ahLst/>
              <a:cxnLst/>
              <a:rect l="l" t="t" r="r" b="b"/>
              <a:pathLst>
                <a:path w="679" h="686" extrusionOk="0">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65"/>
            <p:cNvSpPr/>
            <p:nvPr/>
          </p:nvSpPr>
          <p:spPr>
            <a:xfrm>
              <a:off x="7026491" y="1796602"/>
              <a:ext cx="60486" cy="59411"/>
            </a:xfrm>
            <a:custGeom>
              <a:avLst/>
              <a:gdLst/>
              <a:ahLst/>
              <a:cxnLst/>
              <a:rect l="l" t="t" r="r" b="b"/>
              <a:pathLst>
                <a:path w="2306" h="2265" extrusionOk="0">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65"/>
            <p:cNvSpPr/>
            <p:nvPr/>
          </p:nvSpPr>
          <p:spPr>
            <a:xfrm>
              <a:off x="6871944" y="1581569"/>
              <a:ext cx="185158" cy="232660"/>
            </a:xfrm>
            <a:custGeom>
              <a:avLst/>
              <a:gdLst/>
              <a:ahLst/>
              <a:cxnLst/>
              <a:rect l="l" t="t" r="r" b="b"/>
              <a:pathLst>
                <a:path w="7059" h="8870"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65"/>
            <p:cNvSpPr/>
            <p:nvPr/>
          </p:nvSpPr>
          <p:spPr>
            <a:xfrm>
              <a:off x="6871944" y="1675289"/>
              <a:ext cx="84670" cy="138940"/>
            </a:xfrm>
            <a:custGeom>
              <a:avLst/>
              <a:gdLst/>
              <a:ahLst/>
              <a:cxnLst/>
              <a:rect l="l" t="t" r="r" b="b"/>
              <a:pathLst>
                <a:path w="3228" h="5297" extrusionOk="0">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4" name="Google Shape;15064;p65"/>
          <p:cNvGrpSpPr/>
          <p:nvPr/>
        </p:nvGrpSpPr>
        <p:grpSpPr>
          <a:xfrm>
            <a:off x="6534843" y="3441461"/>
            <a:ext cx="400375" cy="370184"/>
            <a:chOff x="6561931" y="3365261"/>
            <a:chExt cx="400375" cy="370184"/>
          </a:xfrm>
        </p:grpSpPr>
        <p:sp>
          <p:nvSpPr>
            <p:cNvPr id="15065" name="Google Shape;15065;p65"/>
            <p:cNvSpPr/>
            <p:nvPr/>
          </p:nvSpPr>
          <p:spPr>
            <a:xfrm>
              <a:off x="6592332" y="3365261"/>
              <a:ext cx="369974" cy="370158"/>
            </a:xfrm>
            <a:custGeom>
              <a:avLst/>
              <a:gdLst/>
              <a:ahLst/>
              <a:cxnLst/>
              <a:rect l="l" t="t" r="r" b="b"/>
              <a:pathLst>
                <a:path w="14105" h="14112" extrusionOk="0">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65"/>
            <p:cNvSpPr/>
            <p:nvPr/>
          </p:nvSpPr>
          <p:spPr>
            <a:xfrm>
              <a:off x="6561931" y="3392672"/>
              <a:ext cx="372991" cy="342774"/>
            </a:xfrm>
            <a:custGeom>
              <a:avLst/>
              <a:gdLst/>
              <a:ahLst/>
              <a:cxnLst/>
              <a:rect l="l" t="t" r="r" b="b"/>
              <a:pathLst>
                <a:path w="14220" h="13068" extrusionOk="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65"/>
            <p:cNvSpPr/>
            <p:nvPr/>
          </p:nvSpPr>
          <p:spPr>
            <a:xfrm>
              <a:off x="6756506" y="3585882"/>
              <a:ext cx="52539" cy="31083"/>
            </a:xfrm>
            <a:custGeom>
              <a:avLst/>
              <a:gdLst/>
              <a:ahLst/>
              <a:cxnLst/>
              <a:rect l="l" t="t" r="r" b="b"/>
              <a:pathLst>
                <a:path w="2003" h="1185" extrusionOk="0">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65"/>
            <p:cNvSpPr/>
            <p:nvPr/>
          </p:nvSpPr>
          <p:spPr>
            <a:xfrm>
              <a:off x="6853609" y="3448830"/>
              <a:ext cx="27882" cy="35096"/>
            </a:xfrm>
            <a:custGeom>
              <a:avLst/>
              <a:gdLst/>
              <a:ahLst/>
              <a:cxnLst/>
              <a:rect l="l" t="t" r="r" b="b"/>
              <a:pathLst>
                <a:path w="1063" h="1338" extrusionOk="0">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65"/>
            <p:cNvSpPr/>
            <p:nvPr/>
          </p:nvSpPr>
          <p:spPr>
            <a:xfrm>
              <a:off x="6816441" y="3525920"/>
              <a:ext cx="19777" cy="30925"/>
            </a:xfrm>
            <a:custGeom>
              <a:avLst/>
              <a:gdLst/>
              <a:ahLst/>
              <a:cxnLst/>
              <a:rect l="l" t="t" r="r" b="b"/>
              <a:pathLst>
                <a:path w="754" h="1179" extrusionOk="0">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65"/>
            <p:cNvSpPr/>
            <p:nvPr/>
          </p:nvSpPr>
          <p:spPr>
            <a:xfrm>
              <a:off x="6787457" y="3566891"/>
              <a:ext cx="34519" cy="25548"/>
            </a:xfrm>
            <a:custGeom>
              <a:avLst/>
              <a:gdLst/>
              <a:ahLst/>
              <a:cxnLst/>
              <a:rect l="l" t="t" r="r" b="b"/>
              <a:pathLst>
                <a:path w="1316" h="974" extrusionOk="0">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65"/>
            <p:cNvSpPr/>
            <p:nvPr/>
          </p:nvSpPr>
          <p:spPr>
            <a:xfrm>
              <a:off x="6844376" y="3570249"/>
              <a:ext cx="40027" cy="23450"/>
            </a:xfrm>
            <a:custGeom>
              <a:avLst/>
              <a:gdLst/>
              <a:ahLst/>
              <a:cxnLst/>
              <a:rect l="l" t="t" r="r" b="b"/>
              <a:pathLst>
                <a:path w="1526" h="894" extrusionOk="0">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65"/>
            <p:cNvSpPr/>
            <p:nvPr/>
          </p:nvSpPr>
          <p:spPr>
            <a:xfrm>
              <a:off x="6789791" y="3610381"/>
              <a:ext cx="97287" cy="68854"/>
            </a:xfrm>
            <a:custGeom>
              <a:avLst/>
              <a:gdLst/>
              <a:ahLst/>
              <a:cxnLst/>
              <a:rect l="l" t="t" r="r" b="b"/>
              <a:pathLst>
                <a:path w="3709" h="2625" extrusionOk="0">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65"/>
            <p:cNvSpPr/>
            <p:nvPr/>
          </p:nvSpPr>
          <p:spPr>
            <a:xfrm>
              <a:off x="6587716" y="3526576"/>
              <a:ext cx="38978" cy="131124"/>
            </a:xfrm>
            <a:custGeom>
              <a:avLst/>
              <a:gdLst/>
              <a:ahLst/>
              <a:cxnLst/>
              <a:rect l="l" t="t" r="r" b="b"/>
              <a:pathLst>
                <a:path w="1486" h="4999" extrusionOk="0">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65"/>
            <p:cNvSpPr/>
            <p:nvPr/>
          </p:nvSpPr>
          <p:spPr>
            <a:xfrm>
              <a:off x="6596975" y="3365314"/>
              <a:ext cx="283520" cy="210207"/>
            </a:xfrm>
            <a:custGeom>
              <a:avLst/>
              <a:gdLst/>
              <a:ahLst/>
              <a:cxnLst/>
              <a:rect l="l" t="t" r="r" b="b"/>
              <a:pathLst>
                <a:path w="10809" h="8014" extrusionOk="0">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65"/>
            <p:cNvSpPr/>
            <p:nvPr/>
          </p:nvSpPr>
          <p:spPr>
            <a:xfrm>
              <a:off x="6596791" y="3393013"/>
              <a:ext cx="83438" cy="136081"/>
            </a:xfrm>
            <a:custGeom>
              <a:avLst/>
              <a:gdLst/>
              <a:ahLst/>
              <a:cxnLst/>
              <a:rect l="l" t="t" r="r" b="b"/>
              <a:pathLst>
                <a:path w="3181" h="5188" extrusionOk="0">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65"/>
            <p:cNvSpPr/>
            <p:nvPr/>
          </p:nvSpPr>
          <p:spPr>
            <a:xfrm>
              <a:off x="6852376" y="3672257"/>
              <a:ext cx="14951" cy="7082"/>
            </a:xfrm>
            <a:custGeom>
              <a:avLst/>
              <a:gdLst/>
              <a:ahLst/>
              <a:cxnLst/>
              <a:rect l="l" t="t" r="r" b="b"/>
              <a:pathLst>
                <a:path w="570" h="270" extrusionOk="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7" name="Google Shape;15077;p65"/>
          <p:cNvGrpSpPr/>
          <p:nvPr/>
        </p:nvGrpSpPr>
        <p:grpSpPr>
          <a:xfrm>
            <a:off x="1915032" y="2062052"/>
            <a:ext cx="378315" cy="358695"/>
            <a:chOff x="1942120" y="1985852"/>
            <a:chExt cx="378315" cy="358695"/>
          </a:xfrm>
        </p:grpSpPr>
        <p:sp>
          <p:nvSpPr>
            <p:cNvPr id="15078" name="Google Shape;15078;p65"/>
            <p:cNvSpPr/>
            <p:nvPr/>
          </p:nvSpPr>
          <p:spPr>
            <a:xfrm>
              <a:off x="2161928" y="1985852"/>
              <a:ext cx="158508" cy="158901"/>
            </a:xfrm>
            <a:custGeom>
              <a:avLst/>
              <a:gdLst/>
              <a:ahLst/>
              <a:cxnLst/>
              <a:rect l="l" t="t" r="r" b="b"/>
              <a:pathLst>
                <a:path w="6043" h="6058" extrusionOk="0">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65"/>
            <p:cNvSpPr/>
            <p:nvPr/>
          </p:nvSpPr>
          <p:spPr>
            <a:xfrm>
              <a:off x="2190571" y="2006888"/>
              <a:ext cx="115648" cy="123570"/>
            </a:xfrm>
            <a:custGeom>
              <a:avLst/>
              <a:gdLst/>
              <a:ahLst/>
              <a:cxnLst/>
              <a:rect l="l" t="t" r="r" b="b"/>
              <a:pathLst>
                <a:path w="4409" h="4711" extrusionOk="0">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65"/>
            <p:cNvSpPr/>
            <p:nvPr/>
          </p:nvSpPr>
          <p:spPr>
            <a:xfrm>
              <a:off x="1942120" y="1986009"/>
              <a:ext cx="158665" cy="158928"/>
            </a:xfrm>
            <a:custGeom>
              <a:avLst/>
              <a:gdLst/>
              <a:ahLst/>
              <a:cxnLst/>
              <a:rect l="l" t="t" r="r" b="b"/>
              <a:pathLst>
                <a:path w="6049" h="6059" extrusionOk="0">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65"/>
            <p:cNvSpPr/>
            <p:nvPr/>
          </p:nvSpPr>
          <p:spPr>
            <a:xfrm>
              <a:off x="1956520" y="2007072"/>
              <a:ext cx="115438" cy="123491"/>
            </a:xfrm>
            <a:custGeom>
              <a:avLst/>
              <a:gdLst/>
              <a:ahLst/>
              <a:cxnLst/>
              <a:rect l="l" t="t" r="r" b="b"/>
              <a:pathLst>
                <a:path w="4401" h="4708" extrusionOk="0">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65"/>
            <p:cNvSpPr/>
            <p:nvPr/>
          </p:nvSpPr>
          <p:spPr>
            <a:xfrm>
              <a:off x="1986921" y="2043820"/>
              <a:ext cx="289055" cy="300727"/>
            </a:xfrm>
            <a:custGeom>
              <a:avLst/>
              <a:gdLst/>
              <a:ahLst/>
              <a:cxnLst/>
              <a:rect l="l" t="t" r="r" b="b"/>
              <a:pathLst>
                <a:path w="11020" h="11465" extrusionOk="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65"/>
            <p:cNvSpPr/>
            <p:nvPr/>
          </p:nvSpPr>
          <p:spPr>
            <a:xfrm>
              <a:off x="1986737" y="2047178"/>
              <a:ext cx="119215" cy="280687"/>
            </a:xfrm>
            <a:custGeom>
              <a:avLst/>
              <a:gdLst/>
              <a:ahLst/>
              <a:cxnLst/>
              <a:rect l="l" t="t" r="r" b="b"/>
              <a:pathLst>
                <a:path w="4545" h="10701" extrusionOk="0">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65"/>
            <p:cNvSpPr/>
            <p:nvPr/>
          </p:nvSpPr>
          <p:spPr>
            <a:xfrm>
              <a:off x="2084916" y="2316822"/>
              <a:ext cx="92697" cy="27725"/>
            </a:xfrm>
            <a:custGeom>
              <a:avLst/>
              <a:gdLst/>
              <a:ahLst/>
              <a:cxnLst/>
              <a:rect l="l" t="t" r="r" b="b"/>
              <a:pathLst>
                <a:path w="3534" h="1057" extrusionOk="0">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65"/>
            <p:cNvSpPr/>
            <p:nvPr/>
          </p:nvSpPr>
          <p:spPr>
            <a:xfrm>
              <a:off x="2102359" y="2257778"/>
              <a:ext cx="57995" cy="48762"/>
            </a:xfrm>
            <a:custGeom>
              <a:avLst/>
              <a:gdLst/>
              <a:ahLst/>
              <a:cxnLst/>
              <a:rect l="l" t="t" r="r" b="b"/>
              <a:pathLst>
                <a:path w="2211" h="1859" extrusionOk="0">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65"/>
            <p:cNvSpPr/>
            <p:nvPr/>
          </p:nvSpPr>
          <p:spPr>
            <a:xfrm>
              <a:off x="2081611" y="2309714"/>
              <a:ext cx="99202" cy="23135"/>
            </a:xfrm>
            <a:custGeom>
              <a:avLst/>
              <a:gdLst/>
              <a:ahLst/>
              <a:cxnLst/>
              <a:rect l="l" t="t" r="r" b="b"/>
              <a:pathLst>
                <a:path w="3782" h="882" extrusionOk="0">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65"/>
            <p:cNvSpPr/>
            <p:nvPr/>
          </p:nvSpPr>
          <p:spPr>
            <a:xfrm>
              <a:off x="2180892" y="2280756"/>
              <a:ext cx="114809" cy="40709"/>
            </a:xfrm>
            <a:custGeom>
              <a:avLst/>
              <a:gdLst/>
              <a:ahLst/>
              <a:cxnLst/>
              <a:rect l="l" t="t" r="r" b="b"/>
              <a:pathLst>
                <a:path w="4377" h="1552" extrusionOk="0">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65"/>
            <p:cNvSpPr/>
            <p:nvPr/>
          </p:nvSpPr>
          <p:spPr>
            <a:xfrm>
              <a:off x="2194846" y="2262841"/>
              <a:ext cx="123806" cy="18072"/>
            </a:xfrm>
            <a:custGeom>
              <a:avLst/>
              <a:gdLst/>
              <a:ahLst/>
              <a:cxnLst/>
              <a:rect l="l" t="t" r="r" b="b"/>
              <a:pathLst>
                <a:path w="4720" h="689" extrusionOk="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65"/>
            <p:cNvSpPr/>
            <p:nvPr/>
          </p:nvSpPr>
          <p:spPr>
            <a:xfrm>
              <a:off x="1967065" y="2280756"/>
              <a:ext cx="114599" cy="40525"/>
            </a:xfrm>
            <a:custGeom>
              <a:avLst/>
              <a:gdLst/>
              <a:ahLst/>
              <a:cxnLst/>
              <a:rect l="l" t="t" r="r" b="b"/>
              <a:pathLst>
                <a:path w="4369" h="1545" extrusionOk="0">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65"/>
            <p:cNvSpPr/>
            <p:nvPr/>
          </p:nvSpPr>
          <p:spPr>
            <a:xfrm>
              <a:off x="1943878" y="2262841"/>
              <a:ext cx="125852" cy="18072"/>
            </a:xfrm>
            <a:custGeom>
              <a:avLst/>
              <a:gdLst/>
              <a:ahLst/>
              <a:cxnLst/>
              <a:rect l="l" t="t" r="r" b="b"/>
              <a:pathLst>
                <a:path w="4798" h="689" extrusionOk="0">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1" name="Google Shape;15091;p65"/>
            <p:cNvSpPr/>
            <p:nvPr/>
          </p:nvSpPr>
          <p:spPr>
            <a:xfrm>
              <a:off x="2050424" y="2182524"/>
              <a:ext cx="40394" cy="52145"/>
            </a:xfrm>
            <a:custGeom>
              <a:avLst/>
              <a:gdLst/>
              <a:ahLst/>
              <a:cxnLst/>
              <a:rect l="l" t="t" r="r" b="b"/>
              <a:pathLst>
                <a:path w="1540" h="1988" extrusionOk="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65"/>
            <p:cNvSpPr/>
            <p:nvPr/>
          </p:nvSpPr>
          <p:spPr>
            <a:xfrm>
              <a:off x="2067683"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65"/>
            <p:cNvSpPr/>
            <p:nvPr/>
          </p:nvSpPr>
          <p:spPr>
            <a:xfrm>
              <a:off x="2061991" y="2188216"/>
              <a:ext cx="17259" cy="17469"/>
            </a:xfrm>
            <a:custGeom>
              <a:avLst/>
              <a:gdLst/>
              <a:ahLst/>
              <a:cxnLst/>
              <a:rect l="l" t="t" r="r" b="b"/>
              <a:pathLst>
                <a:path w="658" h="666" extrusionOk="0">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65"/>
            <p:cNvSpPr/>
            <p:nvPr/>
          </p:nvSpPr>
          <p:spPr>
            <a:xfrm>
              <a:off x="2171711" y="2182524"/>
              <a:ext cx="40578" cy="52145"/>
            </a:xfrm>
            <a:custGeom>
              <a:avLst/>
              <a:gdLst/>
              <a:ahLst/>
              <a:cxnLst/>
              <a:rect l="l" t="t" r="r" b="b"/>
              <a:pathLst>
                <a:path w="1547" h="1988" extrusionOk="0">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65"/>
            <p:cNvSpPr/>
            <p:nvPr/>
          </p:nvSpPr>
          <p:spPr>
            <a:xfrm>
              <a:off x="2189154"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65"/>
            <p:cNvSpPr/>
            <p:nvPr/>
          </p:nvSpPr>
          <p:spPr>
            <a:xfrm>
              <a:off x="2183279" y="2188216"/>
              <a:ext cx="17469" cy="17469"/>
            </a:xfrm>
            <a:custGeom>
              <a:avLst/>
              <a:gdLst/>
              <a:ahLst/>
              <a:cxnLst/>
              <a:rect l="l" t="t" r="r" b="b"/>
              <a:pathLst>
                <a:path w="666" h="666" extrusionOk="0">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65"/>
            <p:cNvSpPr/>
            <p:nvPr/>
          </p:nvSpPr>
          <p:spPr>
            <a:xfrm>
              <a:off x="2102359" y="2258303"/>
              <a:ext cx="38086" cy="48237"/>
            </a:xfrm>
            <a:custGeom>
              <a:avLst/>
              <a:gdLst/>
              <a:ahLst/>
              <a:cxnLst/>
              <a:rect l="l" t="t" r="r" b="b"/>
              <a:pathLst>
                <a:path w="1452" h="1839" extrusionOk="0">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8" name="Google Shape;15098;p65"/>
          <p:cNvGrpSpPr/>
          <p:nvPr/>
        </p:nvGrpSpPr>
        <p:grpSpPr>
          <a:xfrm>
            <a:off x="1374327" y="2505418"/>
            <a:ext cx="364282" cy="374197"/>
            <a:chOff x="1401415" y="2429218"/>
            <a:chExt cx="364282" cy="374197"/>
          </a:xfrm>
        </p:grpSpPr>
        <p:sp>
          <p:nvSpPr>
            <p:cNvPr id="15099" name="Google Shape;15099;p65"/>
            <p:cNvSpPr/>
            <p:nvPr/>
          </p:nvSpPr>
          <p:spPr>
            <a:xfrm>
              <a:off x="1458596" y="2755938"/>
              <a:ext cx="89759" cy="47476"/>
            </a:xfrm>
            <a:custGeom>
              <a:avLst/>
              <a:gdLst/>
              <a:ahLst/>
              <a:cxnLst/>
              <a:rect l="l" t="t" r="r" b="b"/>
              <a:pathLst>
                <a:path w="3422" h="1810" extrusionOk="0">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65"/>
            <p:cNvSpPr/>
            <p:nvPr/>
          </p:nvSpPr>
          <p:spPr>
            <a:xfrm>
              <a:off x="1618757" y="2755938"/>
              <a:ext cx="89759" cy="47476"/>
            </a:xfrm>
            <a:custGeom>
              <a:avLst/>
              <a:gdLst/>
              <a:ahLst/>
              <a:cxnLst/>
              <a:rect l="l" t="t" r="r" b="b"/>
              <a:pathLst>
                <a:path w="3422" h="1810" extrusionOk="0">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65"/>
            <p:cNvSpPr/>
            <p:nvPr/>
          </p:nvSpPr>
          <p:spPr>
            <a:xfrm>
              <a:off x="1442517" y="2491645"/>
              <a:ext cx="282104" cy="287979"/>
            </a:xfrm>
            <a:custGeom>
              <a:avLst/>
              <a:gdLst/>
              <a:ahLst/>
              <a:cxnLst/>
              <a:rect l="l" t="t" r="r" b="b"/>
              <a:pathLst>
                <a:path w="10755" h="10979" extrusionOk="0">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65"/>
            <p:cNvSpPr/>
            <p:nvPr/>
          </p:nvSpPr>
          <p:spPr>
            <a:xfrm>
              <a:off x="1489653" y="2515121"/>
              <a:ext cx="187833" cy="252752"/>
            </a:xfrm>
            <a:custGeom>
              <a:avLst/>
              <a:gdLst/>
              <a:ahLst/>
              <a:cxnLst/>
              <a:rect l="l" t="t" r="r" b="b"/>
              <a:pathLst>
                <a:path w="7161" h="9636" extrusionOk="0">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65"/>
            <p:cNvSpPr/>
            <p:nvPr/>
          </p:nvSpPr>
          <p:spPr>
            <a:xfrm>
              <a:off x="1401415" y="2432968"/>
              <a:ext cx="364282" cy="212384"/>
            </a:xfrm>
            <a:custGeom>
              <a:avLst/>
              <a:gdLst/>
              <a:ahLst/>
              <a:cxnLst/>
              <a:rect l="l" t="t" r="r" b="b"/>
              <a:pathLst>
                <a:path w="13888" h="8097" extrusionOk="0">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65"/>
            <p:cNvSpPr/>
            <p:nvPr/>
          </p:nvSpPr>
          <p:spPr>
            <a:xfrm>
              <a:off x="1407291" y="2429218"/>
              <a:ext cx="352531" cy="209368"/>
            </a:xfrm>
            <a:custGeom>
              <a:avLst/>
              <a:gdLst/>
              <a:ahLst/>
              <a:cxnLst/>
              <a:rect l="l" t="t" r="r" b="b"/>
              <a:pathLst>
                <a:path w="13440" h="7982" extrusionOk="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5" name="Google Shape;15105;p65"/>
            <p:cNvSpPr/>
            <p:nvPr/>
          </p:nvSpPr>
          <p:spPr>
            <a:xfrm>
              <a:off x="1448550" y="2491645"/>
              <a:ext cx="117405" cy="117589"/>
            </a:xfrm>
            <a:custGeom>
              <a:avLst/>
              <a:gdLst/>
              <a:ahLst/>
              <a:cxnLst/>
              <a:rect l="l" t="t" r="r" b="b"/>
              <a:pathLst>
                <a:path w="4476" h="4483" extrusionOk="0">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65"/>
            <p:cNvSpPr/>
            <p:nvPr/>
          </p:nvSpPr>
          <p:spPr>
            <a:xfrm>
              <a:off x="1466177" y="2509245"/>
              <a:ext cx="82179" cy="82388"/>
            </a:xfrm>
            <a:custGeom>
              <a:avLst/>
              <a:gdLst/>
              <a:ahLst/>
              <a:cxnLst/>
              <a:rect l="l" t="t" r="r" b="b"/>
              <a:pathLst>
                <a:path w="3133" h="3141" extrusionOk="0">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65"/>
            <p:cNvSpPr/>
            <p:nvPr/>
          </p:nvSpPr>
          <p:spPr>
            <a:xfrm>
              <a:off x="1566664" y="2590453"/>
              <a:ext cx="33627" cy="52486"/>
            </a:xfrm>
            <a:custGeom>
              <a:avLst/>
              <a:gdLst/>
              <a:ahLst/>
              <a:cxnLst/>
              <a:rect l="l" t="t" r="r" b="b"/>
              <a:pathLst>
                <a:path w="1282" h="2001" extrusionOk="0">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65"/>
            <p:cNvSpPr/>
            <p:nvPr/>
          </p:nvSpPr>
          <p:spPr>
            <a:xfrm>
              <a:off x="1483777" y="2520996"/>
              <a:ext cx="46978" cy="58886"/>
            </a:xfrm>
            <a:custGeom>
              <a:avLst/>
              <a:gdLst/>
              <a:ahLst/>
              <a:cxnLst/>
              <a:rect l="l" t="t" r="r" b="b"/>
              <a:pathLst>
                <a:path w="1791" h="2245" extrusionOk="0">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65"/>
            <p:cNvSpPr/>
            <p:nvPr/>
          </p:nvSpPr>
          <p:spPr>
            <a:xfrm>
              <a:off x="1501378" y="2532721"/>
              <a:ext cx="17627" cy="17653"/>
            </a:xfrm>
            <a:custGeom>
              <a:avLst/>
              <a:gdLst/>
              <a:ahLst/>
              <a:cxnLst/>
              <a:rect l="l" t="t" r="r" b="b"/>
              <a:pathLst>
                <a:path w="672" h="673" extrusionOk="0">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65"/>
            <p:cNvSpPr/>
            <p:nvPr/>
          </p:nvSpPr>
          <p:spPr>
            <a:xfrm>
              <a:off x="1601156" y="2491645"/>
              <a:ext cx="117589" cy="117589"/>
            </a:xfrm>
            <a:custGeom>
              <a:avLst/>
              <a:gdLst/>
              <a:ahLst/>
              <a:cxnLst/>
              <a:rect l="l" t="t" r="r" b="b"/>
              <a:pathLst>
                <a:path w="4483" h="4483" extrusionOk="0">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65"/>
            <p:cNvSpPr/>
            <p:nvPr/>
          </p:nvSpPr>
          <p:spPr>
            <a:xfrm>
              <a:off x="1618757" y="2509245"/>
              <a:ext cx="82388" cy="82388"/>
            </a:xfrm>
            <a:custGeom>
              <a:avLst/>
              <a:gdLst/>
              <a:ahLst/>
              <a:cxnLst/>
              <a:rect l="l" t="t" r="r" b="b"/>
              <a:pathLst>
                <a:path w="3141" h="3141" extrusionOk="0">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65"/>
            <p:cNvSpPr/>
            <p:nvPr/>
          </p:nvSpPr>
          <p:spPr>
            <a:xfrm>
              <a:off x="1636541" y="2520996"/>
              <a:ext cx="46978" cy="58886"/>
            </a:xfrm>
            <a:custGeom>
              <a:avLst/>
              <a:gdLst/>
              <a:ahLst/>
              <a:cxnLst/>
              <a:rect l="l" t="t" r="r" b="b"/>
              <a:pathLst>
                <a:path w="1791" h="2245" extrusionOk="0">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65"/>
            <p:cNvSpPr/>
            <p:nvPr/>
          </p:nvSpPr>
          <p:spPr>
            <a:xfrm>
              <a:off x="1653984" y="2532721"/>
              <a:ext cx="17627" cy="17653"/>
            </a:xfrm>
            <a:custGeom>
              <a:avLst/>
              <a:gdLst/>
              <a:ahLst/>
              <a:cxnLst/>
              <a:rect l="l" t="t" r="r" b="b"/>
              <a:pathLst>
                <a:path w="672" h="673" extrusionOk="0">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4" name="Google Shape;15114;p65"/>
          <p:cNvGrpSpPr/>
          <p:nvPr/>
        </p:nvGrpSpPr>
        <p:grpSpPr>
          <a:xfrm>
            <a:off x="7083339" y="3441461"/>
            <a:ext cx="400401" cy="370184"/>
            <a:chOff x="7110427" y="3365261"/>
            <a:chExt cx="400401" cy="370184"/>
          </a:xfrm>
        </p:grpSpPr>
        <p:sp>
          <p:nvSpPr>
            <p:cNvPr id="15115" name="Google Shape;15115;p65"/>
            <p:cNvSpPr/>
            <p:nvPr/>
          </p:nvSpPr>
          <p:spPr>
            <a:xfrm>
              <a:off x="7140854" y="3365261"/>
              <a:ext cx="369974" cy="370158"/>
            </a:xfrm>
            <a:custGeom>
              <a:avLst/>
              <a:gdLst/>
              <a:ahLst/>
              <a:cxnLst/>
              <a:rect l="l" t="t" r="r" b="b"/>
              <a:pathLst>
                <a:path w="14105" h="14112" extrusionOk="0">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65"/>
            <p:cNvSpPr/>
            <p:nvPr/>
          </p:nvSpPr>
          <p:spPr>
            <a:xfrm>
              <a:off x="7216081" y="3366704"/>
              <a:ext cx="294747" cy="295901"/>
            </a:xfrm>
            <a:custGeom>
              <a:avLst/>
              <a:gdLst/>
              <a:ahLst/>
              <a:cxnLst/>
              <a:rect l="l" t="t" r="r" b="b"/>
              <a:pathLst>
                <a:path w="11237" h="11281" extrusionOk="0">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65"/>
            <p:cNvSpPr/>
            <p:nvPr/>
          </p:nvSpPr>
          <p:spPr>
            <a:xfrm>
              <a:off x="7110427" y="3392672"/>
              <a:ext cx="372991" cy="342774"/>
            </a:xfrm>
            <a:custGeom>
              <a:avLst/>
              <a:gdLst/>
              <a:ahLst/>
              <a:cxnLst/>
              <a:rect l="l" t="t" r="r" b="b"/>
              <a:pathLst>
                <a:path w="14220" h="13068" extrusionOk="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65"/>
            <p:cNvSpPr/>
            <p:nvPr/>
          </p:nvSpPr>
          <p:spPr>
            <a:xfrm>
              <a:off x="7398563" y="3617646"/>
              <a:ext cx="31424" cy="30427"/>
            </a:xfrm>
            <a:custGeom>
              <a:avLst/>
              <a:gdLst/>
              <a:ahLst/>
              <a:cxnLst/>
              <a:rect l="l" t="t" r="r" b="b"/>
              <a:pathLst>
                <a:path w="1198" h="1160" extrusionOk="0">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9" name="Google Shape;15119;p65"/>
            <p:cNvSpPr/>
            <p:nvPr/>
          </p:nvSpPr>
          <p:spPr>
            <a:xfrm>
              <a:off x="7268410" y="3369012"/>
              <a:ext cx="20276" cy="26886"/>
            </a:xfrm>
            <a:custGeom>
              <a:avLst/>
              <a:gdLst/>
              <a:ahLst/>
              <a:cxnLst/>
              <a:rect l="l" t="t" r="r" b="b"/>
              <a:pathLst>
                <a:path w="773" h="1025" extrusionOk="0">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65"/>
            <p:cNvSpPr/>
            <p:nvPr/>
          </p:nvSpPr>
          <p:spPr>
            <a:xfrm>
              <a:off x="7141562" y="3566236"/>
              <a:ext cx="35778" cy="86638"/>
            </a:xfrm>
            <a:custGeom>
              <a:avLst/>
              <a:gdLst/>
              <a:ahLst/>
              <a:cxnLst/>
              <a:rect l="l" t="t" r="r" b="b"/>
              <a:pathLst>
                <a:path w="1364" h="3303" extrusionOk="0">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65"/>
            <p:cNvSpPr/>
            <p:nvPr/>
          </p:nvSpPr>
          <p:spPr>
            <a:xfrm>
              <a:off x="7303060" y="3365261"/>
              <a:ext cx="26178" cy="27043"/>
            </a:xfrm>
            <a:custGeom>
              <a:avLst/>
              <a:gdLst/>
              <a:ahLst/>
              <a:cxnLst/>
              <a:rect l="l" t="t" r="r" b="b"/>
              <a:pathLst>
                <a:path w="998" h="1031" extrusionOk="0">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2" name="Google Shape;15122;p65"/>
          <p:cNvGrpSpPr/>
          <p:nvPr/>
        </p:nvGrpSpPr>
        <p:grpSpPr>
          <a:xfrm>
            <a:off x="7631861" y="3439337"/>
            <a:ext cx="400375" cy="370132"/>
            <a:chOff x="7658949" y="3363137"/>
            <a:chExt cx="400375" cy="370132"/>
          </a:xfrm>
        </p:grpSpPr>
        <p:sp>
          <p:nvSpPr>
            <p:cNvPr id="15123" name="Google Shape;15123;p65"/>
            <p:cNvSpPr/>
            <p:nvPr/>
          </p:nvSpPr>
          <p:spPr>
            <a:xfrm>
              <a:off x="7689192" y="3363137"/>
              <a:ext cx="370132" cy="370132"/>
            </a:xfrm>
            <a:custGeom>
              <a:avLst/>
              <a:gdLst/>
              <a:ahLst/>
              <a:cxnLst/>
              <a:rect l="l" t="t" r="r" b="b"/>
              <a:pathLst>
                <a:path w="14111" h="14111" extrusionOk="0">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65"/>
            <p:cNvSpPr/>
            <p:nvPr/>
          </p:nvSpPr>
          <p:spPr>
            <a:xfrm>
              <a:off x="7658949" y="3390521"/>
              <a:ext cx="372991" cy="342695"/>
            </a:xfrm>
            <a:custGeom>
              <a:avLst/>
              <a:gdLst/>
              <a:ahLst/>
              <a:cxnLst/>
              <a:rect l="l" t="t" r="r" b="b"/>
              <a:pathLst>
                <a:path w="14220" h="13065" extrusionOk="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65"/>
            <p:cNvSpPr/>
            <p:nvPr/>
          </p:nvSpPr>
          <p:spPr>
            <a:xfrm>
              <a:off x="7754111" y="3380029"/>
              <a:ext cx="244569" cy="330000"/>
            </a:xfrm>
            <a:custGeom>
              <a:avLst/>
              <a:gdLst/>
              <a:ahLst/>
              <a:cxnLst/>
              <a:rect l="l" t="t" r="r" b="b"/>
              <a:pathLst>
                <a:path w="9324" h="12581" extrusionOk="0">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65"/>
            <p:cNvSpPr/>
            <p:nvPr/>
          </p:nvSpPr>
          <p:spPr>
            <a:xfrm>
              <a:off x="7754111" y="3390704"/>
              <a:ext cx="23135" cy="30086"/>
            </a:xfrm>
            <a:custGeom>
              <a:avLst/>
              <a:gdLst/>
              <a:ahLst/>
              <a:cxnLst/>
              <a:rect l="l" t="t" r="r" b="b"/>
              <a:pathLst>
                <a:path w="882" h="1147" extrusionOk="0">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65"/>
            <p:cNvSpPr/>
            <p:nvPr/>
          </p:nvSpPr>
          <p:spPr>
            <a:xfrm>
              <a:off x="7891766" y="3668690"/>
              <a:ext cx="47162" cy="41470"/>
            </a:xfrm>
            <a:custGeom>
              <a:avLst/>
              <a:gdLst/>
              <a:ahLst/>
              <a:cxnLst/>
              <a:rect l="l" t="t" r="r" b="b"/>
              <a:pathLst>
                <a:path w="1798" h="1581" extrusionOk="0">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8" name="Google Shape;15128;p65"/>
          <p:cNvGrpSpPr/>
          <p:nvPr/>
        </p:nvGrpSpPr>
        <p:grpSpPr>
          <a:xfrm>
            <a:off x="3277393" y="3455589"/>
            <a:ext cx="356623" cy="370105"/>
            <a:chOff x="3307156" y="3365314"/>
            <a:chExt cx="356623" cy="370105"/>
          </a:xfrm>
        </p:grpSpPr>
        <p:sp>
          <p:nvSpPr>
            <p:cNvPr id="15129" name="Google Shape;15129;p65"/>
            <p:cNvSpPr/>
            <p:nvPr/>
          </p:nvSpPr>
          <p:spPr>
            <a:xfrm>
              <a:off x="3534465" y="3485683"/>
              <a:ext cx="129314" cy="71346"/>
            </a:xfrm>
            <a:custGeom>
              <a:avLst/>
              <a:gdLst/>
              <a:ahLst/>
              <a:cxnLst/>
              <a:rect l="l" t="t" r="r" b="b"/>
              <a:pathLst>
                <a:path w="4930" h="2720" extrusionOk="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65"/>
            <p:cNvSpPr/>
            <p:nvPr/>
          </p:nvSpPr>
          <p:spPr>
            <a:xfrm>
              <a:off x="3545481" y="3518235"/>
              <a:ext cx="117956" cy="38794"/>
            </a:xfrm>
            <a:custGeom>
              <a:avLst/>
              <a:gdLst/>
              <a:ahLst/>
              <a:cxnLst/>
              <a:rect l="l" t="t" r="r" b="b"/>
              <a:pathLst>
                <a:path w="4497" h="1479" extrusionOk="0">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65"/>
            <p:cNvSpPr/>
            <p:nvPr/>
          </p:nvSpPr>
          <p:spPr>
            <a:xfrm>
              <a:off x="3356075" y="3631522"/>
              <a:ext cx="96762" cy="103897"/>
            </a:xfrm>
            <a:custGeom>
              <a:avLst/>
              <a:gdLst/>
              <a:ahLst/>
              <a:cxnLst/>
              <a:rect l="l" t="t" r="r" b="b"/>
              <a:pathLst>
                <a:path w="3689" h="3961" extrusionOk="0">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65"/>
            <p:cNvSpPr/>
            <p:nvPr/>
          </p:nvSpPr>
          <p:spPr>
            <a:xfrm>
              <a:off x="3356075" y="3631522"/>
              <a:ext cx="59778" cy="102638"/>
            </a:xfrm>
            <a:custGeom>
              <a:avLst/>
              <a:gdLst/>
              <a:ahLst/>
              <a:cxnLst/>
              <a:rect l="l" t="t" r="r" b="b"/>
              <a:pathLst>
                <a:path w="2279" h="3913" extrusionOk="0">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65"/>
            <p:cNvSpPr/>
            <p:nvPr/>
          </p:nvSpPr>
          <p:spPr>
            <a:xfrm>
              <a:off x="3478962" y="3563403"/>
              <a:ext cx="101222" cy="161236"/>
            </a:xfrm>
            <a:custGeom>
              <a:avLst/>
              <a:gdLst/>
              <a:ahLst/>
              <a:cxnLst/>
              <a:rect l="l" t="t" r="r" b="b"/>
              <a:pathLst>
                <a:path w="3859" h="6147" extrusionOk="0">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4" name="Google Shape;15134;p65"/>
            <p:cNvSpPr/>
            <p:nvPr/>
          </p:nvSpPr>
          <p:spPr>
            <a:xfrm>
              <a:off x="3478962" y="3573711"/>
              <a:ext cx="68146" cy="150324"/>
            </a:xfrm>
            <a:custGeom>
              <a:avLst/>
              <a:gdLst/>
              <a:ahLst/>
              <a:cxnLst/>
              <a:rect l="l" t="t" r="r" b="b"/>
              <a:pathLst>
                <a:path w="2598" h="5731" extrusionOk="0">
                  <a:moveTo>
                    <a:pt x="618" y="1"/>
                  </a:moveTo>
                  <a:lnTo>
                    <a:pt x="1" y="4279"/>
                  </a:lnTo>
                  <a:cubicBezTo>
                    <a:pt x="652" y="4889"/>
                    <a:pt x="1581" y="5513"/>
                    <a:pt x="2598" y="5730"/>
                  </a:cubicBezTo>
                  <a:lnTo>
                    <a:pt x="618"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65"/>
            <p:cNvSpPr/>
            <p:nvPr/>
          </p:nvSpPr>
          <p:spPr>
            <a:xfrm>
              <a:off x="3382383" y="3674749"/>
              <a:ext cx="32368" cy="34151"/>
            </a:xfrm>
            <a:custGeom>
              <a:avLst/>
              <a:gdLst/>
              <a:ahLst/>
              <a:cxnLst/>
              <a:rect l="l" t="t" r="r" b="b"/>
              <a:pathLst>
                <a:path w="1234" h="1302" extrusionOk="0">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65"/>
            <p:cNvSpPr/>
            <p:nvPr/>
          </p:nvSpPr>
          <p:spPr>
            <a:xfrm>
              <a:off x="3551698" y="3514484"/>
              <a:ext cx="80972" cy="19069"/>
            </a:xfrm>
            <a:custGeom>
              <a:avLst/>
              <a:gdLst/>
              <a:ahLst/>
              <a:cxnLst/>
              <a:rect l="l" t="t" r="r" b="b"/>
              <a:pathLst>
                <a:path w="3087" h="727" extrusionOk="0">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65"/>
            <p:cNvSpPr/>
            <p:nvPr/>
          </p:nvSpPr>
          <p:spPr>
            <a:xfrm>
              <a:off x="3490241" y="3574787"/>
              <a:ext cx="49575" cy="107254"/>
            </a:xfrm>
            <a:custGeom>
              <a:avLst/>
              <a:gdLst/>
              <a:ahLst/>
              <a:cxnLst/>
              <a:rect l="l" t="t" r="r" b="b"/>
              <a:pathLst>
                <a:path w="1890" h="4089" extrusionOk="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65"/>
            <p:cNvSpPr/>
            <p:nvPr/>
          </p:nvSpPr>
          <p:spPr>
            <a:xfrm>
              <a:off x="3307156" y="3365314"/>
              <a:ext cx="345239" cy="335508"/>
            </a:xfrm>
            <a:custGeom>
              <a:avLst/>
              <a:gdLst/>
              <a:ahLst/>
              <a:cxnLst/>
              <a:rect l="l" t="t" r="r" b="b"/>
              <a:pathLst>
                <a:path w="13162" h="12791" extrusionOk="0">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65"/>
            <p:cNvSpPr/>
            <p:nvPr/>
          </p:nvSpPr>
          <p:spPr>
            <a:xfrm>
              <a:off x="3376167" y="3431859"/>
              <a:ext cx="199453" cy="203623"/>
            </a:xfrm>
            <a:custGeom>
              <a:avLst/>
              <a:gdLst/>
              <a:ahLst/>
              <a:cxnLst/>
              <a:rect l="l" t="t" r="r" b="b"/>
              <a:pathLst>
                <a:path w="7604" h="7763" extrusionOk="0">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65"/>
            <p:cNvSpPr/>
            <p:nvPr/>
          </p:nvSpPr>
          <p:spPr>
            <a:xfrm>
              <a:off x="3390803" y="3461499"/>
              <a:ext cx="99228" cy="74887"/>
            </a:xfrm>
            <a:custGeom>
              <a:avLst/>
              <a:gdLst/>
              <a:ahLst/>
              <a:cxnLst/>
              <a:rect l="l" t="t" r="r" b="b"/>
              <a:pathLst>
                <a:path w="3783" h="2855" extrusionOk="0">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65"/>
            <p:cNvSpPr/>
            <p:nvPr/>
          </p:nvSpPr>
          <p:spPr>
            <a:xfrm>
              <a:off x="3369058" y="3464516"/>
              <a:ext cx="29902" cy="29719"/>
            </a:xfrm>
            <a:custGeom>
              <a:avLst/>
              <a:gdLst/>
              <a:ahLst/>
              <a:cxnLst/>
              <a:rect l="l" t="t" r="r" b="b"/>
              <a:pathLst>
                <a:path w="1140" h="1133" extrusionOk="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65"/>
            <p:cNvSpPr/>
            <p:nvPr/>
          </p:nvSpPr>
          <p:spPr>
            <a:xfrm>
              <a:off x="3386475" y="3446732"/>
              <a:ext cx="29902" cy="29902"/>
            </a:xfrm>
            <a:custGeom>
              <a:avLst/>
              <a:gdLst/>
              <a:ahLst/>
              <a:cxnLst/>
              <a:rect l="l" t="t" r="r" b="b"/>
              <a:pathLst>
                <a:path w="1140" h="1140" extrusionOk="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65"/>
            <p:cNvSpPr/>
            <p:nvPr/>
          </p:nvSpPr>
          <p:spPr>
            <a:xfrm>
              <a:off x="3390042" y="3471099"/>
              <a:ext cx="29719" cy="29719"/>
            </a:xfrm>
            <a:custGeom>
              <a:avLst/>
              <a:gdLst/>
              <a:ahLst/>
              <a:cxnLst/>
              <a:rect l="l" t="t" r="r" b="b"/>
              <a:pathLst>
                <a:path w="1133" h="1133" extrusionOk="0">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4" name="Google Shape;15144;p65"/>
          <p:cNvGrpSpPr/>
          <p:nvPr/>
        </p:nvGrpSpPr>
        <p:grpSpPr>
          <a:xfrm>
            <a:off x="7395319" y="2056307"/>
            <a:ext cx="372807" cy="370079"/>
            <a:chOff x="7422407" y="1980107"/>
            <a:chExt cx="372807" cy="370079"/>
          </a:xfrm>
        </p:grpSpPr>
        <p:sp>
          <p:nvSpPr>
            <p:cNvPr id="15145" name="Google Shape;15145;p65"/>
            <p:cNvSpPr/>
            <p:nvPr/>
          </p:nvSpPr>
          <p:spPr>
            <a:xfrm>
              <a:off x="7422407" y="2057670"/>
              <a:ext cx="90546" cy="89680"/>
            </a:xfrm>
            <a:custGeom>
              <a:avLst/>
              <a:gdLst/>
              <a:ahLst/>
              <a:cxnLst/>
              <a:rect l="l" t="t" r="r" b="b"/>
              <a:pathLst>
                <a:path w="3452" h="3419" extrusionOk="0">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65"/>
            <p:cNvSpPr/>
            <p:nvPr/>
          </p:nvSpPr>
          <p:spPr>
            <a:xfrm>
              <a:off x="7704668" y="2057670"/>
              <a:ext cx="90546" cy="89680"/>
            </a:xfrm>
            <a:custGeom>
              <a:avLst/>
              <a:gdLst/>
              <a:ahLst/>
              <a:cxnLst/>
              <a:rect l="l" t="t" r="r" b="b"/>
              <a:pathLst>
                <a:path w="3452" h="3419" extrusionOk="0">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65"/>
            <p:cNvSpPr/>
            <p:nvPr/>
          </p:nvSpPr>
          <p:spPr>
            <a:xfrm>
              <a:off x="7469175" y="1981340"/>
              <a:ext cx="278720" cy="350984"/>
            </a:xfrm>
            <a:custGeom>
              <a:avLst/>
              <a:gdLst/>
              <a:ahLst/>
              <a:cxnLst/>
              <a:rect l="l" t="t" r="r" b="b"/>
              <a:pathLst>
                <a:path w="10626" h="13381" extrusionOk="0">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65"/>
            <p:cNvSpPr/>
            <p:nvPr/>
          </p:nvSpPr>
          <p:spPr>
            <a:xfrm>
              <a:off x="7443207" y="1980107"/>
              <a:ext cx="189276" cy="352295"/>
            </a:xfrm>
            <a:custGeom>
              <a:avLst/>
              <a:gdLst/>
              <a:ahLst/>
              <a:cxnLst/>
              <a:rect l="l" t="t" r="r" b="b"/>
              <a:pathLst>
                <a:path w="7216" h="13431" extrusionOk="0">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65"/>
            <p:cNvSpPr/>
            <p:nvPr/>
          </p:nvSpPr>
          <p:spPr>
            <a:xfrm>
              <a:off x="7456007" y="2181790"/>
              <a:ext cx="302038" cy="168370"/>
            </a:xfrm>
            <a:custGeom>
              <a:avLst/>
              <a:gdLst/>
              <a:ahLst/>
              <a:cxnLst/>
              <a:rect l="l" t="t" r="r" b="b"/>
              <a:pathLst>
                <a:path w="11515" h="6419" extrusionOk="0">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65"/>
            <p:cNvSpPr/>
            <p:nvPr/>
          </p:nvSpPr>
          <p:spPr>
            <a:xfrm>
              <a:off x="7757469" y="2189108"/>
              <a:ext cx="210" cy="26"/>
            </a:xfrm>
            <a:custGeom>
              <a:avLst/>
              <a:gdLst/>
              <a:ahLst/>
              <a:cxnLst/>
              <a:rect l="l" t="t" r="r" b="b"/>
              <a:pathLst>
                <a:path w="8" h="1" extrusionOk="0">
                  <a:moveTo>
                    <a:pt x="1" y="1"/>
                  </a:moveTo>
                  <a:lnTo>
                    <a:pt x="1" y="1"/>
                  </a:lnTo>
                  <a:lnTo>
                    <a:pt x="8" y="1"/>
                  </a:ln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65"/>
            <p:cNvSpPr/>
            <p:nvPr/>
          </p:nvSpPr>
          <p:spPr>
            <a:xfrm>
              <a:off x="7578554" y="2076896"/>
              <a:ext cx="59778" cy="57286"/>
            </a:xfrm>
            <a:custGeom>
              <a:avLst/>
              <a:gdLst/>
              <a:ahLst/>
              <a:cxnLst/>
              <a:rect l="l" t="t" r="r" b="b"/>
              <a:pathLst>
                <a:path w="2279" h="2184" extrusionOk="0">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65"/>
            <p:cNvSpPr/>
            <p:nvPr/>
          </p:nvSpPr>
          <p:spPr>
            <a:xfrm>
              <a:off x="7542802" y="2051820"/>
              <a:ext cx="23869" cy="29902"/>
            </a:xfrm>
            <a:custGeom>
              <a:avLst/>
              <a:gdLst/>
              <a:ahLst/>
              <a:cxnLst/>
              <a:rect l="l" t="t" r="r" b="b"/>
              <a:pathLst>
                <a:path w="910" h="1140" extrusionOk="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65"/>
            <p:cNvSpPr/>
            <p:nvPr/>
          </p:nvSpPr>
          <p:spPr>
            <a:xfrm>
              <a:off x="7650240" y="2051820"/>
              <a:ext cx="23843" cy="29902"/>
            </a:xfrm>
            <a:custGeom>
              <a:avLst/>
              <a:gdLst/>
              <a:ahLst/>
              <a:cxnLst/>
              <a:rect l="l" t="t" r="r" b="b"/>
              <a:pathLst>
                <a:path w="909" h="1140" extrusionOk="0">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65"/>
            <p:cNvSpPr/>
            <p:nvPr/>
          </p:nvSpPr>
          <p:spPr>
            <a:xfrm>
              <a:off x="7582462" y="2100582"/>
              <a:ext cx="51778" cy="22768"/>
            </a:xfrm>
            <a:custGeom>
              <a:avLst/>
              <a:gdLst/>
              <a:ahLst/>
              <a:cxnLst/>
              <a:rect l="l" t="t" r="r" b="b"/>
              <a:pathLst>
                <a:path w="1974" h="868" extrusionOk="0">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65"/>
            <p:cNvSpPr/>
            <p:nvPr/>
          </p:nvSpPr>
          <p:spPr>
            <a:xfrm>
              <a:off x="7548678" y="2057853"/>
              <a:ext cx="11935" cy="11961"/>
            </a:xfrm>
            <a:custGeom>
              <a:avLst/>
              <a:gdLst/>
              <a:ahLst/>
              <a:cxnLst/>
              <a:rect l="l" t="t" r="r" b="b"/>
              <a:pathLst>
                <a:path w="455" h="456" extrusionOk="0">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65"/>
            <p:cNvSpPr/>
            <p:nvPr/>
          </p:nvSpPr>
          <p:spPr>
            <a:xfrm>
              <a:off x="7656273" y="2057853"/>
              <a:ext cx="11935" cy="11961"/>
            </a:xfrm>
            <a:custGeom>
              <a:avLst/>
              <a:gdLst/>
              <a:ahLst/>
              <a:cxnLst/>
              <a:rect l="l" t="t" r="r" b="b"/>
              <a:pathLst>
                <a:path w="455" h="456" extrusionOk="0">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65"/>
            <p:cNvSpPr/>
            <p:nvPr/>
          </p:nvSpPr>
          <p:spPr>
            <a:xfrm>
              <a:off x="7455824" y="2181974"/>
              <a:ext cx="194784" cy="168213"/>
            </a:xfrm>
            <a:custGeom>
              <a:avLst/>
              <a:gdLst/>
              <a:ahLst/>
              <a:cxnLst/>
              <a:rect l="l" t="t" r="r" b="b"/>
              <a:pathLst>
                <a:path w="7426" h="6413" extrusionOk="0">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8" name="Google Shape;15158;p65"/>
          <p:cNvGrpSpPr/>
          <p:nvPr/>
        </p:nvGrpSpPr>
        <p:grpSpPr>
          <a:xfrm>
            <a:off x="6889053" y="2982384"/>
            <a:ext cx="289737" cy="370394"/>
            <a:chOff x="6916141" y="2906184"/>
            <a:chExt cx="289737" cy="370394"/>
          </a:xfrm>
        </p:grpSpPr>
        <p:sp>
          <p:nvSpPr>
            <p:cNvPr id="15159" name="Google Shape;15159;p65"/>
            <p:cNvSpPr/>
            <p:nvPr/>
          </p:nvSpPr>
          <p:spPr>
            <a:xfrm>
              <a:off x="7003199" y="2916073"/>
              <a:ext cx="44827" cy="64159"/>
            </a:xfrm>
            <a:custGeom>
              <a:avLst/>
              <a:gdLst/>
              <a:ahLst/>
              <a:cxnLst/>
              <a:rect l="l" t="t" r="r" b="b"/>
              <a:pathLst>
                <a:path w="1709" h="2446" extrusionOk="0">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65"/>
            <p:cNvSpPr/>
            <p:nvPr/>
          </p:nvSpPr>
          <p:spPr>
            <a:xfrm>
              <a:off x="7073967" y="3099551"/>
              <a:ext cx="44853" cy="64159"/>
            </a:xfrm>
            <a:custGeom>
              <a:avLst/>
              <a:gdLst/>
              <a:ahLst/>
              <a:cxnLst/>
              <a:rect l="l" t="t" r="r" b="b"/>
              <a:pathLst>
                <a:path w="1710" h="2446" extrusionOk="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65"/>
            <p:cNvSpPr/>
            <p:nvPr/>
          </p:nvSpPr>
          <p:spPr>
            <a:xfrm>
              <a:off x="7120762" y="2985530"/>
              <a:ext cx="64945" cy="41496"/>
            </a:xfrm>
            <a:custGeom>
              <a:avLst/>
              <a:gdLst/>
              <a:ahLst/>
              <a:cxnLst/>
              <a:rect l="l" t="t" r="r" b="b"/>
              <a:pathLst>
                <a:path w="2476" h="1582" extrusionOk="0">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65"/>
            <p:cNvSpPr/>
            <p:nvPr/>
          </p:nvSpPr>
          <p:spPr>
            <a:xfrm>
              <a:off x="6936312" y="3052967"/>
              <a:ext cx="65129" cy="41470"/>
            </a:xfrm>
            <a:custGeom>
              <a:avLst/>
              <a:gdLst/>
              <a:ahLst/>
              <a:cxnLst/>
              <a:rect l="l" t="t" r="r" b="b"/>
              <a:pathLst>
                <a:path w="2483" h="1581" extrusionOk="0">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65"/>
            <p:cNvSpPr/>
            <p:nvPr/>
          </p:nvSpPr>
          <p:spPr>
            <a:xfrm>
              <a:off x="7073967" y="2916073"/>
              <a:ext cx="44853" cy="64159"/>
            </a:xfrm>
            <a:custGeom>
              <a:avLst/>
              <a:gdLst/>
              <a:ahLst/>
              <a:cxnLst/>
              <a:rect l="l" t="t" r="r" b="b"/>
              <a:pathLst>
                <a:path w="1710" h="2446" extrusionOk="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65"/>
            <p:cNvSpPr/>
            <p:nvPr/>
          </p:nvSpPr>
          <p:spPr>
            <a:xfrm>
              <a:off x="7003199" y="3099551"/>
              <a:ext cx="44827" cy="64159"/>
            </a:xfrm>
            <a:custGeom>
              <a:avLst/>
              <a:gdLst/>
              <a:ahLst/>
              <a:cxnLst/>
              <a:rect l="l" t="t" r="r" b="b"/>
              <a:pathLst>
                <a:path w="1709" h="2446" extrusionOk="0">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65"/>
            <p:cNvSpPr/>
            <p:nvPr/>
          </p:nvSpPr>
          <p:spPr>
            <a:xfrm>
              <a:off x="7120762" y="3052967"/>
              <a:ext cx="64945" cy="41338"/>
            </a:xfrm>
            <a:custGeom>
              <a:avLst/>
              <a:gdLst/>
              <a:ahLst/>
              <a:cxnLst/>
              <a:rect l="l" t="t" r="r" b="b"/>
              <a:pathLst>
                <a:path w="2476" h="1576" extrusionOk="0">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65"/>
            <p:cNvSpPr/>
            <p:nvPr/>
          </p:nvSpPr>
          <p:spPr>
            <a:xfrm>
              <a:off x="6936496" y="2985477"/>
              <a:ext cx="64945" cy="41548"/>
            </a:xfrm>
            <a:custGeom>
              <a:avLst/>
              <a:gdLst/>
              <a:ahLst/>
              <a:cxnLst/>
              <a:rect l="l" t="t" r="r" b="b"/>
              <a:pathLst>
                <a:path w="2476" h="1584" extrusionOk="0">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65"/>
            <p:cNvSpPr/>
            <p:nvPr/>
          </p:nvSpPr>
          <p:spPr>
            <a:xfrm>
              <a:off x="7022032" y="3104902"/>
              <a:ext cx="77929" cy="171675"/>
            </a:xfrm>
            <a:custGeom>
              <a:avLst/>
              <a:gdLst/>
              <a:ahLst/>
              <a:cxnLst/>
              <a:rect l="l" t="t" r="r" b="b"/>
              <a:pathLst>
                <a:path w="2971" h="6545" extrusionOk="0">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65"/>
            <p:cNvSpPr/>
            <p:nvPr/>
          </p:nvSpPr>
          <p:spPr>
            <a:xfrm>
              <a:off x="6916141" y="3148234"/>
              <a:ext cx="121471" cy="83359"/>
            </a:xfrm>
            <a:custGeom>
              <a:avLst/>
              <a:gdLst/>
              <a:ahLst/>
              <a:cxnLst/>
              <a:rect l="l" t="t" r="r" b="b"/>
              <a:pathLst>
                <a:path w="4631" h="3178" extrusionOk="0">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65"/>
            <p:cNvSpPr/>
            <p:nvPr/>
          </p:nvSpPr>
          <p:spPr>
            <a:xfrm>
              <a:off x="7084407" y="3148234"/>
              <a:ext cx="121471" cy="83359"/>
            </a:xfrm>
            <a:custGeom>
              <a:avLst/>
              <a:gdLst/>
              <a:ahLst/>
              <a:cxnLst/>
              <a:rect l="l" t="t" r="r" b="b"/>
              <a:pathLst>
                <a:path w="4631" h="3178" extrusionOk="0">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65"/>
            <p:cNvSpPr/>
            <p:nvPr/>
          </p:nvSpPr>
          <p:spPr>
            <a:xfrm>
              <a:off x="7037508" y="2906184"/>
              <a:ext cx="46978" cy="62847"/>
            </a:xfrm>
            <a:custGeom>
              <a:avLst/>
              <a:gdLst/>
              <a:ahLst/>
              <a:cxnLst/>
              <a:rect l="l" t="t" r="r" b="b"/>
              <a:pathLst>
                <a:path w="1791" h="2396" extrusionOk="0">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65"/>
            <p:cNvSpPr/>
            <p:nvPr/>
          </p:nvSpPr>
          <p:spPr>
            <a:xfrm>
              <a:off x="7037508" y="3110752"/>
              <a:ext cx="47162" cy="62900"/>
            </a:xfrm>
            <a:custGeom>
              <a:avLst/>
              <a:gdLst/>
              <a:ahLst/>
              <a:cxnLst/>
              <a:rect l="l" t="t" r="r" b="b"/>
              <a:pathLst>
                <a:path w="1798" h="2398" extrusionOk="0">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65"/>
            <p:cNvSpPr/>
            <p:nvPr/>
          </p:nvSpPr>
          <p:spPr>
            <a:xfrm>
              <a:off x="7131962" y="3022225"/>
              <a:ext cx="63345" cy="35463"/>
            </a:xfrm>
            <a:custGeom>
              <a:avLst/>
              <a:gdLst/>
              <a:ahLst/>
              <a:cxnLst/>
              <a:rect l="l" t="t" r="r" b="b"/>
              <a:pathLst>
                <a:path w="2415" h="1352" extrusionOk="0">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65"/>
            <p:cNvSpPr/>
            <p:nvPr/>
          </p:nvSpPr>
          <p:spPr>
            <a:xfrm>
              <a:off x="6926896" y="3022199"/>
              <a:ext cx="63345" cy="35489"/>
            </a:xfrm>
            <a:custGeom>
              <a:avLst/>
              <a:gdLst/>
              <a:ahLst/>
              <a:cxnLst/>
              <a:rect l="l" t="t" r="r" b="b"/>
              <a:pathLst>
                <a:path w="2415" h="1353" extrusionOk="0">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65"/>
            <p:cNvSpPr/>
            <p:nvPr/>
          </p:nvSpPr>
          <p:spPr>
            <a:xfrm>
              <a:off x="7100302" y="2944558"/>
              <a:ext cx="56526" cy="56132"/>
            </a:xfrm>
            <a:custGeom>
              <a:avLst/>
              <a:gdLst/>
              <a:ahLst/>
              <a:cxnLst/>
              <a:rect l="l" t="t" r="r" b="b"/>
              <a:pathLst>
                <a:path w="2155" h="2140" extrusionOk="0">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65"/>
            <p:cNvSpPr/>
            <p:nvPr/>
          </p:nvSpPr>
          <p:spPr>
            <a:xfrm>
              <a:off x="6965218" y="3079092"/>
              <a:ext cx="56499" cy="56158"/>
            </a:xfrm>
            <a:custGeom>
              <a:avLst/>
              <a:gdLst/>
              <a:ahLst/>
              <a:cxnLst/>
              <a:rect l="l" t="t" r="r" b="b"/>
              <a:pathLst>
                <a:path w="2154" h="2141" extrusionOk="0">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65"/>
            <p:cNvSpPr/>
            <p:nvPr/>
          </p:nvSpPr>
          <p:spPr>
            <a:xfrm>
              <a:off x="7100302" y="3079276"/>
              <a:ext cx="56499" cy="56027"/>
            </a:xfrm>
            <a:custGeom>
              <a:avLst/>
              <a:gdLst/>
              <a:ahLst/>
              <a:cxnLst/>
              <a:rect l="l" t="t" r="r" b="b"/>
              <a:pathLst>
                <a:path w="2154" h="2136" extrusionOk="0">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65"/>
            <p:cNvSpPr/>
            <p:nvPr/>
          </p:nvSpPr>
          <p:spPr>
            <a:xfrm>
              <a:off x="6965218" y="2944558"/>
              <a:ext cx="56499" cy="56132"/>
            </a:xfrm>
            <a:custGeom>
              <a:avLst/>
              <a:gdLst/>
              <a:ahLst/>
              <a:cxnLst/>
              <a:rect l="l" t="t" r="r" b="b"/>
              <a:pathLst>
                <a:path w="2154" h="2140" extrusionOk="0">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65"/>
            <p:cNvSpPr/>
            <p:nvPr/>
          </p:nvSpPr>
          <p:spPr>
            <a:xfrm>
              <a:off x="6984156" y="2963129"/>
              <a:ext cx="153708" cy="153524"/>
            </a:xfrm>
            <a:custGeom>
              <a:avLst/>
              <a:gdLst/>
              <a:ahLst/>
              <a:cxnLst/>
              <a:rect l="l" t="t" r="r" b="b"/>
              <a:pathLst>
                <a:path w="5860" h="5853" extrusionOk="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65"/>
            <p:cNvSpPr/>
            <p:nvPr/>
          </p:nvSpPr>
          <p:spPr>
            <a:xfrm>
              <a:off x="7001940" y="2980756"/>
              <a:ext cx="118114" cy="118297"/>
            </a:xfrm>
            <a:custGeom>
              <a:avLst/>
              <a:gdLst/>
              <a:ahLst/>
              <a:cxnLst/>
              <a:rect l="l" t="t" r="r" b="b"/>
              <a:pathLst>
                <a:path w="4503" h="4510" extrusionOk="0">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0" name="Google Shape;15180;p65"/>
          <p:cNvGrpSpPr/>
          <p:nvPr/>
        </p:nvGrpSpPr>
        <p:grpSpPr>
          <a:xfrm>
            <a:off x="7943106" y="2089777"/>
            <a:ext cx="372676" cy="331731"/>
            <a:chOff x="7970194" y="2013577"/>
            <a:chExt cx="372676" cy="331731"/>
          </a:xfrm>
        </p:grpSpPr>
        <p:sp>
          <p:nvSpPr>
            <p:cNvPr id="15181" name="Google Shape;15181;p65"/>
            <p:cNvSpPr/>
            <p:nvPr/>
          </p:nvSpPr>
          <p:spPr>
            <a:xfrm>
              <a:off x="8092032" y="2284533"/>
              <a:ext cx="102454" cy="60775"/>
            </a:xfrm>
            <a:custGeom>
              <a:avLst/>
              <a:gdLst/>
              <a:ahLst/>
              <a:cxnLst/>
              <a:rect l="l" t="t" r="r" b="b"/>
              <a:pathLst>
                <a:path w="3906" h="2317" extrusionOk="0">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65"/>
            <p:cNvSpPr/>
            <p:nvPr/>
          </p:nvSpPr>
          <p:spPr>
            <a:xfrm>
              <a:off x="8116741" y="2284533"/>
              <a:ext cx="77746" cy="60775"/>
            </a:xfrm>
            <a:custGeom>
              <a:avLst/>
              <a:gdLst/>
              <a:ahLst/>
              <a:cxnLst/>
              <a:rect l="l" t="t" r="r" b="b"/>
              <a:pathLst>
                <a:path w="2964" h="2317" extrusionOk="0">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65"/>
            <p:cNvSpPr/>
            <p:nvPr/>
          </p:nvSpPr>
          <p:spPr>
            <a:xfrm>
              <a:off x="7970194" y="2104805"/>
              <a:ext cx="38086" cy="48578"/>
            </a:xfrm>
            <a:custGeom>
              <a:avLst/>
              <a:gdLst/>
              <a:ahLst/>
              <a:cxnLst/>
              <a:rect l="l" t="t" r="r" b="b"/>
              <a:pathLst>
                <a:path w="1452" h="1852" extrusionOk="0">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65"/>
            <p:cNvSpPr/>
            <p:nvPr/>
          </p:nvSpPr>
          <p:spPr>
            <a:xfrm>
              <a:off x="7984961" y="2013577"/>
              <a:ext cx="357908" cy="288687"/>
            </a:xfrm>
            <a:custGeom>
              <a:avLst/>
              <a:gdLst/>
              <a:ahLst/>
              <a:cxnLst/>
              <a:rect l="l" t="t" r="r" b="b"/>
              <a:pathLst>
                <a:path w="13645" h="11006" extrusionOk="0">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65"/>
            <p:cNvSpPr/>
            <p:nvPr/>
          </p:nvSpPr>
          <p:spPr>
            <a:xfrm>
              <a:off x="7984961" y="2013577"/>
              <a:ext cx="244385" cy="288687"/>
            </a:xfrm>
            <a:custGeom>
              <a:avLst/>
              <a:gdLst/>
              <a:ahLst/>
              <a:cxnLst/>
              <a:rect l="l" t="t" r="r" b="b"/>
              <a:pathLst>
                <a:path w="9317" h="11006" extrusionOk="0">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65"/>
            <p:cNvSpPr/>
            <p:nvPr/>
          </p:nvSpPr>
          <p:spPr>
            <a:xfrm>
              <a:off x="8083875" y="2093447"/>
              <a:ext cx="208974" cy="129786"/>
            </a:xfrm>
            <a:custGeom>
              <a:avLst/>
              <a:gdLst/>
              <a:ahLst/>
              <a:cxnLst/>
              <a:rect l="l" t="t" r="r" b="b"/>
              <a:pathLst>
                <a:path w="7967" h="4948" extrusionOk="0">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65"/>
            <p:cNvSpPr/>
            <p:nvPr/>
          </p:nvSpPr>
          <p:spPr>
            <a:xfrm>
              <a:off x="8108505" y="2142707"/>
              <a:ext cx="184292" cy="80552"/>
            </a:xfrm>
            <a:custGeom>
              <a:avLst/>
              <a:gdLst/>
              <a:ahLst/>
              <a:cxnLst/>
              <a:rect l="l" t="t" r="r" b="b"/>
              <a:pathLst>
                <a:path w="7026" h="3071" extrusionOk="0">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65"/>
            <p:cNvSpPr/>
            <p:nvPr/>
          </p:nvSpPr>
          <p:spPr>
            <a:xfrm>
              <a:off x="8032805" y="2087388"/>
              <a:ext cx="36827" cy="42886"/>
            </a:xfrm>
            <a:custGeom>
              <a:avLst/>
              <a:gdLst/>
              <a:ahLst/>
              <a:cxnLst/>
              <a:rect l="l" t="t" r="r" b="b"/>
              <a:pathLst>
                <a:path w="1404" h="1635" extrusionOk="0">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65"/>
            <p:cNvSpPr/>
            <p:nvPr/>
          </p:nvSpPr>
          <p:spPr>
            <a:xfrm>
              <a:off x="8051297" y="2087388"/>
              <a:ext cx="18518" cy="30742"/>
            </a:xfrm>
            <a:custGeom>
              <a:avLst/>
              <a:gdLst/>
              <a:ahLst/>
              <a:cxnLst/>
              <a:rect l="l" t="t" r="r" b="b"/>
              <a:pathLst>
                <a:path w="706" h="1172" extrusionOk="0">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65"/>
            <p:cNvSpPr/>
            <p:nvPr/>
          </p:nvSpPr>
          <p:spPr>
            <a:xfrm>
              <a:off x="8045081" y="2093421"/>
              <a:ext cx="12276" cy="12302"/>
            </a:xfrm>
            <a:custGeom>
              <a:avLst/>
              <a:gdLst/>
              <a:ahLst/>
              <a:cxnLst/>
              <a:rect l="l" t="t" r="r" b="b"/>
              <a:pathLst>
                <a:path w="468" h="469" extrusionOk="0">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1" name="Google Shape;15191;p65"/>
          <p:cNvGrpSpPr/>
          <p:nvPr/>
        </p:nvGrpSpPr>
        <p:grpSpPr>
          <a:xfrm>
            <a:off x="1389645" y="1588390"/>
            <a:ext cx="332964" cy="370158"/>
            <a:chOff x="1416733" y="1512190"/>
            <a:chExt cx="332964" cy="370158"/>
          </a:xfrm>
        </p:grpSpPr>
        <p:sp>
          <p:nvSpPr>
            <p:cNvPr id="15192" name="Google Shape;15192;p65"/>
            <p:cNvSpPr/>
            <p:nvPr/>
          </p:nvSpPr>
          <p:spPr>
            <a:xfrm>
              <a:off x="1416733" y="1637596"/>
              <a:ext cx="106913" cy="144134"/>
            </a:xfrm>
            <a:custGeom>
              <a:avLst/>
              <a:gdLst/>
              <a:ahLst/>
              <a:cxnLst/>
              <a:rect l="l" t="t" r="r" b="b"/>
              <a:pathLst>
                <a:path w="4076" h="5495" extrusionOk="0">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65"/>
            <p:cNvSpPr/>
            <p:nvPr/>
          </p:nvSpPr>
          <p:spPr>
            <a:xfrm>
              <a:off x="1642967" y="1637596"/>
              <a:ext cx="106730" cy="144134"/>
            </a:xfrm>
            <a:custGeom>
              <a:avLst/>
              <a:gdLst/>
              <a:ahLst/>
              <a:cxnLst/>
              <a:rect l="l" t="t" r="r" b="b"/>
              <a:pathLst>
                <a:path w="4069" h="5495" extrusionOk="0">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65"/>
            <p:cNvSpPr/>
            <p:nvPr/>
          </p:nvSpPr>
          <p:spPr>
            <a:xfrm>
              <a:off x="1463685" y="1643472"/>
              <a:ext cx="238877" cy="238877"/>
            </a:xfrm>
            <a:custGeom>
              <a:avLst/>
              <a:gdLst/>
              <a:ahLst/>
              <a:cxnLst/>
              <a:rect l="l" t="t" r="r" b="b"/>
              <a:pathLst>
                <a:path w="9107" h="9107" extrusionOk="0">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65"/>
            <p:cNvSpPr/>
            <p:nvPr/>
          </p:nvSpPr>
          <p:spPr>
            <a:xfrm>
              <a:off x="1506178" y="1643472"/>
              <a:ext cx="154049" cy="47765"/>
            </a:xfrm>
            <a:custGeom>
              <a:avLst/>
              <a:gdLst/>
              <a:ahLst/>
              <a:cxnLst/>
              <a:rect l="l" t="t" r="r" b="b"/>
              <a:pathLst>
                <a:path w="5873" h="1821" extrusionOk="0">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65"/>
            <p:cNvSpPr/>
            <p:nvPr/>
          </p:nvSpPr>
          <p:spPr>
            <a:xfrm>
              <a:off x="1499594" y="1643472"/>
              <a:ext cx="167216" cy="196909"/>
            </a:xfrm>
            <a:custGeom>
              <a:avLst/>
              <a:gdLst/>
              <a:ahLst/>
              <a:cxnLst/>
              <a:rect l="l" t="t" r="r" b="b"/>
              <a:pathLst>
                <a:path w="6375" h="7507" extrusionOk="0">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65"/>
            <p:cNvSpPr/>
            <p:nvPr/>
          </p:nvSpPr>
          <p:spPr>
            <a:xfrm>
              <a:off x="1518637" y="1643472"/>
              <a:ext cx="129157" cy="47765"/>
            </a:xfrm>
            <a:custGeom>
              <a:avLst/>
              <a:gdLst/>
              <a:ahLst/>
              <a:cxnLst/>
              <a:rect l="l" t="t" r="r" b="b"/>
              <a:pathLst>
                <a:path w="4924" h="1821" extrusionOk="0">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65"/>
            <p:cNvSpPr/>
            <p:nvPr/>
          </p:nvSpPr>
          <p:spPr>
            <a:xfrm>
              <a:off x="1493745" y="1858295"/>
              <a:ext cx="71687" cy="23869"/>
            </a:xfrm>
            <a:custGeom>
              <a:avLst/>
              <a:gdLst/>
              <a:ahLst/>
              <a:cxnLst/>
              <a:rect l="l" t="t" r="r" b="b"/>
              <a:pathLst>
                <a:path w="2733" h="910" extrusionOk="0">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65"/>
            <p:cNvSpPr/>
            <p:nvPr/>
          </p:nvSpPr>
          <p:spPr>
            <a:xfrm>
              <a:off x="1493745" y="1858295"/>
              <a:ext cx="47686" cy="23869"/>
            </a:xfrm>
            <a:custGeom>
              <a:avLst/>
              <a:gdLst/>
              <a:ahLst/>
              <a:cxnLst/>
              <a:rect l="l" t="t" r="r" b="b"/>
              <a:pathLst>
                <a:path w="1818" h="910" extrusionOk="0">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65"/>
            <p:cNvSpPr/>
            <p:nvPr/>
          </p:nvSpPr>
          <p:spPr>
            <a:xfrm>
              <a:off x="1601156" y="1858295"/>
              <a:ext cx="71713" cy="23869"/>
            </a:xfrm>
            <a:custGeom>
              <a:avLst/>
              <a:gdLst/>
              <a:ahLst/>
              <a:cxnLst/>
              <a:rect l="l" t="t" r="r" b="b"/>
              <a:pathLst>
                <a:path w="2734" h="910" extrusionOk="0">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65"/>
            <p:cNvSpPr/>
            <p:nvPr/>
          </p:nvSpPr>
          <p:spPr>
            <a:xfrm>
              <a:off x="1601156" y="1858295"/>
              <a:ext cx="47870" cy="23869"/>
            </a:xfrm>
            <a:custGeom>
              <a:avLst/>
              <a:gdLst/>
              <a:ahLst/>
              <a:cxnLst/>
              <a:rect l="l" t="t" r="r" b="b"/>
              <a:pathLst>
                <a:path w="1825" h="910" extrusionOk="0">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65"/>
            <p:cNvSpPr/>
            <p:nvPr/>
          </p:nvSpPr>
          <p:spPr>
            <a:xfrm>
              <a:off x="1499594" y="1512217"/>
              <a:ext cx="167216" cy="167190"/>
            </a:xfrm>
            <a:custGeom>
              <a:avLst/>
              <a:gdLst/>
              <a:ahLst/>
              <a:cxnLst/>
              <a:rect l="l" t="t" r="r" b="b"/>
              <a:pathLst>
                <a:path w="6375" h="6374" extrusionOk="0">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65"/>
            <p:cNvSpPr/>
            <p:nvPr/>
          </p:nvSpPr>
          <p:spPr>
            <a:xfrm>
              <a:off x="1566480" y="1620415"/>
              <a:ext cx="33286" cy="32263"/>
            </a:xfrm>
            <a:custGeom>
              <a:avLst/>
              <a:gdLst/>
              <a:ahLst/>
              <a:cxnLst/>
              <a:rect l="l" t="t" r="r" b="b"/>
              <a:pathLst>
                <a:path w="1269" h="1230" extrusionOk="0">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65"/>
            <p:cNvSpPr/>
            <p:nvPr/>
          </p:nvSpPr>
          <p:spPr>
            <a:xfrm>
              <a:off x="1499253" y="1512190"/>
              <a:ext cx="98913" cy="167190"/>
            </a:xfrm>
            <a:custGeom>
              <a:avLst/>
              <a:gdLst/>
              <a:ahLst/>
              <a:cxnLst/>
              <a:rect l="l" t="t" r="r" b="b"/>
              <a:pathLst>
                <a:path w="3771" h="6374" extrusionOk="0">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65"/>
            <p:cNvSpPr/>
            <p:nvPr/>
          </p:nvSpPr>
          <p:spPr>
            <a:xfrm>
              <a:off x="1499594" y="1512217"/>
              <a:ext cx="167216" cy="86638"/>
            </a:xfrm>
            <a:custGeom>
              <a:avLst/>
              <a:gdLst/>
              <a:ahLst/>
              <a:cxnLst/>
              <a:rect l="l" t="t" r="r" b="b"/>
              <a:pathLst>
                <a:path w="6375" h="3303" extrusionOk="0">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65"/>
            <p:cNvSpPr/>
            <p:nvPr/>
          </p:nvSpPr>
          <p:spPr>
            <a:xfrm>
              <a:off x="1499594" y="1512217"/>
              <a:ext cx="98572" cy="86638"/>
            </a:xfrm>
            <a:custGeom>
              <a:avLst/>
              <a:gdLst/>
              <a:ahLst/>
              <a:cxnLst/>
              <a:rect l="l" t="t" r="r" b="b"/>
              <a:pathLst>
                <a:path w="3758" h="3303" extrusionOk="0">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65"/>
            <p:cNvSpPr/>
            <p:nvPr/>
          </p:nvSpPr>
          <p:spPr>
            <a:xfrm>
              <a:off x="1535529" y="1583877"/>
              <a:ext cx="23869" cy="29745"/>
            </a:xfrm>
            <a:custGeom>
              <a:avLst/>
              <a:gdLst/>
              <a:ahLst/>
              <a:cxnLst/>
              <a:rect l="l" t="t" r="r" b="b"/>
              <a:pathLst>
                <a:path w="910" h="1134" extrusionOk="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65"/>
            <p:cNvSpPr/>
            <p:nvPr/>
          </p:nvSpPr>
          <p:spPr>
            <a:xfrm>
              <a:off x="1541404" y="1589753"/>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65"/>
            <p:cNvSpPr/>
            <p:nvPr/>
          </p:nvSpPr>
          <p:spPr>
            <a:xfrm>
              <a:off x="1607032" y="1583877"/>
              <a:ext cx="23843" cy="29719"/>
            </a:xfrm>
            <a:custGeom>
              <a:avLst/>
              <a:gdLst/>
              <a:ahLst/>
              <a:cxnLst/>
              <a:rect l="l" t="t" r="r" b="b"/>
              <a:pathLst>
                <a:path w="909" h="1133" extrusionOk="0">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65"/>
            <p:cNvSpPr/>
            <p:nvPr/>
          </p:nvSpPr>
          <p:spPr>
            <a:xfrm>
              <a:off x="1613065" y="1589753"/>
              <a:ext cx="11961" cy="11935"/>
            </a:xfrm>
            <a:custGeom>
              <a:avLst/>
              <a:gdLst/>
              <a:ahLst/>
              <a:cxnLst/>
              <a:rect l="l" t="t" r="r" b="b"/>
              <a:pathLst>
                <a:path w="456" h="455" extrusionOk="0">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1" name="Google Shape;15211;p65"/>
          <p:cNvGrpSpPr/>
          <p:nvPr/>
        </p:nvGrpSpPr>
        <p:grpSpPr>
          <a:xfrm>
            <a:off x="5219278" y="2982305"/>
            <a:ext cx="342852" cy="370079"/>
            <a:chOff x="5246366" y="2906105"/>
            <a:chExt cx="342852" cy="370079"/>
          </a:xfrm>
        </p:grpSpPr>
        <p:sp>
          <p:nvSpPr>
            <p:cNvPr id="15212" name="Google Shape;15212;p65"/>
            <p:cNvSpPr/>
            <p:nvPr/>
          </p:nvSpPr>
          <p:spPr>
            <a:xfrm>
              <a:off x="5410172" y="3089033"/>
              <a:ext cx="179046" cy="163701"/>
            </a:xfrm>
            <a:custGeom>
              <a:avLst/>
              <a:gdLst/>
              <a:ahLst/>
              <a:cxnLst/>
              <a:rect l="l" t="t" r="r" b="b"/>
              <a:pathLst>
                <a:path w="6826" h="6241" extrusionOk="0">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65"/>
            <p:cNvSpPr/>
            <p:nvPr/>
          </p:nvSpPr>
          <p:spPr>
            <a:xfrm>
              <a:off x="5405687" y="3137611"/>
              <a:ext cx="24210" cy="138573"/>
            </a:xfrm>
            <a:custGeom>
              <a:avLst/>
              <a:gdLst/>
              <a:ahLst/>
              <a:cxnLst/>
              <a:rect l="l" t="t" r="r" b="b"/>
              <a:pathLst>
                <a:path w="923" h="5283" extrusionOk="0">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65"/>
            <p:cNvSpPr/>
            <p:nvPr/>
          </p:nvSpPr>
          <p:spPr>
            <a:xfrm>
              <a:off x="5381660" y="2906105"/>
              <a:ext cx="72237" cy="87110"/>
            </a:xfrm>
            <a:custGeom>
              <a:avLst/>
              <a:gdLst/>
              <a:ahLst/>
              <a:cxnLst/>
              <a:rect l="l" t="t" r="r" b="b"/>
              <a:pathLst>
                <a:path w="2754" h="3321" extrusionOk="0">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65"/>
            <p:cNvSpPr/>
            <p:nvPr/>
          </p:nvSpPr>
          <p:spPr>
            <a:xfrm>
              <a:off x="5343076" y="2934093"/>
              <a:ext cx="168108" cy="215820"/>
            </a:xfrm>
            <a:custGeom>
              <a:avLst/>
              <a:gdLst/>
              <a:ahLst/>
              <a:cxnLst/>
              <a:rect l="l" t="t" r="r" b="b"/>
              <a:pathLst>
                <a:path w="6409" h="8228" extrusionOk="0">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65"/>
            <p:cNvSpPr/>
            <p:nvPr/>
          </p:nvSpPr>
          <p:spPr>
            <a:xfrm>
              <a:off x="5324584" y="2934093"/>
              <a:ext cx="168108" cy="215820"/>
            </a:xfrm>
            <a:custGeom>
              <a:avLst/>
              <a:gdLst/>
              <a:ahLst/>
              <a:cxnLst/>
              <a:rect l="l" t="t" r="r" b="b"/>
              <a:pathLst>
                <a:path w="6409" h="8228" extrusionOk="0">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65"/>
            <p:cNvSpPr/>
            <p:nvPr/>
          </p:nvSpPr>
          <p:spPr>
            <a:xfrm>
              <a:off x="5246366" y="3089033"/>
              <a:ext cx="179046" cy="163701"/>
            </a:xfrm>
            <a:custGeom>
              <a:avLst/>
              <a:gdLst/>
              <a:ahLst/>
              <a:cxnLst/>
              <a:rect l="l" t="t" r="r" b="b"/>
              <a:pathLst>
                <a:path w="6826" h="6241" extrusionOk="0">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8" name="Google Shape;15218;p65"/>
          <p:cNvGrpSpPr/>
          <p:nvPr/>
        </p:nvGrpSpPr>
        <p:grpSpPr>
          <a:xfrm>
            <a:off x="822579" y="2511083"/>
            <a:ext cx="371259" cy="366249"/>
            <a:chOff x="849667" y="2434883"/>
            <a:chExt cx="371259" cy="366249"/>
          </a:xfrm>
        </p:grpSpPr>
        <p:sp>
          <p:nvSpPr>
            <p:cNvPr id="15219" name="Google Shape;15219;p65"/>
            <p:cNvSpPr/>
            <p:nvPr/>
          </p:nvSpPr>
          <p:spPr>
            <a:xfrm>
              <a:off x="956607" y="2434883"/>
              <a:ext cx="258628" cy="145367"/>
            </a:xfrm>
            <a:custGeom>
              <a:avLst/>
              <a:gdLst/>
              <a:ahLst/>
              <a:cxnLst/>
              <a:rect l="l" t="t" r="r" b="b"/>
              <a:pathLst>
                <a:path w="9860" h="5542" extrusionOk="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65"/>
            <p:cNvSpPr/>
            <p:nvPr/>
          </p:nvSpPr>
          <p:spPr>
            <a:xfrm>
              <a:off x="1078078" y="2454661"/>
              <a:ext cx="393" cy="210"/>
            </a:xfrm>
            <a:custGeom>
              <a:avLst/>
              <a:gdLst/>
              <a:ahLst/>
              <a:cxnLst/>
              <a:rect l="l" t="t" r="r" b="b"/>
              <a:pathLst>
                <a:path w="15" h="8" extrusionOk="0">
                  <a:moveTo>
                    <a:pt x="1" y="7"/>
                  </a:moveTo>
                  <a:lnTo>
                    <a:pt x="14" y="0"/>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65"/>
            <p:cNvSpPr/>
            <p:nvPr/>
          </p:nvSpPr>
          <p:spPr>
            <a:xfrm>
              <a:off x="956790" y="2434883"/>
              <a:ext cx="121314" cy="145183"/>
            </a:xfrm>
            <a:custGeom>
              <a:avLst/>
              <a:gdLst/>
              <a:ahLst/>
              <a:cxnLst/>
              <a:rect l="l" t="t" r="r" b="b"/>
              <a:pathLst>
                <a:path w="4625" h="5535" extrusionOk="0">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65"/>
            <p:cNvSpPr/>
            <p:nvPr/>
          </p:nvSpPr>
          <p:spPr>
            <a:xfrm>
              <a:off x="869287" y="2681944"/>
              <a:ext cx="100854" cy="95372"/>
            </a:xfrm>
            <a:custGeom>
              <a:avLst/>
              <a:gdLst/>
              <a:ahLst/>
              <a:cxnLst/>
              <a:rect l="l" t="t" r="r" b="b"/>
              <a:pathLst>
                <a:path w="3845" h="3636" extrusionOk="0">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65"/>
            <p:cNvSpPr/>
            <p:nvPr/>
          </p:nvSpPr>
          <p:spPr>
            <a:xfrm>
              <a:off x="880828" y="2681944"/>
              <a:ext cx="89313" cy="95372"/>
            </a:xfrm>
            <a:custGeom>
              <a:avLst/>
              <a:gdLst/>
              <a:ahLst/>
              <a:cxnLst/>
              <a:rect l="l" t="t" r="r" b="b"/>
              <a:pathLst>
                <a:path w="3405" h="3636" extrusionOk="0">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65"/>
            <p:cNvSpPr/>
            <p:nvPr/>
          </p:nvSpPr>
          <p:spPr>
            <a:xfrm>
              <a:off x="946456" y="2490674"/>
              <a:ext cx="274471" cy="310458"/>
            </a:xfrm>
            <a:custGeom>
              <a:avLst/>
              <a:gdLst/>
              <a:ahLst/>
              <a:cxnLst/>
              <a:rect l="l" t="t" r="r" b="b"/>
              <a:pathLst>
                <a:path w="10464" h="11836" extrusionOk="0">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65"/>
            <p:cNvSpPr/>
            <p:nvPr/>
          </p:nvSpPr>
          <p:spPr>
            <a:xfrm>
              <a:off x="946456" y="2490753"/>
              <a:ext cx="172908" cy="310380"/>
            </a:xfrm>
            <a:custGeom>
              <a:avLst/>
              <a:gdLst/>
              <a:ahLst/>
              <a:cxnLst/>
              <a:rect l="l" t="t" r="r" b="b"/>
              <a:pathLst>
                <a:path w="6592" h="11833" extrusionOk="0">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65"/>
            <p:cNvSpPr/>
            <p:nvPr/>
          </p:nvSpPr>
          <p:spPr>
            <a:xfrm>
              <a:off x="850952" y="2598506"/>
              <a:ext cx="156200" cy="100592"/>
            </a:xfrm>
            <a:custGeom>
              <a:avLst/>
              <a:gdLst/>
              <a:ahLst/>
              <a:cxnLst/>
              <a:rect l="l" t="t" r="r" b="b"/>
              <a:pathLst>
                <a:path w="5955" h="3835" extrusionOk="0">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65"/>
            <p:cNvSpPr/>
            <p:nvPr/>
          </p:nvSpPr>
          <p:spPr>
            <a:xfrm>
              <a:off x="855936" y="2664160"/>
              <a:ext cx="131281" cy="34938"/>
            </a:xfrm>
            <a:custGeom>
              <a:avLst/>
              <a:gdLst/>
              <a:ahLst/>
              <a:cxnLst/>
              <a:rect l="l" t="t" r="r" b="b"/>
              <a:pathLst>
                <a:path w="5005" h="1332" extrusionOk="0">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65"/>
            <p:cNvSpPr/>
            <p:nvPr/>
          </p:nvSpPr>
          <p:spPr>
            <a:xfrm>
              <a:off x="1011926" y="2574164"/>
              <a:ext cx="41811" cy="53745"/>
            </a:xfrm>
            <a:custGeom>
              <a:avLst/>
              <a:gdLst/>
              <a:ahLst/>
              <a:cxnLst/>
              <a:rect l="l" t="t" r="r" b="b"/>
              <a:pathLst>
                <a:path w="1594" h="2049" extrusionOk="0">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65"/>
            <p:cNvSpPr/>
            <p:nvPr/>
          </p:nvSpPr>
          <p:spPr>
            <a:xfrm>
              <a:off x="1029893" y="2574164"/>
              <a:ext cx="23843" cy="41837"/>
            </a:xfrm>
            <a:custGeom>
              <a:avLst/>
              <a:gdLst/>
              <a:ahLst/>
              <a:cxnLst/>
              <a:rect l="l" t="t" r="r" b="b"/>
              <a:pathLst>
                <a:path w="909" h="1595" extrusionOk="0">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65"/>
            <p:cNvSpPr/>
            <p:nvPr/>
          </p:nvSpPr>
          <p:spPr>
            <a:xfrm>
              <a:off x="1023834" y="2580224"/>
              <a:ext cx="17994" cy="17994"/>
            </a:xfrm>
            <a:custGeom>
              <a:avLst/>
              <a:gdLst/>
              <a:ahLst/>
              <a:cxnLst/>
              <a:rect l="l" t="t" r="r" b="b"/>
              <a:pathLst>
                <a:path w="686" h="686" extrusionOk="0">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65"/>
            <p:cNvSpPr/>
            <p:nvPr/>
          </p:nvSpPr>
          <p:spPr>
            <a:xfrm>
              <a:off x="849667" y="2658127"/>
              <a:ext cx="121733" cy="30138"/>
            </a:xfrm>
            <a:custGeom>
              <a:avLst/>
              <a:gdLst/>
              <a:ahLst/>
              <a:cxnLst/>
              <a:rect l="l" t="t" r="r" b="b"/>
              <a:pathLst>
                <a:path w="4641" h="1149" extrusionOk="0">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2" name="Google Shape;15232;p65"/>
          <p:cNvGrpSpPr/>
          <p:nvPr/>
        </p:nvGrpSpPr>
        <p:grpSpPr>
          <a:xfrm>
            <a:off x="4389938" y="3441566"/>
            <a:ext cx="332728" cy="370053"/>
            <a:chOff x="4417026" y="3365366"/>
            <a:chExt cx="332728" cy="370053"/>
          </a:xfrm>
        </p:grpSpPr>
        <p:sp>
          <p:nvSpPr>
            <p:cNvPr id="15233" name="Google Shape;15233;p65"/>
            <p:cNvSpPr/>
            <p:nvPr/>
          </p:nvSpPr>
          <p:spPr>
            <a:xfrm>
              <a:off x="4486352" y="3547402"/>
              <a:ext cx="194050" cy="188017"/>
            </a:xfrm>
            <a:custGeom>
              <a:avLst/>
              <a:gdLst/>
              <a:ahLst/>
              <a:cxnLst/>
              <a:rect l="l" t="t" r="r" b="b"/>
              <a:pathLst>
                <a:path w="7398" h="7168" extrusionOk="0">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65"/>
            <p:cNvSpPr/>
            <p:nvPr/>
          </p:nvSpPr>
          <p:spPr>
            <a:xfrm>
              <a:off x="4572071" y="3656598"/>
              <a:ext cx="22610" cy="30269"/>
            </a:xfrm>
            <a:custGeom>
              <a:avLst/>
              <a:gdLst/>
              <a:ahLst/>
              <a:cxnLst/>
              <a:rect l="l" t="t" r="r" b="b"/>
              <a:pathLst>
                <a:path w="862" h="1154" extrusionOk="0">
                  <a:moveTo>
                    <a:pt x="170" y="0"/>
                  </a:moveTo>
                  <a:lnTo>
                    <a:pt x="0" y="1153"/>
                  </a:lnTo>
                  <a:lnTo>
                    <a:pt x="862" y="1153"/>
                  </a:lnTo>
                  <a:lnTo>
                    <a:pt x="699"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65"/>
            <p:cNvSpPr/>
            <p:nvPr/>
          </p:nvSpPr>
          <p:spPr>
            <a:xfrm>
              <a:off x="4583271" y="3619482"/>
              <a:ext cx="147465" cy="43175"/>
            </a:xfrm>
            <a:custGeom>
              <a:avLst/>
              <a:gdLst/>
              <a:ahLst/>
              <a:cxnLst/>
              <a:rect l="l" t="t" r="r" b="b"/>
              <a:pathLst>
                <a:path w="5622" h="1646" extrusionOk="0">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65"/>
            <p:cNvSpPr/>
            <p:nvPr/>
          </p:nvSpPr>
          <p:spPr>
            <a:xfrm>
              <a:off x="4583271" y="3555455"/>
              <a:ext cx="166482" cy="95110"/>
            </a:xfrm>
            <a:custGeom>
              <a:avLst/>
              <a:gdLst/>
              <a:ahLst/>
              <a:cxnLst/>
              <a:rect l="l" t="t" r="r" b="b"/>
              <a:pathLst>
                <a:path w="6347" h="3626" extrusionOk="0">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65"/>
            <p:cNvSpPr/>
            <p:nvPr/>
          </p:nvSpPr>
          <p:spPr>
            <a:xfrm>
              <a:off x="4436016" y="3619482"/>
              <a:ext cx="147465" cy="43175"/>
            </a:xfrm>
            <a:custGeom>
              <a:avLst/>
              <a:gdLst/>
              <a:ahLst/>
              <a:cxnLst/>
              <a:rect l="l" t="t" r="r" b="b"/>
              <a:pathLst>
                <a:path w="5622" h="1646" extrusionOk="0">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65"/>
            <p:cNvSpPr/>
            <p:nvPr/>
          </p:nvSpPr>
          <p:spPr>
            <a:xfrm>
              <a:off x="4430928" y="3444082"/>
              <a:ext cx="46191" cy="45535"/>
            </a:xfrm>
            <a:custGeom>
              <a:avLst/>
              <a:gdLst/>
              <a:ahLst/>
              <a:cxnLst/>
              <a:rect l="l" t="t" r="r" b="b"/>
              <a:pathLst>
                <a:path w="1761" h="1736" extrusionOk="0">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65"/>
            <p:cNvSpPr/>
            <p:nvPr/>
          </p:nvSpPr>
          <p:spPr>
            <a:xfrm>
              <a:off x="4464135" y="3435899"/>
              <a:ext cx="92487" cy="118874"/>
            </a:xfrm>
            <a:custGeom>
              <a:avLst/>
              <a:gdLst/>
              <a:ahLst/>
              <a:cxnLst/>
              <a:rect l="l" t="t" r="r" b="b"/>
              <a:pathLst>
                <a:path w="3526" h="4532" extrusionOk="0">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65"/>
            <p:cNvSpPr/>
            <p:nvPr/>
          </p:nvSpPr>
          <p:spPr>
            <a:xfrm>
              <a:off x="4422481" y="3476791"/>
              <a:ext cx="121681" cy="88867"/>
            </a:xfrm>
            <a:custGeom>
              <a:avLst/>
              <a:gdLst/>
              <a:ahLst/>
              <a:cxnLst/>
              <a:rect l="l" t="t" r="r" b="b"/>
              <a:pathLst>
                <a:path w="4639" h="3388" extrusionOk="0">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65"/>
            <p:cNvSpPr/>
            <p:nvPr/>
          </p:nvSpPr>
          <p:spPr>
            <a:xfrm>
              <a:off x="4689818" y="3444082"/>
              <a:ext cx="46007" cy="45535"/>
            </a:xfrm>
            <a:custGeom>
              <a:avLst/>
              <a:gdLst/>
              <a:ahLst/>
              <a:cxnLst/>
              <a:rect l="l" t="t" r="r" b="b"/>
              <a:pathLst>
                <a:path w="1754" h="1736" extrusionOk="0">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65"/>
            <p:cNvSpPr/>
            <p:nvPr/>
          </p:nvSpPr>
          <p:spPr>
            <a:xfrm>
              <a:off x="4610131" y="3435899"/>
              <a:ext cx="92487" cy="118874"/>
            </a:xfrm>
            <a:custGeom>
              <a:avLst/>
              <a:gdLst/>
              <a:ahLst/>
              <a:cxnLst/>
              <a:rect l="l" t="t" r="r" b="b"/>
              <a:pathLst>
                <a:path w="3526" h="4532" extrusionOk="0">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65"/>
            <p:cNvSpPr/>
            <p:nvPr/>
          </p:nvSpPr>
          <p:spPr>
            <a:xfrm>
              <a:off x="4622590" y="3476791"/>
              <a:ext cx="121681" cy="88867"/>
            </a:xfrm>
            <a:custGeom>
              <a:avLst/>
              <a:gdLst/>
              <a:ahLst/>
              <a:cxnLst/>
              <a:rect l="l" t="t" r="r" b="b"/>
              <a:pathLst>
                <a:path w="4639" h="3388" extrusionOk="0">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65"/>
            <p:cNvSpPr/>
            <p:nvPr/>
          </p:nvSpPr>
          <p:spPr>
            <a:xfrm>
              <a:off x="4560687" y="3365366"/>
              <a:ext cx="45378" cy="62532"/>
            </a:xfrm>
            <a:custGeom>
              <a:avLst/>
              <a:gdLst/>
              <a:ahLst/>
              <a:cxnLst/>
              <a:rect l="l" t="t" r="r" b="b"/>
              <a:pathLst>
                <a:path w="1730" h="2384" extrusionOk="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65"/>
            <p:cNvSpPr/>
            <p:nvPr/>
          </p:nvSpPr>
          <p:spPr>
            <a:xfrm>
              <a:off x="4551271" y="3382730"/>
              <a:ext cx="86638" cy="128343"/>
            </a:xfrm>
            <a:custGeom>
              <a:avLst/>
              <a:gdLst/>
              <a:ahLst/>
              <a:cxnLst/>
              <a:rect l="l" t="t" r="r" b="b"/>
              <a:pathLst>
                <a:path w="3303" h="4893" extrusionOk="0">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65"/>
            <p:cNvSpPr/>
            <p:nvPr/>
          </p:nvSpPr>
          <p:spPr>
            <a:xfrm>
              <a:off x="4528844" y="3382730"/>
              <a:ext cx="86638" cy="128343"/>
            </a:xfrm>
            <a:custGeom>
              <a:avLst/>
              <a:gdLst/>
              <a:ahLst/>
              <a:cxnLst/>
              <a:rect l="l" t="t" r="r" b="b"/>
              <a:pathLst>
                <a:path w="3303" h="4893" extrusionOk="0">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65"/>
            <p:cNvSpPr/>
            <p:nvPr/>
          </p:nvSpPr>
          <p:spPr>
            <a:xfrm>
              <a:off x="4417026" y="3555455"/>
              <a:ext cx="166456" cy="95110"/>
            </a:xfrm>
            <a:custGeom>
              <a:avLst/>
              <a:gdLst/>
              <a:ahLst/>
              <a:cxnLst/>
              <a:rect l="l" t="t" r="r" b="b"/>
              <a:pathLst>
                <a:path w="6346" h="3626" extrusionOk="0">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65"/>
            <p:cNvSpPr/>
            <p:nvPr/>
          </p:nvSpPr>
          <p:spPr>
            <a:xfrm>
              <a:off x="4560687" y="3478968"/>
              <a:ext cx="45378" cy="62401"/>
            </a:xfrm>
            <a:custGeom>
              <a:avLst/>
              <a:gdLst/>
              <a:ahLst/>
              <a:cxnLst/>
              <a:rect l="l" t="t" r="r" b="b"/>
              <a:pathLst>
                <a:path w="1730" h="2379" extrusionOk="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65"/>
            <p:cNvSpPr/>
            <p:nvPr/>
          </p:nvSpPr>
          <p:spPr>
            <a:xfrm>
              <a:off x="4551271" y="3496306"/>
              <a:ext cx="86638" cy="128422"/>
            </a:xfrm>
            <a:custGeom>
              <a:avLst/>
              <a:gdLst/>
              <a:ahLst/>
              <a:cxnLst/>
              <a:rect l="l" t="t" r="r" b="b"/>
              <a:pathLst>
                <a:path w="3303" h="4896" extrusionOk="0">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65"/>
            <p:cNvSpPr/>
            <p:nvPr/>
          </p:nvSpPr>
          <p:spPr>
            <a:xfrm>
              <a:off x="4528844" y="3496306"/>
              <a:ext cx="86638" cy="128422"/>
            </a:xfrm>
            <a:custGeom>
              <a:avLst/>
              <a:gdLst/>
              <a:ahLst/>
              <a:cxnLst/>
              <a:rect l="l" t="t" r="r" b="b"/>
              <a:pathLst>
                <a:path w="3303" h="4896" extrusionOk="0">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1" name="Google Shape;15251;p65"/>
          <p:cNvGrpSpPr/>
          <p:nvPr/>
        </p:nvGrpSpPr>
        <p:grpSpPr>
          <a:xfrm>
            <a:off x="2469980" y="2056386"/>
            <a:ext cx="363994" cy="370105"/>
            <a:chOff x="2497068" y="1980186"/>
            <a:chExt cx="363994" cy="370105"/>
          </a:xfrm>
        </p:grpSpPr>
        <p:sp>
          <p:nvSpPr>
            <p:cNvPr id="15252" name="Google Shape;15252;p65"/>
            <p:cNvSpPr/>
            <p:nvPr/>
          </p:nvSpPr>
          <p:spPr>
            <a:xfrm>
              <a:off x="2702974" y="1980186"/>
              <a:ext cx="131832" cy="172488"/>
            </a:xfrm>
            <a:custGeom>
              <a:avLst/>
              <a:gdLst/>
              <a:ahLst/>
              <a:cxnLst/>
              <a:rect l="l" t="t" r="r" b="b"/>
              <a:pathLst>
                <a:path w="5026" h="6576" extrusionOk="0">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65"/>
            <p:cNvSpPr/>
            <p:nvPr/>
          </p:nvSpPr>
          <p:spPr>
            <a:xfrm>
              <a:off x="2742634" y="2020292"/>
              <a:ext cx="80238" cy="125274"/>
            </a:xfrm>
            <a:custGeom>
              <a:avLst/>
              <a:gdLst/>
              <a:ahLst/>
              <a:cxnLst/>
              <a:rect l="l" t="t" r="r" b="b"/>
              <a:pathLst>
                <a:path w="3059" h="4776" extrusionOk="0">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65"/>
            <p:cNvSpPr/>
            <p:nvPr/>
          </p:nvSpPr>
          <p:spPr>
            <a:xfrm>
              <a:off x="2523351" y="1980186"/>
              <a:ext cx="131806" cy="172488"/>
            </a:xfrm>
            <a:custGeom>
              <a:avLst/>
              <a:gdLst/>
              <a:ahLst/>
              <a:cxnLst/>
              <a:rect l="l" t="t" r="r" b="b"/>
              <a:pathLst>
                <a:path w="5025" h="6576" extrusionOk="0">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65"/>
            <p:cNvSpPr/>
            <p:nvPr/>
          </p:nvSpPr>
          <p:spPr>
            <a:xfrm>
              <a:off x="2535443" y="2020292"/>
              <a:ext cx="80238" cy="125274"/>
            </a:xfrm>
            <a:custGeom>
              <a:avLst/>
              <a:gdLst/>
              <a:ahLst/>
              <a:cxnLst/>
              <a:rect l="l" t="t" r="r" b="b"/>
              <a:pathLst>
                <a:path w="3059" h="4776" extrusionOk="0">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65"/>
            <p:cNvSpPr/>
            <p:nvPr/>
          </p:nvSpPr>
          <p:spPr>
            <a:xfrm>
              <a:off x="2511416" y="2032961"/>
              <a:ext cx="335298" cy="317331"/>
            </a:xfrm>
            <a:custGeom>
              <a:avLst/>
              <a:gdLst/>
              <a:ahLst/>
              <a:cxnLst/>
              <a:rect l="l" t="t" r="r" b="b"/>
              <a:pathLst>
                <a:path w="12783" h="12098" extrusionOk="0">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65"/>
            <p:cNvSpPr/>
            <p:nvPr/>
          </p:nvSpPr>
          <p:spPr>
            <a:xfrm>
              <a:off x="2655130" y="2278395"/>
              <a:ext cx="47870" cy="47870"/>
            </a:xfrm>
            <a:custGeom>
              <a:avLst/>
              <a:gdLst/>
              <a:ahLst/>
              <a:cxnLst/>
              <a:rect l="l" t="t" r="r" b="b"/>
              <a:pathLst>
                <a:path w="1825" h="1825" extrusionOk="0">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65"/>
            <p:cNvSpPr/>
            <p:nvPr/>
          </p:nvSpPr>
          <p:spPr>
            <a:xfrm>
              <a:off x="2656914" y="2228610"/>
              <a:ext cx="44302" cy="30112"/>
            </a:xfrm>
            <a:custGeom>
              <a:avLst/>
              <a:gdLst/>
              <a:ahLst/>
              <a:cxnLst/>
              <a:rect l="l" t="t" r="r" b="b"/>
              <a:pathLst>
                <a:path w="1689" h="1148" extrusionOk="0">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65"/>
            <p:cNvSpPr/>
            <p:nvPr/>
          </p:nvSpPr>
          <p:spPr>
            <a:xfrm>
              <a:off x="2737204" y="2253555"/>
              <a:ext cx="111792" cy="42834"/>
            </a:xfrm>
            <a:custGeom>
              <a:avLst/>
              <a:gdLst/>
              <a:ahLst/>
              <a:cxnLst/>
              <a:rect l="l" t="t" r="r" b="b"/>
              <a:pathLst>
                <a:path w="4262" h="1633" extrusionOk="0">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65"/>
            <p:cNvSpPr/>
            <p:nvPr/>
          </p:nvSpPr>
          <p:spPr>
            <a:xfrm>
              <a:off x="2747670" y="2234879"/>
              <a:ext cx="113392" cy="19541"/>
            </a:xfrm>
            <a:custGeom>
              <a:avLst/>
              <a:gdLst/>
              <a:ahLst/>
              <a:cxnLst/>
              <a:rect l="l" t="t" r="r" b="b"/>
              <a:pathLst>
                <a:path w="4323" h="745" extrusionOk="0">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65"/>
            <p:cNvSpPr/>
            <p:nvPr/>
          </p:nvSpPr>
          <p:spPr>
            <a:xfrm>
              <a:off x="2511416" y="2035086"/>
              <a:ext cx="236595" cy="315206"/>
            </a:xfrm>
            <a:custGeom>
              <a:avLst/>
              <a:gdLst/>
              <a:ahLst/>
              <a:cxnLst/>
              <a:rect l="l" t="t" r="r" b="b"/>
              <a:pathLst>
                <a:path w="9020" h="12017" extrusionOk="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65"/>
            <p:cNvSpPr/>
            <p:nvPr/>
          </p:nvSpPr>
          <p:spPr>
            <a:xfrm>
              <a:off x="2508924" y="2253713"/>
              <a:ext cx="111950" cy="42676"/>
            </a:xfrm>
            <a:custGeom>
              <a:avLst/>
              <a:gdLst/>
              <a:ahLst/>
              <a:cxnLst/>
              <a:rect l="l" t="t" r="r" b="b"/>
              <a:pathLst>
                <a:path w="4268" h="1627" extrusionOk="0">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65"/>
            <p:cNvSpPr/>
            <p:nvPr/>
          </p:nvSpPr>
          <p:spPr>
            <a:xfrm>
              <a:off x="2497068" y="2234801"/>
              <a:ext cx="113392" cy="19620"/>
            </a:xfrm>
            <a:custGeom>
              <a:avLst/>
              <a:gdLst/>
              <a:ahLst/>
              <a:cxnLst/>
              <a:rect l="l" t="t" r="r" b="b"/>
              <a:pathLst>
                <a:path w="4323" h="748" extrusionOk="0">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65"/>
            <p:cNvSpPr/>
            <p:nvPr/>
          </p:nvSpPr>
          <p:spPr>
            <a:xfrm>
              <a:off x="2589319" y="2158524"/>
              <a:ext cx="41837" cy="54086"/>
            </a:xfrm>
            <a:custGeom>
              <a:avLst/>
              <a:gdLst/>
              <a:ahLst/>
              <a:cxnLst/>
              <a:rect l="l" t="t" r="r" b="b"/>
              <a:pathLst>
                <a:path w="1595" h="2062" extrusionOk="0">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5" name="Google Shape;15265;p65"/>
            <p:cNvSpPr/>
            <p:nvPr/>
          </p:nvSpPr>
          <p:spPr>
            <a:xfrm>
              <a:off x="2606946" y="2158708"/>
              <a:ext cx="24551" cy="42361"/>
            </a:xfrm>
            <a:custGeom>
              <a:avLst/>
              <a:gdLst/>
              <a:ahLst/>
              <a:cxnLst/>
              <a:rect l="l" t="t" r="r" b="b"/>
              <a:pathLst>
                <a:path w="936" h="1615" extrusionOk="0">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65"/>
            <p:cNvSpPr/>
            <p:nvPr/>
          </p:nvSpPr>
          <p:spPr>
            <a:xfrm>
              <a:off x="2601254" y="2164583"/>
              <a:ext cx="17968" cy="17968"/>
            </a:xfrm>
            <a:custGeom>
              <a:avLst/>
              <a:gdLst/>
              <a:ahLst/>
              <a:cxnLst/>
              <a:rect l="l" t="t" r="r" b="b"/>
              <a:pathLst>
                <a:path w="685" h="685" extrusionOk="0">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65"/>
            <p:cNvSpPr/>
            <p:nvPr/>
          </p:nvSpPr>
          <p:spPr>
            <a:xfrm>
              <a:off x="2727000" y="2158524"/>
              <a:ext cx="41994" cy="54086"/>
            </a:xfrm>
            <a:custGeom>
              <a:avLst/>
              <a:gdLst/>
              <a:ahLst/>
              <a:cxnLst/>
              <a:rect l="l" t="t" r="r" b="b"/>
              <a:pathLst>
                <a:path w="1601" h="2062" extrusionOk="0">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65"/>
            <p:cNvSpPr/>
            <p:nvPr/>
          </p:nvSpPr>
          <p:spPr>
            <a:xfrm>
              <a:off x="2744601" y="2158708"/>
              <a:ext cx="24578" cy="42361"/>
            </a:xfrm>
            <a:custGeom>
              <a:avLst/>
              <a:gdLst/>
              <a:ahLst/>
              <a:cxnLst/>
              <a:rect l="l" t="t" r="r" b="b"/>
              <a:pathLst>
                <a:path w="937" h="1615" extrusionOk="0">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65"/>
            <p:cNvSpPr/>
            <p:nvPr/>
          </p:nvSpPr>
          <p:spPr>
            <a:xfrm>
              <a:off x="2738909" y="2164583"/>
              <a:ext cx="17994" cy="17968"/>
            </a:xfrm>
            <a:custGeom>
              <a:avLst/>
              <a:gdLst/>
              <a:ahLst/>
              <a:cxnLst/>
              <a:rect l="l" t="t" r="r" b="b"/>
              <a:pathLst>
                <a:path w="686" h="685" extrusionOk="0">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65"/>
            <p:cNvSpPr/>
            <p:nvPr/>
          </p:nvSpPr>
          <p:spPr>
            <a:xfrm>
              <a:off x="2656914" y="2228768"/>
              <a:ext cx="26886" cy="29981"/>
            </a:xfrm>
            <a:custGeom>
              <a:avLst/>
              <a:gdLst/>
              <a:ahLst/>
              <a:cxnLst/>
              <a:rect l="l" t="t" r="r" b="b"/>
              <a:pathLst>
                <a:path w="1025" h="1143" extrusionOk="0">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65"/>
            <p:cNvSpPr/>
            <p:nvPr/>
          </p:nvSpPr>
          <p:spPr>
            <a:xfrm>
              <a:off x="2655130" y="2278395"/>
              <a:ext cx="47870" cy="35909"/>
            </a:xfrm>
            <a:custGeom>
              <a:avLst/>
              <a:gdLst/>
              <a:ahLst/>
              <a:cxnLst/>
              <a:rect l="l" t="t" r="r" b="b"/>
              <a:pathLst>
                <a:path w="1825" h="1369" extrusionOk="0">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65"/>
            <p:cNvSpPr/>
            <p:nvPr/>
          </p:nvSpPr>
          <p:spPr>
            <a:xfrm>
              <a:off x="2616572" y="2275142"/>
              <a:ext cx="124986" cy="21246"/>
            </a:xfrm>
            <a:custGeom>
              <a:avLst/>
              <a:gdLst/>
              <a:ahLst/>
              <a:cxnLst/>
              <a:rect l="l" t="t" r="r" b="b"/>
              <a:pathLst>
                <a:path w="4765" h="810" extrusionOk="0">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3" name="Google Shape;15273;p65"/>
          <p:cNvGrpSpPr/>
          <p:nvPr/>
        </p:nvGrpSpPr>
        <p:grpSpPr>
          <a:xfrm>
            <a:off x="5793190" y="2982358"/>
            <a:ext cx="294904" cy="370027"/>
            <a:chOff x="5820278" y="2906158"/>
            <a:chExt cx="294904" cy="370027"/>
          </a:xfrm>
        </p:grpSpPr>
        <p:sp>
          <p:nvSpPr>
            <p:cNvPr id="15274" name="Google Shape;15274;p65"/>
            <p:cNvSpPr/>
            <p:nvPr/>
          </p:nvSpPr>
          <p:spPr>
            <a:xfrm>
              <a:off x="5893198" y="2987339"/>
              <a:ext cx="193158" cy="168790"/>
            </a:xfrm>
            <a:custGeom>
              <a:avLst/>
              <a:gdLst/>
              <a:ahLst/>
              <a:cxnLst/>
              <a:rect l="l" t="t" r="r" b="b"/>
              <a:pathLst>
                <a:path w="7364" h="6435" extrusionOk="0">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65"/>
            <p:cNvSpPr/>
            <p:nvPr/>
          </p:nvSpPr>
          <p:spPr>
            <a:xfrm>
              <a:off x="5885906" y="2906158"/>
              <a:ext cx="229276" cy="237880"/>
            </a:xfrm>
            <a:custGeom>
              <a:avLst/>
              <a:gdLst/>
              <a:ahLst/>
              <a:cxnLst/>
              <a:rect l="l" t="t" r="r" b="b"/>
              <a:pathLst>
                <a:path w="8741" h="9069" extrusionOk="0">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65"/>
            <p:cNvSpPr/>
            <p:nvPr/>
          </p:nvSpPr>
          <p:spPr>
            <a:xfrm>
              <a:off x="5836987" y="2915154"/>
              <a:ext cx="61562" cy="295061"/>
            </a:xfrm>
            <a:custGeom>
              <a:avLst/>
              <a:gdLst/>
              <a:ahLst/>
              <a:cxnLst/>
              <a:rect l="l" t="t" r="r" b="b"/>
              <a:pathLst>
                <a:path w="2347" h="11249" extrusionOk="0">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65"/>
            <p:cNvSpPr/>
            <p:nvPr/>
          </p:nvSpPr>
          <p:spPr>
            <a:xfrm>
              <a:off x="5880555" y="3094358"/>
              <a:ext cx="187990" cy="175951"/>
            </a:xfrm>
            <a:custGeom>
              <a:avLst/>
              <a:gdLst/>
              <a:ahLst/>
              <a:cxnLst/>
              <a:rect l="l" t="t" r="r" b="b"/>
              <a:pathLst>
                <a:path w="7167" h="6708" extrusionOk="0">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8" name="Google Shape;15278;p65"/>
            <p:cNvSpPr/>
            <p:nvPr/>
          </p:nvSpPr>
          <p:spPr>
            <a:xfrm>
              <a:off x="5820278" y="2986343"/>
              <a:ext cx="94979" cy="289842"/>
            </a:xfrm>
            <a:custGeom>
              <a:avLst/>
              <a:gdLst/>
              <a:ahLst/>
              <a:cxnLst/>
              <a:rect l="l" t="t" r="r" b="b"/>
              <a:pathLst>
                <a:path w="3621" h="11050" extrusionOk="0">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65"/>
            <p:cNvSpPr/>
            <p:nvPr/>
          </p:nvSpPr>
          <p:spPr>
            <a:xfrm>
              <a:off x="5951166" y="2917804"/>
              <a:ext cx="156541" cy="130179"/>
            </a:xfrm>
            <a:custGeom>
              <a:avLst/>
              <a:gdLst/>
              <a:ahLst/>
              <a:cxnLst/>
              <a:rect l="l" t="t" r="r" b="b"/>
              <a:pathLst>
                <a:path w="5968" h="4963" extrusionOk="0">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65"/>
            <p:cNvSpPr/>
            <p:nvPr/>
          </p:nvSpPr>
          <p:spPr>
            <a:xfrm>
              <a:off x="5937290" y="2999589"/>
              <a:ext cx="141249" cy="156541"/>
            </a:xfrm>
            <a:custGeom>
              <a:avLst/>
              <a:gdLst/>
              <a:ahLst/>
              <a:cxnLst/>
              <a:rect l="l" t="t" r="r" b="b"/>
              <a:pathLst>
                <a:path w="5385" h="5968" extrusionOk="0">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81" name="Google Shape;15281;p65"/>
          <p:cNvGrpSpPr/>
          <p:nvPr/>
        </p:nvGrpSpPr>
        <p:grpSpPr>
          <a:xfrm>
            <a:off x="4919731" y="3459429"/>
            <a:ext cx="370132" cy="334223"/>
            <a:chOff x="4946819" y="3383229"/>
            <a:chExt cx="370132" cy="334223"/>
          </a:xfrm>
        </p:grpSpPr>
        <p:sp>
          <p:nvSpPr>
            <p:cNvPr id="15282" name="Google Shape;15282;p65"/>
            <p:cNvSpPr/>
            <p:nvPr/>
          </p:nvSpPr>
          <p:spPr>
            <a:xfrm>
              <a:off x="4946819" y="3383229"/>
              <a:ext cx="370132" cy="179125"/>
            </a:xfrm>
            <a:custGeom>
              <a:avLst/>
              <a:gdLst/>
              <a:ahLst/>
              <a:cxnLst/>
              <a:rect l="l" t="t" r="r" b="b"/>
              <a:pathLst>
                <a:path w="14111" h="6829" extrusionOk="0">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3" name="Google Shape;15283;p65"/>
            <p:cNvSpPr/>
            <p:nvPr/>
          </p:nvSpPr>
          <p:spPr>
            <a:xfrm>
              <a:off x="4946819" y="3383229"/>
              <a:ext cx="200817" cy="179125"/>
            </a:xfrm>
            <a:custGeom>
              <a:avLst/>
              <a:gdLst/>
              <a:ahLst/>
              <a:cxnLst/>
              <a:rect l="l" t="t" r="r" b="b"/>
              <a:pathLst>
                <a:path w="7656" h="6829" extrusionOk="0">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65"/>
            <p:cNvSpPr/>
            <p:nvPr/>
          </p:nvSpPr>
          <p:spPr>
            <a:xfrm>
              <a:off x="5063149" y="3562327"/>
              <a:ext cx="137314" cy="155124"/>
            </a:xfrm>
            <a:custGeom>
              <a:avLst/>
              <a:gdLst/>
              <a:ahLst/>
              <a:cxnLst/>
              <a:rect l="l" t="t" r="r" b="b"/>
              <a:pathLst>
                <a:path w="5235" h="5914" extrusionOk="0">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65"/>
            <p:cNvSpPr/>
            <p:nvPr/>
          </p:nvSpPr>
          <p:spPr>
            <a:xfrm>
              <a:off x="5063149" y="3562327"/>
              <a:ext cx="122206" cy="155124"/>
            </a:xfrm>
            <a:custGeom>
              <a:avLst/>
              <a:gdLst/>
              <a:ahLst/>
              <a:cxnLst/>
              <a:rect l="l" t="t" r="r" b="b"/>
              <a:pathLst>
                <a:path w="4659" h="5914" extrusionOk="0">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65"/>
            <p:cNvSpPr/>
            <p:nvPr/>
          </p:nvSpPr>
          <p:spPr>
            <a:xfrm>
              <a:off x="5048382" y="3425039"/>
              <a:ext cx="95530" cy="83595"/>
            </a:xfrm>
            <a:custGeom>
              <a:avLst/>
              <a:gdLst/>
              <a:ahLst/>
              <a:cxnLst/>
              <a:rect l="l" t="t" r="r" b="b"/>
              <a:pathLst>
                <a:path w="3642" h="3187" extrusionOk="0">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65"/>
            <p:cNvSpPr/>
            <p:nvPr/>
          </p:nvSpPr>
          <p:spPr>
            <a:xfrm>
              <a:off x="5197604" y="3396580"/>
              <a:ext cx="82362" cy="64237"/>
            </a:xfrm>
            <a:custGeom>
              <a:avLst/>
              <a:gdLst/>
              <a:ahLst/>
              <a:cxnLst/>
              <a:rect l="l" t="t" r="r" b="b"/>
              <a:pathLst>
                <a:path w="3140" h="2449" extrusionOk="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65"/>
            <p:cNvSpPr/>
            <p:nvPr/>
          </p:nvSpPr>
          <p:spPr>
            <a:xfrm>
              <a:off x="5157394" y="3496700"/>
              <a:ext cx="115989" cy="65654"/>
            </a:xfrm>
            <a:custGeom>
              <a:avLst/>
              <a:gdLst/>
              <a:ahLst/>
              <a:cxnLst/>
              <a:rect l="l" t="t" r="r" b="b"/>
              <a:pathLst>
                <a:path w="4422" h="2503" extrusionOk="0">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65"/>
            <p:cNvSpPr/>
            <p:nvPr/>
          </p:nvSpPr>
          <p:spPr>
            <a:xfrm>
              <a:off x="4947344" y="3455807"/>
              <a:ext cx="58545" cy="70690"/>
            </a:xfrm>
            <a:custGeom>
              <a:avLst/>
              <a:gdLst/>
              <a:ahLst/>
              <a:cxnLst/>
              <a:rect l="l" t="t" r="r" b="b"/>
              <a:pathLst>
                <a:path w="2232" h="2695" extrusionOk="0">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65"/>
            <p:cNvSpPr/>
            <p:nvPr/>
          </p:nvSpPr>
          <p:spPr>
            <a:xfrm>
              <a:off x="5048198" y="3425564"/>
              <a:ext cx="41102" cy="71529"/>
            </a:xfrm>
            <a:custGeom>
              <a:avLst/>
              <a:gdLst/>
              <a:ahLst/>
              <a:cxnLst/>
              <a:rect l="l" t="t" r="r" b="b"/>
              <a:pathLst>
                <a:path w="1567" h="2727" extrusionOk="0">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1" name="Google Shape;15291;p65"/>
          <p:cNvGrpSpPr/>
          <p:nvPr/>
        </p:nvGrpSpPr>
        <p:grpSpPr>
          <a:xfrm>
            <a:off x="3011315" y="1615434"/>
            <a:ext cx="375482" cy="316072"/>
            <a:chOff x="3038403" y="1539234"/>
            <a:chExt cx="375482" cy="316072"/>
          </a:xfrm>
        </p:grpSpPr>
        <p:sp>
          <p:nvSpPr>
            <p:cNvPr id="15292" name="Google Shape;15292;p65"/>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93" name="Google Shape;15293;p65"/>
            <p:cNvGrpSpPr/>
            <p:nvPr/>
          </p:nvGrpSpPr>
          <p:grpSpPr>
            <a:xfrm>
              <a:off x="3038403" y="1539234"/>
              <a:ext cx="375482" cy="316072"/>
              <a:chOff x="3038403" y="1539234"/>
              <a:chExt cx="375482" cy="316072"/>
            </a:xfrm>
          </p:grpSpPr>
          <p:sp>
            <p:nvSpPr>
              <p:cNvPr id="15294" name="Google Shape;15294;p65"/>
              <p:cNvSpPr/>
              <p:nvPr/>
            </p:nvSpPr>
            <p:spPr>
              <a:xfrm>
                <a:off x="3038403" y="1585792"/>
                <a:ext cx="72788" cy="58414"/>
              </a:xfrm>
              <a:custGeom>
                <a:avLst/>
                <a:gdLst/>
                <a:ahLst/>
                <a:cxnLst/>
                <a:rect l="l" t="t" r="r" b="b"/>
                <a:pathLst>
                  <a:path w="2775" h="2227" extrusionOk="0">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65"/>
              <p:cNvSpPr/>
              <p:nvPr/>
            </p:nvSpPr>
            <p:spPr>
              <a:xfrm>
                <a:off x="3169317" y="1683420"/>
                <a:ext cx="244569" cy="169105"/>
              </a:xfrm>
              <a:custGeom>
                <a:avLst/>
                <a:gdLst/>
                <a:ahLst/>
                <a:cxnLst/>
                <a:rect l="l" t="t" r="r" b="b"/>
                <a:pathLst>
                  <a:path w="9324" h="6447" extrusionOk="0">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65"/>
              <p:cNvSpPr/>
              <p:nvPr/>
            </p:nvSpPr>
            <p:spPr>
              <a:xfrm>
                <a:off x="3194760" y="1700076"/>
                <a:ext cx="197800" cy="103294"/>
              </a:xfrm>
              <a:custGeom>
                <a:avLst/>
                <a:gdLst/>
                <a:ahLst/>
                <a:cxnLst/>
                <a:rect l="l" t="t" r="r" b="b"/>
                <a:pathLst>
                  <a:path w="7541" h="3938" extrusionOk="0">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65"/>
              <p:cNvSpPr/>
              <p:nvPr/>
            </p:nvSpPr>
            <p:spPr>
              <a:xfrm>
                <a:off x="3077905" y="1539234"/>
                <a:ext cx="153367" cy="300963"/>
              </a:xfrm>
              <a:custGeom>
                <a:avLst/>
                <a:gdLst/>
                <a:ahLst/>
                <a:cxnLst/>
                <a:rect l="l" t="t" r="r" b="b"/>
                <a:pathLst>
                  <a:path w="5847" h="11474" extrusionOk="0">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65"/>
              <p:cNvSpPr/>
              <p:nvPr/>
            </p:nvSpPr>
            <p:spPr>
              <a:xfrm>
                <a:off x="3049315" y="1658633"/>
                <a:ext cx="284464" cy="196673"/>
              </a:xfrm>
              <a:custGeom>
                <a:avLst/>
                <a:gdLst/>
                <a:ahLst/>
                <a:cxnLst/>
                <a:rect l="l" t="t" r="r" b="b"/>
                <a:pathLst>
                  <a:path w="10845" h="7498" extrusionOk="0">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65"/>
              <p:cNvSpPr/>
              <p:nvPr/>
            </p:nvSpPr>
            <p:spPr>
              <a:xfrm>
                <a:off x="3058207" y="1663013"/>
                <a:ext cx="272976" cy="192292"/>
              </a:xfrm>
              <a:custGeom>
                <a:avLst/>
                <a:gdLst/>
                <a:ahLst/>
                <a:cxnLst/>
                <a:rect l="l" t="t" r="r" b="b"/>
                <a:pathLst>
                  <a:path w="10407" h="7331" extrusionOk="0">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65"/>
              <p:cNvSpPr/>
              <p:nvPr/>
            </p:nvSpPr>
            <p:spPr>
              <a:xfrm>
                <a:off x="3107598" y="1603261"/>
                <a:ext cx="85405" cy="219309"/>
              </a:xfrm>
              <a:custGeom>
                <a:avLst/>
                <a:gdLst/>
                <a:ahLst/>
                <a:cxnLst/>
                <a:rect l="l" t="t" r="r" b="b"/>
                <a:pathLst>
                  <a:path w="3256" h="8361" extrusionOk="0">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65"/>
              <p:cNvSpPr/>
              <p:nvPr/>
            </p:nvSpPr>
            <p:spPr>
              <a:xfrm>
                <a:off x="3093381" y="1585556"/>
                <a:ext cx="94271" cy="32289"/>
              </a:xfrm>
              <a:custGeom>
                <a:avLst/>
                <a:gdLst/>
                <a:ahLst/>
                <a:cxnLst/>
                <a:rect l="l" t="t" r="r" b="b"/>
                <a:pathLst>
                  <a:path w="3594" h="1231" extrusionOk="0">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65"/>
              <p:cNvSpPr/>
              <p:nvPr/>
            </p:nvSpPr>
            <p:spPr>
              <a:xfrm>
                <a:off x="3137133" y="1559824"/>
                <a:ext cx="14767" cy="20512"/>
              </a:xfrm>
              <a:custGeom>
                <a:avLst/>
                <a:gdLst/>
                <a:ahLst/>
                <a:cxnLst/>
                <a:rect l="l" t="t" r="r" b="b"/>
                <a:pathLst>
                  <a:path w="563" h="782" extrusionOk="0">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03" name="Google Shape;15303;p65"/>
          <p:cNvGrpSpPr/>
          <p:nvPr/>
        </p:nvGrpSpPr>
        <p:grpSpPr>
          <a:xfrm>
            <a:off x="6305777" y="2982331"/>
            <a:ext cx="360846" cy="370184"/>
            <a:chOff x="6332865" y="2906131"/>
            <a:chExt cx="360846" cy="370184"/>
          </a:xfrm>
        </p:grpSpPr>
        <p:sp>
          <p:nvSpPr>
            <p:cNvPr id="15304" name="Google Shape;15304;p65"/>
            <p:cNvSpPr/>
            <p:nvPr/>
          </p:nvSpPr>
          <p:spPr>
            <a:xfrm>
              <a:off x="6332865" y="2906131"/>
              <a:ext cx="360846" cy="327508"/>
            </a:xfrm>
            <a:custGeom>
              <a:avLst/>
              <a:gdLst/>
              <a:ahLst/>
              <a:cxnLst/>
              <a:rect l="l" t="t" r="r" b="b"/>
              <a:pathLst>
                <a:path w="13757" h="12486" extrusionOk="0">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65"/>
            <p:cNvSpPr/>
            <p:nvPr/>
          </p:nvSpPr>
          <p:spPr>
            <a:xfrm>
              <a:off x="6636005" y="3022855"/>
              <a:ext cx="21089" cy="18466"/>
            </a:xfrm>
            <a:custGeom>
              <a:avLst/>
              <a:gdLst/>
              <a:ahLst/>
              <a:cxnLst/>
              <a:rect l="l" t="t" r="r" b="b"/>
              <a:pathLst>
                <a:path w="804" h="704" extrusionOk="0">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65"/>
            <p:cNvSpPr/>
            <p:nvPr/>
          </p:nvSpPr>
          <p:spPr>
            <a:xfrm>
              <a:off x="6391594" y="2960034"/>
              <a:ext cx="243546" cy="316281"/>
            </a:xfrm>
            <a:custGeom>
              <a:avLst/>
              <a:gdLst/>
              <a:ahLst/>
              <a:cxnLst/>
              <a:rect l="l" t="t" r="r" b="b"/>
              <a:pathLst>
                <a:path w="9285" h="12058" extrusionOk="0">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65"/>
            <p:cNvSpPr/>
            <p:nvPr/>
          </p:nvSpPr>
          <p:spPr>
            <a:xfrm>
              <a:off x="6624333" y="3184510"/>
              <a:ext cx="22820" cy="12879"/>
            </a:xfrm>
            <a:custGeom>
              <a:avLst/>
              <a:gdLst/>
              <a:ahLst/>
              <a:cxnLst/>
              <a:rect l="l" t="t" r="r" b="b"/>
              <a:pathLst>
                <a:path w="870" h="491" extrusionOk="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65"/>
            <p:cNvSpPr/>
            <p:nvPr/>
          </p:nvSpPr>
          <p:spPr>
            <a:xfrm>
              <a:off x="6367593" y="3022750"/>
              <a:ext cx="21115" cy="18387"/>
            </a:xfrm>
            <a:custGeom>
              <a:avLst/>
              <a:gdLst/>
              <a:ahLst/>
              <a:cxnLst/>
              <a:rect l="l" t="t" r="r" b="b"/>
              <a:pathLst>
                <a:path w="805" h="701" extrusionOk="0">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65"/>
            <p:cNvSpPr/>
            <p:nvPr/>
          </p:nvSpPr>
          <p:spPr>
            <a:xfrm>
              <a:off x="6379633" y="3184563"/>
              <a:ext cx="22794" cy="12826"/>
            </a:xfrm>
            <a:custGeom>
              <a:avLst/>
              <a:gdLst/>
              <a:ahLst/>
              <a:cxnLst/>
              <a:rect l="l" t="t" r="r" b="b"/>
              <a:pathLst>
                <a:path w="869" h="489" extrusionOk="0">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65"/>
            <p:cNvSpPr/>
            <p:nvPr/>
          </p:nvSpPr>
          <p:spPr>
            <a:xfrm>
              <a:off x="6507321" y="2948257"/>
              <a:ext cx="11935" cy="17941"/>
            </a:xfrm>
            <a:custGeom>
              <a:avLst/>
              <a:gdLst/>
              <a:ahLst/>
              <a:cxnLst/>
              <a:rect l="l" t="t" r="r" b="b"/>
              <a:pathLst>
                <a:path w="455" h="684" extrusionOk="0">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65"/>
            <p:cNvSpPr/>
            <p:nvPr/>
          </p:nvSpPr>
          <p:spPr>
            <a:xfrm>
              <a:off x="6417142" y="3001923"/>
              <a:ext cx="72001" cy="84985"/>
            </a:xfrm>
            <a:custGeom>
              <a:avLst/>
              <a:gdLst/>
              <a:ahLst/>
              <a:cxnLst/>
              <a:rect l="l" t="t" r="r" b="b"/>
              <a:pathLst>
                <a:path w="2745" h="3240" extrusionOk="0">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65"/>
            <p:cNvSpPr/>
            <p:nvPr/>
          </p:nvSpPr>
          <p:spPr>
            <a:xfrm>
              <a:off x="6358990" y="3090659"/>
              <a:ext cx="102481" cy="86113"/>
            </a:xfrm>
            <a:custGeom>
              <a:avLst/>
              <a:gdLst/>
              <a:ahLst/>
              <a:cxnLst/>
              <a:rect l="l" t="t" r="r" b="b"/>
              <a:pathLst>
                <a:path w="3907" h="3283" extrusionOk="0">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65"/>
            <p:cNvSpPr/>
            <p:nvPr/>
          </p:nvSpPr>
          <p:spPr>
            <a:xfrm>
              <a:off x="6565131" y="3090659"/>
              <a:ext cx="102481" cy="86113"/>
            </a:xfrm>
            <a:custGeom>
              <a:avLst/>
              <a:gdLst/>
              <a:ahLst/>
              <a:cxnLst/>
              <a:rect l="l" t="t" r="r" b="b"/>
              <a:pathLst>
                <a:path w="3907" h="3283" extrusionOk="0">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65"/>
            <p:cNvSpPr/>
            <p:nvPr/>
          </p:nvSpPr>
          <p:spPr>
            <a:xfrm>
              <a:off x="6537459" y="3001740"/>
              <a:ext cx="72342" cy="85038"/>
            </a:xfrm>
            <a:custGeom>
              <a:avLst/>
              <a:gdLst/>
              <a:ahLst/>
              <a:cxnLst/>
              <a:rect l="l" t="t" r="r" b="b"/>
              <a:pathLst>
                <a:path w="2758" h="3242" extrusionOk="0">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15" name="Google Shape;15315;p65"/>
          <p:cNvGrpSpPr/>
          <p:nvPr/>
        </p:nvGrpSpPr>
        <p:grpSpPr>
          <a:xfrm>
            <a:off x="4107991" y="1594266"/>
            <a:ext cx="370132" cy="358223"/>
            <a:chOff x="4135079" y="1518066"/>
            <a:chExt cx="370132" cy="358223"/>
          </a:xfrm>
        </p:grpSpPr>
        <p:sp>
          <p:nvSpPr>
            <p:cNvPr id="15316" name="Google Shape;15316;p65"/>
            <p:cNvSpPr/>
            <p:nvPr/>
          </p:nvSpPr>
          <p:spPr>
            <a:xfrm>
              <a:off x="4135079" y="1625688"/>
              <a:ext cx="95530" cy="95530"/>
            </a:xfrm>
            <a:custGeom>
              <a:avLst/>
              <a:gdLst/>
              <a:ahLst/>
              <a:cxnLst/>
              <a:rect l="l" t="t" r="r" b="b"/>
              <a:pathLst>
                <a:path w="3642" h="3642" extrusionOk="0">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65"/>
            <p:cNvSpPr/>
            <p:nvPr/>
          </p:nvSpPr>
          <p:spPr>
            <a:xfrm>
              <a:off x="4153047" y="1643472"/>
              <a:ext cx="59595" cy="59778"/>
            </a:xfrm>
            <a:custGeom>
              <a:avLst/>
              <a:gdLst/>
              <a:ahLst/>
              <a:cxnLst/>
              <a:rect l="l" t="t" r="r" b="b"/>
              <a:pathLst>
                <a:path w="2272" h="2279" extrusionOk="0">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65"/>
            <p:cNvSpPr/>
            <p:nvPr/>
          </p:nvSpPr>
          <p:spPr>
            <a:xfrm>
              <a:off x="4409681" y="1625688"/>
              <a:ext cx="95530" cy="95530"/>
            </a:xfrm>
            <a:custGeom>
              <a:avLst/>
              <a:gdLst/>
              <a:ahLst/>
              <a:cxnLst/>
              <a:rect l="l" t="t" r="r" b="b"/>
              <a:pathLst>
                <a:path w="3642" h="3642" extrusionOk="0">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65"/>
            <p:cNvSpPr/>
            <p:nvPr/>
          </p:nvSpPr>
          <p:spPr>
            <a:xfrm>
              <a:off x="4427649" y="1643472"/>
              <a:ext cx="59621" cy="59778"/>
            </a:xfrm>
            <a:custGeom>
              <a:avLst/>
              <a:gdLst/>
              <a:ahLst/>
              <a:cxnLst/>
              <a:rect l="l" t="t" r="r" b="b"/>
              <a:pathLst>
                <a:path w="2273" h="2279" extrusionOk="0">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65"/>
            <p:cNvSpPr/>
            <p:nvPr/>
          </p:nvSpPr>
          <p:spPr>
            <a:xfrm>
              <a:off x="4170831" y="1518250"/>
              <a:ext cx="298471" cy="358040"/>
            </a:xfrm>
            <a:custGeom>
              <a:avLst/>
              <a:gdLst/>
              <a:ahLst/>
              <a:cxnLst/>
              <a:rect l="l" t="t" r="r" b="b"/>
              <a:pathLst>
                <a:path w="11379" h="13650" extrusionOk="0">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65"/>
            <p:cNvSpPr/>
            <p:nvPr/>
          </p:nvSpPr>
          <p:spPr>
            <a:xfrm>
              <a:off x="4170831" y="1518066"/>
              <a:ext cx="166665" cy="352374"/>
            </a:xfrm>
            <a:custGeom>
              <a:avLst/>
              <a:gdLst/>
              <a:ahLst/>
              <a:cxnLst/>
              <a:rect l="l" t="t" r="r" b="b"/>
              <a:pathLst>
                <a:path w="6354" h="13434" extrusionOk="0">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65"/>
            <p:cNvSpPr/>
            <p:nvPr/>
          </p:nvSpPr>
          <p:spPr>
            <a:xfrm>
              <a:off x="4212615" y="1636914"/>
              <a:ext cx="214719" cy="215558"/>
            </a:xfrm>
            <a:custGeom>
              <a:avLst/>
              <a:gdLst/>
              <a:ahLst/>
              <a:cxnLst/>
              <a:rect l="l" t="t" r="r" b="b"/>
              <a:pathLst>
                <a:path w="8186" h="8218" extrusionOk="0">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65"/>
            <p:cNvSpPr/>
            <p:nvPr/>
          </p:nvSpPr>
          <p:spPr>
            <a:xfrm>
              <a:off x="4204274" y="1638121"/>
              <a:ext cx="60119" cy="179308"/>
            </a:xfrm>
            <a:custGeom>
              <a:avLst/>
              <a:gdLst/>
              <a:ahLst/>
              <a:cxnLst/>
              <a:rect l="l" t="t" r="r" b="b"/>
              <a:pathLst>
                <a:path w="2292" h="6836" extrusionOk="0">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65"/>
            <p:cNvSpPr/>
            <p:nvPr/>
          </p:nvSpPr>
          <p:spPr>
            <a:xfrm>
              <a:off x="4287948" y="1733126"/>
              <a:ext cx="28564" cy="17968"/>
            </a:xfrm>
            <a:custGeom>
              <a:avLst/>
              <a:gdLst/>
              <a:ahLst/>
              <a:cxnLst/>
              <a:rect l="l" t="t" r="r" b="b"/>
              <a:pathLst>
                <a:path w="1089" h="685" extrusionOk="0">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65"/>
            <p:cNvSpPr/>
            <p:nvPr/>
          </p:nvSpPr>
          <p:spPr>
            <a:xfrm>
              <a:off x="4323673" y="1733126"/>
              <a:ext cx="28696" cy="17784"/>
            </a:xfrm>
            <a:custGeom>
              <a:avLst/>
              <a:gdLst/>
              <a:ahLst/>
              <a:cxnLst/>
              <a:rect l="l" t="t" r="r" b="b"/>
              <a:pathLst>
                <a:path w="1094" h="678" extrusionOk="0">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65"/>
            <p:cNvSpPr/>
            <p:nvPr/>
          </p:nvSpPr>
          <p:spPr>
            <a:xfrm>
              <a:off x="4260459" y="1774884"/>
              <a:ext cx="119373" cy="53745"/>
            </a:xfrm>
            <a:custGeom>
              <a:avLst/>
              <a:gdLst/>
              <a:ahLst/>
              <a:cxnLst/>
              <a:rect l="l" t="t" r="r" b="b"/>
              <a:pathLst>
                <a:path w="4551" h="2049" extrusionOk="0">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65"/>
            <p:cNvSpPr/>
            <p:nvPr/>
          </p:nvSpPr>
          <p:spPr>
            <a:xfrm>
              <a:off x="4285718" y="1792773"/>
              <a:ext cx="68670" cy="35778"/>
            </a:xfrm>
            <a:custGeom>
              <a:avLst/>
              <a:gdLst/>
              <a:ahLst/>
              <a:cxnLst/>
              <a:rect l="l" t="t" r="r" b="b"/>
              <a:pathLst>
                <a:path w="2618" h="1364" extrusionOk="0">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65"/>
            <p:cNvSpPr/>
            <p:nvPr/>
          </p:nvSpPr>
          <p:spPr>
            <a:xfrm>
              <a:off x="4248550" y="1667472"/>
              <a:ext cx="35778" cy="41811"/>
            </a:xfrm>
            <a:custGeom>
              <a:avLst/>
              <a:gdLst/>
              <a:ahLst/>
              <a:cxnLst/>
              <a:rect l="l" t="t" r="r" b="b"/>
              <a:pathLst>
                <a:path w="1364" h="1594" extrusionOk="0">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65"/>
            <p:cNvSpPr/>
            <p:nvPr/>
          </p:nvSpPr>
          <p:spPr>
            <a:xfrm>
              <a:off x="4266334" y="1667472"/>
              <a:ext cx="17994" cy="29771"/>
            </a:xfrm>
            <a:custGeom>
              <a:avLst/>
              <a:gdLst/>
              <a:ahLst/>
              <a:cxnLst/>
              <a:rect l="l" t="t" r="r" b="b"/>
              <a:pathLst>
                <a:path w="686" h="1135" extrusionOk="0">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65"/>
            <p:cNvSpPr/>
            <p:nvPr/>
          </p:nvSpPr>
          <p:spPr>
            <a:xfrm>
              <a:off x="4260459" y="1673348"/>
              <a:ext cx="11961" cy="11935"/>
            </a:xfrm>
            <a:custGeom>
              <a:avLst/>
              <a:gdLst/>
              <a:ahLst/>
              <a:cxnLst/>
              <a:rect l="l" t="t" r="r" b="b"/>
              <a:pathLst>
                <a:path w="456" h="455" extrusionOk="0">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65"/>
            <p:cNvSpPr/>
            <p:nvPr/>
          </p:nvSpPr>
          <p:spPr>
            <a:xfrm>
              <a:off x="4355962" y="1667472"/>
              <a:ext cx="35778" cy="41811"/>
            </a:xfrm>
            <a:custGeom>
              <a:avLst/>
              <a:gdLst/>
              <a:ahLst/>
              <a:cxnLst/>
              <a:rect l="l" t="t" r="r" b="b"/>
              <a:pathLst>
                <a:path w="1364" h="1594" extrusionOk="0">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65"/>
            <p:cNvSpPr/>
            <p:nvPr/>
          </p:nvSpPr>
          <p:spPr>
            <a:xfrm>
              <a:off x="4373772" y="1667472"/>
              <a:ext cx="17968" cy="29771"/>
            </a:xfrm>
            <a:custGeom>
              <a:avLst/>
              <a:gdLst/>
              <a:ahLst/>
              <a:cxnLst/>
              <a:rect l="l" t="t" r="r" b="b"/>
              <a:pathLst>
                <a:path w="685" h="1135" extrusionOk="0">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65"/>
            <p:cNvSpPr/>
            <p:nvPr/>
          </p:nvSpPr>
          <p:spPr>
            <a:xfrm>
              <a:off x="4367897" y="1673348"/>
              <a:ext cx="11935" cy="11935"/>
            </a:xfrm>
            <a:custGeom>
              <a:avLst/>
              <a:gdLst/>
              <a:ahLst/>
              <a:cxnLst/>
              <a:rect l="l" t="t" r="r" b="b"/>
              <a:pathLst>
                <a:path w="455" h="455" extrusionOk="0">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65"/>
            <p:cNvSpPr/>
            <p:nvPr/>
          </p:nvSpPr>
          <p:spPr>
            <a:xfrm>
              <a:off x="4314178" y="1810688"/>
              <a:ext cx="11935" cy="17941"/>
            </a:xfrm>
            <a:custGeom>
              <a:avLst/>
              <a:gdLst/>
              <a:ahLst/>
              <a:cxnLst/>
              <a:rect l="l" t="t" r="r" b="b"/>
              <a:pathLst>
                <a:path w="455" h="684" extrusionOk="0">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5" name="Google Shape;15335;p65"/>
          <p:cNvGrpSpPr/>
          <p:nvPr/>
        </p:nvGrpSpPr>
        <p:grpSpPr>
          <a:xfrm>
            <a:off x="6851780" y="2056334"/>
            <a:ext cx="361240" cy="370158"/>
            <a:chOff x="6878869" y="1980134"/>
            <a:chExt cx="361240" cy="370158"/>
          </a:xfrm>
        </p:grpSpPr>
        <p:sp>
          <p:nvSpPr>
            <p:cNvPr id="15336" name="Google Shape;15336;p65"/>
            <p:cNvSpPr/>
            <p:nvPr/>
          </p:nvSpPr>
          <p:spPr>
            <a:xfrm>
              <a:off x="6878869" y="2012869"/>
              <a:ext cx="67437" cy="32027"/>
            </a:xfrm>
            <a:custGeom>
              <a:avLst/>
              <a:gdLst/>
              <a:ahLst/>
              <a:cxnLst/>
              <a:rect l="l" t="t" r="r" b="b"/>
              <a:pathLst>
                <a:path w="2571" h="1221" extrusionOk="0">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65"/>
            <p:cNvSpPr/>
            <p:nvPr/>
          </p:nvSpPr>
          <p:spPr>
            <a:xfrm>
              <a:off x="6882777" y="2032961"/>
              <a:ext cx="63529" cy="11777"/>
            </a:xfrm>
            <a:custGeom>
              <a:avLst/>
              <a:gdLst/>
              <a:ahLst/>
              <a:cxnLst/>
              <a:rect l="l" t="t" r="r" b="b"/>
              <a:pathLst>
                <a:path w="2422" h="449" extrusionOk="0">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65"/>
            <p:cNvSpPr/>
            <p:nvPr/>
          </p:nvSpPr>
          <p:spPr>
            <a:xfrm>
              <a:off x="6992339" y="2273962"/>
              <a:ext cx="91989" cy="76329"/>
            </a:xfrm>
            <a:custGeom>
              <a:avLst/>
              <a:gdLst/>
              <a:ahLst/>
              <a:cxnLst/>
              <a:rect l="l" t="t" r="r" b="b"/>
              <a:pathLst>
                <a:path w="3507" h="2910" extrusionOk="0">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65"/>
            <p:cNvSpPr/>
            <p:nvPr/>
          </p:nvSpPr>
          <p:spPr>
            <a:xfrm>
              <a:off x="7015815" y="2273962"/>
              <a:ext cx="68670" cy="76329"/>
            </a:xfrm>
            <a:custGeom>
              <a:avLst/>
              <a:gdLst/>
              <a:ahLst/>
              <a:cxnLst/>
              <a:rect l="l" t="t" r="r" b="b"/>
              <a:pathLst>
                <a:path w="2618" h="2910" extrusionOk="0">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65"/>
            <p:cNvSpPr/>
            <p:nvPr/>
          </p:nvSpPr>
          <p:spPr>
            <a:xfrm>
              <a:off x="6923696" y="1980134"/>
              <a:ext cx="316412" cy="317147"/>
            </a:xfrm>
            <a:custGeom>
              <a:avLst/>
              <a:gdLst/>
              <a:ahLst/>
              <a:cxnLst/>
              <a:rect l="l" t="t" r="r" b="b"/>
              <a:pathLst>
                <a:path w="12063" h="12091" extrusionOk="0">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65"/>
            <p:cNvSpPr/>
            <p:nvPr/>
          </p:nvSpPr>
          <p:spPr>
            <a:xfrm>
              <a:off x="6923853" y="1987085"/>
              <a:ext cx="305239" cy="310380"/>
            </a:xfrm>
            <a:custGeom>
              <a:avLst/>
              <a:gdLst/>
              <a:ahLst/>
              <a:cxnLst/>
              <a:rect l="l" t="t" r="r" b="b"/>
              <a:pathLst>
                <a:path w="11637" h="11833" extrusionOk="0">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65"/>
            <p:cNvSpPr/>
            <p:nvPr/>
          </p:nvSpPr>
          <p:spPr>
            <a:xfrm>
              <a:off x="6923853" y="2087388"/>
              <a:ext cx="316255" cy="210076"/>
            </a:xfrm>
            <a:custGeom>
              <a:avLst/>
              <a:gdLst/>
              <a:ahLst/>
              <a:cxnLst/>
              <a:rect l="l" t="t" r="r" b="b"/>
              <a:pathLst>
                <a:path w="12057" h="8009" extrusionOk="0">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65"/>
            <p:cNvSpPr/>
            <p:nvPr/>
          </p:nvSpPr>
          <p:spPr>
            <a:xfrm>
              <a:off x="6923853" y="2087388"/>
              <a:ext cx="305239" cy="210076"/>
            </a:xfrm>
            <a:custGeom>
              <a:avLst/>
              <a:gdLst/>
              <a:ahLst/>
              <a:cxnLst/>
              <a:rect l="l" t="t" r="r" b="b"/>
              <a:pathLst>
                <a:path w="11637" h="8009" extrusionOk="0">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65"/>
            <p:cNvSpPr/>
            <p:nvPr/>
          </p:nvSpPr>
          <p:spPr>
            <a:xfrm>
              <a:off x="6941296" y="2121356"/>
              <a:ext cx="298812" cy="176108"/>
            </a:xfrm>
            <a:custGeom>
              <a:avLst/>
              <a:gdLst/>
              <a:ahLst/>
              <a:cxnLst/>
              <a:rect l="l" t="t" r="r" b="b"/>
              <a:pathLst>
                <a:path w="11392" h="6714" extrusionOk="0">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65"/>
            <p:cNvSpPr/>
            <p:nvPr/>
          </p:nvSpPr>
          <p:spPr>
            <a:xfrm>
              <a:off x="6953388" y="2121172"/>
              <a:ext cx="286720" cy="152632"/>
            </a:xfrm>
            <a:custGeom>
              <a:avLst/>
              <a:gdLst/>
              <a:ahLst/>
              <a:cxnLst/>
              <a:rect l="l" t="t" r="r" b="b"/>
              <a:pathLst>
                <a:path w="10931" h="5819" extrusionOk="0">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65"/>
            <p:cNvSpPr/>
            <p:nvPr/>
          </p:nvSpPr>
          <p:spPr>
            <a:xfrm>
              <a:off x="6953204" y="2003610"/>
              <a:ext cx="23502" cy="23502"/>
            </a:xfrm>
            <a:custGeom>
              <a:avLst/>
              <a:gdLst/>
              <a:ahLst/>
              <a:cxnLst/>
              <a:rect l="l" t="t" r="r" b="b"/>
              <a:pathLst>
                <a:path w="896" h="896" extrusionOk="0">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65"/>
            <p:cNvSpPr/>
            <p:nvPr/>
          </p:nvSpPr>
          <p:spPr>
            <a:xfrm>
              <a:off x="6971696" y="2121146"/>
              <a:ext cx="218811" cy="95503"/>
            </a:xfrm>
            <a:custGeom>
              <a:avLst/>
              <a:gdLst/>
              <a:ahLst/>
              <a:cxnLst/>
              <a:rect l="l" t="t" r="r" b="b"/>
              <a:pathLst>
                <a:path w="8342" h="3641" extrusionOk="0">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65"/>
            <p:cNvSpPr/>
            <p:nvPr/>
          </p:nvSpPr>
          <p:spPr>
            <a:xfrm>
              <a:off x="6964955" y="2003610"/>
              <a:ext cx="11751" cy="11777"/>
            </a:xfrm>
            <a:custGeom>
              <a:avLst/>
              <a:gdLst/>
              <a:ahLst/>
              <a:cxnLst/>
              <a:rect l="l" t="t" r="r" b="b"/>
              <a:pathLst>
                <a:path w="448" h="449" extrusionOk="0">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9" name="Google Shape;15349;p65"/>
          <p:cNvGrpSpPr/>
          <p:nvPr/>
        </p:nvGrpSpPr>
        <p:grpSpPr>
          <a:xfrm>
            <a:off x="2466911" y="2626233"/>
            <a:ext cx="370132" cy="259467"/>
            <a:chOff x="2493999" y="2550033"/>
            <a:chExt cx="370132" cy="259467"/>
          </a:xfrm>
        </p:grpSpPr>
        <p:sp>
          <p:nvSpPr>
            <p:cNvPr id="15350" name="Google Shape;15350;p65"/>
            <p:cNvSpPr/>
            <p:nvPr/>
          </p:nvSpPr>
          <p:spPr>
            <a:xfrm>
              <a:off x="2493999" y="2660251"/>
              <a:ext cx="370132" cy="149249"/>
            </a:xfrm>
            <a:custGeom>
              <a:avLst/>
              <a:gdLst/>
              <a:ahLst/>
              <a:cxnLst/>
              <a:rect l="l" t="t" r="r" b="b"/>
              <a:pathLst>
                <a:path w="14111" h="5690" extrusionOk="0">
                  <a:moveTo>
                    <a:pt x="0" y="1"/>
                  </a:moveTo>
                  <a:cubicBezTo>
                    <a:pt x="0" y="1947"/>
                    <a:pt x="3872" y="5690"/>
                    <a:pt x="7059" y="5690"/>
                  </a:cubicBezTo>
                  <a:cubicBezTo>
                    <a:pt x="10239" y="5690"/>
                    <a:pt x="14111" y="1953"/>
                    <a:pt x="1411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1" name="Google Shape;15351;p65"/>
            <p:cNvSpPr/>
            <p:nvPr/>
          </p:nvSpPr>
          <p:spPr>
            <a:xfrm>
              <a:off x="2493999" y="2660251"/>
              <a:ext cx="139649" cy="140724"/>
            </a:xfrm>
            <a:custGeom>
              <a:avLst/>
              <a:gdLst/>
              <a:ahLst/>
              <a:cxnLst/>
              <a:rect l="l" t="t" r="r" b="b"/>
              <a:pathLst>
                <a:path w="5324" h="5365" extrusionOk="0">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65"/>
            <p:cNvSpPr/>
            <p:nvPr/>
          </p:nvSpPr>
          <p:spPr>
            <a:xfrm>
              <a:off x="2493999" y="2660251"/>
              <a:ext cx="370132" cy="101405"/>
            </a:xfrm>
            <a:custGeom>
              <a:avLst/>
              <a:gdLst/>
              <a:ahLst/>
              <a:cxnLst/>
              <a:rect l="l" t="t" r="r" b="b"/>
              <a:pathLst>
                <a:path w="14111" h="3866" extrusionOk="0">
                  <a:moveTo>
                    <a:pt x="0" y="1"/>
                  </a:moveTo>
                  <a:cubicBezTo>
                    <a:pt x="0" y="1031"/>
                    <a:pt x="4781" y="3866"/>
                    <a:pt x="7059" y="3866"/>
                  </a:cubicBezTo>
                  <a:cubicBezTo>
                    <a:pt x="9331" y="3866"/>
                    <a:pt x="14111" y="1031"/>
                    <a:pt x="1411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65"/>
            <p:cNvSpPr/>
            <p:nvPr/>
          </p:nvSpPr>
          <p:spPr>
            <a:xfrm>
              <a:off x="2493999" y="2550033"/>
              <a:ext cx="370132" cy="152055"/>
            </a:xfrm>
            <a:custGeom>
              <a:avLst/>
              <a:gdLst/>
              <a:ahLst/>
              <a:cxnLst/>
              <a:rect l="l" t="t" r="r" b="b"/>
              <a:pathLst>
                <a:path w="14111" h="5797" extrusionOk="0">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65"/>
            <p:cNvSpPr/>
            <p:nvPr/>
          </p:nvSpPr>
          <p:spPr>
            <a:xfrm>
              <a:off x="2493999" y="2550033"/>
              <a:ext cx="158665" cy="141012"/>
            </a:xfrm>
            <a:custGeom>
              <a:avLst/>
              <a:gdLst/>
              <a:ahLst/>
              <a:cxnLst/>
              <a:rect l="l" t="t" r="r" b="b"/>
              <a:pathLst>
                <a:path w="6049" h="5376" extrusionOk="0">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65"/>
            <p:cNvSpPr/>
            <p:nvPr/>
          </p:nvSpPr>
          <p:spPr>
            <a:xfrm>
              <a:off x="2505908" y="2558689"/>
              <a:ext cx="95530" cy="95556"/>
            </a:xfrm>
            <a:custGeom>
              <a:avLst/>
              <a:gdLst/>
              <a:ahLst/>
              <a:cxnLst/>
              <a:rect l="l" t="t" r="r" b="b"/>
              <a:pathLst>
                <a:path w="3642" h="3643" extrusionOk="0">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65"/>
            <p:cNvSpPr/>
            <p:nvPr/>
          </p:nvSpPr>
          <p:spPr>
            <a:xfrm>
              <a:off x="2497567" y="2564932"/>
              <a:ext cx="97654" cy="89392"/>
            </a:xfrm>
            <a:custGeom>
              <a:avLst/>
              <a:gdLst/>
              <a:ahLst/>
              <a:cxnLst/>
              <a:rect l="l" t="t" r="r" b="b"/>
              <a:pathLst>
                <a:path w="3723" h="3408" extrusionOk="0">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65"/>
            <p:cNvSpPr/>
            <p:nvPr/>
          </p:nvSpPr>
          <p:spPr>
            <a:xfrm>
              <a:off x="2756693" y="2558689"/>
              <a:ext cx="95530" cy="95556"/>
            </a:xfrm>
            <a:custGeom>
              <a:avLst/>
              <a:gdLst/>
              <a:ahLst/>
              <a:cxnLst/>
              <a:rect l="l" t="t" r="r" b="b"/>
              <a:pathLst>
                <a:path w="3642" h="3643" extrusionOk="0">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65"/>
            <p:cNvSpPr/>
            <p:nvPr/>
          </p:nvSpPr>
          <p:spPr>
            <a:xfrm>
              <a:off x="2748325" y="2564932"/>
              <a:ext cx="97681" cy="89392"/>
            </a:xfrm>
            <a:custGeom>
              <a:avLst/>
              <a:gdLst/>
              <a:ahLst/>
              <a:cxnLst/>
              <a:rect l="l" t="t" r="r" b="b"/>
              <a:pathLst>
                <a:path w="3724" h="3408" extrusionOk="0">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65"/>
            <p:cNvSpPr/>
            <p:nvPr/>
          </p:nvSpPr>
          <p:spPr>
            <a:xfrm>
              <a:off x="2523875" y="2576840"/>
              <a:ext cx="35778" cy="53745"/>
            </a:xfrm>
            <a:custGeom>
              <a:avLst/>
              <a:gdLst/>
              <a:ahLst/>
              <a:cxnLst/>
              <a:rect l="l" t="t" r="r" b="b"/>
              <a:pathLst>
                <a:path w="1364" h="2049" extrusionOk="0">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65"/>
            <p:cNvSpPr/>
            <p:nvPr/>
          </p:nvSpPr>
          <p:spPr>
            <a:xfrm>
              <a:off x="2647130" y="2648212"/>
              <a:ext cx="22558" cy="17941"/>
            </a:xfrm>
            <a:custGeom>
              <a:avLst/>
              <a:gdLst/>
              <a:ahLst/>
              <a:cxnLst/>
              <a:rect l="l" t="t" r="r" b="b"/>
              <a:pathLst>
                <a:path w="860" h="684" extrusionOk="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65"/>
            <p:cNvSpPr/>
            <p:nvPr/>
          </p:nvSpPr>
          <p:spPr>
            <a:xfrm>
              <a:off x="2688495" y="2648212"/>
              <a:ext cx="22505" cy="17941"/>
            </a:xfrm>
            <a:custGeom>
              <a:avLst/>
              <a:gdLst/>
              <a:ahLst/>
              <a:cxnLst/>
              <a:rect l="l" t="t" r="r" b="b"/>
              <a:pathLst>
                <a:path w="858" h="684" extrusionOk="0">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65"/>
            <p:cNvSpPr/>
            <p:nvPr/>
          </p:nvSpPr>
          <p:spPr>
            <a:xfrm>
              <a:off x="2541843" y="2576656"/>
              <a:ext cx="17810" cy="35830"/>
            </a:xfrm>
            <a:custGeom>
              <a:avLst/>
              <a:gdLst/>
              <a:ahLst/>
              <a:cxnLst/>
              <a:rect l="l" t="t" r="r" b="b"/>
              <a:pathLst>
                <a:path w="679" h="1366" extrusionOk="0">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65"/>
            <p:cNvSpPr/>
            <p:nvPr/>
          </p:nvSpPr>
          <p:spPr>
            <a:xfrm>
              <a:off x="2535784" y="2588591"/>
              <a:ext cx="11961" cy="11935"/>
            </a:xfrm>
            <a:custGeom>
              <a:avLst/>
              <a:gdLst/>
              <a:ahLst/>
              <a:cxnLst/>
              <a:rect l="l" t="t" r="r" b="b"/>
              <a:pathLst>
                <a:path w="456" h="455" extrusionOk="0">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65"/>
            <p:cNvSpPr/>
            <p:nvPr/>
          </p:nvSpPr>
          <p:spPr>
            <a:xfrm>
              <a:off x="2798477" y="2576840"/>
              <a:ext cx="35778" cy="53745"/>
            </a:xfrm>
            <a:custGeom>
              <a:avLst/>
              <a:gdLst/>
              <a:ahLst/>
              <a:cxnLst/>
              <a:rect l="l" t="t" r="r" b="b"/>
              <a:pathLst>
                <a:path w="1364" h="2049" extrusionOk="0">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65"/>
            <p:cNvSpPr/>
            <p:nvPr/>
          </p:nvSpPr>
          <p:spPr>
            <a:xfrm>
              <a:off x="2816261" y="2576656"/>
              <a:ext cx="17994" cy="35830"/>
            </a:xfrm>
            <a:custGeom>
              <a:avLst/>
              <a:gdLst/>
              <a:ahLst/>
              <a:cxnLst/>
              <a:rect l="l" t="t" r="r" b="b"/>
              <a:pathLst>
                <a:path w="686" h="1366" extrusionOk="0">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65"/>
            <p:cNvSpPr/>
            <p:nvPr/>
          </p:nvSpPr>
          <p:spPr>
            <a:xfrm>
              <a:off x="2810412" y="2588591"/>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65"/>
            <p:cNvSpPr/>
            <p:nvPr/>
          </p:nvSpPr>
          <p:spPr>
            <a:xfrm>
              <a:off x="2609595" y="2725879"/>
              <a:ext cx="138940" cy="35778"/>
            </a:xfrm>
            <a:custGeom>
              <a:avLst/>
              <a:gdLst/>
              <a:ahLst/>
              <a:cxnLst/>
              <a:rect l="l" t="t" r="r" b="b"/>
              <a:pathLst>
                <a:path w="5297" h="1364" extrusionOk="0">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65"/>
            <p:cNvSpPr/>
            <p:nvPr/>
          </p:nvSpPr>
          <p:spPr>
            <a:xfrm>
              <a:off x="2656730" y="2727662"/>
              <a:ext cx="91805" cy="33994"/>
            </a:xfrm>
            <a:custGeom>
              <a:avLst/>
              <a:gdLst/>
              <a:ahLst/>
              <a:cxnLst/>
              <a:rect l="l" t="t" r="r" b="b"/>
              <a:pathLst>
                <a:path w="3500" h="1296" extrusionOk="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9" name="Google Shape;15369;p65"/>
          <p:cNvGrpSpPr/>
          <p:nvPr/>
        </p:nvGrpSpPr>
        <p:grpSpPr>
          <a:xfrm>
            <a:off x="1672614" y="3441461"/>
            <a:ext cx="281054" cy="370158"/>
            <a:chOff x="1699703" y="3365261"/>
            <a:chExt cx="281054" cy="370158"/>
          </a:xfrm>
        </p:grpSpPr>
        <p:sp>
          <p:nvSpPr>
            <p:cNvPr id="15370" name="Google Shape;15370;p65"/>
            <p:cNvSpPr/>
            <p:nvPr/>
          </p:nvSpPr>
          <p:spPr>
            <a:xfrm>
              <a:off x="1737474" y="3471362"/>
              <a:ext cx="227781" cy="108435"/>
            </a:xfrm>
            <a:custGeom>
              <a:avLst/>
              <a:gdLst/>
              <a:ahLst/>
              <a:cxnLst/>
              <a:rect l="l" t="t" r="r" b="b"/>
              <a:pathLst>
                <a:path w="8684" h="4134" extrusionOk="0">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65"/>
            <p:cNvSpPr/>
            <p:nvPr/>
          </p:nvSpPr>
          <p:spPr>
            <a:xfrm>
              <a:off x="1743271" y="3393301"/>
              <a:ext cx="237486" cy="103425"/>
            </a:xfrm>
            <a:custGeom>
              <a:avLst/>
              <a:gdLst/>
              <a:ahLst/>
              <a:cxnLst/>
              <a:rect l="l" t="t" r="r" b="b"/>
              <a:pathLst>
                <a:path w="9054" h="3943" extrusionOk="0">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65"/>
            <p:cNvSpPr/>
            <p:nvPr/>
          </p:nvSpPr>
          <p:spPr>
            <a:xfrm>
              <a:off x="1709644" y="3365261"/>
              <a:ext cx="47686" cy="370158"/>
            </a:xfrm>
            <a:custGeom>
              <a:avLst/>
              <a:gdLst/>
              <a:ahLst/>
              <a:cxnLst/>
              <a:rect l="l" t="t" r="r" b="b"/>
              <a:pathLst>
                <a:path w="1818" h="14112" extrusionOk="0">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65"/>
            <p:cNvSpPr/>
            <p:nvPr/>
          </p:nvSpPr>
          <p:spPr>
            <a:xfrm>
              <a:off x="1709644" y="3365261"/>
              <a:ext cx="25653" cy="370158"/>
            </a:xfrm>
            <a:custGeom>
              <a:avLst/>
              <a:gdLst/>
              <a:ahLst/>
              <a:cxnLst/>
              <a:rect l="l" t="t" r="r" b="b"/>
              <a:pathLst>
                <a:path w="978" h="14112" extrusionOk="0">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65"/>
            <p:cNvSpPr/>
            <p:nvPr/>
          </p:nvSpPr>
          <p:spPr>
            <a:xfrm>
              <a:off x="1789881" y="3484660"/>
              <a:ext cx="38243" cy="70218"/>
            </a:xfrm>
            <a:custGeom>
              <a:avLst/>
              <a:gdLst/>
              <a:ahLst/>
              <a:cxnLst/>
              <a:rect l="l" t="t" r="r" b="b"/>
              <a:pathLst>
                <a:path w="1458" h="2677" extrusionOk="0">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65"/>
            <p:cNvSpPr/>
            <p:nvPr/>
          </p:nvSpPr>
          <p:spPr>
            <a:xfrm>
              <a:off x="1805147" y="3536228"/>
              <a:ext cx="122232" cy="130389"/>
            </a:xfrm>
            <a:custGeom>
              <a:avLst/>
              <a:gdLst/>
              <a:ahLst/>
              <a:cxnLst/>
              <a:rect l="l" t="t" r="r" b="b"/>
              <a:pathLst>
                <a:path w="4660" h="4971" extrusionOk="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65"/>
            <p:cNvSpPr/>
            <p:nvPr/>
          </p:nvSpPr>
          <p:spPr>
            <a:xfrm>
              <a:off x="1703611" y="3472699"/>
              <a:ext cx="59778" cy="24027"/>
            </a:xfrm>
            <a:custGeom>
              <a:avLst/>
              <a:gdLst/>
              <a:ahLst/>
              <a:cxnLst/>
              <a:rect l="l" t="t" r="r" b="b"/>
              <a:pathLst>
                <a:path w="2279" h="916" extrusionOk="0">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65"/>
            <p:cNvSpPr/>
            <p:nvPr/>
          </p:nvSpPr>
          <p:spPr>
            <a:xfrm>
              <a:off x="1699703" y="3472699"/>
              <a:ext cx="33810" cy="24027"/>
            </a:xfrm>
            <a:custGeom>
              <a:avLst/>
              <a:gdLst/>
              <a:ahLst/>
              <a:cxnLst/>
              <a:rect l="l" t="t" r="r" b="b"/>
              <a:pathLst>
                <a:path w="1289" h="916" extrusionOk="0">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65"/>
            <p:cNvSpPr/>
            <p:nvPr/>
          </p:nvSpPr>
          <p:spPr>
            <a:xfrm>
              <a:off x="1703611" y="3604138"/>
              <a:ext cx="59778" cy="23843"/>
            </a:xfrm>
            <a:custGeom>
              <a:avLst/>
              <a:gdLst/>
              <a:ahLst/>
              <a:cxnLst/>
              <a:rect l="l" t="t" r="r" b="b"/>
              <a:pathLst>
                <a:path w="2279" h="909" extrusionOk="0">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65"/>
            <p:cNvSpPr/>
            <p:nvPr/>
          </p:nvSpPr>
          <p:spPr>
            <a:xfrm>
              <a:off x="1699703" y="3604138"/>
              <a:ext cx="33810" cy="23843"/>
            </a:xfrm>
            <a:custGeom>
              <a:avLst/>
              <a:gdLst/>
              <a:ahLst/>
              <a:cxnLst/>
              <a:rect l="l" t="t" r="r" b="b"/>
              <a:pathLst>
                <a:path w="1289" h="909" extrusionOk="0">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0" name="Google Shape;15380;p65"/>
            <p:cNvSpPr/>
            <p:nvPr/>
          </p:nvSpPr>
          <p:spPr>
            <a:xfrm>
              <a:off x="1801606" y="3393222"/>
              <a:ext cx="177341" cy="55844"/>
            </a:xfrm>
            <a:custGeom>
              <a:avLst/>
              <a:gdLst/>
              <a:ahLst/>
              <a:cxnLst/>
              <a:rect l="l" t="t" r="r" b="b"/>
              <a:pathLst>
                <a:path w="6761" h="2129" extrusionOk="0">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65"/>
            <p:cNvSpPr/>
            <p:nvPr/>
          </p:nvSpPr>
          <p:spPr>
            <a:xfrm>
              <a:off x="1822957" y="3484319"/>
              <a:ext cx="141590" cy="95582"/>
            </a:xfrm>
            <a:custGeom>
              <a:avLst/>
              <a:gdLst/>
              <a:ahLst/>
              <a:cxnLst/>
              <a:rect l="l" t="t" r="r" b="b"/>
              <a:pathLst>
                <a:path w="5398" h="3644" extrusionOk="0">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65"/>
            <p:cNvSpPr/>
            <p:nvPr/>
          </p:nvSpPr>
          <p:spPr>
            <a:xfrm>
              <a:off x="1805147" y="3536228"/>
              <a:ext cx="98572" cy="130389"/>
            </a:xfrm>
            <a:custGeom>
              <a:avLst/>
              <a:gdLst/>
              <a:ahLst/>
              <a:cxnLst/>
              <a:rect l="l" t="t" r="r" b="b"/>
              <a:pathLst>
                <a:path w="3758" h="4971" extrusionOk="0">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3" name="Google Shape;15383;p65"/>
          <p:cNvGrpSpPr/>
          <p:nvPr/>
        </p:nvGrpSpPr>
        <p:grpSpPr>
          <a:xfrm>
            <a:off x="7939722" y="1595630"/>
            <a:ext cx="369974" cy="355626"/>
            <a:chOff x="7966810" y="1519430"/>
            <a:chExt cx="369974" cy="355626"/>
          </a:xfrm>
        </p:grpSpPr>
        <p:sp>
          <p:nvSpPr>
            <p:cNvPr id="15384" name="Google Shape;15384;p65"/>
            <p:cNvSpPr/>
            <p:nvPr/>
          </p:nvSpPr>
          <p:spPr>
            <a:xfrm>
              <a:off x="8205503" y="1519430"/>
              <a:ext cx="131281" cy="122992"/>
            </a:xfrm>
            <a:custGeom>
              <a:avLst/>
              <a:gdLst/>
              <a:ahLst/>
              <a:cxnLst/>
              <a:rect l="l" t="t" r="r" b="b"/>
              <a:pathLst>
                <a:path w="5005" h="4689" extrusionOk="0">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65"/>
            <p:cNvSpPr/>
            <p:nvPr/>
          </p:nvSpPr>
          <p:spPr>
            <a:xfrm>
              <a:off x="8230763" y="1530132"/>
              <a:ext cx="105130" cy="112291"/>
            </a:xfrm>
            <a:custGeom>
              <a:avLst/>
              <a:gdLst/>
              <a:ahLst/>
              <a:cxnLst/>
              <a:rect l="l" t="t" r="r" b="b"/>
              <a:pathLst>
                <a:path w="4008" h="4281" extrusionOk="0">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65"/>
            <p:cNvSpPr/>
            <p:nvPr/>
          </p:nvSpPr>
          <p:spPr>
            <a:xfrm>
              <a:off x="7966810" y="1519430"/>
              <a:ext cx="131281" cy="122992"/>
            </a:xfrm>
            <a:custGeom>
              <a:avLst/>
              <a:gdLst/>
              <a:ahLst/>
              <a:cxnLst/>
              <a:rect l="l" t="t" r="r" b="b"/>
              <a:pathLst>
                <a:path w="5005" h="4689" extrusionOk="0">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65"/>
            <p:cNvSpPr/>
            <p:nvPr/>
          </p:nvSpPr>
          <p:spPr>
            <a:xfrm>
              <a:off x="7967886" y="1530132"/>
              <a:ext cx="104946" cy="112291"/>
            </a:xfrm>
            <a:custGeom>
              <a:avLst/>
              <a:gdLst/>
              <a:ahLst/>
              <a:cxnLst/>
              <a:rect l="l" t="t" r="r" b="b"/>
              <a:pathLst>
                <a:path w="4001" h="4281" extrusionOk="0">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65"/>
            <p:cNvSpPr/>
            <p:nvPr/>
          </p:nvSpPr>
          <p:spPr>
            <a:xfrm>
              <a:off x="8002562" y="1564677"/>
              <a:ext cx="298471" cy="310380"/>
            </a:xfrm>
            <a:custGeom>
              <a:avLst/>
              <a:gdLst/>
              <a:ahLst/>
              <a:cxnLst/>
              <a:rect l="l" t="t" r="r" b="b"/>
              <a:pathLst>
                <a:path w="11379" h="11833" extrusionOk="0">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65"/>
            <p:cNvSpPr/>
            <p:nvPr/>
          </p:nvSpPr>
          <p:spPr>
            <a:xfrm>
              <a:off x="8100741" y="1803527"/>
              <a:ext cx="102481" cy="35778"/>
            </a:xfrm>
            <a:custGeom>
              <a:avLst/>
              <a:gdLst/>
              <a:ahLst/>
              <a:cxnLst/>
              <a:rect l="l" t="t" r="r" b="b"/>
              <a:pathLst>
                <a:path w="3907" h="1364" extrusionOk="0">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65"/>
            <p:cNvSpPr/>
            <p:nvPr/>
          </p:nvSpPr>
          <p:spPr>
            <a:xfrm>
              <a:off x="8084924" y="1714948"/>
              <a:ext cx="133930" cy="94507"/>
            </a:xfrm>
            <a:custGeom>
              <a:avLst/>
              <a:gdLst/>
              <a:ahLst/>
              <a:cxnLst/>
              <a:rect l="l" t="t" r="r" b="b"/>
              <a:pathLst>
                <a:path w="5106" h="3603" extrusionOk="0">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1" name="Google Shape;15391;p65"/>
            <p:cNvSpPr/>
            <p:nvPr/>
          </p:nvSpPr>
          <p:spPr>
            <a:xfrm>
              <a:off x="8002562" y="1564677"/>
              <a:ext cx="149249" cy="309855"/>
            </a:xfrm>
            <a:custGeom>
              <a:avLst/>
              <a:gdLst/>
              <a:ahLst/>
              <a:cxnLst/>
              <a:rect l="l" t="t" r="r" b="b"/>
              <a:pathLst>
                <a:path w="5690" h="11813" extrusionOk="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65"/>
            <p:cNvSpPr/>
            <p:nvPr/>
          </p:nvSpPr>
          <p:spPr>
            <a:xfrm>
              <a:off x="8112492" y="1755684"/>
              <a:ext cx="29010" cy="28486"/>
            </a:xfrm>
            <a:custGeom>
              <a:avLst/>
              <a:gdLst/>
              <a:ahLst/>
              <a:cxnLst/>
              <a:rect l="l" t="t" r="r" b="b"/>
              <a:pathLst>
                <a:path w="1106" h="1086" extrusionOk="0">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65"/>
            <p:cNvSpPr/>
            <p:nvPr/>
          </p:nvSpPr>
          <p:spPr>
            <a:xfrm>
              <a:off x="8161935" y="1755788"/>
              <a:ext cx="29194" cy="28538"/>
            </a:xfrm>
            <a:custGeom>
              <a:avLst/>
              <a:gdLst/>
              <a:ahLst/>
              <a:cxnLst/>
              <a:rect l="l" t="t" r="r" b="b"/>
              <a:pathLst>
                <a:path w="1113" h="1088" extrusionOk="0">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65"/>
            <p:cNvSpPr/>
            <p:nvPr/>
          </p:nvSpPr>
          <p:spPr>
            <a:xfrm>
              <a:off x="8068189" y="1666213"/>
              <a:ext cx="35778" cy="41837"/>
            </a:xfrm>
            <a:custGeom>
              <a:avLst/>
              <a:gdLst/>
              <a:ahLst/>
              <a:cxnLst/>
              <a:rect l="l" t="t" r="r" b="b"/>
              <a:pathLst>
                <a:path w="1364" h="1595" extrusionOk="0">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65"/>
            <p:cNvSpPr/>
            <p:nvPr/>
          </p:nvSpPr>
          <p:spPr>
            <a:xfrm>
              <a:off x="8086157" y="1666213"/>
              <a:ext cx="17810" cy="29797"/>
            </a:xfrm>
            <a:custGeom>
              <a:avLst/>
              <a:gdLst/>
              <a:ahLst/>
              <a:cxnLst/>
              <a:rect l="l" t="t" r="r" b="b"/>
              <a:pathLst>
                <a:path w="679" h="1136" extrusionOk="0">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65"/>
            <p:cNvSpPr/>
            <p:nvPr/>
          </p:nvSpPr>
          <p:spPr>
            <a:xfrm>
              <a:off x="8080098" y="1672089"/>
              <a:ext cx="11961" cy="11961"/>
            </a:xfrm>
            <a:custGeom>
              <a:avLst/>
              <a:gdLst/>
              <a:ahLst/>
              <a:cxnLst/>
              <a:rect l="l" t="t" r="r" b="b"/>
              <a:pathLst>
                <a:path w="456" h="456" extrusionOk="0">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65"/>
            <p:cNvSpPr/>
            <p:nvPr/>
          </p:nvSpPr>
          <p:spPr>
            <a:xfrm>
              <a:off x="8199628" y="1666213"/>
              <a:ext cx="35778" cy="41837"/>
            </a:xfrm>
            <a:custGeom>
              <a:avLst/>
              <a:gdLst/>
              <a:ahLst/>
              <a:cxnLst/>
              <a:rect l="l" t="t" r="r" b="b"/>
              <a:pathLst>
                <a:path w="1364" h="1595" extrusionOk="0">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65"/>
            <p:cNvSpPr/>
            <p:nvPr/>
          </p:nvSpPr>
          <p:spPr>
            <a:xfrm>
              <a:off x="8217412" y="1666213"/>
              <a:ext cx="17994" cy="29797"/>
            </a:xfrm>
            <a:custGeom>
              <a:avLst/>
              <a:gdLst/>
              <a:ahLst/>
              <a:cxnLst/>
              <a:rect l="l" t="t" r="r" b="b"/>
              <a:pathLst>
                <a:path w="686" h="1136" extrusionOk="0">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65"/>
            <p:cNvSpPr/>
            <p:nvPr/>
          </p:nvSpPr>
          <p:spPr>
            <a:xfrm>
              <a:off x="8211536" y="1672089"/>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00" name="Google Shape;15400;p65"/>
          <p:cNvGrpSpPr/>
          <p:nvPr/>
        </p:nvGrpSpPr>
        <p:grpSpPr>
          <a:xfrm>
            <a:off x="2765540" y="3441540"/>
            <a:ext cx="290445" cy="370079"/>
            <a:chOff x="2792628" y="3365340"/>
            <a:chExt cx="290445" cy="370079"/>
          </a:xfrm>
        </p:grpSpPr>
        <p:sp>
          <p:nvSpPr>
            <p:cNvPr id="15401" name="Google Shape;15401;p65"/>
            <p:cNvSpPr/>
            <p:nvPr/>
          </p:nvSpPr>
          <p:spPr>
            <a:xfrm>
              <a:off x="2792628" y="3365366"/>
              <a:ext cx="290445" cy="287769"/>
            </a:xfrm>
            <a:custGeom>
              <a:avLst/>
              <a:gdLst/>
              <a:ahLst/>
              <a:cxnLst/>
              <a:rect l="l" t="t" r="r" b="b"/>
              <a:pathLst>
                <a:path w="11073" h="10971" extrusionOk="0">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65"/>
            <p:cNvSpPr/>
            <p:nvPr/>
          </p:nvSpPr>
          <p:spPr>
            <a:xfrm>
              <a:off x="2792628" y="3502025"/>
              <a:ext cx="145314" cy="89156"/>
            </a:xfrm>
            <a:custGeom>
              <a:avLst/>
              <a:gdLst/>
              <a:ahLst/>
              <a:cxnLst/>
              <a:rect l="l" t="t" r="r" b="b"/>
              <a:pathLst>
                <a:path w="5540" h="3399" extrusionOk="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65"/>
            <p:cNvSpPr/>
            <p:nvPr/>
          </p:nvSpPr>
          <p:spPr>
            <a:xfrm>
              <a:off x="2937916" y="3427348"/>
              <a:ext cx="145157" cy="88946"/>
            </a:xfrm>
            <a:custGeom>
              <a:avLst/>
              <a:gdLst/>
              <a:ahLst/>
              <a:cxnLst/>
              <a:rect l="l" t="t" r="r" b="b"/>
              <a:pathLst>
                <a:path w="5534" h="3391" extrusionOk="0">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65"/>
            <p:cNvSpPr/>
            <p:nvPr/>
          </p:nvSpPr>
          <p:spPr>
            <a:xfrm>
              <a:off x="2856105" y="3365340"/>
              <a:ext cx="108356" cy="143845"/>
            </a:xfrm>
            <a:custGeom>
              <a:avLst/>
              <a:gdLst/>
              <a:ahLst/>
              <a:cxnLst/>
              <a:rect l="l" t="t" r="r" b="b"/>
              <a:pathLst>
                <a:path w="4131" h="5484" extrusionOk="0">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65"/>
            <p:cNvSpPr/>
            <p:nvPr/>
          </p:nvSpPr>
          <p:spPr>
            <a:xfrm>
              <a:off x="2911424" y="3509159"/>
              <a:ext cx="108173" cy="143845"/>
            </a:xfrm>
            <a:custGeom>
              <a:avLst/>
              <a:gdLst/>
              <a:ahLst/>
              <a:cxnLst/>
              <a:rect l="l" t="t" r="r" b="b"/>
              <a:pathLst>
                <a:path w="4124" h="5484" extrusionOk="0">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65"/>
            <p:cNvSpPr/>
            <p:nvPr/>
          </p:nvSpPr>
          <p:spPr>
            <a:xfrm>
              <a:off x="2830504" y="3566708"/>
              <a:ext cx="25181" cy="17889"/>
            </a:xfrm>
            <a:custGeom>
              <a:avLst/>
              <a:gdLst/>
              <a:ahLst/>
              <a:cxnLst/>
              <a:rect l="l" t="t" r="r" b="b"/>
              <a:pathLst>
                <a:path w="960" h="682" extrusionOk="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65"/>
            <p:cNvSpPr/>
            <p:nvPr/>
          </p:nvSpPr>
          <p:spPr>
            <a:xfrm>
              <a:off x="2857547" y="3525002"/>
              <a:ext cx="57890" cy="40735"/>
            </a:xfrm>
            <a:custGeom>
              <a:avLst/>
              <a:gdLst/>
              <a:ahLst/>
              <a:cxnLst/>
              <a:rect l="l" t="t" r="r" b="b"/>
              <a:pathLst>
                <a:path w="2207" h="1553" extrusionOk="0">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65"/>
            <p:cNvSpPr/>
            <p:nvPr/>
          </p:nvSpPr>
          <p:spPr>
            <a:xfrm>
              <a:off x="3020095" y="3433407"/>
              <a:ext cx="26256" cy="18492"/>
            </a:xfrm>
            <a:custGeom>
              <a:avLst/>
              <a:gdLst/>
              <a:ahLst/>
              <a:cxnLst/>
              <a:rect l="l" t="t" r="r" b="b"/>
              <a:pathLst>
                <a:path w="1001" h="705" extrusionOk="0">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65"/>
            <p:cNvSpPr/>
            <p:nvPr/>
          </p:nvSpPr>
          <p:spPr>
            <a:xfrm>
              <a:off x="2961392" y="3452529"/>
              <a:ext cx="57837" cy="40657"/>
            </a:xfrm>
            <a:custGeom>
              <a:avLst/>
              <a:gdLst/>
              <a:ahLst/>
              <a:cxnLst/>
              <a:rect l="l" t="t" r="r" b="b"/>
              <a:pathLst>
                <a:path w="2205" h="1550" extrusionOk="0">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65"/>
            <p:cNvSpPr/>
            <p:nvPr/>
          </p:nvSpPr>
          <p:spPr>
            <a:xfrm>
              <a:off x="2860878" y="3404292"/>
              <a:ext cx="21404" cy="20591"/>
            </a:xfrm>
            <a:custGeom>
              <a:avLst/>
              <a:gdLst/>
              <a:ahLst/>
              <a:cxnLst/>
              <a:rect l="l" t="t" r="r" b="b"/>
              <a:pathLst>
                <a:path w="816" h="785" extrusionOk="0">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65"/>
            <p:cNvSpPr/>
            <p:nvPr/>
          </p:nvSpPr>
          <p:spPr>
            <a:xfrm>
              <a:off x="2879790" y="3431466"/>
              <a:ext cx="43568" cy="52093"/>
            </a:xfrm>
            <a:custGeom>
              <a:avLst/>
              <a:gdLst/>
              <a:ahLst/>
              <a:cxnLst/>
              <a:rect l="l" t="t" r="r" b="b"/>
              <a:pathLst>
                <a:path w="1661" h="1986" extrusionOk="0">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65"/>
            <p:cNvSpPr/>
            <p:nvPr/>
          </p:nvSpPr>
          <p:spPr>
            <a:xfrm>
              <a:off x="2993445" y="3593856"/>
              <a:ext cx="21509" cy="20617"/>
            </a:xfrm>
            <a:custGeom>
              <a:avLst/>
              <a:gdLst/>
              <a:ahLst/>
              <a:cxnLst/>
              <a:rect l="l" t="t" r="r" b="b"/>
              <a:pathLst>
                <a:path w="820" h="786" extrusionOk="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65"/>
            <p:cNvSpPr/>
            <p:nvPr/>
          </p:nvSpPr>
          <p:spPr>
            <a:xfrm>
              <a:off x="2952500" y="3535258"/>
              <a:ext cx="43620" cy="52171"/>
            </a:xfrm>
            <a:custGeom>
              <a:avLst/>
              <a:gdLst/>
              <a:ahLst/>
              <a:cxnLst/>
              <a:rect l="l" t="t" r="r" b="b"/>
              <a:pathLst>
                <a:path w="1663" h="1989" extrusionOk="0">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65"/>
            <p:cNvSpPr/>
            <p:nvPr/>
          </p:nvSpPr>
          <p:spPr>
            <a:xfrm>
              <a:off x="2912315" y="3503284"/>
              <a:ext cx="41470" cy="232136"/>
            </a:xfrm>
            <a:custGeom>
              <a:avLst/>
              <a:gdLst/>
              <a:ahLst/>
              <a:cxnLst/>
              <a:rect l="l" t="t" r="r" b="b"/>
              <a:pathLst>
                <a:path w="1581" h="8850" extrusionOk="0">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5" name="Google Shape;15415;p65"/>
          <p:cNvGrpSpPr/>
          <p:nvPr/>
        </p:nvGrpSpPr>
        <p:grpSpPr>
          <a:xfrm>
            <a:off x="1362497" y="2064517"/>
            <a:ext cx="388125" cy="353790"/>
            <a:chOff x="1389585" y="1988317"/>
            <a:chExt cx="388125" cy="353790"/>
          </a:xfrm>
        </p:grpSpPr>
        <p:sp>
          <p:nvSpPr>
            <p:cNvPr id="15416" name="Google Shape;15416;p65"/>
            <p:cNvSpPr/>
            <p:nvPr/>
          </p:nvSpPr>
          <p:spPr>
            <a:xfrm>
              <a:off x="1673551" y="2066221"/>
              <a:ext cx="104159" cy="74546"/>
            </a:xfrm>
            <a:custGeom>
              <a:avLst/>
              <a:gdLst/>
              <a:ahLst/>
              <a:cxnLst/>
              <a:rect l="l" t="t" r="r" b="b"/>
              <a:pathLst>
                <a:path w="3971" h="2842" extrusionOk="0">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65"/>
            <p:cNvSpPr/>
            <p:nvPr/>
          </p:nvSpPr>
          <p:spPr>
            <a:xfrm>
              <a:off x="1691519" y="2074745"/>
              <a:ext cx="77510" cy="66021"/>
            </a:xfrm>
            <a:custGeom>
              <a:avLst/>
              <a:gdLst/>
              <a:ahLst/>
              <a:cxnLst/>
              <a:rect l="l" t="t" r="r" b="b"/>
              <a:pathLst>
                <a:path w="2955" h="2517" extrusionOk="0">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65"/>
            <p:cNvSpPr/>
            <p:nvPr/>
          </p:nvSpPr>
          <p:spPr>
            <a:xfrm>
              <a:off x="1389585" y="2066221"/>
              <a:ext cx="104002" cy="74546"/>
            </a:xfrm>
            <a:custGeom>
              <a:avLst/>
              <a:gdLst/>
              <a:ahLst/>
              <a:cxnLst/>
              <a:rect l="l" t="t" r="r" b="b"/>
              <a:pathLst>
                <a:path w="3965" h="2842" extrusionOk="0">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65"/>
            <p:cNvSpPr/>
            <p:nvPr/>
          </p:nvSpPr>
          <p:spPr>
            <a:xfrm>
              <a:off x="1398267" y="2074745"/>
              <a:ext cx="77352" cy="66021"/>
            </a:xfrm>
            <a:custGeom>
              <a:avLst/>
              <a:gdLst/>
              <a:ahLst/>
              <a:cxnLst/>
              <a:rect l="l" t="t" r="r" b="b"/>
              <a:pathLst>
                <a:path w="2949" h="2517" extrusionOk="0">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65"/>
            <p:cNvSpPr/>
            <p:nvPr/>
          </p:nvSpPr>
          <p:spPr>
            <a:xfrm>
              <a:off x="1655584" y="1988317"/>
              <a:ext cx="89838" cy="101930"/>
            </a:xfrm>
            <a:custGeom>
              <a:avLst/>
              <a:gdLst/>
              <a:ahLst/>
              <a:cxnLst/>
              <a:rect l="l" t="t" r="r" b="b"/>
              <a:pathLst>
                <a:path w="3425" h="3886" extrusionOk="0">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65"/>
            <p:cNvSpPr/>
            <p:nvPr/>
          </p:nvSpPr>
          <p:spPr>
            <a:xfrm>
              <a:off x="1670168" y="1988317"/>
              <a:ext cx="75254" cy="101930"/>
            </a:xfrm>
            <a:custGeom>
              <a:avLst/>
              <a:gdLst/>
              <a:ahLst/>
              <a:cxnLst/>
              <a:rect l="l" t="t" r="r" b="b"/>
              <a:pathLst>
                <a:path w="2869" h="3886" extrusionOk="0">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65"/>
            <p:cNvSpPr/>
            <p:nvPr/>
          </p:nvSpPr>
          <p:spPr>
            <a:xfrm>
              <a:off x="1421691" y="1988317"/>
              <a:ext cx="90021" cy="101930"/>
            </a:xfrm>
            <a:custGeom>
              <a:avLst/>
              <a:gdLst/>
              <a:ahLst/>
              <a:cxnLst/>
              <a:rect l="l" t="t" r="r" b="b"/>
              <a:pathLst>
                <a:path w="3432" h="3886" extrusionOk="0">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65"/>
            <p:cNvSpPr/>
            <p:nvPr/>
          </p:nvSpPr>
          <p:spPr>
            <a:xfrm>
              <a:off x="1421691" y="1988317"/>
              <a:ext cx="75280" cy="101930"/>
            </a:xfrm>
            <a:custGeom>
              <a:avLst/>
              <a:gdLst/>
              <a:ahLst/>
              <a:cxnLst/>
              <a:rect l="l" t="t" r="r" b="b"/>
              <a:pathLst>
                <a:path w="2870" h="3886" extrusionOk="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65"/>
            <p:cNvSpPr/>
            <p:nvPr/>
          </p:nvSpPr>
          <p:spPr>
            <a:xfrm>
              <a:off x="1461193" y="2012502"/>
              <a:ext cx="244726" cy="295088"/>
            </a:xfrm>
            <a:custGeom>
              <a:avLst/>
              <a:gdLst/>
              <a:ahLst/>
              <a:cxnLst/>
              <a:rect l="l" t="t" r="r" b="b"/>
              <a:pathLst>
                <a:path w="9330" h="11250" extrusionOk="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65"/>
            <p:cNvSpPr/>
            <p:nvPr/>
          </p:nvSpPr>
          <p:spPr>
            <a:xfrm>
              <a:off x="1461901" y="2012869"/>
              <a:ext cx="111346" cy="294720"/>
            </a:xfrm>
            <a:custGeom>
              <a:avLst/>
              <a:gdLst/>
              <a:ahLst/>
              <a:cxnLst/>
              <a:rect l="l" t="t" r="r" b="b"/>
              <a:pathLst>
                <a:path w="4245" h="11236" extrusionOk="0">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65"/>
            <p:cNvSpPr/>
            <p:nvPr/>
          </p:nvSpPr>
          <p:spPr>
            <a:xfrm>
              <a:off x="1526270" y="2270054"/>
              <a:ext cx="114573" cy="72054"/>
            </a:xfrm>
            <a:custGeom>
              <a:avLst/>
              <a:gdLst/>
              <a:ahLst/>
              <a:cxnLst/>
              <a:rect l="l" t="t" r="r" b="b"/>
              <a:pathLst>
                <a:path w="4368" h="2747" extrusionOk="0">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65"/>
            <p:cNvSpPr/>
            <p:nvPr/>
          </p:nvSpPr>
          <p:spPr>
            <a:xfrm>
              <a:off x="1526270" y="2270211"/>
              <a:ext cx="75437" cy="71896"/>
            </a:xfrm>
            <a:custGeom>
              <a:avLst/>
              <a:gdLst/>
              <a:ahLst/>
              <a:cxnLst/>
              <a:rect l="l" t="t" r="r" b="b"/>
              <a:pathLst>
                <a:path w="2876" h="2741" extrusionOk="0">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65"/>
            <p:cNvSpPr/>
            <p:nvPr/>
          </p:nvSpPr>
          <p:spPr>
            <a:xfrm>
              <a:off x="1547621" y="2287628"/>
              <a:ext cx="19463" cy="24420"/>
            </a:xfrm>
            <a:custGeom>
              <a:avLst/>
              <a:gdLst/>
              <a:ahLst/>
              <a:cxnLst/>
              <a:rect l="l" t="t" r="r" b="b"/>
              <a:pathLst>
                <a:path w="742" h="931" extrusionOk="0">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65"/>
            <p:cNvSpPr/>
            <p:nvPr/>
          </p:nvSpPr>
          <p:spPr>
            <a:xfrm>
              <a:off x="1600029" y="2287628"/>
              <a:ext cx="19463" cy="24420"/>
            </a:xfrm>
            <a:custGeom>
              <a:avLst/>
              <a:gdLst/>
              <a:ahLst/>
              <a:cxnLst/>
              <a:rect l="l" t="t" r="r" b="b"/>
              <a:pathLst>
                <a:path w="742" h="931" extrusionOk="0">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65"/>
            <p:cNvSpPr/>
            <p:nvPr/>
          </p:nvSpPr>
          <p:spPr>
            <a:xfrm>
              <a:off x="1499594" y="2126156"/>
              <a:ext cx="35961" cy="41994"/>
            </a:xfrm>
            <a:custGeom>
              <a:avLst/>
              <a:gdLst/>
              <a:ahLst/>
              <a:cxnLst/>
              <a:rect l="l" t="t" r="r" b="b"/>
              <a:pathLst>
                <a:path w="1371" h="1601" extrusionOk="0">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1" name="Google Shape;15431;p65"/>
            <p:cNvSpPr/>
            <p:nvPr/>
          </p:nvSpPr>
          <p:spPr>
            <a:xfrm>
              <a:off x="1517561" y="2126156"/>
              <a:ext cx="17994" cy="30086"/>
            </a:xfrm>
            <a:custGeom>
              <a:avLst/>
              <a:gdLst/>
              <a:ahLst/>
              <a:cxnLst/>
              <a:rect l="l" t="t" r="r" b="b"/>
              <a:pathLst>
                <a:path w="686" h="1147" extrusionOk="0">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65"/>
            <p:cNvSpPr/>
            <p:nvPr/>
          </p:nvSpPr>
          <p:spPr>
            <a:xfrm>
              <a:off x="1511686" y="2132215"/>
              <a:ext cx="11961" cy="11935"/>
            </a:xfrm>
            <a:custGeom>
              <a:avLst/>
              <a:gdLst/>
              <a:ahLst/>
              <a:cxnLst/>
              <a:rect l="l" t="t" r="r" b="b"/>
              <a:pathLst>
                <a:path w="456" h="455" extrusionOk="0">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65"/>
            <p:cNvSpPr/>
            <p:nvPr/>
          </p:nvSpPr>
          <p:spPr>
            <a:xfrm>
              <a:off x="1631583" y="2126156"/>
              <a:ext cx="35935" cy="41994"/>
            </a:xfrm>
            <a:custGeom>
              <a:avLst/>
              <a:gdLst/>
              <a:ahLst/>
              <a:cxnLst/>
              <a:rect l="l" t="t" r="r" b="b"/>
              <a:pathLst>
                <a:path w="1370" h="1601" extrusionOk="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65"/>
            <p:cNvSpPr/>
            <p:nvPr/>
          </p:nvSpPr>
          <p:spPr>
            <a:xfrm>
              <a:off x="1649525" y="2126156"/>
              <a:ext cx="17994" cy="30086"/>
            </a:xfrm>
            <a:custGeom>
              <a:avLst/>
              <a:gdLst/>
              <a:ahLst/>
              <a:cxnLst/>
              <a:rect l="l" t="t" r="r" b="b"/>
              <a:pathLst>
                <a:path w="686" h="1147" extrusionOk="0">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65"/>
            <p:cNvSpPr/>
            <p:nvPr/>
          </p:nvSpPr>
          <p:spPr>
            <a:xfrm>
              <a:off x="1643492" y="2132215"/>
              <a:ext cx="12118" cy="11935"/>
            </a:xfrm>
            <a:custGeom>
              <a:avLst/>
              <a:gdLst/>
              <a:ahLst/>
              <a:cxnLst/>
              <a:rect l="l" t="t" r="r" b="b"/>
              <a:pathLst>
                <a:path w="462" h="455" extrusionOk="0">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65"/>
            <p:cNvSpPr/>
            <p:nvPr/>
          </p:nvSpPr>
          <p:spPr>
            <a:xfrm>
              <a:off x="1483410" y="2012370"/>
              <a:ext cx="190876" cy="73077"/>
            </a:xfrm>
            <a:custGeom>
              <a:avLst/>
              <a:gdLst/>
              <a:ahLst/>
              <a:cxnLst/>
              <a:rect l="l" t="t" r="r" b="b"/>
              <a:pathLst>
                <a:path w="7277" h="2786" extrusionOk="0">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65"/>
            <p:cNvSpPr/>
            <p:nvPr/>
          </p:nvSpPr>
          <p:spPr>
            <a:xfrm>
              <a:off x="1483410" y="2012869"/>
              <a:ext cx="89838" cy="60460"/>
            </a:xfrm>
            <a:custGeom>
              <a:avLst/>
              <a:gdLst/>
              <a:ahLst/>
              <a:cxnLst/>
              <a:rect l="l" t="t" r="r" b="b"/>
              <a:pathLst>
                <a:path w="3425" h="2305" extrusionOk="0">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8" name="Google Shape;15438;p65"/>
          <p:cNvGrpSpPr/>
          <p:nvPr/>
        </p:nvGrpSpPr>
        <p:grpSpPr>
          <a:xfrm>
            <a:off x="2465836" y="1588390"/>
            <a:ext cx="370158" cy="370158"/>
            <a:chOff x="2492924" y="1512190"/>
            <a:chExt cx="370158" cy="370158"/>
          </a:xfrm>
        </p:grpSpPr>
        <p:sp>
          <p:nvSpPr>
            <p:cNvPr id="15439" name="Google Shape;15439;p65"/>
            <p:cNvSpPr/>
            <p:nvPr/>
          </p:nvSpPr>
          <p:spPr>
            <a:xfrm>
              <a:off x="2492924" y="1512190"/>
              <a:ext cx="370158" cy="370158"/>
            </a:xfrm>
            <a:custGeom>
              <a:avLst/>
              <a:gdLst/>
              <a:ahLst/>
              <a:cxnLst/>
              <a:rect l="l" t="t" r="r" b="b"/>
              <a:pathLst>
                <a:path w="14112" h="14112" extrusionOk="0">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65"/>
            <p:cNvSpPr/>
            <p:nvPr/>
          </p:nvSpPr>
          <p:spPr>
            <a:xfrm>
              <a:off x="2492924" y="1512190"/>
              <a:ext cx="185000" cy="369974"/>
            </a:xfrm>
            <a:custGeom>
              <a:avLst/>
              <a:gdLst/>
              <a:ahLst/>
              <a:cxnLst/>
              <a:rect l="l" t="t" r="r" b="b"/>
              <a:pathLst>
                <a:path w="7053" h="14105" extrusionOk="0">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65"/>
            <p:cNvSpPr/>
            <p:nvPr/>
          </p:nvSpPr>
          <p:spPr>
            <a:xfrm>
              <a:off x="2725033" y="1548047"/>
              <a:ext cx="91307" cy="91175"/>
            </a:xfrm>
            <a:custGeom>
              <a:avLst/>
              <a:gdLst/>
              <a:ahLst/>
              <a:cxnLst/>
              <a:rect l="l" t="t" r="r" b="b"/>
              <a:pathLst>
                <a:path w="3481" h="3476" extrusionOk="0">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2" name="Google Shape;15442;p65"/>
            <p:cNvSpPr/>
            <p:nvPr/>
          </p:nvSpPr>
          <p:spPr>
            <a:xfrm>
              <a:off x="2740509" y="1563732"/>
              <a:ext cx="66782" cy="71739"/>
            </a:xfrm>
            <a:custGeom>
              <a:avLst/>
              <a:gdLst/>
              <a:ahLst/>
              <a:cxnLst/>
              <a:rect l="l" t="t" r="r" b="b"/>
              <a:pathLst>
                <a:path w="2546" h="2735" extrusionOk="0">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65"/>
            <p:cNvSpPr/>
            <p:nvPr/>
          </p:nvSpPr>
          <p:spPr>
            <a:xfrm>
              <a:off x="2539666" y="1548047"/>
              <a:ext cx="91307" cy="91175"/>
            </a:xfrm>
            <a:custGeom>
              <a:avLst/>
              <a:gdLst/>
              <a:ahLst/>
              <a:cxnLst/>
              <a:rect l="l" t="t" r="r" b="b"/>
              <a:pathLst>
                <a:path w="3481" h="3476" extrusionOk="0">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65"/>
            <p:cNvSpPr/>
            <p:nvPr/>
          </p:nvSpPr>
          <p:spPr>
            <a:xfrm>
              <a:off x="2548532" y="1563732"/>
              <a:ext cx="66782" cy="71739"/>
            </a:xfrm>
            <a:custGeom>
              <a:avLst/>
              <a:gdLst/>
              <a:ahLst/>
              <a:cxnLst/>
              <a:rect l="l" t="t" r="r" b="b"/>
              <a:pathLst>
                <a:path w="2546" h="2735" extrusionOk="0">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65"/>
            <p:cNvSpPr/>
            <p:nvPr/>
          </p:nvSpPr>
          <p:spPr>
            <a:xfrm>
              <a:off x="2540767" y="1577975"/>
              <a:ext cx="274471" cy="250654"/>
            </a:xfrm>
            <a:custGeom>
              <a:avLst/>
              <a:gdLst/>
              <a:ahLst/>
              <a:cxnLst/>
              <a:rect l="l" t="t" r="r" b="b"/>
              <a:pathLst>
                <a:path w="10464" h="9556" extrusionOk="0">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65"/>
            <p:cNvSpPr/>
            <p:nvPr/>
          </p:nvSpPr>
          <p:spPr>
            <a:xfrm>
              <a:off x="2540767" y="1577949"/>
              <a:ext cx="87530" cy="229513"/>
            </a:xfrm>
            <a:custGeom>
              <a:avLst/>
              <a:gdLst/>
              <a:ahLst/>
              <a:cxnLst/>
              <a:rect l="l" t="t" r="r" b="b"/>
              <a:pathLst>
                <a:path w="3337" h="8750" extrusionOk="0">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65"/>
            <p:cNvSpPr/>
            <p:nvPr/>
          </p:nvSpPr>
          <p:spPr>
            <a:xfrm>
              <a:off x="2544676" y="1735067"/>
              <a:ext cx="266471" cy="93562"/>
            </a:xfrm>
            <a:custGeom>
              <a:avLst/>
              <a:gdLst/>
              <a:ahLst/>
              <a:cxnLst/>
              <a:rect l="l" t="t" r="r" b="b"/>
              <a:pathLst>
                <a:path w="10159" h="3567" extrusionOk="0">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65"/>
            <p:cNvSpPr/>
            <p:nvPr/>
          </p:nvSpPr>
          <p:spPr>
            <a:xfrm>
              <a:off x="2628454" y="1810478"/>
              <a:ext cx="99097" cy="41994"/>
            </a:xfrm>
            <a:custGeom>
              <a:avLst/>
              <a:gdLst/>
              <a:ahLst/>
              <a:cxnLst/>
              <a:rect l="l" t="t" r="r" b="b"/>
              <a:pathLst>
                <a:path w="3778" h="1601" extrusionOk="0">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65"/>
            <p:cNvSpPr/>
            <p:nvPr/>
          </p:nvSpPr>
          <p:spPr>
            <a:xfrm>
              <a:off x="2606395" y="1762976"/>
              <a:ext cx="143216" cy="59621"/>
            </a:xfrm>
            <a:custGeom>
              <a:avLst/>
              <a:gdLst/>
              <a:ahLst/>
              <a:cxnLst/>
              <a:rect l="l" t="t" r="r" b="b"/>
              <a:pathLst>
                <a:path w="5460" h="2273" extrusionOk="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65"/>
            <p:cNvSpPr/>
            <p:nvPr/>
          </p:nvSpPr>
          <p:spPr>
            <a:xfrm>
              <a:off x="2601778" y="1776353"/>
              <a:ext cx="152265" cy="51935"/>
            </a:xfrm>
            <a:custGeom>
              <a:avLst/>
              <a:gdLst/>
              <a:ahLst/>
              <a:cxnLst/>
              <a:rect l="l" t="t" r="r" b="b"/>
              <a:pathLst>
                <a:path w="5805" h="1980" extrusionOk="0">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65"/>
            <p:cNvSpPr/>
            <p:nvPr/>
          </p:nvSpPr>
          <p:spPr>
            <a:xfrm>
              <a:off x="2640022" y="1759434"/>
              <a:ext cx="75778" cy="31633"/>
            </a:xfrm>
            <a:custGeom>
              <a:avLst/>
              <a:gdLst/>
              <a:ahLst/>
              <a:cxnLst/>
              <a:rect l="l" t="t" r="r" b="b"/>
              <a:pathLst>
                <a:path w="2889" h="1206" extrusionOk="0">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65"/>
            <p:cNvSpPr/>
            <p:nvPr/>
          </p:nvSpPr>
          <p:spPr>
            <a:xfrm>
              <a:off x="2672022" y="1606697"/>
              <a:ext cx="11961" cy="60801"/>
            </a:xfrm>
            <a:custGeom>
              <a:avLst/>
              <a:gdLst/>
              <a:ahLst/>
              <a:cxnLst/>
              <a:rect l="l" t="t" r="r" b="b"/>
              <a:pathLst>
                <a:path w="456" h="2318" extrusionOk="0">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65"/>
            <p:cNvSpPr/>
            <p:nvPr/>
          </p:nvSpPr>
          <p:spPr>
            <a:xfrm>
              <a:off x="2600362" y="1685256"/>
              <a:ext cx="35778" cy="41811"/>
            </a:xfrm>
            <a:custGeom>
              <a:avLst/>
              <a:gdLst/>
              <a:ahLst/>
              <a:cxnLst/>
              <a:rect l="l" t="t" r="r" b="b"/>
              <a:pathLst>
                <a:path w="1364" h="1594" extrusionOk="0">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65"/>
            <p:cNvSpPr/>
            <p:nvPr/>
          </p:nvSpPr>
          <p:spPr>
            <a:xfrm>
              <a:off x="2618330" y="1685256"/>
              <a:ext cx="17810" cy="29955"/>
            </a:xfrm>
            <a:custGeom>
              <a:avLst/>
              <a:gdLst/>
              <a:ahLst/>
              <a:cxnLst/>
              <a:rect l="l" t="t" r="r" b="b"/>
              <a:pathLst>
                <a:path w="679" h="1142" extrusionOk="0">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65"/>
            <p:cNvSpPr/>
            <p:nvPr/>
          </p:nvSpPr>
          <p:spPr>
            <a:xfrm>
              <a:off x="2612270" y="1691315"/>
              <a:ext cx="11935" cy="11935"/>
            </a:xfrm>
            <a:custGeom>
              <a:avLst/>
              <a:gdLst/>
              <a:ahLst/>
              <a:cxnLst/>
              <a:rect l="l" t="t" r="r" b="b"/>
              <a:pathLst>
                <a:path w="455" h="455" extrusionOk="0">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65"/>
            <p:cNvSpPr/>
            <p:nvPr/>
          </p:nvSpPr>
          <p:spPr>
            <a:xfrm>
              <a:off x="2719709" y="1685256"/>
              <a:ext cx="35935" cy="41811"/>
            </a:xfrm>
            <a:custGeom>
              <a:avLst/>
              <a:gdLst/>
              <a:ahLst/>
              <a:cxnLst/>
              <a:rect l="l" t="t" r="r" b="b"/>
              <a:pathLst>
                <a:path w="1370" h="1594" extrusionOk="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65"/>
            <p:cNvSpPr/>
            <p:nvPr/>
          </p:nvSpPr>
          <p:spPr>
            <a:xfrm>
              <a:off x="2737650" y="1685256"/>
              <a:ext cx="17994" cy="29955"/>
            </a:xfrm>
            <a:custGeom>
              <a:avLst/>
              <a:gdLst/>
              <a:ahLst/>
              <a:cxnLst/>
              <a:rect l="l" t="t" r="r" b="b"/>
              <a:pathLst>
                <a:path w="686" h="1142" extrusionOk="0">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65"/>
            <p:cNvSpPr/>
            <p:nvPr/>
          </p:nvSpPr>
          <p:spPr>
            <a:xfrm>
              <a:off x="2731617" y="1691315"/>
              <a:ext cx="11935" cy="11935"/>
            </a:xfrm>
            <a:custGeom>
              <a:avLst/>
              <a:gdLst/>
              <a:ahLst/>
              <a:cxnLst/>
              <a:rect l="l" t="t" r="r" b="b"/>
              <a:pathLst>
                <a:path w="455" h="455" extrusionOk="0">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65"/>
            <p:cNvSpPr/>
            <p:nvPr/>
          </p:nvSpPr>
          <p:spPr>
            <a:xfrm>
              <a:off x="2640022" y="1759434"/>
              <a:ext cx="48762" cy="31528"/>
            </a:xfrm>
            <a:custGeom>
              <a:avLst/>
              <a:gdLst/>
              <a:ahLst/>
              <a:cxnLst/>
              <a:rect l="l" t="t" r="r" b="b"/>
              <a:pathLst>
                <a:path w="1859" h="1202" extrusionOk="0">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65"/>
            <p:cNvSpPr/>
            <p:nvPr/>
          </p:nvSpPr>
          <p:spPr>
            <a:xfrm>
              <a:off x="2544859" y="1735067"/>
              <a:ext cx="39345" cy="72578"/>
            </a:xfrm>
            <a:custGeom>
              <a:avLst/>
              <a:gdLst/>
              <a:ahLst/>
              <a:cxnLst/>
              <a:rect l="l" t="t" r="r" b="b"/>
              <a:pathLst>
                <a:path w="1500" h="2767" extrusionOk="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1" name="Google Shape;15461;p65"/>
          <p:cNvGrpSpPr/>
          <p:nvPr/>
        </p:nvGrpSpPr>
        <p:grpSpPr>
          <a:xfrm>
            <a:off x="1906481" y="1588443"/>
            <a:ext cx="393975" cy="370105"/>
            <a:chOff x="1933569" y="1512243"/>
            <a:chExt cx="393975" cy="370105"/>
          </a:xfrm>
        </p:grpSpPr>
        <p:sp>
          <p:nvSpPr>
            <p:cNvPr id="15462" name="Google Shape;15462;p65"/>
            <p:cNvSpPr/>
            <p:nvPr/>
          </p:nvSpPr>
          <p:spPr>
            <a:xfrm>
              <a:off x="2184354" y="1512243"/>
              <a:ext cx="113943" cy="113471"/>
            </a:xfrm>
            <a:custGeom>
              <a:avLst/>
              <a:gdLst/>
              <a:ahLst/>
              <a:cxnLst/>
              <a:rect l="l" t="t" r="r" b="b"/>
              <a:pathLst>
                <a:path w="4344" h="4326" extrusionOk="0">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65"/>
            <p:cNvSpPr/>
            <p:nvPr/>
          </p:nvSpPr>
          <p:spPr>
            <a:xfrm>
              <a:off x="2203214" y="1527273"/>
              <a:ext cx="86979" cy="92749"/>
            </a:xfrm>
            <a:custGeom>
              <a:avLst/>
              <a:gdLst/>
              <a:ahLst/>
              <a:cxnLst/>
              <a:rect l="l" t="t" r="r" b="b"/>
              <a:pathLst>
                <a:path w="3316" h="3536" extrusionOk="0">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65"/>
            <p:cNvSpPr/>
            <p:nvPr/>
          </p:nvSpPr>
          <p:spPr>
            <a:xfrm>
              <a:off x="1962999" y="1512243"/>
              <a:ext cx="113943" cy="113471"/>
            </a:xfrm>
            <a:custGeom>
              <a:avLst/>
              <a:gdLst/>
              <a:ahLst/>
              <a:cxnLst/>
              <a:rect l="l" t="t" r="r" b="b"/>
              <a:pathLst>
                <a:path w="4344" h="4326" extrusionOk="0">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65"/>
            <p:cNvSpPr/>
            <p:nvPr/>
          </p:nvSpPr>
          <p:spPr>
            <a:xfrm>
              <a:off x="1970947" y="1527273"/>
              <a:ext cx="87162" cy="92749"/>
            </a:xfrm>
            <a:custGeom>
              <a:avLst/>
              <a:gdLst/>
              <a:ahLst/>
              <a:cxnLst/>
              <a:rect l="l" t="t" r="r" b="b"/>
              <a:pathLst>
                <a:path w="3323" h="3536" extrusionOk="0">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65"/>
            <p:cNvSpPr/>
            <p:nvPr/>
          </p:nvSpPr>
          <p:spPr>
            <a:xfrm>
              <a:off x="1933569" y="1542093"/>
              <a:ext cx="393975" cy="328347"/>
            </a:xfrm>
            <a:custGeom>
              <a:avLst/>
              <a:gdLst/>
              <a:ahLst/>
              <a:cxnLst/>
              <a:rect l="l" t="t" r="r" b="b"/>
              <a:pathLst>
                <a:path w="15020" h="12518" extrusionOk="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65"/>
            <p:cNvSpPr/>
            <p:nvPr/>
          </p:nvSpPr>
          <p:spPr>
            <a:xfrm>
              <a:off x="1939445" y="1551876"/>
              <a:ext cx="190508" cy="318563"/>
            </a:xfrm>
            <a:custGeom>
              <a:avLst/>
              <a:gdLst/>
              <a:ahLst/>
              <a:cxnLst/>
              <a:rect l="l" t="t" r="r" b="b"/>
              <a:pathLst>
                <a:path w="7263" h="12145" extrusionOk="0">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65"/>
            <p:cNvSpPr/>
            <p:nvPr/>
          </p:nvSpPr>
          <p:spPr>
            <a:xfrm>
              <a:off x="2199122" y="1856538"/>
              <a:ext cx="23135" cy="13902"/>
            </a:xfrm>
            <a:custGeom>
              <a:avLst/>
              <a:gdLst/>
              <a:ahLst/>
              <a:cxnLst/>
              <a:rect l="l" t="t" r="r" b="b"/>
              <a:pathLst>
                <a:path w="882" h="530" extrusionOk="0">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65"/>
            <p:cNvSpPr/>
            <p:nvPr/>
          </p:nvSpPr>
          <p:spPr>
            <a:xfrm>
              <a:off x="1950461" y="1650921"/>
              <a:ext cx="120448" cy="219519"/>
            </a:xfrm>
            <a:custGeom>
              <a:avLst/>
              <a:gdLst/>
              <a:ahLst/>
              <a:cxnLst/>
              <a:rect l="l" t="t" r="r" b="b"/>
              <a:pathLst>
                <a:path w="4592" h="8369" extrusionOk="0">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65"/>
            <p:cNvSpPr/>
            <p:nvPr/>
          </p:nvSpPr>
          <p:spPr>
            <a:xfrm>
              <a:off x="2190230" y="1650921"/>
              <a:ext cx="120422" cy="219519"/>
            </a:xfrm>
            <a:custGeom>
              <a:avLst/>
              <a:gdLst/>
              <a:ahLst/>
              <a:cxnLst/>
              <a:rect l="l" t="t" r="r" b="b"/>
              <a:pathLst>
                <a:path w="4591" h="8369" extrusionOk="0">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65"/>
            <p:cNvSpPr/>
            <p:nvPr/>
          </p:nvSpPr>
          <p:spPr>
            <a:xfrm>
              <a:off x="2071408" y="1828603"/>
              <a:ext cx="118114" cy="53745"/>
            </a:xfrm>
            <a:custGeom>
              <a:avLst/>
              <a:gdLst/>
              <a:ahLst/>
              <a:cxnLst/>
              <a:rect l="l" t="t" r="r" b="b"/>
              <a:pathLst>
                <a:path w="4503" h="2049" extrusionOk="0">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65"/>
            <p:cNvSpPr/>
            <p:nvPr/>
          </p:nvSpPr>
          <p:spPr>
            <a:xfrm>
              <a:off x="2023040" y="1755395"/>
              <a:ext cx="25627" cy="20958"/>
            </a:xfrm>
            <a:custGeom>
              <a:avLst/>
              <a:gdLst/>
              <a:ahLst/>
              <a:cxnLst/>
              <a:rect l="l" t="t" r="r" b="b"/>
              <a:pathLst>
                <a:path w="977" h="799" extrusionOk="0">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65"/>
            <p:cNvSpPr/>
            <p:nvPr/>
          </p:nvSpPr>
          <p:spPr>
            <a:xfrm>
              <a:off x="1986213" y="1706188"/>
              <a:ext cx="35778" cy="47922"/>
            </a:xfrm>
            <a:custGeom>
              <a:avLst/>
              <a:gdLst/>
              <a:ahLst/>
              <a:cxnLst/>
              <a:rect l="l" t="t" r="r" b="b"/>
              <a:pathLst>
                <a:path w="1364" h="1827" extrusionOk="0">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65"/>
            <p:cNvSpPr/>
            <p:nvPr/>
          </p:nvSpPr>
          <p:spPr>
            <a:xfrm>
              <a:off x="2206571" y="1755474"/>
              <a:ext cx="25653" cy="20879"/>
            </a:xfrm>
            <a:custGeom>
              <a:avLst/>
              <a:gdLst/>
              <a:ahLst/>
              <a:cxnLst/>
              <a:rect l="l" t="t" r="r" b="b"/>
              <a:pathLst>
                <a:path w="978" h="796" extrusionOk="0">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5" name="Google Shape;15475;p65"/>
            <p:cNvSpPr/>
            <p:nvPr/>
          </p:nvSpPr>
          <p:spPr>
            <a:xfrm>
              <a:off x="2233090" y="1706188"/>
              <a:ext cx="35778" cy="47922"/>
            </a:xfrm>
            <a:custGeom>
              <a:avLst/>
              <a:gdLst/>
              <a:ahLst/>
              <a:cxnLst/>
              <a:rect l="l" t="t" r="r" b="b"/>
              <a:pathLst>
                <a:path w="1364" h="1827" extrusionOk="0">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65"/>
            <p:cNvSpPr/>
            <p:nvPr/>
          </p:nvSpPr>
          <p:spPr>
            <a:xfrm>
              <a:off x="2042765" y="1585031"/>
              <a:ext cx="33758" cy="22164"/>
            </a:xfrm>
            <a:custGeom>
              <a:avLst/>
              <a:gdLst/>
              <a:ahLst/>
              <a:cxnLst/>
              <a:rect l="l" t="t" r="r" b="b"/>
              <a:pathLst>
                <a:path w="1287" h="845" extrusionOk="0">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65"/>
            <p:cNvSpPr/>
            <p:nvPr/>
          </p:nvSpPr>
          <p:spPr>
            <a:xfrm>
              <a:off x="2078201" y="1600297"/>
              <a:ext cx="104395" cy="23082"/>
            </a:xfrm>
            <a:custGeom>
              <a:avLst/>
              <a:gdLst/>
              <a:ahLst/>
              <a:cxnLst/>
              <a:rect l="l" t="t" r="r" b="b"/>
              <a:pathLst>
                <a:path w="3980" h="880" extrusionOk="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65"/>
            <p:cNvSpPr/>
            <p:nvPr/>
          </p:nvSpPr>
          <p:spPr>
            <a:xfrm>
              <a:off x="2184590" y="1585031"/>
              <a:ext cx="33942" cy="22164"/>
            </a:xfrm>
            <a:custGeom>
              <a:avLst/>
              <a:gdLst/>
              <a:ahLst/>
              <a:cxnLst/>
              <a:rect l="l" t="t" r="r" b="b"/>
              <a:pathLst>
                <a:path w="1294" h="845" extrusionOk="0">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65"/>
            <p:cNvSpPr/>
            <p:nvPr/>
          </p:nvSpPr>
          <p:spPr>
            <a:xfrm>
              <a:off x="2075264" y="1568952"/>
              <a:ext cx="110717" cy="23922"/>
            </a:xfrm>
            <a:custGeom>
              <a:avLst/>
              <a:gdLst/>
              <a:ahLst/>
              <a:cxnLst/>
              <a:rect l="l" t="t" r="r" b="b"/>
              <a:pathLst>
                <a:path w="4221" h="912" extrusionOk="0">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65"/>
            <p:cNvSpPr/>
            <p:nvPr/>
          </p:nvSpPr>
          <p:spPr>
            <a:xfrm>
              <a:off x="2035132"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65"/>
            <p:cNvSpPr/>
            <p:nvPr/>
          </p:nvSpPr>
          <p:spPr>
            <a:xfrm>
              <a:off x="2052916"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65"/>
            <p:cNvSpPr/>
            <p:nvPr/>
          </p:nvSpPr>
          <p:spPr>
            <a:xfrm>
              <a:off x="2047040"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65"/>
            <p:cNvSpPr/>
            <p:nvPr/>
          </p:nvSpPr>
          <p:spPr>
            <a:xfrm>
              <a:off x="2184354"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65"/>
            <p:cNvSpPr/>
            <p:nvPr/>
          </p:nvSpPr>
          <p:spPr>
            <a:xfrm>
              <a:off x="2202138"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65"/>
            <p:cNvSpPr/>
            <p:nvPr/>
          </p:nvSpPr>
          <p:spPr>
            <a:xfrm>
              <a:off x="2196263"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65"/>
            <p:cNvSpPr/>
            <p:nvPr/>
          </p:nvSpPr>
          <p:spPr>
            <a:xfrm>
              <a:off x="2047040" y="1774884"/>
              <a:ext cx="167216" cy="71529"/>
            </a:xfrm>
            <a:custGeom>
              <a:avLst/>
              <a:gdLst/>
              <a:ahLst/>
              <a:cxnLst/>
              <a:rect l="l" t="t" r="r" b="b"/>
              <a:pathLst>
                <a:path w="6375" h="2727" extrusionOk="0">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65"/>
            <p:cNvSpPr/>
            <p:nvPr/>
          </p:nvSpPr>
          <p:spPr>
            <a:xfrm>
              <a:off x="2085467" y="1771343"/>
              <a:ext cx="90205" cy="37588"/>
            </a:xfrm>
            <a:custGeom>
              <a:avLst/>
              <a:gdLst/>
              <a:ahLst/>
              <a:cxnLst/>
              <a:rect l="l" t="t" r="r" b="b"/>
              <a:pathLst>
                <a:path w="3439" h="1433" extrusionOk="0">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65"/>
            <p:cNvSpPr/>
            <p:nvPr/>
          </p:nvSpPr>
          <p:spPr>
            <a:xfrm>
              <a:off x="2085467" y="1771526"/>
              <a:ext cx="48762" cy="37404"/>
            </a:xfrm>
            <a:custGeom>
              <a:avLst/>
              <a:gdLst/>
              <a:ahLst/>
              <a:cxnLst/>
              <a:rect l="l" t="t" r="r" b="b"/>
              <a:pathLst>
                <a:path w="1859" h="1426" extrusionOk="0">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65"/>
            <p:cNvSpPr/>
            <p:nvPr/>
          </p:nvSpPr>
          <p:spPr>
            <a:xfrm>
              <a:off x="2041007" y="1792720"/>
              <a:ext cx="179125" cy="59752"/>
            </a:xfrm>
            <a:custGeom>
              <a:avLst/>
              <a:gdLst/>
              <a:ahLst/>
              <a:cxnLst/>
              <a:rect l="l" t="t" r="r" b="b"/>
              <a:pathLst>
                <a:path w="6829" h="2278" extrusionOk="0">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0" name="Google Shape;15490;p65"/>
          <p:cNvGrpSpPr/>
          <p:nvPr/>
        </p:nvGrpSpPr>
        <p:grpSpPr>
          <a:xfrm>
            <a:off x="2209018" y="3441592"/>
            <a:ext cx="306471" cy="370000"/>
            <a:chOff x="2236106" y="3365392"/>
            <a:chExt cx="306471" cy="370000"/>
          </a:xfrm>
        </p:grpSpPr>
        <p:sp>
          <p:nvSpPr>
            <p:cNvPr id="15491" name="Google Shape;15491;p65"/>
            <p:cNvSpPr/>
            <p:nvPr/>
          </p:nvSpPr>
          <p:spPr>
            <a:xfrm>
              <a:off x="2413788" y="3588085"/>
              <a:ext cx="128789" cy="88107"/>
            </a:xfrm>
            <a:custGeom>
              <a:avLst/>
              <a:gdLst/>
              <a:ahLst/>
              <a:cxnLst/>
              <a:rect l="l" t="t" r="r" b="b"/>
              <a:pathLst>
                <a:path w="4910" h="3359" extrusionOk="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65"/>
            <p:cNvSpPr/>
            <p:nvPr/>
          </p:nvSpPr>
          <p:spPr>
            <a:xfrm>
              <a:off x="2413604" y="3588085"/>
              <a:ext cx="127740" cy="67831"/>
            </a:xfrm>
            <a:custGeom>
              <a:avLst/>
              <a:gdLst/>
              <a:ahLst/>
              <a:cxnLst/>
              <a:rect l="l" t="t" r="r" b="b"/>
              <a:pathLst>
                <a:path w="4870" h="2586" extrusionOk="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3" name="Google Shape;15493;p65"/>
            <p:cNvSpPr/>
            <p:nvPr/>
          </p:nvSpPr>
          <p:spPr>
            <a:xfrm>
              <a:off x="2350469" y="3365471"/>
              <a:ext cx="64945" cy="86559"/>
            </a:xfrm>
            <a:custGeom>
              <a:avLst/>
              <a:gdLst/>
              <a:ahLst/>
              <a:cxnLst/>
              <a:rect l="l" t="t" r="r" b="b"/>
              <a:pathLst>
                <a:path w="2476" h="3300" extrusionOk="0">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4" name="Google Shape;15494;p65"/>
            <p:cNvSpPr/>
            <p:nvPr/>
          </p:nvSpPr>
          <p:spPr>
            <a:xfrm>
              <a:off x="2368436" y="3365392"/>
              <a:ext cx="46978" cy="86166"/>
            </a:xfrm>
            <a:custGeom>
              <a:avLst/>
              <a:gdLst/>
              <a:ahLst/>
              <a:cxnLst/>
              <a:rect l="l" t="t" r="r" b="b"/>
              <a:pathLst>
                <a:path w="1791" h="3285" extrusionOk="0">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65"/>
            <p:cNvSpPr/>
            <p:nvPr/>
          </p:nvSpPr>
          <p:spPr>
            <a:xfrm>
              <a:off x="2236106" y="3542156"/>
              <a:ext cx="145157" cy="92618"/>
            </a:xfrm>
            <a:custGeom>
              <a:avLst/>
              <a:gdLst/>
              <a:ahLst/>
              <a:cxnLst/>
              <a:rect l="l" t="t" r="r" b="b"/>
              <a:pathLst>
                <a:path w="5534" h="3531" extrusionOk="0">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65"/>
            <p:cNvSpPr/>
            <p:nvPr/>
          </p:nvSpPr>
          <p:spPr>
            <a:xfrm>
              <a:off x="2236814" y="3542156"/>
              <a:ext cx="144449" cy="63608"/>
            </a:xfrm>
            <a:custGeom>
              <a:avLst/>
              <a:gdLst/>
              <a:ahLst/>
              <a:cxnLst/>
              <a:rect l="l" t="t" r="r" b="b"/>
              <a:pathLst>
                <a:path w="5507" h="2425" extrusionOk="0">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65"/>
            <p:cNvSpPr/>
            <p:nvPr/>
          </p:nvSpPr>
          <p:spPr>
            <a:xfrm>
              <a:off x="2298717" y="3457171"/>
              <a:ext cx="81654" cy="61693"/>
            </a:xfrm>
            <a:custGeom>
              <a:avLst/>
              <a:gdLst/>
              <a:ahLst/>
              <a:cxnLst/>
              <a:rect l="l" t="t" r="r" b="b"/>
              <a:pathLst>
                <a:path w="3113" h="2352" extrusionOk="0">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65"/>
            <p:cNvSpPr/>
            <p:nvPr/>
          </p:nvSpPr>
          <p:spPr>
            <a:xfrm>
              <a:off x="2299609" y="3457171"/>
              <a:ext cx="80762" cy="51647"/>
            </a:xfrm>
            <a:custGeom>
              <a:avLst/>
              <a:gdLst/>
              <a:ahLst/>
              <a:cxnLst/>
              <a:rect l="l" t="t" r="r" b="b"/>
              <a:pathLst>
                <a:path w="3079" h="1969" extrusionOk="0">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65"/>
            <p:cNvSpPr/>
            <p:nvPr/>
          </p:nvSpPr>
          <p:spPr>
            <a:xfrm>
              <a:off x="2421080" y="3480857"/>
              <a:ext cx="85929" cy="59044"/>
            </a:xfrm>
            <a:custGeom>
              <a:avLst/>
              <a:gdLst/>
              <a:ahLst/>
              <a:cxnLst/>
              <a:rect l="l" t="t" r="r" b="b"/>
              <a:pathLst>
                <a:path w="3276" h="2251" extrusionOk="0">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65"/>
            <p:cNvSpPr/>
            <p:nvPr/>
          </p:nvSpPr>
          <p:spPr>
            <a:xfrm>
              <a:off x="2421080" y="3480857"/>
              <a:ext cx="85221" cy="47345"/>
            </a:xfrm>
            <a:custGeom>
              <a:avLst/>
              <a:gdLst/>
              <a:ahLst/>
              <a:cxnLst/>
              <a:rect l="l" t="t" r="r" b="b"/>
              <a:pathLst>
                <a:path w="3249" h="1805" extrusionOk="0">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65"/>
            <p:cNvSpPr/>
            <p:nvPr/>
          </p:nvSpPr>
          <p:spPr>
            <a:xfrm>
              <a:off x="2379269" y="3608807"/>
              <a:ext cx="129340" cy="76093"/>
            </a:xfrm>
            <a:custGeom>
              <a:avLst/>
              <a:gdLst/>
              <a:ahLst/>
              <a:cxnLst/>
              <a:rect l="l" t="t" r="r" b="b"/>
              <a:pathLst>
                <a:path w="4931" h="2901" extrusionOk="0">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65"/>
            <p:cNvSpPr/>
            <p:nvPr/>
          </p:nvSpPr>
          <p:spPr>
            <a:xfrm>
              <a:off x="2274035" y="3568019"/>
              <a:ext cx="22400" cy="12485"/>
            </a:xfrm>
            <a:custGeom>
              <a:avLst/>
              <a:gdLst/>
              <a:ahLst/>
              <a:cxnLst/>
              <a:rect l="l" t="t" r="r" b="b"/>
              <a:pathLst>
                <a:path w="854" h="476" extrusionOk="0">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65"/>
            <p:cNvSpPr/>
            <p:nvPr/>
          </p:nvSpPr>
          <p:spPr>
            <a:xfrm>
              <a:off x="2450012" y="3500398"/>
              <a:ext cx="20722" cy="13823"/>
            </a:xfrm>
            <a:custGeom>
              <a:avLst/>
              <a:gdLst/>
              <a:ahLst/>
              <a:cxnLst/>
              <a:rect l="l" t="t" r="r" b="b"/>
              <a:pathLst>
                <a:path w="790" h="527" extrusionOk="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65"/>
            <p:cNvSpPr/>
            <p:nvPr/>
          </p:nvSpPr>
          <p:spPr>
            <a:xfrm>
              <a:off x="2303675" y="3396003"/>
              <a:ext cx="142088" cy="339390"/>
            </a:xfrm>
            <a:custGeom>
              <a:avLst/>
              <a:gdLst/>
              <a:ahLst/>
              <a:cxnLst/>
              <a:rect l="l" t="t" r="r" b="b"/>
              <a:pathLst>
                <a:path w="5417" h="12939" extrusionOk="0">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5" name="Google Shape;15505;p65"/>
          <p:cNvGrpSpPr/>
          <p:nvPr/>
        </p:nvGrpSpPr>
        <p:grpSpPr>
          <a:xfrm>
            <a:off x="5465735" y="3461763"/>
            <a:ext cx="375325" cy="329606"/>
            <a:chOff x="5492823" y="3385563"/>
            <a:chExt cx="375325" cy="329606"/>
          </a:xfrm>
        </p:grpSpPr>
        <p:sp>
          <p:nvSpPr>
            <p:cNvPr id="15506" name="Google Shape;15506;p65"/>
            <p:cNvSpPr/>
            <p:nvPr/>
          </p:nvSpPr>
          <p:spPr>
            <a:xfrm>
              <a:off x="5531617" y="3399019"/>
              <a:ext cx="53719" cy="53404"/>
            </a:xfrm>
            <a:custGeom>
              <a:avLst/>
              <a:gdLst/>
              <a:ahLst/>
              <a:cxnLst/>
              <a:rect l="l" t="t" r="r" b="b"/>
              <a:pathLst>
                <a:path w="2048" h="2036" extrusionOk="0">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65"/>
            <p:cNvSpPr/>
            <p:nvPr/>
          </p:nvSpPr>
          <p:spPr>
            <a:xfrm>
              <a:off x="5492823" y="3446417"/>
              <a:ext cx="50729" cy="42388"/>
            </a:xfrm>
            <a:custGeom>
              <a:avLst/>
              <a:gdLst/>
              <a:ahLst/>
              <a:cxnLst/>
              <a:rect l="l" t="t" r="r" b="b"/>
              <a:pathLst>
                <a:path w="1934" h="1616" extrusionOk="0">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65"/>
            <p:cNvSpPr/>
            <p:nvPr/>
          </p:nvSpPr>
          <p:spPr>
            <a:xfrm>
              <a:off x="5654321" y="3412318"/>
              <a:ext cx="43437" cy="47660"/>
            </a:xfrm>
            <a:custGeom>
              <a:avLst/>
              <a:gdLst/>
              <a:ahLst/>
              <a:cxnLst/>
              <a:rect l="l" t="t" r="r" b="b"/>
              <a:pathLst>
                <a:path w="1656" h="1817" extrusionOk="0">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65"/>
            <p:cNvSpPr/>
            <p:nvPr/>
          </p:nvSpPr>
          <p:spPr>
            <a:xfrm>
              <a:off x="5541742" y="3464332"/>
              <a:ext cx="135373" cy="89182"/>
            </a:xfrm>
            <a:custGeom>
              <a:avLst/>
              <a:gdLst/>
              <a:ahLst/>
              <a:cxnLst/>
              <a:rect l="l" t="t" r="r" b="b"/>
              <a:pathLst>
                <a:path w="5161" h="3400" extrusionOk="0">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65"/>
            <p:cNvSpPr/>
            <p:nvPr/>
          </p:nvSpPr>
          <p:spPr>
            <a:xfrm>
              <a:off x="5596877" y="3385563"/>
              <a:ext cx="46270" cy="57470"/>
            </a:xfrm>
            <a:custGeom>
              <a:avLst/>
              <a:gdLst/>
              <a:ahLst/>
              <a:cxnLst/>
              <a:rect l="l" t="t" r="r" b="b"/>
              <a:pathLst>
                <a:path w="1764" h="2191" extrusionOk="0">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65"/>
            <p:cNvSpPr/>
            <p:nvPr/>
          </p:nvSpPr>
          <p:spPr>
            <a:xfrm>
              <a:off x="5542109" y="3467532"/>
              <a:ext cx="50519" cy="85956"/>
            </a:xfrm>
            <a:custGeom>
              <a:avLst/>
              <a:gdLst/>
              <a:ahLst/>
              <a:cxnLst/>
              <a:rect l="l" t="t" r="r" b="b"/>
              <a:pathLst>
                <a:path w="1926" h="3277" extrusionOk="0">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65"/>
            <p:cNvSpPr/>
            <p:nvPr/>
          </p:nvSpPr>
          <p:spPr>
            <a:xfrm>
              <a:off x="5492823" y="3450273"/>
              <a:ext cx="46821" cy="38532"/>
            </a:xfrm>
            <a:custGeom>
              <a:avLst/>
              <a:gdLst/>
              <a:ahLst/>
              <a:cxnLst/>
              <a:rect l="l" t="t" r="r" b="b"/>
              <a:pathLst>
                <a:path w="1785" h="1469" extrusionOk="0">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65"/>
            <p:cNvSpPr/>
            <p:nvPr/>
          </p:nvSpPr>
          <p:spPr>
            <a:xfrm>
              <a:off x="5531774" y="3399596"/>
              <a:ext cx="44486" cy="52827"/>
            </a:xfrm>
            <a:custGeom>
              <a:avLst/>
              <a:gdLst/>
              <a:ahLst/>
              <a:cxnLst/>
              <a:rect l="l" t="t" r="r" b="b"/>
              <a:pathLst>
                <a:path w="1696" h="2014" extrusionOk="0">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65"/>
            <p:cNvSpPr/>
            <p:nvPr/>
          </p:nvSpPr>
          <p:spPr>
            <a:xfrm>
              <a:off x="5597244" y="3385563"/>
              <a:ext cx="34886" cy="55686"/>
            </a:xfrm>
            <a:custGeom>
              <a:avLst/>
              <a:gdLst/>
              <a:ahLst/>
              <a:cxnLst/>
              <a:rect l="l" t="t" r="r" b="b"/>
              <a:pathLst>
                <a:path w="1330" h="2123" extrusionOk="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65"/>
            <p:cNvSpPr/>
            <p:nvPr/>
          </p:nvSpPr>
          <p:spPr>
            <a:xfrm>
              <a:off x="5654872" y="3412292"/>
              <a:ext cx="38086" cy="42807"/>
            </a:xfrm>
            <a:custGeom>
              <a:avLst/>
              <a:gdLst/>
              <a:ahLst/>
              <a:cxnLst/>
              <a:rect l="l" t="t" r="r" b="b"/>
              <a:pathLst>
                <a:path w="1452" h="1632" extrusionOk="0">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65"/>
            <p:cNvSpPr/>
            <p:nvPr/>
          </p:nvSpPr>
          <p:spPr>
            <a:xfrm>
              <a:off x="5730624" y="3541868"/>
              <a:ext cx="43070" cy="57863"/>
            </a:xfrm>
            <a:custGeom>
              <a:avLst/>
              <a:gdLst/>
              <a:ahLst/>
              <a:cxnLst/>
              <a:rect l="l" t="t" r="r" b="b"/>
              <a:pathLst>
                <a:path w="1642" h="2206" extrusionOk="0">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65"/>
            <p:cNvSpPr/>
            <p:nvPr/>
          </p:nvSpPr>
          <p:spPr>
            <a:xfrm>
              <a:off x="5672472" y="3557868"/>
              <a:ext cx="41102" cy="49260"/>
            </a:xfrm>
            <a:custGeom>
              <a:avLst/>
              <a:gdLst/>
              <a:ahLst/>
              <a:cxnLst/>
              <a:rect l="l" t="t" r="r" b="b"/>
              <a:pathLst>
                <a:path w="1567" h="1878" extrusionOk="0">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65"/>
            <p:cNvSpPr/>
            <p:nvPr/>
          </p:nvSpPr>
          <p:spPr>
            <a:xfrm>
              <a:off x="5815111" y="3621974"/>
              <a:ext cx="53037" cy="39712"/>
            </a:xfrm>
            <a:custGeom>
              <a:avLst/>
              <a:gdLst/>
              <a:ahLst/>
              <a:cxnLst/>
              <a:rect l="l" t="t" r="r" b="b"/>
              <a:pathLst>
                <a:path w="2022" h="1514" extrusionOk="0">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65"/>
            <p:cNvSpPr/>
            <p:nvPr/>
          </p:nvSpPr>
          <p:spPr>
            <a:xfrm>
              <a:off x="5673180" y="3620138"/>
              <a:ext cx="136265" cy="95031"/>
            </a:xfrm>
            <a:custGeom>
              <a:avLst/>
              <a:gdLst/>
              <a:ahLst/>
              <a:cxnLst/>
              <a:rect l="l" t="t" r="r" b="b"/>
              <a:pathLst>
                <a:path w="5195" h="3623" extrusionOk="0">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0" name="Google Shape;15520;p65"/>
            <p:cNvSpPr/>
            <p:nvPr/>
          </p:nvSpPr>
          <p:spPr>
            <a:xfrm>
              <a:off x="5779884" y="3567363"/>
              <a:ext cx="56237" cy="51280"/>
            </a:xfrm>
            <a:custGeom>
              <a:avLst/>
              <a:gdLst/>
              <a:ahLst/>
              <a:cxnLst/>
              <a:rect l="l" t="t" r="r" b="b"/>
              <a:pathLst>
                <a:path w="2144" h="1955" extrusionOk="0">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65"/>
            <p:cNvSpPr/>
            <p:nvPr/>
          </p:nvSpPr>
          <p:spPr>
            <a:xfrm>
              <a:off x="5676380" y="3620243"/>
              <a:ext cx="79897" cy="70349"/>
            </a:xfrm>
            <a:custGeom>
              <a:avLst/>
              <a:gdLst/>
              <a:ahLst/>
              <a:cxnLst/>
              <a:rect l="l" t="t" r="r" b="b"/>
              <a:pathLst>
                <a:path w="3046" h="2682" extrusionOk="0">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65"/>
            <p:cNvSpPr/>
            <p:nvPr/>
          </p:nvSpPr>
          <p:spPr>
            <a:xfrm>
              <a:off x="5672289" y="3558052"/>
              <a:ext cx="33286" cy="49076"/>
            </a:xfrm>
            <a:custGeom>
              <a:avLst/>
              <a:gdLst/>
              <a:ahLst/>
              <a:cxnLst/>
              <a:rect l="l" t="t" r="r" b="b"/>
              <a:pathLst>
                <a:path w="1269" h="1871" extrusionOk="0">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65"/>
            <p:cNvSpPr/>
            <p:nvPr/>
          </p:nvSpPr>
          <p:spPr>
            <a:xfrm>
              <a:off x="5730624" y="3541868"/>
              <a:ext cx="28486" cy="57837"/>
            </a:xfrm>
            <a:custGeom>
              <a:avLst/>
              <a:gdLst/>
              <a:ahLst/>
              <a:cxnLst/>
              <a:rect l="l" t="t" r="r" b="b"/>
              <a:pathLst>
                <a:path w="1086" h="2205" extrusionOk="0">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65"/>
            <p:cNvSpPr/>
            <p:nvPr/>
          </p:nvSpPr>
          <p:spPr>
            <a:xfrm>
              <a:off x="5781484" y="3567363"/>
              <a:ext cx="51070" cy="44093"/>
            </a:xfrm>
            <a:custGeom>
              <a:avLst/>
              <a:gdLst/>
              <a:ahLst/>
              <a:cxnLst/>
              <a:rect l="l" t="t" r="r" b="b"/>
              <a:pathLst>
                <a:path w="1947" h="1681" extrusionOk="0">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65"/>
            <p:cNvSpPr/>
            <p:nvPr/>
          </p:nvSpPr>
          <p:spPr>
            <a:xfrm>
              <a:off x="5818836" y="3622027"/>
              <a:ext cx="46978" cy="28197"/>
            </a:xfrm>
            <a:custGeom>
              <a:avLst/>
              <a:gdLst/>
              <a:ahLst/>
              <a:cxnLst/>
              <a:rect l="l" t="t" r="r" b="b"/>
              <a:pathLst>
                <a:path w="1791" h="1075" extrusionOk="0">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6" name="Google Shape;15526;p65"/>
          <p:cNvGrpSpPr/>
          <p:nvPr/>
        </p:nvGrpSpPr>
        <p:grpSpPr>
          <a:xfrm>
            <a:off x="3014699" y="2077318"/>
            <a:ext cx="370158" cy="328164"/>
            <a:chOff x="3041787" y="2001118"/>
            <a:chExt cx="370158" cy="328164"/>
          </a:xfrm>
        </p:grpSpPr>
        <p:sp>
          <p:nvSpPr>
            <p:cNvPr id="15527" name="Google Shape;15527;p65"/>
            <p:cNvSpPr/>
            <p:nvPr/>
          </p:nvSpPr>
          <p:spPr>
            <a:xfrm>
              <a:off x="3087689" y="2006993"/>
              <a:ext cx="278536" cy="258628"/>
            </a:xfrm>
            <a:custGeom>
              <a:avLst/>
              <a:gdLst/>
              <a:ahLst/>
              <a:cxnLst/>
              <a:rect l="l" t="t" r="r" b="b"/>
              <a:pathLst>
                <a:path w="10619" h="9860" extrusionOk="0">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65"/>
            <p:cNvSpPr/>
            <p:nvPr/>
          </p:nvSpPr>
          <p:spPr>
            <a:xfrm>
              <a:off x="3298631" y="2001118"/>
              <a:ext cx="113314" cy="184082"/>
            </a:xfrm>
            <a:custGeom>
              <a:avLst/>
              <a:gdLst/>
              <a:ahLst/>
              <a:cxnLst/>
              <a:rect l="l" t="t" r="r" b="b"/>
              <a:pathLst>
                <a:path w="4320" h="7018" extrusionOk="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65"/>
            <p:cNvSpPr/>
            <p:nvPr/>
          </p:nvSpPr>
          <p:spPr>
            <a:xfrm>
              <a:off x="3143166" y="2114431"/>
              <a:ext cx="41837" cy="53719"/>
            </a:xfrm>
            <a:custGeom>
              <a:avLst/>
              <a:gdLst/>
              <a:ahLst/>
              <a:cxnLst/>
              <a:rect l="l" t="t" r="r" b="b"/>
              <a:pathLst>
                <a:path w="1595" h="2048" extrusionOk="0">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65"/>
            <p:cNvSpPr/>
            <p:nvPr/>
          </p:nvSpPr>
          <p:spPr>
            <a:xfrm>
              <a:off x="3161133" y="2114431"/>
              <a:ext cx="23869" cy="41811"/>
            </a:xfrm>
            <a:custGeom>
              <a:avLst/>
              <a:gdLst/>
              <a:ahLst/>
              <a:cxnLst/>
              <a:rect l="l" t="t" r="r" b="b"/>
              <a:pathLst>
                <a:path w="910" h="1594" extrusionOk="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65"/>
            <p:cNvSpPr/>
            <p:nvPr/>
          </p:nvSpPr>
          <p:spPr>
            <a:xfrm>
              <a:off x="3155258" y="2120464"/>
              <a:ext cx="17810" cy="17810"/>
            </a:xfrm>
            <a:custGeom>
              <a:avLst/>
              <a:gdLst/>
              <a:ahLst/>
              <a:cxnLst/>
              <a:rect l="l" t="t" r="r" b="b"/>
              <a:pathLst>
                <a:path w="679" h="679" extrusionOk="0">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65"/>
            <p:cNvSpPr/>
            <p:nvPr/>
          </p:nvSpPr>
          <p:spPr>
            <a:xfrm>
              <a:off x="3268571" y="2114431"/>
              <a:ext cx="41811" cy="53719"/>
            </a:xfrm>
            <a:custGeom>
              <a:avLst/>
              <a:gdLst/>
              <a:ahLst/>
              <a:cxnLst/>
              <a:rect l="l" t="t" r="r" b="b"/>
              <a:pathLst>
                <a:path w="1594" h="2048" extrusionOk="0">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65"/>
            <p:cNvSpPr/>
            <p:nvPr/>
          </p:nvSpPr>
          <p:spPr>
            <a:xfrm>
              <a:off x="3286513" y="2114431"/>
              <a:ext cx="23869" cy="41811"/>
            </a:xfrm>
            <a:custGeom>
              <a:avLst/>
              <a:gdLst/>
              <a:ahLst/>
              <a:cxnLst/>
              <a:rect l="l" t="t" r="r" b="b"/>
              <a:pathLst>
                <a:path w="910" h="1594" extrusionOk="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65"/>
            <p:cNvSpPr/>
            <p:nvPr/>
          </p:nvSpPr>
          <p:spPr>
            <a:xfrm>
              <a:off x="3280480" y="2120464"/>
              <a:ext cx="17994" cy="17810"/>
            </a:xfrm>
            <a:custGeom>
              <a:avLst/>
              <a:gdLst/>
              <a:ahLst/>
              <a:cxnLst/>
              <a:rect l="l" t="t" r="r" b="b"/>
              <a:pathLst>
                <a:path w="686" h="679" extrusionOk="0">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65"/>
            <p:cNvSpPr/>
            <p:nvPr/>
          </p:nvSpPr>
          <p:spPr>
            <a:xfrm>
              <a:off x="3298447" y="2011741"/>
              <a:ext cx="98730" cy="173459"/>
            </a:xfrm>
            <a:custGeom>
              <a:avLst/>
              <a:gdLst/>
              <a:ahLst/>
              <a:cxnLst/>
              <a:rect l="l" t="t" r="r" b="b"/>
              <a:pathLst>
                <a:path w="3764" h="6613" extrusionOk="0">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65"/>
            <p:cNvSpPr/>
            <p:nvPr/>
          </p:nvSpPr>
          <p:spPr>
            <a:xfrm>
              <a:off x="3087506" y="2013052"/>
              <a:ext cx="98730" cy="252569"/>
            </a:xfrm>
            <a:custGeom>
              <a:avLst/>
              <a:gdLst/>
              <a:ahLst/>
              <a:cxnLst/>
              <a:rect l="l" t="t" r="r" b="b"/>
              <a:pathLst>
                <a:path w="3764" h="9629" extrusionOk="0">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65"/>
            <p:cNvSpPr/>
            <p:nvPr/>
          </p:nvSpPr>
          <p:spPr>
            <a:xfrm>
              <a:off x="3041787" y="2001118"/>
              <a:ext cx="113497" cy="184082"/>
            </a:xfrm>
            <a:custGeom>
              <a:avLst/>
              <a:gdLst/>
              <a:ahLst/>
              <a:cxnLst/>
              <a:rect l="l" t="t" r="r" b="b"/>
              <a:pathLst>
                <a:path w="4327" h="7018" extrusionOk="0">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65"/>
            <p:cNvSpPr/>
            <p:nvPr/>
          </p:nvSpPr>
          <p:spPr>
            <a:xfrm>
              <a:off x="3041787" y="2001118"/>
              <a:ext cx="111373" cy="122232"/>
            </a:xfrm>
            <a:custGeom>
              <a:avLst/>
              <a:gdLst/>
              <a:ahLst/>
              <a:cxnLst/>
              <a:rect l="l" t="t" r="r" b="b"/>
              <a:pathLst>
                <a:path w="4246" h="4660" extrusionOk="0">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65"/>
            <p:cNvSpPr/>
            <p:nvPr/>
          </p:nvSpPr>
          <p:spPr>
            <a:xfrm>
              <a:off x="3161133" y="2221843"/>
              <a:ext cx="131281" cy="95530"/>
            </a:xfrm>
            <a:custGeom>
              <a:avLst/>
              <a:gdLst/>
              <a:ahLst/>
              <a:cxnLst/>
              <a:rect l="l" t="t" r="r" b="b"/>
              <a:pathLst>
                <a:path w="5005" h="3642" extrusionOk="0">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65"/>
            <p:cNvSpPr/>
            <p:nvPr/>
          </p:nvSpPr>
          <p:spPr>
            <a:xfrm>
              <a:off x="3196885" y="2269687"/>
              <a:ext cx="59778" cy="59595"/>
            </a:xfrm>
            <a:custGeom>
              <a:avLst/>
              <a:gdLst/>
              <a:ahLst/>
              <a:cxnLst/>
              <a:rect l="l" t="t" r="r" b="b"/>
              <a:pathLst>
                <a:path w="2279" h="2272" extrusionOk="0">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65"/>
            <p:cNvSpPr/>
            <p:nvPr/>
          </p:nvSpPr>
          <p:spPr>
            <a:xfrm>
              <a:off x="3196885" y="2269687"/>
              <a:ext cx="59778" cy="29850"/>
            </a:xfrm>
            <a:custGeom>
              <a:avLst/>
              <a:gdLst/>
              <a:ahLst/>
              <a:cxnLst/>
              <a:rect l="l" t="t" r="r" b="b"/>
              <a:pathLst>
                <a:path w="2279" h="1138" extrusionOk="0">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65"/>
            <p:cNvSpPr/>
            <p:nvPr/>
          </p:nvSpPr>
          <p:spPr>
            <a:xfrm>
              <a:off x="3143166" y="2215968"/>
              <a:ext cx="167216" cy="65680"/>
            </a:xfrm>
            <a:custGeom>
              <a:avLst/>
              <a:gdLst/>
              <a:ahLst/>
              <a:cxnLst/>
              <a:rect l="l" t="t" r="r" b="b"/>
              <a:pathLst>
                <a:path w="6375" h="2504" extrusionOk="0">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65"/>
            <p:cNvSpPr/>
            <p:nvPr/>
          </p:nvSpPr>
          <p:spPr>
            <a:xfrm>
              <a:off x="3191009" y="2192151"/>
              <a:ext cx="71713" cy="50362"/>
            </a:xfrm>
            <a:custGeom>
              <a:avLst/>
              <a:gdLst/>
              <a:ahLst/>
              <a:cxnLst/>
              <a:rect l="l" t="t" r="r" b="b"/>
              <a:pathLst>
                <a:path w="2734" h="1920" extrusionOk="0">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65"/>
            <p:cNvSpPr/>
            <p:nvPr/>
          </p:nvSpPr>
          <p:spPr>
            <a:xfrm>
              <a:off x="3190826" y="2193908"/>
              <a:ext cx="53221" cy="48604"/>
            </a:xfrm>
            <a:custGeom>
              <a:avLst/>
              <a:gdLst/>
              <a:ahLst/>
              <a:cxnLst/>
              <a:rect l="l" t="t" r="r" b="b"/>
              <a:pathLst>
                <a:path w="2029" h="1853" extrusionOk="0">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5" name="Google Shape;15545;p65"/>
          <p:cNvGrpSpPr/>
          <p:nvPr/>
        </p:nvGrpSpPr>
        <p:grpSpPr>
          <a:xfrm>
            <a:off x="5752796" y="2115325"/>
            <a:ext cx="372309" cy="328216"/>
            <a:chOff x="5779884" y="2039125"/>
            <a:chExt cx="372309" cy="328216"/>
          </a:xfrm>
        </p:grpSpPr>
        <p:sp>
          <p:nvSpPr>
            <p:cNvPr id="15546" name="Google Shape;15546;p65"/>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65"/>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65"/>
            <p:cNvSpPr/>
            <p:nvPr/>
          </p:nvSpPr>
          <p:spPr>
            <a:xfrm>
              <a:off x="6095221" y="2136097"/>
              <a:ext cx="56972" cy="134088"/>
            </a:xfrm>
            <a:custGeom>
              <a:avLst/>
              <a:gdLst/>
              <a:ahLst/>
              <a:cxnLst/>
              <a:rect l="l" t="t" r="r" b="b"/>
              <a:pathLst>
                <a:path w="2172" h="5112" extrusionOk="0">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65"/>
            <p:cNvSpPr/>
            <p:nvPr/>
          </p:nvSpPr>
          <p:spPr>
            <a:xfrm>
              <a:off x="5801419" y="2039125"/>
              <a:ext cx="156882" cy="90441"/>
            </a:xfrm>
            <a:custGeom>
              <a:avLst/>
              <a:gdLst/>
              <a:ahLst/>
              <a:cxnLst/>
              <a:rect l="l" t="t" r="r" b="b"/>
              <a:pathLst>
                <a:path w="5981" h="3448" extrusionOk="0">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65"/>
            <p:cNvSpPr/>
            <p:nvPr/>
          </p:nvSpPr>
          <p:spPr>
            <a:xfrm>
              <a:off x="5779884" y="2058666"/>
              <a:ext cx="331731" cy="308675"/>
            </a:xfrm>
            <a:custGeom>
              <a:avLst/>
              <a:gdLst/>
              <a:ahLst/>
              <a:cxnLst/>
              <a:rect l="l" t="t" r="r" b="b"/>
              <a:pathLst>
                <a:path w="12647" h="11768" extrusionOk="0">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65"/>
            <p:cNvSpPr/>
            <p:nvPr/>
          </p:nvSpPr>
          <p:spPr>
            <a:xfrm>
              <a:off x="5818757" y="2041250"/>
              <a:ext cx="35515" cy="28250"/>
            </a:xfrm>
            <a:custGeom>
              <a:avLst/>
              <a:gdLst/>
              <a:ahLst/>
              <a:cxnLst/>
              <a:rect l="l" t="t" r="r" b="b"/>
              <a:pathLst>
                <a:path w="1354" h="1077" extrusionOk="0">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65"/>
            <p:cNvSpPr/>
            <p:nvPr/>
          </p:nvSpPr>
          <p:spPr>
            <a:xfrm>
              <a:off x="5821695" y="2081513"/>
              <a:ext cx="16027" cy="12118"/>
            </a:xfrm>
            <a:custGeom>
              <a:avLst/>
              <a:gdLst/>
              <a:ahLst/>
              <a:cxnLst/>
              <a:rect l="l" t="t" r="r" b="b"/>
              <a:pathLst>
                <a:path w="611" h="462" extrusionOk="0">
                  <a:moveTo>
                    <a:pt x="305" y="1"/>
                  </a:moveTo>
                  <a:cubicBezTo>
                    <a:pt x="0" y="1"/>
                    <a:pt x="0" y="462"/>
                    <a:pt x="305" y="462"/>
                  </a:cubicBezTo>
                  <a:cubicBezTo>
                    <a:pt x="611" y="462"/>
                    <a:pt x="611" y="1"/>
                    <a:pt x="30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65"/>
            <p:cNvSpPr/>
            <p:nvPr/>
          </p:nvSpPr>
          <p:spPr>
            <a:xfrm>
              <a:off x="5844987" y="2093710"/>
              <a:ext cx="48945" cy="110717"/>
            </a:xfrm>
            <a:custGeom>
              <a:avLst/>
              <a:gdLst/>
              <a:ahLst/>
              <a:cxnLst/>
              <a:rect l="l" t="t" r="r" b="b"/>
              <a:pathLst>
                <a:path w="1866" h="4221" extrusionOk="0">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65"/>
            <p:cNvSpPr/>
            <p:nvPr/>
          </p:nvSpPr>
          <p:spPr>
            <a:xfrm>
              <a:off x="5927690" y="2196374"/>
              <a:ext cx="105864" cy="35253"/>
            </a:xfrm>
            <a:custGeom>
              <a:avLst/>
              <a:gdLst/>
              <a:ahLst/>
              <a:cxnLst/>
              <a:rect l="l" t="t" r="r" b="b"/>
              <a:pathLst>
                <a:path w="4036" h="1344" extrusionOk="0">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65"/>
            <p:cNvSpPr/>
            <p:nvPr/>
          </p:nvSpPr>
          <p:spPr>
            <a:xfrm>
              <a:off x="5779884" y="2098956"/>
              <a:ext cx="42886" cy="34833"/>
            </a:xfrm>
            <a:custGeom>
              <a:avLst/>
              <a:gdLst/>
              <a:ahLst/>
              <a:cxnLst/>
              <a:rect l="l" t="t" r="r" b="b"/>
              <a:pathLst>
                <a:path w="1635" h="1328" extrusionOk="0">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65"/>
            <p:cNvSpPr/>
            <p:nvPr/>
          </p:nvSpPr>
          <p:spPr>
            <a:xfrm>
              <a:off x="5780959" y="2120884"/>
              <a:ext cx="9102" cy="7790"/>
            </a:xfrm>
            <a:custGeom>
              <a:avLst/>
              <a:gdLst/>
              <a:ahLst/>
              <a:cxnLst/>
              <a:rect l="l" t="t" r="r" b="b"/>
              <a:pathLst>
                <a:path w="347" h="297" extrusionOk="0">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65"/>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65"/>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59" name="Google Shape;15559;p65"/>
          <p:cNvSpPr txBox="1">
            <a:spLocks noGrp="1"/>
          </p:cNvSpPr>
          <p:nvPr>
            <p:ph type="title"/>
          </p:nvPr>
        </p:nvSpPr>
        <p:spPr>
          <a:xfrm>
            <a:off x="716700"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Nature Icons</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563"/>
        <p:cNvGrpSpPr/>
        <p:nvPr/>
      </p:nvGrpSpPr>
      <p:grpSpPr>
        <a:xfrm>
          <a:off x="0" y="0"/>
          <a:ext cx="0" cy="0"/>
          <a:chOff x="0" y="0"/>
          <a:chExt cx="0" cy="0"/>
        </a:xfrm>
      </p:grpSpPr>
      <p:grpSp>
        <p:nvGrpSpPr>
          <p:cNvPr id="15564" name="Google Shape;15564;p66"/>
          <p:cNvGrpSpPr/>
          <p:nvPr/>
        </p:nvGrpSpPr>
        <p:grpSpPr>
          <a:xfrm>
            <a:off x="853009" y="1981993"/>
            <a:ext cx="354610" cy="372358"/>
            <a:chOff x="878066" y="1981993"/>
            <a:chExt cx="354610" cy="372358"/>
          </a:xfrm>
        </p:grpSpPr>
        <p:sp>
          <p:nvSpPr>
            <p:cNvPr id="15565" name="Google Shape;15565;p66"/>
            <p:cNvSpPr/>
            <p:nvPr/>
          </p:nvSpPr>
          <p:spPr>
            <a:xfrm>
              <a:off x="1002194" y="1982386"/>
              <a:ext cx="230482" cy="176742"/>
            </a:xfrm>
            <a:custGeom>
              <a:avLst/>
              <a:gdLst/>
              <a:ahLst/>
              <a:cxnLst/>
              <a:rect l="l" t="t" r="r" b="b"/>
              <a:pathLst>
                <a:path w="8792" h="6742" extrusionOk="0">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66"/>
            <p:cNvSpPr/>
            <p:nvPr/>
          </p:nvSpPr>
          <p:spPr>
            <a:xfrm>
              <a:off x="1038895" y="1981993"/>
              <a:ext cx="163136" cy="177135"/>
            </a:xfrm>
            <a:custGeom>
              <a:avLst/>
              <a:gdLst/>
              <a:ahLst/>
              <a:cxnLst/>
              <a:rect l="l" t="t" r="r" b="b"/>
              <a:pathLst>
                <a:path w="6223" h="6757" extrusionOk="0">
                  <a:moveTo>
                    <a:pt x="4836" y="1"/>
                  </a:moveTo>
                  <a:lnTo>
                    <a:pt x="0" y="6756"/>
                  </a:lnTo>
                  <a:lnTo>
                    <a:pt x="1401" y="6756"/>
                  </a:lnTo>
                  <a:lnTo>
                    <a:pt x="6222"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66"/>
            <p:cNvSpPr/>
            <p:nvPr/>
          </p:nvSpPr>
          <p:spPr>
            <a:xfrm>
              <a:off x="1075596" y="1982386"/>
              <a:ext cx="156687" cy="176742"/>
            </a:xfrm>
            <a:custGeom>
              <a:avLst/>
              <a:gdLst/>
              <a:ahLst/>
              <a:cxnLst/>
              <a:rect l="l" t="t" r="r" b="b"/>
              <a:pathLst>
                <a:path w="5977" h="6742" extrusionOk="0">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66"/>
            <p:cNvSpPr/>
            <p:nvPr/>
          </p:nvSpPr>
          <p:spPr>
            <a:xfrm>
              <a:off x="878145" y="1982281"/>
              <a:ext cx="230404" cy="176846"/>
            </a:xfrm>
            <a:custGeom>
              <a:avLst/>
              <a:gdLst/>
              <a:ahLst/>
              <a:cxnLst/>
              <a:rect l="l" t="t" r="r" b="b"/>
              <a:pathLst>
                <a:path w="8789" h="6746" extrusionOk="0">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66"/>
            <p:cNvSpPr/>
            <p:nvPr/>
          </p:nvSpPr>
          <p:spPr>
            <a:xfrm>
              <a:off x="910599" y="1981993"/>
              <a:ext cx="163136" cy="177135"/>
            </a:xfrm>
            <a:custGeom>
              <a:avLst/>
              <a:gdLst/>
              <a:ahLst/>
              <a:cxnLst/>
              <a:rect l="l" t="t" r="r" b="b"/>
              <a:pathLst>
                <a:path w="6223" h="6757" extrusionOk="0">
                  <a:moveTo>
                    <a:pt x="1" y="1"/>
                  </a:moveTo>
                  <a:lnTo>
                    <a:pt x="4837" y="6756"/>
                  </a:lnTo>
                  <a:lnTo>
                    <a:pt x="6222" y="6756"/>
                  </a:lnTo>
                  <a:lnTo>
                    <a:pt x="1401"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66"/>
            <p:cNvSpPr/>
            <p:nvPr/>
          </p:nvSpPr>
          <p:spPr>
            <a:xfrm>
              <a:off x="878066" y="1982386"/>
              <a:ext cx="159335" cy="177109"/>
            </a:xfrm>
            <a:custGeom>
              <a:avLst/>
              <a:gdLst/>
              <a:ahLst/>
              <a:cxnLst/>
              <a:rect l="l" t="t" r="r" b="b"/>
              <a:pathLst>
                <a:path w="6078" h="6756" extrusionOk="0">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66"/>
            <p:cNvSpPr/>
            <p:nvPr/>
          </p:nvSpPr>
          <p:spPr>
            <a:xfrm>
              <a:off x="1092243" y="2108008"/>
              <a:ext cx="36360" cy="51119"/>
            </a:xfrm>
            <a:custGeom>
              <a:avLst/>
              <a:gdLst/>
              <a:ahLst/>
              <a:cxnLst/>
              <a:rect l="l" t="t" r="r" b="b"/>
              <a:pathLst>
                <a:path w="1387" h="1950" extrusionOk="0">
                  <a:moveTo>
                    <a:pt x="751" y="1"/>
                  </a:moveTo>
                  <a:lnTo>
                    <a:pt x="1" y="1069"/>
                  </a:lnTo>
                  <a:lnTo>
                    <a:pt x="622" y="1949"/>
                  </a:lnTo>
                  <a:lnTo>
                    <a:pt x="1156" y="1228"/>
                  </a:lnTo>
                  <a:lnTo>
                    <a:pt x="1387" y="881"/>
                  </a:lnTo>
                  <a:lnTo>
                    <a:pt x="751"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66"/>
            <p:cNvSpPr/>
            <p:nvPr/>
          </p:nvSpPr>
          <p:spPr>
            <a:xfrm>
              <a:off x="1073709" y="2082658"/>
              <a:ext cx="38248" cy="53374"/>
            </a:xfrm>
            <a:custGeom>
              <a:avLst/>
              <a:gdLst/>
              <a:ahLst/>
              <a:cxnLst/>
              <a:rect l="l" t="t" r="r" b="b"/>
              <a:pathLst>
                <a:path w="1459" h="2036" extrusionOk="0">
                  <a:moveTo>
                    <a:pt x="766" y="0"/>
                  </a:moveTo>
                  <a:lnTo>
                    <a:pt x="0" y="1054"/>
                  </a:lnTo>
                  <a:lnTo>
                    <a:pt x="708" y="2036"/>
                  </a:lnTo>
                  <a:lnTo>
                    <a:pt x="1458" y="968"/>
                  </a:lnTo>
                  <a:lnTo>
                    <a:pt x="76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66"/>
            <p:cNvSpPr/>
            <p:nvPr/>
          </p:nvSpPr>
          <p:spPr>
            <a:xfrm>
              <a:off x="1055542" y="2056915"/>
              <a:ext cx="38248" cy="53400"/>
            </a:xfrm>
            <a:custGeom>
              <a:avLst/>
              <a:gdLst/>
              <a:ahLst/>
              <a:cxnLst/>
              <a:rect l="l" t="t" r="r" b="b"/>
              <a:pathLst>
                <a:path w="1459" h="2037" extrusionOk="0">
                  <a:moveTo>
                    <a:pt x="751" y="1"/>
                  </a:moveTo>
                  <a:lnTo>
                    <a:pt x="1" y="1055"/>
                  </a:lnTo>
                  <a:lnTo>
                    <a:pt x="693" y="2036"/>
                  </a:lnTo>
                  <a:lnTo>
                    <a:pt x="1459" y="982"/>
                  </a:lnTo>
                  <a:lnTo>
                    <a:pt x="751"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66"/>
            <p:cNvSpPr/>
            <p:nvPr/>
          </p:nvSpPr>
          <p:spPr>
            <a:xfrm>
              <a:off x="940117" y="2129583"/>
              <a:ext cx="230482" cy="224636"/>
            </a:xfrm>
            <a:custGeom>
              <a:avLst/>
              <a:gdLst/>
              <a:ahLst/>
              <a:cxnLst/>
              <a:rect l="l" t="t" r="r" b="b"/>
              <a:pathLst>
                <a:path w="8792" h="8569" extrusionOk="0">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66"/>
            <p:cNvSpPr/>
            <p:nvPr/>
          </p:nvSpPr>
          <p:spPr>
            <a:xfrm>
              <a:off x="1038502" y="2129478"/>
              <a:ext cx="132097" cy="224872"/>
            </a:xfrm>
            <a:custGeom>
              <a:avLst/>
              <a:gdLst/>
              <a:ahLst/>
              <a:cxnLst/>
              <a:rect l="l" t="t" r="r" b="b"/>
              <a:pathLst>
                <a:path w="5039" h="8578" extrusionOk="0">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66"/>
            <p:cNvSpPr/>
            <p:nvPr/>
          </p:nvSpPr>
          <p:spPr>
            <a:xfrm>
              <a:off x="970395" y="2156821"/>
              <a:ext cx="169952" cy="169559"/>
            </a:xfrm>
            <a:custGeom>
              <a:avLst/>
              <a:gdLst/>
              <a:ahLst/>
              <a:cxnLst/>
              <a:rect l="l" t="t" r="r" b="b"/>
              <a:pathLst>
                <a:path w="6483" h="6468" extrusionOk="0">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66"/>
            <p:cNvSpPr/>
            <p:nvPr/>
          </p:nvSpPr>
          <p:spPr>
            <a:xfrm>
              <a:off x="1038502" y="2156821"/>
              <a:ext cx="106380" cy="169716"/>
            </a:xfrm>
            <a:custGeom>
              <a:avLst/>
              <a:gdLst/>
              <a:ahLst/>
              <a:cxnLst/>
              <a:rect l="l" t="t" r="r" b="b"/>
              <a:pathLst>
                <a:path w="4058" h="6474" extrusionOk="0">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66"/>
            <p:cNvSpPr/>
            <p:nvPr/>
          </p:nvSpPr>
          <p:spPr>
            <a:xfrm>
              <a:off x="1038502" y="2203641"/>
              <a:ext cx="20841" cy="76207"/>
            </a:xfrm>
            <a:custGeom>
              <a:avLst/>
              <a:gdLst/>
              <a:ahLst/>
              <a:cxnLst/>
              <a:rect l="l" t="t" r="r" b="b"/>
              <a:pathLst>
                <a:path w="795" h="2907" extrusionOk="0">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9" name="Google Shape;15579;p66"/>
          <p:cNvGrpSpPr/>
          <p:nvPr/>
        </p:nvGrpSpPr>
        <p:grpSpPr>
          <a:xfrm>
            <a:off x="1320737" y="1982386"/>
            <a:ext cx="371650" cy="371624"/>
            <a:chOff x="1345794" y="1982386"/>
            <a:chExt cx="371650" cy="371624"/>
          </a:xfrm>
        </p:grpSpPr>
        <p:sp>
          <p:nvSpPr>
            <p:cNvPr id="15580" name="Google Shape;15580;p66"/>
            <p:cNvSpPr/>
            <p:nvPr/>
          </p:nvSpPr>
          <p:spPr>
            <a:xfrm>
              <a:off x="1345794" y="2140567"/>
              <a:ext cx="111676" cy="123001"/>
            </a:xfrm>
            <a:custGeom>
              <a:avLst/>
              <a:gdLst/>
              <a:ahLst/>
              <a:cxnLst/>
              <a:rect l="l" t="t" r="r" b="b"/>
              <a:pathLst>
                <a:path w="4260" h="4692" extrusionOk="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66"/>
            <p:cNvSpPr/>
            <p:nvPr/>
          </p:nvSpPr>
          <p:spPr>
            <a:xfrm>
              <a:off x="1345794" y="2172445"/>
              <a:ext cx="31065" cy="91490"/>
            </a:xfrm>
            <a:custGeom>
              <a:avLst/>
              <a:gdLst/>
              <a:ahLst/>
              <a:cxnLst/>
              <a:rect l="l" t="t" r="r" b="b"/>
              <a:pathLst>
                <a:path w="1185" h="3490" extrusionOk="0">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66"/>
            <p:cNvSpPr/>
            <p:nvPr/>
          </p:nvSpPr>
          <p:spPr>
            <a:xfrm>
              <a:off x="1368496" y="2140934"/>
              <a:ext cx="14418" cy="50752"/>
            </a:xfrm>
            <a:custGeom>
              <a:avLst/>
              <a:gdLst/>
              <a:ahLst/>
              <a:cxnLst/>
              <a:rect l="l" t="t" r="r" b="b"/>
              <a:pathLst>
                <a:path w="550" h="1936" extrusionOk="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66"/>
            <p:cNvSpPr/>
            <p:nvPr/>
          </p:nvSpPr>
          <p:spPr>
            <a:xfrm>
              <a:off x="1392509" y="2146675"/>
              <a:ext cx="8939" cy="46165"/>
            </a:xfrm>
            <a:custGeom>
              <a:avLst/>
              <a:gdLst/>
              <a:ahLst/>
              <a:cxnLst/>
              <a:rect l="l" t="t" r="r" b="b"/>
              <a:pathLst>
                <a:path w="341" h="1761" extrusionOk="0">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66"/>
            <p:cNvSpPr/>
            <p:nvPr/>
          </p:nvSpPr>
          <p:spPr>
            <a:xfrm>
              <a:off x="1412092" y="2150608"/>
              <a:ext cx="9804" cy="46007"/>
            </a:xfrm>
            <a:custGeom>
              <a:avLst/>
              <a:gdLst/>
              <a:ahLst/>
              <a:cxnLst/>
              <a:rect l="l" t="t" r="r" b="b"/>
              <a:pathLst>
                <a:path w="374" h="1755" extrusionOk="0">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66"/>
            <p:cNvSpPr/>
            <p:nvPr/>
          </p:nvSpPr>
          <p:spPr>
            <a:xfrm>
              <a:off x="1434348" y="2154933"/>
              <a:ext cx="7209" cy="42442"/>
            </a:xfrm>
            <a:custGeom>
              <a:avLst/>
              <a:gdLst/>
              <a:ahLst/>
              <a:cxnLst/>
              <a:rect l="l" t="t" r="r" b="b"/>
              <a:pathLst>
                <a:path w="275" h="1619" extrusionOk="0">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66"/>
            <p:cNvSpPr/>
            <p:nvPr/>
          </p:nvSpPr>
          <p:spPr>
            <a:xfrm>
              <a:off x="1427926" y="1982386"/>
              <a:ext cx="46558" cy="32192"/>
            </a:xfrm>
            <a:custGeom>
              <a:avLst/>
              <a:gdLst/>
              <a:ahLst/>
              <a:cxnLst/>
              <a:rect l="l" t="t" r="r" b="b"/>
              <a:pathLst>
                <a:path w="1776" h="1228" extrusionOk="0">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66"/>
            <p:cNvSpPr/>
            <p:nvPr/>
          </p:nvSpPr>
          <p:spPr>
            <a:xfrm>
              <a:off x="1429420" y="1983120"/>
              <a:ext cx="38248" cy="31065"/>
            </a:xfrm>
            <a:custGeom>
              <a:avLst/>
              <a:gdLst/>
              <a:ahLst/>
              <a:cxnLst/>
              <a:rect l="l" t="t" r="r" b="b"/>
              <a:pathLst>
                <a:path w="1459" h="1185" extrusionOk="0">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66"/>
            <p:cNvSpPr/>
            <p:nvPr/>
          </p:nvSpPr>
          <p:spPr>
            <a:xfrm>
              <a:off x="1458178" y="1984640"/>
              <a:ext cx="65511" cy="52640"/>
            </a:xfrm>
            <a:custGeom>
              <a:avLst/>
              <a:gdLst/>
              <a:ahLst/>
              <a:cxnLst/>
              <a:rect l="l" t="t" r="r" b="b"/>
              <a:pathLst>
                <a:path w="2499" h="2008" extrusionOk="0">
                  <a:moveTo>
                    <a:pt x="521" y="1"/>
                  </a:moveTo>
                  <a:lnTo>
                    <a:pt x="1" y="1098"/>
                  </a:lnTo>
                  <a:lnTo>
                    <a:pt x="2181" y="2007"/>
                  </a:lnTo>
                  <a:lnTo>
                    <a:pt x="2498" y="824"/>
                  </a:lnTo>
                  <a:lnTo>
                    <a:pt x="521"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66"/>
            <p:cNvSpPr/>
            <p:nvPr/>
          </p:nvSpPr>
          <p:spPr>
            <a:xfrm>
              <a:off x="1590249" y="2037621"/>
              <a:ext cx="35233" cy="40528"/>
            </a:xfrm>
            <a:custGeom>
              <a:avLst/>
              <a:gdLst/>
              <a:ahLst/>
              <a:cxnLst/>
              <a:rect l="l" t="t" r="r" b="b"/>
              <a:pathLst>
                <a:path w="1344" h="1546" extrusionOk="0">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66"/>
            <p:cNvSpPr/>
            <p:nvPr/>
          </p:nvSpPr>
          <p:spPr>
            <a:xfrm>
              <a:off x="1593657" y="2037621"/>
              <a:ext cx="31825" cy="25769"/>
            </a:xfrm>
            <a:custGeom>
              <a:avLst/>
              <a:gdLst/>
              <a:ahLst/>
              <a:cxnLst/>
              <a:rect l="l" t="t" r="r" b="b"/>
              <a:pathLst>
                <a:path w="1214" h="983" extrusionOk="0">
                  <a:moveTo>
                    <a:pt x="160" y="1"/>
                  </a:moveTo>
                  <a:lnTo>
                    <a:pt x="1" y="578"/>
                  </a:lnTo>
                  <a:lnTo>
                    <a:pt x="954" y="982"/>
                  </a:lnTo>
                  <a:lnTo>
                    <a:pt x="1184" y="491"/>
                  </a:lnTo>
                  <a:lnTo>
                    <a:pt x="1213" y="434"/>
                  </a:lnTo>
                  <a:lnTo>
                    <a:pt x="16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66"/>
            <p:cNvSpPr/>
            <p:nvPr/>
          </p:nvSpPr>
          <p:spPr>
            <a:xfrm>
              <a:off x="1465387" y="1984640"/>
              <a:ext cx="58302" cy="36727"/>
            </a:xfrm>
            <a:custGeom>
              <a:avLst/>
              <a:gdLst/>
              <a:ahLst/>
              <a:cxnLst/>
              <a:rect l="l" t="t" r="r" b="b"/>
              <a:pathLst>
                <a:path w="2224" h="1401" extrusionOk="0">
                  <a:moveTo>
                    <a:pt x="246" y="1"/>
                  </a:moveTo>
                  <a:lnTo>
                    <a:pt x="0" y="520"/>
                  </a:lnTo>
                  <a:lnTo>
                    <a:pt x="2064" y="1401"/>
                  </a:lnTo>
                  <a:lnTo>
                    <a:pt x="2223" y="824"/>
                  </a:lnTo>
                  <a:lnTo>
                    <a:pt x="246"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66"/>
            <p:cNvSpPr/>
            <p:nvPr/>
          </p:nvSpPr>
          <p:spPr>
            <a:xfrm>
              <a:off x="1605768" y="2108401"/>
              <a:ext cx="111676" cy="123001"/>
            </a:xfrm>
            <a:custGeom>
              <a:avLst/>
              <a:gdLst/>
              <a:ahLst/>
              <a:cxnLst/>
              <a:rect l="l" t="t" r="r" b="b"/>
              <a:pathLst>
                <a:path w="4260" h="4692" extrusionOk="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66"/>
            <p:cNvSpPr/>
            <p:nvPr/>
          </p:nvSpPr>
          <p:spPr>
            <a:xfrm>
              <a:off x="1605768" y="2139886"/>
              <a:ext cx="31432" cy="91517"/>
            </a:xfrm>
            <a:custGeom>
              <a:avLst/>
              <a:gdLst/>
              <a:ahLst/>
              <a:cxnLst/>
              <a:rect l="l" t="t" r="r" b="b"/>
              <a:pathLst>
                <a:path w="1199" h="3491" extrusionOk="0">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66"/>
            <p:cNvSpPr/>
            <p:nvPr/>
          </p:nvSpPr>
          <p:spPr>
            <a:xfrm>
              <a:off x="1482400" y="1991483"/>
              <a:ext cx="123394" cy="138887"/>
            </a:xfrm>
            <a:custGeom>
              <a:avLst/>
              <a:gdLst/>
              <a:ahLst/>
              <a:cxnLst/>
              <a:rect l="l" t="t" r="r" b="b"/>
              <a:pathLst>
                <a:path w="4707" h="5298" extrusionOk="0">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66"/>
            <p:cNvSpPr/>
            <p:nvPr/>
          </p:nvSpPr>
          <p:spPr>
            <a:xfrm>
              <a:off x="1482794" y="2027030"/>
              <a:ext cx="26503" cy="102946"/>
            </a:xfrm>
            <a:custGeom>
              <a:avLst/>
              <a:gdLst/>
              <a:ahLst/>
              <a:cxnLst/>
              <a:rect l="l" t="t" r="r" b="b"/>
              <a:pathLst>
                <a:path w="1011" h="3927" extrusionOk="0">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66"/>
            <p:cNvSpPr/>
            <p:nvPr/>
          </p:nvSpPr>
          <p:spPr>
            <a:xfrm>
              <a:off x="1610303" y="2048212"/>
              <a:ext cx="34473" cy="36413"/>
            </a:xfrm>
            <a:custGeom>
              <a:avLst/>
              <a:gdLst/>
              <a:ahLst/>
              <a:cxnLst/>
              <a:rect l="l" t="t" r="r" b="b"/>
              <a:pathLst>
                <a:path w="1315" h="1389" extrusionOk="0">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66"/>
            <p:cNvSpPr/>
            <p:nvPr/>
          </p:nvSpPr>
          <p:spPr>
            <a:xfrm>
              <a:off x="1489216" y="2157214"/>
              <a:ext cx="92355" cy="196796"/>
            </a:xfrm>
            <a:custGeom>
              <a:avLst/>
              <a:gdLst/>
              <a:ahLst/>
              <a:cxnLst/>
              <a:rect l="l" t="t" r="r" b="b"/>
              <a:pathLst>
                <a:path w="3523" h="7507" extrusionOk="0">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66"/>
            <p:cNvSpPr/>
            <p:nvPr/>
          </p:nvSpPr>
          <p:spPr>
            <a:xfrm>
              <a:off x="1621681" y="2257879"/>
              <a:ext cx="91962" cy="96130"/>
            </a:xfrm>
            <a:custGeom>
              <a:avLst/>
              <a:gdLst/>
              <a:ahLst/>
              <a:cxnLst/>
              <a:rect l="l" t="t" r="r" b="b"/>
              <a:pathLst>
                <a:path w="3508" h="3667" extrusionOk="0">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66"/>
            <p:cNvSpPr/>
            <p:nvPr/>
          </p:nvSpPr>
          <p:spPr>
            <a:xfrm>
              <a:off x="1509664" y="2157214"/>
              <a:ext cx="71908" cy="196796"/>
            </a:xfrm>
            <a:custGeom>
              <a:avLst/>
              <a:gdLst/>
              <a:ahLst/>
              <a:cxnLst/>
              <a:rect l="l" t="t" r="r" b="b"/>
              <a:pathLst>
                <a:path w="2743" h="7507" extrusionOk="0">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0" name="Google Shape;15600;p66"/>
            <p:cNvSpPr/>
            <p:nvPr/>
          </p:nvSpPr>
          <p:spPr>
            <a:xfrm>
              <a:off x="1639822" y="2257879"/>
              <a:ext cx="73821" cy="96130"/>
            </a:xfrm>
            <a:custGeom>
              <a:avLst/>
              <a:gdLst/>
              <a:ahLst/>
              <a:cxnLst/>
              <a:rect l="l" t="t" r="r" b="b"/>
              <a:pathLst>
                <a:path w="2816" h="3667" extrusionOk="0">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66"/>
            <p:cNvSpPr/>
            <p:nvPr/>
          </p:nvSpPr>
          <p:spPr>
            <a:xfrm>
              <a:off x="1360920" y="2290779"/>
              <a:ext cx="92749" cy="63231"/>
            </a:xfrm>
            <a:custGeom>
              <a:avLst/>
              <a:gdLst/>
              <a:ahLst/>
              <a:cxnLst/>
              <a:rect l="l" t="t" r="r" b="b"/>
              <a:pathLst>
                <a:path w="3538" h="2412" extrusionOk="0">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66"/>
            <p:cNvSpPr/>
            <p:nvPr/>
          </p:nvSpPr>
          <p:spPr>
            <a:xfrm>
              <a:off x="1381368" y="2290779"/>
              <a:ext cx="72301" cy="63231"/>
            </a:xfrm>
            <a:custGeom>
              <a:avLst/>
              <a:gdLst/>
              <a:ahLst/>
              <a:cxnLst/>
              <a:rect l="l" t="t" r="r" b="b"/>
              <a:pathLst>
                <a:path w="2758" h="2412" extrusionOk="0">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66"/>
            <p:cNvSpPr/>
            <p:nvPr/>
          </p:nvSpPr>
          <p:spPr>
            <a:xfrm>
              <a:off x="1489216" y="2126542"/>
              <a:ext cx="92749" cy="34473"/>
            </a:xfrm>
            <a:custGeom>
              <a:avLst/>
              <a:gdLst/>
              <a:ahLst/>
              <a:cxnLst/>
              <a:rect l="l" t="t" r="r" b="b"/>
              <a:pathLst>
                <a:path w="3538" h="1315" extrusionOk="0">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66"/>
            <p:cNvSpPr/>
            <p:nvPr/>
          </p:nvSpPr>
          <p:spPr>
            <a:xfrm>
              <a:off x="1509664" y="2126542"/>
              <a:ext cx="72301" cy="34473"/>
            </a:xfrm>
            <a:custGeom>
              <a:avLst/>
              <a:gdLst/>
              <a:ahLst/>
              <a:cxnLst/>
              <a:rect l="l" t="t" r="r" b="b"/>
              <a:pathLst>
                <a:path w="2758" h="1315" extrusionOk="0">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66"/>
            <p:cNvSpPr/>
            <p:nvPr/>
          </p:nvSpPr>
          <p:spPr>
            <a:xfrm>
              <a:off x="1511919" y="1991089"/>
              <a:ext cx="26897" cy="47528"/>
            </a:xfrm>
            <a:custGeom>
              <a:avLst/>
              <a:gdLst/>
              <a:ahLst/>
              <a:cxnLst/>
              <a:rect l="l" t="t" r="r" b="b"/>
              <a:pathLst>
                <a:path w="1026" h="1813" extrusionOk="0">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66"/>
            <p:cNvSpPr/>
            <p:nvPr/>
          </p:nvSpPr>
          <p:spPr>
            <a:xfrm>
              <a:off x="1535774" y="2000841"/>
              <a:ext cx="19320" cy="44225"/>
            </a:xfrm>
            <a:custGeom>
              <a:avLst/>
              <a:gdLst/>
              <a:ahLst/>
              <a:cxnLst/>
              <a:rect l="l" t="t" r="r" b="b"/>
              <a:pathLst>
                <a:path w="737" h="1687" extrusionOk="0">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66"/>
            <p:cNvSpPr/>
            <p:nvPr/>
          </p:nvSpPr>
          <p:spPr>
            <a:xfrm>
              <a:off x="1554675" y="2009623"/>
              <a:ext cx="19714" cy="44146"/>
            </a:xfrm>
            <a:custGeom>
              <a:avLst/>
              <a:gdLst/>
              <a:ahLst/>
              <a:cxnLst/>
              <a:rect l="l" t="t" r="r" b="b"/>
              <a:pathLst>
                <a:path w="752" h="1684" extrusionOk="0">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66"/>
            <p:cNvSpPr/>
            <p:nvPr/>
          </p:nvSpPr>
          <p:spPr>
            <a:xfrm>
              <a:off x="1575123" y="2019087"/>
              <a:ext cx="17433" cy="40345"/>
            </a:xfrm>
            <a:custGeom>
              <a:avLst/>
              <a:gdLst/>
              <a:ahLst/>
              <a:cxnLst/>
              <a:rect l="l" t="t" r="r" b="b"/>
              <a:pathLst>
                <a:path w="665" h="1539" extrusionOk="0">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66"/>
            <p:cNvSpPr/>
            <p:nvPr/>
          </p:nvSpPr>
          <p:spPr>
            <a:xfrm>
              <a:off x="1628864" y="2108008"/>
              <a:ext cx="14025" cy="51145"/>
            </a:xfrm>
            <a:custGeom>
              <a:avLst/>
              <a:gdLst/>
              <a:ahLst/>
              <a:cxnLst/>
              <a:rect l="l" t="t" r="r" b="b"/>
              <a:pathLst>
                <a:path w="535" h="1951" extrusionOk="0">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66"/>
            <p:cNvSpPr/>
            <p:nvPr/>
          </p:nvSpPr>
          <p:spPr>
            <a:xfrm>
              <a:off x="1652798" y="2114116"/>
              <a:ext cx="8625" cy="46165"/>
            </a:xfrm>
            <a:custGeom>
              <a:avLst/>
              <a:gdLst/>
              <a:ahLst/>
              <a:cxnLst/>
              <a:rect l="l" t="t" r="r" b="b"/>
              <a:pathLst>
                <a:path w="329" h="1761" extrusionOk="0">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66"/>
            <p:cNvSpPr/>
            <p:nvPr/>
          </p:nvSpPr>
          <p:spPr>
            <a:xfrm>
              <a:off x="1672459" y="2118049"/>
              <a:ext cx="9411" cy="46034"/>
            </a:xfrm>
            <a:custGeom>
              <a:avLst/>
              <a:gdLst/>
              <a:ahLst/>
              <a:cxnLst/>
              <a:rect l="l" t="t" r="r" b="b"/>
              <a:pathLst>
                <a:path w="359" h="1756" extrusionOk="0">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66"/>
            <p:cNvSpPr/>
            <p:nvPr/>
          </p:nvSpPr>
          <p:spPr>
            <a:xfrm>
              <a:off x="1694323" y="2122400"/>
              <a:ext cx="7209" cy="42416"/>
            </a:xfrm>
            <a:custGeom>
              <a:avLst/>
              <a:gdLst/>
              <a:ahLst/>
              <a:cxnLst/>
              <a:rect l="l" t="t" r="r" b="b"/>
              <a:pathLst>
                <a:path w="275" h="1618" extrusionOk="0">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66"/>
            <p:cNvSpPr/>
            <p:nvPr/>
          </p:nvSpPr>
          <p:spPr>
            <a:xfrm>
              <a:off x="1621288" y="2227208"/>
              <a:ext cx="92749" cy="34840"/>
            </a:xfrm>
            <a:custGeom>
              <a:avLst/>
              <a:gdLst/>
              <a:ahLst/>
              <a:cxnLst/>
              <a:rect l="l" t="t" r="r" b="b"/>
              <a:pathLst>
                <a:path w="3538" h="1329" extrusionOk="0">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66"/>
            <p:cNvSpPr/>
            <p:nvPr/>
          </p:nvSpPr>
          <p:spPr>
            <a:xfrm>
              <a:off x="1639822" y="2227208"/>
              <a:ext cx="74215" cy="34840"/>
            </a:xfrm>
            <a:custGeom>
              <a:avLst/>
              <a:gdLst/>
              <a:ahLst/>
              <a:cxnLst/>
              <a:rect l="l" t="t" r="r" b="b"/>
              <a:pathLst>
                <a:path w="2831" h="1329" extrusionOk="0">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66"/>
            <p:cNvSpPr/>
            <p:nvPr/>
          </p:nvSpPr>
          <p:spPr>
            <a:xfrm>
              <a:off x="1360920" y="2260134"/>
              <a:ext cx="92749" cy="34473"/>
            </a:xfrm>
            <a:custGeom>
              <a:avLst/>
              <a:gdLst/>
              <a:ahLst/>
              <a:cxnLst/>
              <a:rect l="l" t="t" r="r" b="b"/>
              <a:pathLst>
                <a:path w="3538" h="1315" extrusionOk="0">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66"/>
            <p:cNvSpPr/>
            <p:nvPr/>
          </p:nvSpPr>
          <p:spPr>
            <a:xfrm>
              <a:off x="1381368" y="2260134"/>
              <a:ext cx="72301" cy="34473"/>
            </a:xfrm>
            <a:custGeom>
              <a:avLst/>
              <a:gdLst/>
              <a:ahLst/>
              <a:cxnLst/>
              <a:rect l="l" t="t" r="r" b="b"/>
              <a:pathLst>
                <a:path w="2758" h="1315" extrusionOk="0">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7" name="Google Shape;15617;p66"/>
          <p:cNvGrpSpPr/>
          <p:nvPr/>
        </p:nvGrpSpPr>
        <p:grpSpPr>
          <a:xfrm>
            <a:off x="1796408" y="1981993"/>
            <a:ext cx="372410" cy="372410"/>
            <a:chOff x="1821465" y="1981993"/>
            <a:chExt cx="372410" cy="372410"/>
          </a:xfrm>
        </p:grpSpPr>
        <p:sp>
          <p:nvSpPr>
            <p:cNvPr id="15618" name="Google Shape;15618;p66"/>
            <p:cNvSpPr/>
            <p:nvPr/>
          </p:nvSpPr>
          <p:spPr>
            <a:xfrm>
              <a:off x="1821858" y="1981993"/>
              <a:ext cx="282336" cy="186205"/>
            </a:xfrm>
            <a:custGeom>
              <a:avLst/>
              <a:gdLst/>
              <a:ahLst/>
              <a:cxnLst/>
              <a:rect l="l" t="t" r="r" b="b"/>
              <a:pathLst>
                <a:path w="10770" h="7103" extrusionOk="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66"/>
            <p:cNvSpPr/>
            <p:nvPr/>
          </p:nvSpPr>
          <p:spPr>
            <a:xfrm>
              <a:off x="2007670" y="1981993"/>
              <a:ext cx="186205" cy="282336"/>
            </a:xfrm>
            <a:custGeom>
              <a:avLst/>
              <a:gdLst/>
              <a:ahLst/>
              <a:cxnLst/>
              <a:rect l="l" t="t" r="r" b="b"/>
              <a:pathLst>
                <a:path w="7103" h="10770" extrusionOk="0">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0" name="Google Shape;15620;p66"/>
            <p:cNvSpPr/>
            <p:nvPr/>
          </p:nvSpPr>
          <p:spPr>
            <a:xfrm>
              <a:off x="1911540" y="2167805"/>
              <a:ext cx="282336" cy="186598"/>
            </a:xfrm>
            <a:custGeom>
              <a:avLst/>
              <a:gdLst/>
              <a:ahLst/>
              <a:cxnLst/>
              <a:rect l="l" t="t" r="r" b="b"/>
              <a:pathLst>
                <a:path w="10770" h="7118" extrusionOk="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1" name="Google Shape;15621;p66"/>
            <p:cNvSpPr/>
            <p:nvPr/>
          </p:nvSpPr>
          <p:spPr>
            <a:xfrm>
              <a:off x="1821465" y="2072067"/>
              <a:ext cx="186598" cy="281942"/>
            </a:xfrm>
            <a:custGeom>
              <a:avLst/>
              <a:gdLst/>
              <a:ahLst/>
              <a:cxnLst/>
              <a:rect l="l" t="t" r="r" b="b"/>
              <a:pathLst>
                <a:path w="7118" h="10755" extrusionOk="0">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66"/>
            <p:cNvSpPr/>
            <p:nvPr/>
          </p:nvSpPr>
          <p:spPr>
            <a:xfrm>
              <a:off x="1821858" y="2167805"/>
              <a:ext cx="42023" cy="186205"/>
            </a:xfrm>
            <a:custGeom>
              <a:avLst/>
              <a:gdLst/>
              <a:ahLst/>
              <a:cxnLst/>
              <a:rect l="l" t="t" r="r" b="b"/>
              <a:pathLst>
                <a:path w="1603" h="7103" extrusionOk="0">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66"/>
            <p:cNvSpPr/>
            <p:nvPr/>
          </p:nvSpPr>
          <p:spPr>
            <a:xfrm>
              <a:off x="1869989" y="2072303"/>
              <a:ext cx="51041" cy="95894"/>
            </a:xfrm>
            <a:custGeom>
              <a:avLst/>
              <a:gdLst/>
              <a:ahLst/>
              <a:cxnLst/>
              <a:rect l="l" t="t" r="r" b="b"/>
              <a:pathLst>
                <a:path w="1947" h="3658" extrusionOk="0">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66"/>
            <p:cNvSpPr/>
            <p:nvPr/>
          </p:nvSpPr>
          <p:spPr>
            <a:xfrm>
              <a:off x="1821858" y="1981993"/>
              <a:ext cx="42023" cy="186205"/>
            </a:xfrm>
            <a:custGeom>
              <a:avLst/>
              <a:gdLst/>
              <a:ahLst/>
              <a:cxnLst/>
              <a:rect l="l" t="t" r="r" b="b"/>
              <a:pathLst>
                <a:path w="1603" h="7103" extrusionOk="0">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66"/>
            <p:cNvSpPr/>
            <p:nvPr/>
          </p:nvSpPr>
          <p:spPr>
            <a:xfrm>
              <a:off x="2076904" y="2041658"/>
              <a:ext cx="45064" cy="66560"/>
            </a:xfrm>
            <a:custGeom>
              <a:avLst/>
              <a:gdLst/>
              <a:ahLst/>
              <a:cxnLst/>
              <a:rect l="l" t="t" r="r" b="b"/>
              <a:pathLst>
                <a:path w="1719" h="2539" extrusionOk="0">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66"/>
            <p:cNvSpPr/>
            <p:nvPr/>
          </p:nvSpPr>
          <p:spPr>
            <a:xfrm>
              <a:off x="2008037" y="1981993"/>
              <a:ext cx="23882" cy="78357"/>
            </a:xfrm>
            <a:custGeom>
              <a:avLst/>
              <a:gdLst/>
              <a:ahLst/>
              <a:cxnLst/>
              <a:rect l="l" t="t" r="r" b="b"/>
              <a:pathLst>
                <a:path w="911" h="2989" extrusionOk="0">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66"/>
            <p:cNvSpPr/>
            <p:nvPr/>
          </p:nvSpPr>
          <p:spPr>
            <a:xfrm>
              <a:off x="2008037" y="2090234"/>
              <a:ext cx="23882" cy="77963"/>
            </a:xfrm>
            <a:custGeom>
              <a:avLst/>
              <a:gdLst/>
              <a:ahLst/>
              <a:cxnLst/>
              <a:rect l="l" t="t" r="r" b="b"/>
              <a:pathLst>
                <a:path w="911" h="2974" extrusionOk="0">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66"/>
            <p:cNvSpPr/>
            <p:nvPr/>
          </p:nvSpPr>
          <p:spPr>
            <a:xfrm>
              <a:off x="2058737" y="2168172"/>
              <a:ext cx="48105" cy="95973"/>
            </a:xfrm>
            <a:custGeom>
              <a:avLst/>
              <a:gdLst/>
              <a:ahLst/>
              <a:cxnLst/>
              <a:rect l="l" t="t" r="r" b="b"/>
              <a:pathLst>
                <a:path w="1835" h="3661" extrusionOk="0">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66"/>
            <p:cNvSpPr/>
            <p:nvPr/>
          </p:nvSpPr>
          <p:spPr>
            <a:xfrm>
              <a:off x="1995926" y="2167805"/>
              <a:ext cx="23882" cy="78357"/>
            </a:xfrm>
            <a:custGeom>
              <a:avLst/>
              <a:gdLst/>
              <a:ahLst/>
              <a:cxnLst/>
              <a:rect l="l" t="t" r="r" b="b"/>
              <a:pathLst>
                <a:path w="911" h="2989" extrusionOk="0">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66"/>
            <p:cNvSpPr/>
            <p:nvPr/>
          </p:nvSpPr>
          <p:spPr>
            <a:xfrm>
              <a:off x="1905484" y="2228152"/>
              <a:ext cx="45431" cy="66586"/>
            </a:xfrm>
            <a:custGeom>
              <a:avLst/>
              <a:gdLst/>
              <a:ahLst/>
              <a:cxnLst/>
              <a:rect l="l" t="t" r="r" b="b"/>
              <a:pathLst>
                <a:path w="1733" h="2540" extrusionOk="0">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1" name="Google Shape;15631;p66"/>
            <p:cNvSpPr/>
            <p:nvPr/>
          </p:nvSpPr>
          <p:spPr>
            <a:xfrm>
              <a:off x="1995926" y="2276020"/>
              <a:ext cx="29938" cy="77990"/>
            </a:xfrm>
            <a:custGeom>
              <a:avLst/>
              <a:gdLst/>
              <a:ahLst/>
              <a:cxnLst/>
              <a:rect l="l" t="t" r="r" b="b"/>
              <a:pathLst>
                <a:path w="1142" h="2975" extrusionOk="0">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2" name="Google Shape;15632;p66"/>
          <p:cNvGrpSpPr/>
          <p:nvPr/>
        </p:nvGrpSpPr>
        <p:grpSpPr>
          <a:xfrm>
            <a:off x="2251291" y="1981809"/>
            <a:ext cx="415901" cy="372699"/>
            <a:chOff x="2276348" y="1981809"/>
            <a:chExt cx="415901" cy="372699"/>
          </a:xfrm>
        </p:grpSpPr>
        <p:sp>
          <p:nvSpPr>
            <p:cNvPr id="15633" name="Google Shape;15633;p66"/>
            <p:cNvSpPr/>
            <p:nvPr/>
          </p:nvSpPr>
          <p:spPr>
            <a:xfrm>
              <a:off x="2350510" y="2034606"/>
              <a:ext cx="267209" cy="267183"/>
            </a:xfrm>
            <a:custGeom>
              <a:avLst/>
              <a:gdLst/>
              <a:ahLst/>
              <a:cxnLst/>
              <a:rect l="l" t="t" r="r" b="b"/>
              <a:pathLst>
                <a:path w="10193" h="10192" extrusionOk="0">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66"/>
            <p:cNvSpPr/>
            <p:nvPr/>
          </p:nvSpPr>
          <p:spPr>
            <a:xfrm>
              <a:off x="2324033" y="2037254"/>
              <a:ext cx="254312" cy="264614"/>
            </a:xfrm>
            <a:custGeom>
              <a:avLst/>
              <a:gdLst/>
              <a:ahLst/>
              <a:cxnLst/>
              <a:rect l="l" t="t" r="r" b="b"/>
              <a:pathLst>
                <a:path w="9701" h="10094" extrusionOk="0">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66"/>
            <p:cNvSpPr/>
            <p:nvPr/>
          </p:nvSpPr>
          <p:spPr>
            <a:xfrm>
              <a:off x="2405771" y="2035734"/>
              <a:ext cx="211948" cy="264169"/>
            </a:xfrm>
            <a:custGeom>
              <a:avLst/>
              <a:gdLst/>
              <a:ahLst/>
              <a:cxnLst/>
              <a:rect l="l" t="t" r="r" b="b"/>
              <a:pathLst>
                <a:path w="8085" h="10077" extrusionOk="0">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66"/>
            <p:cNvSpPr/>
            <p:nvPr/>
          </p:nvSpPr>
          <p:spPr>
            <a:xfrm>
              <a:off x="2437177" y="2084939"/>
              <a:ext cx="17066" cy="27264"/>
            </a:xfrm>
            <a:custGeom>
              <a:avLst/>
              <a:gdLst/>
              <a:ahLst/>
              <a:cxnLst/>
              <a:rect l="l" t="t" r="r" b="b"/>
              <a:pathLst>
                <a:path w="651" h="1040" extrusionOk="0">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66"/>
            <p:cNvSpPr/>
            <p:nvPr/>
          </p:nvSpPr>
          <p:spPr>
            <a:xfrm>
              <a:off x="2405771" y="2174621"/>
              <a:ext cx="153279" cy="125281"/>
            </a:xfrm>
            <a:custGeom>
              <a:avLst/>
              <a:gdLst/>
              <a:ahLst/>
              <a:cxnLst/>
              <a:rect l="l" t="t" r="r" b="b"/>
              <a:pathLst>
                <a:path w="5847" h="4779" extrusionOk="0">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8" name="Google Shape;15638;p66"/>
            <p:cNvSpPr/>
            <p:nvPr/>
          </p:nvSpPr>
          <p:spPr>
            <a:xfrm>
              <a:off x="2329827" y="2084651"/>
              <a:ext cx="362422" cy="269857"/>
            </a:xfrm>
            <a:custGeom>
              <a:avLst/>
              <a:gdLst/>
              <a:ahLst/>
              <a:cxnLst/>
              <a:rect l="l" t="t" r="r" b="b"/>
              <a:pathLst>
                <a:path w="13825" h="10294" extrusionOk="0">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9" name="Google Shape;15639;p66"/>
            <p:cNvSpPr/>
            <p:nvPr/>
          </p:nvSpPr>
          <p:spPr>
            <a:xfrm>
              <a:off x="2276348" y="1981809"/>
              <a:ext cx="361793" cy="268704"/>
            </a:xfrm>
            <a:custGeom>
              <a:avLst/>
              <a:gdLst/>
              <a:ahLst/>
              <a:cxnLst/>
              <a:rect l="l" t="t" r="r" b="b"/>
              <a:pathLst>
                <a:path w="13801" h="10250" extrusionOk="0">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0" name="Google Shape;15640;p66"/>
          <p:cNvGrpSpPr/>
          <p:nvPr/>
        </p:nvGrpSpPr>
        <p:grpSpPr>
          <a:xfrm>
            <a:off x="2749297" y="2009990"/>
            <a:ext cx="372017" cy="316310"/>
            <a:chOff x="2774354" y="2009990"/>
            <a:chExt cx="372017" cy="316310"/>
          </a:xfrm>
        </p:grpSpPr>
        <p:sp>
          <p:nvSpPr>
            <p:cNvPr id="15641" name="Google Shape;15641;p66"/>
            <p:cNvSpPr/>
            <p:nvPr/>
          </p:nvSpPr>
          <p:spPr>
            <a:xfrm>
              <a:off x="2948055" y="2090995"/>
              <a:ext cx="191134" cy="174094"/>
            </a:xfrm>
            <a:custGeom>
              <a:avLst/>
              <a:gdLst/>
              <a:ahLst/>
              <a:cxnLst/>
              <a:rect l="l" t="t" r="r" b="b"/>
              <a:pathLst>
                <a:path w="7291" h="6641" extrusionOk="0">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66"/>
            <p:cNvSpPr/>
            <p:nvPr/>
          </p:nvSpPr>
          <p:spPr>
            <a:xfrm>
              <a:off x="3033568" y="2009990"/>
              <a:ext cx="112803" cy="206889"/>
            </a:xfrm>
            <a:custGeom>
              <a:avLst/>
              <a:gdLst/>
              <a:ahLst/>
              <a:cxnLst/>
              <a:rect l="l" t="t" r="r" b="b"/>
              <a:pathLst>
                <a:path w="4303" h="7892" extrusionOk="0">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66"/>
            <p:cNvSpPr/>
            <p:nvPr/>
          </p:nvSpPr>
          <p:spPr>
            <a:xfrm>
              <a:off x="3110404" y="2165524"/>
              <a:ext cx="35600" cy="51355"/>
            </a:xfrm>
            <a:custGeom>
              <a:avLst/>
              <a:gdLst/>
              <a:ahLst/>
              <a:cxnLst/>
              <a:rect l="l" t="t" r="r" b="b"/>
              <a:pathLst>
                <a:path w="1358" h="1959" extrusionOk="0">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66"/>
            <p:cNvSpPr/>
            <p:nvPr/>
          </p:nvSpPr>
          <p:spPr>
            <a:xfrm>
              <a:off x="2960533" y="2148510"/>
              <a:ext cx="145336" cy="96733"/>
            </a:xfrm>
            <a:custGeom>
              <a:avLst/>
              <a:gdLst/>
              <a:ahLst/>
              <a:cxnLst/>
              <a:rect l="l" t="t" r="r" b="b"/>
              <a:pathLst>
                <a:path w="5544" h="3690" extrusionOk="0">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5" name="Google Shape;15645;p66"/>
            <p:cNvSpPr/>
            <p:nvPr/>
          </p:nvSpPr>
          <p:spPr>
            <a:xfrm>
              <a:off x="3017315" y="2196930"/>
              <a:ext cx="85540" cy="48419"/>
            </a:xfrm>
            <a:custGeom>
              <a:avLst/>
              <a:gdLst/>
              <a:ahLst/>
              <a:cxnLst/>
              <a:rect l="l" t="t" r="r" b="b"/>
              <a:pathLst>
                <a:path w="3263" h="1847" extrusionOk="0">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6" name="Google Shape;15646;p66"/>
            <p:cNvSpPr/>
            <p:nvPr/>
          </p:nvSpPr>
          <p:spPr>
            <a:xfrm>
              <a:off x="2933663" y="2173467"/>
              <a:ext cx="145336" cy="96733"/>
            </a:xfrm>
            <a:custGeom>
              <a:avLst/>
              <a:gdLst/>
              <a:ahLst/>
              <a:cxnLst/>
              <a:rect l="l" t="t" r="r" b="b"/>
              <a:pathLst>
                <a:path w="5544" h="3690" extrusionOk="0">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66"/>
            <p:cNvSpPr/>
            <p:nvPr/>
          </p:nvSpPr>
          <p:spPr>
            <a:xfrm>
              <a:off x="2999515" y="2228361"/>
              <a:ext cx="76102" cy="41603"/>
            </a:xfrm>
            <a:custGeom>
              <a:avLst/>
              <a:gdLst/>
              <a:ahLst/>
              <a:cxnLst/>
              <a:rect l="l" t="t" r="r" b="b"/>
              <a:pathLst>
                <a:path w="2903" h="1587" extrusionOk="0">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66"/>
            <p:cNvSpPr/>
            <p:nvPr/>
          </p:nvSpPr>
          <p:spPr>
            <a:xfrm>
              <a:off x="2906425" y="2198450"/>
              <a:ext cx="145729" cy="96733"/>
            </a:xfrm>
            <a:custGeom>
              <a:avLst/>
              <a:gdLst/>
              <a:ahLst/>
              <a:cxnLst/>
              <a:rect l="l" t="t" r="r" b="b"/>
              <a:pathLst>
                <a:path w="5559" h="3690" extrusionOk="0">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66"/>
            <p:cNvSpPr/>
            <p:nvPr/>
          </p:nvSpPr>
          <p:spPr>
            <a:xfrm>
              <a:off x="2982108" y="2259007"/>
              <a:ext cx="66245" cy="36150"/>
            </a:xfrm>
            <a:custGeom>
              <a:avLst/>
              <a:gdLst/>
              <a:ahLst/>
              <a:cxnLst/>
              <a:rect l="l" t="t" r="r" b="b"/>
              <a:pathLst>
                <a:path w="2527" h="1379" extrusionOk="0">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66"/>
            <p:cNvSpPr/>
            <p:nvPr/>
          </p:nvSpPr>
          <p:spPr>
            <a:xfrm>
              <a:off x="2879555" y="2223800"/>
              <a:ext cx="145729" cy="96655"/>
            </a:xfrm>
            <a:custGeom>
              <a:avLst/>
              <a:gdLst/>
              <a:ahLst/>
              <a:cxnLst/>
              <a:rect l="l" t="t" r="r" b="b"/>
              <a:pathLst>
                <a:path w="5559" h="3687" extrusionOk="0">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66"/>
            <p:cNvSpPr/>
            <p:nvPr/>
          </p:nvSpPr>
          <p:spPr>
            <a:xfrm>
              <a:off x="2964701" y="2288132"/>
              <a:ext cx="56782" cy="32323"/>
            </a:xfrm>
            <a:custGeom>
              <a:avLst/>
              <a:gdLst/>
              <a:ahLst/>
              <a:cxnLst/>
              <a:rect l="l" t="t" r="r" b="b"/>
              <a:pathLst>
                <a:path w="2166" h="1233" extrusionOk="0">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66"/>
            <p:cNvSpPr/>
            <p:nvPr/>
          </p:nvSpPr>
          <p:spPr>
            <a:xfrm>
              <a:off x="2791761" y="2103080"/>
              <a:ext cx="185445" cy="168064"/>
            </a:xfrm>
            <a:custGeom>
              <a:avLst/>
              <a:gdLst/>
              <a:ahLst/>
              <a:cxnLst/>
              <a:rect l="l" t="t" r="r" b="b"/>
              <a:pathLst>
                <a:path w="7074" h="6411" extrusionOk="0">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66"/>
            <p:cNvSpPr/>
            <p:nvPr/>
          </p:nvSpPr>
          <p:spPr>
            <a:xfrm>
              <a:off x="2774354" y="2035734"/>
              <a:ext cx="114691" cy="198316"/>
            </a:xfrm>
            <a:custGeom>
              <a:avLst/>
              <a:gdLst/>
              <a:ahLst/>
              <a:cxnLst/>
              <a:rect l="l" t="t" r="r" b="b"/>
              <a:pathLst>
                <a:path w="4375" h="7565" extrusionOk="0">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66"/>
            <p:cNvSpPr/>
            <p:nvPr/>
          </p:nvSpPr>
          <p:spPr>
            <a:xfrm>
              <a:off x="2774354" y="2035734"/>
              <a:ext cx="88580" cy="185445"/>
            </a:xfrm>
            <a:custGeom>
              <a:avLst/>
              <a:gdLst/>
              <a:ahLst/>
              <a:cxnLst/>
              <a:rect l="l" t="t" r="r" b="b"/>
              <a:pathLst>
                <a:path w="3379" h="7074" extrusionOk="0">
                  <a:moveTo>
                    <a:pt x="0" y="0"/>
                  </a:moveTo>
                  <a:lnTo>
                    <a:pt x="0" y="6785"/>
                  </a:lnTo>
                  <a:lnTo>
                    <a:pt x="506" y="7074"/>
                  </a:lnTo>
                  <a:lnTo>
                    <a:pt x="3378" y="1949"/>
                  </a:lnTo>
                  <a:lnTo>
                    <a:pt x="0"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66"/>
            <p:cNvSpPr/>
            <p:nvPr/>
          </p:nvSpPr>
          <p:spPr>
            <a:xfrm>
              <a:off x="2774354" y="2175381"/>
              <a:ext cx="54894" cy="58669"/>
            </a:xfrm>
            <a:custGeom>
              <a:avLst/>
              <a:gdLst/>
              <a:ahLst/>
              <a:cxnLst/>
              <a:rect l="l" t="t" r="r" b="b"/>
              <a:pathLst>
                <a:path w="2094" h="2238" extrusionOk="0">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6" name="Google Shape;15656;p66"/>
            <p:cNvSpPr/>
            <p:nvPr/>
          </p:nvSpPr>
          <p:spPr>
            <a:xfrm>
              <a:off x="2774354" y="2175381"/>
              <a:ext cx="28784" cy="45798"/>
            </a:xfrm>
            <a:custGeom>
              <a:avLst/>
              <a:gdLst/>
              <a:ahLst/>
              <a:cxnLst/>
              <a:rect l="l" t="t" r="r" b="b"/>
              <a:pathLst>
                <a:path w="1098" h="1747" extrusionOk="0">
                  <a:moveTo>
                    <a:pt x="0" y="0"/>
                  </a:moveTo>
                  <a:lnTo>
                    <a:pt x="0" y="1458"/>
                  </a:lnTo>
                  <a:lnTo>
                    <a:pt x="506" y="1747"/>
                  </a:lnTo>
                  <a:lnTo>
                    <a:pt x="1098" y="664"/>
                  </a:lnTo>
                  <a:lnTo>
                    <a:pt x="0" y="0"/>
                  </a:lnTo>
                  <a:close/>
                </a:path>
              </a:pathLst>
            </a:custGeom>
            <a:solidFill>
              <a:srgbClr val="5A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7" name="Google Shape;15657;p66"/>
            <p:cNvSpPr/>
            <p:nvPr/>
          </p:nvSpPr>
          <p:spPr>
            <a:xfrm>
              <a:off x="2829983" y="2199105"/>
              <a:ext cx="78357" cy="62811"/>
            </a:xfrm>
            <a:custGeom>
              <a:avLst/>
              <a:gdLst/>
              <a:ahLst/>
              <a:cxnLst/>
              <a:rect l="l" t="t" r="r" b="b"/>
              <a:pathLst>
                <a:path w="2989" h="2396" extrusionOk="0">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66"/>
            <p:cNvSpPr/>
            <p:nvPr/>
          </p:nvSpPr>
          <p:spPr>
            <a:xfrm>
              <a:off x="2833390" y="2200337"/>
              <a:ext cx="74949" cy="61579"/>
            </a:xfrm>
            <a:custGeom>
              <a:avLst/>
              <a:gdLst/>
              <a:ahLst/>
              <a:cxnLst/>
              <a:rect l="l" t="t" r="r" b="b"/>
              <a:pathLst>
                <a:path w="2859" h="2349" extrusionOk="0">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66"/>
            <p:cNvSpPr/>
            <p:nvPr/>
          </p:nvSpPr>
          <p:spPr>
            <a:xfrm>
              <a:off x="2859868" y="2226815"/>
              <a:ext cx="69653" cy="56546"/>
            </a:xfrm>
            <a:custGeom>
              <a:avLst/>
              <a:gdLst/>
              <a:ahLst/>
              <a:cxnLst/>
              <a:rect l="l" t="t" r="r" b="b"/>
              <a:pathLst>
                <a:path w="2657" h="2157" extrusionOk="0">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66"/>
            <p:cNvSpPr/>
            <p:nvPr/>
          </p:nvSpPr>
          <p:spPr>
            <a:xfrm>
              <a:off x="2863669" y="2227968"/>
              <a:ext cx="65852" cy="55392"/>
            </a:xfrm>
            <a:custGeom>
              <a:avLst/>
              <a:gdLst/>
              <a:ahLst/>
              <a:cxnLst/>
              <a:rect l="l" t="t" r="r" b="b"/>
              <a:pathLst>
                <a:path w="2512" h="2113" extrusionOk="0">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66"/>
            <p:cNvSpPr/>
            <p:nvPr/>
          </p:nvSpPr>
          <p:spPr>
            <a:xfrm>
              <a:off x="2889779" y="2254734"/>
              <a:ext cx="60950" cy="50097"/>
            </a:xfrm>
            <a:custGeom>
              <a:avLst/>
              <a:gdLst/>
              <a:ahLst/>
              <a:cxnLst/>
              <a:rect l="l" t="t" r="r" b="b"/>
              <a:pathLst>
                <a:path w="2325" h="1911" extrusionOk="0">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66"/>
            <p:cNvSpPr/>
            <p:nvPr/>
          </p:nvSpPr>
          <p:spPr>
            <a:xfrm>
              <a:off x="2893187" y="2255599"/>
              <a:ext cx="57542" cy="49468"/>
            </a:xfrm>
            <a:custGeom>
              <a:avLst/>
              <a:gdLst/>
              <a:ahLst/>
              <a:cxnLst/>
              <a:rect l="l" t="t" r="r" b="b"/>
              <a:pathLst>
                <a:path w="2195" h="1887" extrusionOk="0">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66"/>
            <p:cNvSpPr/>
            <p:nvPr/>
          </p:nvSpPr>
          <p:spPr>
            <a:xfrm>
              <a:off x="2919664" y="2281971"/>
              <a:ext cx="52246" cy="44277"/>
            </a:xfrm>
            <a:custGeom>
              <a:avLst/>
              <a:gdLst/>
              <a:ahLst/>
              <a:cxnLst/>
              <a:rect l="l" t="t" r="r" b="b"/>
              <a:pathLst>
                <a:path w="1993" h="1689" extrusionOk="0">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4" name="Google Shape;15664;p66"/>
            <p:cNvSpPr/>
            <p:nvPr/>
          </p:nvSpPr>
          <p:spPr>
            <a:xfrm>
              <a:off x="2923072" y="2283229"/>
              <a:ext cx="48839" cy="43071"/>
            </a:xfrm>
            <a:custGeom>
              <a:avLst/>
              <a:gdLst/>
              <a:ahLst/>
              <a:cxnLst/>
              <a:rect l="l" t="t" r="r" b="b"/>
              <a:pathLst>
                <a:path w="1863" h="1643" extrusionOk="0">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5" name="Google Shape;15665;p66"/>
            <p:cNvSpPr/>
            <p:nvPr/>
          </p:nvSpPr>
          <p:spPr>
            <a:xfrm>
              <a:off x="2925353" y="2108768"/>
              <a:ext cx="75709" cy="116211"/>
            </a:xfrm>
            <a:custGeom>
              <a:avLst/>
              <a:gdLst/>
              <a:ahLst/>
              <a:cxnLst/>
              <a:rect l="l" t="t" r="r" b="b"/>
              <a:pathLst>
                <a:path w="2888" h="4433" extrusionOk="0">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66"/>
            <p:cNvSpPr/>
            <p:nvPr/>
          </p:nvSpPr>
          <p:spPr>
            <a:xfrm>
              <a:off x="2925353" y="2108768"/>
              <a:ext cx="32192" cy="116211"/>
            </a:xfrm>
            <a:custGeom>
              <a:avLst/>
              <a:gdLst/>
              <a:ahLst/>
              <a:cxnLst/>
              <a:rect l="l" t="t" r="r" b="b"/>
              <a:pathLst>
                <a:path w="1228" h="4433" extrusionOk="0">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7" name="Google Shape;15667;p66"/>
          <p:cNvGrpSpPr/>
          <p:nvPr/>
        </p:nvGrpSpPr>
        <p:grpSpPr>
          <a:xfrm>
            <a:off x="3697625" y="1981993"/>
            <a:ext cx="375818" cy="372043"/>
            <a:chOff x="3722682" y="1981993"/>
            <a:chExt cx="375818" cy="372043"/>
          </a:xfrm>
        </p:grpSpPr>
        <p:sp>
          <p:nvSpPr>
            <p:cNvPr id="15668" name="Google Shape;15668;p66"/>
            <p:cNvSpPr/>
            <p:nvPr/>
          </p:nvSpPr>
          <p:spPr>
            <a:xfrm>
              <a:off x="3876695" y="1981993"/>
              <a:ext cx="71934" cy="72301"/>
            </a:xfrm>
            <a:custGeom>
              <a:avLst/>
              <a:gdLst/>
              <a:ahLst/>
              <a:cxnLst/>
              <a:rect l="l" t="t" r="r" b="b"/>
              <a:pathLst>
                <a:path w="2744" h="2758" extrusionOk="0">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66"/>
            <p:cNvSpPr/>
            <p:nvPr/>
          </p:nvSpPr>
          <p:spPr>
            <a:xfrm>
              <a:off x="3755582" y="2204217"/>
              <a:ext cx="146516" cy="102448"/>
            </a:xfrm>
            <a:custGeom>
              <a:avLst/>
              <a:gdLst/>
              <a:ahLst/>
              <a:cxnLst/>
              <a:rect l="l" t="t" r="r" b="b"/>
              <a:pathLst>
                <a:path w="5589" h="3908" extrusionOk="0">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66"/>
            <p:cNvSpPr/>
            <p:nvPr/>
          </p:nvSpPr>
          <p:spPr>
            <a:xfrm>
              <a:off x="3848697" y="2066195"/>
              <a:ext cx="129817" cy="66403"/>
            </a:xfrm>
            <a:custGeom>
              <a:avLst/>
              <a:gdLst/>
              <a:ahLst/>
              <a:cxnLst/>
              <a:rect l="l" t="t" r="r" b="b"/>
              <a:pathLst>
                <a:path w="4952" h="2533" extrusionOk="0">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1" name="Google Shape;15671;p66"/>
            <p:cNvSpPr/>
            <p:nvPr/>
          </p:nvSpPr>
          <p:spPr>
            <a:xfrm>
              <a:off x="3923227" y="2204217"/>
              <a:ext cx="146909" cy="102370"/>
            </a:xfrm>
            <a:custGeom>
              <a:avLst/>
              <a:gdLst/>
              <a:ahLst/>
              <a:cxnLst/>
              <a:rect l="l" t="t" r="r" b="b"/>
              <a:pathLst>
                <a:path w="5604" h="3905" extrusionOk="0">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2" name="Google Shape;15672;p66"/>
            <p:cNvSpPr/>
            <p:nvPr/>
          </p:nvSpPr>
          <p:spPr>
            <a:xfrm>
              <a:off x="3868752" y="1983513"/>
              <a:ext cx="71934" cy="70781"/>
            </a:xfrm>
            <a:custGeom>
              <a:avLst/>
              <a:gdLst/>
              <a:ahLst/>
              <a:cxnLst/>
              <a:rect l="l" t="t" r="r" b="b"/>
              <a:pathLst>
                <a:path w="2744" h="2700" extrusionOk="0">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66"/>
            <p:cNvSpPr/>
            <p:nvPr/>
          </p:nvSpPr>
          <p:spPr>
            <a:xfrm>
              <a:off x="3804814" y="2143949"/>
              <a:ext cx="47711" cy="48105"/>
            </a:xfrm>
            <a:custGeom>
              <a:avLst/>
              <a:gdLst/>
              <a:ahLst/>
              <a:cxnLst/>
              <a:rect l="l" t="t" r="r" b="b"/>
              <a:pathLst>
                <a:path w="1820" h="1835" extrusionOk="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66"/>
            <p:cNvSpPr/>
            <p:nvPr/>
          </p:nvSpPr>
          <p:spPr>
            <a:xfrm>
              <a:off x="3799125" y="2145102"/>
              <a:ext cx="48078" cy="47056"/>
            </a:xfrm>
            <a:custGeom>
              <a:avLst/>
              <a:gdLst/>
              <a:ahLst/>
              <a:cxnLst/>
              <a:rect l="l" t="t" r="r" b="b"/>
              <a:pathLst>
                <a:path w="1834" h="1795" extrusionOk="0">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66"/>
            <p:cNvSpPr/>
            <p:nvPr/>
          </p:nvSpPr>
          <p:spPr>
            <a:xfrm>
              <a:off x="3972458" y="2143949"/>
              <a:ext cx="48078" cy="48105"/>
            </a:xfrm>
            <a:custGeom>
              <a:avLst/>
              <a:gdLst/>
              <a:ahLst/>
              <a:cxnLst/>
              <a:rect l="l" t="t" r="r" b="b"/>
              <a:pathLst>
                <a:path w="1834" h="1835" extrusionOk="0">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66"/>
            <p:cNvSpPr/>
            <p:nvPr/>
          </p:nvSpPr>
          <p:spPr>
            <a:xfrm>
              <a:off x="3967163" y="2145102"/>
              <a:ext cx="48078" cy="47056"/>
            </a:xfrm>
            <a:custGeom>
              <a:avLst/>
              <a:gdLst/>
              <a:ahLst/>
              <a:cxnLst/>
              <a:rect l="l" t="t" r="r" b="b"/>
              <a:pathLst>
                <a:path w="1834" h="1795" extrusionOk="0">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66"/>
            <p:cNvSpPr/>
            <p:nvPr/>
          </p:nvSpPr>
          <p:spPr>
            <a:xfrm>
              <a:off x="3726850" y="2318043"/>
              <a:ext cx="35967" cy="35967"/>
            </a:xfrm>
            <a:custGeom>
              <a:avLst/>
              <a:gdLst/>
              <a:ahLst/>
              <a:cxnLst/>
              <a:rect l="l" t="t" r="r" b="b"/>
              <a:pathLst>
                <a:path w="1372" h="1372" extrusionOk="0">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66"/>
            <p:cNvSpPr/>
            <p:nvPr/>
          </p:nvSpPr>
          <p:spPr>
            <a:xfrm>
              <a:off x="3722682" y="2318803"/>
              <a:ext cx="35993" cy="35233"/>
            </a:xfrm>
            <a:custGeom>
              <a:avLst/>
              <a:gdLst/>
              <a:ahLst/>
              <a:cxnLst/>
              <a:rect l="l" t="t" r="r" b="b"/>
              <a:pathLst>
                <a:path w="1373" h="1344" extrusionOk="0">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66"/>
            <p:cNvSpPr/>
            <p:nvPr/>
          </p:nvSpPr>
          <p:spPr>
            <a:xfrm>
              <a:off x="3894495" y="2318043"/>
              <a:ext cx="35967" cy="35967"/>
            </a:xfrm>
            <a:custGeom>
              <a:avLst/>
              <a:gdLst/>
              <a:ahLst/>
              <a:cxnLst/>
              <a:rect l="l" t="t" r="r" b="b"/>
              <a:pathLst>
                <a:path w="1372" h="1372" extrusionOk="0">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66"/>
            <p:cNvSpPr/>
            <p:nvPr/>
          </p:nvSpPr>
          <p:spPr>
            <a:xfrm>
              <a:off x="3890327" y="2318803"/>
              <a:ext cx="35967" cy="35233"/>
            </a:xfrm>
            <a:custGeom>
              <a:avLst/>
              <a:gdLst/>
              <a:ahLst/>
              <a:cxnLst/>
              <a:rect l="l" t="t" r="r" b="b"/>
              <a:pathLst>
                <a:path w="1372" h="1344" extrusionOk="0">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66"/>
            <p:cNvSpPr/>
            <p:nvPr/>
          </p:nvSpPr>
          <p:spPr>
            <a:xfrm>
              <a:off x="4062507" y="2318043"/>
              <a:ext cx="35993" cy="35967"/>
            </a:xfrm>
            <a:custGeom>
              <a:avLst/>
              <a:gdLst/>
              <a:ahLst/>
              <a:cxnLst/>
              <a:rect l="l" t="t" r="r" b="b"/>
              <a:pathLst>
                <a:path w="1373" h="1372" extrusionOk="0">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66"/>
            <p:cNvSpPr/>
            <p:nvPr/>
          </p:nvSpPr>
          <p:spPr>
            <a:xfrm>
              <a:off x="4058339" y="2318803"/>
              <a:ext cx="35993" cy="35233"/>
            </a:xfrm>
            <a:custGeom>
              <a:avLst/>
              <a:gdLst/>
              <a:ahLst/>
              <a:cxnLst/>
              <a:rect l="l" t="t" r="r" b="b"/>
              <a:pathLst>
                <a:path w="1373" h="1344" extrusionOk="0">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3" name="Google Shape;15683;p66"/>
          <p:cNvGrpSpPr/>
          <p:nvPr/>
        </p:nvGrpSpPr>
        <p:grpSpPr>
          <a:xfrm>
            <a:off x="4176337" y="1981809"/>
            <a:ext cx="373538" cy="372305"/>
            <a:chOff x="4201394" y="1981809"/>
            <a:chExt cx="373538" cy="372305"/>
          </a:xfrm>
        </p:grpSpPr>
        <p:sp>
          <p:nvSpPr>
            <p:cNvPr id="15684" name="Google Shape;15684;p66"/>
            <p:cNvSpPr/>
            <p:nvPr/>
          </p:nvSpPr>
          <p:spPr>
            <a:xfrm>
              <a:off x="4308876" y="2188619"/>
              <a:ext cx="59429" cy="59823"/>
            </a:xfrm>
            <a:custGeom>
              <a:avLst/>
              <a:gdLst/>
              <a:ahLst/>
              <a:cxnLst/>
              <a:rect l="l" t="t" r="r" b="b"/>
              <a:pathLst>
                <a:path w="2267" h="2282" extrusionOk="0">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66"/>
            <p:cNvSpPr/>
            <p:nvPr/>
          </p:nvSpPr>
          <p:spPr>
            <a:xfrm>
              <a:off x="4309243" y="2188619"/>
              <a:ext cx="48078" cy="59823"/>
            </a:xfrm>
            <a:custGeom>
              <a:avLst/>
              <a:gdLst/>
              <a:ahLst/>
              <a:cxnLst/>
              <a:rect l="l" t="t" r="r" b="b"/>
              <a:pathLst>
                <a:path w="1834" h="2282" extrusionOk="0">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66"/>
            <p:cNvSpPr/>
            <p:nvPr/>
          </p:nvSpPr>
          <p:spPr>
            <a:xfrm>
              <a:off x="4303580" y="1981809"/>
              <a:ext cx="271351" cy="259030"/>
            </a:xfrm>
            <a:custGeom>
              <a:avLst/>
              <a:gdLst/>
              <a:ahLst/>
              <a:cxnLst/>
              <a:rect l="l" t="t" r="r" b="b"/>
              <a:pathLst>
                <a:path w="10351" h="9881" extrusionOk="0">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66"/>
            <p:cNvSpPr/>
            <p:nvPr/>
          </p:nvSpPr>
          <p:spPr>
            <a:xfrm>
              <a:off x="4298652" y="1982281"/>
              <a:ext cx="158208" cy="258296"/>
            </a:xfrm>
            <a:custGeom>
              <a:avLst/>
              <a:gdLst/>
              <a:ahLst/>
              <a:cxnLst/>
              <a:rect l="l" t="t" r="r" b="b"/>
              <a:pathLst>
                <a:path w="6035" h="9853" extrusionOk="0">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66"/>
            <p:cNvSpPr/>
            <p:nvPr/>
          </p:nvSpPr>
          <p:spPr>
            <a:xfrm>
              <a:off x="4341041" y="2006504"/>
              <a:ext cx="219498" cy="209746"/>
            </a:xfrm>
            <a:custGeom>
              <a:avLst/>
              <a:gdLst/>
              <a:ahLst/>
              <a:cxnLst/>
              <a:rect l="l" t="t" r="r" b="b"/>
              <a:pathLst>
                <a:path w="8373" h="8001" extrusionOk="0">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9" name="Google Shape;15689;p66"/>
            <p:cNvSpPr/>
            <p:nvPr/>
          </p:nvSpPr>
          <p:spPr>
            <a:xfrm>
              <a:off x="4331945" y="2006845"/>
              <a:ext cx="124914" cy="209169"/>
            </a:xfrm>
            <a:custGeom>
              <a:avLst/>
              <a:gdLst/>
              <a:ahLst/>
              <a:cxnLst/>
              <a:rect l="l" t="t" r="r" b="b"/>
              <a:pathLst>
                <a:path w="4765" h="7979" extrusionOk="0">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0" name="Google Shape;15690;p66"/>
            <p:cNvSpPr/>
            <p:nvPr/>
          </p:nvSpPr>
          <p:spPr>
            <a:xfrm>
              <a:off x="4417091" y="2048212"/>
              <a:ext cx="57175" cy="57175"/>
            </a:xfrm>
            <a:custGeom>
              <a:avLst/>
              <a:gdLst/>
              <a:ahLst/>
              <a:cxnLst/>
              <a:rect l="l" t="t" r="r" b="b"/>
              <a:pathLst>
                <a:path w="2181" h="2181" extrusionOk="0">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66"/>
            <p:cNvSpPr/>
            <p:nvPr/>
          </p:nvSpPr>
          <p:spPr>
            <a:xfrm>
              <a:off x="4417851" y="2048369"/>
              <a:ext cx="39008" cy="56834"/>
            </a:xfrm>
            <a:custGeom>
              <a:avLst/>
              <a:gdLst/>
              <a:ahLst/>
              <a:cxnLst/>
              <a:rect l="l" t="t" r="r" b="b"/>
              <a:pathLst>
                <a:path w="1488" h="2168" extrusionOk="0">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66"/>
            <p:cNvSpPr/>
            <p:nvPr/>
          </p:nvSpPr>
          <p:spPr>
            <a:xfrm>
              <a:off x="4398557" y="2105361"/>
              <a:ext cx="93876" cy="59823"/>
            </a:xfrm>
            <a:custGeom>
              <a:avLst/>
              <a:gdLst/>
              <a:ahLst/>
              <a:cxnLst/>
              <a:rect l="l" t="t" r="r" b="b"/>
              <a:pathLst>
                <a:path w="3581" h="2282" extrusionOk="0">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66"/>
            <p:cNvSpPr/>
            <p:nvPr/>
          </p:nvSpPr>
          <p:spPr>
            <a:xfrm>
              <a:off x="4398924" y="2105361"/>
              <a:ext cx="53007" cy="59823"/>
            </a:xfrm>
            <a:custGeom>
              <a:avLst/>
              <a:gdLst/>
              <a:ahLst/>
              <a:cxnLst/>
              <a:rect l="l" t="t" r="r" b="b"/>
              <a:pathLst>
                <a:path w="2022" h="2282" extrusionOk="0">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66"/>
            <p:cNvSpPr/>
            <p:nvPr/>
          </p:nvSpPr>
          <p:spPr>
            <a:xfrm>
              <a:off x="4416331" y="2128639"/>
              <a:ext cx="12138" cy="36544"/>
            </a:xfrm>
            <a:custGeom>
              <a:avLst/>
              <a:gdLst/>
              <a:ahLst/>
              <a:cxnLst/>
              <a:rect l="l" t="t" r="r" b="b"/>
              <a:pathLst>
                <a:path w="463" h="1394" extrusionOk="0">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5" name="Google Shape;15695;p66"/>
            <p:cNvSpPr/>
            <p:nvPr/>
          </p:nvSpPr>
          <p:spPr>
            <a:xfrm>
              <a:off x="4462889" y="2128639"/>
              <a:ext cx="12138" cy="36544"/>
            </a:xfrm>
            <a:custGeom>
              <a:avLst/>
              <a:gdLst/>
              <a:ahLst/>
              <a:cxnLst/>
              <a:rect l="l" t="t" r="r" b="b"/>
              <a:pathLst>
                <a:path w="463" h="1394" extrusionOk="0">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6" name="Google Shape;15696;p66"/>
            <p:cNvSpPr/>
            <p:nvPr/>
          </p:nvSpPr>
          <p:spPr>
            <a:xfrm>
              <a:off x="4201394" y="2221441"/>
              <a:ext cx="135872" cy="132674"/>
            </a:xfrm>
            <a:custGeom>
              <a:avLst/>
              <a:gdLst/>
              <a:ahLst/>
              <a:cxnLst/>
              <a:rect l="l" t="t" r="r" b="b"/>
              <a:pathLst>
                <a:path w="5183" h="5061" extrusionOk="0">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7" name="Google Shape;15697;p66"/>
            <p:cNvSpPr/>
            <p:nvPr/>
          </p:nvSpPr>
          <p:spPr>
            <a:xfrm>
              <a:off x="4201394" y="2221441"/>
              <a:ext cx="118859" cy="132674"/>
            </a:xfrm>
            <a:custGeom>
              <a:avLst/>
              <a:gdLst/>
              <a:ahLst/>
              <a:cxnLst/>
              <a:rect l="l" t="t" r="r" b="b"/>
              <a:pathLst>
                <a:path w="4534" h="5061" extrusionOk="0">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66"/>
            <p:cNvSpPr/>
            <p:nvPr/>
          </p:nvSpPr>
          <p:spPr>
            <a:xfrm>
              <a:off x="4287668" y="2221441"/>
              <a:ext cx="49599" cy="47816"/>
            </a:xfrm>
            <a:custGeom>
              <a:avLst/>
              <a:gdLst/>
              <a:ahLst/>
              <a:cxnLst/>
              <a:rect l="l" t="t" r="r" b="b"/>
              <a:pathLst>
                <a:path w="1892" h="1824" extrusionOk="0">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66"/>
            <p:cNvSpPr/>
            <p:nvPr/>
          </p:nvSpPr>
          <p:spPr>
            <a:xfrm>
              <a:off x="4287668" y="2221545"/>
              <a:ext cx="32585" cy="26136"/>
            </a:xfrm>
            <a:custGeom>
              <a:avLst/>
              <a:gdLst/>
              <a:ahLst/>
              <a:cxnLst/>
              <a:rect l="l" t="t" r="r" b="b"/>
              <a:pathLst>
                <a:path w="1243" h="997" extrusionOk="0">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0" name="Google Shape;15700;p66"/>
          <p:cNvGrpSpPr/>
          <p:nvPr/>
        </p:nvGrpSpPr>
        <p:grpSpPr>
          <a:xfrm>
            <a:off x="4634601" y="1500266"/>
            <a:ext cx="422743" cy="377784"/>
            <a:chOff x="4659658" y="1500266"/>
            <a:chExt cx="422743" cy="377784"/>
          </a:xfrm>
        </p:grpSpPr>
        <p:sp>
          <p:nvSpPr>
            <p:cNvPr id="15701" name="Google Shape;15701;p66"/>
            <p:cNvSpPr/>
            <p:nvPr/>
          </p:nvSpPr>
          <p:spPr>
            <a:xfrm>
              <a:off x="4786067" y="1537727"/>
              <a:ext cx="129056" cy="128689"/>
            </a:xfrm>
            <a:custGeom>
              <a:avLst/>
              <a:gdLst/>
              <a:ahLst/>
              <a:cxnLst/>
              <a:rect l="l" t="t" r="r" b="b"/>
              <a:pathLst>
                <a:path w="4923" h="4909" extrusionOk="0">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66"/>
            <p:cNvSpPr/>
            <p:nvPr/>
          </p:nvSpPr>
          <p:spPr>
            <a:xfrm>
              <a:off x="4783419" y="1537544"/>
              <a:ext cx="75316" cy="128873"/>
            </a:xfrm>
            <a:custGeom>
              <a:avLst/>
              <a:gdLst/>
              <a:ahLst/>
              <a:cxnLst/>
              <a:rect l="l" t="t" r="r" b="b"/>
              <a:pathLst>
                <a:path w="2873" h="4916" extrusionOk="0">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66"/>
            <p:cNvSpPr/>
            <p:nvPr/>
          </p:nvSpPr>
          <p:spPr>
            <a:xfrm>
              <a:off x="4806489" y="1558175"/>
              <a:ext cx="87820" cy="87820"/>
            </a:xfrm>
            <a:custGeom>
              <a:avLst/>
              <a:gdLst/>
              <a:ahLst/>
              <a:cxnLst/>
              <a:rect l="l" t="t" r="r" b="b"/>
              <a:pathLst>
                <a:path w="3350" h="3350" extrusionOk="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66"/>
            <p:cNvSpPr/>
            <p:nvPr/>
          </p:nvSpPr>
          <p:spPr>
            <a:xfrm>
              <a:off x="4806489" y="1558096"/>
              <a:ext cx="52246" cy="87951"/>
            </a:xfrm>
            <a:custGeom>
              <a:avLst/>
              <a:gdLst/>
              <a:ahLst/>
              <a:cxnLst/>
              <a:rect l="l" t="t" r="r" b="b"/>
              <a:pathLst>
                <a:path w="1993" h="3355" extrusionOk="0">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66"/>
            <p:cNvSpPr/>
            <p:nvPr/>
          </p:nvSpPr>
          <p:spPr>
            <a:xfrm>
              <a:off x="4832599" y="1572541"/>
              <a:ext cx="34473" cy="60190"/>
            </a:xfrm>
            <a:custGeom>
              <a:avLst/>
              <a:gdLst/>
              <a:ahLst/>
              <a:cxnLst/>
              <a:rect l="l" t="t" r="r" b="b"/>
              <a:pathLst>
                <a:path w="1315" h="2296" extrusionOk="0">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66"/>
            <p:cNvSpPr/>
            <p:nvPr/>
          </p:nvSpPr>
          <p:spPr>
            <a:xfrm>
              <a:off x="4885973" y="1500266"/>
              <a:ext cx="129056" cy="128689"/>
            </a:xfrm>
            <a:custGeom>
              <a:avLst/>
              <a:gdLst/>
              <a:ahLst/>
              <a:cxnLst/>
              <a:rect l="l" t="t" r="r" b="b"/>
              <a:pathLst>
                <a:path w="4923" h="4909" extrusionOk="0">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66"/>
            <p:cNvSpPr/>
            <p:nvPr/>
          </p:nvSpPr>
          <p:spPr>
            <a:xfrm>
              <a:off x="4883325" y="1500449"/>
              <a:ext cx="75316" cy="128506"/>
            </a:xfrm>
            <a:custGeom>
              <a:avLst/>
              <a:gdLst/>
              <a:ahLst/>
              <a:cxnLst/>
              <a:rect l="l" t="t" r="r" b="b"/>
              <a:pathLst>
                <a:path w="2873" h="4902" extrusionOk="0">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66"/>
            <p:cNvSpPr/>
            <p:nvPr/>
          </p:nvSpPr>
          <p:spPr>
            <a:xfrm>
              <a:off x="4906787" y="1521081"/>
              <a:ext cx="87427" cy="87427"/>
            </a:xfrm>
            <a:custGeom>
              <a:avLst/>
              <a:gdLst/>
              <a:ahLst/>
              <a:cxnLst/>
              <a:rect l="l" t="t" r="r" b="b"/>
              <a:pathLst>
                <a:path w="3335" h="3335" extrusionOk="0">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9" name="Google Shape;15709;p66"/>
            <p:cNvSpPr/>
            <p:nvPr/>
          </p:nvSpPr>
          <p:spPr>
            <a:xfrm>
              <a:off x="4906394" y="1521002"/>
              <a:ext cx="52246" cy="87584"/>
            </a:xfrm>
            <a:custGeom>
              <a:avLst/>
              <a:gdLst/>
              <a:ahLst/>
              <a:cxnLst/>
              <a:rect l="l" t="t" r="r" b="b"/>
              <a:pathLst>
                <a:path w="1993" h="3341" extrusionOk="0">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0" name="Google Shape;15710;p66"/>
            <p:cNvSpPr/>
            <p:nvPr/>
          </p:nvSpPr>
          <p:spPr>
            <a:xfrm>
              <a:off x="4932504" y="1535079"/>
              <a:ext cx="34840" cy="60190"/>
            </a:xfrm>
            <a:custGeom>
              <a:avLst/>
              <a:gdLst/>
              <a:ahLst/>
              <a:cxnLst/>
              <a:rect l="l" t="t" r="r" b="b"/>
              <a:pathLst>
                <a:path w="1329" h="2296" extrusionOk="0">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66"/>
            <p:cNvSpPr/>
            <p:nvPr/>
          </p:nvSpPr>
          <p:spPr>
            <a:xfrm>
              <a:off x="4659658" y="1714836"/>
              <a:ext cx="144969" cy="163215"/>
            </a:xfrm>
            <a:custGeom>
              <a:avLst/>
              <a:gdLst/>
              <a:ahLst/>
              <a:cxnLst/>
              <a:rect l="l" t="t" r="r" b="b"/>
              <a:pathLst>
                <a:path w="5530" h="6226" extrusionOk="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66"/>
            <p:cNvSpPr/>
            <p:nvPr/>
          </p:nvSpPr>
          <p:spPr>
            <a:xfrm>
              <a:off x="4699400" y="1824939"/>
              <a:ext cx="105227" cy="52928"/>
            </a:xfrm>
            <a:custGeom>
              <a:avLst/>
              <a:gdLst/>
              <a:ahLst/>
              <a:cxnLst/>
              <a:rect l="l" t="t" r="r" b="b"/>
              <a:pathLst>
                <a:path w="4014" h="2019" extrusionOk="0">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66"/>
            <p:cNvSpPr/>
            <p:nvPr/>
          </p:nvSpPr>
          <p:spPr>
            <a:xfrm>
              <a:off x="4800066" y="1641276"/>
              <a:ext cx="282336" cy="173858"/>
            </a:xfrm>
            <a:custGeom>
              <a:avLst/>
              <a:gdLst/>
              <a:ahLst/>
              <a:cxnLst/>
              <a:rect l="l" t="t" r="r" b="b"/>
              <a:pathLst>
                <a:path w="10770" h="6632" extrusionOk="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66"/>
            <p:cNvSpPr/>
            <p:nvPr/>
          </p:nvSpPr>
          <p:spPr>
            <a:xfrm>
              <a:off x="4800066" y="1707260"/>
              <a:ext cx="57175" cy="107875"/>
            </a:xfrm>
            <a:custGeom>
              <a:avLst/>
              <a:gdLst/>
              <a:ahLst/>
              <a:cxnLst/>
              <a:rect l="l" t="t" r="r" b="b"/>
              <a:pathLst>
                <a:path w="2181" h="4115" extrusionOk="0">
                  <a:moveTo>
                    <a:pt x="751" y="1"/>
                  </a:moveTo>
                  <a:lnTo>
                    <a:pt x="0" y="318"/>
                  </a:lnTo>
                  <a:lnTo>
                    <a:pt x="1430" y="4115"/>
                  </a:lnTo>
                  <a:lnTo>
                    <a:pt x="2180" y="3812"/>
                  </a:lnTo>
                  <a:lnTo>
                    <a:pt x="751" y="1"/>
                  </a:ln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66"/>
            <p:cNvSpPr/>
            <p:nvPr/>
          </p:nvSpPr>
          <p:spPr>
            <a:xfrm>
              <a:off x="4874228" y="1692501"/>
              <a:ext cx="81004" cy="51827"/>
            </a:xfrm>
            <a:custGeom>
              <a:avLst/>
              <a:gdLst/>
              <a:ahLst/>
              <a:cxnLst/>
              <a:rect l="l" t="t" r="r" b="b"/>
              <a:pathLst>
                <a:path w="3090" h="1977" extrusionOk="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6" name="Google Shape;15716;p66"/>
            <p:cNvSpPr/>
            <p:nvPr/>
          </p:nvSpPr>
          <p:spPr>
            <a:xfrm>
              <a:off x="4754662" y="1702200"/>
              <a:ext cx="88187" cy="142085"/>
            </a:xfrm>
            <a:custGeom>
              <a:avLst/>
              <a:gdLst/>
              <a:ahLst/>
              <a:cxnLst/>
              <a:rect l="l" t="t" r="r" b="b"/>
              <a:pathLst>
                <a:path w="3364" h="5420" extrusionOk="0">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7" name="Google Shape;15717;p66"/>
            <p:cNvSpPr/>
            <p:nvPr/>
          </p:nvSpPr>
          <p:spPr>
            <a:xfrm>
              <a:off x="4795898" y="1809446"/>
              <a:ext cx="46951" cy="35207"/>
            </a:xfrm>
            <a:custGeom>
              <a:avLst/>
              <a:gdLst/>
              <a:ahLst/>
              <a:cxnLst/>
              <a:rect l="l" t="t" r="r" b="b"/>
              <a:pathLst>
                <a:path w="1791" h="1343" extrusionOk="0">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8" name="Google Shape;15718;p66"/>
          <p:cNvGrpSpPr/>
          <p:nvPr/>
        </p:nvGrpSpPr>
        <p:grpSpPr>
          <a:xfrm>
            <a:off x="5186349" y="1513504"/>
            <a:ext cx="260394" cy="351202"/>
            <a:chOff x="5211406" y="1513504"/>
            <a:chExt cx="260394" cy="351202"/>
          </a:xfrm>
        </p:grpSpPr>
        <p:sp>
          <p:nvSpPr>
            <p:cNvPr id="15719" name="Google Shape;15719;p66"/>
            <p:cNvSpPr/>
            <p:nvPr/>
          </p:nvSpPr>
          <p:spPr>
            <a:xfrm>
              <a:off x="5294297" y="1582765"/>
              <a:ext cx="33686" cy="74582"/>
            </a:xfrm>
            <a:custGeom>
              <a:avLst/>
              <a:gdLst/>
              <a:ahLst/>
              <a:cxnLst/>
              <a:rect l="l" t="t" r="r" b="b"/>
              <a:pathLst>
                <a:path w="1285" h="2845" extrusionOk="0">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66"/>
            <p:cNvSpPr/>
            <p:nvPr/>
          </p:nvSpPr>
          <p:spPr>
            <a:xfrm>
              <a:off x="5307903" y="1575949"/>
              <a:ext cx="81398" cy="81398"/>
            </a:xfrm>
            <a:custGeom>
              <a:avLst/>
              <a:gdLst/>
              <a:ahLst/>
              <a:cxnLst/>
              <a:rect l="l" t="t" r="r" b="b"/>
              <a:pathLst>
                <a:path w="3105" h="3105" extrusionOk="0">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66"/>
            <p:cNvSpPr/>
            <p:nvPr/>
          </p:nvSpPr>
          <p:spPr>
            <a:xfrm>
              <a:off x="5321168" y="1677741"/>
              <a:ext cx="40895" cy="30305"/>
            </a:xfrm>
            <a:custGeom>
              <a:avLst/>
              <a:gdLst/>
              <a:ahLst/>
              <a:cxnLst/>
              <a:rect l="l" t="t" r="r" b="b"/>
              <a:pathLst>
                <a:path w="1560" h="1156" extrusionOk="0">
                  <a:moveTo>
                    <a:pt x="0" y="1"/>
                  </a:moveTo>
                  <a:lnTo>
                    <a:pt x="0" y="1155"/>
                  </a:lnTo>
                  <a:lnTo>
                    <a:pt x="1559" y="1155"/>
                  </a:lnTo>
                  <a:lnTo>
                    <a:pt x="155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2" name="Google Shape;15722;p66"/>
            <p:cNvSpPr/>
            <p:nvPr/>
          </p:nvSpPr>
          <p:spPr>
            <a:xfrm>
              <a:off x="5321168" y="1677741"/>
              <a:ext cx="40895" cy="16489"/>
            </a:xfrm>
            <a:custGeom>
              <a:avLst/>
              <a:gdLst/>
              <a:ahLst/>
              <a:cxnLst/>
              <a:rect l="l" t="t" r="r" b="b"/>
              <a:pathLst>
                <a:path w="1560" h="629" extrusionOk="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3" name="Google Shape;15723;p66"/>
            <p:cNvSpPr/>
            <p:nvPr/>
          </p:nvSpPr>
          <p:spPr>
            <a:xfrm>
              <a:off x="5273850" y="1694021"/>
              <a:ext cx="135872" cy="57542"/>
            </a:xfrm>
            <a:custGeom>
              <a:avLst/>
              <a:gdLst/>
              <a:ahLst/>
              <a:cxnLst/>
              <a:rect l="l" t="t" r="r" b="b"/>
              <a:pathLst>
                <a:path w="5183" h="2195" extrusionOk="0">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66"/>
            <p:cNvSpPr/>
            <p:nvPr/>
          </p:nvSpPr>
          <p:spPr>
            <a:xfrm>
              <a:off x="5334773" y="1708020"/>
              <a:ext cx="13658" cy="54527"/>
            </a:xfrm>
            <a:custGeom>
              <a:avLst/>
              <a:gdLst/>
              <a:ahLst/>
              <a:cxnLst/>
              <a:rect l="l" t="t" r="r" b="b"/>
              <a:pathLst>
                <a:path w="521" h="2080" extrusionOk="0">
                  <a:moveTo>
                    <a:pt x="131" y="0"/>
                  </a:moveTo>
                  <a:lnTo>
                    <a:pt x="1" y="2079"/>
                  </a:lnTo>
                  <a:lnTo>
                    <a:pt x="520" y="2079"/>
                  </a:lnTo>
                  <a:lnTo>
                    <a:pt x="391"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66"/>
            <p:cNvSpPr/>
            <p:nvPr/>
          </p:nvSpPr>
          <p:spPr>
            <a:xfrm>
              <a:off x="5301113" y="1610002"/>
              <a:ext cx="81371" cy="74582"/>
            </a:xfrm>
            <a:custGeom>
              <a:avLst/>
              <a:gdLst/>
              <a:ahLst/>
              <a:cxnLst/>
              <a:rect l="l" t="t" r="r" b="b"/>
              <a:pathLst>
                <a:path w="3104" h="2845" extrusionOk="0">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66"/>
            <p:cNvSpPr/>
            <p:nvPr/>
          </p:nvSpPr>
          <p:spPr>
            <a:xfrm>
              <a:off x="5300720" y="1610002"/>
              <a:ext cx="81398" cy="72694"/>
            </a:xfrm>
            <a:custGeom>
              <a:avLst/>
              <a:gdLst/>
              <a:ahLst/>
              <a:cxnLst/>
              <a:rect l="l" t="t" r="r" b="b"/>
              <a:pathLst>
                <a:path w="3105" h="2773" extrusionOk="0">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66"/>
            <p:cNvSpPr/>
            <p:nvPr/>
          </p:nvSpPr>
          <p:spPr>
            <a:xfrm>
              <a:off x="5334773" y="1707653"/>
              <a:ext cx="13658" cy="13632"/>
            </a:xfrm>
            <a:custGeom>
              <a:avLst/>
              <a:gdLst/>
              <a:ahLst/>
              <a:cxnLst/>
              <a:rect l="l" t="t" r="r" b="b"/>
              <a:pathLst>
                <a:path w="521" h="520" extrusionOk="0">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66"/>
            <p:cNvSpPr/>
            <p:nvPr/>
          </p:nvSpPr>
          <p:spPr>
            <a:xfrm>
              <a:off x="5313959" y="1688778"/>
              <a:ext cx="27657" cy="28758"/>
            </a:xfrm>
            <a:custGeom>
              <a:avLst/>
              <a:gdLst/>
              <a:ahLst/>
              <a:cxnLst/>
              <a:rect l="l" t="t" r="r" b="b"/>
              <a:pathLst>
                <a:path w="1055" h="1097" extrusionOk="0">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66"/>
            <p:cNvSpPr/>
            <p:nvPr/>
          </p:nvSpPr>
          <p:spPr>
            <a:xfrm>
              <a:off x="5341589" y="1688778"/>
              <a:ext cx="28024" cy="28758"/>
            </a:xfrm>
            <a:custGeom>
              <a:avLst/>
              <a:gdLst/>
              <a:ahLst/>
              <a:cxnLst/>
              <a:rect l="l" t="t" r="r" b="b"/>
              <a:pathLst>
                <a:path w="1069" h="1097" extrusionOk="0">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66"/>
            <p:cNvSpPr/>
            <p:nvPr/>
          </p:nvSpPr>
          <p:spPr>
            <a:xfrm>
              <a:off x="5211406" y="1513504"/>
              <a:ext cx="260394" cy="351202"/>
            </a:xfrm>
            <a:custGeom>
              <a:avLst/>
              <a:gdLst/>
              <a:ahLst/>
              <a:cxnLst/>
              <a:rect l="l" t="t" r="r" b="b"/>
              <a:pathLst>
                <a:path w="9933" h="13397"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66"/>
            <p:cNvSpPr/>
            <p:nvPr/>
          </p:nvSpPr>
          <p:spPr>
            <a:xfrm>
              <a:off x="5211406" y="1513504"/>
              <a:ext cx="252450" cy="350835"/>
            </a:xfrm>
            <a:custGeom>
              <a:avLst/>
              <a:gdLst/>
              <a:ahLst/>
              <a:cxnLst/>
              <a:rect l="l" t="t" r="r" b="b"/>
              <a:pathLst>
                <a:path w="9630" h="13383"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32" name="Google Shape;15732;p66"/>
          <p:cNvGrpSpPr/>
          <p:nvPr/>
        </p:nvGrpSpPr>
        <p:grpSpPr>
          <a:xfrm>
            <a:off x="5607545" y="1513216"/>
            <a:ext cx="366722" cy="351779"/>
            <a:chOff x="5632602" y="1513216"/>
            <a:chExt cx="366722" cy="351779"/>
          </a:xfrm>
        </p:grpSpPr>
        <p:sp>
          <p:nvSpPr>
            <p:cNvPr id="15733" name="Google Shape;15733;p66"/>
            <p:cNvSpPr/>
            <p:nvPr/>
          </p:nvSpPr>
          <p:spPr>
            <a:xfrm>
              <a:off x="5750674" y="1724299"/>
              <a:ext cx="9857" cy="20448"/>
            </a:xfrm>
            <a:custGeom>
              <a:avLst/>
              <a:gdLst/>
              <a:ahLst/>
              <a:cxnLst/>
              <a:rect l="l" t="t" r="r" b="b"/>
              <a:pathLst>
                <a:path w="376" h="780" extrusionOk="0">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4" name="Google Shape;15734;p66"/>
            <p:cNvSpPr/>
            <p:nvPr/>
          </p:nvSpPr>
          <p:spPr>
            <a:xfrm>
              <a:off x="5760505" y="1536207"/>
              <a:ext cx="238819" cy="251297"/>
            </a:xfrm>
            <a:custGeom>
              <a:avLst/>
              <a:gdLst/>
              <a:ahLst/>
              <a:cxnLst/>
              <a:rect l="l" t="t" r="r" b="b"/>
              <a:pathLst>
                <a:path w="9110" h="9586" extrusionOk="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5" name="Google Shape;15735;p66"/>
            <p:cNvSpPr/>
            <p:nvPr/>
          </p:nvSpPr>
          <p:spPr>
            <a:xfrm>
              <a:off x="5738170" y="1513216"/>
              <a:ext cx="252057" cy="243747"/>
            </a:xfrm>
            <a:custGeom>
              <a:avLst/>
              <a:gdLst/>
              <a:ahLst/>
              <a:cxnLst/>
              <a:rect l="l" t="t" r="r" b="b"/>
              <a:pathLst>
                <a:path w="9615" h="9298" extrusionOk="0">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6" name="Google Shape;15736;p66"/>
            <p:cNvSpPr/>
            <p:nvPr/>
          </p:nvSpPr>
          <p:spPr>
            <a:xfrm>
              <a:off x="5867226" y="1633464"/>
              <a:ext cx="24616" cy="58695"/>
            </a:xfrm>
            <a:custGeom>
              <a:avLst/>
              <a:gdLst/>
              <a:ahLst/>
              <a:cxnLst/>
              <a:rect l="l" t="t" r="r" b="b"/>
              <a:pathLst>
                <a:path w="939" h="2239" extrusionOk="0">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7" name="Google Shape;15737;p66"/>
            <p:cNvSpPr/>
            <p:nvPr/>
          </p:nvSpPr>
          <p:spPr>
            <a:xfrm>
              <a:off x="5663247" y="1786350"/>
              <a:ext cx="162743" cy="78645"/>
            </a:xfrm>
            <a:custGeom>
              <a:avLst/>
              <a:gdLst/>
              <a:ahLst/>
              <a:cxnLst/>
              <a:rect l="l" t="t" r="r" b="b"/>
              <a:pathLst>
                <a:path w="6208" h="3000" extrusionOk="0">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8" name="Google Shape;15738;p66"/>
            <p:cNvSpPr/>
            <p:nvPr/>
          </p:nvSpPr>
          <p:spPr>
            <a:xfrm>
              <a:off x="5786248" y="1740946"/>
              <a:ext cx="88947" cy="49808"/>
            </a:xfrm>
            <a:custGeom>
              <a:avLst/>
              <a:gdLst/>
              <a:ahLst/>
              <a:cxnLst/>
              <a:rect l="l" t="t" r="r" b="b"/>
              <a:pathLst>
                <a:path w="3393" h="1900" extrusionOk="0">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9" name="Google Shape;15739;p66"/>
            <p:cNvSpPr/>
            <p:nvPr/>
          </p:nvSpPr>
          <p:spPr>
            <a:xfrm>
              <a:off x="5632602" y="1610474"/>
              <a:ext cx="253184" cy="243773"/>
            </a:xfrm>
            <a:custGeom>
              <a:avLst/>
              <a:gdLst/>
              <a:ahLst/>
              <a:cxnLst/>
              <a:rect l="l" t="t" r="r" b="b"/>
              <a:pathLst>
                <a:path w="9658" h="9299" extrusionOk="0">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0" name="Google Shape;15740;p66"/>
            <p:cNvSpPr/>
            <p:nvPr/>
          </p:nvSpPr>
          <p:spPr>
            <a:xfrm>
              <a:off x="5776784" y="1764775"/>
              <a:ext cx="39375" cy="23882"/>
            </a:xfrm>
            <a:custGeom>
              <a:avLst/>
              <a:gdLst/>
              <a:ahLst/>
              <a:cxnLst/>
              <a:rect l="l" t="t" r="r" b="b"/>
              <a:pathLst>
                <a:path w="1502" h="911" extrusionOk="0">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1" name="Google Shape;15741;p66"/>
          <p:cNvGrpSpPr/>
          <p:nvPr/>
        </p:nvGrpSpPr>
        <p:grpSpPr>
          <a:xfrm>
            <a:off x="6064315" y="1527136"/>
            <a:ext cx="401902" cy="323965"/>
            <a:chOff x="6089372" y="1527136"/>
            <a:chExt cx="401902" cy="323965"/>
          </a:xfrm>
        </p:grpSpPr>
        <p:sp>
          <p:nvSpPr>
            <p:cNvPr id="15742" name="Google Shape;15742;p66"/>
            <p:cNvSpPr/>
            <p:nvPr/>
          </p:nvSpPr>
          <p:spPr>
            <a:xfrm>
              <a:off x="6089372" y="1552853"/>
              <a:ext cx="401902" cy="298248"/>
            </a:xfrm>
            <a:custGeom>
              <a:avLst/>
              <a:gdLst/>
              <a:ahLst/>
              <a:cxnLst/>
              <a:rect l="l" t="t" r="r" b="b"/>
              <a:pathLst>
                <a:path w="15331" h="11377" extrusionOk="0">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66"/>
            <p:cNvSpPr/>
            <p:nvPr/>
          </p:nvSpPr>
          <p:spPr>
            <a:xfrm>
              <a:off x="6089372" y="1552853"/>
              <a:ext cx="401902" cy="39008"/>
            </a:xfrm>
            <a:custGeom>
              <a:avLst/>
              <a:gdLst/>
              <a:ahLst/>
              <a:cxnLst/>
              <a:rect l="l" t="t" r="r" b="b"/>
              <a:pathLst>
                <a:path w="15331" h="1488" extrusionOk="0">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66"/>
            <p:cNvSpPr/>
            <p:nvPr/>
          </p:nvSpPr>
          <p:spPr>
            <a:xfrm>
              <a:off x="6115089" y="1552853"/>
              <a:ext cx="51879" cy="26136"/>
            </a:xfrm>
            <a:custGeom>
              <a:avLst/>
              <a:gdLst/>
              <a:ahLst/>
              <a:cxnLst/>
              <a:rect l="l" t="t" r="r" b="b"/>
              <a:pathLst>
                <a:path w="1979" h="997" extrusionOk="0">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5" name="Google Shape;15745;p66"/>
            <p:cNvSpPr/>
            <p:nvPr/>
          </p:nvSpPr>
          <p:spPr>
            <a:xfrm>
              <a:off x="6413285" y="1552853"/>
              <a:ext cx="52246" cy="26136"/>
            </a:xfrm>
            <a:custGeom>
              <a:avLst/>
              <a:gdLst/>
              <a:ahLst/>
              <a:cxnLst/>
              <a:rect l="l" t="t" r="r" b="b"/>
              <a:pathLst>
                <a:path w="1993" h="997" extrusionOk="0">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6" name="Google Shape;15746;p66"/>
            <p:cNvSpPr/>
            <p:nvPr/>
          </p:nvSpPr>
          <p:spPr>
            <a:xfrm>
              <a:off x="6128328" y="1527136"/>
              <a:ext cx="25769" cy="39008"/>
            </a:xfrm>
            <a:custGeom>
              <a:avLst/>
              <a:gdLst/>
              <a:ahLst/>
              <a:cxnLst/>
              <a:rect l="l" t="t" r="r" b="b"/>
              <a:pathLst>
                <a:path w="983" h="1488" extrusionOk="0">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66"/>
            <p:cNvSpPr/>
            <p:nvPr/>
          </p:nvSpPr>
          <p:spPr>
            <a:xfrm>
              <a:off x="6128328" y="1527136"/>
              <a:ext cx="26136" cy="19320"/>
            </a:xfrm>
            <a:custGeom>
              <a:avLst/>
              <a:gdLst/>
              <a:ahLst/>
              <a:cxnLst/>
              <a:rect l="l" t="t" r="r" b="b"/>
              <a:pathLst>
                <a:path w="997" h="737" extrusionOk="0">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66"/>
            <p:cNvSpPr/>
            <p:nvPr/>
          </p:nvSpPr>
          <p:spPr>
            <a:xfrm>
              <a:off x="6426549" y="1527136"/>
              <a:ext cx="26136" cy="39008"/>
            </a:xfrm>
            <a:custGeom>
              <a:avLst/>
              <a:gdLst/>
              <a:ahLst/>
              <a:cxnLst/>
              <a:rect l="l" t="t" r="r" b="b"/>
              <a:pathLst>
                <a:path w="997" h="1488" extrusionOk="0">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66"/>
            <p:cNvSpPr/>
            <p:nvPr/>
          </p:nvSpPr>
          <p:spPr>
            <a:xfrm>
              <a:off x="6426156" y="1527136"/>
              <a:ext cx="26136" cy="19320"/>
            </a:xfrm>
            <a:custGeom>
              <a:avLst/>
              <a:gdLst/>
              <a:ahLst/>
              <a:cxnLst/>
              <a:rect l="l" t="t" r="r" b="b"/>
              <a:pathLst>
                <a:path w="997" h="737" extrusionOk="0">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66"/>
            <p:cNvSpPr/>
            <p:nvPr/>
          </p:nvSpPr>
          <p:spPr>
            <a:xfrm>
              <a:off x="6089372" y="1591835"/>
              <a:ext cx="401902" cy="12898"/>
            </a:xfrm>
            <a:custGeom>
              <a:avLst/>
              <a:gdLst/>
              <a:ahLst/>
              <a:cxnLst/>
              <a:rect l="l" t="t" r="r" b="b"/>
              <a:pathLst>
                <a:path w="15331" h="492" extrusionOk="0">
                  <a:moveTo>
                    <a:pt x="0" y="1"/>
                  </a:moveTo>
                  <a:lnTo>
                    <a:pt x="0" y="492"/>
                  </a:lnTo>
                  <a:lnTo>
                    <a:pt x="15331" y="492"/>
                  </a:lnTo>
                  <a:lnTo>
                    <a:pt x="15331"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66"/>
            <p:cNvSpPr/>
            <p:nvPr/>
          </p:nvSpPr>
          <p:spPr>
            <a:xfrm>
              <a:off x="6128328" y="1630450"/>
              <a:ext cx="51879" cy="26136"/>
            </a:xfrm>
            <a:custGeom>
              <a:avLst/>
              <a:gdLst/>
              <a:ahLst/>
              <a:cxnLst/>
              <a:rect l="l" t="t" r="r" b="b"/>
              <a:pathLst>
                <a:path w="1979" h="997" extrusionOk="0">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66"/>
            <p:cNvSpPr/>
            <p:nvPr/>
          </p:nvSpPr>
          <p:spPr>
            <a:xfrm>
              <a:off x="6128328" y="1682670"/>
              <a:ext cx="51879" cy="25743"/>
            </a:xfrm>
            <a:custGeom>
              <a:avLst/>
              <a:gdLst/>
              <a:ahLst/>
              <a:cxnLst/>
              <a:rect l="l" t="t" r="r" b="b"/>
              <a:pathLst>
                <a:path w="1979" h="982" extrusionOk="0">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66"/>
            <p:cNvSpPr/>
            <p:nvPr/>
          </p:nvSpPr>
          <p:spPr>
            <a:xfrm>
              <a:off x="6128328" y="1734497"/>
              <a:ext cx="51512" cy="26136"/>
            </a:xfrm>
            <a:custGeom>
              <a:avLst/>
              <a:gdLst/>
              <a:ahLst/>
              <a:cxnLst/>
              <a:rect l="l" t="t" r="r" b="b"/>
              <a:pathLst>
                <a:path w="1965" h="997" extrusionOk="0">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4" name="Google Shape;15754;p66"/>
            <p:cNvSpPr/>
            <p:nvPr/>
          </p:nvSpPr>
          <p:spPr>
            <a:xfrm>
              <a:off x="6219163" y="1734497"/>
              <a:ext cx="51486" cy="26136"/>
            </a:xfrm>
            <a:custGeom>
              <a:avLst/>
              <a:gdLst/>
              <a:ahLst/>
              <a:cxnLst/>
              <a:rect l="l" t="t" r="r" b="b"/>
              <a:pathLst>
                <a:path w="1964" h="997" extrusionOk="0">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5" name="Google Shape;15755;p66"/>
            <p:cNvSpPr/>
            <p:nvPr/>
          </p:nvSpPr>
          <p:spPr>
            <a:xfrm>
              <a:off x="6309604" y="1734497"/>
              <a:ext cx="51879" cy="26136"/>
            </a:xfrm>
            <a:custGeom>
              <a:avLst/>
              <a:gdLst/>
              <a:ahLst/>
              <a:cxnLst/>
              <a:rect l="l" t="t" r="r" b="b"/>
              <a:pathLst>
                <a:path w="1979" h="997" extrusionOk="0">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66"/>
            <p:cNvSpPr/>
            <p:nvPr/>
          </p:nvSpPr>
          <p:spPr>
            <a:xfrm>
              <a:off x="6219163" y="1682670"/>
              <a:ext cx="51486" cy="25743"/>
            </a:xfrm>
            <a:custGeom>
              <a:avLst/>
              <a:gdLst/>
              <a:ahLst/>
              <a:cxnLst/>
              <a:rect l="l" t="t" r="r" b="b"/>
              <a:pathLst>
                <a:path w="1964" h="982" extrusionOk="0">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66"/>
            <p:cNvSpPr/>
            <p:nvPr/>
          </p:nvSpPr>
          <p:spPr>
            <a:xfrm>
              <a:off x="6128328" y="1786350"/>
              <a:ext cx="51512" cy="25769"/>
            </a:xfrm>
            <a:custGeom>
              <a:avLst/>
              <a:gdLst/>
              <a:ahLst/>
              <a:cxnLst/>
              <a:rect l="l" t="t" r="r" b="b"/>
              <a:pathLst>
                <a:path w="1965" h="983" extrusionOk="0">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66"/>
            <p:cNvSpPr/>
            <p:nvPr/>
          </p:nvSpPr>
          <p:spPr>
            <a:xfrm>
              <a:off x="6219163" y="1630450"/>
              <a:ext cx="51879" cy="26136"/>
            </a:xfrm>
            <a:custGeom>
              <a:avLst/>
              <a:gdLst/>
              <a:ahLst/>
              <a:cxnLst/>
              <a:rect l="l" t="t" r="r" b="b"/>
              <a:pathLst>
                <a:path w="1979" h="997" extrusionOk="0">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66"/>
            <p:cNvSpPr/>
            <p:nvPr/>
          </p:nvSpPr>
          <p:spPr>
            <a:xfrm>
              <a:off x="6219163" y="1786350"/>
              <a:ext cx="51486" cy="25769"/>
            </a:xfrm>
            <a:custGeom>
              <a:avLst/>
              <a:gdLst/>
              <a:ahLst/>
              <a:cxnLst/>
              <a:rect l="l" t="t" r="r" b="b"/>
              <a:pathLst>
                <a:path w="1964" h="983" extrusionOk="0">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66"/>
            <p:cNvSpPr/>
            <p:nvPr/>
          </p:nvSpPr>
          <p:spPr>
            <a:xfrm>
              <a:off x="6400439" y="1734497"/>
              <a:ext cx="51853" cy="26136"/>
            </a:xfrm>
            <a:custGeom>
              <a:avLst/>
              <a:gdLst/>
              <a:ahLst/>
              <a:cxnLst/>
              <a:rect l="l" t="t" r="r" b="b"/>
              <a:pathLst>
                <a:path w="1978" h="997" extrusionOk="0">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1" name="Google Shape;15761;p66"/>
            <p:cNvSpPr/>
            <p:nvPr/>
          </p:nvSpPr>
          <p:spPr>
            <a:xfrm>
              <a:off x="6400439" y="1630450"/>
              <a:ext cx="52246" cy="26136"/>
            </a:xfrm>
            <a:custGeom>
              <a:avLst/>
              <a:gdLst/>
              <a:ahLst/>
              <a:cxnLst/>
              <a:rect l="l" t="t" r="r" b="b"/>
              <a:pathLst>
                <a:path w="1993" h="997" extrusionOk="0">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2" name="Google Shape;15762;p66"/>
            <p:cNvSpPr/>
            <p:nvPr/>
          </p:nvSpPr>
          <p:spPr>
            <a:xfrm>
              <a:off x="6400439" y="1786350"/>
              <a:ext cx="51853" cy="25769"/>
            </a:xfrm>
            <a:custGeom>
              <a:avLst/>
              <a:gdLst/>
              <a:ahLst/>
              <a:cxnLst/>
              <a:rect l="l" t="t" r="r" b="b"/>
              <a:pathLst>
                <a:path w="1978" h="983" extrusionOk="0">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66"/>
            <p:cNvSpPr/>
            <p:nvPr/>
          </p:nvSpPr>
          <p:spPr>
            <a:xfrm>
              <a:off x="6309604" y="1682670"/>
              <a:ext cx="51879" cy="25743"/>
            </a:xfrm>
            <a:custGeom>
              <a:avLst/>
              <a:gdLst/>
              <a:ahLst/>
              <a:cxnLst/>
              <a:rect l="l" t="t" r="r" b="b"/>
              <a:pathLst>
                <a:path w="1979" h="982" extrusionOk="0">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66"/>
            <p:cNvSpPr/>
            <p:nvPr/>
          </p:nvSpPr>
          <p:spPr>
            <a:xfrm>
              <a:off x="6309604" y="1630450"/>
              <a:ext cx="52246" cy="26136"/>
            </a:xfrm>
            <a:custGeom>
              <a:avLst/>
              <a:gdLst/>
              <a:ahLst/>
              <a:cxnLst/>
              <a:rect l="l" t="t" r="r" b="b"/>
              <a:pathLst>
                <a:path w="1993" h="997" extrusionOk="0">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66"/>
            <p:cNvSpPr/>
            <p:nvPr/>
          </p:nvSpPr>
          <p:spPr>
            <a:xfrm>
              <a:off x="6400439" y="1682670"/>
              <a:ext cx="51853" cy="25743"/>
            </a:xfrm>
            <a:custGeom>
              <a:avLst/>
              <a:gdLst/>
              <a:ahLst/>
              <a:cxnLst/>
              <a:rect l="l" t="t" r="r" b="b"/>
              <a:pathLst>
                <a:path w="1978" h="982" extrusionOk="0">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6" name="Google Shape;15766;p66"/>
            <p:cNvSpPr/>
            <p:nvPr/>
          </p:nvSpPr>
          <p:spPr>
            <a:xfrm>
              <a:off x="6309604" y="1786350"/>
              <a:ext cx="51879" cy="25769"/>
            </a:xfrm>
            <a:custGeom>
              <a:avLst/>
              <a:gdLst/>
              <a:ahLst/>
              <a:cxnLst/>
              <a:rect l="l" t="t" r="r" b="b"/>
              <a:pathLst>
                <a:path w="1979" h="983" extrusionOk="0">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7" name="Google Shape;15767;p66"/>
            <p:cNvSpPr/>
            <p:nvPr/>
          </p:nvSpPr>
          <p:spPr>
            <a:xfrm>
              <a:off x="6397661" y="1676116"/>
              <a:ext cx="57385" cy="39113"/>
            </a:xfrm>
            <a:custGeom>
              <a:avLst/>
              <a:gdLst/>
              <a:ahLst/>
              <a:cxnLst/>
              <a:rect l="l" t="t" r="r" b="b"/>
              <a:pathLst>
                <a:path w="2189" h="1492" extrusionOk="0">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66"/>
            <p:cNvSpPr/>
            <p:nvPr/>
          </p:nvSpPr>
          <p:spPr>
            <a:xfrm>
              <a:off x="6216017" y="1676116"/>
              <a:ext cx="57385" cy="39113"/>
            </a:xfrm>
            <a:custGeom>
              <a:avLst/>
              <a:gdLst/>
              <a:ahLst/>
              <a:cxnLst/>
              <a:rect l="l" t="t" r="r" b="b"/>
              <a:pathLst>
                <a:path w="2189" h="1492" extrusionOk="0">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66"/>
            <p:cNvSpPr/>
            <p:nvPr/>
          </p:nvSpPr>
          <p:spPr>
            <a:xfrm>
              <a:off x="6306852" y="1727969"/>
              <a:ext cx="57385" cy="39113"/>
            </a:xfrm>
            <a:custGeom>
              <a:avLst/>
              <a:gdLst/>
              <a:ahLst/>
              <a:cxnLst/>
              <a:rect l="l" t="t" r="r" b="b"/>
              <a:pathLst>
                <a:path w="2189" h="1492" extrusionOk="0">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66"/>
            <p:cNvSpPr/>
            <p:nvPr/>
          </p:nvSpPr>
          <p:spPr>
            <a:xfrm>
              <a:off x="6125208" y="1779823"/>
              <a:ext cx="57385" cy="39113"/>
            </a:xfrm>
            <a:custGeom>
              <a:avLst/>
              <a:gdLst/>
              <a:ahLst/>
              <a:cxnLst/>
              <a:rect l="l" t="t" r="r" b="b"/>
              <a:pathLst>
                <a:path w="2189" h="1492" extrusionOk="0">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66"/>
            <p:cNvSpPr/>
            <p:nvPr/>
          </p:nvSpPr>
          <p:spPr>
            <a:xfrm>
              <a:off x="6306852" y="1624289"/>
              <a:ext cx="57385" cy="39113"/>
            </a:xfrm>
            <a:custGeom>
              <a:avLst/>
              <a:gdLst/>
              <a:ahLst/>
              <a:cxnLst/>
              <a:rect l="l" t="t" r="r" b="b"/>
              <a:pathLst>
                <a:path w="2189" h="1492" extrusionOk="0">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2" name="Google Shape;15772;p66"/>
          <p:cNvGrpSpPr/>
          <p:nvPr/>
        </p:nvGrpSpPr>
        <p:grpSpPr>
          <a:xfrm>
            <a:off x="6554378" y="1527897"/>
            <a:ext cx="370103" cy="322445"/>
            <a:chOff x="6579435" y="1527897"/>
            <a:chExt cx="370103" cy="322445"/>
          </a:xfrm>
        </p:grpSpPr>
        <p:sp>
          <p:nvSpPr>
            <p:cNvPr id="15773" name="Google Shape;15773;p66"/>
            <p:cNvSpPr/>
            <p:nvPr/>
          </p:nvSpPr>
          <p:spPr>
            <a:xfrm>
              <a:off x="6704691" y="1527897"/>
              <a:ext cx="119593" cy="64725"/>
            </a:xfrm>
            <a:custGeom>
              <a:avLst/>
              <a:gdLst/>
              <a:ahLst/>
              <a:cxnLst/>
              <a:rect l="l" t="t" r="r" b="b"/>
              <a:pathLst>
                <a:path w="4562" h="2469" extrusionOk="0">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66"/>
            <p:cNvSpPr/>
            <p:nvPr/>
          </p:nvSpPr>
          <p:spPr>
            <a:xfrm>
              <a:off x="6591153" y="1706893"/>
              <a:ext cx="346667" cy="143448"/>
            </a:xfrm>
            <a:custGeom>
              <a:avLst/>
              <a:gdLst/>
              <a:ahLst/>
              <a:cxnLst/>
              <a:rect l="l" t="t" r="r" b="b"/>
              <a:pathLst>
                <a:path w="13224" h="5472" extrusionOk="0">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66"/>
            <p:cNvSpPr/>
            <p:nvPr/>
          </p:nvSpPr>
          <p:spPr>
            <a:xfrm>
              <a:off x="6591520" y="1706893"/>
              <a:ext cx="346300" cy="143448"/>
            </a:xfrm>
            <a:custGeom>
              <a:avLst/>
              <a:gdLst/>
              <a:ahLst/>
              <a:cxnLst/>
              <a:rect l="l" t="t" r="r" b="b"/>
              <a:pathLst>
                <a:path w="13210" h="5472" extrusionOk="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66"/>
            <p:cNvSpPr/>
            <p:nvPr/>
          </p:nvSpPr>
          <p:spPr>
            <a:xfrm>
              <a:off x="6579435" y="1587693"/>
              <a:ext cx="370103" cy="155167"/>
            </a:xfrm>
            <a:custGeom>
              <a:avLst/>
              <a:gdLst/>
              <a:ahLst/>
              <a:cxnLst/>
              <a:rect l="l" t="t" r="r" b="b"/>
              <a:pathLst>
                <a:path w="14118" h="5919" extrusionOk="0">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66"/>
            <p:cNvSpPr/>
            <p:nvPr/>
          </p:nvSpPr>
          <p:spPr>
            <a:xfrm>
              <a:off x="6609320" y="1587693"/>
              <a:ext cx="310700" cy="17800"/>
            </a:xfrm>
            <a:custGeom>
              <a:avLst/>
              <a:gdLst/>
              <a:ahLst/>
              <a:cxnLst/>
              <a:rect l="l" t="t" r="r" b="b"/>
              <a:pathLst>
                <a:path w="11852" h="679" extrusionOk="0">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8" name="Google Shape;15778;p66"/>
            <p:cNvSpPr/>
            <p:nvPr/>
          </p:nvSpPr>
          <p:spPr>
            <a:xfrm>
              <a:off x="6639206" y="1587693"/>
              <a:ext cx="35993" cy="262648"/>
            </a:xfrm>
            <a:custGeom>
              <a:avLst/>
              <a:gdLst/>
              <a:ahLst/>
              <a:cxnLst/>
              <a:rect l="l" t="t" r="r" b="b"/>
              <a:pathLst>
                <a:path w="1373" h="10019" extrusionOk="0">
                  <a:moveTo>
                    <a:pt x="1" y="0"/>
                  </a:moveTo>
                  <a:lnTo>
                    <a:pt x="1"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9" name="Google Shape;15779;p66"/>
            <p:cNvSpPr/>
            <p:nvPr/>
          </p:nvSpPr>
          <p:spPr>
            <a:xfrm>
              <a:off x="6639206" y="1587693"/>
              <a:ext cx="35993" cy="17800"/>
            </a:xfrm>
            <a:custGeom>
              <a:avLst/>
              <a:gdLst/>
              <a:ahLst/>
              <a:cxnLst/>
              <a:rect l="l" t="t" r="r" b="b"/>
              <a:pathLst>
                <a:path w="1373" h="679" extrusionOk="0">
                  <a:moveTo>
                    <a:pt x="1" y="0"/>
                  </a:moveTo>
                  <a:lnTo>
                    <a:pt x="1"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66"/>
            <p:cNvSpPr/>
            <p:nvPr/>
          </p:nvSpPr>
          <p:spPr>
            <a:xfrm>
              <a:off x="6639206" y="1760607"/>
              <a:ext cx="35993" cy="18193"/>
            </a:xfrm>
            <a:custGeom>
              <a:avLst/>
              <a:gdLst/>
              <a:ahLst/>
              <a:cxnLst/>
              <a:rect l="l" t="t" r="r" b="b"/>
              <a:pathLst>
                <a:path w="1373" h="694" extrusionOk="0">
                  <a:moveTo>
                    <a:pt x="1" y="1"/>
                  </a:moveTo>
                  <a:lnTo>
                    <a:pt x="1"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66"/>
            <p:cNvSpPr/>
            <p:nvPr/>
          </p:nvSpPr>
          <p:spPr>
            <a:xfrm>
              <a:off x="6639206" y="1719004"/>
              <a:ext cx="35993" cy="17800"/>
            </a:xfrm>
            <a:custGeom>
              <a:avLst/>
              <a:gdLst/>
              <a:ahLst/>
              <a:cxnLst/>
              <a:rect l="l" t="t" r="r" b="b"/>
              <a:pathLst>
                <a:path w="1373" h="679" extrusionOk="0">
                  <a:moveTo>
                    <a:pt x="1" y="0"/>
                  </a:moveTo>
                  <a:lnTo>
                    <a:pt x="1"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66"/>
            <p:cNvSpPr/>
            <p:nvPr/>
          </p:nvSpPr>
          <p:spPr>
            <a:xfrm>
              <a:off x="6627094" y="1712948"/>
              <a:ext cx="59823" cy="53741"/>
            </a:xfrm>
            <a:custGeom>
              <a:avLst/>
              <a:gdLst/>
              <a:ahLst/>
              <a:cxnLst/>
              <a:rect l="l" t="t" r="r" b="b"/>
              <a:pathLst>
                <a:path w="2282" h="2050" extrusionOk="0">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66"/>
            <p:cNvSpPr/>
            <p:nvPr/>
          </p:nvSpPr>
          <p:spPr>
            <a:xfrm>
              <a:off x="6651317" y="1713027"/>
              <a:ext cx="11771" cy="29833"/>
            </a:xfrm>
            <a:custGeom>
              <a:avLst/>
              <a:gdLst/>
              <a:ahLst/>
              <a:cxnLst/>
              <a:rect l="l" t="t" r="r" b="b"/>
              <a:pathLst>
                <a:path w="449" h="1138" extrusionOk="0">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66"/>
            <p:cNvSpPr/>
            <p:nvPr/>
          </p:nvSpPr>
          <p:spPr>
            <a:xfrm>
              <a:off x="6639206" y="1826459"/>
              <a:ext cx="35993" cy="23882"/>
            </a:xfrm>
            <a:custGeom>
              <a:avLst/>
              <a:gdLst/>
              <a:ahLst/>
              <a:cxnLst/>
              <a:rect l="l" t="t" r="r" b="b"/>
              <a:pathLst>
                <a:path w="1373" h="911" extrusionOk="0">
                  <a:moveTo>
                    <a:pt x="1" y="1"/>
                  </a:moveTo>
                  <a:lnTo>
                    <a:pt x="1"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5" name="Google Shape;15785;p66"/>
            <p:cNvSpPr/>
            <p:nvPr/>
          </p:nvSpPr>
          <p:spPr>
            <a:xfrm>
              <a:off x="6854169" y="1587693"/>
              <a:ext cx="35967" cy="262648"/>
            </a:xfrm>
            <a:custGeom>
              <a:avLst/>
              <a:gdLst/>
              <a:ahLst/>
              <a:cxnLst/>
              <a:rect l="l" t="t" r="r" b="b"/>
              <a:pathLst>
                <a:path w="1372" h="10019" extrusionOk="0">
                  <a:moveTo>
                    <a:pt x="0" y="0"/>
                  </a:moveTo>
                  <a:lnTo>
                    <a:pt x="0"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6" name="Google Shape;15786;p66"/>
            <p:cNvSpPr/>
            <p:nvPr/>
          </p:nvSpPr>
          <p:spPr>
            <a:xfrm>
              <a:off x="6854169" y="1587693"/>
              <a:ext cx="35967" cy="17800"/>
            </a:xfrm>
            <a:custGeom>
              <a:avLst/>
              <a:gdLst/>
              <a:ahLst/>
              <a:cxnLst/>
              <a:rect l="l" t="t" r="r" b="b"/>
              <a:pathLst>
                <a:path w="1372" h="679" extrusionOk="0">
                  <a:moveTo>
                    <a:pt x="0" y="0"/>
                  </a:moveTo>
                  <a:lnTo>
                    <a:pt x="0"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66"/>
            <p:cNvSpPr/>
            <p:nvPr/>
          </p:nvSpPr>
          <p:spPr>
            <a:xfrm>
              <a:off x="6854169" y="1760607"/>
              <a:ext cx="35967" cy="18193"/>
            </a:xfrm>
            <a:custGeom>
              <a:avLst/>
              <a:gdLst/>
              <a:ahLst/>
              <a:cxnLst/>
              <a:rect l="l" t="t" r="r" b="b"/>
              <a:pathLst>
                <a:path w="1372" h="694" extrusionOk="0">
                  <a:moveTo>
                    <a:pt x="0" y="1"/>
                  </a:moveTo>
                  <a:lnTo>
                    <a:pt x="0"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66"/>
            <p:cNvSpPr/>
            <p:nvPr/>
          </p:nvSpPr>
          <p:spPr>
            <a:xfrm>
              <a:off x="6854169" y="1719004"/>
              <a:ext cx="35967" cy="17800"/>
            </a:xfrm>
            <a:custGeom>
              <a:avLst/>
              <a:gdLst/>
              <a:ahLst/>
              <a:cxnLst/>
              <a:rect l="l" t="t" r="r" b="b"/>
              <a:pathLst>
                <a:path w="1372" h="679" extrusionOk="0">
                  <a:moveTo>
                    <a:pt x="0" y="0"/>
                  </a:moveTo>
                  <a:lnTo>
                    <a:pt x="0"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66"/>
            <p:cNvSpPr/>
            <p:nvPr/>
          </p:nvSpPr>
          <p:spPr>
            <a:xfrm>
              <a:off x="6842057" y="1712948"/>
              <a:ext cx="59823" cy="53741"/>
            </a:xfrm>
            <a:custGeom>
              <a:avLst/>
              <a:gdLst/>
              <a:ahLst/>
              <a:cxnLst/>
              <a:rect l="l" t="t" r="r" b="b"/>
              <a:pathLst>
                <a:path w="2282" h="2050" extrusionOk="0">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66"/>
            <p:cNvSpPr/>
            <p:nvPr/>
          </p:nvSpPr>
          <p:spPr>
            <a:xfrm>
              <a:off x="6866280" y="1713027"/>
              <a:ext cx="12138" cy="29833"/>
            </a:xfrm>
            <a:custGeom>
              <a:avLst/>
              <a:gdLst/>
              <a:ahLst/>
              <a:cxnLst/>
              <a:rect l="l" t="t" r="r" b="b"/>
              <a:pathLst>
                <a:path w="463" h="1138" extrusionOk="0">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1" name="Google Shape;15791;p66"/>
            <p:cNvSpPr/>
            <p:nvPr/>
          </p:nvSpPr>
          <p:spPr>
            <a:xfrm>
              <a:off x="6854169" y="1826459"/>
              <a:ext cx="35967" cy="23882"/>
            </a:xfrm>
            <a:custGeom>
              <a:avLst/>
              <a:gdLst/>
              <a:ahLst/>
              <a:cxnLst/>
              <a:rect l="l" t="t" r="r" b="b"/>
              <a:pathLst>
                <a:path w="1372" h="911" extrusionOk="0">
                  <a:moveTo>
                    <a:pt x="0" y="1"/>
                  </a:moveTo>
                  <a:lnTo>
                    <a:pt x="0"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2" name="Google Shape;15792;p66"/>
            <p:cNvSpPr/>
            <p:nvPr/>
          </p:nvSpPr>
          <p:spPr>
            <a:xfrm>
              <a:off x="6734576" y="1695148"/>
              <a:ext cx="59823" cy="23882"/>
            </a:xfrm>
            <a:custGeom>
              <a:avLst/>
              <a:gdLst/>
              <a:ahLst/>
              <a:cxnLst/>
              <a:rect l="l" t="t" r="r" b="b"/>
              <a:pathLst>
                <a:path w="2282" h="911" extrusionOk="0">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66"/>
            <p:cNvSpPr/>
            <p:nvPr/>
          </p:nvSpPr>
          <p:spPr>
            <a:xfrm>
              <a:off x="6734576" y="1706893"/>
              <a:ext cx="59823" cy="12138"/>
            </a:xfrm>
            <a:custGeom>
              <a:avLst/>
              <a:gdLst/>
              <a:ahLst/>
              <a:cxnLst/>
              <a:rect l="l" t="t" r="r" b="b"/>
              <a:pathLst>
                <a:path w="2282" h="463" extrusionOk="0">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4" name="Google Shape;15794;p66"/>
          <p:cNvGrpSpPr/>
          <p:nvPr/>
        </p:nvGrpSpPr>
        <p:grpSpPr>
          <a:xfrm>
            <a:off x="6963830" y="1538854"/>
            <a:ext cx="499920" cy="300136"/>
            <a:chOff x="6988887" y="1538854"/>
            <a:chExt cx="499920" cy="300136"/>
          </a:xfrm>
        </p:grpSpPr>
        <p:sp>
          <p:nvSpPr>
            <p:cNvPr id="15795" name="Google Shape;15795;p66"/>
            <p:cNvSpPr/>
            <p:nvPr/>
          </p:nvSpPr>
          <p:spPr>
            <a:xfrm>
              <a:off x="7052826" y="1538854"/>
              <a:ext cx="372777" cy="247155"/>
            </a:xfrm>
            <a:custGeom>
              <a:avLst/>
              <a:gdLst/>
              <a:ahLst/>
              <a:cxnLst/>
              <a:rect l="l" t="t" r="r" b="b"/>
              <a:pathLst>
                <a:path w="14220" h="9428" extrusionOk="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66"/>
            <p:cNvSpPr/>
            <p:nvPr/>
          </p:nvSpPr>
          <p:spPr>
            <a:xfrm>
              <a:off x="6988887" y="1773872"/>
              <a:ext cx="499920" cy="33319"/>
            </a:xfrm>
            <a:custGeom>
              <a:avLst/>
              <a:gdLst/>
              <a:ahLst/>
              <a:cxnLst/>
              <a:rect l="l" t="t" r="r" b="b"/>
              <a:pathLst>
                <a:path w="19070" h="1271" extrusionOk="0">
                  <a:moveTo>
                    <a:pt x="2425" y="0"/>
                  </a:moveTo>
                  <a:lnTo>
                    <a:pt x="0" y="924"/>
                  </a:lnTo>
                  <a:lnTo>
                    <a:pt x="0" y="1271"/>
                  </a:lnTo>
                  <a:lnTo>
                    <a:pt x="19069" y="1271"/>
                  </a:lnTo>
                  <a:lnTo>
                    <a:pt x="19069" y="924"/>
                  </a:lnTo>
                  <a:lnTo>
                    <a:pt x="166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7" name="Google Shape;15797;p66"/>
            <p:cNvSpPr/>
            <p:nvPr/>
          </p:nvSpPr>
          <p:spPr>
            <a:xfrm>
              <a:off x="6988887" y="1798095"/>
              <a:ext cx="499920" cy="40895"/>
            </a:xfrm>
            <a:custGeom>
              <a:avLst/>
              <a:gdLst/>
              <a:ahLst/>
              <a:cxnLst/>
              <a:rect l="l" t="t" r="r" b="b"/>
              <a:pathLst>
                <a:path w="19070" h="1560" extrusionOk="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8" name="Google Shape;15798;p66"/>
            <p:cNvSpPr/>
            <p:nvPr/>
          </p:nvSpPr>
          <p:spPr>
            <a:xfrm>
              <a:off x="7149323" y="1798095"/>
              <a:ext cx="180543" cy="29544"/>
            </a:xfrm>
            <a:custGeom>
              <a:avLst/>
              <a:gdLst/>
              <a:ahLst/>
              <a:cxnLst/>
              <a:rect l="l" t="t" r="r" b="b"/>
              <a:pathLst>
                <a:path w="6887" h="1127" extrusionOk="0">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66"/>
            <p:cNvSpPr/>
            <p:nvPr/>
          </p:nvSpPr>
          <p:spPr>
            <a:xfrm>
              <a:off x="7052826" y="1562317"/>
              <a:ext cx="372777" cy="188119"/>
            </a:xfrm>
            <a:custGeom>
              <a:avLst/>
              <a:gdLst/>
              <a:ahLst/>
              <a:cxnLst/>
              <a:rect l="l" t="t" r="r" b="b"/>
              <a:pathLst>
                <a:path w="14220" h="7176" extrusionOk="0">
                  <a:moveTo>
                    <a:pt x="1" y="1"/>
                  </a:moveTo>
                  <a:lnTo>
                    <a:pt x="1" y="7175"/>
                  </a:lnTo>
                  <a:lnTo>
                    <a:pt x="14220" y="7175"/>
                  </a:lnTo>
                  <a:lnTo>
                    <a:pt x="14220" y="1"/>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0" name="Google Shape;15800;p66"/>
            <p:cNvSpPr/>
            <p:nvPr/>
          </p:nvSpPr>
          <p:spPr>
            <a:xfrm>
              <a:off x="7052826" y="1562317"/>
              <a:ext cx="139674" cy="188119"/>
            </a:xfrm>
            <a:custGeom>
              <a:avLst/>
              <a:gdLst/>
              <a:ahLst/>
              <a:cxnLst/>
              <a:rect l="l" t="t" r="r" b="b"/>
              <a:pathLst>
                <a:path w="5328" h="7176" extrusionOk="0">
                  <a:moveTo>
                    <a:pt x="1" y="1"/>
                  </a:moveTo>
                  <a:lnTo>
                    <a:pt x="1" y="7175"/>
                  </a:lnTo>
                  <a:lnTo>
                    <a:pt x="5327" y="7175"/>
                  </a:lnTo>
                  <a:lnTo>
                    <a:pt x="53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1" name="Google Shape;15801;p66"/>
            <p:cNvSpPr/>
            <p:nvPr/>
          </p:nvSpPr>
          <p:spPr>
            <a:xfrm>
              <a:off x="7087639" y="1601692"/>
              <a:ext cx="44697" cy="25376"/>
            </a:xfrm>
            <a:custGeom>
              <a:avLst/>
              <a:gdLst/>
              <a:ahLst/>
              <a:cxnLst/>
              <a:rect l="l" t="t" r="r" b="b"/>
              <a:pathLst>
                <a:path w="1705" h="968" extrusionOk="0">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66"/>
            <p:cNvSpPr/>
            <p:nvPr/>
          </p:nvSpPr>
          <p:spPr>
            <a:xfrm>
              <a:off x="7077442" y="1642561"/>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66"/>
            <p:cNvSpPr/>
            <p:nvPr/>
          </p:nvSpPr>
          <p:spPr>
            <a:xfrm>
              <a:off x="7122846" y="1671686"/>
              <a:ext cx="44670" cy="25769"/>
            </a:xfrm>
            <a:custGeom>
              <a:avLst/>
              <a:gdLst/>
              <a:ahLst/>
              <a:cxnLst/>
              <a:rect l="l" t="t" r="r" b="b"/>
              <a:pathLst>
                <a:path w="1704" h="983" extrusionOk="0">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66"/>
            <p:cNvSpPr/>
            <p:nvPr/>
          </p:nvSpPr>
          <p:spPr>
            <a:xfrm>
              <a:off x="7077442" y="1712948"/>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66"/>
            <p:cNvSpPr/>
            <p:nvPr/>
          </p:nvSpPr>
          <p:spPr>
            <a:xfrm>
              <a:off x="7228807" y="1623922"/>
              <a:ext cx="51041" cy="79589"/>
            </a:xfrm>
            <a:custGeom>
              <a:avLst/>
              <a:gdLst/>
              <a:ahLst/>
              <a:cxnLst/>
              <a:rect l="l" t="t" r="r" b="b"/>
              <a:pathLst>
                <a:path w="1947" h="3036" extrusionOk="0">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66"/>
            <p:cNvSpPr/>
            <p:nvPr/>
          </p:nvSpPr>
          <p:spPr>
            <a:xfrm>
              <a:off x="7342449" y="1624079"/>
              <a:ext cx="50988" cy="79431"/>
            </a:xfrm>
            <a:custGeom>
              <a:avLst/>
              <a:gdLst/>
              <a:ahLst/>
              <a:cxnLst/>
              <a:rect l="l" t="t" r="r" b="b"/>
              <a:pathLst>
                <a:path w="1945" h="3030" extrusionOk="0">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66"/>
            <p:cNvSpPr/>
            <p:nvPr/>
          </p:nvSpPr>
          <p:spPr>
            <a:xfrm>
              <a:off x="7287450" y="1614485"/>
              <a:ext cx="48734" cy="98490"/>
            </a:xfrm>
            <a:custGeom>
              <a:avLst/>
              <a:gdLst/>
              <a:ahLst/>
              <a:cxnLst/>
              <a:rect l="l" t="t" r="r" b="b"/>
              <a:pathLst>
                <a:path w="1859" h="3757" extrusionOk="0">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8" name="Google Shape;15808;p66"/>
          <p:cNvGrpSpPr/>
          <p:nvPr/>
        </p:nvGrpSpPr>
        <p:grpSpPr>
          <a:xfrm>
            <a:off x="8025302" y="1520687"/>
            <a:ext cx="279321" cy="336837"/>
            <a:chOff x="8050359" y="1520687"/>
            <a:chExt cx="279321" cy="336837"/>
          </a:xfrm>
        </p:grpSpPr>
        <p:sp>
          <p:nvSpPr>
            <p:cNvPr id="15809" name="Google Shape;15809;p66"/>
            <p:cNvSpPr/>
            <p:nvPr/>
          </p:nvSpPr>
          <p:spPr>
            <a:xfrm>
              <a:off x="8153305" y="1520687"/>
              <a:ext cx="68500" cy="45064"/>
            </a:xfrm>
            <a:custGeom>
              <a:avLst/>
              <a:gdLst/>
              <a:ahLst/>
              <a:cxnLst/>
              <a:rect l="l" t="t" r="r" b="b"/>
              <a:pathLst>
                <a:path w="2613" h="1719" extrusionOk="0">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0" name="Google Shape;15810;p66"/>
            <p:cNvSpPr/>
            <p:nvPr/>
          </p:nvSpPr>
          <p:spPr>
            <a:xfrm>
              <a:off x="8084045" y="1599411"/>
              <a:ext cx="206653" cy="258113"/>
            </a:xfrm>
            <a:custGeom>
              <a:avLst/>
              <a:gdLst/>
              <a:ahLst/>
              <a:cxnLst/>
              <a:rect l="l" t="t" r="r" b="b"/>
              <a:pathLst>
                <a:path w="7883" h="9846" extrusionOk="0">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1" name="Google Shape;15811;p66"/>
            <p:cNvSpPr/>
            <p:nvPr/>
          </p:nvSpPr>
          <p:spPr>
            <a:xfrm>
              <a:off x="8097284" y="1599411"/>
              <a:ext cx="193781" cy="258113"/>
            </a:xfrm>
            <a:custGeom>
              <a:avLst/>
              <a:gdLst/>
              <a:ahLst/>
              <a:cxnLst/>
              <a:rect l="l" t="t" r="r" b="b"/>
              <a:pathLst>
                <a:path w="7392" h="9846" extrusionOk="0">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66"/>
            <p:cNvSpPr/>
            <p:nvPr/>
          </p:nvSpPr>
          <p:spPr>
            <a:xfrm>
              <a:off x="8084045" y="1553613"/>
              <a:ext cx="206260" cy="42809"/>
            </a:xfrm>
            <a:custGeom>
              <a:avLst/>
              <a:gdLst/>
              <a:ahLst/>
              <a:cxnLst/>
              <a:rect l="l" t="t" r="r" b="b"/>
              <a:pathLst>
                <a:path w="7868" h="1633" extrusionOk="0">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66"/>
            <p:cNvSpPr/>
            <p:nvPr/>
          </p:nvSpPr>
          <p:spPr>
            <a:xfrm>
              <a:off x="8204372" y="1553613"/>
              <a:ext cx="86326" cy="42809"/>
            </a:xfrm>
            <a:custGeom>
              <a:avLst/>
              <a:gdLst/>
              <a:ahLst/>
              <a:cxnLst/>
              <a:rect l="l" t="t" r="r" b="b"/>
              <a:pathLst>
                <a:path w="3293" h="1633" extrusionOk="0">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66"/>
            <p:cNvSpPr/>
            <p:nvPr/>
          </p:nvSpPr>
          <p:spPr>
            <a:xfrm>
              <a:off x="8050752" y="1578963"/>
              <a:ext cx="273606" cy="30698"/>
            </a:xfrm>
            <a:custGeom>
              <a:avLst/>
              <a:gdLst/>
              <a:ahLst/>
              <a:cxnLst/>
              <a:rect l="l" t="t" r="r" b="b"/>
              <a:pathLst>
                <a:path w="10437" h="1171" extrusionOk="0">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5" name="Google Shape;15815;p66"/>
            <p:cNvSpPr/>
            <p:nvPr/>
          </p:nvSpPr>
          <p:spPr>
            <a:xfrm>
              <a:off x="8050359" y="1578963"/>
              <a:ext cx="279321" cy="30698"/>
            </a:xfrm>
            <a:custGeom>
              <a:avLst/>
              <a:gdLst/>
              <a:ahLst/>
              <a:cxnLst/>
              <a:rect l="l" t="t" r="r" b="b"/>
              <a:pathLst>
                <a:path w="10655" h="1171" extrusionOk="0">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6" name="Google Shape;15816;p66"/>
            <p:cNvSpPr/>
            <p:nvPr/>
          </p:nvSpPr>
          <p:spPr>
            <a:xfrm>
              <a:off x="8177895" y="1640647"/>
              <a:ext cx="19320" cy="165417"/>
            </a:xfrm>
            <a:custGeom>
              <a:avLst/>
              <a:gdLst/>
              <a:ahLst/>
              <a:cxnLst/>
              <a:rect l="l" t="t" r="r" b="b"/>
              <a:pathLst>
                <a:path w="737" h="6310" extrusionOk="0">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66"/>
            <p:cNvSpPr/>
            <p:nvPr/>
          </p:nvSpPr>
          <p:spPr>
            <a:xfrm>
              <a:off x="8231819" y="1640647"/>
              <a:ext cx="23305" cy="165076"/>
            </a:xfrm>
            <a:custGeom>
              <a:avLst/>
              <a:gdLst/>
              <a:ahLst/>
              <a:cxnLst/>
              <a:rect l="l" t="t" r="r" b="b"/>
              <a:pathLst>
                <a:path w="889" h="6297" extrusionOk="0">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66"/>
            <p:cNvSpPr/>
            <p:nvPr/>
          </p:nvSpPr>
          <p:spPr>
            <a:xfrm>
              <a:off x="8119986" y="1640647"/>
              <a:ext cx="23305" cy="165076"/>
            </a:xfrm>
            <a:custGeom>
              <a:avLst/>
              <a:gdLst/>
              <a:ahLst/>
              <a:cxnLst/>
              <a:rect l="l" t="t" r="r" b="b"/>
              <a:pathLst>
                <a:path w="889" h="6297" extrusionOk="0">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66"/>
            <p:cNvSpPr/>
            <p:nvPr/>
          </p:nvSpPr>
          <p:spPr>
            <a:xfrm>
              <a:off x="8179022" y="1640647"/>
              <a:ext cx="17826" cy="165023"/>
            </a:xfrm>
            <a:custGeom>
              <a:avLst/>
              <a:gdLst/>
              <a:ahLst/>
              <a:cxnLst/>
              <a:rect l="l" t="t" r="r" b="b"/>
              <a:pathLst>
                <a:path w="680" h="6295" extrusionOk="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66"/>
            <p:cNvSpPr/>
            <p:nvPr/>
          </p:nvSpPr>
          <p:spPr>
            <a:xfrm>
              <a:off x="8232763" y="1640647"/>
              <a:ext cx="22361" cy="164919"/>
            </a:xfrm>
            <a:custGeom>
              <a:avLst/>
              <a:gdLst/>
              <a:ahLst/>
              <a:cxnLst/>
              <a:rect l="l" t="t" r="r" b="b"/>
              <a:pathLst>
                <a:path w="853" h="6291" extrusionOk="0">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66"/>
            <p:cNvSpPr/>
            <p:nvPr/>
          </p:nvSpPr>
          <p:spPr>
            <a:xfrm>
              <a:off x="8124914" y="1640647"/>
              <a:ext cx="18403" cy="164683"/>
            </a:xfrm>
            <a:custGeom>
              <a:avLst/>
              <a:gdLst/>
              <a:ahLst/>
              <a:cxnLst/>
              <a:rect l="l" t="t" r="r" b="b"/>
              <a:pathLst>
                <a:path w="702" h="6282" extrusionOk="0">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2" name="Google Shape;15822;p66"/>
          <p:cNvGrpSpPr/>
          <p:nvPr/>
        </p:nvGrpSpPr>
        <p:grpSpPr>
          <a:xfrm>
            <a:off x="6068850" y="2461832"/>
            <a:ext cx="364441" cy="339091"/>
            <a:chOff x="6093907" y="2461832"/>
            <a:chExt cx="364441" cy="339091"/>
          </a:xfrm>
        </p:grpSpPr>
        <p:sp>
          <p:nvSpPr>
            <p:cNvPr id="15823" name="Google Shape;15823;p66"/>
            <p:cNvSpPr/>
            <p:nvPr/>
          </p:nvSpPr>
          <p:spPr>
            <a:xfrm>
              <a:off x="6094668" y="2515573"/>
              <a:ext cx="283070" cy="233890"/>
            </a:xfrm>
            <a:custGeom>
              <a:avLst/>
              <a:gdLst/>
              <a:ahLst/>
              <a:cxnLst/>
              <a:rect l="l" t="t" r="r" b="b"/>
              <a:pathLst>
                <a:path w="10798" h="8922" extrusionOk="0">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66"/>
            <p:cNvSpPr/>
            <p:nvPr/>
          </p:nvSpPr>
          <p:spPr>
            <a:xfrm>
              <a:off x="6234682" y="2576497"/>
              <a:ext cx="143055" cy="172967"/>
            </a:xfrm>
            <a:custGeom>
              <a:avLst/>
              <a:gdLst/>
              <a:ahLst/>
              <a:cxnLst/>
              <a:rect l="l" t="t" r="r" b="b"/>
              <a:pathLst>
                <a:path w="5457" h="6598" extrusionOk="0">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66"/>
            <p:cNvSpPr/>
            <p:nvPr/>
          </p:nvSpPr>
          <p:spPr>
            <a:xfrm>
              <a:off x="6094274" y="2515573"/>
              <a:ext cx="283463" cy="65118"/>
            </a:xfrm>
            <a:custGeom>
              <a:avLst/>
              <a:gdLst/>
              <a:ahLst/>
              <a:cxnLst/>
              <a:rect l="l" t="t" r="r" b="b"/>
              <a:pathLst>
                <a:path w="10813" h="2484" extrusionOk="0">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6" name="Google Shape;15826;p66"/>
            <p:cNvSpPr/>
            <p:nvPr/>
          </p:nvSpPr>
          <p:spPr>
            <a:xfrm>
              <a:off x="6094668" y="2612070"/>
              <a:ext cx="283070" cy="137393"/>
            </a:xfrm>
            <a:custGeom>
              <a:avLst/>
              <a:gdLst/>
              <a:ahLst/>
              <a:cxnLst/>
              <a:rect l="l" t="t" r="r" b="b"/>
              <a:pathLst>
                <a:path w="10798" h="5241" extrusionOk="0">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7" name="Google Shape;15827;p66"/>
            <p:cNvSpPr/>
            <p:nvPr/>
          </p:nvSpPr>
          <p:spPr>
            <a:xfrm>
              <a:off x="6234682" y="2612070"/>
              <a:ext cx="143055" cy="137393"/>
            </a:xfrm>
            <a:custGeom>
              <a:avLst/>
              <a:gdLst/>
              <a:ahLst/>
              <a:cxnLst/>
              <a:rect l="l" t="t" r="r" b="b"/>
              <a:pathLst>
                <a:path w="5457" h="5241" extrusionOk="0">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8" name="Google Shape;15828;p66"/>
            <p:cNvSpPr/>
            <p:nvPr/>
          </p:nvSpPr>
          <p:spPr>
            <a:xfrm>
              <a:off x="6093907" y="2612070"/>
              <a:ext cx="283830" cy="66245"/>
            </a:xfrm>
            <a:custGeom>
              <a:avLst/>
              <a:gdLst/>
              <a:ahLst/>
              <a:cxnLst/>
              <a:rect l="l" t="t" r="r" b="b"/>
              <a:pathLst>
                <a:path w="10827" h="2527" extrusionOk="0">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66"/>
            <p:cNvSpPr/>
            <p:nvPr/>
          </p:nvSpPr>
          <p:spPr>
            <a:xfrm>
              <a:off x="6094668" y="2461832"/>
              <a:ext cx="283070" cy="107875"/>
            </a:xfrm>
            <a:custGeom>
              <a:avLst/>
              <a:gdLst/>
              <a:ahLst/>
              <a:cxnLst/>
              <a:rect l="l" t="t" r="r" b="b"/>
              <a:pathLst>
                <a:path w="10798" h="4115" extrusionOk="0">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66"/>
            <p:cNvSpPr/>
            <p:nvPr/>
          </p:nvSpPr>
          <p:spPr>
            <a:xfrm>
              <a:off x="6247160" y="2587848"/>
              <a:ext cx="211188" cy="213076"/>
            </a:xfrm>
            <a:custGeom>
              <a:avLst/>
              <a:gdLst/>
              <a:ahLst/>
              <a:cxnLst/>
              <a:rect l="l" t="t" r="r" b="b"/>
              <a:pathLst>
                <a:path w="8056" h="8128" extrusionOk="0">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66"/>
            <p:cNvSpPr/>
            <p:nvPr/>
          </p:nvSpPr>
          <p:spPr>
            <a:xfrm>
              <a:off x="6300141" y="2654670"/>
              <a:ext cx="91988" cy="78907"/>
            </a:xfrm>
            <a:custGeom>
              <a:avLst/>
              <a:gdLst/>
              <a:ahLst/>
              <a:cxnLst/>
              <a:rect l="l" t="t" r="r" b="b"/>
              <a:pathLst>
                <a:path w="3509" h="3010" extrusionOk="0">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66"/>
            <p:cNvSpPr/>
            <p:nvPr/>
          </p:nvSpPr>
          <p:spPr>
            <a:xfrm>
              <a:off x="6324730" y="2666571"/>
              <a:ext cx="55654" cy="55654"/>
            </a:xfrm>
            <a:custGeom>
              <a:avLst/>
              <a:gdLst/>
              <a:ahLst/>
              <a:cxnLst/>
              <a:rect l="l" t="t" r="r" b="b"/>
              <a:pathLst>
                <a:path w="2123" h="2123" extrusionOk="0">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3" name="Google Shape;15833;p66"/>
          <p:cNvGrpSpPr/>
          <p:nvPr/>
        </p:nvGrpSpPr>
        <p:grpSpPr>
          <a:xfrm>
            <a:off x="4651274" y="1980866"/>
            <a:ext cx="377680" cy="377680"/>
            <a:chOff x="4676331" y="1980866"/>
            <a:chExt cx="377680" cy="377680"/>
          </a:xfrm>
        </p:grpSpPr>
        <p:sp>
          <p:nvSpPr>
            <p:cNvPr id="15834" name="Google Shape;15834;p66"/>
            <p:cNvSpPr/>
            <p:nvPr/>
          </p:nvSpPr>
          <p:spPr>
            <a:xfrm>
              <a:off x="4676331" y="1980866"/>
              <a:ext cx="377680" cy="377680"/>
            </a:xfrm>
            <a:custGeom>
              <a:avLst/>
              <a:gdLst/>
              <a:ahLst/>
              <a:cxnLst/>
              <a:rect l="l" t="t" r="r" b="b"/>
              <a:pathLst>
                <a:path w="14407" h="14407" extrusionOk="0">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5" name="Google Shape;15835;p66"/>
            <p:cNvSpPr/>
            <p:nvPr/>
          </p:nvSpPr>
          <p:spPr>
            <a:xfrm>
              <a:off x="5014636" y="1980866"/>
              <a:ext cx="39375" cy="377680"/>
            </a:xfrm>
            <a:custGeom>
              <a:avLst/>
              <a:gdLst/>
              <a:ahLst/>
              <a:cxnLst/>
              <a:rect l="l" t="t" r="r" b="b"/>
              <a:pathLst>
                <a:path w="1502" h="14407" extrusionOk="0">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66"/>
            <p:cNvSpPr/>
            <p:nvPr/>
          </p:nvSpPr>
          <p:spPr>
            <a:xfrm>
              <a:off x="4911689" y="2080378"/>
              <a:ext cx="110155" cy="100692"/>
            </a:xfrm>
            <a:custGeom>
              <a:avLst/>
              <a:gdLst/>
              <a:ahLst/>
              <a:cxnLst/>
              <a:rect l="l" t="t" r="r" b="b"/>
              <a:pathLst>
                <a:path w="4202" h="3841" extrusionOk="0">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66"/>
            <p:cNvSpPr/>
            <p:nvPr/>
          </p:nvSpPr>
          <p:spPr>
            <a:xfrm>
              <a:off x="4911689" y="2222279"/>
              <a:ext cx="110155" cy="100692"/>
            </a:xfrm>
            <a:custGeom>
              <a:avLst/>
              <a:gdLst/>
              <a:ahLst/>
              <a:cxnLst/>
              <a:rect l="l" t="t" r="r" b="b"/>
              <a:pathLst>
                <a:path w="4202" h="3841" extrusionOk="0">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66"/>
            <p:cNvSpPr/>
            <p:nvPr/>
          </p:nvSpPr>
          <p:spPr>
            <a:xfrm>
              <a:off x="4982077" y="2080378"/>
              <a:ext cx="39768" cy="100692"/>
            </a:xfrm>
            <a:custGeom>
              <a:avLst/>
              <a:gdLst/>
              <a:ahLst/>
              <a:cxnLst/>
              <a:rect l="l" t="t" r="r" b="b"/>
              <a:pathLst>
                <a:path w="1517" h="3841" extrusionOk="0">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66"/>
            <p:cNvSpPr/>
            <p:nvPr/>
          </p:nvSpPr>
          <p:spPr>
            <a:xfrm>
              <a:off x="4982077" y="2222279"/>
              <a:ext cx="39768" cy="100692"/>
            </a:xfrm>
            <a:custGeom>
              <a:avLst/>
              <a:gdLst/>
              <a:ahLst/>
              <a:cxnLst/>
              <a:rect l="l" t="t" r="r" b="b"/>
              <a:pathLst>
                <a:path w="1517" h="3841" extrusionOk="0">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66"/>
            <p:cNvSpPr/>
            <p:nvPr/>
          </p:nvSpPr>
          <p:spPr>
            <a:xfrm>
              <a:off x="4676331" y="1980866"/>
              <a:ext cx="377680" cy="66245"/>
            </a:xfrm>
            <a:custGeom>
              <a:avLst/>
              <a:gdLst/>
              <a:ahLst/>
              <a:cxnLst/>
              <a:rect l="l" t="t" r="r" b="b"/>
              <a:pathLst>
                <a:path w="14407" h="2527" extrusionOk="0">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66"/>
            <p:cNvSpPr/>
            <p:nvPr/>
          </p:nvSpPr>
          <p:spPr>
            <a:xfrm>
              <a:off x="5014636" y="1980866"/>
              <a:ext cx="39375" cy="66245"/>
            </a:xfrm>
            <a:custGeom>
              <a:avLst/>
              <a:gdLst/>
              <a:ahLst/>
              <a:cxnLst/>
              <a:rect l="l" t="t" r="r" b="b"/>
              <a:pathLst>
                <a:path w="1502" h="2527" extrusionOk="0">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66"/>
            <p:cNvSpPr/>
            <p:nvPr/>
          </p:nvSpPr>
          <p:spPr>
            <a:xfrm>
              <a:off x="4697513"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66"/>
            <p:cNvSpPr/>
            <p:nvPr/>
          </p:nvSpPr>
          <p:spPr>
            <a:xfrm>
              <a:off x="4740270" y="2002807"/>
              <a:ext cx="25769" cy="22099"/>
            </a:xfrm>
            <a:custGeom>
              <a:avLst/>
              <a:gdLst/>
              <a:ahLst/>
              <a:cxnLst/>
              <a:rect l="l" t="t" r="r" b="b"/>
              <a:pathLst>
                <a:path w="983" h="843" extrusionOk="0">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4" name="Google Shape;15844;p66"/>
            <p:cNvSpPr/>
            <p:nvPr/>
          </p:nvSpPr>
          <p:spPr>
            <a:xfrm>
              <a:off x="4782659"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5" name="Google Shape;15845;p66"/>
            <p:cNvSpPr/>
            <p:nvPr/>
          </p:nvSpPr>
          <p:spPr>
            <a:xfrm>
              <a:off x="4704696"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66"/>
            <p:cNvSpPr/>
            <p:nvPr/>
          </p:nvSpPr>
          <p:spPr>
            <a:xfrm>
              <a:off x="4747452" y="2002807"/>
              <a:ext cx="18586" cy="22099"/>
            </a:xfrm>
            <a:custGeom>
              <a:avLst/>
              <a:gdLst/>
              <a:ahLst/>
              <a:cxnLst/>
              <a:rect l="l" t="t" r="r" b="b"/>
              <a:pathLst>
                <a:path w="709" h="843" extrusionOk="0">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66"/>
            <p:cNvSpPr/>
            <p:nvPr/>
          </p:nvSpPr>
          <p:spPr>
            <a:xfrm>
              <a:off x="4789842"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66"/>
            <p:cNvSpPr/>
            <p:nvPr/>
          </p:nvSpPr>
          <p:spPr>
            <a:xfrm>
              <a:off x="4701288" y="2080378"/>
              <a:ext cx="179022" cy="242594"/>
            </a:xfrm>
            <a:custGeom>
              <a:avLst/>
              <a:gdLst/>
              <a:ahLst/>
              <a:cxnLst/>
              <a:rect l="l" t="t" r="r" b="b"/>
              <a:pathLst>
                <a:path w="6829" h="9254" extrusionOk="0">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9" name="Google Shape;15849;p66"/>
            <p:cNvSpPr/>
            <p:nvPr/>
          </p:nvSpPr>
          <p:spPr>
            <a:xfrm>
              <a:off x="4839415" y="2080011"/>
              <a:ext cx="40895" cy="242961"/>
            </a:xfrm>
            <a:custGeom>
              <a:avLst/>
              <a:gdLst/>
              <a:ahLst/>
              <a:cxnLst/>
              <a:rect l="l" t="t" r="r" b="b"/>
              <a:pathLst>
                <a:path w="1560" h="9268" extrusionOk="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0" name="Google Shape;15850;p66"/>
            <p:cNvSpPr/>
            <p:nvPr/>
          </p:nvSpPr>
          <p:spPr>
            <a:xfrm>
              <a:off x="4695625" y="2074715"/>
              <a:ext cx="190373" cy="253578"/>
            </a:xfrm>
            <a:custGeom>
              <a:avLst/>
              <a:gdLst/>
              <a:ahLst/>
              <a:cxnLst/>
              <a:rect l="l" t="t" r="r" b="b"/>
              <a:pathLst>
                <a:path w="7262" h="9673" extrusionOk="0">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66"/>
            <p:cNvSpPr/>
            <p:nvPr/>
          </p:nvSpPr>
          <p:spPr>
            <a:xfrm>
              <a:off x="4913970" y="2083025"/>
              <a:ext cx="105620" cy="95029"/>
            </a:xfrm>
            <a:custGeom>
              <a:avLst/>
              <a:gdLst/>
              <a:ahLst/>
              <a:cxnLst/>
              <a:rect l="l" t="t" r="r" b="b"/>
              <a:pathLst>
                <a:path w="4029" h="3625" extrusionOk="0">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66"/>
            <p:cNvSpPr/>
            <p:nvPr/>
          </p:nvSpPr>
          <p:spPr>
            <a:xfrm>
              <a:off x="4913970" y="2224953"/>
              <a:ext cx="105620" cy="95003"/>
            </a:xfrm>
            <a:custGeom>
              <a:avLst/>
              <a:gdLst/>
              <a:ahLst/>
              <a:cxnLst/>
              <a:rect l="l" t="t" r="r" b="b"/>
              <a:pathLst>
                <a:path w="4029" h="3624" extrusionOk="0">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3" name="Google Shape;15853;p66"/>
          <p:cNvGrpSpPr/>
          <p:nvPr/>
        </p:nvGrpSpPr>
        <p:grpSpPr>
          <a:xfrm>
            <a:off x="7501185" y="1522968"/>
            <a:ext cx="357651" cy="332275"/>
            <a:chOff x="7526242" y="1522968"/>
            <a:chExt cx="357651" cy="332275"/>
          </a:xfrm>
        </p:grpSpPr>
        <p:sp>
          <p:nvSpPr>
            <p:cNvPr id="15854" name="Google Shape;15854;p66"/>
            <p:cNvSpPr/>
            <p:nvPr/>
          </p:nvSpPr>
          <p:spPr>
            <a:xfrm>
              <a:off x="7589814" y="1531304"/>
              <a:ext cx="187726" cy="323939"/>
            </a:xfrm>
            <a:custGeom>
              <a:avLst/>
              <a:gdLst/>
              <a:ahLst/>
              <a:cxnLst/>
              <a:rect l="l" t="t" r="r" b="b"/>
              <a:pathLst>
                <a:path w="7161" h="12357" extrusionOk="0">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66"/>
            <p:cNvSpPr/>
            <p:nvPr/>
          </p:nvSpPr>
          <p:spPr>
            <a:xfrm>
              <a:off x="7739292" y="1531304"/>
              <a:ext cx="38248" cy="323939"/>
            </a:xfrm>
            <a:custGeom>
              <a:avLst/>
              <a:gdLst/>
              <a:ahLst/>
              <a:cxnLst/>
              <a:rect l="l" t="t" r="r" b="b"/>
              <a:pathLst>
                <a:path w="1459" h="12357" extrusionOk="0">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6" name="Google Shape;15856;p66"/>
            <p:cNvSpPr/>
            <p:nvPr/>
          </p:nvSpPr>
          <p:spPr>
            <a:xfrm>
              <a:off x="7589814" y="1531304"/>
              <a:ext cx="187726" cy="53741"/>
            </a:xfrm>
            <a:custGeom>
              <a:avLst/>
              <a:gdLst/>
              <a:ahLst/>
              <a:cxnLst/>
              <a:rect l="l" t="t" r="r" b="b"/>
              <a:pathLst>
                <a:path w="7161" h="2050" extrusionOk="0">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7" name="Google Shape;15857;p66"/>
            <p:cNvSpPr/>
            <p:nvPr/>
          </p:nvSpPr>
          <p:spPr>
            <a:xfrm>
              <a:off x="7739292" y="1531304"/>
              <a:ext cx="38248" cy="53741"/>
            </a:xfrm>
            <a:custGeom>
              <a:avLst/>
              <a:gdLst/>
              <a:ahLst/>
              <a:cxnLst/>
              <a:rect l="l" t="t" r="r" b="b"/>
              <a:pathLst>
                <a:path w="1459" h="2050" extrusionOk="0">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66"/>
            <p:cNvSpPr/>
            <p:nvPr/>
          </p:nvSpPr>
          <p:spPr>
            <a:xfrm>
              <a:off x="7590207" y="1801476"/>
              <a:ext cx="187726" cy="53767"/>
            </a:xfrm>
            <a:custGeom>
              <a:avLst/>
              <a:gdLst/>
              <a:ahLst/>
              <a:cxnLst/>
              <a:rect l="l" t="t" r="r" b="b"/>
              <a:pathLst>
                <a:path w="7161" h="2051" extrusionOk="0">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66"/>
            <p:cNvSpPr/>
            <p:nvPr/>
          </p:nvSpPr>
          <p:spPr>
            <a:xfrm>
              <a:off x="7739292" y="1801476"/>
              <a:ext cx="38248" cy="53767"/>
            </a:xfrm>
            <a:custGeom>
              <a:avLst/>
              <a:gdLst/>
              <a:ahLst/>
              <a:cxnLst/>
              <a:rect l="l" t="t" r="r" b="b"/>
              <a:pathLst>
                <a:path w="1459" h="2051" extrusionOk="0">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66"/>
            <p:cNvSpPr/>
            <p:nvPr/>
          </p:nvSpPr>
          <p:spPr>
            <a:xfrm>
              <a:off x="7678001" y="1625521"/>
              <a:ext cx="205893" cy="135112"/>
            </a:xfrm>
            <a:custGeom>
              <a:avLst/>
              <a:gdLst/>
              <a:ahLst/>
              <a:cxnLst/>
              <a:rect l="l" t="t" r="r" b="b"/>
              <a:pathLst>
                <a:path w="7854" h="5154" extrusionOk="0">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66"/>
            <p:cNvSpPr/>
            <p:nvPr/>
          </p:nvSpPr>
          <p:spPr>
            <a:xfrm>
              <a:off x="7857364" y="1625521"/>
              <a:ext cx="26530" cy="135112"/>
            </a:xfrm>
            <a:custGeom>
              <a:avLst/>
              <a:gdLst/>
              <a:ahLst/>
              <a:cxnLst/>
              <a:rect l="l" t="t" r="r" b="b"/>
              <a:pathLst>
                <a:path w="1012" h="5154" extrusionOk="0">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66"/>
            <p:cNvSpPr/>
            <p:nvPr/>
          </p:nvSpPr>
          <p:spPr>
            <a:xfrm>
              <a:off x="7782809" y="1648223"/>
              <a:ext cx="55287" cy="47266"/>
            </a:xfrm>
            <a:custGeom>
              <a:avLst/>
              <a:gdLst/>
              <a:ahLst/>
              <a:cxnLst/>
              <a:rect l="l" t="t" r="r" b="b"/>
              <a:pathLst>
                <a:path w="2109" h="1803" extrusionOk="0">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66"/>
            <p:cNvSpPr/>
            <p:nvPr/>
          </p:nvSpPr>
          <p:spPr>
            <a:xfrm>
              <a:off x="7807425" y="1648223"/>
              <a:ext cx="55261" cy="47266"/>
            </a:xfrm>
            <a:custGeom>
              <a:avLst/>
              <a:gdLst/>
              <a:ahLst/>
              <a:cxnLst/>
              <a:rect l="l" t="t" r="r" b="b"/>
              <a:pathLst>
                <a:path w="2108" h="1803" extrusionOk="0">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66"/>
            <p:cNvSpPr/>
            <p:nvPr/>
          </p:nvSpPr>
          <p:spPr>
            <a:xfrm>
              <a:off x="7701464" y="1649351"/>
              <a:ext cx="65852" cy="44697"/>
            </a:xfrm>
            <a:custGeom>
              <a:avLst/>
              <a:gdLst/>
              <a:ahLst/>
              <a:cxnLst/>
              <a:rect l="l" t="t" r="r" b="b"/>
              <a:pathLst>
                <a:path w="2512" h="1705" extrusionOk="0">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66"/>
            <p:cNvSpPr/>
            <p:nvPr/>
          </p:nvSpPr>
          <p:spPr>
            <a:xfrm>
              <a:off x="7698056" y="1704245"/>
              <a:ext cx="167278" cy="29544"/>
            </a:xfrm>
            <a:custGeom>
              <a:avLst/>
              <a:gdLst/>
              <a:ahLst/>
              <a:cxnLst/>
              <a:rect l="l" t="t" r="r" b="b"/>
              <a:pathLst>
                <a:path w="6381" h="1127" extrusionOk="0">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66"/>
            <p:cNvSpPr/>
            <p:nvPr/>
          </p:nvSpPr>
          <p:spPr>
            <a:xfrm>
              <a:off x="7678001" y="1608298"/>
              <a:ext cx="9857" cy="169742"/>
            </a:xfrm>
            <a:custGeom>
              <a:avLst/>
              <a:gdLst/>
              <a:ahLst/>
              <a:cxnLst/>
              <a:rect l="l" t="t" r="r" b="b"/>
              <a:pathLst>
                <a:path w="376" h="6475" extrusionOk="0">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66"/>
            <p:cNvSpPr/>
            <p:nvPr/>
          </p:nvSpPr>
          <p:spPr>
            <a:xfrm>
              <a:off x="7526242" y="1522968"/>
              <a:ext cx="114691" cy="98201"/>
            </a:xfrm>
            <a:custGeom>
              <a:avLst/>
              <a:gdLst/>
              <a:ahLst/>
              <a:cxnLst/>
              <a:rect l="l" t="t" r="r" b="b"/>
              <a:pathLst>
                <a:path w="4375" h="3746" extrusionOk="0">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66"/>
            <p:cNvSpPr/>
            <p:nvPr/>
          </p:nvSpPr>
          <p:spPr>
            <a:xfrm>
              <a:off x="7584151" y="1522968"/>
              <a:ext cx="58669" cy="97913"/>
            </a:xfrm>
            <a:custGeom>
              <a:avLst/>
              <a:gdLst/>
              <a:ahLst/>
              <a:cxnLst/>
              <a:rect l="l" t="t" r="r" b="b"/>
              <a:pathLst>
                <a:path w="2238" h="3735" extrusionOk="0">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9" name="Google Shape;15869;p66"/>
            <p:cNvSpPr/>
            <p:nvPr/>
          </p:nvSpPr>
          <p:spPr>
            <a:xfrm>
              <a:off x="7570467" y="1556471"/>
              <a:ext cx="43255" cy="30488"/>
            </a:xfrm>
            <a:custGeom>
              <a:avLst/>
              <a:gdLst/>
              <a:ahLst/>
              <a:cxnLst/>
              <a:rect l="l" t="t" r="r" b="b"/>
              <a:pathLst>
                <a:path w="1650" h="1163" extrusionOk="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0" name="Google Shape;15870;p66"/>
          <p:cNvGrpSpPr/>
          <p:nvPr/>
        </p:nvGrpSpPr>
        <p:grpSpPr>
          <a:xfrm>
            <a:off x="3225729" y="1982386"/>
            <a:ext cx="371650" cy="371624"/>
            <a:chOff x="3250786" y="1982386"/>
            <a:chExt cx="371650" cy="371624"/>
          </a:xfrm>
        </p:grpSpPr>
        <p:sp>
          <p:nvSpPr>
            <p:cNvPr id="15871" name="Google Shape;15871;p66"/>
            <p:cNvSpPr/>
            <p:nvPr/>
          </p:nvSpPr>
          <p:spPr>
            <a:xfrm>
              <a:off x="3358634" y="2006215"/>
              <a:ext cx="179782" cy="164263"/>
            </a:xfrm>
            <a:custGeom>
              <a:avLst/>
              <a:gdLst/>
              <a:ahLst/>
              <a:cxnLst/>
              <a:rect l="l" t="t" r="r" b="b"/>
              <a:pathLst>
                <a:path w="6858" h="6266" extrusionOk="0">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66"/>
            <p:cNvSpPr/>
            <p:nvPr/>
          </p:nvSpPr>
          <p:spPr>
            <a:xfrm>
              <a:off x="3358634" y="2006215"/>
              <a:ext cx="167671" cy="119619"/>
            </a:xfrm>
            <a:custGeom>
              <a:avLst/>
              <a:gdLst/>
              <a:ahLst/>
              <a:cxnLst/>
              <a:rect l="l" t="t" r="r" b="b"/>
              <a:pathLst>
                <a:path w="6396" h="4563" extrusionOk="0">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66"/>
            <p:cNvSpPr/>
            <p:nvPr/>
          </p:nvSpPr>
          <p:spPr>
            <a:xfrm>
              <a:off x="3251546" y="2150398"/>
              <a:ext cx="131730" cy="131704"/>
            </a:xfrm>
            <a:custGeom>
              <a:avLst/>
              <a:gdLst/>
              <a:ahLst/>
              <a:cxnLst/>
              <a:rect l="l" t="t" r="r" b="b"/>
              <a:pathLst>
                <a:path w="5025" h="5024" extrusionOk="0">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66"/>
            <p:cNvSpPr/>
            <p:nvPr/>
          </p:nvSpPr>
          <p:spPr>
            <a:xfrm>
              <a:off x="3287487" y="2150398"/>
              <a:ext cx="95790" cy="131704"/>
            </a:xfrm>
            <a:custGeom>
              <a:avLst/>
              <a:gdLst/>
              <a:ahLst/>
              <a:cxnLst/>
              <a:rect l="l" t="t" r="r" b="b"/>
              <a:pathLst>
                <a:path w="3654" h="5024" extrusionOk="0">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66"/>
            <p:cNvSpPr/>
            <p:nvPr/>
          </p:nvSpPr>
          <p:spPr>
            <a:xfrm>
              <a:off x="3251179" y="2249910"/>
              <a:ext cx="131337" cy="104100"/>
            </a:xfrm>
            <a:custGeom>
              <a:avLst/>
              <a:gdLst/>
              <a:ahLst/>
              <a:cxnLst/>
              <a:rect l="l" t="t" r="r" b="b"/>
              <a:pathLst>
                <a:path w="5010" h="3971" extrusionOk="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66"/>
            <p:cNvSpPr/>
            <p:nvPr/>
          </p:nvSpPr>
          <p:spPr>
            <a:xfrm>
              <a:off x="3294303" y="2249910"/>
              <a:ext cx="44697" cy="29544"/>
            </a:xfrm>
            <a:custGeom>
              <a:avLst/>
              <a:gdLst/>
              <a:ahLst/>
              <a:cxnLst/>
              <a:rect l="l" t="t" r="r" b="b"/>
              <a:pathLst>
                <a:path w="1705" h="1127" extrusionOk="0">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7" name="Google Shape;15877;p66"/>
            <p:cNvSpPr/>
            <p:nvPr/>
          </p:nvSpPr>
          <p:spPr>
            <a:xfrm>
              <a:off x="3251179" y="2288525"/>
              <a:ext cx="131337" cy="65485"/>
            </a:xfrm>
            <a:custGeom>
              <a:avLst/>
              <a:gdLst/>
              <a:ahLst/>
              <a:cxnLst/>
              <a:rect l="l" t="t" r="r" b="b"/>
              <a:pathLst>
                <a:path w="5010" h="2498" extrusionOk="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8" name="Google Shape;15878;p66"/>
            <p:cNvSpPr/>
            <p:nvPr/>
          </p:nvSpPr>
          <p:spPr>
            <a:xfrm>
              <a:off x="3272728" y="2192604"/>
              <a:ext cx="87820" cy="72091"/>
            </a:xfrm>
            <a:custGeom>
              <a:avLst/>
              <a:gdLst/>
              <a:ahLst/>
              <a:cxnLst/>
              <a:rect l="l" t="t" r="r" b="b"/>
              <a:pathLst>
                <a:path w="3350" h="2750" extrusionOk="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66"/>
            <p:cNvSpPr/>
            <p:nvPr/>
          </p:nvSpPr>
          <p:spPr>
            <a:xfrm>
              <a:off x="3272728" y="2192814"/>
              <a:ext cx="87820" cy="71515"/>
            </a:xfrm>
            <a:custGeom>
              <a:avLst/>
              <a:gdLst/>
              <a:ahLst/>
              <a:cxnLst/>
              <a:rect l="l" t="t" r="r" b="b"/>
              <a:pathLst>
                <a:path w="3350" h="2728" extrusionOk="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66"/>
            <p:cNvSpPr/>
            <p:nvPr/>
          </p:nvSpPr>
          <p:spPr>
            <a:xfrm>
              <a:off x="3250786" y="2303284"/>
              <a:ext cx="29544" cy="50726"/>
            </a:xfrm>
            <a:custGeom>
              <a:avLst/>
              <a:gdLst/>
              <a:ahLst/>
              <a:cxnLst/>
              <a:rect l="l" t="t" r="r" b="b"/>
              <a:pathLst>
                <a:path w="1127" h="1935" extrusionOk="0">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1" name="Google Shape;15881;p66"/>
            <p:cNvSpPr/>
            <p:nvPr/>
          </p:nvSpPr>
          <p:spPr>
            <a:xfrm>
              <a:off x="3353339" y="2303284"/>
              <a:ext cx="29177" cy="50726"/>
            </a:xfrm>
            <a:custGeom>
              <a:avLst/>
              <a:gdLst/>
              <a:ahLst/>
              <a:cxnLst/>
              <a:rect l="l" t="t" r="r" b="b"/>
              <a:pathLst>
                <a:path w="1113" h="1935" extrusionOk="0">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2" name="Google Shape;15882;p66"/>
            <p:cNvSpPr/>
            <p:nvPr/>
          </p:nvSpPr>
          <p:spPr>
            <a:xfrm>
              <a:off x="3499802" y="2163636"/>
              <a:ext cx="36360" cy="79117"/>
            </a:xfrm>
            <a:custGeom>
              <a:avLst/>
              <a:gdLst/>
              <a:ahLst/>
              <a:cxnLst/>
              <a:rect l="l" t="t" r="r" b="b"/>
              <a:pathLst>
                <a:path w="1387" h="3018" extrusionOk="0">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66"/>
            <p:cNvSpPr/>
            <p:nvPr/>
          </p:nvSpPr>
          <p:spPr>
            <a:xfrm>
              <a:off x="3514561" y="2156821"/>
              <a:ext cx="85933" cy="85933"/>
            </a:xfrm>
            <a:custGeom>
              <a:avLst/>
              <a:gdLst/>
              <a:ahLst/>
              <a:cxnLst/>
              <a:rect l="l" t="t" r="r" b="b"/>
              <a:pathLst>
                <a:path w="3278" h="3278" extrusionOk="0">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66"/>
            <p:cNvSpPr/>
            <p:nvPr/>
          </p:nvSpPr>
          <p:spPr>
            <a:xfrm>
              <a:off x="3528560" y="2264302"/>
              <a:ext cx="43150" cy="31825"/>
            </a:xfrm>
            <a:custGeom>
              <a:avLst/>
              <a:gdLst/>
              <a:ahLst/>
              <a:cxnLst/>
              <a:rect l="l" t="t" r="r" b="b"/>
              <a:pathLst>
                <a:path w="1646" h="1214" extrusionOk="0">
                  <a:moveTo>
                    <a:pt x="0" y="0"/>
                  </a:moveTo>
                  <a:lnTo>
                    <a:pt x="0" y="1213"/>
                  </a:lnTo>
                  <a:lnTo>
                    <a:pt x="1646" y="1213"/>
                  </a:lnTo>
                  <a:lnTo>
                    <a:pt x="1646"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66"/>
            <p:cNvSpPr/>
            <p:nvPr/>
          </p:nvSpPr>
          <p:spPr>
            <a:xfrm>
              <a:off x="3528560" y="2264302"/>
              <a:ext cx="43150" cy="17538"/>
            </a:xfrm>
            <a:custGeom>
              <a:avLst/>
              <a:gdLst/>
              <a:ahLst/>
              <a:cxnLst/>
              <a:rect l="l" t="t" r="r" b="b"/>
              <a:pathLst>
                <a:path w="1646" h="669" extrusionOk="0">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66"/>
            <p:cNvSpPr/>
            <p:nvPr/>
          </p:nvSpPr>
          <p:spPr>
            <a:xfrm>
              <a:off x="3478594" y="2281709"/>
              <a:ext cx="143842" cy="72301"/>
            </a:xfrm>
            <a:custGeom>
              <a:avLst/>
              <a:gdLst/>
              <a:ahLst/>
              <a:cxnLst/>
              <a:rect l="l" t="t" r="r" b="b"/>
              <a:pathLst>
                <a:path w="5487" h="2758" extrusionOk="0">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66"/>
            <p:cNvSpPr/>
            <p:nvPr/>
          </p:nvSpPr>
          <p:spPr>
            <a:xfrm>
              <a:off x="3542926" y="2296101"/>
              <a:ext cx="14418" cy="57909"/>
            </a:xfrm>
            <a:custGeom>
              <a:avLst/>
              <a:gdLst/>
              <a:ahLst/>
              <a:cxnLst/>
              <a:rect l="l" t="t" r="r" b="b"/>
              <a:pathLst>
                <a:path w="550" h="2209" extrusionOk="0">
                  <a:moveTo>
                    <a:pt x="145" y="0"/>
                  </a:moveTo>
                  <a:lnTo>
                    <a:pt x="1" y="2209"/>
                  </a:lnTo>
                  <a:lnTo>
                    <a:pt x="549" y="2209"/>
                  </a:lnTo>
                  <a:lnTo>
                    <a:pt x="41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66"/>
            <p:cNvSpPr/>
            <p:nvPr/>
          </p:nvSpPr>
          <p:spPr>
            <a:xfrm>
              <a:off x="3507352" y="2192394"/>
              <a:ext cx="85933" cy="79117"/>
            </a:xfrm>
            <a:custGeom>
              <a:avLst/>
              <a:gdLst/>
              <a:ahLst/>
              <a:cxnLst/>
              <a:rect l="l" t="t" r="r" b="b"/>
              <a:pathLst>
                <a:path w="3278" h="3018" extrusionOk="0">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66"/>
            <p:cNvSpPr/>
            <p:nvPr/>
          </p:nvSpPr>
          <p:spPr>
            <a:xfrm>
              <a:off x="3506985" y="2192394"/>
              <a:ext cx="86300" cy="77229"/>
            </a:xfrm>
            <a:custGeom>
              <a:avLst/>
              <a:gdLst/>
              <a:ahLst/>
              <a:cxnLst/>
              <a:rect l="l" t="t" r="r" b="b"/>
              <a:pathLst>
                <a:path w="3292" h="2946" extrusionOk="0">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66"/>
            <p:cNvSpPr/>
            <p:nvPr/>
          </p:nvSpPr>
          <p:spPr>
            <a:xfrm>
              <a:off x="3478594" y="2299876"/>
              <a:ext cx="28784" cy="54134"/>
            </a:xfrm>
            <a:custGeom>
              <a:avLst/>
              <a:gdLst/>
              <a:ahLst/>
              <a:cxnLst/>
              <a:rect l="l" t="t" r="r" b="b"/>
              <a:pathLst>
                <a:path w="1098" h="2065" extrusionOk="0">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66"/>
            <p:cNvSpPr/>
            <p:nvPr/>
          </p:nvSpPr>
          <p:spPr>
            <a:xfrm>
              <a:off x="3593258" y="2299876"/>
              <a:ext cx="28784" cy="54134"/>
            </a:xfrm>
            <a:custGeom>
              <a:avLst/>
              <a:gdLst/>
              <a:ahLst/>
              <a:cxnLst/>
              <a:rect l="l" t="t" r="r" b="b"/>
              <a:pathLst>
                <a:path w="1098" h="2065" extrusionOk="0">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66"/>
            <p:cNvSpPr/>
            <p:nvPr/>
          </p:nvSpPr>
          <p:spPr>
            <a:xfrm>
              <a:off x="3542926" y="2296101"/>
              <a:ext cx="14418" cy="14392"/>
            </a:xfrm>
            <a:custGeom>
              <a:avLst/>
              <a:gdLst/>
              <a:ahLst/>
              <a:cxnLst/>
              <a:rect l="l" t="t" r="r" b="b"/>
              <a:pathLst>
                <a:path w="550" h="549" extrusionOk="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66"/>
            <p:cNvSpPr/>
            <p:nvPr/>
          </p:nvSpPr>
          <p:spPr>
            <a:xfrm>
              <a:off x="3520984" y="2276125"/>
              <a:ext cx="29544" cy="30226"/>
            </a:xfrm>
            <a:custGeom>
              <a:avLst/>
              <a:gdLst/>
              <a:ahLst/>
              <a:cxnLst/>
              <a:rect l="l" t="t" r="r" b="b"/>
              <a:pathLst>
                <a:path w="1127" h="1153" extrusionOk="0">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66"/>
            <p:cNvSpPr/>
            <p:nvPr/>
          </p:nvSpPr>
          <p:spPr>
            <a:xfrm>
              <a:off x="3550502" y="2276125"/>
              <a:ext cx="29177" cy="30226"/>
            </a:xfrm>
            <a:custGeom>
              <a:avLst/>
              <a:gdLst/>
              <a:ahLst/>
              <a:cxnLst/>
              <a:rect l="l" t="t" r="r" b="b"/>
              <a:pathLst>
                <a:path w="1113" h="1153" extrusionOk="0">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5" name="Google Shape;15895;p66"/>
            <p:cNvSpPr/>
            <p:nvPr/>
          </p:nvSpPr>
          <p:spPr>
            <a:xfrm>
              <a:off x="3310582" y="1982386"/>
              <a:ext cx="203612" cy="175169"/>
            </a:xfrm>
            <a:custGeom>
              <a:avLst/>
              <a:gdLst/>
              <a:ahLst/>
              <a:cxnLst/>
              <a:rect l="l" t="t" r="r" b="b"/>
              <a:pathLst>
                <a:path w="7767" h="6682" extrusionOk="0">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6" name="Google Shape;15896;p66"/>
            <p:cNvSpPr/>
            <p:nvPr/>
          </p:nvSpPr>
          <p:spPr>
            <a:xfrm>
              <a:off x="3345396" y="2012192"/>
              <a:ext cx="33844" cy="11875"/>
            </a:xfrm>
            <a:custGeom>
              <a:avLst/>
              <a:gdLst/>
              <a:ahLst/>
              <a:cxnLst/>
              <a:rect l="l" t="t" r="r" b="b"/>
              <a:pathLst>
                <a:path w="1291" h="453" extrusionOk="0">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66"/>
            <p:cNvSpPr/>
            <p:nvPr/>
          </p:nvSpPr>
          <p:spPr>
            <a:xfrm>
              <a:off x="3387025" y="2012192"/>
              <a:ext cx="93640" cy="11875"/>
            </a:xfrm>
            <a:custGeom>
              <a:avLst/>
              <a:gdLst/>
              <a:ahLst/>
              <a:cxnLst/>
              <a:rect l="l" t="t" r="r" b="b"/>
              <a:pathLst>
                <a:path w="3572" h="453" extrusionOk="0">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8" name="Google Shape;15898;p66"/>
            <p:cNvSpPr/>
            <p:nvPr/>
          </p:nvSpPr>
          <p:spPr>
            <a:xfrm>
              <a:off x="3344111" y="2042104"/>
              <a:ext cx="136554" cy="11849"/>
            </a:xfrm>
            <a:custGeom>
              <a:avLst/>
              <a:gdLst/>
              <a:ahLst/>
              <a:cxnLst/>
              <a:rect l="l" t="t" r="r" b="b"/>
              <a:pathLst>
                <a:path w="5209" h="452" extrusionOk="0">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9" name="Google Shape;15899;p66"/>
            <p:cNvSpPr/>
            <p:nvPr/>
          </p:nvSpPr>
          <p:spPr>
            <a:xfrm>
              <a:off x="3345396" y="2072041"/>
              <a:ext cx="93640" cy="11797"/>
            </a:xfrm>
            <a:custGeom>
              <a:avLst/>
              <a:gdLst/>
              <a:ahLst/>
              <a:cxnLst/>
              <a:rect l="l" t="t" r="r" b="b"/>
              <a:pathLst>
                <a:path w="3572" h="450" extrusionOk="0">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66"/>
            <p:cNvSpPr/>
            <p:nvPr/>
          </p:nvSpPr>
          <p:spPr>
            <a:xfrm>
              <a:off x="3445904" y="2072041"/>
              <a:ext cx="34761" cy="11797"/>
            </a:xfrm>
            <a:custGeom>
              <a:avLst/>
              <a:gdLst/>
              <a:ahLst/>
              <a:cxnLst/>
              <a:rect l="l" t="t" r="r" b="b"/>
              <a:pathLst>
                <a:path w="1326" h="450" extrusionOk="0">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01" name="Google Shape;15901;p66"/>
          <p:cNvGrpSpPr/>
          <p:nvPr/>
        </p:nvGrpSpPr>
        <p:grpSpPr>
          <a:xfrm>
            <a:off x="1317329" y="2916322"/>
            <a:ext cx="373538" cy="331515"/>
            <a:chOff x="1342386" y="2916322"/>
            <a:chExt cx="373538" cy="331515"/>
          </a:xfrm>
        </p:grpSpPr>
        <p:sp>
          <p:nvSpPr>
            <p:cNvPr id="15902" name="Google Shape;15902;p66"/>
            <p:cNvSpPr/>
            <p:nvPr/>
          </p:nvSpPr>
          <p:spPr>
            <a:xfrm>
              <a:off x="1499047" y="2916322"/>
              <a:ext cx="216877" cy="180910"/>
            </a:xfrm>
            <a:custGeom>
              <a:avLst/>
              <a:gdLst/>
              <a:ahLst/>
              <a:cxnLst/>
              <a:rect l="l" t="t" r="r" b="b"/>
              <a:pathLst>
                <a:path w="8273" h="6901" extrusionOk="0">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66"/>
            <p:cNvSpPr/>
            <p:nvPr/>
          </p:nvSpPr>
          <p:spPr>
            <a:xfrm>
              <a:off x="1342386" y="3060137"/>
              <a:ext cx="217244" cy="187699"/>
            </a:xfrm>
            <a:custGeom>
              <a:avLst/>
              <a:gdLst/>
              <a:ahLst/>
              <a:cxnLst/>
              <a:rect l="l" t="t" r="r" b="b"/>
              <a:pathLst>
                <a:path w="8287" h="7160" extrusionOk="0">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66"/>
            <p:cNvSpPr/>
            <p:nvPr/>
          </p:nvSpPr>
          <p:spPr>
            <a:xfrm>
              <a:off x="1382128" y="3151706"/>
              <a:ext cx="41262" cy="18193"/>
            </a:xfrm>
            <a:custGeom>
              <a:avLst/>
              <a:gdLst/>
              <a:ahLst/>
              <a:cxnLst/>
              <a:rect l="l" t="t" r="r" b="b"/>
              <a:pathLst>
                <a:path w="1574" h="694" extrusionOk="0">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5" name="Google Shape;15905;p66"/>
            <p:cNvSpPr/>
            <p:nvPr/>
          </p:nvSpPr>
          <p:spPr>
            <a:xfrm>
              <a:off x="1360186" y="3066927"/>
              <a:ext cx="29911" cy="66272"/>
            </a:xfrm>
            <a:custGeom>
              <a:avLst/>
              <a:gdLst/>
              <a:ahLst/>
              <a:cxnLst/>
              <a:rect l="l" t="t" r="r" b="b"/>
              <a:pathLst>
                <a:path w="1141" h="2528" extrusionOk="0">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6" name="Google Shape;15906;p66"/>
            <p:cNvSpPr/>
            <p:nvPr/>
          </p:nvSpPr>
          <p:spPr>
            <a:xfrm>
              <a:off x="1372297" y="3060871"/>
              <a:ext cx="72301" cy="72694"/>
            </a:xfrm>
            <a:custGeom>
              <a:avLst/>
              <a:gdLst/>
              <a:ahLst/>
              <a:cxnLst/>
              <a:rect l="l" t="t" r="r" b="b"/>
              <a:pathLst>
                <a:path w="2758" h="2773" extrusionOk="0">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7" name="Google Shape;15907;p66"/>
            <p:cNvSpPr/>
            <p:nvPr/>
          </p:nvSpPr>
          <p:spPr>
            <a:xfrm>
              <a:off x="1366609" y="3091149"/>
              <a:ext cx="72301" cy="66245"/>
            </a:xfrm>
            <a:custGeom>
              <a:avLst/>
              <a:gdLst/>
              <a:ahLst/>
              <a:cxnLst/>
              <a:rect l="l" t="t" r="r" b="b"/>
              <a:pathLst>
                <a:path w="2758" h="2527" extrusionOk="0">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66"/>
            <p:cNvSpPr/>
            <p:nvPr/>
          </p:nvSpPr>
          <p:spPr>
            <a:xfrm>
              <a:off x="1366242" y="3091149"/>
              <a:ext cx="72301" cy="64751"/>
            </a:xfrm>
            <a:custGeom>
              <a:avLst/>
              <a:gdLst/>
              <a:ahLst/>
              <a:cxnLst/>
              <a:rect l="l" t="t" r="r" b="b"/>
              <a:pathLst>
                <a:path w="2758" h="2470" extrusionOk="0">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66"/>
            <p:cNvSpPr/>
            <p:nvPr/>
          </p:nvSpPr>
          <p:spPr>
            <a:xfrm>
              <a:off x="1342386" y="3086981"/>
              <a:ext cx="198710" cy="160855"/>
            </a:xfrm>
            <a:custGeom>
              <a:avLst/>
              <a:gdLst/>
              <a:ahLst/>
              <a:cxnLst/>
              <a:rect l="l" t="t" r="r" b="b"/>
              <a:pathLst>
                <a:path w="7580" h="6136" extrusionOk="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66"/>
            <p:cNvSpPr/>
            <p:nvPr/>
          </p:nvSpPr>
          <p:spPr>
            <a:xfrm>
              <a:off x="1342386" y="3181591"/>
              <a:ext cx="23882" cy="66245"/>
            </a:xfrm>
            <a:custGeom>
              <a:avLst/>
              <a:gdLst/>
              <a:ahLst/>
              <a:cxnLst/>
              <a:rect l="l" t="t" r="r" b="b"/>
              <a:pathLst>
                <a:path w="911" h="2527" extrusionOk="0">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66"/>
            <p:cNvSpPr/>
            <p:nvPr/>
          </p:nvSpPr>
          <p:spPr>
            <a:xfrm>
              <a:off x="1438517" y="3086981"/>
              <a:ext cx="102579" cy="129083"/>
            </a:xfrm>
            <a:custGeom>
              <a:avLst/>
              <a:gdLst/>
              <a:ahLst/>
              <a:cxnLst/>
              <a:rect l="l" t="t" r="r" b="b"/>
              <a:pathLst>
                <a:path w="3913" h="4924" extrusionOk="0">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66"/>
            <p:cNvSpPr/>
            <p:nvPr/>
          </p:nvSpPr>
          <p:spPr>
            <a:xfrm>
              <a:off x="1515903" y="2943559"/>
              <a:ext cx="178839" cy="114900"/>
            </a:xfrm>
            <a:custGeom>
              <a:avLst/>
              <a:gdLst/>
              <a:ahLst/>
              <a:cxnLst/>
              <a:rect l="l" t="t" r="r" b="b"/>
              <a:pathLst>
                <a:path w="6822" h="4383" extrusionOk="0">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3" name="Google Shape;15913;p66"/>
          <p:cNvGrpSpPr/>
          <p:nvPr/>
        </p:nvGrpSpPr>
        <p:grpSpPr>
          <a:xfrm>
            <a:off x="2269065" y="2946600"/>
            <a:ext cx="373931" cy="271351"/>
            <a:chOff x="2294122" y="2946600"/>
            <a:chExt cx="373931" cy="271351"/>
          </a:xfrm>
        </p:grpSpPr>
        <p:sp>
          <p:nvSpPr>
            <p:cNvPr id="15914" name="Google Shape;15914;p66"/>
            <p:cNvSpPr/>
            <p:nvPr/>
          </p:nvSpPr>
          <p:spPr>
            <a:xfrm>
              <a:off x="2312289" y="2946600"/>
              <a:ext cx="337597" cy="247129"/>
            </a:xfrm>
            <a:custGeom>
              <a:avLst/>
              <a:gdLst/>
              <a:ahLst/>
              <a:cxnLst/>
              <a:rect l="l" t="t" r="r" b="b"/>
              <a:pathLst>
                <a:path w="12878" h="9427" extrusionOk="0">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66"/>
            <p:cNvSpPr/>
            <p:nvPr/>
          </p:nvSpPr>
          <p:spPr>
            <a:xfrm>
              <a:off x="2336511" y="2970823"/>
              <a:ext cx="289151" cy="192628"/>
            </a:xfrm>
            <a:custGeom>
              <a:avLst/>
              <a:gdLst/>
              <a:ahLst/>
              <a:cxnLst/>
              <a:rect l="l" t="t" r="r" b="b"/>
              <a:pathLst>
                <a:path w="11030" h="7348" extrusionOk="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66"/>
            <p:cNvSpPr/>
            <p:nvPr/>
          </p:nvSpPr>
          <p:spPr>
            <a:xfrm>
              <a:off x="2336511" y="3127483"/>
              <a:ext cx="168798" cy="35967"/>
            </a:xfrm>
            <a:custGeom>
              <a:avLst/>
              <a:gdLst/>
              <a:ahLst/>
              <a:cxnLst/>
              <a:rect l="l" t="t" r="r" b="b"/>
              <a:pathLst>
                <a:path w="6439" h="1372" extrusionOk="0">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66"/>
            <p:cNvSpPr/>
            <p:nvPr/>
          </p:nvSpPr>
          <p:spPr>
            <a:xfrm>
              <a:off x="2505284" y="2970823"/>
              <a:ext cx="120379" cy="96130"/>
            </a:xfrm>
            <a:custGeom>
              <a:avLst/>
              <a:gdLst/>
              <a:ahLst/>
              <a:cxnLst/>
              <a:rect l="l" t="t" r="r" b="b"/>
              <a:pathLst>
                <a:path w="4592" h="3667" extrusionOk="0">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66"/>
            <p:cNvSpPr/>
            <p:nvPr/>
          </p:nvSpPr>
          <p:spPr>
            <a:xfrm>
              <a:off x="2505284" y="3066927"/>
              <a:ext cx="120379" cy="96524"/>
            </a:xfrm>
            <a:custGeom>
              <a:avLst/>
              <a:gdLst/>
              <a:ahLst/>
              <a:cxnLst/>
              <a:rect l="l" t="t" r="r" b="b"/>
              <a:pathLst>
                <a:path w="4592" h="3682" extrusionOk="0">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66"/>
            <p:cNvSpPr/>
            <p:nvPr/>
          </p:nvSpPr>
          <p:spPr>
            <a:xfrm>
              <a:off x="2294122" y="3187647"/>
              <a:ext cx="373931" cy="30305"/>
            </a:xfrm>
            <a:custGeom>
              <a:avLst/>
              <a:gdLst/>
              <a:ahLst/>
              <a:cxnLst/>
              <a:rect l="l" t="t" r="r" b="b"/>
              <a:pathLst>
                <a:path w="14264" h="1156" extrusionOk="0">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0" name="Google Shape;15920;p66"/>
            <p:cNvSpPr/>
            <p:nvPr/>
          </p:nvSpPr>
          <p:spPr>
            <a:xfrm>
              <a:off x="2294122" y="3187647"/>
              <a:ext cx="373931" cy="12138"/>
            </a:xfrm>
            <a:custGeom>
              <a:avLst/>
              <a:gdLst/>
              <a:ahLst/>
              <a:cxnLst/>
              <a:rect l="l" t="t" r="r" b="b"/>
              <a:pathLst>
                <a:path w="14264" h="463" extrusionOk="0">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1" name="Google Shape;15921;p66"/>
            <p:cNvSpPr/>
            <p:nvPr/>
          </p:nvSpPr>
          <p:spPr>
            <a:xfrm>
              <a:off x="2444753" y="3187647"/>
              <a:ext cx="72668" cy="18193"/>
            </a:xfrm>
            <a:custGeom>
              <a:avLst/>
              <a:gdLst/>
              <a:ahLst/>
              <a:cxnLst/>
              <a:rect l="l" t="t" r="r" b="b"/>
              <a:pathLst>
                <a:path w="2772" h="694" extrusionOk="0">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66"/>
            <p:cNvSpPr/>
            <p:nvPr/>
          </p:nvSpPr>
          <p:spPr>
            <a:xfrm>
              <a:off x="2535195" y="3043097"/>
              <a:ext cx="60557" cy="24249"/>
            </a:xfrm>
            <a:custGeom>
              <a:avLst/>
              <a:gdLst/>
              <a:ahLst/>
              <a:cxnLst/>
              <a:rect l="l" t="t" r="r" b="b"/>
              <a:pathLst>
                <a:path w="2310" h="925" extrusionOk="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66"/>
            <p:cNvSpPr/>
            <p:nvPr/>
          </p:nvSpPr>
          <p:spPr>
            <a:xfrm>
              <a:off x="2553362" y="3024930"/>
              <a:ext cx="24223" cy="30305"/>
            </a:xfrm>
            <a:custGeom>
              <a:avLst/>
              <a:gdLst/>
              <a:ahLst/>
              <a:cxnLst/>
              <a:rect l="l" t="t" r="r" b="b"/>
              <a:pathLst>
                <a:path w="924" h="1156" extrusionOk="0">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66"/>
            <p:cNvSpPr/>
            <p:nvPr/>
          </p:nvSpPr>
          <p:spPr>
            <a:xfrm>
              <a:off x="2547306" y="2994652"/>
              <a:ext cx="36334" cy="42416"/>
            </a:xfrm>
            <a:custGeom>
              <a:avLst/>
              <a:gdLst/>
              <a:ahLst/>
              <a:cxnLst/>
              <a:rect l="l" t="t" r="r" b="b"/>
              <a:pathLst>
                <a:path w="1386" h="1618" extrusionOk="0">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5" name="Google Shape;15925;p66"/>
            <p:cNvSpPr/>
            <p:nvPr/>
          </p:nvSpPr>
          <p:spPr>
            <a:xfrm>
              <a:off x="2547306" y="2994652"/>
              <a:ext cx="24249" cy="42337"/>
            </a:xfrm>
            <a:custGeom>
              <a:avLst/>
              <a:gdLst/>
              <a:ahLst/>
              <a:cxnLst/>
              <a:rect l="l" t="t" r="r" b="b"/>
              <a:pathLst>
                <a:path w="925" h="1615" extrusionOk="0">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6" name="Google Shape;15926;p66"/>
            <p:cNvSpPr/>
            <p:nvPr/>
          </p:nvSpPr>
          <p:spPr>
            <a:xfrm>
              <a:off x="2547306" y="2994652"/>
              <a:ext cx="36334" cy="18193"/>
            </a:xfrm>
            <a:custGeom>
              <a:avLst/>
              <a:gdLst/>
              <a:ahLst/>
              <a:cxnLst/>
              <a:rect l="l" t="t" r="r" b="b"/>
              <a:pathLst>
                <a:path w="1386" h="694" extrusionOk="0">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66"/>
            <p:cNvSpPr/>
            <p:nvPr/>
          </p:nvSpPr>
          <p:spPr>
            <a:xfrm>
              <a:off x="2547306" y="2994652"/>
              <a:ext cx="24249" cy="15178"/>
            </a:xfrm>
            <a:custGeom>
              <a:avLst/>
              <a:gdLst/>
              <a:ahLst/>
              <a:cxnLst/>
              <a:rect l="l" t="t" r="r" b="b"/>
              <a:pathLst>
                <a:path w="925" h="579" extrusionOk="0">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66"/>
            <p:cNvSpPr/>
            <p:nvPr/>
          </p:nvSpPr>
          <p:spPr>
            <a:xfrm>
              <a:off x="2535195" y="3139595"/>
              <a:ext cx="60557" cy="23856"/>
            </a:xfrm>
            <a:custGeom>
              <a:avLst/>
              <a:gdLst/>
              <a:ahLst/>
              <a:cxnLst/>
              <a:rect l="l" t="t" r="r" b="b"/>
              <a:pathLst>
                <a:path w="2310" h="910" extrusionOk="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66"/>
            <p:cNvSpPr/>
            <p:nvPr/>
          </p:nvSpPr>
          <p:spPr>
            <a:xfrm>
              <a:off x="2553362" y="3121428"/>
              <a:ext cx="24223" cy="29911"/>
            </a:xfrm>
            <a:custGeom>
              <a:avLst/>
              <a:gdLst/>
              <a:ahLst/>
              <a:cxnLst/>
              <a:rect l="l" t="t" r="r" b="b"/>
              <a:pathLst>
                <a:path w="924" h="1141" extrusionOk="0">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66"/>
            <p:cNvSpPr/>
            <p:nvPr/>
          </p:nvSpPr>
          <p:spPr>
            <a:xfrm>
              <a:off x="2547306" y="3091543"/>
              <a:ext cx="36334" cy="42023"/>
            </a:xfrm>
            <a:custGeom>
              <a:avLst/>
              <a:gdLst/>
              <a:ahLst/>
              <a:cxnLst/>
              <a:rect l="l" t="t" r="r" b="b"/>
              <a:pathLst>
                <a:path w="1386" h="1603" extrusionOk="0">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1" name="Google Shape;15931;p66"/>
            <p:cNvSpPr/>
            <p:nvPr/>
          </p:nvSpPr>
          <p:spPr>
            <a:xfrm>
              <a:off x="2547306" y="3091543"/>
              <a:ext cx="24249" cy="42101"/>
            </a:xfrm>
            <a:custGeom>
              <a:avLst/>
              <a:gdLst/>
              <a:ahLst/>
              <a:cxnLst/>
              <a:rect l="l" t="t" r="r" b="b"/>
              <a:pathLst>
                <a:path w="925" h="1606" extrusionOk="0">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2" name="Google Shape;15932;p66"/>
            <p:cNvSpPr/>
            <p:nvPr/>
          </p:nvSpPr>
          <p:spPr>
            <a:xfrm>
              <a:off x="2547306" y="3091149"/>
              <a:ext cx="36334" cy="18193"/>
            </a:xfrm>
            <a:custGeom>
              <a:avLst/>
              <a:gdLst/>
              <a:ahLst/>
              <a:cxnLst/>
              <a:rect l="l" t="t" r="r" b="b"/>
              <a:pathLst>
                <a:path w="1386" h="694" extrusionOk="0">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66"/>
            <p:cNvSpPr/>
            <p:nvPr/>
          </p:nvSpPr>
          <p:spPr>
            <a:xfrm>
              <a:off x="2547306" y="3091543"/>
              <a:ext cx="24249" cy="14785"/>
            </a:xfrm>
            <a:custGeom>
              <a:avLst/>
              <a:gdLst/>
              <a:ahLst/>
              <a:cxnLst/>
              <a:rect l="l" t="t" r="r" b="b"/>
              <a:pathLst>
                <a:path w="925" h="564" extrusionOk="0">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66"/>
            <p:cNvSpPr/>
            <p:nvPr/>
          </p:nvSpPr>
          <p:spPr>
            <a:xfrm>
              <a:off x="2384563" y="3049153"/>
              <a:ext cx="72327" cy="90075"/>
            </a:xfrm>
            <a:custGeom>
              <a:avLst/>
              <a:gdLst/>
              <a:ahLst/>
              <a:cxnLst/>
              <a:rect l="l" t="t" r="r" b="b"/>
              <a:pathLst>
                <a:path w="2759" h="3436" extrusionOk="0">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66"/>
            <p:cNvSpPr/>
            <p:nvPr/>
          </p:nvSpPr>
          <p:spPr>
            <a:xfrm>
              <a:off x="2407659" y="3048760"/>
              <a:ext cx="26503" cy="18115"/>
            </a:xfrm>
            <a:custGeom>
              <a:avLst/>
              <a:gdLst/>
              <a:ahLst/>
              <a:cxnLst/>
              <a:rect l="l" t="t" r="r" b="b"/>
              <a:pathLst>
                <a:path w="1011" h="691" extrusionOk="0">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66"/>
            <p:cNvSpPr/>
            <p:nvPr/>
          </p:nvSpPr>
          <p:spPr>
            <a:xfrm>
              <a:off x="2384563" y="3068080"/>
              <a:ext cx="72327" cy="71541"/>
            </a:xfrm>
            <a:custGeom>
              <a:avLst/>
              <a:gdLst/>
              <a:ahLst/>
              <a:cxnLst/>
              <a:rect l="l" t="t" r="r" b="b"/>
              <a:pathLst>
                <a:path w="2759" h="2729" extrusionOk="0">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7" name="Google Shape;15937;p66"/>
            <p:cNvSpPr/>
            <p:nvPr/>
          </p:nvSpPr>
          <p:spPr>
            <a:xfrm>
              <a:off x="2396675" y="3000708"/>
              <a:ext cx="48105" cy="54527"/>
            </a:xfrm>
            <a:custGeom>
              <a:avLst/>
              <a:gdLst/>
              <a:ahLst/>
              <a:cxnLst/>
              <a:rect l="l" t="t" r="r" b="b"/>
              <a:pathLst>
                <a:path w="1835" h="2080" extrusionOk="0">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8" name="Google Shape;15938;p66"/>
            <p:cNvSpPr/>
            <p:nvPr/>
          </p:nvSpPr>
          <p:spPr>
            <a:xfrm>
              <a:off x="2396675" y="3000708"/>
              <a:ext cx="33345" cy="54422"/>
            </a:xfrm>
            <a:custGeom>
              <a:avLst/>
              <a:gdLst/>
              <a:ahLst/>
              <a:cxnLst/>
              <a:rect l="l" t="t" r="r" b="b"/>
              <a:pathLst>
                <a:path w="1272" h="2076" extrusionOk="0">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66"/>
            <p:cNvSpPr/>
            <p:nvPr/>
          </p:nvSpPr>
          <p:spPr>
            <a:xfrm>
              <a:off x="2396675" y="3000708"/>
              <a:ext cx="48105" cy="24301"/>
            </a:xfrm>
            <a:custGeom>
              <a:avLst/>
              <a:gdLst/>
              <a:ahLst/>
              <a:cxnLst/>
              <a:rect l="l" t="t" r="r" b="b"/>
              <a:pathLst>
                <a:path w="1835" h="927" extrusionOk="0">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66"/>
            <p:cNvSpPr/>
            <p:nvPr/>
          </p:nvSpPr>
          <p:spPr>
            <a:xfrm>
              <a:off x="2396675" y="3000708"/>
              <a:ext cx="33345" cy="21968"/>
            </a:xfrm>
            <a:custGeom>
              <a:avLst/>
              <a:gdLst/>
              <a:ahLst/>
              <a:cxnLst/>
              <a:rect l="l" t="t" r="r" b="b"/>
              <a:pathLst>
                <a:path w="1272" h="838" extrusionOk="0">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66"/>
            <p:cNvSpPr/>
            <p:nvPr/>
          </p:nvSpPr>
          <p:spPr>
            <a:xfrm>
              <a:off x="2384563" y="3079038"/>
              <a:ext cx="30305" cy="60583"/>
            </a:xfrm>
            <a:custGeom>
              <a:avLst/>
              <a:gdLst/>
              <a:ahLst/>
              <a:cxnLst/>
              <a:rect l="l" t="t" r="r" b="b"/>
              <a:pathLst>
                <a:path w="1156" h="2311" extrusionOk="0">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66"/>
            <p:cNvSpPr/>
            <p:nvPr/>
          </p:nvSpPr>
          <p:spPr>
            <a:xfrm>
              <a:off x="2426953" y="3078671"/>
              <a:ext cx="30305" cy="60557"/>
            </a:xfrm>
            <a:custGeom>
              <a:avLst/>
              <a:gdLst/>
              <a:ahLst/>
              <a:cxnLst/>
              <a:rect l="l" t="t" r="r" b="b"/>
              <a:pathLst>
                <a:path w="1156" h="2310" extrusionOk="0">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3" name="Google Shape;15943;p66"/>
            <p:cNvSpPr/>
            <p:nvPr/>
          </p:nvSpPr>
          <p:spPr>
            <a:xfrm>
              <a:off x="2408786" y="3127483"/>
              <a:ext cx="24249" cy="11744"/>
            </a:xfrm>
            <a:custGeom>
              <a:avLst/>
              <a:gdLst/>
              <a:ahLst/>
              <a:cxnLst/>
              <a:rect l="l" t="t" r="r" b="b"/>
              <a:pathLst>
                <a:path w="925" h="448" extrusionOk="0">
                  <a:moveTo>
                    <a:pt x="1" y="1"/>
                  </a:moveTo>
                  <a:lnTo>
                    <a:pt x="1" y="448"/>
                  </a:lnTo>
                  <a:lnTo>
                    <a:pt x="925" y="448"/>
                  </a:lnTo>
                  <a:lnTo>
                    <a:pt x="925"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4" name="Google Shape;15944;p66"/>
          <p:cNvGrpSpPr/>
          <p:nvPr/>
        </p:nvGrpSpPr>
        <p:grpSpPr>
          <a:xfrm>
            <a:off x="2744762" y="2907251"/>
            <a:ext cx="373905" cy="349682"/>
            <a:chOff x="2769819" y="2907251"/>
            <a:chExt cx="373905" cy="349682"/>
          </a:xfrm>
        </p:grpSpPr>
        <p:sp>
          <p:nvSpPr>
            <p:cNvPr id="15945" name="Google Shape;15945;p66"/>
            <p:cNvSpPr/>
            <p:nvPr/>
          </p:nvSpPr>
          <p:spPr>
            <a:xfrm>
              <a:off x="2975292" y="2943559"/>
              <a:ext cx="168431" cy="176532"/>
            </a:xfrm>
            <a:custGeom>
              <a:avLst/>
              <a:gdLst/>
              <a:ahLst/>
              <a:cxnLst/>
              <a:rect l="l" t="t" r="r" b="b"/>
              <a:pathLst>
                <a:path w="6425" h="6734" extrusionOk="0">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66"/>
            <p:cNvSpPr/>
            <p:nvPr/>
          </p:nvSpPr>
          <p:spPr>
            <a:xfrm>
              <a:off x="3035456" y="2943559"/>
              <a:ext cx="48105" cy="114691"/>
            </a:xfrm>
            <a:custGeom>
              <a:avLst/>
              <a:gdLst/>
              <a:ahLst/>
              <a:cxnLst/>
              <a:rect l="l" t="t" r="r" b="b"/>
              <a:pathLst>
                <a:path w="1835" h="4375" extrusionOk="0">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66"/>
            <p:cNvSpPr/>
            <p:nvPr/>
          </p:nvSpPr>
          <p:spPr>
            <a:xfrm>
              <a:off x="3047567" y="2907251"/>
              <a:ext cx="23882" cy="96524"/>
            </a:xfrm>
            <a:custGeom>
              <a:avLst/>
              <a:gdLst/>
              <a:ahLst/>
              <a:cxnLst/>
              <a:rect l="l" t="t" r="r" b="b"/>
              <a:pathLst>
                <a:path w="911" h="3682" extrusionOk="0">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66"/>
            <p:cNvSpPr/>
            <p:nvPr/>
          </p:nvSpPr>
          <p:spPr>
            <a:xfrm>
              <a:off x="3047567" y="3021916"/>
              <a:ext cx="23882" cy="24223"/>
            </a:xfrm>
            <a:custGeom>
              <a:avLst/>
              <a:gdLst/>
              <a:ahLst/>
              <a:cxnLst/>
              <a:rect l="l" t="t" r="r" b="b"/>
              <a:pathLst>
                <a:path w="911" h="924" extrusionOk="0">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9" name="Google Shape;15949;p66"/>
            <p:cNvSpPr/>
            <p:nvPr/>
          </p:nvSpPr>
          <p:spPr>
            <a:xfrm>
              <a:off x="2769819" y="3172521"/>
              <a:ext cx="205132" cy="84412"/>
            </a:xfrm>
            <a:custGeom>
              <a:avLst/>
              <a:gdLst/>
              <a:ahLst/>
              <a:cxnLst/>
              <a:rect l="l" t="t" r="r" b="b"/>
              <a:pathLst>
                <a:path w="7825" h="3220" extrusionOk="0">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0" name="Google Shape;15950;p66"/>
            <p:cNvSpPr/>
            <p:nvPr/>
          </p:nvSpPr>
          <p:spPr>
            <a:xfrm>
              <a:off x="2860628" y="3196743"/>
              <a:ext cx="24249" cy="60190"/>
            </a:xfrm>
            <a:custGeom>
              <a:avLst/>
              <a:gdLst/>
              <a:ahLst/>
              <a:cxnLst/>
              <a:rect l="l" t="t" r="r" b="b"/>
              <a:pathLst>
                <a:path w="925" h="2296" extrusionOk="0">
                  <a:moveTo>
                    <a:pt x="217" y="0"/>
                  </a:moveTo>
                  <a:lnTo>
                    <a:pt x="1" y="2295"/>
                  </a:lnTo>
                  <a:lnTo>
                    <a:pt x="925" y="2295"/>
                  </a:lnTo>
                  <a:lnTo>
                    <a:pt x="694"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66"/>
            <p:cNvSpPr/>
            <p:nvPr/>
          </p:nvSpPr>
          <p:spPr>
            <a:xfrm>
              <a:off x="2862148" y="3184632"/>
              <a:ext cx="21208" cy="20448"/>
            </a:xfrm>
            <a:custGeom>
              <a:avLst/>
              <a:gdLst/>
              <a:ahLst/>
              <a:cxnLst/>
              <a:rect l="l" t="t" r="r" b="b"/>
              <a:pathLst>
                <a:path w="809" h="780" extrusionOk="0">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66"/>
            <p:cNvSpPr/>
            <p:nvPr/>
          </p:nvSpPr>
          <p:spPr>
            <a:xfrm>
              <a:off x="2938958" y="3197110"/>
              <a:ext cx="35993" cy="59823"/>
            </a:xfrm>
            <a:custGeom>
              <a:avLst/>
              <a:gdLst/>
              <a:ahLst/>
              <a:cxnLst/>
              <a:rect l="l" t="t" r="r" b="b"/>
              <a:pathLst>
                <a:path w="1373" h="2282" extrusionOk="0">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66"/>
            <p:cNvSpPr/>
            <p:nvPr/>
          </p:nvSpPr>
          <p:spPr>
            <a:xfrm>
              <a:off x="2806520" y="2985582"/>
              <a:ext cx="132464" cy="96130"/>
            </a:xfrm>
            <a:custGeom>
              <a:avLst/>
              <a:gdLst/>
              <a:ahLst/>
              <a:cxnLst/>
              <a:rect l="l" t="t" r="r" b="b"/>
              <a:pathLst>
                <a:path w="5053" h="3667" extrusionOk="0">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66"/>
            <p:cNvSpPr/>
            <p:nvPr/>
          </p:nvSpPr>
          <p:spPr>
            <a:xfrm>
              <a:off x="2836405" y="2985582"/>
              <a:ext cx="102579" cy="96524"/>
            </a:xfrm>
            <a:custGeom>
              <a:avLst/>
              <a:gdLst/>
              <a:ahLst/>
              <a:cxnLst/>
              <a:rect l="l" t="t" r="r" b="b"/>
              <a:pathLst>
                <a:path w="3913" h="3682" extrusionOk="0">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66"/>
            <p:cNvSpPr/>
            <p:nvPr/>
          </p:nvSpPr>
          <p:spPr>
            <a:xfrm>
              <a:off x="2836405" y="3130498"/>
              <a:ext cx="72327" cy="54160"/>
            </a:xfrm>
            <a:custGeom>
              <a:avLst/>
              <a:gdLst/>
              <a:ahLst/>
              <a:cxnLst/>
              <a:rect l="l" t="t" r="r" b="b"/>
              <a:pathLst>
                <a:path w="2759" h="2066" extrusionOk="0">
                  <a:moveTo>
                    <a:pt x="1" y="1"/>
                  </a:moveTo>
                  <a:lnTo>
                    <a:pt x="1" y="2065"/>
                  </a:lnTo>
                  <a:lnTo>
                    <a:pt x="2758" y="2065"/>
                  </a:lnTo>
                  <a:lnTo>
                    <a:pt x="2758"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6" name="Google Shape;15956;p66"/>
            <p:cNvSpPr/>
            <p:nvPr/>
          </p:nvSpPr>
          <p:spPr>
            <a:xfrm>
              <a:off x="2836405" y="3130498"/>
              <a:ext cx="72327" cy="30121"/>
            </a:xfrm>
            <a:custGeom>
              <a:avLst/>
              <a:gdLst/>
              <a:ahLst/>
              <a:cxnLst/>
              <a:rect l="l" t="t" r="r" b="b"/>
              <a:pathLst>
                <a:path w="2759" h="1149" extrusionOk="0">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7" name="Google Shape;15957;p66"/>
            <p:cNvSpPr/>
            <p:nvPr/>
          </p:nvSpPr>
          <p:spPr>
            <a:xfrm>
              <a:off x="2824294" y="3162533"/>
              <a:ext cx="48472" cy="43202"/>
            </a:xfrm>
            <a:custGeom>
              <a:avLst/>
              <a:gdLst/>
              <a:ahLst/>
              <a:cxnLst/>
              <a:rect l="l" t="t" r="r" b="b"/>
              <a:pathLst>
                <a:path w="1849" h="1648" extrusionOk="0">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66"/>
            <p:cNvSpPr/>
            <p:nvPr/>
          </p:nvSpPr>
          <p:spPr>
            <a:xfrm>
              <a:off x="2872739" y="3162533"/>
              <a:ext cx="48078" cy="43202"/>
            </a:xfrm>
            <a:custGeom>
              <a:avLst/>
              <a:gdLst/>
              <a:ahLst/>
              <a:cxnLst/>
              <a:rect l="l" t="t" r="r" b="b"/>
              <a:pathLst>
                <a:path w="1834" h="1648" extrusionOk="0">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66"/>
            <p:cNvSpPr/>
            <p:nvPr/>
          </p:nvSpPr>
          <p:spPr>
            <a:xfrm>
              <a:off x="2812576" y="3034709"/>
              <a:ext cx="120746" cy="113616"/>
            </a:xfrm>
            <a:custGeom>
              <a:avLst/>
              <a:gdLst/>
              <a:ahLst/>
              <a:cxnLst/>
              <a:rect l="l" t="t" r="r" b="b"/>
              <a:pathLst>
                <a:path w="4606" h="4334" extrusionOk="0">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66"/>
            <p:cNvSpPr/>
            <p:nvPr/>
          </p:nvSpPr>
          <p:spPr>
            <a:xfrm>
              <a:off x="2812183" y="3034577"/>
              <a:ext cx="108268" cy="113380"/>
            </a:xfrm>
            <a:custGeom>
              <a:avLst/>
              <a:gdLst/>
              <a:ahLst/>
              <a:cxnLst/>
              <a:rect l="l" t="t" r="r" b="b"/>
              <a:pathLst>
                <a:path w="4130" h="4325" extrusionOk="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66"/>
            <p:cNvSpPr/>
            <p:nvPr/>
          </p:nvSpPr>
          <p:spPr>
            <a:xfrm>
              <a:off x="2770186" y="3197110"/>
              <a:ext cx="36360" cy="59823"/>
            </a:xfrm>
            <a:custGeom>
              <a:avLst/>
              <a:gdLst/>
              <a:ahLst/>
              <a:cxnLst/>
              <a:rect l="l" t="t" r="r" b="b"/>
              <a:pathLst>
                <a:path w="1387" h="2282" extrusionOk="0">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2" name="Google Shape;15962;p66"/>
          <p:cNvGrpSpPr/>
          <p:nvPr/>
        </p:nvGrpSpPr>
        <p:grpSpPr>
          <a:xfrm>
            <a:off x="3221193" y="2895245"/>
            <a:ext cx="375792" cy="373800"/>
            <a:chOff x="3246251" y="2895245"/>
            <a:chExt cx="375792" cy="373800"/>
          </a:xfrm>
        </p:grpSpPr>
        <p:sp>
          <p:nvSpPr>
            <p:cNvPr id="15963" name="Google Shape;15963;p66"/>
            <p:cNvSpPr/>
            <p:nvPr/>
          </p:nvSpPr>
          <p:spPr>
            <a:xfrm>
              <a:off x="3246251" y="2960599"/>
              <a:ext cx="308446" cy="308446"/>
            </a:xfrm>
            <a:custGeom>
              <a:avLst/>
              <a:gdLst/>
              <a:ahLst/>
              <a:cxnLst/>
              <a:rect l="l" t="t" r="r" b="b"/>
              <a:pathLst>
                <a:path w="11766" h="11766" extrusionOk="0">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66"/>
            <p:cNvSpPr/>
            <p:nvPr/>
          </p:nvSpPr>
          <p:spPr>
            <a:xfrm>
              <a:off x="3400264" y="3108556"/>
              <a:ext cx="154039" cy="12531"/>
            </a:xfrm>
            <a:custGeom>
              <a:avLst/>
              <a:gdLst/>
              <a:ahLst/>
              <a:cxnLst/>
              <a:rect l="l" t="t" r="r" b="b"/>
              <a:pathLst>
                <a:path w="5876" h="478" extrusionOk="0">
                  <a:moveTo>
                    <a:pt x="1" y="1"/>
                  </a:moveTo>
                  <a:lnTo>
                    <a:pt x="1" y="477"/>
                  </a:lnTo>
                  <a:lnTo>
                    <a:pt x="5876" y="477"/>
                  </a:lnTo>
                  <a:lnTo>
                    <a:pt x="5876" y="246"/>
                  </a:lnTo>
                  <a:lnTo>
                    <a:pt x="5876"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5" name="Google Shape;15965;p66"/>
            <p:cNvSpPr/>
            <p:nvPr/>
          </p:nvSpPr>
          <p:spPr>
            <a:xfrm>
              <a:off x="3529687" y="2895245"/>
              <a:ext cx="92355" cy="89970"/>
            </a:xfrm>
            <a:custGeom>
              <a:avLst/>
              <a:gdLst/>
              <a:ahLst/>
              <a:cxnLst/>
              <a:rect l="l" t="t" r="r" b="b"/>
              <a:pathLst>
                <a:path w="3523" h="3432" extrusionOk="0">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6" name="Google Shape;15966;p66"/>
            <p:cNvSpPr/>
            <p:nvPr/>
          </p:nvSpPr>
          <p:spPr>
            <a:xfrm>
              <a:off x="3529687" y="2895245"/>
              <a:ext cx="62103" cy="89970"/>
            </a:xfrm>
            <a:custGeom>
              <a:avLst/>
              <a:gdLst/>
              <a:ahLst/>
              <a:cxnLst/>
              <a:rect l="l" t="t" r="r" b="b"/>
              <a:pathLst>
                <a:path w="2369" h="3432" extrusionOk="0">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66"/>
            <p:cNvSpPr/>
            <p:nvPr/>
          </p:nvSpPr>
          <p:spPr>
            <a:xfrm>
              <a:off x="3283345" y="2997693"/>
              <a:ext cx="234257" cy="234257"/>
            </a:xfrm>
            <a:custGeom>
              <a:avLst/>
              <a:gdLst/>
              <a:ahLst/>
              <a:cxnLst/>
              <a:rect l="l" t="t" r="r" b="b"/>
              <a:pathLst>
                <a:path w="8936" h="8936" extrusionOk="0">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66"/>
            <p:cNvSpPr/>
            <p:nvPr/>
          </p:nvSpPr>
          <p:spPr>
            <a:xfrm>
              <a:off x="3400264" y="3108556"/>
              <a:ext cx="117338" cy="12531"/>
            </a:xfrm>
            <a:custGeom>
              <a:avLst/>
              <a:gdLst/>
              <a:ahLst/>
              <a:cxnLst/>
              <a:rect l="l" t="t" r="r" b="b"/>
              <a:pathLst>
                <a:path w="4476" h="478" extrusionOk="0">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66"/>
            <p:cNvSpPr/>
            <p:nvPr/>
          </p:nvSpPr>
          <p:spPr>
            <a:xfrm>
              <a:off x="3313990" y="3028338"/>
              <a:ext cx="172573" cy="172967"/>
            </a:xfrm>
            <a:custGeom>
              <a:avLst/>
              <a:gdLst/>
              <a:ahLst/>
              <a:cxnLst/>
              <a:rect l="l" t="t" r="r" b="b"/>
              <a:pathLst>
                <a:path w="6583" h="6598" extrusionOk="0">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66"/>
            <p:cNvSpPr/>
            <p:nvPr/>
          </p:nvSpPr>
          <p:spPr>
            <a:xfrm>
              <a:off x="3400264" y="3108556"/>
              <a:ext cx="86693" cy="12531"/>
            </a:xfrm>
            <a:custGeom>
              <a:avLst/>
              <a:gdLst/>
              <a:ahLst/>
              <a:cxnLst/>
              <a:rect l="l" t="t" r="r" b="b"/>
              <a:pathLst>
                <a:path w="3307" h="478" extrusionOk="0">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66"/>
            <p:cNvSpPr/>
            <p:nvPr/>
          </p:nvSpPr>
          <p:spPr>
            <a:xfrm>
              <a:off x="3351084" y="3065432"/>
              <a:ext cx="98778" cy="98778"/>
            </a:xfrm>
            <a:custGeom>
              <a:avLst/>
              <a:gdLst/>
              <a:ahLst/>
              <a:cxnLst/>
              <a:rect l="l" t="t" r="r" b="b"/>
              <a:pathLst>
                <a:path w="3768" h="3768" extrusionOk="0">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66"/>
            <p:cNvSpPr/>
            <p:nvPr/>
          </p:nvSpPr>
          <p:spPr>
            <a:xfrm>
              <a:off x="3400264" y="3108556"/>
              <a:ext cx="49599" cy="12531"/>
            </a:xfrm>
            <a:custGeom>
              <a:avLst/>
              <a:gdLst/>
              <a:ahLst/>
              <a:cxnLst/>
              <a:rect l="l" t="t" r="r" b="b"/>
              <a:pathLst>
                <a:path w="1892" h="478" extrusionOk="0">
                  <a:moveTo>
                    <a:pt x="1" y="1"/>
                  </a:moveTo>
                  <a:lnTo>
                    <a:pt x="1" y="477"/>
                  </a:lnTo>
                  <a:lnTo>
                    <a:pt x="1877" y="477"/>
                  </a:lnTo>
                  <a:cubicBezTo>
                    <a:pt x="1892" y="318"/>
                    <a:pt x="1892" y="160"/>
                    <a:pt x="187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66"/>
            <p:cNvSpPr/>
            <p:nvPr/>
          </p:nvSpPr>
          <p:spPr>
            <a:xfrm>
              <a:off x="3381730" y="3096445"/>
              <a:ext cx="37120" cy="36753"/>
            </a:xfrm>
            <a:custGeom>
              <a:avLst/>
              <a:gdLst/>
              <a:ahLst/>
              <a:cxnLst/>
              <a:rect l="l" t="t" r="r" b="b"/>
              <a:pathLst>
                <a:path w="1416" h="1402" extrusionOk="0">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4" name="Google Shape;15974;p66"/>
            <p:cNvSpPr/>
            <p:nvPr/>
          </p:nvSpPr>
          <p:spPr>
            <a:xfrm>
              <a:off x="3400264" y="3108556"/>
              <a:ext cx="18953" cy="12531"/>
            </a:xfrm>
            <a:custGeom>
              <a:avLst/>
              <a:gdLst/>
              <a:ahLst/>
              <a:cxnLst/>
              <a:rect l="l" t="t" r="r" b="b"/>
              <a:pathLst>
                <a:path w="723" h="478" extrusionOk="0">
                  <a:moveTo>
                    <a:pt x="1" y="1"/>
                  </a:moveTo>
                  <a:lnTo>
                    <a:pt x="1" y="477"/>
                  </a:lnTo>
                  <a:lnTo>
                    <a:pt x="679" y="477"/>
                  </a:lnTo>
                  <a:cubicBezTo>
                    <a:pt x="722" y="318"/>
                    <a:pt x="722" y="160"/>
                    <a:pt x="679"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5" name="Google Shape;15975;p66"/>
            <p:cNvSpPr/>
            <p:nvPr/>
          </p:nvSpPr>
          <p:spPr>
            <a:xfrm>
              <a:off x="3391429" y="3079431"/>
              <a:ext cx="44434" cy="41603"/>
            </a:xfrm>
            <a:custGeom>
              <a:avLst/>
              <a:gdLst/>
              <a:ahLst/>
              <a:cxnLst/>
              <a:rect l="l" t="t" r="r" b="b"/>
              <a:pathLst>
                <a:path w="1695" h="1587" extrusionOk="0">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66"/>
            <p:cNvSpPr/>
            <p:nvPr/>
          </p:nvSpPr>
          <p:spPr>
            <a:xfrm>
              <a:off x="3420056" y="2908038"/>
              <a:ext cx="189718" cy="185052"/>
            </a:xfrm>
            <a:custGeom>
              <a:avLst/>
              <a:gdLst/>
              <a:ahLst/>
              <a:cxnLst/>
              <a:rect l="l" t="t" r="r" b="b"/>
              <a:pathLst>
                <a:path w="7237" h="7059" extrusionOk="0">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7" name="Google Shape;15977;p66"/>
          <p:cNvGrpSpPr/>
          <p:nvPr/>
        </p:nvGrpSpPr>
        <p:grpSpPr>
          <a:xfrm>
            <a:off x="3766125" y="2895454"/>
            <a:ext cx="234650" cy="373590"/>
            <a:chOff x="3791182" y="2895454"/>
            <a:chExt cx="234650" cy="373590"/>
          </a:xfrm>
        </p:grpSpPr>
        <p:sp>
          <p:nvSpPr>
            <p:cNvPr id="15978" name="Google Shape;15978;p66"/>
            <p:cNvSpPr/>
            <p:nvPr/>
          </p:nvSpPr>
          <p:spPr>
            <a:xfrm>
              <a:off x="3905479" y="2895454"/>
              <a:ext cx="30278" cy="35652"/>
            </a:xfrm>
            <a:custGeom>
              <a:avLst/>
              <a:gdLst/>
              <a:ahLst/>
              <a:cxnLst/>
              <a:rect l="l" t="t" r="r" b="b"/>
              <a:pathLst>
                <a:path w="1155" h="1360" extrusionOk="0">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66"/>
            <p:cNvSpPr/>
            <p:nvPr/>
          </p:nvSpPr>
          <p:spPr>
            <a:xfrm>
              <a:off x="3881623" y="2918969"/>
              <a:ext cx="138520" cy="265689"/>
            </a:xfrm>
            <a:custGeom>
              <a:avLst/>
              <a:gdLst/>
              <a:ahLst/>
              <a:cxnLst/>
              <a:rect l="l" t="t" r="r" b="b"/>
              <a:pathLst>
                <a:path w="5284" h="10135" extrusionOk="0">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66"/>
            <p:cNvSpPr/>
            <p:nvPr/>
          </p:nvSpPr>
          <p:spPr>
            <a:xfrm>
              <a:off x="3791182" y="2940885"/>
              <a:ext cx="223299" cy="255491"/>
            </a:xfrm>
            <a:custGeom>
              <a:avLst/>
              <a:gdLst/>
              <a:ahLst/>
              <a:cxnLst/>
              <a:rect l="l" t="t" r="r" b="b"/>
              <a:pathLst>
                <a:path w="8518" h="9746" extrusionOk="0">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1" name="Google Shape;15981;p66"/>
            <p:cNvSpPr/>
            <p:nvPr/>
          </p:nvSpPr>
          <p:spPr>
            <a:xfrm>
              <a:off x="3869145" y="2961726"/>
              <a:ext cx="12138" cy="17826"/>
            </a:xfrm>
            <a:custGeom>
              <a:avLst/>
              <a:gdLst/>
              <a:ahLst/>
              <a:cxnLst/>
              <a:rect l="l" t="t" r="r" b="b"/>
              <a:pathLst>
                <a:path w="463" h="680" extrusionOk="0">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2" name="Google Shape;15982;p66"/>
            <p:cNvSpPr/>
            <p:nvPr/>
          </p:nvSpPr>
          <p:spPr>
            <a:xfrm>
              <a:off x="3793069" y="3004247"/>
              <a:ext cx="155193" cy="186467"/>
            </a:xfrm>
            <a:custGeom>
              <a:avLst/>
              <a:gdLst/>
              <a:ahLst/>
              <a:cxnLst/>
              <a:rect l="l" t="t" r="r" b="b"/>
              <a:pathLst>
                <a:path w="5920" h="7113" extrusionOk="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66"/>
            <p:cNvSpPr/>
            <p:nvPr/>
          </p:nvSpPr>
          <p:spPr>
            <a:xfrm>
              <a:off x="3833178" y="3184632"/>
              <a:ext cx="180936" cy="30305"/>
            </a:xfrm>
            <a:custGeom>
              <a:avLst/>
              <a:gdLst/>
              <a:ahLst/>
              <a:cxnLst/>
              <a:rect l="l" t="t" r="r" b="b"/>
              <a:pathLst>
                <a:path w="6902" h="1156" extrusionOk="0">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66"/>
            <p:cNvSpPr/>
            <p:nvPr/>
          </p:nvSpPr>
          <p:spPr>
            <a:xfrm>
              <a:off x="3833178" y="3184632"/>
              <a:ext cx="60216" cy="30305"/>
            </a:xfrm>
            <a:custGeom>
              <a:avLst/>
              <a:gdLst/>
              <a:ahLst/>
              <a:cxnLst/>
              <a:rect l="l" t="t" r="r" b="b"/>
              <a:pathLst>
                <a:path w="2297" h="1156" extrusionOk="0">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5" name="Google Shape;15985;p66"/>
            <p:cNvSpPr/>
            <p:nvPr/>
          </p:nvSpPr>
          <p:spPr>
            <a:xfrm>
              <a:off x="3821067" y="3208855"/>
              <a:ext cx="204765" cy="60190"/>
            </a:xfrm>
            <a:custGeom>
              <a:avLst/>
              <a:gdLst/>
              <a:ahLst/>
              <a:cxnLst/>
              <a:rect l="l" t="t" r="r" b="b"/>
              <a:pathLst>
                <a:path w="7811" h="2296" extrusionOk="0">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6" name="Google Shape;15986;p66"/>
            <p:cNvSpPr/>
            <p:nvPr/>
          </p:nvSpPr>
          <p:spPr>
            <a:xfrm>
              <a:off x="3821067" y="3208855"/>
              <a:ext cx="78383" cy="60190"/>
            </a:xfrm>
            <a:custGeom>
              <a:avLst/>
              <a:gdLst/>
              <a:ahLst/>
              <a:cxnLst/>
              <a:rect l="l" t="t" r="r" b="b"/>
              <a:pathLst>
                <a:path w="2990" h="2296" extrusionOk="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7" name="Google Shape;15987;p66"/>
          <p:cNvGrpSpPr/>
          <p:nvPr/>
        </p:nvGrpSpPr>
        <p:grpSpPr>
          <a:xfrm>
            <a:off x="7017938" y="2489463"/>
            <a:ext cx="364441" cy="256225"/>
            <a:chOff x="7042995" y="2489463"/>
            <a:chExt cx="364441" cy="256225"/>
          </a:xfrm>
        </p:grpSpPr>
        <p:sp>
          <p:nvSpPr>
            <p:cNvPr id="15988" name="Google Shape;15988;p66"/>
            <p:cNvSpPr/>
            <p:nvPr/>
          </p:nvSpPr>
          <p:spPr>
            <a:xfrm>
              <a:off x="7042995" y="2526164"/>
              <a:ext cx="364441" cy="219524"/>
            </a:xfrm>
            <a:custGeom>
              <a:avLst/>
              <a:gdLst/>
              <a:ahLst/>
              <a:cxnLst/>
              <a:rect l="l" t="t" r="r" b="b"/>
              <a:pathLst>
                <a:path w="13902" h="8374" extrusionOk="0">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66"/>
            <p:cNvSpPr/>
            <p:nvPr/>
          </p:nvSpPr>
          <p:spPr>
            <a:xfrm>
              <a:off x="7042995" y="2526164"/>
              <a:ext cx="200204" cy="219524"/>
            </a:xfrm>
            <a:custGeom>
              <a:avLst/>
              <a:gdLst/>
              <a:ahLst/>
              <a:cxnLst/>
              <a:rect l="l" t="t" r="r" b="b"/>
              <a:pathLst>
                <a:path w="7637" h="8374" extrusionOk="0">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66"/>
            <p:cNvSpPr/>
            <p:nvPr/>
          </p:nvSpPr>
          <p:spPr>
            <a:xfrm>
              <a:off x="7120198" y="2557255"/>
              <a:ext cx="183557" cy="157395"/>
            </a:xfrm>
            <a:custGeom>
              <a:avLst/>
              <a:gdLst/>
              <a:ahLst/>
              <a:cxnLst/>
              <a:rect l="l" t="t" r="r" b="b"/>
              <a:pathLst>
                <a:path w="7002" h="6004" extrusionOk="0">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66"/>
            <p:cNvSpPr/>
            <p:nvPr/>
          </p:nvSpPr>
          <p:spPr>
            <a:xfrm>
              <a:off x="7146308" y="2557622"/>
              <a:ext cx="93876" cy="157002"/>
            </a:xfrm>
            <a:custGeom>
              <a:avLst/>
              <a:gdLst/>
              <a:ahLst/>
              <a:cxnLst/>
              <a:rect l="l" t="t" r="r" b="b"/>
              <a:pathLst>
                <a:path w="3581" h="5989" extrusionOk="0">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66"/>
            <p:cNvSpPr/>
            <p:nvPr/>
          </p:nvSpPr>
          <p:spPr>
            <a:xfrm>
              <a:off x="7172025" y="2596236"/>
              <a:ext cx="92749" cy="79431"/>
            </a:xfrm>
            <a:custGeom>
              <a:avLst/>
              <a:gdLst/>
              <a:ahLst/>
              <a:cxnLst/>
              <a:rect l="l" t="t" r="r" b="b"/>
              <a:pathLst>
                <a:path w="3538" h="3030" extrusionOk="0">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3" name="Google Shape;15993;p66"/>
            <p:cNvSpPr/>
            <p:nvPr/>
          </p:nvSpPr>
          <p:spPr>
            <a:xfrm>
              <a:off x="7185290" y="2596420"/>
              <a:ext cx="55261" cy="79143"/>
            </a:xfrm>
            <a:custGeom>
              <a:avLst/>
              <a:gdLst/>
              <a:ahLst/>
              <a:cxnLst/>
              <a:rect l="l" t="t" r="r" b="b"/>
              <a:pathLst>
                <a:path w="2108" h="3019" extrusionOk="0">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4" name="Google Shape;15994;p66"/>
            <p:cNvSpPr/>
            <p:nvPr/>
          </p:nvSpPr>
          <p:spPr>
            <a:xfrm>
              <a:off x="7338360" y="2541159"/>
              <a:ext cx="35574" cy="24747"/>
            </a:xfrm>
            <a:custGeom>
              <a:avLst/>
              <a:gdLst/>
              <a:ahLst/>
              <a:cxnLst/>
              <a:rect l="l" t="t" r="r" b="b"/>
              <a:pathLst>
                <a:path w="1357" h="944" extrusionOk="0">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66"/>
            <p:cNvSpPr/>
            <p:nvPr/>
          </p:nvSpPr>
          <p:spPr>
            <a:xfrm>
              <a:off x="7106567" y="2489463"/>
              <a:ext cx="221648" cy="56415"/>
            </a:xfrm>
            <a:custGeom>
              <a:avLst/>
              <a:gdLst/>
              <a:ahLst/>
              <a:cxnLst/>
              <a:rect l="l" t="t" r="r" b="b"/>
              <a:pathLst>
                <a:path w="8455" h="2152" extrusionOk="0">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66"/>
            <p:cNvSpPr/>
            <p:nvPr/>
          </p:nvSpPr>
          <p:spPr>
            <a:xfrm>
              <a:off x="7234863" y="2598884"/>
              <a:ext cx="32192" cy="27211"/>
            </a:xfrm>
            <a:custGeom>
              <a:avLst/>
              <a:gdLst/>
              <a:ahLst/>
              <a:cxnLst/>
              <a:rect l="l" t="t" r="r" b="b"/>
              <a:pathLst>
                <a:path w="1228" h="1038" extrusionOk="0">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7" name="Google Shape;15997;p66"/>
          <p:cNvGrpSpPr/>
          <p:nvPr/>
        </p:nvGrpSpPr>
        <p:grpSpPr>
          <a:xfrm>
            <a:off x="7492115" y="2437007"/>
            <a:ext cx="364284" cy="361243"/>
            <a:chOff x="7517172" y="2437007"/>
            <a:chExt cx="364284" cy="361243"/>
          </a:xfrm>
        </p:grpSpPr>
        <p:sp>
          <p:nvSpPr>
            <p:cNvPr id="15998" name="Google Shape;15998;p66"/>
            <p:cNvSpPr/>
            <p:nvPr/>
          </p:nvSpPr>
          <p:spPr>
            <a:xfrm>
              <a:off x="7517172" y="2548499"/>
              <a:ext cx="164997" cy="78724"/>
            </a:xfrm>
            <a:custGeom>
              <a:avLst/>
              <a:gdLst/>
              <a:ahLst/>
              <a:cxnLst/>
              <a:rect l="l" t="t" r="r" b="b"/>
              <a:pathLst>
                <a:path w="6294" h="3003" extrusionOk="0">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9" name="Google Shape;15999;p66"/>
            <p:cNvSpPr/>
            <p:nvPr/>
          </p:nvSpPr>
          <p:spPr>
            <a:xfrm>
              <a:off x="7690112" y="2635166"/>
              <a:ext cx="79117" cy="163084"/>
            </a:xfrm>
            <a:custGeom>
              <a:avLst/>
              <a:gdLst/>
              <a:ahLst/>
              <a:cxnLst/>
              <a:rect l="l" t="t" r="r" b="b"/>
              <a:pathLst>
                <a:path w="3018" h="6221" extrusionOk="0">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66"/>
            <p:cNvSpPr/>
            <p:nvPr/>
          </p:nvSpPr>
          <p:spPr>
            <a:xfrm>
              <a:off x="7517172" y="2552274"/>
              <a:ext cx="118833" cy="69286"/>
            </a:xfrm>
            <a:custGeom>
              <a:avLst/>
              <a:gdLst/>
              <a:ahLst/>
              <a:cxnLst/>
              <a:rect l="l" t="t" r="r" b="b"/>
              <a:pathLst>
                <a:path w="4533" h="2643" extrusionOk="0">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66"/>
            <p:cNvSpPr/>
            <p:nvPr/>
          </p:nvSpPr>
          <p:spPr>
            <a:xfrm>
              <a:off x="7690112" y="2699864"/>
              <a:ext cx="23095" cy="98385"/>
            </a:xfrm>
            <a:custGeom>
              <a:avLst/>
              <a:gdLst/>
              <a:ahLst/>
              <a:cxnLst/>
              <a:rect l="l" t="t" r="r" b="b"/>
              <a:pathLst>
                <a:path w="881" h="3753" extrusionOk="0">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66"/>
            <p:cNvSpPr/>
            <p:nvPr/>
          </p:nvSpPr>
          <p:spPr>
            <a:xfrm>
              <a:off x="7585646" y="2437138"/>
              <a:ext cx="295128" cy="293608"/>
            </a:xfrm>
            <a:custGeom>
              <a:avLst/>
              <a:gdLst/>
              <a:ahLst/>
              <a:cxnLst/>
              <a:rect l="l" t="t" r="r" b="b"/>
              <a:pathLst>
                <a:path w="11258" h="11200" extrusionOk="0">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3" name="Google Shape;16003;p66"/>
            <p:cNvSpPr/>
            <p:nvPr/>
          </p:nvSpPr>
          <p:spPr>
            <a:xfrm>
              <a:off x="7585646" y="2437400"/>
              <a:ext cx="295495" cy="219341"/>
            </a:xfrm>
            <a:custGeom>
              <a:avLst/>
              <a:gdLst/>
              <a:ahLst/>
              <a:cxnLst/>
              <a:rect l="l" t="t" r="r" b="b"/>
              <a:pathLst>
                <a:path w="11272" h="8367" extrusionOk="0">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4" name="Google Shape;16004;p66"/>
            <p:cNvSpPr/>
            <p:nvPr/>
          </p:nvSpPr>
          <p:spPr>
            <a:xfrm>
              <a:off x="7734757" y="2520868"/>
              <a:ext cx="61710" cy="61710"/>
            </a:xfrm>
            <a:custGeom>
              <a:avLst/>
              <a:gdLst/>
              <a:ahLst/>
              <a:cxnLst/>
              <a:rect l="l" t="t" r="r" b="b"/>
              <a:pathLst>
                <a:path w="2354" h="2354" extrusionOk="0">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5" name="Google Shape;16005;p66"/>
            <p:cNvSpPr/>
            <p:nvPr/>
          </p:nvSpPr>
          <p:spPr>
            <a:xfrm>
              <a:off x="7734757" y="2520790"/>
              <a:ext cx="38248" cy="61867"/>
            </a:xfrm>
            <a:custGeom>
              <a:avLst/>
              <a:gdLst/>
              <a:ahLst/>
              <a:cxnLst/>
              <a:rect l="l" t="t" r="r" b="b"/>
              <a:pathLst>
                <a:path w="1459" h="2360" extrusionOk="0">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66"/>
            <p:cNvSpPr/>
            <p:nvPr/>
          </p:nvSpPr>
          <p:spPr>
            <a:xfrm>
              <a:off x="7578096" y="2659362"/>
              <a:ext cx="79484" cy="78750"/>
            </a:xfrm>
            <a:custGeom>
              <a:avLst/>
              <a:gdLst/>
              <a:ahLst/>
              <a:cxnLst/>
              <a:rect l="l" t="t" r="r" b="b"/>
              <a:pathLst>
                <a:path w="3032" h="3004" extrusionOk="0">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66"/>
            <p:cNvSpPr/>
            <p:nvPr/>
          </p:nvSpPr>
          <p:spPr>
            <a:xfrm>
              <a:off x="7578096" y="2659755"/>
              <a:ext cx="31039" cy="34473"/>
            </a:xfrm>
            <a:custGeom>
              <a:avLst/>
              <a:gdLst/>
              <a:ahLst/>
              <a:cxnLst/>
              <a:rect l="l" t="t" r="r" b="b"/>
              <a:pathLst>
                <a:path w="1184" h="1315" extrusionOk="0">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66"/>
            <p:cNvSpPr/>
            <p:nvPr/>
          </p:nvSpPr>
          <p:spPr>
            <a:xfrm>
              <a:off x="7585646" y="2627196"/>
              <a:ext cx="104493" cy="103549"/>
            </a:xfrm>
            <a:custGeom>
              <a:avLst/>
              <a:gdLst/>
              <a:ahLst/>
              <a:cxnLst/>
              <a:rect l="l" t="t" r="r" b="b"/>
              <a:pathLst>
                <a:path w="3986" h="3950" extrusionOk="0">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9" name="Google Shape;16009;p66"/>
            <p:cNvSpPr/>
            <p:nvPr/>
          </p:nvSpPr>
          <p:spPr>
            <a:xfrm>
              <a:off x="7585646" y="2627196"/>
              <a:ext cx="28050" cy="29544"/>
            </a:xfrm>
            <a:custGeom>
              <a:avLst/>
              <a:gdLst/>
              <a:ahLst/>
              <a:cxnLst/>
              <a:rect l="l" t="t" r="r" b="b"/>
              <a:pathLst>
                <a:path w="1070" h="1127" extrusionOk="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0" name="Google Shape;16010;p66"/>
            <p:cNvSpPr/>
            <p:nvPr/>
          </p:nvSpPr>
          <p:spPr>
            <a:xfrm>
              <a:off x="7539874" y="2697505"/>
              <a:ext cx="32480" cy="29544"/>
            </a:xfrm>
            <a:custGeom>
              <a:avLst/>
              <a:gdLst/>
              <a:ahLst/>
              <a:cxnLst/>
              <a:rect l="l" t="t" r="r" b="b"/>
              <a:pathLst>
                <a:path w="1239" h="1127" extrusionOk="0">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1" name="Google Shape;16011;p66"/>
            <p:cNvSpPr/>
            <p:nvPr/>
          </p:nvSpPr>
          <p:spPr>
            <a:xfrm>
              <a:off x="7558041" y="2715515"/>
              <a:ext cx="32454" cy="29597"/>
            </a:xfrm>
            <a:custGeom>
              <a:avLst/>
              <a:gdLst/>
              <a:ahLst/>
              <a:cxnLst/>
              <a:rect l="l" t="t" r="r" b="b"/>
              <a:pathLst>
                <a:path w="1238" h="1129" extrusionOk="0">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66"/>
            <p:cNvSpPr/>
            <p:nvPr/>
          </p:nvSpPr>
          <p:spPr>
            <a:xfrm>
              <a:off x="7593982" y="2751639"/>
              <a:ext cx="32507" cy="29518"/>
            </a:xfrm>
            <a:custGeom>
              <a:avLst/>
              <a:gdLst/>
              <a:ahLst/>
              <a:cxnLst/>
              <a:rect l="l" t="t" r="r" b="b"/>
              <a:pathLst>
                <a:path w="1240" h="1126" extrusionOk="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66"/>
            <p:cNvSpPr/>
            <p:nvPr/>
          </p:nvSpPr>
          <p:spPr>
            <a:xfrm>
              <a:off x="7576208" y="2733629"/>
              <a:ext cx="32140" cy="29649"/>
            </a:xfrm>
            <a:custGeom>
              <a:avLst/>
              <a:gdLst/>
              <a:ahLst/>
              <a:cxnLst/>
              <a:rect l="l" t="t" r="r" b="b"/>
              <a:pathLst>
                <a:path w="1226" h="1131" extrusionOk="0">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66"/>
            <p:cNvSpPr/>
            <p:nvPr/>
          </p:nvSpPr>
          <p:spPr>
            <a:xfrm>
              <a:off x="7811567" y="2437033"/>
              <a:ext cx="69522" cy="68736"/>
            </a:xfrm>
            <a:custGeom>
              <a:avLst/>
              <a:gdLst/>
              <a:ahLst/>
              <a:cxnLst/>
              <a:rect l="l" t="t" r="r" b="b"/>
              <a:pathLst>
                <a:path w="2652" h="2622" extrusionOk="0">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5" name="Google Shape;16015;p66"/>
            <p:cNvSpPr/>
            <p:nvPr/>
          </p:nvSpPr>
          <p:spPr>
            <a:xfrm>
              <a:off x="7811567" y="2437007"/>
              <a:ext cx="69889" cy="30147"/>
            </a:xfrm>
            <a:custGeom>
              <a:avLst/>
              <a:gdLst/>
              <a:ahLst/>
              <a:cxnLst/>
              <a:rect l="l" t="t" r="r" b="b"/>
              <a:pathLst>
                <a:path w="2666" h="1150" extrusionOk="0">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6" name="Google Shape;16016;p66"/>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66"/>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66"/>
            <p:cNvSpPr/>
            <p:nvPr/>
          </p:nvSpPr>
          <p:spPr>
            <a:xfrm>
              <a:off x="7600798" y="2589080"/>
              <a:ext cx="126409" cy="126330"/>
            </a:xfrm>
            <a:custGeom>
              <a:avLst/>
              <a:gdLst/>
              <a:ahLst/>
              <a:cxnLst/>
              <a:rect l="l" t="t" r="r" b="b"/>
              <a:pathLst>
                <a:path w="4822" h="4819" extrusionOk="0">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9" name="Google Shape;16019;p66"/>
          <p:cNvGrpSpPr/>
          <p:nvPr/>
        </p:nvGrpSpPr>
        <p:grpSpPr>
          <a:xfrm>
            <a:off x="7981418" y="2436954"/>
            <a:ext cx="335290" cy="361321"/>
            <a:chOff x="8006475" y="2436954"/>
            <a:chExt cx="335290" cy="361321"/>
          </a:xfrm>
        </p:grpSpPr>
        <p:sp>
          <p:nvSpPr>
            <p:cNvPr id="16020" name="Google Shape;16020;p66"/>
            <p:cNvSpPr/>
            <p:nvPr/>
          </p:nvSpPr>
          <p:spPr>
            <a:xfrm>
              <a:off x="8174487" y="2454256"/>
              <a:ext cx="83652" cy="45824"/>
            </a:xfrm>
            <a:custGeom>
              <a:avLst/>
              <a:gdLst/>
              <a:ahLst/>
              <a:cxnLst/>
              <a:rect l="l" t="t" r="r" b="b"/>
              <a:pathLst>
                <a:path w="3191" h="1748" extrusionOk="0">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1" name="Google Shape;16021;p66"/>
            <p:cNvSpPr/>
            <p:nvPr/>
          </p:nvSpPr>
          <p:spPr>
            <a:xfrm>
              <a:off x="8174487" y="2454256"/>
              <a:ext cx="17066" cy="45824"/>
            </a:xfrm>
            <a:custGeom>
              <a:avLst/>
              <a:gdLst/>
              <a:ahLst/>
              <a:cxnLst/>
              <a:rect l="l" t="t" r="r" b="b"/>
              <a:pathLst>
                <a:path w="651" h="1748" extrusionOk="0">
                  <a:moveTo>
                    <a:pt x="1" y="1"/>
                  </a:moveTo>
                  <a:lnTo>
                    <a:pt x="1" y="1748"/>
                  </a:lnTo>
                  <a:lnTo>
                    <a:pt x="650" y="1748"/>
                  </a:lnTo>
                  <a:lnTo>
                    <a:pt x="650"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2" name="Google Shape;16022;p66"/>
            <p:cNvSpPr/>
            <p:nvPr/>
          </p:nvSpPr>
          <p:spPr>
            <a:xfrm>
              <a:off x="8168431" y="2436954"/>
              <a:ext cx="11771" cy="258008"/>
            </a:xfrm>
            <a:custGeom>
              <a:avLst/>
              <a:gdLst/>
              <a:ahLst/>
              <a:cxnLst/>
              <a:rect l="l" t="t" r="r" b="b"/>
              <a:pathLst>
                <a:path w="449" h="9842" extrusionOk="0">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66"/>
            <p:cNvSpPr/>
            <p:nvPr/>
          </p:nvSpPr>
          <p:spPr>
            <a:xfrm>
              <a:off x="8076862" y="2643476"/>
              <a:ext cx="45798" cy="103340"/>
            </a:xfrm>
            <a:custGeom>
              <a:avLst/>
              <a:gdLst/>
              <a:ahLst/>
              <a:cxnLst/>
              <a:rect l="l" t="t" r="r" b="b"/>
              <a:pathLst>
                <a:path w="1747" h="3942" extrusionOk="0">
                  <a:moveTo>
                    <a:pt x="0" y="1"/>
                  </a:moveTo>
                  <a:lnTo>
                    <a:pt x="0" y="3942"/>
                  </a:lnTo>
                  <a:lnTo>
                    <a:pt x="1747" y="3942"/>
                  </a:lnTo>
                  <a:lnTo>
                    <a:pt x="1747"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66"/>
            <p:cNvSpPr/>
            <p:nvPr/>
          </p:nvSpPr>
          <p:spPr>
            <a:xfrm>
              <a:off x="8065118" y="2534500"/>
              <a:ext cx="122267" cy="120353"/>
            </a:xfrm>
            <a:custGeom>
              <a:avLst/>
              <a:gdLst/>
              <a:ahLst/>
              <a:cxnLst/>
              <a:rect l="l" t="t" r="r" b="b"/>
              <a:pathLst>
                <a:path w="4664" h="4591" extrusionOk="0">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66"/>
            <p:cNvSpPr/>
            <p:nvPr/>
          </p:nvSpPr>
          <p:spPr>
            <a:xfrm>
              <a:off x="8099932" y="2654827"/>
              <a:ext cx="5715" cy="91988"/>
            </a:xfrm>
            <a:custGeom>
              <a:avLst/>
              <a:gdLst/>
              <a:ahLst/>
              <a:cxnLst/>
              <a:rect l="l" t="t" r="r" b="b"/>
              <a:pathLst>
                <a:path w="218" h="3509" extrusionOk="0">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66"/>
            <p:cNvSpPr/>
            <p:nvPr/>
          </p:nvSpPr>
          <p:spPr>
            <a:xfrm>
              <a:off x="8006475" y="2677450"/>
              <a:ext cx="335290" cy="120825"/>
            </a:xfrm>
            <a:custGeom>
              <a:avLst/>
              <a:gdLst/>
              <a:ahLst/>
              <a:cxnLst/>
              <a:rect l="l" t="t" r="r" b="b"/>
              <a:pathLst>
                <a:path w="12790" h="4609" extrusionOk="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66"/>
            <p:cNvSpPr/>
            <p:nvPr/>
          </p:nvSpPr>
          <p:spPr>
            <a:xfrm>
              <a:off x="8200283" y="2711163"/>
              <a:ext cx="56336" cy="40188"/>
            </a:xfrm>
            <a:custGeom>
              <a:avLst/>
              <a:gdLst/>
              <a:ahLst/>
              <a:cxnLst/>
              <a:rect l="l" t="t" r="r" b="b"/>
              <a:pathLst>
                <a:path w="2149" h="1533" extrusionOk="0">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66"/>
            <p:cNvSpPr/>
            <p:nvPr/>
          </p:nvSpPr>
          <p:spPr>
            <a:xfrm>
              <a:off x="8177187" y="2694883"/>
              <a:ext cx="22309" cy="15598"/>
            </a:xfrm>
            <a:custGeom>
              <a:avLst/>
              <a:gdLst/>
              <a:ahLst/>
              <a:cxnLst/>
              <a:rect l="l" t="t" r="r" b="b"/>
              <a:pathLst>
                <a:path w="851" h="595" extrusionOk="0">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9" name="Google Shape;16029;p66"/>
            <p:cNvSpPr/>
            <p:nvPr/>
          </p:nvSpPr>
          <p:spPr>
            <a:xfrm>
              <a:off x="8006475" y="2677398"/>
              <a:ext cx="174461" cy="120877"/>
            </a:xfrm>
            <a:custGeom>
              <a:avLst/>
              <a:gdLst/>
              <a:ahLst/>
              <a:cxnLst/>
              <a:rect l="l" t="t" r="r" b="b"/>
              <a:pathLst>
                <a:path w="6655" h="4611" extrusionOk="0">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0" name="Google Shape;16030;p66"/>
            <p:cNvSpPr/>
            <p:nvPr/>
          </p:nvSpPr>
          <p:spPr>
            <a:xfrm>
              <a:off x="8088213" y="2534500"/>
              <a:ext cx="23489" cy="17040"/>
            </a:xfrm>
            <a:custGeom>
              <a:avLst/>
              <a:gdLst/>
              <a:ahLst/>
              <a:cxnLst/>
              <a:rect l="l" t="t" r="r" b="b"/>
              <a:pathLst>
                <a:path w="896" h="650" extrusionOk="0">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66"/>
            <p:cNvSpPr/>
            <p:nvPr/>
          </p:nvSpPr>
          <p:spPr>
            <a:xfrm>
              <a:off x="8076862" y="2494391"/>
              <a:ext cx="46191" cy="51486"/>
            </a:xfrm>
            <a:custGeom>
              <a:avLst/>
              <a:gdLst/>
              <a:ahLst/>
              <a:cxnLst/>
              <a:rect l="l" t="t" r="r" b="b"/>
              <a:pathLst>
                <a:path w="1762" h="1964" extrusionOk="0">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2" name="Google Shape;16032;p66"/>
            <p:cNvSpPr/>
            <p:nvPr/>
          </p:nvSpPr>
          <p:spPr>
            <a:xfrm>
              <a:off x="8076548" y="2494391"/>
              <a:ext cx="31746" cy="51644"/>
            </a:xfrm>
            <a:custGeom>
              <a:avLst/>
              <a:gdLst/>
              <a:ahLst/>
              <a:cxnLst/>
              <a:rect l="l" t="t" r="r" b="b"/>
              <a:pathLst>
                <a:path w="1211" h="1970" extrusionOk="0">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3" name="Google Shape;16033;p66"/>
            <p:cNvSpPr/>
            <p:nvPr/>
          </p:nvSpPr>
          <p:spPr>
            <a:xfrm>
              <a:off x="8076862" y="2494391"/>
              <a:ext cx="45798" cy="23095"/>
            </a:xfrm>
            <a:custGeom>
              <a:avLst/>
              <a:gdLst/>
              <a:ahLst/>
              <a:cxnLst/>
              <a:rect l="l" t="t" r="r" b="b"/>
              <a:pathLst>
                <a:path w="1747" h="881" extrusionOk="0">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4" name="Google Shape;16034;p66"/>
            <p:cNvSpPr/>
            <p:nvPr/>
          </p:nvSpPr>
          <p:spPr>
            <a:xfrm>
              <a:off x="8076862" y="2494391"/>
              <a:ext cx="31432" cy="20841"/>
            </a:xfrm>
            <a:custGeom>
              <a:avLst/>
              <a:gdLst/>
              <a:ahLst/>
              <a:cxnLst/>
              <a:rect l="l" t="t" r="r" b="b"/>
              <a:pathLst>
                <a:path w="1199" h="795" extrusionOk="0">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66"/>
            <p:cNvSpPr/>
            <p:nvPr/>
          </p:nvSpPr>
          <p:spPr>
            <a:xfrm>
              <a:off x="8065511" y="2553794"/>
              <a:ext cx="112017" cy="89708"/>
            </a:xfrm>
            <a:custGeom>
              <a:avLst/>
              <a:gdLst/>
              <a:ahLst/>
              <a:cxnLst/>
              <a:rect l="l" t="t" r="r" b="b"/>
              <a:pathLst>
                <a:path w="4273" h="3422" extrusionOk="0">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66"/>
            <p:cNvSpPr/>
            <p:nvPr/>
          </p:nvSpPr>
          <p:spPr>
            <a:xfrm>
              <a:off x="8122634" y="2560977"/>
              <a:ext cx="54527" cy="43176"/>
            </a:xfrm>
            <a:custGeom>
              <a:avLst/>
              <a:gdLst/>
              <a:ahLst/>
              <a:cxnLst/>
              <a:rect l="l" t="t" r="r" b="b"/>
              <a:pathLst>
                <a:path w="2080" h="1647" extrusionOk="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66"/>
            <p:cNvSpPr/>
            <p:nvPr/>
          </p:nvSpPr>
          <p:spPr>
            <a:xfrm>
              <a:off x="8065511" y="2560977"/>
              <a:ext cx="17040" cy="94269"/>
            </a:xfrm>
            <a:custGeom>
              <a:avLst/>
              <a:gdLst/>
              <a:ahLst/>
              <a:cxnLst/>
              <a:rect l="l" t="t" r="r" b="b"/>
              <a:pathLst>
                <a:path w="650" h="3596" extrusionOk="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8" name="Google Shape;16038;p66"/>
            <p:cNvSpPr/>
            <p:nvPr/>
          </p:nvSpPr>
          <p:spPr>
            <a:xfrm>
              <a:off x="8071174" y="2654827"/>
              <a:ext cx="11377" cy="11377"/>
            </a:xfrm>
            <a:custGeom>
              <a:avLst/>
              <a:gdLst/>
              <a:ahLst/>
              <a:cxnLst/>
              <a:rect l="l" t="t" r="r" b="b"/>
              <a:pathLst>
                <a:path w="434" h="434" extrusionOk="0">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39" name="Google Shape;16039;p66"/>
          <p:cNvGrpSpPr/>
          <p:nvPr/>
        </p:nvGrpSpPr>
        <p:grpSpPr>
          <a:xfrm>
            <a:off x="5571604" y="2909139"/>
            <a:ext cx="394326" cy="349682"/>
            <a:chOff x="5596661" y="2909139"/>
            <a:chExt cx="394326" cy="349682"/>
          </a:xfrm>
        </p:grpSpPr>
        <p:sp>
          <p:nvSpPr>
            <p:cNvPr id="16040" name="Google Shape;16040;p66"/>
            <p:cNvSpPr/>
            <p:nvPr/>
          </p:nvSpPr>
          <p:spPr>
            <a:xfrm>
              <a:off x="5762025" y="2909139"/>
              <a:ext cx="228962" cy="190740"/>
            </a:xfrm>
            <a:custGeom>
              <a:avLst/>
              <a:gdLst/>
              <a:ahLst/>
              <a:cxnLst/>
              <a:rect l="l" t="t" r="r" b="b"/>
              <a:pathLst>
                <a:path w="8734" h="7276" extrusionOk="0">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66"/>
            <p:cNvSpPr/>
            <p:nvPr/>
          </p:nvSpPr>
          <p:spPr>
            <a:xfrm>
              <a:off x="5597395" y="3061631"/>
              <a:ext cx="113957" cy="114324"/>
            </a:xfrm>
            <a:custGeom>
              <a:avLst/>
              <a:gdLst/>
              <a:ahLst/>
              <a:cxnLst/>
              <a:rect l="l" t="t" r="r" b="b"/>
              <a:pathLst>
                <a:path w="4347" h="4361" extrusionOk="0">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66"/>
            <p:cNvSpPr/>
            <p:nvPr/>
          </p:nvSpPr>
          <p:spPr>
            <a:xfrm>
              <a:off x="5628434" y="3061631"/>
              <a:ext cx="82918" cy="114324"/>
            </a:xfrm>
            <a:custGeom>
              <a:avLst/>
              <a:gdLst/>
              <a:ahLst/>
              <a:cxnLst/>
              <a:rect l="l" t="t" r="r" b="b"/>
              <a:pathLst>
                <a:path w="3163" h="4361" extrusionOk="0">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3" name="Google Shape;16043;p66"/>
            <p:cNvSpPr/>
            <p:nvPr/>
          </p:nvSpPr>
          <p:spPr>
            <a:xfrm>
              <a:off x="5596661" y="3067032"/>
              <a:ext cx="216483" cy="191789"/>
            </a:xfrm>
            <a:custGeom>
              <a:avLst/>
              <a:gdLst/>
              <a:ahLst/>
              <a:cxnLst/>
              <a:rect l="l" t="t" r="r" b="b"/>
              <a:pathLst>
                <a:path w="8258" h="7316" extrusionOk="0">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4" name="Google Shape;16044;p66"/>
            <p:cNvSpPr/>
            <p:nvPr/>
          </p:nvSpPr>
          <p:spPr>
            <a:xfrm>
              <a:off x="5596661" y="3095318"/>
              <a:ext cx="197163" cy="163136"/>
            </a:xfrm>
            <a:custGeom>
              <a:avLst/>
              <a:gdLst/>
              <a:ahLst/>
              <a:cxnLst/>
              <a:rect l="l" t="t" r="r" b="b"/>
              <a:pathLst>
                <a:path w="7521" h="6223" extrusionOk="0">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66"/>
            <p:cNvSpPr/>
            <p:nvPr/>
          </p:nvSpPr>
          <p:spPr>
            <a:xfrm>
              <a:off x="5633362" y="3150946"/>
              <a:ext cx="41262" cy="22361"/>
            </a:xfrm>
            <a:custGeom>
              <a:avLst/>
              <a:gdLst/>
              <a:ahLst/>
              <a:cxnLst/>
              <a:rect l="l" t="t" r="r" b="b"/>
              <a:pathLst>
                <a:path w="1574" h="853" extrusionOk="0">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66"/>
            <p:cNvSpPr/>
            <p:nvPr/>
          </p:nvSpPr>
          <p:spPr>
            <a:xfrm>
              <a:off x="5615562" y="3098149"/>
              <a:ext cx="76469" cy="62654"/>
            </a:xfrm>
            <a:custGeom>
              <a:avLst/>
              <a:gdLst/>
              <a:ahLst/>
              <a:cxnLst/>
              <a:rect l="l" t="t" r="r" b="b"/>
              <a:pathLst>
                <a:path w="2917" h="2390" extrusionOk="0">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66"/>
            <p:cNvSpPr/>
            <p:nvPr/>
          </p:nvSpPr>
          <p:spPr>
            <a:xfrm>
              <a:off x="5615562" y="3098149"/>
              <a:ext cx="76469" cy="61894"/>
            </a:xfrm>
            <a:custGeom>
              <a:avLst/>
              <a:gdLst/>
              <a:ahLst/>
              <a:cxnLst/>
              <a:rect l="l" t="t" r="r" b="b"/>
              <a:pathLst>
                <a:path w="2917" h="2361" extrusionOk="0">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8" name="Google Shape;16048;p66"/>
            <p:cNvSpPr/>
            <p:nvPr/>
          </p:nvSpPr>
          <p:spPr>
            <a:xfrm>
              <a:off x="5596661" y="3191815"/>
              <a:ext cx="25743" cy="66639"/>
            </a:xfrm>
            <a:custGeom>
              <a:avLst/>
              <a:gdLst/>
              <a:ahLst/>
              <a:cxnLst/>
              <a:rect l="l" t="t" r="r" b="b"/>
              <a:pathLst>
                <a:path w="982" h="2542" extrusionOk="0">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9" name="Google Shape;16049;p66"/>
            <p:cNvSpPr/>
            <p:nvPr/>
          </p:nvSpPr>
          <p:spPr>
            <a:xfrm>
              <a:off x="5819174" y="2953416"/>
              <a:ext cx="114297" cy="114691"/>
            </a:xfrm>
            <a:custGeom>
              <a:avLst/>
              <a:gdLst/>
              <a:ahLst/>
              <a:cxnLst/>
              <a:rect l="l" t="t" r="r" b="b"/>
              <a:pathLst>
                <a:path w="4360" h="4375" extrusionOk="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0" name="Google Shape;16050;p66"/>
            <p:cNvSpPr/>
            <p:nvPr/>
          </p:nvSpPr>
          <p:spPr>
            <a:xfrm>
              <a:off x="5838075" y="2972710"/>
              <a:ext cx="76469" cy="76076"/>
            </a:xfrm>
            <a:custGeom>
              <a:avLst/>
              <a:gdLst/>
              <a:ahLst/>
              <a:cxnLst/>
              <a:rect l="l" t="t" r="r" b="b"/>
              <a:pathLst>
                <a:path w="2917" h="2902" extrusionOk="0">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1" name="Google Shape;16051;p66"/>
            <p:cNvSpPr/>
            <p:nvPr/>
          </p:nvSpPr>
          <p:spPr>
            <a:xfrm>
              <a:off x="5685582" y="3095318"/>
              <a:ext cx="108242" cy="135872"/>
            </a:xfrm>
            <a:custGeom>
              <a:avLst/>
              <a:gdLst/>
              <a:ahLst/>
              <a:cxnLst/>
              <a:rect l="l" t="t" r="r" b="b"/>
              <a:pathLst>
                <a:path w="4129" h="5183" extrusionOk="0">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2" name="Google Shape;16052;p66"/>
            <p:cNvSpPr/>
            <p:nvPr/>
          </p:nvSpPr>
          <p:spPr>
            <a:xfrm>
              <a:off x="5857396" y="2991637"/>
              <a:ext cx="38248" cy="38248"/>
            </a:xfrm>
            <a:custGeom>
              <a:avLst/>
              <a:gdLst/>
              <a:ahLst/>
              <a:cxnLst/>
              <a:rect l="l" t="t" r="r" b="b"/>
              <a:pathLst>
                <a:path w="1459" h="1459" extrusionOk="0">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3" name="Google Shape;16053;p66"/>
            <p:cNvSpPr/>
            <p:nvPr/>
          </p:nvSpPr>
          <p:spPr>
            <a:xfrm>
              <a:off x="5867986" y="2934384"/>
              <a:ext cx="87532" cy="82630"/>
            </a:xfrm>
            <a:custGeom>
              <a:avLst/>
              <a:gdLst/>
              <a:ahLst/>
              <a:cxnLst/>
              <a:rect l="l" t="t" r="r" b="b"/>
              <a:pathLst>
                <a:path w="3339" h="3152" extrusionOk="0">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4" name="Google Shape;16054;p66"/>
            <p:cNvSpPr/>
            <p:nvPr/>
          </p:nvSpPr>
          <p:spPr>
            <a:xfrm>
              <a:off x="5916799" y="2937241"/>
              <a:ext cx="38248" cy="33214"/>
            </a:xfrm>
            <a:custGeom>
              <a:avLst/>
              <a:gdLst/>
              <a:ahLst/>
              <a:cxnLst/>
              <a:rect l="l" t="t" r="r" b="b"/>
              <a:pathLst>
                <a:path w="1459" h="1267" extrusionOk="0">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5" name="Google Shape;16055;p66"/>
            <p:cNvSpPr/>
            <p:nvPr/>
          </p:nvSpPr>
          <p:spPr>
            <a:xfrm>
              <a:off x="5889430" y="2934384"/>
              <a:ext cx="63729" cy="60635"/>
            </a:xfrm>
            <a:custGeom>
              <a:avLst/>
              <a:gdLst/>
              <a:ahLst/>
              <a:cxnLst/>
              <a:rect l="l" t="t" r="r" b="b"/>
              <a:pathLst>
                <a:path w="2431" h="2313" extrusionOk="0">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56" name="Google Shape;16056;p66"/>
          <p:cNvGrpSpPr/>
          <p:nvPr/>
        </p:nvGrpSpPr>
        <p:grpSpPr>
          <a:xfrm>
            <a:off x="849601" y="2914408"/>
            <a:ext cx="356891" cy="335709"/>
            <a:chOff x="874658" y="2914408"/>
            <a:chExt cx="356891" cy="335709"/>
          </a:xfrm>
        </p:grpSpPr>
        <p:sp>
          <p:nvSpPr>
            <p:cNvPr id="16057" name="Google Shape;16057;p66"/>
            <p:cNvSpPr/>
            <p:nvPr/>
          </p:nvSpPr>
          <p:spPr>
            <a:xfrm>
              <a:off x="909472" y="2994285"/>
              <a:ext cx="287238" cy="177869"/>
            </a:xfrm>
            <a:custGeom>
              <a:avLst/>
              <a:gdLst/>
              <a:ahLst/>
              <a:cxnLst/>
              <a:rect l="l" t="t" r="r" b="b"/>
              <a:pathLst>
                <a:path w="10957" h="6785" extrusionOk="0">
                  <a:moveTo>
                    <a:pt x="0" y="0"/>
                  </a:moveTo>
                  <a:lnTo>
                    <a:pt x="0" y="6785"/>
                  </a:lnTo>
                  <a:lnTo>
                    <a:pt x="10957" y="6785"/>
                  </a:lnTo>
                  <a:lnTo>
                    <a:pt x="10957"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66"/>
            <p:cNvSpPr/>
            <p:nvPr/>
          </p:nvSpPr>
          <p:spPr>
            <a:xfrm>
              <a:off x="874658" y="2914408"/>
              <a:ext cx="356891" cy="93902"/>
            </a:xfrm>
            <a:custGeom>
              <a:avLst/>
              <a:gdLst/>
              <a:ahLst/>
              <a:cxnLst/>
              <a:rect l="l" t="t" r="r" b="b"/>
              <a:pathLst>
                <a:path w="13614" h="3582" extrusionOk="0">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66"/>
            <p:cNvSpPr/>
            <p:nvPr/>
          </p:nvSpPr>
          <p:spPr>
            <a:xfrm>
              <a:off x="1211442" y="2914434"/>
              <a:ext cx="20107" cy="93876"/>
            </a:xfrm>
            <a:custGeom>
              <a:avLst/>
              <a:gdLst/>
              <a:ahLst/>
              <a:cxnLst/>
              <a:rect l="l" t="t" r="r" b="b"/>
              <a:pathLst>
                <a:path w="767" h="3581" extrusionOk="0">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0" name="Google Shape;16060;p66"/>
            <p:cNvSpPr/>
            <p:nvPr/>
          </p:nvSpPr>
          <p:spPr>
            <a:xfrm>
              <a:off x="874658" y="2914408"/>
              <a:ext cx="20081" cy="93902"/>
            </a:xfrm>
            <a:custGeom>
              <a:avLst/>
              <a:gdLst/>
              <a:ahLst/>
              <a:cxnLst/>
              <a:rect l="l" t="t" r="r" b="b"/>
              <a:pathLst>
                <a:path w="766" h="3582" extrusionOk="0">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1" name="Google Shape;16061;p66"/>
            <p:cNvSpPr/>
            <p:nvPr/>
          </p:nvSpPr>
          <p:spPr>
            <a:xfrm>
              <a:off x="1171333" y="2945079"/>
              <a:ext cx="34080" cy="34079"/>
            </a:xfrm>
            <a:custGeom>
              <a:avLst/>
              <a:gdLst/>
              <a:ahLst/>
              <a:cxnLst/>
              <a:rect l="l" t="t" r="r" b="b"/>
              <a:pathLst>
                <a:path w="1300" h="1300" extrusionOk="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66"/>
            <p:cNvSpPr/>
            <p:nvPr/>
          </p:nvSpPr>
          <p:spPr>
            <a:xfrm>
              <a:off x="1113451" y="2945079"/>
              <a:ext cx="34080" cy="34079"/>
            </a:xfrm>
            <a:custGeom>
              <a:avLst/>
              <a:gdLst/>
              <a:ahLst/>
              <a:cxnLst/>
              <a:rect l="l" t="t" r="r" b="b"/>
              <a:pathLst>
                <a:path w="1300" h="1300" extrusionOk="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66"/>
            <p:cNvSpPr/>
            <p:nvPr/>
          </p:nvSpPr>
          <p:spPr>
            <a:xfrm>
              <a:off x="898488" y="2956824"/>
              <a:ext cx="197582" cy="10617"/>
            </a:xfrm>
            <a:custGeom>
              <a:avLst/>
              <a:gdLst/>
              <a:ahLst/>
              <a:cxnLst/>
              <a:rect l="l" t="t" r="r" b="b"/>
              <a:pathLst>
                <a:path w="7537" h="405" extrusionOk="0">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66"/>
            <p:cNvSpPr/>
            <p:nvPr/>
          </p:nvSpPr>
          <p:spPr>
            <a:xfrm>
              <a:off x="874658" y="303515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66"/>
            <p:cNvSpPr/>
            <p:nvPr/>
          </p:nvSpPr>
          <p:spPr>
            <a:xfrm>
              <a:off x="1211442" y="303515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6" name="Google Shape;16066;p66"/>
            <p:cNvSpPr/>
            <p:nvPr/>
          </p:nvSpPr>
          <p:spPr>
            <a:xfrm>
              <a:off x="874658" y="303515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7" name="Google Shape;16067;p66"/>
            <p:cNvSpPr/>
            <p:nvPr/>
          </p:nvSpPr>
          <p:spPr>
            <a:xfrm>
              <a:off x="1171333" y="3066167"/>
              <a:ext cx="34080" cy="34106"/>
            </a:xfrm>
            <a:custGeom>
              <a:avLst/>
              <a:gdLst/>
              <a:ahLst/>
              <a:cxnLst/>
              <a:rect l="l" t="t" r="r" b="b"/>
              <a:pathLst>
                <a:path w="1300" h="1301" extrusionOk="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66"/>
            <p:cNvSpPr/>
            <p:nvPr/>
          </p:nvSpPr>
          <p:spPr>
            <a:xfrm>
              <a:off x="1113451" y="3066167"/>
              <a:ext cx="34080" cy="34106"/>
            </a:xfrm>
            <a:custGeom>
              <a:avLst/>
              <a:gdLst/>
              <a:ahLst/>
              <a:cxnLst/>
              <a:rect l="l" t="t" r="r" b="b"/>
              <a:pathLst>
                <a:path w="1300" h="1301" extrusionOk="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66"/>
            <p:cNvSpPr/>
            <p:nvPr/>
          </p:nvSpPr>
          <p:spPr>
            <a:xfrm>
              <a:off x="898488" y="3077544"/>
              <a:ext cx="197582" cy="10984"/>
            </a:xfrm>
            <a:custGeom>
              <a:avLst/>
              <a:gdLst/>
              <a:ahLst/>
              <a:cxnLst/>
              <a:rect l="l" t="t" r="r" b="b"/>
              <a:pathLst>
                <a:path w="7537" h="419" extrusionOk="0">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66"/>
            <p:cNvSpPr/>
            <p:nvPr/>
          </p:nvSpPr>
          <p:spPr>
            <a:xfrm>
              <a:off x="874658" y="315587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66"/>
            <p:cNvSpPr/>
            <p:nvPr/>
          </p:nvSpPr>
          <p:spPr>
            <a:xfrm>
              <a:off x="1211442" y="315587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2" name="Google Shape;16072;p66"/>
            <p:cNvSpPr/>
            <p:nvPr/>
          </p:nvSpPr>
          <p:spPr>
            <a:xfrm>
              <a:off x="874658" y="315587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3" name="Google Shape;16073;p66"/>
            <p:cNvSpPr/>
            <p:nvPr/>
          </p:nvSpPr>
          <p:spPr>
            <a:xfrm>
              <a:off x="1171333" y="3186887"/>
              <a:ext cx="34080" cy="34106"/>
            </a:xfrm>
            <a:custGeom>
              <a:avLst/>
              <a:gdLst/>
              <a:ahLst/>
              <a:cxnLst/>
              <a:rect l="l" t="t" r="r" b="b"/>
              <a:pathLst>
                <a:path w="1300" h="1301" extrusionOk="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66"/>
            <p:cNvSpPr/>
            <p:nvPr/>
          </p:nvSpPr>
          <p:spPr>
            <a:xfrm>
              <a:off x="1113451" y="3186887"/>
              <a:ext cx="34080" cy="34106"/>
            </a:xfrm>
            <a:custGeom>
              <a:avLst/>
              <a:gdLst/>
              <a:ahLst/>
              <a:cxnLst/>
              <a:rect l="l" t="t" r="r" b="b"/>
              <a:pathLst>
                <a:path w="1300" h="1301" extrusionOk="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66"/>
            <p:cNvSpPr/>
            <p:nvPr/>
          </p:nvSpPr>
          <p:spPr>
            <a:xfrm>
              <a:off x="898488" y="3198631"/>
              <a:ext cx="197582" cy="10617"/>
            </a:xfrm>
            <a:custGeom>
              <a:avLst/>
              <a:gdLst/>
              <a:ahLst/>
              <a:cxnLst/>
              <a:rect l="l" t="t" r="r" b="b"/>
              <a:pathLst>
                <a:path w="7537" h="405" extrusionOk="0">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66"/>
            <p:cNvSpPr/>
            <p:nvPr/>
          </p:nvSpPr>
          <p:spPr>
            <a:xfrm>
              <a:off x="898488" y="3094924"/>
              <a:ext cx="30305" cy="10643"/>
            </a:xfrm>
            <a:custGeom>
              <a:avLst/>
              <a:gdLst/>
              <a:ahLst/>
              <a:cxnLst/>
              <a:rect l="l" t="t" r="r" b="b"/>
              <a:pathLst>
                <a:path w="1156" h="406" extrusionOk="0">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7" name="Google Shape;16077;p66"/>
          <p:cNvGrpSpPr/>
          <p:nvPr/>
        </p:nvGrpSpPr>
        <p:grpSpPr>
          <a:xfrm>
            <a:off x="4205855" y="2929193"/>
            <a:ext cx="308813" cy="306165"/>
            <a:chOff x="4230912" y="2929193"/>
            <a:chExt cx="308813" cy="306165"/>
          </a:xfrm>
        </p:grpSpPr>
        <p:sp>
          <p:nvSpPr>
            <p:cNvPr id="16078" name="Google Shape;16078;p66"/>
            <p:cNvSpPr/>
            <p:nvPr/>
          </p:nvSpPr>
          <p:spPr>
            <a:xfrm>
              <a:off x="4425427" y="2976878"/>
              <a:ext cx="114297" cy="258113"/>
            </a:xfrm>
            <a:custGeom>
              <a:avLst/>
              <a:gdLst/>
              <a:ahLst/>
              <a:cxnLst/>
              <a:rect l="l" t="t" r="r" b="b"/>
              <a:pathLst>
                <a:path w="4360" h="9846" extrusionOk="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66"/>
            <p:cNvSpPr/>
            <p:nvPr/>
          </p:nvSpPr>
          <p:spPr>
            <a:xfrm>
              <a:off x="4425427" y="2976878"/>
              <a:ext cx="93116" cy="258480"/>
            </a:xfrm>
            <a:custGeom>
              <a:avLst/>
              <a:gdLst/>
              <a:ahLst/>
              <a:cxnLst/>
              <a:rect l="l" t="t" r="r" b="b"/>
              <a:pathLst>
                <a:path w="3552" h="9860" extrusionOk="0">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66"/>
            <p:cNvSpPr/>
            <p:nvPr/>
          </p:nvSpPr>
          <p:spPr>
            <a:xfrm>
              <a:off x="4404613" y="2962879"/>
              <a:ext cx="100299" cy="272479"/>
            </a:xfrm>
            <a:custGeom>
              <a:avLst/>
              <a:gdLst/>
              <a:ahLst/>
              <a:cxnLst/>
              <a:rect l="l" t="t" r="r" b="b"/>
              <a:pathLst>
                <a:path w="3826" h="10394" extrusionOk="0">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66"/>
            <p:cNvSpPr/>
            <p:nvPr/>
          </p:nvSpPr>
          <p:spPr>
            <a:xfrm>
              <a:off x="4404613" y="2962879"/>
              <a:ext cx="71934" cy="272479"/>
            </a:xfrm>
            <a:custGeom>
              <a:avLst/>
              <a:gdLst/>
              <a:ahLst/>
              <a:cxnLst/>
              <a:rect l="l" t="t" r="r" b="b"/>
              <a:pathLst>
                <a:path w="2744" h="10394" extrusionOk="0">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2" name="Google Shape;16082;p66"/>
            <p:cNvSpPr/>
            <p:nvPr/>
          </p:nvSpPr>
          <p:spPr>
            <a:xfrm>
              <a:off x="4230912" y="2929193"/>
              <a:ext cx="229722" cy="306165"/>
            </a:xfrm>
            <a:custGeom>
              <a:avLst/>
              <a:gdLst/>
              <a:ahLst/>
              <a:cxnLst/>
              <a:rect l="l" t="t" r="r" b="b"/>
              <a:pathLst>
                <a:path w="8763" h="11679" extrusionOk="0">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3" name="Google Shape;16083;p66"/>
            <p:cNvSpPr/>
            <p:nvPr/>
          </p:nvSpPr>
          <p:spPr>
            <a:xfrm>
              <a:off x="4443594" y="2950768"/>
              <a:ext cx="17040" cy="284590"/>
            </a:xfrm>
            <a:custGeom>
              <a:avLst/>
              <a:gdLst/>
              <a:ahLst/>
              <a:cxnLst/>
              <a:rect l="l" t="t" r="r" b="b"/>
              <a:pathLst>
                <a:path w="650" h="10856" extrusionOk="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66"/>
            <p:cNvSpPr/>
            <p:nvPr/>
          </p:nvSpPr>
          <p:spPr>
            <a:xfrm>
              <a:off x="4271021" y="3008651"/>
              <a:ext cx="22361" cy="22361"/>
            </a:xfrm>
            <a:custGeom>
              <a:avLst/>
              <a:gdLst/>
              <a:ahLst/>
              <a:cxnLst/>
              <a:rect l="l" t="t" r="r" b="b"/>
              <a:pathLst>
                <a:path w="853" h="853" extrusionOk="0">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66"/>
            <p:cNvSpPr/>
            <p:nvPr/>
          </p:nvSpPr>
          <p:spPr>
            <a:xfrm>
              <a:off x="4310003" y="302645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66"/>
            <p:cNvSpPr/>
            <p:nvPr/>
          </p:nvSpPr>
          <p:spPr>
            <a:xfrm>
              <a:off x="4310003" y="3010538"/>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66"/>
            <p:cNvSpPr/>
            <p:nvPr/>
          </p:nvSpPr>
          <p:spPr>
            <a:xfrm>
              <a:off x="4271021" y="3082079"/>
              <a:ext cx="22361" cy="22335"/>
            </a:xfrm>
            <a:custGeom>
              <a:avLst/>
              <a:gdLst/>
              <a:ahLst/>
              <a:cxnLst/>
              <a:rect l="l" t="t" r="r" b="b"/>
              <a:pathLst>
                <a:path w="853" h="852" extrusionOk="0">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66"/>
            <p:cNvSpPr/>
            <p:nvPr/>
          </p:nvSpPr>
          <p:spPr>
            <a:xfrm>
              <a:off x="4310003" y="3099853"/>
              <a:ext cx="114691" cy="9490"/>
            </a:xfrm>
            <a:custGeom>
              <a:avLst/>
              <a:gdLst/>
              <a:ahLst/>
              <a:cxnLst/>
              <a:rect l="l" t="t" r="r" b="b"/>
              <a:pathLst>
                <a:path w="4375" h="362" extrusionOk="0">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66"/>
            <p:cNvSpPr/>
            <p:nvPr/>
          </p:nvSpPr>
          <p:spPr>
            <a:xfrm>
              <a:off x="4310003" y="3084334"/>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66"/>
            <p:cNvSpPr/>
            <p:nvPr/>
          </p:nvSpPr>
          <p:spPr>
            <a:xfrm>
              <a:off x="4271021" y="3155874"/>
              <a:ext cx="22361" cy="21968"/>
            </a:xfrm>
            <a:custGeom>
              <a:avLst/>
              <a:gdLst/>
              <a:ahLst/>
              <a:cxnLst/>
              <a:rect l="l" t="t" r="r" b="b"/>
              <a:pathLst>
                <a:path w="853" h="838" extrusionOk="0">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66"/>
            <p:cNvSpPr/>
            <p:nvPr/>
          </p:nvSpPr>
          <p:spPr>
            <a:xfrm>
              <a:off x="4310003" y="317328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66"/>
            <p:cNvSpPr/>
            <p:nvPr/>
          </p:nvSpPr>
          <p:spPr>
            <a:xfrm>
              <a:off x="4310003" y="3157762"/>
              <a:ext cx="37120" cy="9490"/>
            </a:xfrm>
            <a:custGeom>
              <a:avLst/>
              <a:gdLst/>
              <a:ahLst/>
              <a:cxnLst/>
              <a:rect l="l" t="t" r="r" b="b"/>
              <a:pathLst>
                <a:path w="1416" h="362" extrusionOk="0">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93" name="Google Shape;16093;p66"/>
          <p:cNvGrpSpPr/>
          <p:nvPr/>
        </p:nvGrpSpPr>
        <p:grpSpPr>
          <a:xfrm>
            <a:off x="4602829" y="3401089"/>
            <a:ext cx="409111" cy="267944"/>
            <a:chOff x="4627886" y="3401089"/>
            <a:chExt cx="409111" cy="267944"/>
          </a:xfrm>
        </p:grpSpPr>
        <p:sp>
          <p:nvSpPr>
            <p:cNvPr id="16094" name="Google Shape;16094;p66"/>
            <p:cNvSpPr/>
            <p:nvPr/>
          </p:nvSpPr>
          <p:spPr>
            <a:xfrm>
              <a:off x="4627886" y="3401089"/>
              <a:ext cx="409111" cy="267944"/>
            </a:xfrm>
            <a:custGeom>
              <a:avLst/>
              <a:gdLst/>
              <a:ahLst/>
              <a:cxnLst/>
              <a:rect l="l" t="t" r="r" b="b"/>
              <a:pathLst>
                <a:path w="15606" h="10221" extrusionOk="0">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66"/>
            <p:cNvSpPr/>
            <p:nvPr/>
          </p:nvSpPr>
          <p:spPr>
            <a:xfrm>
              <a:off x="4670276" y="3422271"/>
              <a:ext cx="324332" cy="225580"/>
            </a:xfrm>
            <a:custGeom>
              <a:avLst/>
              <a:gdLst/>
              <a:ahLst/>
              <a:cxnLst/>
              <a:rect l="l" t="t" r="r" b="b"/>
              <a:pathLst>
                <a:path w="12372" h="8605" extrusionOk="0">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66"/>
            <p:cNvSpPr/>
            <p:nvPr/>
          </p:nvSpPr>
          <p:spPr>
            <a:xfrm>
              <a:off x="4642252" y="3520761"/>
              <a:ext cx="14025" cy="28312"/>
            </a:xfrm>
            <a:custGeom>
              <a:avLst/>
              <a:gdLst/>
              <a:ahLst/>
              <a:cxnLst/>
              <a:rect l="l" t="t" r="r" b="b"/>
              <a:pathLst>
                <a:path w="535" h="1080" extrusionOk="0">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66"/>
            <p:cNvSpPr/>
            <p:nvPr/>
          </p:nvSpPr>
          <p:spPr>
            <a:xfrm>
              <a:off x="5008947" y="3513578"/>
              <a:ext cx="14025" cy="42678"/>
            </a:xfrm>
            <a:custGeom>
              <a:avLst/>
              <a:gdLst/>
              <a:ahLst/>
              <a:cxnLst/>
              <a:rect l="l" t="t" r="r" b="b"/>
              <a:pathLst>
                <a:path w="535" h="1628" extrusionOk="0">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66"/>
            <p:cNvSpPr/>
            <p:nvPr/>
          </p:nvSpPr>
          <p:spPr>
            <a:xfrm>
              <a:off x="5006299" y="3421904"/>
              <a:ext cx="18953" cy="14392"/>
            </a:xfrm>
            <a:custGeom>
              <a:avLst/>
              <a:gdLst/>
              <a:ahLst/>
              <a:cxnLst/>
              <a:rect l="l" t="t" r="r" b="b"/>
              <a:pathLst>
                <a:path w="723" h="549" extrusionOk="0">
                  <a:moveTo>
                    <a:pt x="362" y="0"/>
                  </a:moveTo>
                  <a:cubicBezTo>
                    <a:pt x="1" y="0"/>
                    <a:pt x="1" y="549"/>
                    <a:pt x="362" y="549"/>
                  </a:cubicBezTo>
                  <a:cubicBezTo>
                    <a:pt x="723" y="549"/>
                    <a:pt x="723" y="0"/>
                    <a:pt x="362"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66"/>
            <p:cNvSpPr/>
            <p:nvPr/>
          </p:nvSpPr>
          <p:spPr>
            <a:xfrm>
              <a:off x="4642252" y="3485554"/>
              <a:ext cx="14025" cy="21129"/>
            </a:xfrm>
            <a:custGeom>
              <a:avLst/>
              <a:gdLst/>
              <a:ahLst/>
              <a:cxnLst/>
              <a:rect l="l" t="t" r="r" b="b"/>
              <a:pathLst>
                <a:path w="535" h="806" extrusionOk="0">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66"/>
            <p:cNvSpPr/>
            <p:nvPr/>
          </p:nvSpPr>
          <p:spPr>
            <a:xfrm>
              <a:off x="4642252" y="3563150"/>
              <a:ext cx="14025" cy="21103"/>
            </a:xfrm>
            <a:custGeom>
              <a:avLst/>
              <a:gdLst/>
              <a:ahLst/>
              <a:cxnLst/>
              <a:rect l="l" t="t" r="r" b="b"/>
              <a:pathLst>
                <a:path w="535" h="805" extrusionOk="0">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66"/>
            <p:cNvSpPr/>
            <p:nvPr/>
          </p:nvSpPr>
          <p:spPr>
            <a:xfrm>
              <a:off x="4761845" y="3457478"/>
              <a:ext cx="141561" cy="113170"/>
            </a:xfrm>
            <a:custGeom>
              <a:avLst/>
              <a:gdLst/>
              <a:ahLst/>
              <a:cxnLst/>
              <a:rect l="l" t="t" r="r" b="b"/>
              <a:pathLst>
                <a:path w="5400" h="4317" extrusionOk="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66"/>
            <p:cNvSpPr/>
            <p:nvPr/>
          </p:nvSpPr>
          <p:spPr>
            <a:xfrm>
              <a:off x="4691457" y="3598619"/>
              <a:ext cx="281942" cy="14025"/>
            </a:xfrm>
            <a:custGeom>
              <a:avLst/>
              <a:gdLst/>
              <a:ahLst/>
              <a:cxnLst/>
              <a:rect l="l" t="t" r="r" b="b"/>
              <a:pathLst>
                <a:path w="10755" h="535" extrusionOk="0">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3" name="Google Shape;16103;p66"/>
            <p:cNvSpPr/>
            <p:nvPr/>
          </p:nvSpPr>
          <p:spPr>
            <a:xfrm>
              <a:off x="4691457" y="3598619"/>
              <a:ext cx="63598" cy="14025"/>
            </a:xfrm>
            <a:custGeom>
              <a:avLst/>
              <a:gdLst/>
              <a:ahLst/>
              <a:cxnLst/>
              <a:rect l="l" t="t" r="r" b="b"/>
              <a:pathLst>
                <a:path w="2426" h="535" extrusionOk="0">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4" name="Google Shape;16104;p66"/>
            <p:cNvSpPr/>
            <p:nvPr/>
          </p:nvSpPr>
          <p:spPr>
            <a:xfrm>
              <a:off x="4741030" y="3591436"/>
              <a:ext cx="28024" cy="28024"/>
            </a:xfrm>
            <a:custGeom>
              <a:avLst/>
              <a:gdLst/>
              <a:ahLst/>
              <a:cxnLst/>
              <a:rect l="l" t="t" r="r" b="b"/>
              <a:pathLst>
                <a:path w="1069" h="1069" extrusionOk="0">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5" name="Google Shape;16105;p66"/>
          <p:cNvGrpSpPr/>
          <p:nvPr/>
        </p:nvGrpSpPr>
        <p:grpSpPr>
          <a:xfrm>
            <a:off x="4627419" y="2898915"/>
            <a:ext cx="386016" cy="384495"/>
            <a:chOff x="4652476" y="2898915"/>
            <a:chExt cx="386016" cy="384495"/>
          </a:xfrm>
        </p:grpSpPr>
        <p:sp>
          <p:nvSpPr>
            <p:cNvPr id="16106" name="Google Shape;16106;p66"/>
            <p:cNvSpPr/>
            <p:nvPr/>
          </p:nvSpPr>
          <p:spPr>
            <a:xfrm>
              <a:off x="4842456" y="3088895"/>
              <a:ext cx="60190" cy="60190"/>
            </a:xfrm>
            <a:custGeom>
              <a:avLst/>
              <a:gdLst/>
              <a:ahLst/>
              <a:cxnLst/>
              <a:rect l="l" t="t" r="r" b="b"/>
              <a:pathLst>
                <a:path w="2296" h="2296" extrusionOk="0">
                  <a:moveTo>
                    <a:pt x="592" y="0"/>
                  </a:moveTo>
                  <a:lnTo>
                    <a:pt x="0" y="592"/>
                  </a:lnTo>
                  <a:lnTo>
                    <a:pt x="1704" y="2295"/>
                  </a:lnTo>
                  <a:lnTo>
                    <a:pt x="2295" y="1703"/>
                  </a:lnTo>
                  <a:lnTo>
                    <a:pt x="592"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7" name="Google Shape;16107;p66"/>
            <p:cNvSpPr/>
            <p:nvPr/>
          </p:nvSpPr>
          <p:spPr>
            <a:xfrm>
              <a:off x="4652476" y="2898915"/>
              <a:ext cx="247889" cy="247889"/>
            </a:xfrm>
            <a:custGeom>
              <a:avLst/>
              <a:gdLst/>
              <a:ahLst/>
              <a:cxnLst/>
              <a:rect l="l" t="t" r="r" b="b"/>
              <a:pathLst>
                <a:path w="9456" h="9456" extrusionOk="0">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66"/>
            <p:cNvSpPr/>
            <p:nvPr/>
          </p:nvSpPr>
          <p:spPr>
            <a:xfrm>
              <a:off x="4680866" y="2927306"/>
              <a:ext cx="191134" cy="191134"/>
            </a:xfrm>
            <a:custGeom>
              <a:avLst/>
              <a:gdLst/>
              <a:ahLst/>
              <a:cxnLst/>
              <a:rect l="l" t="t" r="r" b="b"/>
              <a:pathLst>
                <a:path w="7291" h="7291" extrusionOk="0">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66"/>
            <p:cNvSpPr/>
            <p:nvPr/>
          </p:nvSpPr>
          <p:spPr>
            <a:xfrm>
              <a:off x="4869693" y="3117653"/>
              <a:ext cx="168798" cy="165757"/>
            </a:xfrm>
            <a:custGeom>
              <a:avLst/>
              <a:gdLst/>
              <a:ahLst/>
              <a:cxnLst/>
              <a:rect l="l" t="t" r="r" b="b"/>
              <a:pathLst>
                <a:path w="6439" h="6323" extrusionOk="0">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66"/>
            <p:cNvSpPr/>
            <p:nvPr/>
          </p:nvSpPr>
          <p:spPr>
            <a:xfrm>
              <a:off x="4881437" y="3118020"/>
              <a:ext cx="157054" cy="155560"/>
            </a:xfrm>
            <a:custGeom>
              <a:avLst/>
              <a:gdLst/>
              <a:ahLst/>
              <a:cxnLst/>
              <a:rect l="l" t="t" r="r" b="b"/>
              <a:pathLst>
                <a:path w="5991" h="5934" extrusionOk="0">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66"/>
            <p:cNvSpPr/>
            <p:nvPr/>
          </p:nvSpPr>
          <p:spPr>
            <a:xfrm>
              <a:off x="4952952" y="3199391"/>
              <a:ext cx="54134" cy="54134"/>
            </a:xfrm>
            <a:custGeom>
              <a:avLst/>
              <a:gdLst/>
              <a:ahLst/>
              <a:cxnLst/>
              <a:rect l="l" t="t" r="r" b="b"/>
              <a:pathLst>
                <a:path w="2065" h="2065" extrusionOk="0">
                  <a:moveTo>
                    <a:pt x="1458" y="0"/>
                  </a:moveTo>
                  <a:lnTo>
                    <a:pt x="0" y="1473"/>
                  </a:lnTo>
                  <a:lnTo>
                    <a:pt x="592" y="2064"/>
                  </a:lnTo>
                  <a:lnTo>
                    <a:pt x="2065" y="607"/>
                  </a:lnTo>
                  <a:lnTo>
                    <a:pt x="14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66"/>
            <p:cNvSpPr/>
            <p:nvPr/>
          </p:nvSpPr>
          <p:spPr>
            <a:xfrm>
              <a:off x="4931377" y="3179232"/>
              <a:ext cx="55209" cy="50464"/>
            </a:xfrm>
            <a:custGeom>
              <a:avLst/>
              <a:gdLst/>
              <a:ahLst/>
              <a:cxnLst/>
              <a:rect l="l" t="t" r="r" b="b"/>
              <a:pathLst>
                <a:path w="2106" h="1925" extrusionOk="0">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66"/>
            <p:cNvSpPr/>
            <p:nvPr/>
          </p:nvSpPr>
          <p:spPr>
            <a:xfrm>
              <a:off x="4736101" y="2955670"/>
              <a:ext cx="87453" cy="95396"/>
            </a:xfrm>
            <a:custGeom>
              <a:avLst/>
              <a:gdLst/>
              <a:ahLst/>
              <a:cxnLst/>
              <a:rect l="l" t="t" r="r" b="b"/>
              <a:pathLst>
                <a:path w="3336" h="3639" extrusionOk="0">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66"/>
            <p:cNvSpPr/>
            <p:nvPr/>
          </p:nvSpPr>
          <p:spPr>
            <a:xfrm>
              <a:off x="4762972" y="3064279"/>
              <a:ext cx="26897" cy="28050"/>
            </a:xfrm>
            <a:custGeom>
              <a:avLst/>
              <a:gdLst/>
              <a:ahLst/>
              <a:cxnLst/>
              <a:rect l="l" t="t" r="r" b="b"/>
              <a:pathLst>
                <a:path w="1026" h="1070" extrusionOk="0">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5" name="Google Shape;16115;p66"/>
          <p:cNvGrpSpPr/>
          <p:nvPr/>
        </p:nvGrpSpPr>
        <p:grpSpPr>
          <a:xfrm>
            <a:off x="5131874" y="2922194"/>
            <a:ext cx="324699" cy="347611"/>
            <a:chOff x="5156931" y="2922194"/>
            <a:chExt cx="324699" cy="347611"/>
          </a:xfrm>
        </p:grpSpPr>
        <p:sp>
          <p:nvSpPr>
            <p:cNvPr id="16116" name="Google Shape;16116;p66"/>
            <p:cNvSpPr/>
            <p:nvPr/>
          </p:nvSpPr>
          <p:spPr>
            <a:xfrm>
              <a:off x="5160706" y="3072982"/>
              <a:ext cx="317149" cy="43543"/>
            </a:xfrm>
            <a:custGeom>
              <a:avLst/>
              <a:gdLst/>
              <a:ahLst/>
              <a:cxnLst/>
              <a:rect l="l" t="t" r="r" b="b"/>
              <a:pathLst>
                <a:path w="12098" h="1661" extrusionOk="0">
                  <a:moveTo>
                    <a:pt x="15" y="1"/>
                  </a:moveTo>
                  <a:lnTo>
                    <a:pt x="0" y="1661"/>
                  </a:lnTo>
                  <a:lnTo>
                    <a:pt x="12097" y="1661"/>
                  </a:lnTo>
                  <a:lnTo>
                    <a:pt x="1208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66"/>
            <p:cNvSpPr/>
            <p:nvPr/>
          </p:nvSpPr>
          <p:spPr>
            <a:xfrm>
              <a:off x="5258330" y="2922194"/>
              <a:ext cx="128689" cy="62261"/>
            </a:xfrm>
            <a:custGeom>
              <a:avLst/>
              <a:gdLst/>
              <a:ahLst/>
              <a:cxnLst/>
              <a:rect l="l" t="t" r="r" b="b"/>
              <a:pathLst>
                <a:path w="4909" h="2375" extrusionOk="0">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66"/>
            <p:cNvSpPr/>
            <p:nvPr/>
          </p:nvSpPr>
          <p:spPr>
            <a:xfrm>
              <a:off x="5258330" y="2957951"/>
              <a:ext cx="128689" cy="26503"/>
            </a:xfrm>
            <a:custGeom>
              <a:avLst/>
              <a:gdLst/>
              <a:ahLst/>
              <a:cxnLst/>
              <a:rect l="l" t="t" r="r" b="b"/>
              <a:pathLst>
                <a:path w="4909" h="1011" extrusionOk="0">
                  <a:moveTo>
                    <a:pt x="997" y="0"/>
                  </a:moveTo>
                  <a:lnTo>
                    <a:pt x="1" y="1011"/>
                  </a:lnTo>
                  <a:lnTo>
                    <a:pt x="4909" y="1011"/>
                  </a:lnTo>
                  <a:lnTo>
                    <a:pt x="391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9" name="Google Shape;16119;p66"/>
            <p:cNvSpPr/>
            <p:nvPr/>
          </p:nvSpPr>
          <p:spPr>
            <a:xfrm>
              <a:off x="5180000" y="2975358"/>
              <a:ext cx="278561" cy="260761"/>
            </a:xfrm>
            <a:custGeom>
              <a:avLst/>
              <a:gdLst/>
              <a:ahLst/>
              <a:cxnLst/>
              <a:rect l="l" t="t" r="r" b="b"/>
              <a:pathLst>
                <a:path w="10626" h="9947" extrusionOk="0">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0" name="Google Shape;16120;p66"/>
            <p:cNvSpPr/>
            <p:nvPr/>
          </p:nvSpPr>
          <p:spPr>
            <a:xfrm>
              <a:off x="5438847" y="2975358"/>
              <a:ext cx="19714" cy="260761"/>
            </a:xfrm>
            <a:custGeom>
              <a:avLst/>
              <a:gdLst/>
              <a:ahLst/>
              <a:cxnLst/>
              <a:rect l="l" t="t" r="r" b="b"/>
              <a:pathLst>
                <a:path w="752" h="9947" extrusionOk="0">
                  <a:moveTo>
                    <a:pt x="1" y="0"/>
                  </a:moveTo>
                  <a:lnTo>
                    <a:pt x="1" y="9946"/>
                  </a:lnTo>
                  <a:lnTo>
                    <a:pt x="751" y="9946"/>
                  </a:lnTo>
                  <a:lnTo>
                    <a:pt x="751" y="217"/>
                  </a:lnTo>
                  <a:cubicBezTo>
                    <a:pt x="751" y="102"/>
                    <a:pt x="650" y="0"/>
                    <a:pt x="535"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66"/>
            <p:cNvSpPr/>
            <p:nvPr/>
          </p:nvSpPr>
          <p:spPr>
            <a:xfrm>
              <a:off x="5180000" y="3062785"/>
              <a:ext cx="278561" cy="172967"/>
            </a:xfrm>
            <a:custGeom>
              <a:avLst/>
              <a:gdLst/>
              <a:ahLst/>
              <a:cxnLst/>
              <a:rect l="l" t="t" r="r" b="b"/>
              <a:pathLst>
                <a:path w="10626" h="6598" extrusionOk="0">
                  <a:moveTo>
                    <a:pt x="1" y="0"/>
                  </a:moveTo>
                  <a:lnTo>
                    <a:pt x="1" y="6597"/>
                  </a:lnTo>
                  <a:lnTo>
                    <a:pt x="10625" y="6597"/>
                  </a:lnTo>
                  <a:lnTo>
                    <a:pt x="10625" y="0"/>
                  </a:lnTo>
                  <a:lnTo>
                    <a:pt x="5313" y="3797"/>
                  </a:lnTo>
                  <a:lnTo>
                    <a:pt x="1"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66"/>
            <p:cNvSpPr/>
            <p:nvPr/>
          </p:nvSpPr>
          <p:spPr>
            <a:xfrm>
              <a:off x="5221262" y="3114192"/>
              <a:ext cx="196953" cy="10329"/>
            </a:xfrm>
            <a:custGeom>
              <a:avLst/>
              <a:gdLst/>
              <a:ahLst/>
              <a:cxnLst/>
              <a:rect l="l" t="t" r="r" b="b"/>
              <a:pathLst>
                <a:path w="7513" h="394" extrusionOk="0">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66"/>
            <p:cNvSpPr/>
            <p:nvPr/>
          </p:nvSpPr>
          <p:spPr>
            <a:xfrm>
              <a:off x="5254031" y="3136528"/>
              <a:ext cx="129581" cy="10696"/>
            </a:xfrm>
            <a:custGeom>
              <a:avLst/>
              <a:gdLst/>
              <a:ahLst/>
              <a:cxnLst/>
              <a:rect l="l" t="t" r="r" b="b"/>
              <a:pathLst>
                <a:path w="4943" h="408" extrusionOk="0">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4" name="Google Shape;16124;p66"/>
            <p:cNvSpPr/>
            <p:nvPr/>
          </p:nvSpPr>
          <p:spPr>
            <a:xfrm>
              <a:off x="5284074" y="3159282"/>
              <a:ext cx="68893" cy="10617"/>
            </a:xfrm>
            <a:custGeom>
              <a:avLst/>
              <a:gdLst/>
              <a:ahLst/>
              <a:cxnLst/>
              <a:rect l="l" t="t" r="r" b="b"/>
              <a:pathLst>
                <a:path w="2628" h="405" extrusionOk="0">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5" name="Google Shape;16125;p66"/>
            <p:cNvSpPr/>
            <p:nvPr/>
          </p:nvSpPr>
          <p:spPr>
            <a:xfrm>
              <a:off x="5156931" y="3073009"/>
              <a:ext cx="324699" cy="196796"/>
            </a:xfrm>
            <a:custGeom>
              <a:avLst/>
              <a:gdLst/>
              <a:ahLst/>
              <a:cxnLst/>
              <a:rect l="l" t="t" r="r" b="b"/>
              <a:pathLst>
                <a:path w="12386" h="7507" extrusionOk="0">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66"/>
            <p:cNvSpPr/>
            <p:nvPr/>
          </p:nvSpPr>
          <p:spPr>
            <a:xfrm>
              <a:off x="5464197" y="3072694"/>
              <a:ext cx="17433" cy="197111"/>
            </a:xfrm>
            <a:custGeom>
              <a:avLst/>
              <a:gdLst/>
              <a:ahLst/>
              <a:cxnLst/>
              <a:rect l="l" t="t" r="r" b="b"/>
              <a:pathLst>
                <a:path w="665" h="7519" extrusionOk="0">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66"/>
            <p:cNvSpPr/>
            <p:nvPr/>
          </p:nvSpPr>
          <p:spPr>
            <a:xfrm>
              <a:off x="5217461" y="3013579"/>
              <a:ext cx="32585" cy="32952"/>
            </a:xfrm>
            <a:custGeom>
              <a:avLst/>
              <a:gdLst/>
              <a:ahLst/>
              <a:cxnLst/>
              <a:rect l="l" t="t" r="r" b="b"/>
              <a:pathLst>
                <a:path w="1243" h="1257" extrusionOk="0">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66"/>
            <p:cNvSpPr/>
            <p:nvPr/>
          </p:nvSpPr>
          <p:spPr>
            <a:xfrm>
              <a:off x="5271595" y="3008258"/>
              <a:ext cx="36491" cy="10670"/>
            </a:xfrm>
            <a:custGeom>
              <a:avLst/>
              <a:gdLst/>
              <a:ahLst/>
              <a:cxnLst/>
              <a:rect l="l" t="t" r="r" b="b"/>
              <a:pathLst>
                <a:path w="1392" h="407" extrusionOk="0">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66"/>
            <p:cNvSpPr/>
            <p:nvPr/>
          </p:nvSpPr>
          <p:spPr>
            <a:xfrm>
              <a:off x="5270206" y="3036255"/>
              <a:ext cx="113406" cy="10670"/>
            </a:xfrm>
            <a:custGeom>
              <a:avLst/>
              <a:gdLst/>
              <a:ahLst/>
              <a:cxnLst/>
              <a:rect l="l" t="t" r="r" b="b"/>
              <a:pathLst>
                <a:path w="4326" h="407" extrusionOk="0">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0" name="Google Shape;16130;p66"/>
            <p:cNvSpPr/>
            <p:nvPr/>
          </p:nvSpPr>
          <p:spPr>
            <a:xfrm>
              <a:off x="5223517" y="3080532"/>
              <a:ext cx="69915" cy="10670"/>
            </a:xfrm>
            <a:custGeom>
              <a:avLst/>
              <a:gdLst/>
              <a:ahLst/>
              <a:cxnLst/>
              <a:rect l="l" t="t" r="r" b="b"/>
              <a:pathLst>
                <a:path w="2667" h="407" extrusionOk="0">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1" name="Google Shape;16131;p66"/>
            <p:cNvSpPr/>
            <p:nvPr/>
          </p:nvSpPr>
          <p:spPr>
            <a:xfrm>
              <a:off x="5183251" y="3234152"/>
              <a:ext cx="56939" cy="10696"/>
            </a:xfrm>
            <a:custGeom>
              <a:avLst/>
              <a:gdLst/>
              <a:ahLst/>
              <a:cxnLst/>
              <a:rect l="l" t="t" r="r" b="b"/>
              <a:pathLst>
                <a:path w="2172" h="408" extrusionOk="0">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2" name="Google Shape;16132;p66"/>
          <p:cNvGrpSpPr/>
          <p:nvPr/>
        </p:nvGrpSpPr>
        <p:grpSpPr>
          <a:xfrm>
            <a:off x="6061274" y="2905337"/>
            <a:ext cx="364441" cy="364834"/>
            <a:chOff x="6086331" y="2905337"/>
            <a:chExt cx="364441" cy="364834"/>
          </a:xfrm>
        </p:grpSpPr>
        <p:sp>
          <p:nvSpPr>
            <p:cNvPr id="16133" name="Google Shape;16133;p66"/>
            <p:cNvSpPr/>
            <p:nvPr/>
          </p:nvSpPr>
          <p:spPr>
            <a:xfrm>
              <a:off x="6086331" y="2905337"/>
              <a:ext cx="277407" cy="277433"/>
            </a:xfrm>
            <a:custGeom>
              <a:avLst/>
              <a:gdLst/>
              <a:ahLst/>
              <a:cxnLst/>
              <a:rect l="l" t="t" r="r" b="b"/>
              <a:pathLst>
                <a:path w="10582" h="10583" extrusionOk="0">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66"/>
            <p:cNvSpPr/>
            <p:nvPr/>
          </p:nvSpPr>
          <p:spPr>
            <a:xfrm>
              <a:off x="6143480" y="2983301"/>
              <a:ext cx="142321" cy="121821"/>
            </a:xfrm>
            <a:custGeom>
              <a:avLst/>
              <a:gdLst/>
              <a:ahLst/>
              <a:cxnLst/>
              <a:rect l="l" t="t" r="r" b="b"/>
              <a:pathLst>
                <a:path w="5429" h="4647" extrusionOk="0">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66"/>
            <p:cNvSpPr/>
            <p:nvPr/>
          </p:nvSpPr>
          <p:spPr>
            <a:xfrm>
              <a:off x="6184349" y="3013946"/>
              <a:ext cx="70781" cy="60557"/>
            </a:xfrm>
            <a:custGeom>
              <a:avLst/>
              <a:gdLst/>
              <a:ahLst/>
              <a:cxnLst/>
              <a:rect l="l" t="t" r="r" b="b"/>
              <a:pathLst>
                <a:path w="2700" h="2310" extrusionOk="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66"/>
            <p:cNvSpPr/>
            <p:nvPr/>
          </p:nvSpPr>
          <p:spPr>
            <a:xfrm>
              <a:off x="6268368" y="3087374"/>
              <a:ext cx="182404" cy="182797"/>
            </a:xfrm>
            <a:custGeom>
              <a:avLst/>
              <a:gdLst/>
              <a:ahLst/>
              <a:cxnLst/>
              <a:rect l="l" t="t" r="r" b="b"/>
              <a:pathLst>
                <a:path w="6958" h="6973" extrusionOk="0">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7" name="Google Shape;16137;p66"/>
            <p:cNvSpPr/>
            <p:nvPr/>
          </p:nvSpPr>
          <p:spPr>
            <a:xfrm>
              <a:off x="6298620" y="3133172"/>
              <a:ext cx="106747" cy="91412"/>
            </a:xfrm>
            <a:custGeom>
              <a:avLst/>
              <a:gdLst/>
              <a:ahLst/>
              <a:cxnLst/>
              <a:rect l="l" t="t" r="r" b="b"/>
              <a:pathLst>
                <a:path w="4072" h="3487" extrusionOk="0">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8" name="Google Shape;16138;p66"/>
            <p:cNvSpPr/>
            <p:nvPr/>
          </p:nvSpPr>
          <p:spPr>
            <a:xfrm>
              <a:off x="6322843" y="3151706"/>
              <a:ext cx="63991" cy="54527"/>
            </a:xfrm>
            <a:custGeom>
              <a:avLst/>
              <a:gdLst/>
              <a:ahLst/>
              <a:cxnLst/>
              <a:rect l="l" t="t" r="r" b="b"/>
              <a:pathLst>
                <a:path w="2441" h="2080" extrusionOk="0">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9" name="Google Shape;16139;p66"/>
          <p:cNvGrpSpPr/>
          <p:nvPr/>
        </p:nvGrpSpPr>
        <p:grpSpPr>
          <a:xfrm>
            <a:off x="6529002" y="2907251"/>
            <a:ext cx="377706" cy="377680"/>
            <a:chOff x="6554059" y="2907251"/>
            <a:chExt cx="377706" cy="377680"/>
          </a:xfrm>
        </p:grpSpPr>
        <p:sp>
          <p:nvSpPr>
            <p:cNvPr id="16140" name="Google Shape;16140;p66"/>
            <p:cNvSpPr/>
            <p:nvPr/>
          </p:nvSpPr>
          <p:spPr>
            <a:xfrm>
              <a:off x="6635064" y="2907251"/>
              <a:ext cx="215723" cy="377680"/>
            </a:xfrm>
            <a:custGeom>
              <a:avLst/>
              <a:gdLst/>
              <a:ahLst/>
              <a:cxnLst/>
              <a:rect l="l" t="t" r="r" b="b"/>
              <a:pathLst>
                <a:path w="8229" h="14407" extrusionOk="0">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1" name="Google Shape;16141;p66"/>
            <p:cNvSpPr/>
            <p:nvPr/>
          </p:nvSpPr>
          <p:spPr>
            <a:xfrm>
              <a:off x="6805330" y="2907251"/>
              <a:ext cx="45457" cy="377680"/>
            </a:xfrm>
            <a:custGeom>
              <a:avLst/>
              <a:gdLst/>
              <a:ahLst/>
              <a:cxnLst/>
              <a:rect l="l" t="t" r="r" b="b"/>
              <a:pathLst>
                <a:path w="1734" h="14407" extrusionOk="0">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66"/>
            <p:cNvSpPr/>
            <p:nvPr/>
          </p:nvSpPr>
          <p:spPr>
            <a:xfrm>
              <a:off x="6635064" y="3227389"/>
              <a:ext cx="215723" cy="22728"/>
            </a:xfrm>
            <a:custGeom>
              <a:avLst/>
              <a:gdLst/>
              <a:ahLst/>
              <a:cxnLst/>
              <a:rect l="l" t="t" r="r" b="b"/>
              <a:pathLst>
                <a:path w="8229" h="867" extrusionOk="0">
                  <a:moveTo>
                    <a:pt x="0" y="0"/>
                  </a:moveTo>
                  <a:lnTo>
                    <a:pt x="0" y="867"/>
                  </a:lnTo>
                  <a:lnTo>
                    <a:pt x="8228" y="867"/>
                  </a:lnTo>
                  <a:lnTo>
                    <a:pt x="8228" y="0"/>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66"/>
            <p:cNvSpPr/>
            <p:nvPr/>
          </p:nvSpPr>
          <p:spPr>
            <a:xfrm>
              <a:off x="6828058" y="3227389"/>
              <a:ext cx="22728" cy="22728"/>
            </a:xfrm>
            <a:custGeom>
              <a:avLst/>
              <a:gdLst/>
              <a:ahLst/>
              <a:cxnLst/>
              <a:rect l="l" t="t" r="r" b="b"/>
              <a:pathLst>
                <a:path w="867" h="867" extrusionOk="0">
                  <a:moveTo>
                    <a:pt x="0" y="0"/>
                  </a:moveTo>
                  <a:lnTo>
                    <a:pt x="0" y="867"/>
                  </a:lnTo>
                  <a:lnTo>
                    <a:pt x="866" y="867"/>
                  </a:lnTo>
                  <a:lnTo>
                    <a:pt x="866"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4" name="Google Shape;16144;p66"/>
            <p:cNvSpPr/>
            <p:nvPr/>
          </p:nvSpPr>
          <p:spPr>
            <a:xfrm>
              <a:off x="6635064" y="3250091"/>
              <a:ext cx="215723" cy="34840"/>
            </a:xfrm>
            <a:custGeom>
              <a:avLst/>
              <a:gdLst/>
              <a:ahLst/>
              <a:cxnLst/>
              <a:rect l="l" t="t" r="r" b="b"/>
              <a:pathLst>
                <a:path w="8229" h="1329" extrusionOk="0">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5" name="Google Shape;16145;p66"/>
            <p:cNvSpPr/>
            <p:nvPr/>
          </p:nvSpPr>
          <p:spPr>
            <a:xfrm>
              <a:off x="6805330" y="3250091"/>
              <a:ext cx="45457" cy="34840"/>
            </a:xfrm>
            <a:custGeom>
              <a:avLst/>
              <a:gdLst/>
              <a:ahLst/>
              <a:cxnLst/>
              <a:rect l="l" t="t" r="r" b="b"/>
              <a:pathLst>
                <a:path w="1734" h="1329" extrusionOk="0">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6" name="Google Shape;16146;p66"/>
            <p:cNvSpPr/>
            <p:nvPr/>
          </p:nvSpPr>
          <p:spPr>
            <a:xfrm>
              <a:off x="6635064" y="2907251"/>
              <a:ext cx="216090" cy="35207"/>
            </a:xfrm>
            <a:custGeom>
              <a:avLst/>
              <a:gdLst/>
              <a:ahLst/>
              <a:cxnLst/>
              <a:rect l="l" t="t" r="r" b="b"/>
              <a:pathLst>
                <a:path w="8243" h="1343" extrusionOk="0">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66"/>
            <p:cNvSpPr/>
            <p:nvPr/>
          </p:nvSpPr>
          <p:spPr>
            <a:xfrm>
              <a:off x="6805330" y="2907251"/>
              <a:ext cx="45457" cy="35207"/>
            </a:xfrm>
            <a:custGeom>
              <a:avLst/>
              <a:gdLst/>
              <a:ahLst/>
              <a:cxnLst/>
              <a:rect l="l" t="t" r="r" b="b"/>
              <a:pathLst>
                <a:path w="1734" h="1343" extrusionOk="0">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66"/>
            <p:cNvSpPr/>
            <p:nvPr/>
          </p:nvSpPr>
          <p:spPr>
            <a:xfrm>
              <a:off x="6720577" y="3262202"/>
              <a:ext cx="45064" cy="11010"/>
            </a:xfrm>
            <a:custGeom>
              <a:avLst/>
              <a:gdLst/>
              <a:ahLst/>
              <a:cxnLst/>
              <a:rect l="l" t="t" r="r" b="b"/>
              <a:pathLst>
                <a:path w="1719" h="420" extrusionOk="0">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9" name="Google Shape;16149;p66"/>
            <p:cNvSpPr/>
            <p:nvPr/>
          </p:nvSpPr>
          <p:spPr>
            <a:xfrm>
              <a:off x="6554059" y="2962879"/>
              <a:ext cx="149137" cy="163765"/>
            </a:xfrm>
            <a:custGeom>
              <a:avLst/>
              <a:gdLst/>
              <a:ahLst/>
              <a:cxnLst/>
              <a:rect l="l" t="t" r="r" b="b"/>
              <a:pathLst>
                <a:path w="5689" h="6247" extrusionOk="0">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0" name="Google Shape;16150;p66"/>
            <p:cNvSpPr/>
            <p:nvPr/>
          </p:nvSpPr>
          <p:spPr>
            <a:xfrm>
              <a:off x="6650950" y="2962879"/>
              <a:ext cx="52246" cy="129056"/>
            </a:xfrm>
            <a:custGeom>
              <a:avLst/>
              <a:gdLst/>
              <a:ahLst/>
              <a:cxnLst/>
              <a:rect l="l" t="t" r="r" b="b"/>
              <a:pathLst>
                <a:path w="1993" h="4923" extrusionOk="0">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66"/>
            <p:cNvSpPr/>
            <p:nvPr/>
          </p:nvSpPr>
          <p:spPr>
            <a:xfrm>
              <a:off x="6596842" y="2999580"/>
              <a:ext cx="64358" cy="53295"/>
            </a:xfrm>
            <a:custGeom>
              <a:avLst/>
              <a:gdLst/>
              <a:ahLst/>
              <a:cxnLst/>
              <a:rect l="l" t="t" r="r" b="b"/>
              <a:pathLst>
                <a:path w="2455" h="2033" extrusionOk="0">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66"/>
            <p:cNvSpPr/>
            <p:nvPr/>
          </p:nvSpPr>
          <p:spPr>
            <a:xfrm>
              <a:off x="6782628" y="3055576"/>
              <a:ext cx="149137" cy="163765"/>
            </a:xfrm>
            <a:custGeom>
              <a:avLst/>
              <a:gdLst/>
              <a:ahLst/>
              <a:cxnLst/>
              <a:rect l="l" t="t" r="r" b="b"/>
              <a:pathLst>
                <a:path w="5689" h="6247" extrusionOk="0">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66"/>
            <p:cNvSpPr/>
            <p:nvPr/>
          </p:nvSpPr>
          <p:spPr>
            <a:xfrm>
              <a:off x="6879885" y="3055576"/>
              <a:ext cx="51879" cy="129083"/>
            </a:xfrm>
            <a:custGeom>
              <a:avLst/>
              <a:gdLst/>
              <a:ahLst/>
              <a:cxnLst/>
              <a:rect l="l" t="t" r="r" b="b"/>
              <a:pathLst>
                <a:path w="1979" h="4924" extrusionOk="0">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66"/>
            <p:cNvSpPr/>
            <p:nvPr/>
          </p:nvSpPr>
          <p:spPr>
            <a:xfrm>
              <a:off x="6841297" y="3080926"/>
              <a:ext cx="31799" cy="32192"/>
            </a:xfrm>
            <a:custGeom>
              <a:avLst/>
              <a:gdLst/>
              <a:ahLst/>
              <a:cxnLst/>
              <a:rect l="l" t="t" r="r" b="b"/>
              <a:pathLst>
                <a:path w="1213" h="1228" extrusionOk="0">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66"/>
            <p:cNvSpPr/>
            <p:nvPr/>
          </p:nvSpPr>
          <p:spPr>
            <a:xfrm>
              <a:off x="6830706" y="3113091"/>
              <a:ext cx="53374" cy="31825"/>
            </a:xfrm>
            <a:custGeom>
              <a:avLst/>
              <a:gdLst/>
              <a:ahLst/>
              <a:cxnLst/>
              <a:rect l="l" t="t" r="r" b="b"/>
              <a:pathLst>
                <a:path w="2036" h="1214" extrusionOk="0">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66"/>
            <p:cNvSpPr/>
            <p:nvPr/>
          </p:nvSpPr>
          <p:spPr>
            <a:xfrm>
              <a:off x="6725112" y="2972343"/>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7" name="Google Shape;16157;p66"/>
            <p:cNvSpPr/>
            <p:nvPr/>
          </p:nvSpPr>
          <p:spPr>
            <a:xfrm>
              <a:off x="6725112" y="2995045"/>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8" name="Google Shape;16158;p66"/>
            <p:cNvSpPr/>
            <p:nvPr/>
          </p:nvSpPr>
          <p:spPr>
            <a:xfrm>
              <a:off x="6725112" y="3017747"/>
              <a:ext cx="95396" cy="11377"/>
            </a:xfrm>
            <a:custGeom>
              <a:avLst/>
              <a:gdLst/>
              <a:ahLst/>
              <a:cxnLst/>
              <a:rect l="l" t="t" r="r" b="b"/>
              <a:pathLst>
                <a:path w="3639" h="434" extrusionOk="0">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66"/>
            <p:cNvSpPr/>
            <p:nvPr/>
          </p:nvSpPr>
          <p:spPr>
            <a:xfrm>
              <a:off x="6664949" y="3138467"/>
              <a:ext cx="91595" cy="23095"/>
            </a:xfrm>
            <a:custGeom>
              <a:avLst/>
              <a:gdLst/>
              <a:ahLst/>
              <a:cxnLst/>
              <a:rect l="l" t="t" r="r" b="b"/>
              <a:pathLst>
                <a:path w="3494" h="881" extrusionOk="0">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66"/>
            <p:cNvSpPr/>
            <p:nvPr/>
          </p:nvSpPr>
          <p:spPr>
            <a:xfrm>
              <a:off x="6663428" y="3178576"/>
              <a:ext cx="95003" cy="11377"/>
            </a:xfrm>
            <a:custGeom>
              <a:avLst/>
              <a:gdLst/>
              <a:ahLst/>
              <a:cxnLst/>
              <a:rect l="l" t="t" r="r" b="b"/>
              <a:pathLst>
                <a:path w="3624" h="434" extrusionOk="0">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1" name="Google Shape;16161;p66"/>
          <p:cNvGrpSpPr/>
          <p:nvPr/>
        </p:nvGrpSpPr>
        <p:grpSpPr>
          <a:xfrm>
            <a:off x="7466739" y="2945446"/>
            <a:ext cx="400801" cy="317542"/>
            <a:chOff x="7491796" y="2945446"/>
            <a:chExt cx="400801" cy="317542"/>
          </a:xfrm>
        </p:grpSpPr>
        <p:sp>
          <p:nvSpPr>
            <p:cNvPr id="16162" name="Google Shape;16162;p66"/>
            <p:cNvSpPr/>
            <p:nvPr/>
          </p:nvSpPr>
          <p:spPr>
            <a:xfrm>
              <a:off x="7491796" y="2998453"/>
              <a:ext cx="340611" cy="264536"/>
            </a:xfrm>
            <a:custGeom>
              <a:avLst/>
              <a:gdLst/>
              <a:ahLst/>
              <a:cxnLst/>
              <a:rect l="l" t="t" r="r" b="b"/>
              <a:pathLst>
                <a:path w="12993" h="10091" extrusionOk="0">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66"/>
            <p:cNvSpPr/>
            <p:nvPr/>
          </p:nvSpPr>
          <p:spPr>
            <a:xfrm>
              <a:off x="7491796" y="2998453"/>
              <a:ext cx="24249" cy="264536"/>
            </a:xfrm>
            <a:custGeom>
              <a:avLst/>
              <a:gdLst/>
              <a:ahLst/>
              <a:cxnLst/>
              <a:rect l="l" t="t" r="r" b="b"/>
              <a:pathLst>
                <a:path w="925" h="10091" extrusionOk="0">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66"/>
            <p:cNvSpPr/>
            <p:nvPr/>
          </p:nvSpPr>
          <p:spPr>
            <a:xfrm>
              <a:off x="7541002" y="2945473"/>
              <a:ext cx="291406" cy="58669"/>
            </a:xfrm>
            <a:custGeom>
              <a:avLst/>
              <a:gdLst/>
              <a:ahLst/>
              <a:cxnLst/>
              <a:rect l="l" t="t" r="r" b="b"/>
              <a:pathLst>
                <a:path w="11116" h="2238" extrusionOk="0">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5" name="Google Shape;16165;p66"/>
            <p:cNvSpPr/>
            <p:nvPr/>
          </p:nvSpPr>
          <p:spPr>
            <a:xfrm>
              <a:off x="7491796" y="2945473"/>
              <a:ext cx="56415" cy="58669"/>
            </a:xfrm>
            <a:custGeom>
              <a:avLst/>
              <a:gdLst/>
              <a:ahLst/>
              <a:cxnLst/>
              <a:rect l="l" t="t" r="r" b="b"/>
              <a:pathLst>
                <a:path w="2152" h="2238" extrusionOk="0">
                  <a:moveTo>
                    <a:pt x="319" y="0"/>
                  </a:moveTo>
                  <a:cubicBezTo>
                    <a:pt x="145" y="0"/>
                    <a:pt x="1" y="144"/>
                    <a:pt x="1" y="318"/>
                  </a:cubicBezTo>
                  <a:lnTo>
                    <a:pt x="1" y="2238"/>
                  </a:lnTo>
                  <a:lnTo>
                    <a:pt x="2152" y="2238"/>
                  </a:lnTo>
                  <a:lnTo>
                    <a:pt x="2152"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6" name="Google Shape;16166;p66"/>
            <p:cNvSpPr/>
            <p:nvPr/>
          </p:nvSpPr>
          <p:spPr>
            <a:xfrm>
              <a:off x="7491796" y="2945446"/>
              <a:ext cx="24642" cy="58695"/>
            </a:xfrm>
            <a:custGeom>
              <a:avLst/>
              <a:gdLst/>
              <a:ahLst/>
              <a:cxnLst/>
              <a:rect l="l" t="t" r="r" b="b"/>
              <a:pathLst>
                <a:path w="940" h="2239" extrusionOk="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66"/>
            <p:cNvSpPr/>
            <p:nvPr/>
          </p:nvSpPr>
          <p:spPr>
            <a:xfrm>
              <a:off x="7568632" y="2968542"/>
              <a:ext cx="228962" cy="12138"/>
            </a:xfrm>
            <a:custGeom>
              <a:avLst/>
              <a:gdLst/>
              <a:ahLst/>
              <a:cxnLst/>
              <a:rect l="l" t="t" r="r" b="b"/>
              <a:pathLst>
                <a:path w="8734" h="463" extrusionOk="0">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66"/>
            <p:cNvSpPr/>
            <p:nvPr/>
          </p:nvSpPr>
          <p:spPr>
            <a:xfrm>
              <a:off x="7656793" y="3073402"/>
              <a:ext cx="225947" cy="122450"/>
            </a:xfrm>
            <a:custGeom>
              <a:avLst/>
              <a:gdLst/>
              <a:ahLst/>
              <a:cxnLst/>
              <a:rect l="l" t="t" r="r" b="b"/>
              <a:pathLst>
                <a:path w="8619" h="4671" extrusionOk="0">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66"/>
            <p:cNvSpPr/>
            <p:nvPr/>
          </p:nvSpPr>
          <p:spPr>
            <a:xfrm>
              <a:off x="7649610" y="3172888"/>
              <a:ext cx="32952" cy="32952"/>
            </a:xfrm>
            <a:custGeom>
              <a:avLst/>
              <a:gdLst/>
              <a:ahLst/>
              <a:cxnLst/>
              <a:rect l="l" t="t" r="r" b="b"/>
              <a:pathLst>
                <a:path w="1257" h="1257" extrusionOk="0">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66"/>
            <p:cNvSpPr/>
            <p:nvPr/>
          </p:nvSpPr>
          <p:spPr>
            <a:xfrm>
              <a:off x="7778273" y="3164184"/>
              <a:ext cx="32952" cy="33345"/>
            </a:xfrm>
            <a:custGeom>
              <a:avLst/>
              <a:gdLst/>
              <a:ahLst/>
              <a:cxnLst/>
              <a:rect l="l" t="t" r="r" b="b"/>
              <a:pathLst>
                <a:path w="1257" h="1272" extrusionOk="0">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66"/>
            <p:cNvSpPr/>
            <p:nvPr/>
          </p:nvSpPr>
          <p:spPr>
            <a:xfrm>
              <a:off x="7859252" y="3062785"/>
              <a:ext cx="33345" cy="33319"/>
            </a:xfrm>
            <a:custGeom>
              <a:avLst/>
              <a:gdLst/>
              <a:ahLst/>
              <a:cxnLst/>
              <a:rect l="l" t="t" r="r" b="b"/>
              <a:pathLst>
                <a:path w="1272" h="1271" extrusionOk="0">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2" name="Google Shape;16172;p66"/>
            <p:cNvSpPr/>
            <p:nvPr/>
          </p:nvSpPr>
          <p:spPr>
            <a:xfrm>
              <a:off x="7713942" y="3112724"/>
              <a:ext cx="32952" cy="33319"/>
            </a:xfrm>
            <a:custGeom>
              <a:avLst/>
              <a:gdLst/>
              <a:ahLst/>
              <a:cxnLst/>
              <a:rect l="l" t="t" r="r" b="b"/>
              <a:pathLst>
                <a:path w="1257" h="1271" extrusionOk="0">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3" name="Google Shape;16173;p66"/>
            <p:cNvSpPr/>
            <p:nvPr/>
          </p:nvSpPr>
          <p:spPr>
            <a:xfrm>
              <a:off x="7649610" y="3172704"/>
              <a:ext cx="24616" cy="33319"/>
            </a:xfrm>
            <a:custGeom>
              <a:avLst/>
              <a:gdLst/>
              <a:ahLst/>
              <a:cxnLst/>
              <a:rect l="l" t="t" r="r" b="b"/>
              <a:pathLst>
                <a:path w="939" h="1271" extrusionOk="0">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66"/>
            <p:cNvSpPr/>
            <p:nvPr/>
          </p:nvSpPr>
          <p:spPr>
            <a:xfrm>
              <a:off x="7778273" y="316423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66"/>
            <p:cNvSpPr/>
            <p:nvPr/>
          </p:nvSpPr>
          <p:spPr>
            <a:xfrm>
              <a:off x="7859252" y="3062968"/>
              <a:ext cx="24642" cy="33083"/>
            </a:xfrm>
            <a:custGeom>
              <a:avLst/>
              <a:gdLst/>
              <a:ahLst/>
              <a:cxnLst/>
              <a:rect l="l" t="t" r="r" b="b"/>
              <a:pathLst>
                <a:path w="940" h="1262" extrusionOk="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66"/>
            <p:cNvSpPr/>
            <p:nvPr/>
          </p:nvSpPr>
          <p:spPr>
            <a:xfrm>
              <a:off x="7713942" y="311277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66"/>
            <p:cNvSpPr/>
            <p:nvPr/>
          </p:nvSpPr>
          <p:spPr>
            <a:xfrm>
              <a:off x="7530411" y="3104021"/>
              <a:ext cx="101452" cy="12138"/>
            </a:xfrm>
            <a:custGeom>
              <a:avLst/>
              <a:gdLst/>
              <a:ahLst/>
              <a:cxnLst/>
              <a:rect l="l" t="t" r="r" b="b"/>
              <a:pathLst>
                <a:path w="3870" h="463" extrusionOk="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66"/>
            <p:cNvSpPr/>
            <p:nvPr/>
          </p:nvSpPr>
          <p:spPr>
            <a:xfrm>
              <a:off x="7530411" y="3133539"/>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66"/>
            <p:cNvSpPr/>
            <p:nvPr/>
          </p:nvSpPr>
          <p:spPr>
            <a:xfrm>
              <a:off x="7530411" y="3163057"/>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66"/>
            <p:cNvSpPr/>
            <p:nvPr/>
          </p:nvSpPr>
          <p:spPr>
            <a:xfrm>
              <a:off x="7530411" y="3192575"/>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66"/>
            <p:cNvSpPr/>
            <p:nvPr/>
          </p:nvSpPr>
          <p:spPr>
            <a:xfrm>
              <a:off x="7530411" y="3222093"/>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66"/>
            <p:cNvSpPr/>
            <p:nvPr/>
          </p:nvSpPr>
          <p:spPr>
            <a:xfrm>
              <a:off x="7538354" y="3035521"/>
              <a:ext cx="247522" cy="44303"/>
            </a:xfrm>
            <a:custGeom>
              <a:avLst/>
              <a:gdLst/>
              <a:ahLst/>
              <a:cxnLst/>
              <a:rect l="l" t="t" r="r" b="b"/>
              <a:pathLst>
                <a:path w="9442" h="1690" extrusionOk="0">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3" name="Google Shape;16183;p66"/>
            <p:cNvSpPr/>
            <p:nvPr/>
          </p:nvSpPr>
          <p:spPr>
            <a:xfrm>
              <a:off x="7538721" y="3054081"/>
              <a:ext cx="246762" cy="25743"/>
            </a:xfrm>
            <a:custGeom>
              <a:avLst/>
              <a:gdLst/>
              <a:ahLst/>
              <a:cxnLst/>
              <a:rect l="l" t="t" r="r" b="b"/>
              <a:pathLst>
                <a:path w="9413" h="982" extrusionOk="0">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4" name="Google Shape;16184;p66"/>
          <p:cNvGrpSpPr/>
          <p:nvPr/>
        </p:nvGrpSpPr>
        <p:grpSpPr>
          <a:xfrm>
            <a:off x="7020586" y="2907723"/>
            <a:ext cx="345304" cy="365857"/>
            <a:chOff x="7045643" y="2907723"/>
            <a:chExt cx="345304" cy="365857"/>
          </a:xfrm>
        </p:grpSpPr>
        <p:sp>
          <p:nvSpPr>
            <p:cNvPr id="16185" name="Google Shape;16185;p66"/>
            <p:cNvSpPr/>
            <p:nvPr/>
          </p:nvSpPr>
          <p:spPr>
            <a:xfrm>
              <a:off x="7101638" y="2970429"/>
              <a:ext cx="231636" cy="284223"/>
            </a:xfrm>
            <a:custGeom>
              <a:avLst/>
              <a:gdLst/>
              <a:ahLst/>
              <a:cxnLst/>
              <a:rect l="l" t="t" r="r" b="b"/>
              <a:pathLst>
                <a:path w="8836" h="10842" extrusionOk="0">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66"/>
            <p:cNvSpPr/>
            <p:nvPr/>
          </p:nvSpPr>
          <p:spPr>
            <a:xfrm>
              <a:off x="7129269" y="2989357"/>
              <a:ext cx="176768" cy="177135"/>
            </a:xfrm>
            <a:custGeom>
              <a:avLst/>
              <a:gdLst/>
              <a:ahLst/>
              <a:cxnLst/>
              <a:rect l="l" t="t" r="r" b="b"/>
              <a:pathLst>
                <a:path w="6743" h="6757" extrusionOk="0">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66"/>
            <p:cNvSpPr/>
            <p:nvPr/>
          </p:nvSpPr>
          <p:spPr>
            <a:xfrm>
              <a:off x="7148196" y="3008284"/>
              <a:ext cx="138913" cy="139280"/>
            </a:xfrm>
            <a:custGeom>
              <a:avLst/>
              <a:gdLst/>
              <a:ahLst/>
              <a:cxnLst/>
              <a:rect l="l" t="t" r="r" b="b"/>
              <a:pathLst>
                <a:path w="5299" h="5313" extrusionOk="0">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66"/>
            <p:cNvSpPr/>
            <p:nvPr/>
          </p:nvSpPr>
          <p:spPr>
            <a:xfrm>
              <a:off x="7198529" y="3248570"/>
              <a:ext cx="37854" cy="25009"/>
            </a:xfrm>
            <a:custGeom>
              <a:avLst/>
              <a:gdLst/>
              <a:ahLst/>
              <a:cxnLst/>
              <a:rect l="l" t="t" r="r" b="b"/>
              <a:pathLst>
                <a:path w="1444" h="954" extrusionOk="0">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9" name="Google Shape;16189;p66"/>
            <p:cNvSpPr/>
            <p:nvPr/>
          </p:nvSpPr>
          <p:spPr>
            <a:xfrm>
              <a:off x="7342711" y="3071436"/>
              <a:ext cx="48236" cy="12950"/>
            </a:xfrm>
            <a:custGeom>
              <a:avLst/>
              <a:gdLst/>
              <a:ahLst/>
              <a:cxnLst/>
              <a:rect l="l" t="t" r="r" b="b"/>
              <a:pathLst>
                <a:path w="1840" h="494" extrusionOk="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0" name="Google Shape;16190;p66"/>
            <p:cNvSpPr/>
            <p:nvPr/>
          </p:nvSpPr>
          <p:spPr>
            <a:xfrm>
              <a:off x="7045643" y="3071436"/>
              <a:ext cx="54658" cy="12950"/>
            </a:xfrm>
            <a:custGeom>
              <a:avLst/>
              <a:gdLst/>
              <a:ahLst/>
              <a:cxnLst/>
              <a:rect l="l" t="t" r="r" b="b"/>
              <a:pathLst>
                <a:path w="2085" h="494" extrusionOk="0">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66"/>
            <p:cNvSpPr/>
            <p:nvPr/>
          </p:nvSpPr>
          <p:spPr>
            <a:xfrm>
              <a:off x="7211400" y="2907723"/>
              <a:ext cx="12505" cy="43831"/>
            </a:xfrm>
            <a:custGeom>
              <a:avLst/>
              <a:gdLst/>
              <a:ahLst/>
              <a:cxnLst/>
              <a:rect l="l" t="t" r="r" b="b"/>
              <a:pathLst>
                <a:path w="477" h="1672" extrusionOk="0">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66"/>
            <p:cNvSpPr/>
            <p:nvPr/>
          </p:nvSpPr>
          <p:spPr>
            <a:xfrm>
              <a:off x="7204951" y="3014706"/>
              <a:ext cx="25009" cy="107508"/>
            </a:xfrm>
            <a:custGeom>
              <a:avLst/>
              <a:gdLst/>
              <a:ahLst/>
              <a:cxnLst/>
              <a:rect l="l" t="t" r="r" b="b"/>
              <a:pathLst>
                <a:path w="954" h="4101" extrusionOk="0">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3" name="Google Shape;16193;p66"/>
            <p:cNvSpPr/>
            <p:nvPr/>
          </p:nvSpPr>
          <p:spPr>
            <a:xfrm>
              <a:off x="7207992" y="3134666"/>
              <a:ext cx="18953" cy="18953"/>
            </a:xfrm>
            <a:custGeom>
              <a:avLst/>
              <a:gdLst/>
              <a:ahLst/>
              <a:cxnLst/>
              <a:rect l="l" t="t" r="r" b="b"/>
              <a:pathLst>
                <a:path w="723" h="723" extrusionOk="0">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4" name="Google Shape;16194;p66"/>
            <p:cNvSpPr/>
            <p:nvPr/>
          </p:nvSpPr>
          <p:spPr>
            <a:xfrm>
              <a:off x="7276099" y="2940754"/>
              <a:ext cx="25088" cy="28574"/>
            </a:xfrm>
            <a:custGeom>
              <a:avLst/>
              <a:gdLst/>
              <a:ahLst/>
              <a:cxnLst/>
              <a:rect l="l" t="t" r="r" b="b"/>
              <a:pathLst>
                <a:path w="957" h="1090" extrusionOk="0">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66"/>
            <p:cNvSpPr/>
            <p:nvPr/>
          </p:nvSpPr>
          <p:spPr>
            <a:xfrm>
              <a:off x="7133804" y="3185812"/>
              <a:ext cx="26372" cy="29859"/>
            </a:xfrm>
            <a:custGeom>
              <a:avLst/>
              <a:gdLst/>
              <a:ahLst/>
              <a:cxnLst/>
              <a:rect l="l" t="t" r="r" b="b"/>
              <a:pathLst>
                <a:path w="1006" h="1139" extrusionOk="0">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66"/>
            <p:cNvSpPr/>
            <p:nvPr/>
          </p:nvSpPr>
          <p:spPr>
            <a:xfrm>
              <a:off x="7132886" y="2939758"/>
              <a:ext cx="26320" cy="29571"/>
            </a:xfrm>
            <a:custGeom>
              <a:avLst/>
              <a:gdLst/>
              <a:ahLst/>
              <a:cxnLst/>
              <a:rect l="l" t="t" r="r" b="b"/>
              <a:pathLst>
                <a:path w="1004" h="1128" extrusionOk="0">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66"/>
            <p:cNvSpPr/>
            <p:nvPr/>
          </p:nvSpPr>
          <p:spPr>
            <a:xfrm>
              <a:off x="7276020" y="3186729"/>
              <a:ext cx="25062" cy="28941"/>
            </a:xfrm>
            <a:custGeom>
              <a:avLst/>
              <a:gdLst/>
              <a:ahLst/>
              <a:cxnLst/>
              <a:rect l="l" t="t" r="r" b="b"/>
              <a:pathLst>
                <a:path w="956" h="1104" extrusionOk="0">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66"/>
            <p:cNvSpPr/>
            <p:nvPr/>
          </p:nvSpPr>
          <p:spPr>
            <a:xfrm>
              <a:off x="7322185" y="3137550"/>
              <a:ext cx="35312" cy="22886"/>
            </a:xfrm>
            <a:custGeom>
              <a:avLst/>
              <a:gdLst/>
              <a:ahLst/>
              <a:cxnLst/>
              <a:rect l="l" t="t" r="r" b="b"/>
              <a:pathLst>
                <a:path w="1347" h="873" extrusionOk="0">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66"/>
            <p:cNvSpPr/>
            <p:nvPr/>
          </p:nvSpPr>
          <p:spPr>
            <a:xfrm>
              <a:off x="7077599" y="2995858"/>
              <a:ext cx="33922" cy="21916"/>
            </a:xfrm>
            <a:custGeom>
              <a:avLst/>
              <a:gdLst/>
              <a:ahLst/>
              <a:cxnLst/>
              <a:rect l="l" t="t" r="r" b="b"/>
              <a:pathLst>
                <a:path w="1294" h="836" extrusionOk="0">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0" name="Google Shape;16200;p66"/>
            <p:cNvSpPr/>
            <p:nvPr/>
          </p:nvSpPr>
          <p:spPr>
            <a:xfrm>
              <a:off x="7323784" y="2995255"/>
              <a:ext cx="35312" cy="22519"/>
            </a:xfrm>
            <a:custGeom>
              <a:avLst/>
              <a:gdLst/>
              <a:ahLst/>
              <a:cxnLst/>
              <a:rect l="l" t="t" r="r" b="b"/>
              <a:pathLst>
                <a:path w="1347" h="859" extrusionOk="0">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1" name="Google Shape;16201;p66"/>
            <p:cNvSpPr/>
            <p:nvPr/>
          </p:nvSpPr>
          <p:spPr>
            <a:xfrm>
              <a:off x="7077809" y="3137550"/>
              <a:ext cx="34945" cy="22886"/>
            </a:xfrm>
            <a:custGeom>
              <a:avLst/>
              <a:gdLst/>
              <a:ahLst/>
              <a:cxnLst/>
              <a:rect l="l" t="t" r="r" b="b"/>
              <a:pathLst>
                <a:path w="1333" h="873" extrusionOk="0">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66"/>
            <p:cNvSpPr/>
            <p:nvPr/>
          </p:nvSpPr>
          <p:spPr>
            <a:xfrm>
              <a:off x="7186050" y="3210742"/>
              <a:ext cx="63204" cy="44303"/>
            </a:xfrm>
            <a:custGeom>
              <a:avLst/>
              <a:gdLst/>
              <a:ahLst/>
              <a:cxnLst/>
              <a:rect l="l" t="t" r="r" b="b"/>
              <a:pathLst>
                <a:path w="2411" h="1690" extrusionOk="0">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66"/>
            <p:cNvSpPr/>
            <p:nvPr/>
          </p:nvSpPr>
          <p:spPr>
            <a:xfrm>
              <a:off x="7179602" y="3210349"/>
              <a:ext cx="76102" cy="12898"/>
            </a:xfrm>
            <a:custGeom>
              <a:avLst/>
              <a:gdLst/>
              <a:ahLst/>
              <a:cxnLst/>
              <a:rect l="l" t="t" r="r" b="b"/>
              <a:pathLst>
                <a:path w="2903" h="492" extrusionOk="0">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4" name="Google Shape;16204;p66"/>
          <p:cNvGrpSpPr/>
          <p:nvPr/>
        </p:nvGrpSpPr>
        <p:grpSpPr>
          <a:xfrm>
            <a:off x="7967786" y="2907251"/>
            <a:ext cx="347794" cy="366328"/>
            <a:chOff x="7992843" y="2907251"/>
            <a:chExt cx="347794" cy="366328"/>
          </a:xfrm>
        </p:grpSpPr>
        <p:sp>
          <p:nvSpPr>
            <p:cNvPr id="16205" name="Google Shape;16205;p66"/>
            <p:cNvSpPr/>
            <p:nvPr/>
          </p:nvSpPr>
          <p:spPr>
            <a:xfrm>
              <a:off x="7992843" y="2907251"/>
              <a:ext cx="347794" cy="238032"/>
            </a:xfrm>
            <a:custGeom>
              <a:avLst/>
              <a:gdLst/>
              <a:ahLst/>
              <a:cxnLst/>
              <a:rect l="l" t="t" r="r" b="b"/>
              <a:pathLst>
                <a:path w="13267" h="9080" extrusionOk="0">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66"/>
            <p:cNvSpPr/>
            <p:nvPr/>
          </p:nvSpPr>
          <p:spPr>
            <a:xfrm>
              <a:off x="7993210" y="2907251"/>
              <a:ext cx="26897" cy="238032"/>
            </a:xfrm>
            <a:custGeom>
              <a:avLst/>
              <a:gdLst/>
              <a:ahLst/>
              <a:cxnLst/>
              <a:rect l="l" t="t" r="r" b="b"/>
              <a:pathLst>
                <a:path w="1026" h="9080" extrusionOk="0">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66"/>
            <p:cNvSpPr/>
            <p:nvPr/>
          </p:nvSpPr>
          <p:spPr>
            <a:xfrm>
              <a:off x="8018586" y="2935590"/>
              <a:ext cx="296334" cy="207439"/>
            </a:xfrm>
            <a:custGeom>
              <a:avLst/>
              <a:gdLst/>
              <a:ahLst/>
              <a:cxnLst/>
              <a:rect l="l" t="t" r="r" b="b"/>
              <a:pathLst>
                <a:path w="11304" h="7913" extrusionOk="0">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66"/>
            <p:cNvSpPr/>
            <p:nvPr/>
          </p:nvSpPr>
          <p:spPr>
            <a:xfrm>
              <a:off x="8018586" y="2935249"/>
              <a:ext cx="22335" cy="207387"/>
            </a:xfrm>
            <a:custGeom>
              <a:avLst/>
              <a:gdLst/>
              <a:ahLst/>
              <a:cxnLst/>
              <a:rect l="l" t="t" r="r" b="b"/>
              <a:pathLst>
                <a:path w="852" h="7911" extrusionOk="0">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9" name="Google Shape;16209;p66"/>
            <p:cNvSpPr/>
            <p:nvPr/>
          </p:nvSpPr>
          <p:spPr>
            <a:xfrm>
              <a:off x="8137393" y="3051801"/>
              <a:ext cx="27657" cy="91595"/>
            </a:xfrm>
            <a:custGeom>
              <a:avLst/>
              <a:gdLst/>
              <a:ahLst/>
              <a:cxnLst/>
              <a:rect l="l" t="t" r="r" b="b"/>
              <a:pathLst>
                <a:path w="1055" h="3494" extrusionOk="0">
                  <a:moveTo>
                    <a:pt x="1" y="0"/>
                  </a:moveTo>
                  <a:lnTo>
                    <a:pt x="1" y="3494"/>
                  </a:lnTo>
                  <a:lnTo>
                    <a:pt x="1055" y="3494"/>
                  </a:lnTo>
                  <a:lnTo>
                    <a:pt x="105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0" name="Google Shape;16210;p66"/>
            <p:cNvSpPr/>
            <p:nvPr/>
          </p:nvSpPr>
          <p:spPr>
            <a:xfrm>
              <a:off x="8137393" y="3051801"/>
              <a:ext cx="14785" cy="91595"/>
            </a:xfrm>
            <a:custGeom>
              <a:avLst/>
              <a:gdLst/>
              <a:ahLst/>
              <a:cxnLst/>
              <a:rect l="l" t="t" r="r" b="b"/>
              <a:pathLst>
                <a:path w="564" h="3494" extrusionOk="0">
                  <a:moveTo>
                    <a:pt x="1" y="0"/>
                  </a:moveTo>
                  <a:lnTo>
                    <a:pt x="1" y="3494"/>
                  </a:lnTo>
                  <a:lnTo>
                    <a:pt x="564" y="3494"/>
                  </a:lnTo>
                  <a:lnTo>
                    <a:pt x="56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66"/>
            <p:cNvSpPr/>
            <p:nvPr/>
          </p:nvSpPr>
          <p:spPr>
            <a:xfrm>
              <a:off x="8216116" y="2961726"/>
              <a:ext cx="54134" cy="182430"/>
            </a:xfrm>
            <a:custGeom>
              <a:avLst/>
              <a:gdLst/>
              <a:ahLst/>
              <a:cxnLst/>
              <a:rect l="l" t="t" r="r" b="b"/>
              <a:pathLst>
                <a:path w="2065" h="6959" extrusionOk="0">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66"/>
            <p:cNvSpPr/>
            <p:nvPr/>
          </p:nvSpPr>
          <p:spPr>
            <a:xfrm>
              <a:off x="8216116" y="2961726"/>
              <a:ext cx="17800" cy="182430"/>
            </a:xfrm>
            <a:custGeom>
              <a:avLst/>
              <a:gdLst/>
              <a:ahLst/>
              <a:cxnLst/>
              <a:rect l="l" t="t" r="r" b="b"/>
              <a:pathLst>
                <a:path w="679" h="6959" extrusionOk="0">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3" name="Google Shape;16213;p66"/>
            <p:cNvSpPr/>
            <p:nvPr/>
          </p:nvSpPr>
          <p:spPr>
            <a:xfrm>
              <a:off x="8137393" y="2998637"/>
              <a:ext cx="54160" cy="53190"/>
            </a:xfrm>
            <a:custGeom>
              <a:avLst/>
              <a:gdLst/>
              <a:ahLst/>
              <a:cxnLst/>
              <a:rect l="l" t="t" r="r" b="b"/>
              <a:pathLst>
                <a:path w="2066" h="2029" extrusionOk="0">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4" name="Google Shape;16214;p66"/>
            <p:cNvSpPr/>
            <p:nvPr/>
          </p:nvSpPr>
          <p:spPr>
            <a:xfrm>
              <a:off x="8137393" y="2998637"/>
              <a:ext cx="34473" cy="53190"/>
            </a:xfrm>
            <a:custGeom>
              <a:avLst/>
              <a:gdLst/>
              <a:ahLst/>
              <a:cxnLst/>
              <a:rect l="l" t="t" r="r" b="b"/>
              <a:pathLst>
                <a:path w="1315" h="2029" extrusionOk="0">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66"/>
            <p:cNvSpPr/>
            <p:nvPr/>
          </p:nvSpPr>
          <p:spPr>
            <a:xfrm>
              <a:off x="8147617" y="2998060"/>
              <a:ext cx="34079" cy="32585"/>
            </a:xfrm>
            <a:custGeom>
              <a:avLst/>
              <a:gdLst/>
              <a:ahLst/>
              <a:cxnLst/>
              <a:rect l="l" t="t" r="r" b="b"/>
              <a:pathLst>
                <a:path w="1300" h="1243" extrusionOk="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66"/>
            <p:cNvSpPr/>
            <p:nvPr/>
          </p:nvSpPr>
          <p:spPr>
            <a:xfrm>
              <a:off x="8148010" y="2998479"/>
              <a:ext cx="23856" cy="32166"/>
            </a:xfrm>
            <a:custGeom>
              <a:avLst/>
              <a:gdLst/>
              <a:ahLst/>
              <a:cxnLst/>
              <a:rect l="l" t="t" r="r" b="b"/>
              <a:pathLst>
                <a:path w="910" h="1227" extrusionOk="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66"/>
            <p:cNvSpPr/>
            <p:nvPr/>
          </p:nvSpPr>
          <p:spPr>
            <a:xfrm>
              <a:off x="8076102" y="3071488"/>
              <a:ext cx="29544" cy="29544"/>
            </a:xfrm>
            <a:custGeom>
              <a:avLst/>
              <a:gdLst/>
              <a:ahLst/>
              <a:cxnLst/>
              <a:rect l="l" t="t" r="r" b="b"/>
              <a:pathLst>
                <a:path w="1127" h="1127" extrusionOk="0">
                  <a:moveTo>
                    <a:pt x="0" y="0"/>
                  </a:moveTo>
                  <a:lnTo>
                    <a:pt x="0" y="1126"/>
                  </a:lnTo>
                  <a:lnTo>
                    <a:pt x="1126" y="1126"/>
                  </a:lnTo>
                  <a:lnTo>
                    <a:pt x="1126"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66"/>
            <p:cNvSpPr/>
            <p:nvPr/>
          </p:nvSpPr>
          <p:spPr>
            <a:xfrm>
              <a:off x="8076102" y="3071488"/>
              <a:ext cx="14785" cy="29544"/>
            </a:xfrm>
            <a:custGeom>
              <a:avLst/>
              <a:gdLst/>
              <a:ahLst/>
              <a:cxnLst/>
              <a:rect l="l" t="t" r="r" b="b"/>
              <a:pathLst>
                <a:path w="564" h="1127" extrusionOk="0">
                  <a:moveTo>
                    <a:pt x="0" y="0"/>
                  </a:moveTo>
                  <a:lnTo>
                    <a:pt x="0" y="1126"/>
                  </a:lnTo>
                  <a:lnTo>
                    <a:pt x="563" y="1126"/>
                  </a:lnTo>
                  <a:lnTo>
                    <a:pt x="56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9" name="Google Shape;16219;p66"/>
            <p:cNvSpPr/>
            <p:nvPr/>
          </p:nvSpPr>
          <p:spPr>
            <a:xfrm>
              <a:off x="8068526" y="3098726"/>
              <a:ext cx="44670" cy="44670"/>
            </a:xfrm>
            <a:custGeom>
              <a:avLst/>
              <a:gdLst/>
              <a:ahLst/>
              <a:cxnLst/>
              <a:rect l="l" t="t" r="r" b="b"/>
              <a:pathLst>
                <a:path w="1704" h="1704" extrusionOk="0">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0" name="Google Shape;16220;p66"/>
            <p:cNvSpPr/>
            <p:nvPr/>
          </p:nvSpPr>
          <p:spPr>
            <a:xfrm>
              <a:off x="8068526" y="3098726"/>
              <a:ext cx="23122" cy="44670"/>
            </a:xfrm>
            <a:custGeom>
              <a:avLst/>
              <a:gdLst/>
              <a:ahLst/>
              <a:cxnLst/>
              <a:rect l="l" t="t" r="r" b="b"/>
              <a:pathLst>
                <a:path w="882" h="1704" extrusionOk="0">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66"/>
            <p:cNvSpPr/>
            <p:nvPr/>
          </p:nvSpPr>
          <p:spPr>
            <a:xfrm>
              <a:off x="8250170" y="3065773"/>
              <a:ext cx="20081" cy="11037"/>
            </a:xfrm>
            <a:custGeom>
              <a:avLst/>
              <a:gdLst/>
              <a:ahLst/>
              <a:cxnLst/>
              <a:rect l="l" t="t" r="r" b="b"/>
              <a:pathLst>
                <a:path w="766" h="421" extrusionOk="0">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66"/>
            <p:cNvSpPr/>
            <p:nvPr/>
          </p:nvSpPr>
          <p:spPr>
            <a:xfrm>
              <a:off x="8247758" y="3102107"/>
              <a:ext cx="22492" cy="11063"/>
            </a:xfrm>
            <a:custGeom>
              <a:avLst/>
              <a:gdLst/>
              <a:ahLst/>
              <a:cxnLst/>
              <a:rect l="l" t="t" r="r" b="b"/>
              <a:pathLst>
                <a:path w="858" h="422" extrusionOk="0">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66"/>
            <p:cNvSpPr/>
            <p:nvPr/>
          </p:nvSpPr>
          <p:spPr>
            <a:xfrm>
              <a:off x="8250170" y="2992397"/>
              <a:ext cx="20081" cy="11377"/>
            </a:xfrm>
            <a:custGeom>
              <a:avLst/>
              <a:gdLst/>
              <a:ahLst/>
              <a:cxnLst/>
              <a:rect l="l" t="t" r="r" b="b"/>
              <a:pathLst>
                <a:path w="766" h="434" extrusionOk="0">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66"/>
            <p:cNvSpPr/>
            <p:nvPr/>
          </p:nvSpPr>
          <p:spPr>
            <a:xfrm>
              <a:off x="8250170" y="3029098"/>
              <a:ext cx="20081" cy="10984"/>
            </a:xfrm>
            <a:custGeom>
              <a:avLst/>
              <a:gdLst/>
              <a:ahLst/>
              <a:cxnLst/>
              <a:rect l="l" t="t" r="r" b="b"/>
              <a:pathLst>
                <a:path w="766" h="419" extrusionOk="0">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5" name="Google Shape;16225;p66"/>
            <p:cNvSpPr/>
            <p:nvPr/>
          </p:nvSpPr>
          <p:spPr>
            <a:xfrm>
              <a:off x="8059062" y="2981597"/>
              <a:ext cx="63231" cy="74765"/>
            </a:xfrm>
            <a:custGeom>
              <a:avLst/>
              <a:gdLst/>
              <a:ahLst/>
              <a:cxnLst/>
              <a:rect l="l" t="t" r="r" b="b"/>
              <a:pathLst>
                <a:path w="2412" h="2852" extrusionOk="0">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6" name="Google Shape;16226;p66"/>
            <p:cNvSpPr/>
            <p:nvPr/>
          </p:nvSpPr>
          <p:spPr>
            <a:xfrm>
              <a:off x="8059062" y="2981309"/>
              <a:ext cx="39008" cy="75054"/>
            </a:xfrm>
            <a:custGeom>
              <a:avLst/>
              <a:gdLst/>
              <a:ahLst/>
              <a:cxnLst/>
              <a:rect l="l" t="t" r="r" b="b"/>
              <a:pathLst>
                <a:path w="1488" h="2863" extrusionOk="0">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66"/>
            <p:cNvSpPr/>
            <p:nvPr/>
          </p:nvSpPr>
          <p:spPr>
            <a:xfrm>
              <a:off x="8079510" y="2981597"/>
              <a:ext cx="21968" cy="50176"/>
            </a:xfrm>
            <a:custGeom>
              <a:avLst/>
              <a:gdLst/>
              <a:ahLst/>
              <a:cxnLst/>
              <a:rect l="l" t="t" r="r" b="b"/>
              <a:pathLst>
                <a:path w="838" h="1914" extrusionOk="0">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66"/>
            <p:cNvSpPr/>
            <p:nvPr/>
          </p:nvSpPr>
          <p:spPr>
            <a:xfrm>
              <a:off x="8065511" y="3055969"/>
              <a:ext cx="50726" cy="17040"/>
            </a:xfrm>
            <a:custGeom>
              <a:avLst/>
              <a:gdLst/>
              <a:ahLst/>
              <a:cxnLst/>
              <a:rect l="l" t="t" r="r" b="b"/>
              <a:pathLst>
                <a:path w="1935" h="650" extrusionOk="0">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9" name="Google Shape;16229;p66"/>
            <p:cNvSpPr/>
            <p:nvPr/>
          </p:nvSpPr>
          <p:spPr>
            <a:xfrm>
              <a:off x="8065511" y="3058617"/>
              <a:ext cx="50726" cy="14392"/>
            </a:xfrm>
            <a:custGeom>
              <a:avLst/>
              <a:gdLst/>
              <a:ahLst/>
              <a:cxnLst/>
              <a:rect l="l" t="t" r="r" b="b"/>
              <a:pathLst>
                <a:path w="1935" h="549" extrusionOk="0">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0" name="Google Shape;16230;p66"/>
            <p:cNvSpPr/>
            <p:nvPr/>
          </p:nvSpPr>
          <p:spPr>
            <a:xfrm>
              <a:off x="8164656" y="3051801"/>
              <a:ext cx="26897" cy="91595"/>
            </a:xfrm>
            <a:custGeom>
              <a:avLst/>
              <a:gdLst/>
              <a:ahLst/>
              <a:cxnLst/>
              <a:rect l="l" t="t" r="r" b="b"/>
              <a:pathLst>
                <a:path w="1026" h="3494" extrusionOk="0">
                  <a:moveTo>
                    <a:pt x="0" y="0"/>
                  </a:moveTo>
                  <a:lnTo>
                    <a:pt x="0" y="3494"/>
                  </a:lnTo>
                  <a:lnTo>
                    <a:pt x="1025" y="3494"/>
                  </a:lnTo>
                  <a:lnTo>
                    <a:pt x="1025" y="0"/>
                  </a:ln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66"/>
            <p:cNvSpPr/>
            <p:nvPr/>
          </p:nvSpPr>
          <p:spPr>
            <a:xfrm>
              <a:off x="8130577" y="3199391"/>
              <a:ext cx="68919" cy="47711"/>
            </a:xfrm>
            <a:custGeom>
              <a:avLst/>
              <a:gdLst/>
              <a:ahLst/>
              <a:cxnLst/>
              <a:rect l="l" t="t" r="r" b="b"/>
              <a:pathLst>
                <a:path w="2629" h="1820" extrusionOk="0">
                  <a:moveTo>
                    <a:pt x="1" y="0"/>
                  </a:moveTo>
                  <a:lnTo>
                    <a:pt x="1" y="1819"/>
                  </a:lnTo>
                  <a:lnTo>
                    <a:pt x="2628" y="1819"/>
                  </a:lnTo>
                  <a:lnTo>
                    <a:pt x="2628"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66"/>
            <p:cNvSpPr/>
            <p:nvPr/>
          </p:nvSpPr>
          <p:spPr>
            <a:xfrm>
              <a:off x="8130577" y="3199391"/>
              <a:ext cx="14785" cy="47711"/>
            </a:xfrm>
            <a:custGeom>
              <a:avLst/>
              <a:gdLst/>
              <a:ahLst/>
              <a:cxnLst/>
              <a:rect l="l" t="t" r="r" b="b"/>
              <a:pathLst>
                <a:path w="564" h="1820" extrusionOk="0">
                  <a:moveTo>
                    <a:pt x="1" y="0"/>
                  </a:moveTo>
                  <a:lnTo>
                    <a:pt x="1" y="1819"/>
                  </a:lnTo>
                  <a:lnTo>
                    <a:pt x="564" y="1819"/>
                  </a:lnTo>
                  <a:lnTo>
                    <a:pt x="564"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66"/>
            <p:cNvSpPr/>
            <p:nvPr/>
          </p:nvSpPr>
          <p:spPr>
            <a:xfrm>
              <a:off x="8096917" y="3245556"/>
              <a:ext cx="136633" cy="28024"/>
            </a:xfrm>
            <a:custGeom>
              <a:avLst/>
              <a:gdLst/>
              <a:ahLst/>
              <a:cxnLst/>
              <a:rect l="l" t="t" r="r" b="b"/>
              <a:pathLst>
                <a:path w="5212" h="1069" extrusionOk="0">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66"/>
            <p:cNvSpPr/>
            <p:nvPr/>
          </p:nvSpPr>
          <p:spPr>
            <a:xfrm>
              <a:off x="8096524" y="3252372"/>
              <a:ext cx="137026" cy="21208"/>
            </a:xfrm>
            <a:custGeom>
              <a:avLst/>
              <a:gdLst/>
              <a:ahLst/>
              <a:cxnLst/>
              <a:rect l="l" t="t" r="r" b="b"/>
              <a:pathLst>
                <a:path w="5227" h="809" extrusionOk="0">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5" name="Google Shape;16235;p66"/>
            <p:cNvSpPr/>
            <p:nvPr/>
          </p:nvSpPr>
          <p:spPr>
            <a:xfrm>
              <a:off x="7992843" y="3143003"/>
              <a:ext cx="347794" cy="59823"/>
            </a:xfrm>
            <a:custGeom>
              <a:avLst/>
              <a:gdLst/>
              <a:ahLst/>
              <a:cxnLst/>
              <a:rect l="l" t="t" r="r" b="b"/>
              <a:pathLst>
                <a:path w="13267" h="2282" extrusionOk="0">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6" name="Google Shape;16236;p66"/>
            <p:cNvSpPr/>
            <p:nvPr/>
          </p:nvSpPr>
          <p:spPr>
            <a:xfrm>
              <a:off x="7992843" y="3143003"/>
              <a:ext cx="27264" cy="59823"/>
            </a:xfrm>
            <a:custGeom>
              <a:avLst/>
              <a:gdLst/>
              <a:ahLst/>
              <a:cxnLst/>
              <a:rect l="l" t="t" r="r" b="b"/>
              <a:pathLst>
                <a:path w="1040" h="2282" extrusionOk="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66"/>
            <p:cNvSpPr/>
            <p:nvPr/>
          </p:nvSpPr>
          <p:spPr>
            <a:xfrm>
              <a:off x="8157447" y="3167225"/>
              <a:ext cx="18586" cy="11377"/>
            </a:xfrm>
            <a:custGeom>
              <a:avLst/>
              <a:gdLst/>
              <a:ahLst/>
              <a:cxnLst/>
              <a:rect l="l" t="t" r="r" b="b"/>
              <a:pathLst>
                <a:path w="709" h="434" extrusionOk="0">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8" name="Google Shape;16238;p66"/>
          <p:cNvGrpSpPr/>
          <p:nvPr/>
        </p:nvGrpSpPr>
        <p:grpSpPr>
          <a:xfrm>
            <a:off x="848841" y="1512377"/>
            <a:ext cx="398127" cy="353457"/>
            <a:chOff x="873898" y="1512377"/>
            <a:chExt cx="398127" cy="353457"/>
          </a:xfrm>
        </p:grpSpPr>
        <p:sp>
          <p:nvSpPr>
            <p:cNvPr id="16239" name="Google Shape;16239;p66"/>
            <p:cNvSpPr/>
            <p:nvPr/>
          </p:nvSpPr>
          <p:spPr>
            <a:xfrm>
              <a:off x="944652" y="1531671"/>
              <a:ext cx="76862" cy="64358"/>
            </a:xfrm>
            <a:custGeom>
              <a:avLst/>
              <a:gdLst/>
              <a:ahLst/>
              <a:cxnLst/>
              <a:rect l="l" t="t" r="r" b="b"/>
              <a:pathLst>
                <a:path w="2932" h="2455" extrusionOk="0">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66"/>
            <p:cNvSpPr/>
            <p:nvPr/>
          </p:nvSpPr>
          <p:spPr>
            <a:xfrm>
              <a:off x="944285" y="1531671"/>
              <a:ext cx="51879" cy="64358"/>
            </a:xfrm>
            <a:custGeom>
              <a:avLst/>
              <a:gdLst/>
              <a:ahLst/>
              <a:cxnLst/>
              <a:rect l="l" t="t" r="r" b="b"/>
              <a:pathLst>
                <a:path w="1979" h="2455" extrusionOk="0">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1" name="Google Shape;16241;p66"/>
            <p:cNvSpPr/>
            <p:nvPr/>
          </p:nvSpPr>
          <p:spPr>
            <a:xfrm>
              <a:off x="899641" y="1563837"/>
              <a:ext cx="166911" cy="166911"/>
            </a:xfrm>
            <a:custGeom>
              <a:avLst/>
              <a:gdLst/>
              <a:ahLst/>
              <a:cxnLst/>
              <a:rect l="l" t="t" r="r" b="b"/>
              <a:pathLst>
                <a:path w="6367" h="6367" extrusionOk="0">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2" name="Google Shape;16242;p66"/>
            <p:cNvSpPr/>
            <p:nvPr/>
          </p:nvSpPr>
          <p:spPr>
            <a:xfrm>
              <a:off x="933301" y="1563837"/>
              <a:ext cx="133618" cy="166911"/>
            </a:xfrm>
            <a:custGeom>
              <a:avLst/>
              <a:gdLst/>
              <a:ahLst/>
              <a:cxnLst/>
              <a:rect l="l" t="t" r="r" b="b"/>
              <a:pathLst>
                <a:path w="5097" h="6367" extrusionOk="0">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66"/>
            <p:cNvSpPr/>
            <p:nvPr/>
          </p:nvSpPr>
          <p:spPr>
            <a:xfrm>
              <a:off x="873898" y="1737145"/>
              <a:ext cx="218371" cy="128689"/>
            </a:xfrm>
            <a:custGeom>
              <a:avLst/>
              <a:gdLst/>
              <a:ahLst/>
              <a:cxnLst/>
              <a:rect l="l" t="t" r="r" b="b"/>
              <a:pathLst>
                <a:path w="8330" h="4909" extrusionOk="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66"/>
            <p:cNvSpPr/>
            <p:nvPr/>
          </p:nvSpPr>
          <p:spPr>
            <a:xfrm>
              <a:off x="873898" y="1783702"/>
              <a:ext cx="218371" cy="82132"/>
            </a:xfrm>
            <a:custGeom>
              <a:avLst/>
              <a:gdLst/>
              <a:ahLst/>
              <a:cxnLst/>
              <a:rect l="l" t="t" r="r" b="b"/>
              <a:pathLst>
                <a:path w="8330" h="3133" extrusionOk="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66"/>
            <p:cNvSpPr/>
            <p:nvPr/>
          </p:nvSpPr>
          <p:spPr>
            <a:xfrm>
              <a:off x="951101" y="1737145"/>
              <a:ext cx="63965" cy="25769"/>
            </a:xfrm>
            <a:custGeom>
              <a:avLst/>
              <a:gdLst/>
              <a:ahLst/>
              <a:cxnLst/>
              <a:rect l="l" t="t" r="r" b="b"/>
              <a:pathLst>
                <a:path w="2440" h="983" extrusionOk="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66"/>
            <p:cNvSpPr/>
            <p:nvPr/>
          </p:nvSpPr>
          <p:spPr>
            <a:xfrm>
              <a:off x="918542" y="1629191"/>
              <a:ext cx="128689" cy="120982"/>
            </a:xfrm>
            <a:custGeom>
              <a:avLst/>
              <a:gdLst/>
              <a:ahLst/>
              <a:cxnLst/>
              <a:rect l="l" t="t" r="r" b="b"/>
              <a:pathLst>
                <a:path w="4909" h="4615" extrusionOk="0">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66"/>
            <p:cNvSpPr/>
            <p:nvPr/>
          </p:nvSpPr>
          <p:spPr>
            <a:xfrm>
              <a:off x="918542" y="1629191"/>
              <a:ext cx="126042" cy="120484"/>
            </a:xfrm>
            <a:custGeom>
              <a:avLst/>
              <a:gdLst/>
              <a:ahLst/>
              <a:cxnLst/>
              <a:rect l="l" t="t" r="r" b="b"/>
              <a:pathLst>
                <a:path w="4808" h="4596" extrusionOk="0">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8" name="Google Shape;16248;p66"/>
            <p:cNvSpPr/>
            <p:nvPr/>
          </p:nvSpPr>
          <p:spPr>
            <a:xfrm>
              <a:off x="873898" y="1804884"/>
              <a:ext cx="45064" cy="60950"/>
            </a:xfrm>
            <a:custGeom>
              <a:avLst/>
              <a:gdLst/>
              <a:ahLst/>
              <a:cxnLst/>
              <a:rect l="l" t="t" r="r" b="b"/>
              <a:pathLst>
                <a:path w="1719" h="2325" extrusionOk="0">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9" name="Google Shape;16249;p66"/>
            <p:cNvSpPr/>
            <p:nvPr/>
          </p:nvSpPr>
          <p:spPr>
            <a:xfrm>
              <a:off x="1047205" y="1804884"/>
              <a:ext cx="45064" cy="60950"/>
            </a:xfrm>
            <a:custGeom>
              <a:avLst/>
              <a:gdLst/>
              <a:ahLst/>
              <a:cxnLst/>
              <a:rect l="l" t="t" r="r" b="b"/>
              <a:pathLst>
                <a:path w="1719" h="2325" extrusionOk="0">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66"/>
            <p:cNvSpPr/>
            <p:nvPr/>
          </p:nvSpPr>
          <p:spPr>
            <a:xfrm>
              <a:off x="1092243" y="1531671"/>
              <a:ext cx="179782" cy="188224"/>
            </a:xfrm>
            <a:custGeom>
              <a:avLst/>
              <a:gdLst/>
              <a:ahLst/>
              <a:cxnLst/>
              <a:rect l="l" t="t" r="r" b="b"/>
              <a:pathLst>
                <a:path w="6858" h="7180" extrusionOk="0">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66"/>
            <p:cNvSpPr/>
            <p:nvPr/>
          </p:nvSpPr>
          <p:spPr>
            <a:xfrm>
              <a:off x="1117986" y="1531671"/>
              <a:ext cx="141168" cy="96497"/>
            </a:xfrm>
            <a:custGeom>
              <a:avLst/>
              <a:gdLst/>
              <a:ahLst/>
              <a:cxnLst/>
              <a:rect l="l" t="t" r="r" b="b"/>
              <a:pathLst>
                <a:path w="5385" h="3681" extrusionOk="0">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66"/>
            <p:cNvSpPr/>
            <p:nvPr/>
          </p:nvSpPr>
          <p:spPr>
            <a:xfrm>
              <a:off x="1175501" y="1628064"/>
              <a:ext cx="13265" cy="25874"/>
            </a:xfrm>
            <a:custGeom>
              <a:avLst/>
              <a:gdLst/>
              <a:ahLst/>
              <a:cxnLst/>
              <a:rect l="l" t="t" r="r" b="b"/>
              <a:pathLst>
                <a:path w="506" h="987" extrusionOk="0">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66"/>
            <p:cNvSpPr/>
            <p:nvPr/>
          </p:nvSpPr>
          <p:spPr>
            <a:xfrm>
              <a:off x="1130857" y="1512377"/>
              <a:ext cx="102579" cy="102946"/>
            </a:xfrm>
            <a:custGeom>
              <a:avLst/>
              <a:gdLst/>
              <a:ahLst/>
              <a:cxnLst/>
              <a:rect l="l" t="t" r="r" b="b"/>
              <a:pathLst>
                <a:path w="3913" h="3927" extrusionOk="0">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66"/>
            <p:cNvSpPr/>
            <p:nvPr/>
          </p:nvSpPr>
          <p:spPr>
            <a:xfrm>
              <a:off x="1143729" y="1525249"/>
              <a:ext cx="77203" cy="77203"/>
            </a:xfrm>
            <a:custGeom>
              <a:avLst/>
              <a:gdLst/>
              <a:ahLst/>
              <a:cxnLst/>
              <a:rect l="l" t="t" r="r" b="b"/>
              <a:pathLst>
                <a:path w="2945" h="2945" extrusionOk="0">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66"/>
            <p:cNvSpPr/>
            <p:nvPr/>
          </p:nvSpPr>
          <p:spPr>
            <a:xfrm>
              <a:off x="1155919" y="1557257"/>
              <a:ext cx="52535" cy="58066"/>
            </a:xfrm>
            <a:custGeom>
              <a:avLst/>
              <a:gdLst/>
              <a:ahLst/>
              <a:cxnLst/>
              <a:rect l="l" t="t" r="r" b="b"/>
              <a:pathLst>
                <a:path w="2004" h="2215" extrusionOk="0">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6" name="Google Shape;16256;p66"/>
            <p:cNvSpPr/>
            <p:nvPr/>
          </p:nvSpPr>
          <p:spPr>
            <a:xfrm>
              <a:off x="1163023" y="1611522"/>
              <a:ext cx="38615" cy="29544"/>
            </a:xfrm>
            <a:custGeom>
              <a:avLst/>
              <a:gdLst/>
              <a:ahLst/>
              <a:cxnLst/>
              <a:rect l="l" t="t" r="r" b="b"/>
              <a:pathLst>
                <a:path w="1473" h="1127" extrusionOk="0">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7" name="Google Shape;16257;p66"/>
            <p:cNvSpPr/>
            <p:nvPr/>
          </p:nvSpPr>
          <p:spPr>
            <a:xfrm>
              <a:off x="1163023" y="1611522"/>
              <a:ext cx="19320" cy="29544"/>
            </a:xfrm>
            <a:custGeom>
              <a:avLst/>
              <a:gdLst/>
              <a:ahLst/>
              <a:cxnLst/>
              <a:rect l="l" t="t" r="r" b="b"/>
              <a:pathLst>
                <a:path w="737" h="1127" extrusionOk="0">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8" name="Google Shape;16258;p66"/>
          <p:cNvGrpSpPr/>
          <p:nvPr/>
        </p:nvGrpSpPr>
        <p:grpSpPr>
          <a:xfrm>
            <a:off x="1399067" y="1515680"/>
            <a:ext cx="246762" cy="347139"/>
            <a:chOff x="1424125" y="1515680"/>
            <a:chExt cx="246762" cy="347139"/>
          </a:xfrm>
        </p:grpSpPr>
        <p:sp>
          <p:nvSpPr>
            <p:cNvPr id="16259" name="Google Shape;16259;p66"/>
            <p:cNvSpPr/>
            <p:nvPr/>
          </p:nvSpPr>
          <p:spPr>
            <a:xfrm>
              <a:off x="1424125" y="1537727"/>
              <a:ext cx="246762" cy="325092"/>
            </a:xfrm>
            <a:custGeom>
              <a:avLst/>
              <a:gdLst/>
              <a:ahLst/>
              <a:cxnLst/>
              <a:rect l="l" t="t" r="r" b="b"/>
              <a:pathLst>
                <a:path w="9413" h="12401" extrusionOk="0">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66"/>
            <p:cNvSpPr/>
            <p:nvPr/>
          </p:nvSpPr>
          <p:spPr>
            <a:xfrm>
              <a:off x="1435109" y="1537727"/>
              <a:ext cx="224060" cy="302757"/>
            </a:xfrm>
            <a:custGeom>
              <a:avLst/>
              <a:gdLst/>
              <a:ahLst/>
              <a:cxnLst/>
              <a:rect l="l" t="t" r="r" b="b"/>
              <a:pathLst>
                <a:path w="8547" h="11549" extrusionOk="0">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66"/>
            <p:cNvSpPr/>
            <p:nvPr/>
          </p:nvSpPr>
          <p:spPr>
            <a:xfrm>
              <a:off x="1446460" y="1560429"/>
              <a:ext cx="201724" cy="268704"/>
            </a:xfrm>
            <a:custGeom>
              <a:avLst/>
              <a:gdLst/>
              <a:ahLst/>
              <a:cxnLst/>
              <a:rect l="l" t="t" r="r" b="b"/>
              <a:pathLst>
                <a:path w="7695" h="10250" extrusionOk="0">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66"/>
            <p:cNvSpPr/>
            <p:nvPr/>
          </p:nvSpPr>
          <p:spPr>
            <a:xfrm>
              <a:off x="1496792" y="1515680"/>
              <a:ext cx="100692" cy="50464"/>
            </a:xfrm>
            <a:custGeom>
              <a:avLst/>
              <a:gdLst/>
              <a:ahLst/>
              <a:cxnLst/>
              <a:rect l="l" t="t" r="r" b="b"/>
              <a:pathLst>
                <a:path w="3841" h="1925" extrusionOk="0">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66"/>
            <p:cNvSpPr/>
            <p:nvPr/>
          </p:nvSpPr>
          <p:spPr>
            <a:xfrm>
              <a:off x="1477498" y="1669431"/>
              <a:ext cx="28024" cy="28024"/>
            </a:xfrm>
            <a:custGeom>
              <a:avLst/>
              <a:gdLst/>
              <a:ahLst/>
              <a:cxnLst/>
              <a:rect l="l" t="t" r="r" b="b"/>
              <a:pathLst>
                <a:path w="1069" h="1069" extrusionOk="0">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66"/>
            <p:cNvSpPr/>
            <p:nvPr/>
          </p:nvSpPr>
          <p:spPr>
            <a:xfrm>
              <a:off x="1477498" y="1719738"/>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5" name="Google Shape;16265;p66"/>
            <p:cNvSpPr/>
            <p:nvPr/>
          </p:nvSpPr>
          <p:spPr>
            <a:xfrm>
              <a:off x="1477498" y="1770071"/>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6" name="Google Shape;16266;p66"/>
            <p:cNvSpPr/>
            <p:nvPr/>
          </p:nvSpPr>
          <p:spPr>
            <a:xfrm>
              <a:off x="1517607" y="1666784"/>
              <a:ext cx="65118" cy="10984"/>
            </a:xfrm>
            <a:custGeom>
              <a:avLst/>
              <a:gdLst/>
              <a:ahLst/>
              <a:cxnLst/>
              <a:rect l="l" t="t" r="r" b="b"/>
              <a:pathLst>
                <a:path w="2484" h="419" extrusionOk="0">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66"/>
            <p:cNvSpPr/>
            <p:nvPr/>
          </p:nvSpPr>
          <p:spPr>
            <a:xfrm>
              <a:off x="1517607" y="1689093"/>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66"/>
            <p:cNvSpPr/>
            <p:nvPr/>
          </p:nvSpPr>
          <p:spPr>
            <a:xfrm>
              <a:off x="1517607" y="1717090"/>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66"/>
            <p:cNvSpPr/>
            <p:nvPr/>
          </p:nvSpPr>
          <p:spPr>
            <a:xfrm>
              <a:off x="1517607" y="1739425"/>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66"/>
            <p:cNvSpPr/>
            <p:nvPr/>
          </p:nvSpPr>
          <p:spPr>
            <a:xfrm>
              <a:off x="1517607" y="1767423"/>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66"/>
            <p:cNvSpPr/>
            <p:nvPr/>
          </p:nvSpPr>
          <p:spPr>
            <a:xfrm>
              <a:off x="1517607" y="1789758"/>
              <a:ext cx="104467" cy="11377"/>
            </a:xfrm>
            <a:custGeom>
              <a:avLst/>
              <a:gdLst/>
              <a:ahLst/>
              <a:cxnLst/>
              <a:rect l="l" t="t" r="r" b="b"/>
              <a:pathLst>
                <a:path w="3985" h="434" extrusionOk="0">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66"/>
            <p:cNvSpPr/>
            <p:nvPr/>
          </p:nvSpPr>
          <p:spPr>
            <a:xfrm>
              <a:off x="1517607" y="1582765"/>
              <a:ext cx="98778" cy="11377"/>
            </a:xfrm>
            <a:custGeom>
              <a:avLst/>
              <a:gdLst/>
              <a:ahLst/>
              <a:cxnLst/>
              <a:rect l="l" t="t" r="r" b="b"/>
              <a:pathLst>
                <a:path w="3768" h="434" extrusionOk="0">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66"/>
            <p:cNvSpPr/>
            <p:nvPr/>
          </p:nvSpPr>
          <p:spPr>
            <a:xfrm>
              <a:off x="1472570" y="1633097"/>
              <a:ext cx="149504" cy="11377"/>
            </a:xfrm>
            <a:custGeom>
              <a:avLst/>
              <a:gdLst/>
              <a:ahLst/>
              <a:cxnLst/>
              <a:rect l="l" t="t" r="r" b="b"/>
              <a:pathLst>
                <a:path w="5703" h="434" extrusionOk="0">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66"/>
            <p:cNvSpPr/>
            <p:nvPr/>
          </p:nvSpPr>
          <p:spPr>
            <a:xfrm>
              <a:off x="1517607" y="1605100"/>
              <a:ext cx="26136" cy="11377"/>
            </a:xfrm>
            <a:custGeom>
              <a:avLst/>
              <a:gdLst/>
              <a:ahLst/>
              <a:cxnLst/>
              <a:rect l="l" t="t" r="r" b="b"/>
              <a:pathLst>
                <a:path w="997" h="434" extrusionOk="0">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5" name="Google Shape;16275;p66"/>
            <p:cNvSpPr/>
            <p:nvPr/>
          </p:nvSpPr>
          <p:spPr>
            <a:xfrm>
              <a:off x="1550900" y="1605100"/>
              <a:ext cx="37487" cy="11377"/>
            </a:xfrm>
            <a:custGeom>
              <a:avLst/>
              <a:gdLst/>
              <a:ahLst/>
              <a:cxnLst/>
              <a:rect l="l" t="t" r="r" b="b"/>
              <a:pathLst>
                <a:path w="1430" h="434" extrusionOk="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6" name="Google Shape;16276;p66"/>
            <p:cNvSpPr/>
            <p:nvPr/>
          </p:nvSpPr>
          <p:spPr>
            <a:xfrm>
              <a:off x="1474457" y="1582765"/>
              <a:ext cx="33712" cy="33712"/>
            </a:xfrm>
            <a:custGeom>
              <a:avLst/>
              <a:gdLst/>
              <a:ahLst/>
              <a:cxnLst/>
              <a:rect l="l" t="t" r="r" b="b"/>
              <a:pathLst>
                <a:path w="1286" h="1286" extrusionOk="0">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66"/>
            <p:cNvSpPr/>
            <p:nvPr/>
          </p:nvSpPr>
          <p:spPr>
            <a:xfrm>
              <a:off x="1496792" y="1555134"/>
              <a:ext cx="100692" cy="11010"/>
            </a:xfrm>
            <a:custGeom>
              <a:avLst/>
              <a:gdLst/>
              <a:ahLst/>
              <a:cxnLst/>
              <a:rect l="l" t="t" r="r" b="b"/>
              <a:pathLst>
                <a:path w="3841" h="420" extrusionOk="0">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8" name="Google Shape;16278;p66"/>
            <p:cNvSpPr/>
            <p:nvPr/>
          </p:nvSpPr>
          <p:spPr>
            <a:xfrm>
              <a:off x="1482794" y="1591075"/>
              <a:ext cx="17040" cy="17066"/>
            </a:xfrm>
            <a:custGeom>
              <a:avLst/>
              <a:gdLst/>
              <a:ahLst/>
              <a:cxnLst/>
              <a:rect l="l" t="t" r="r" b="b"/>
              <a:pathLst>
                <a:path w="650" h="651" extrusionOk="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9" name="Google Shape;16279;p66"/>
          <p:cNvGrpSpPr/>
          <p:nvPr/>
        </p:nvGrpSpPr>
        <p:grpSpPr>
          <a:xfrm>
            <a:off x="2294441" y="1512744"/>
            <a:ext cx="352697" cy="352723"/>
            <a:chOff x="2319498" y="1512744"/>
            <a:chExt cx="352697" cy="352723"/>
          </a:xfrm>
        </p:grpSpPr>
        <p:sp>
          <p:nvSpPr>
            <p:cNvPr id="16280" name="Google Shape;16280;p66"/>
            <p:cNvSpPr/>
            <p:nvPr/>
          </p:nvSpPr>
          <p:spPr>
            <a:xfrm>
              <a:off x="2319498" y="1512744"/>
              <a:ext cx="352697" cy="352723"/>
            </a:xfrm>
            <a:custGeom>
              <a:avLst/>
              <a:gdLst/>
              <a:ahLst/>
              <a:cxnLst/>
              <a:rect l="l" t="t" r="r" b="b"/>
              <a:pathLst>
                <a:path w="13454" h="13455" extrusionOk="0">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66"/>
            <p:cNvSpPr/>
            <p:nvPr/>
          </p:nvSpPr>
          <p:spPr>
            <a:xfrm>
              <a:off x="2345975" y="1539248"/>
              <a:ext cx="299742" cy="299742"/>
            </a:xfrm>
            <a:custGeom>
              <a:avLst/>
              <a:gdLst/>
              <a:ahLst/>
              <a:cxnLst/>
              <a:rect l="l" t="t" r="r" b="b"/>
              <a:pathLst>
                <a:path w="11434" h="11434" extrusionOk="0">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66"/>
            <p:cNvSpPr/>
            <p:nvPr/>
          </p:nvSpPr>
          <p:spPr>
            <a:xfrm>
              <a:off x="2490524" y="1560534"/>
              <a:ext cx="11010" cy="133880"/>
            </a:xfrm>
            <a:custGeom>
              <a:avLst/>
              <a:gdLst/>
              <a:ahLst/>
              <a:cxnLst/>
              <a:rect l="l" t="t" r="r" b="b"/>
              <a:pathLst>
                <a:path w="420" h="5107" extrusionOk="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66"/>
            <p:cNvSpPr/>
            <p:nvPr/>
          </p:nvSpPr>
          <p:spPr>
            <a:xfrm>
              <a:off x="2489397" y="1683771"/>
              <a:ext cx="137917" cy="10696"/>
            </a:xfrm>
            <a:custGeom>
              <a:avLst/>
              <a:gdLst/>
              <a:ahLst/>
              <a:cxnLst/>
              <a:rect l="l" t="t" r="r" b="b"/>
              <a:pathLst>
                <a:path w="5261" h="408" extrusionOk="0">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4" name="Google Shape;16284;p66"/>
            <p:cNvSpPr/>
            <p:nvPr/>
          </p:nvSpPr>
          <p:spPr>
            <a:xfrm>
              <a:off x="2383069" y="1576316"/>
              <a:ext cx="280422" cy="262753"/>
            </a:xfrm>
            <a:custGeom>
              <a:avLst/>
              <a:gdLst/>
              <a:ahLst/>
              <a:cxnLst/>
              <a:rect l="l" t="t" r="r" b="b"/>
              <a:pathLst>
                <a:path w="10697" h="10023" extrusionOk="0">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5" name="Google Shape;16285;p66"/>
            <p:cNvSpPr/>
            <p:nvPr/>
          </p:nvSpPr>
          <p:spPr>
            <a:xfrm>
              <a:off x="2365662" y="1683771"/>
              <a:ext cx="21732" cy="10696"/>
            </a:xfrm>
            <a:custGeom>
              <a:avLst/>
              <a:gdLst/>
              <a:ahLst/>
              <a:cxnLst/>
              <a:rect l="l" t="t" r="r" b="b"/>
              <a:pathLst>
                <a:path w="829" h="408" extrusionOk="0">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66"/>
            <p:cNvSpPr/>
            <p:nvPr/>
          </p:nvSpPr>
          <p:spPr>
            <a:xfrm>
              <a:off x="2490524" y="1799589"/>
              <a:ext cx="11377" cy="18613"/>
            </a:xfrm>
            <a:custGeom>
              <a:avLst/>
              <a:gdLst/>
              <a:ahLst/>
              <a:cxnLst/>
              <a:rect l="l" t="t" r="r" b="b"/>
              <a:pathLst>
                <a:path w="434" h="710" extrusionOk="0">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66"/>
            <p:cNvSpPr/>
            <p:nvPr/>
          </p:nvSpPr>
          <p:spPr>
            <a:xfrm>
              <a:off x="2401393" y="1596554"/>
              <a:ext cx="19163" cy="15755"/>
            </a:xfrm>
            <a:custGeom>
              <a:avLst/>
              <a:gdLst/>
              <a:ahLst/>
              <a:cxnLst/>
              <a:rect l="l" t="t" r="r" b="b"/>
              <a:pathLst>
                <a:path w="731" h="601" extrusionOk="0">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66"/>
            <p:cNvSpPr/>
            <p:nvPr/>
          </p:nvSpPr>
          <p:spPr>
            <a:xfrm>
              <a:off x="2569563" y="1765378"/>
              <a:ext cx="20893" cy="16830"/>
            </a:xfrm>
            <a:custGeom>
              <a:avLst/>
              <a:gdLst/>
              <a:ahLst/>
              <a:cxnLst/>
              <a:rect l="l" t="t" r="r" b="b"/>
              <a:pathLst>
                <a:path w="797" h="642" extrusionOk="0">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9" name="Google Shape;16289;p66"/>
            <p:cNvSpPr/>
            <p:nvPr/>
          </p:nvSpPr>
          <p:spPr>
            <a:xfrm>
              <a:off x="2571136" y="1595610"/>
              <a:ext cx="20841" cy="16699"/>
            </a:xfrm>
            <a:custGeom>
              <a:avLst/>
              <a:gdLst/>
              <a:ahLst/>
              <a:cxnLst/>
              <a:rect l="l" t="t" r="r" b="b"/>
              <a:pathLst>
                <a:path w="795" h="637" extrusionOk="0">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0" name="Google Shape;16290;p66"/>
            <p:cNvSpPr/>
            <p:nvPr/>
          </p:nvSpPr>
          <p:spPr>
            <a:xfrm>
              <a:off x="2401236" y="1766296"/>
              <a:ext cx="19583" cy="15913"/>
            </a:xfrm>
            <a:custGeom>
              <a:avLst/>
              <a:gdLst/>
              <a:ahLst/>
              <a:cxnLst/>
              <a:rect l="l" t="t" r="r" b="b"/>
              <a:pathLst>
                <a:path w="747" h="607" extrusionOk="0">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66"/>
            <p:cNvSpPr/>
            <p:nvPr/>
          </p:nvSpPr>
          <p:spPr>
            <a:xfrm>
              <a:off x="2373160" y="1634985"/>
              <a:ext cx="23174" cy="14025"/>
            </a:xfrm>
            <a:custGeom>
              <a:avLst/>
              <a:gdLst/>
              <a:ahLst/>
              <a:cxnLst/>
              <a:rect l="l" t="t" r="r" b="b"/>
              <a:pathLst>
                <a:path w="884" h="535" extrusionOk="0">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66"/>
            <p:cNvSpPr/>
            <p:nvPr/>
          </p:nvSpPr>
          <p:spPr>
            <a:xfrm>
              <a:off x="2595516" y="1729333"/>
              <a:ext cx="21811" cy="13527"/>
            </a:xfrm>
            <a:custGeom>
              <a:avLst/>
              <a:gdLst/>
              <a:ahLst/>
              <a:cxnLst/>
              <a:rect l="l" t="t" r="r" b="b"/>
              <a:pathLst>
                <a:path w="832" h="516" extrusionOk="0">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66"/>
            <p:cNvSpPr/>
            <p:nvPr/>
          </p:nvSpPr>
          <p:spPr>
            <a:xfrm>
              <a:off x="2535195" y="1570129"/>
              <a:ext cx="15650" cy="17197"/>
            </a:xfrm>
            <a:custGeom>
              <a:avLst/>
              <a:gdLst/>
              <a:ahLst/>
              <a:cxnLst/>
              <a:rect l="l" t="t" r="r" b="b"/>
              <a:pathLst>
                <a:path w="597" h="656" extrusionOk="0">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66"/>
            <p:cNvSpPr/>
            <p:nvPr/>
          </p:nvSpPr>
          <p:spPr>
            <a:xfrm>
              <a:off x="2441345" y="1790099"/>
              <a:ext cx="16463" cy="18219"/>
            </a:xfrm>
            <a:custGeom>
              <a:avLst/>
              <a:gdLst/>
              <a:ahLst/>
              <a:cxnLst/>
              <a:rect l="l" t="t" r="r" b="b"/>
              <a:pathLst>
                <a:path w="628" h="695" extrusionOk="0">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66"/>
            <p:cNvSpPr/>
            <p:nvPr/>
          </p:nvSpPr>
          <p:spPr>
            <a:xfrm>
              <a:off x="2443521" y="1569290"/>
              <a:ext cx="15624" cy="17276"/>
            </a:xfrm>
            <a:custGeom>
              <a:avLst/>
              <a:gdLst/>
              <a:ahLst/>
              <a:cxnLst/>
              <a:rect l="l" t="t" r="r" b="b"/>
              <a:pathLst>
                <a:path w="596" h="659" extrusionOk="0">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66"/>
            <p:cNvSpPr/>
            <p:nvPr/>
          </p:nvSpPr>
          <p:spPr>
            <a:xfrm>
              <a:off x="2532416" y="1791121"/>
              <a:ext cx="16411" cy="18351"/>
            </a:xfrm>
            <a:custGeom>
              <a:avLst/>
              <a:gdLst/>
              <a:ahLst/>
              <a:cxnLst/>
              <a:rect l="l" t="t" r="r" b="b"/>
              <a:pathLst>
                <a:path w="626" h="700" extrusionOk="0">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66"/>
            <p:cNvSpPr/>
            <p:nvPr/>
          </p:nvSpPr>
          <p:spPr>
            <a:xfrm>
              <a:off x="2596486" y="1637370"/>
              <a:ext cx="21785" cy="13527"/>
            </a:xfrm>
            <a:custGeom>
              <a:avLst/>
              <a:gdLst/>
              <a:ahLst/>
              <a:cxnLst/>
              <a:rect l="l" t="t" r="r" b="b"/>
              <a:pathLst>
                <a:path w="831" h="516" extrusionOk="0">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66"/>
            <p:cNvSpPr/>
            <p:nvPr/>
          </p:nvSpPr>
          <p:spPr>
            <a:xfrm>
              <a:off x="2373606" y="1727052"/>
              <a:ext cx="22859" cy="13920"/>
            </a:xfrm>
            <a:custGeom>
              <a:avLst/>
              <a:gdLst/>
              <a:ahLst/>
              <a:cxnLst/>
              <a:rect l="l" t="t" r="r" b="b"/>
              <a:pathLst>
                <a:path w="872" h="531" extrusionOk="0">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99" name="Google Shape;16299;p66"/>
          <p:cNvGrpSpPr/>
          <p:nvPr/>
        </p:nvGrpSpPr>
        <p:grpSpPr>
          <a:xfrm>
            <a:off x="4211544" y="1512666"/>
            <a:ext cx="312981" cy="352697"/>
            <a:chOff x="4236601" y="1512666"/>
            <a:chExt cx="312981" cy="352697"/>
          </a:xfrm>
        </p:grpSpPr>
        <p:sp>
          <p:nvSpPr>
            <p:cNvPr id="16300" name="Google Shape;16300;p66"/>
            <p:cNvSpPr/>
            <p:nvPr/>
          </p:nvSpPr>
          <p:spPr>
            <a:xfrm>
              <a:off x="4236601" y="1512666"/>
              <a:ext cx="312981" cy="352697"/>
            </a:xfrm>
            <a:custGeom>
              <a:avLst/>
              <a:gdLst/>
              <a:ahLst/>
              <a:cxnLst/>
              <a:rect l="l" t="t" r="r" b="b"/>
              <a:pathLst>
                <a:path w="11939" h="13454" extrusionOk="0">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1" name="Google Shape;16301;p66"/>
            <p:cNvSpPr/>
            <p:nvPr/>
          </p:nvSpPr>
          <p:spPr>
            <a:xfrm>
              <a:off x="4383798" y="1561557"/>
              <a:ext cx="165784" cy="303806"/>
            </a:xfrm>
            <a:custGeom>
              <a:avLst/>
              <a:gdLst/>
              <a:ahLst/>
              <a:cxnLst/>
              <a:rect l="l" t="t" r="r" b="b"/>
              <a:pathLst>
                <a:path w="6324" h="11589" extrusionOk="0">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66"/>
            <p:cNvSpPr/>
            <p:nvPr/>
          </p:nvSpPr>
          <p:spPr>
            <a:xfrm>
              <a:off x="4267246" y="1546326"/>
              <a:ext cx="251664" cy="283856"/>
            </a:xfrm>
            <a:custGeom>
              <a:avLst/>
              <a:gdLst/>
              <a:ahLst/>
              <a:cxnLst/>
              <a:rect l="l" t="t" r="r" b="b"/>
              <a:pathLst>
                <a:path w="9600" h="10828" extrusionOk="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66"/>
            <p:cNvSpPr/>
            <p:nvPr/>
          </p:nvSpPr>
          <p:spPr>
            <a:xfrm>
              <a:off x="4388726" y="1585019"/>
              <a:ext cx="130184" cy="245163"/>
            </a:xfrm>
            <a:custGeom>
              <a:avLst/>
              <a:gdLst/>
              <a:ahLst/>
              <a:cxnLst/>
              <a:rect l="l" t="t" r="r" b="b"/>
              <a:pathLst>
                <a:path w="4966" h="9352" extrusionOk="0">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4" name="Google Shape;16304;p66"/>
            <p:cNvSpPr/>
            <p:nvPr/>
          </p:nvSpPr>
          <p:spPr>
            <a:xfrm>
              <a:off x="4330817" y="1674727"/>
              <a:ext cx="124521" cy="84019"/>
            </a:xfrm>
            <a:custGeom>
              <a:avLst/>
              <a:gdLst/>
              <a:ahLst/>
              <a:cxnLst/>
              <a:rect l="l" t="t" r="r" b="b"/>
              <a:pathLst>
                <a:path w="4750" h="3205" extrusionOk="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5" name="Google Shape;16305;p66"/>
            <p:cNvSpPr/>
            <p:nvPr/>
          </p:nvSpPr>
          <p:spPr>
            <a:xfrm>
              <a:off x="4383798" y="1674727"/>
              <a:ext cx="71934" cy="84019"/>
            </a:xfrm>
            <a:custGeom>
              <a:avLst/>
              <a:gdLst/>
              <a:ahLst/>
              <a:cxnLst/>
              <a:rect l="l" t="t" r="r" b="b"/>
              <a:pathLst>
                <a:path w="2744" h="3205" extrusionOk="0">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66"/>
            <p:cNvSpPr/>
            <p:nvPr/>
          </p:nvSpPr>
          <p:spPr>
            <a:xfrm>
              <a:off x="4379263" y="1679917"/>
              <a:ext cx="27657" cy="16017"/>
            </a:xfrm>
            <a:custGeom>
              <a:avLst/>
              <a:gdLst/>
              <a:ahLst/>
              <a:cxnLst/>
              <a:rect l="l" t="t" r="r" b="b"/>
              <a:pathLst>
                <a:path w="1055" h="611" extrusionOk="0">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66"/>
            <p:cNvSpPr/>
            <p:nvPr/>
          </p:nvSpPr>
          <p:spPr>
            <a:xfrm>
              <a:off x="4372814" y="1689486"/>
              <a:ext cx="40528" cy="58564"/>
            </a:xfrm>
            <a:custGeom>
              <a:avLst/>
              <a:gdLst/>
              <a:ahLst/>
              <a:cxnLst/>
              <a:rect l="l" t="t" r="r" b="b"/>
              <a:pathLst>
                <a:path w="1546" h="2234" extrusionOk="0">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66"/>
            <p:cNvSpPr/>
            <p:nvPr/>
          </p:nvSpPr>
          <p:spPr>
            <a:xfrm>
              <a:off x="4383431" y="1689486"/>
              <a:ext cx="29911" cy="58564"/>
            </a:xfrm>
            <a:custGeom>
              <a:avLst/>
              <a:gdLst/>
              <a:ahLst/>
              <a:cxnLst/>
              <a:rect l="l" t="t" r="r" b="b"/>
              <a:pathLst>
                <a:path w="1141" h="2234" extrusionOk="0">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66"/>
            <p:cNvSpPr/>
            <p:nvPr/>
          </p:nvSpPr>
          <p:spPr>
            <a:xfrm>
              <a:off x="4372054" y="1674727"/>
              <a:ext cx="42416" cy="21208"/>
            </a:xfrm>
            <a:custGeom>
              <a:avLst/>
              <a:gdLst/>
              <a:ahLst/>
              <a:cxnLst/>
              <a:rect l="l" t="t" r="r" b="b"/>
              <a:pathLst>
                <a:path w="1618" h="809" extrusionOk="0">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66"/>
            <p:cNvSpPr/>
            <p:nvPr/>
          </p:nvSpPr>
          <p:spPr>
            <a:xfrm>
              <a:off x="4389460" y="1675094"/>
              <a:ext cx="24642" cy="20841"/>
            </a:xfrm>
            <a:custGeom>
              <a:avLst/>
              <a:gdLst/>
              <a:ahLst/>
              <a:cxnLst/>
              <a:rect l="l" t="t" r="r" b="b"/>
              <a:pathLst>
                <a:path w="940" h="795" extrusionOk="0">
                  <a:moveTo>
                    <a:pt x="405" y="1"/>
                  </a:moveTo>
                  <a:lnTo>
                    <a:pt x="1" y="795"/>
                  </a:lnTo>
                  <a:lnTo>
                    <a:pt x="607" y="795"/>
                  </a:lnTo>
                  <a:lnTo>
                    <a:pt x="939" y="130"/>
                  </a:lnTo>
                  <a:cubicBezTo>
                    <a:pt x="766" y="58"/>
                    <a:pt x="578" y="15"/>
                    <a:pt x="405" y="1"/>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66"/>
            <p:cNvSpPr/>
            <p:nvPr/>
          </p:nvSpPr>
          <p:spPr>
            <a:xfrm>
              <a:off x="4360703" y="1596396"/>
              <a:ext cx="64751" cy="88947"/>
            </a:xfrm>
            <a:custGeom>
              <a:avLst/>
              <a:gdLst/>
              <a:ahLst/>
              <a:cxnLst/>
              <a:rect l="l" t="t" r="r" b="b"/>
              <a:pathLst>
                <a:path w="2470" h="3393" extrusionOk="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66"/>
            <p:cNvSpPr/>
            <p:nvPr/>
          </p:nvSpPr>
          <p:spPr>
            <a:xfrm>
              <a:off x="4383431" y="1596396"/>
              <a:ext cx="42023" cy="88947"/>
            </a:xfrm>
            <a:custGeom>
              <a:avLst/>
              <a:gdLst/>
              <a:ahLst/>
              <a:cxnLst/>
              <a:rect l="l" t="t" r="r" b="b"/>
              <a:pathLst>
                <a:path w="1603" h="3393" extrusionOk="0">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66"/>
            <p:cNvSpPr/>
            <p:nvPr/>
          </p:nvSpPr>
          <p:spPr>
            <a:xfrm>
              <a:off x="4360336" y="1597891"/>
              <a:ext cx="65118" cy="42783"/>
            </a:xfrm>
            <a:custGeom>
              <a:avLst/>
              <a:gdLst/>
              <a:ahLst/>
              <a:cxnLst/>
              <a:rect l="l" t="t" r="r" b="b"/>
              <a:pathLst>
                <a:path w="2484" h="1632" extrusionOk="0">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4" name="Google Shape;16314;p66"/>
          <p:cNvGrpSpPr/>
          <p:nvPr/>
        </p:nvGrpSpPr>
        <p:grpSpPr>
          <a:xfrm>
            <a:off x="824618" y="3347716"/>
            <a:ext cx="346300" cy="375818"/>
            <a:chOff x="849675" y="3347716"/>
            <a:chExt cx="346300" cy="375818"/>
          </a:xfrm>
        </p:grpSpPr>
        <p:sp>
          <p:nvSpPr>
            <p:cNvPr id="16315" name="Google Shape;16315;p66"/>
            <p:cNvSpPr/>
            <p:nvPr/>
          </p:nvSpPr>
          <p:spPr>
            <a:xfrm>
              <a:off x="880714" y="3347716"/>
              <a:ext cx="315262" cy="314895"/>
            </a:xfrm>
            <a:custGeom>
              <a:avLst/>
              <a:gdLst/>
              <a:ahLst/>
              <a:cxnLst/>
              <a:rect l="l" t="t" r="r" b="b"/>
              <a:pathLst>
                <a:path w="12026" h="12012" extrusionOk="0">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6" name="Google Shape;16316;p66"/>
            <p:cNvSpPr/>
            <p:nvPr/>
          </p:nvSpPr>
          <p:spPr>
            <a:xfrm>
              <a:off x="849675" y="3351124"/>
              <a:ext cx="299742" cy="311801"/>
            </a:xfrm>
            <a:custGeom>
              <a:avLst/>
              <a:gdLst/>
              <a:ahLst/>
              <a:cxnLst/>
              <a:rect l="l" t="t" r="r" b="b"/>
              <a:pathLst>
                <a:path w="11434" h="11894" extrusionOk="0">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66"/>
            <p:cNvSpPr/>
            <p:nvPr/>
          </p:nvSpPr>
          <p:spPr>
            <a:xfrm>
              <a:off x="881081" y="3347716"/>
              <a:ext cx="314501" cy="314895"/>
            </a:xfrm>
            <a:custGeom>
              <a:avLst/>
              <a:gdLst/>
              <a:ahLst/>
              <a:cxnLst/>
              <a:rect l="l" t="t" r="r" b="b"/>
              <a:pathLst>
                <a:path w="11997" h="12012" extrusionOk="0">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66"/>
            <p:cNvSpPr/>
            <p:nvPr/>
          </p:nvSpPr>
          <p:spPr>
            <a:xfrm>
              <a:off x="881081" y="3351124"/>
              <a:ext cx="237298" cy="311487"/>
            </a:xfrm>
            <a:custGeom>
              <a:avLst/>
              <a:gdLst/>
              <a:ahLst/>
              <a:cxnLst/>
              <a:rect l="l" t="t" r="r" b="b"/>
              <a:pathLst>
                <a:path w="9052" h="11882" extrusionOk="0">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9" name="Google Shape;16319;p66"/>
            <p:cNvSpPr/>
            <p:nvPr/>
          </p:nvSpPr>
          <p:spPr>
            <a:xfrm>
              <a:off x="935582" y="3650473"/>
              <a:ext cx="205893" cy="72668"/>
            </a:xfrm>
            <a:custGeom>
              <a:avLst/>
              <a:gdLst/>
              <a:ahLst/>
              <a:cxnLst/>
              <a:rect l="l" t="t" r="r" b="b"/>
              <a:pathLst>
                <a:path w="7854" h="2772" extrusionOk="0">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0" name="Google Shape;16320;p66"/>
            <p:cNvSpPr/>
            <p:nvPr/>
          </p:nvSpPr>
          <p:spPr>
            <a:xfrm>
              <a:off x="1026024" y="3675062"/>
              <a:ext cx="24616" cy="48472"/>
            </a:xfrm>
            <a:custGeom>
              <a:avLst/>
              <a:gdLst/>
              <a:ahLst/>
              <a:cxnLst/>
              <a:rect l="l" t="t" r="r" b="b"/>
              <a:pathLst>
                <a:path w="939" h="1849" extrusionOk="0">
                  <a:moveTo>
                    <a:pt x="232" y="0"/>
                  </a:moveTo>
                  <a:lnTo>
                    <a:pt x="1" y="1848"/>
                  </a:lnTo>
                  <a:lnTo>
                    <a:pt x="939" y="1848"/>
                  </a:lnTo>
                  <a:lnTo>
                    <a:pt x="708"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66"/>
            <p:cNvSpPr/>
            <p:nvPr/>
          </p:nvSpPr>
          <p:spPr>
            <a:xfrm>
              <a:off x="1027544" y="3662584"/>
              <a:ext cx="21601" cy="20841"/>
            </a:xfrm>
            <a:custGeom>
              <a:avLst/>
              <a:gdLst/>
              <a:ahLst/>
              <a:cxnLst/>
              <a:rect l="l" t="t" r="r" b="b"/>
              <a:pathLst>
                <a:path w="824" h="795" extrusionOk="0">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66"/>
            <p:cNvSpPr/>
            <p:nvPr/>
          </p:nvSpPr>
          <p:spPr>
            <a:xfrm>
              <a:off x="1104747" y="3675429"/>
              <a:ext cx="36727" cy="47711"/>
            </a:xfrm>
            <a:custGeom>
              <a:avLst/>
              <a:gdLst/>
              <a:ahLst/>
              <a:cxnLst/>
              <a:rect l="l" t="t" r="r" b="b"/>
              <a:pathLst>
                <a:path w="1401" h="1820" extrusionOk="0">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66"/>
            <p:cNvSpPr/>
            <p:nvPr/>
          </p:nvSpPr>
          <p:spPr>
            <a:xfrm>
              <a:off x="971523" y="3463140"/>
              <a:ext cx="133251" cy="96524"/>
            </a:xfrm>
            <a:custGeom>
              <a:avLst/>
              <a:gdLst/>
              <a:ahLst/>
              <a:cxnLst/>
              <a:rect l="l" t="t" r="r" b="b"/>
              <a:pathLst>
                <a:path w="5083" h="3682" extrusionOk="0">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66"/>
            <p:cNvSpPr/>
            <p:nvPr/>
          </p:nvSpPr>
          <p:spPr>
            <a:xfrm>
              <a:off x="1001801" y="3463140"/>
              <a:ext cx="103340" cy="96524"/>
            </a:xfrm>
            <a:custGeom>
              <a:avLst/>
              <a:gdLst/>
              <a:ahLst/>
              <a:cxnLst/>
              <a:rect l="l" t="t" r="r" b="b"/>
              <a:pathLst>
                <a:path w="3942" h="3682" extrusionOk="0">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66"/>
            <p:cNvSpPr/>
            <p:nvPr/>
          </p:nvSpPr>
          <p:spPr>
            <a:xfrm>
              <a:off x="1001801" y="3608083"/>
              <a:ext cx="73061" cy="54527"/>
            </a:xfrm>
            <a:custGeom>
              <a:avLst/>
              <a:gdLst/>
              <a:ahLst/>
              <a:cxnLst/>
              <a:rect l="l" t="t" r="r" b="b"/>
              <a:pathLst>
                <a:path w="2787" h="2080" extrusionOk="0">
                  <a:moveTo>
                    <a:pt x="1" y="0"/>
                  </a:moveTo>
                  <a:lnTo>
                    <a:pt x="1" y="2079"/>
                  </a:lnTo>
                  <a:lnTo>
                    <a:pt x="2787" y="2079"/>
                  </a:lnTo>
                  <a:lnTo>
                    <a:pt x="2787"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66"/>
            <p:cNvSpPr/>
            <p:nvPr/>
          </p:nvSpPr>
          <p:spPr>
            <a:xfrm>
              <a:off x="1001801" y="3608083"/>
              <a:ext cx="73061" cy="30383"/>
            </a:xfrm>
            <a:custGeom>
              <a:avLst/>
              <a:gdLst/>
              <a:ahLst/>
              <a:cxnLst/>
              <a:rect l="l" t="t" r="r" b="b"/>
              <a:pathLst>
                <a:path w="2787" h="1159" extrusionOk="0">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7" name="Google Shape;16327;p66"/>
            <p:cNvSpPr/>
            <p:nvPr/>
          </p:nvSpPr>
          <p:spPr>
            <a:xfrm>
              <a:off x="990083" y="3640459"/>
              <a:ext cx="48445" cy="43596"/>
            </a:xfrm>
            <a:custGeom>
              <a:avLst/>
              <a:gdLst/>
              <a:ahLst/>
              <a:cxnLst/>
              <a:rect l="l" t="t" r="r" b="b"/>
              <a:pathLst>
                <a:path w="1848" h="1663" extrusionOk="0">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8" name="Google Shape;16328;p66"/>
            <p:cNvSpPr/>
            <p:nvPr/>
          </p:nvSpPr>
          <p:spPr>
            <a:xfrm>
              <a:off x="1038502" y="3640459"/>
              <a:ext cx="48105" cy="43438"/>
            </a:xfrm>
            <a:custGeom>
              <a:avLst/>
              <a:gdLst/>
              <a:ahLst/>
              <a:cxnLst/>
              <a:rect l="l" t="t" r="r" b="b"/>
              <a:pathLst>
                <a:path w="1835" h="1657" extrusionOk="0">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66"/>
            <p:cNvSpPr/>
            <p:nvPr/>
          </p:nvSpPr>
          <p:spPr>
            <a:xfrm>
              <a:off x="977971" y="3511926"/>
              <a:ext cx="120746" cy="114350"/>
            </a:xfrm>
            <a:custGeom>
              <a:avLst/>
              <a:gdLst/>
              <a:ahLst/>
              <a:cxnLst/>
              <a:rect l="l" t="t" r="r" b="b"/>
              <a:pathLst>
                <a:path w="4606" h="4362" extrusionOk="0">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0" name="Google Shape;16330;p66"/>
            <p:cNvSpPr/>
            <p:nvPr/>
          </p:nvSpPr>
          <p:spPr>
            <a:xfrm>
              <a:off x="977578" y="3511926"/>
              <a:ext cx="109028" cy="113957"/>
            </a:xfrm>
            <a:custGeom>
              <a:avLst/>
              <a:gdLst/>
              <a:ahLst/>
              <a:cxnLst/>
              <a:rect l="l" t="t" r="r" b="b"/>
              <a:pathLst>
                <a:path w="4159" h="4347" extrusionOk="0">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1" name="Google Shape;16331;p66"/>
            <p:cNvSpPr/>
            <p:nvPr/>
          </p:nvSpPr>
          <p:spPr>
            <a:xfrm>
              <a:off x="935215" y="3675429"/>
              <a:ext cx="36334" cy="47711"/>
            </a:xfrm>
            <a:custGeom>
              <a:avLst/>
              <a:gdLst/>
              <a:ahLst/>
              <a:cxnLst/>
              <a:rect l="l" t="t" r="r" b="b"/>
              <a:pathLst>
                <a:path w="1386" h="1820" extrusionOk="0">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2" name="Google Shape;16332;p66"/>
          <p:cNvGrpSpPr/>
          <p:nvPr/>
        </p:nvGrpSpPr>
        <p:grpSpPr>
          <a:xfrm>
            <a:off x="1299162" y="3399202"/>
            <a:ext cx="376578" cy="272846"/>
            <a:chOff x="1324219" y="3399202"/>
            <a:chExt cx="376578" cy="272846"/>
          </a:xfrm>
        </p:grpSpPr>
        <p:sp>
          <p:nvSpPr>
            <p:cNvPr id="16333" name="Google Shape;16333;p66"/>
            <p:cNvSpPr/>
            <p:nvPr/>
          </p:nvSpPr>
          <p:spPr>
            <a:xfrm>
              <a:off x="1597458" y="3496066"/>
              <a:ext cx="30278" cy="66639"/>
            </a:xfrm>
            <a:custGeom>
              <a:avLst/>
              <a:gdLst/>
              <a:ahLst/>
              <a:cxnLst/>
              <a:rect l="l" t="t" r="r" b="b"/>
              <a:pathLst>
                <a:path w="1155" h="2542" extrusionOk="0">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66"/>
            <p:cNvSpPr/>
            <p:nvPr/>
          </p:nvSpPr>
          <p:spPr>
            <a:xfrm>
              <a:off x="1609569" y="3490011"/>
              <a:ext cx="72668" cy="72694"/>
            </a:xfrm>
            <a:custGeom>
              <a:avLst/>
              <a:gdLst/>
              <a:ahLst/>
              <a:cxnLst/>
              <a:rect l="l" t="t" r="r" b="b"/>
              <a:pathLst>
                <a:path w="2772" h="2773" extrusionOk="0">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66"/>
            <p:cNvSpPr/>
            <p:nvPr/>
          </p:nvSpPr>
          <p:spPr>
            <a:xfrm>
              <a:off x="1621681" y="3580846"/>
              <a:ext cx="36334" cy="26870"/>
            </a:xfrm>
            <a:custGeom>
              <a:avLst/>
              <a:gdLst/>
              <a:ahLst/>
              <a:cxnLst/>
              <a:rect l="l" t="t" r="r" b="b"/>
              <a:pathLst>
                <a:path w="1386" h="1025" extrusionOk="0">
                  <a:moveTo>
                    <a:pt x="0" y="0"/>
                  </a:moveTo>
                  <a:lnTo>
                    <a:pt x="0" y="1025"/>
                  </a:lnTo>
                  <a:lnTo>
                    <a:pt x="1386" y="1025"/>
                  </a:lnTo>
                  <a:lnTo>
                    <a:pt x="1386"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66"/>
            <p:cNvSpPr/>
            <p:nvPr/>
          </p:nvSpPr>
          <p:spPr>
            <a:xfrm>
              <a:off x="1621681" y="3580846"/>
              <a:ext cx="36334" cy="14785"/>
            </a:xfrm>
            <a:custGeom>
              <a:avLst/>
              <a:gdLst/>
              <a:ahLst/>
              <a:cxnLst/>
              <a:rect l="l" t="t" r="r" b="b"/>
              <a:pathLst>
                <a:path w="1386" h="564" extrusionOk="0">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66"/>
            <p:cNvSpPr/>
            <p:nvPr/>
          </p:nvSpPr>
          <p:spPr>
            <a:xfrm>
              <a:off x="1579291" y="3595605"/>
              <a:ext cx="121507" cy="76443"/>
            </a:xfrm>
            <a:custGeom>
              <a:avLst/>
              <a:gdLst/>
              <a:ahLst/>
              <a:cxnLst/>
              <a:rect l="l" t="t" r="r" b="b"/>
              <a:pathLst>
                <a:path w="4635" h="2916" extrusionOk="0">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8" name="Google Shape;16338;p66"/>
            <p:cNvSpPr/>
            <p:nvPr/>
          </p:nvSpPr>
          <p:spPr>
            <a:xfrm>
              <a:off x="1633766" y="3607690"/>
              <a:ext cx="12138" cy="64358"/>
            </a:xfrm>
            <a:custGeom>
              <a:avLst/>
              <a:gdLst/>
              <a:ahLst/>
              <a:cxnLst/>
              <a:rect l="l" t="t" r="r" b="b"/>
              <a:pathLst>
                <a:path w="463" h="2455" extrusionOk="0">
                  <a:moveTo>
                    <a:pt x="116" y="1"/>
                  </a:moveTo>
                  <a:lnTo>
                    <a:pt x="1" y="2455"/>
                  </a:lnTo>
                  <a:lnTo>
                    <a:pt x="463" y="2455"/>
                  </a:lnTo>
                  <a:lnTo>
                    <a:pt x="347"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9" name="Google Shape;16339;p66"/>
            <p:cNvSpPr/>
            <p:nvPr/>
          </p:nvSpPr>
          <p:spPr>
            <a:xfrm>
              <a:off x="1603514" y="3520289"/>
              <a:ext cx="72668" cy="66639"/>
            </a:xfrm>
            <a:custGeom>
              <a:avLst/>
              <a:gdLst/>
              <a:ahLst/>
              <a:cxnLst/>
              <a:rect l="l" t="t" r="r" b="b"/>
              <a:pathLst>
                <a:path w="2772" h="2542" extrusionOk="0">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66"/>
            <p:cNvSpPr/>
            <p:nvPr/>
          </p:nvSpPr>
          <p:spPr>
            <a:xfrm>
              <a:off x="1603514" y="3520289"/>
              <a:ext cx="72668" cy="65118"/>
            </a:xfrm>
            <a:custGeom>
              <a:avLst/>
              <a:gdLst/>
              <a:ahLst/>
              <a:cxnLst/>
              <a:rect l="l" t="t" r="r" b="b"/>
              <a:pathLst>
                <a:path w="2772" h="2484" extrusionOk="0">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66"/>
            <p:cNvSpPr/>
            <p:nvPr/>
          </p:nvSpPr>
          <p:spPr>
            <a:xfrm>
              <a:off x="1676156" y="3611098"/>
              <a:ext cx="24249" cy="60583"/>
            </a:xfrm>
            <a:custGeom>
              <a:avLst/>
              <a:gdLst/>
              <a:ahLst/>
              <a:cxnLst/>
              <a:rect l="l" t="t" r="r" b="b"/>
              <a:pathLst>
                <a:path w="925" h="2311" extrusionOk="0">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2" name="Google Shape;16342;p66"/>
            <p:cNvSpPr/>
            <p:nvPr/>
          </p:nvSpPr>
          <p:spPr>
            <a:xfrm>
              <a:off x="1633766" y="3607690"/>
              <a:ext cx="12138" cy="12138"/>
            </a:xfrm>
            <a:custGeom>
              <a:avLst/>
              <a:gdLst/>
              <a:ahLst/>
              <a:cxnLst/>
              <a:rect l="l" t="t" r="r" b="b"/>
              <a:pathLst>
                <a:path w="463" h="463" extrusionOk="0">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3" name="Google Shape;16343;p66"/>
            <p:cNvSpPr/>
            <p:nvPr/>
          </p:nvSpPr>
          <p:spPr>
            <a:xfrm>
              <a:off x="1614865" y="3590755"/>
              <a:ext cx="24983" cy="25560"/>
            </a:xfrm>
            <a:custGeom>
              <a:avLst/>
              <a:gdLst/>
              <a:ahLst/>
              <a:cxnLst/>
              <a:rect l="l" t="t" r="r" b="b"/>
              <a:pathLst>
                <a:path w="953" h="975" extrusionOk="0">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66"/>
            <p:cNvSpPr/>
            <p:nvPr/>
          </p:nvSpPr>
          <p:spPr>
            <a:xfrm>
              <a:off x="1639822" y="3590755"/>
              <a:ext cx="25009" cy="25560"/>
            </a:xfrm>
            <a:custGeom>
              <a:avLst/>
              <a:gdLst/>
              <a:ahLst/>
              <a:cxnLst/>
              <a:rect l="l" t="t" r="r" b="b"/>
              <a:pathLst>
                <a:path w="954" h="975" extrusionOk="0">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66"/>
            <p:cNvSpPr/>
            <p:nvPr/>
          </p:nvSpPr>
          <p:spPr>
            <a:xfrm>
              <a:off x="1325373" y="3492291"/>
              <a:ext cx="109002" cy="109395"/>
            </a:xfrm>
            <a:custGeom>
              <a:avLst/>
              <a:gdLst/>
              <a:ahLst/>
              <a:cxnLst/>
              <a:rect l="l" t="t" r="r" b="b"/>
              <a:pathLst>
                <a:path w="4158" h="4173" extrusionOk="0">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66"/>
            <p:cNvSpPr/>
            <p:nvPr/>
          </p:nvSpPr>
          <p:spPr>
            <a:xfrm>
              <a:off x="1355258" y="3492291"/>
              <a:ext cx="79117" cy="109002"/>
            </a:xfrm>
            <a:custGeom>
              <a:avLst/>
              <a:gdLst/>
              <a:ahLst/>
              <a:cxnLst/>
              <a:rect l="l" t="t" r="r" b="b"/>
              <a:pathLst>
                <a:path w="3018" h="4158" extrusionOk="0">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66"/>
            <p:cNvSpPr/>
            <p:nvPr/>
          </p:nvSpPr>
          <p:spPr>
            <a:xfrm>
              <a:off x="1324612" y="3574790"/>
              <a:ext cx="109002" cy="97258"/>
            </a:xfrm>
            <a:custGeom>
              <a:avLst/>
              <a:gdLst/>
              <a:ahLst/>
              <a:cxnLst/>
              <a:rect l="l" t="t" r="r" b="b"/>
              <a:pathLst>
                <a:path w="4158" h="3710" extrusionOk="0">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66"/>
            <p:cNvSpPr/>
            <p:nvPr/>
          </p:nvSpPr>
          <p:spPr>
            <a:xfrm>
              <a:off x="1360553" y="3574790"/>
              <a:ext cx="37120" cy="24223"/>
            </a:xfrm>
            <a:custGeom>
              <a:avLst/>
              <a:gdLst/>
              <a:ahLst/>
              <a:cxnLst/>
              <a:rect l="l" t="t" r="r" b="b"/>
              <a:pathLst>
                <a:path w="1416" h="924" extrusionOk="0">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66"/>
            <p:cNvSpPr/>
            <p:nvPr/>
          </p:nvSpPr>
          <p:spPr>
            <a:xfrm>
              <a:off x="1324219" y="3606563"/>
              <a:ext cx="109395" cy="65485"/>
            </a:xfrm>
            <a:custGeom>
              <a:avLst/>
              <a:gdLst/>
              <a:ahLst/>
              <a:cxnLst/>
              <a:rect l="l" t="t" r="r" b="b"/>
              <a:pathLst>
                <a:path w="4173" h="2498" extrusionOk="0">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66"/>
            <p:cNvSpPr/>
            <p:nvPr/>
          </p:nvSpPr>
          <p:spPr>
            <a:xfrm>
              <a:off x="1342779" y="3527393"/>
              <a:ext cx="72668" cy="59534"/>
            </a:xfrm>
            <a:custGeom>
              <a:avLst/>
              <a:gdLst/>
              <a:ahLst/>
              <a:cxnLst/>
              <a:rect l="l" t="t" r="r" b="b"/>
              <a:pathLst>
                <a:path w="2772" h="2271" extrusionOk="0">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1" name="Google Shape;16351;p66"/>
            <p:cNvSpPr/>
            <p:nvPr/>
          </p:nvSpPr>
          <p:spPr>
            <a:xfrm>
              <a:off x="1342779" y="3527393"/>
              <a:ext cx="73061" cy="59141"/>
            </a:xfrm>
            <a:custGeom>
              <a:avLst/>
              <a:gdLst/>
              <a:ahLst/>
              <a:cxnLst/>
              <a:rect l="l" t="t" r="r" b="b"/>
              <a:pathLst>
                <a:path w="2787" h="2256" extrusionOk="0">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2" name="Google Shape;16352;p66"/>
            <p:cNvSpPr/>
            <p:nvPr/>
          </p:nvSpPr>
          <p:spPr>
            <a:xfrm>
              <a:off x="1324612" y="3619067"/>
              <a:ext cx="24249" cy="52981"/>
            </a:xfrm>
            <a:custGeom>
              <a:avLst/>
              <a:gdLst/>
              <a:ahLst/>
              <a:cxnLst/>
              <a:rect l="l" t="t" r="r" b="b"/>
              <a:pathLst>
                <a:path w="925" h="2021" extrusionOk="0">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66"/>
            <p:cNvSpPr/>
            <p:nvPr/>
          </p:nvSpPr>
          <p:spPr>
            <a:xfrm>
              <a:off x="1409365" y="3586901"/>
              <a:ext cx="206286" cy="85146"/>
            </a:xfrm>
            <a:custGeom>
              <a:avLst/>
              <a:gdLst/>
              <a:ahLst/>
              <a:cxnLst/>
              <a:rect l="l" t="t" r="r" b="b"/>
              <a:pathLst>
                <a:path w="7869" h="3248" extrusionOk="0">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4" name="Google Shape;16354;p66"/>
            <p:cNvSpPr/>
            <p:nvPr/>
          </p:nvSpPr>
          <p:spPr>
            <a:xfrm>
              <a:off x="1500567" y="3611098"/>
              <a:ext cx="24249" cy="60950"/>
            </a:xfrm>
            <a:custGeom>
              <a:avLst/>
              <a:gdLst/>
              <a:ahLst/>
              <a:cxnLst/>
              <a:rect l="l" t="t" r="r" b="b"/>
              <a:pathLst>
                <a:path w="925" h="2325" extrusionOk="0">
                  <a:moveTo>
                    <a:pt x="217" y="1"/>
                  </a:moveTo>
                  <a:lnTo>
                    <a:pt x="1" y="2325"/>
                  </a:lnTo>
                  <a:lnTo>
                    <a:pt x="925" y="2325"/>
                  </a:lnTo>
                  <a:lnTo>
                    <a:pt x="708"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5" name="Google Shape;16355;p66"/>
            <p:cNvSpPr/>
            <p:nvPr/>
          </p:nvSpPr>
          <p:spPr>
            <a:xfrm>
              <a:off x="1502088" y="3598986"/>
              <a:ext cx="21208" cy="20474"/>
            </a:xfrm>
            <a:custGeom>
              <a:avLst/>
              <a:gdLst/>
              <a:ahLst/>
              <a:cxnLst/>
              <a:rect l="l" t="t" r="r" b="b"/>
              <a:pathLst>
                <a:path w="809" h="781" extrusionOk="0">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66"/>
            <p:cNvSpPr/>
            <p:nvPr/>
          </p:nvSpPr>
          <p:spPr>
            <a:xfrm>
              <a:off x="1579291" y="3611858"/>
              <a:ext cx="36360" cy="60190"/>
            </a:xfrm>
            <a:custGeom>
              <a:avLst/>
              <a:gdLst/>
              <a:ahLst/>
              <a:cxnLst/>
              <a:rect l="l" t="t" r="r" b="b"/>
              <a:pathLst>
                <a:path w="1387" h="2296" extrusionOk="0">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66"/>
            <p:cNvSpPr/>
            <p:nvPr/>
          </p:nvSpPr>
          <p:spPr>
            <a:xfrm>
              <a:off x="1446066" y="3399202"/>
              <a:ext cx="133251" cy="96891"/>
            </a:xfrm>
            <a:custGeom>
              <a:avLst/>
              <a:gdLst/>
              <a:ahLst/>
              <a:cxnLst/>
              <a:rect l="l" t="t" r="r" b="b"/>
              <a:pathLst>
                <a:path w="5083" h="3696" extrusionOk="0">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66"/>
            <p:cNvSpPr/>
            <p:nvPr/>
          </p:nvSpPr>
          <p:spPr>
            <a:xfrm>
              <a:off x="1476345" y="3399202"/>
              <a:ext cx="102973" cy="96891"/>
            </a:xfrm>
            <a:custGeom>
              <a:avLst/>
              <a:gdLst/>
              <a:ahLst/>
              <a:cxnLst/>
              <a:rect l="l" t="t" r="r" b="b"/>
              <a:pathLst>
                <a:path w="3928" h="3696" extrusionOk="0">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66"/>
            <p:cNvSpPr/>
            <p:nvPr/>
          </p:nvSpPr>
          <p:spPr>
            <a:xfrm>
              <a:off x="1476345" y="3544512"/>
              <a:ext cx="72694" cy="54501"/>
            </a:xfrm>
            <a:custGeom>
              <a:avLst/>
              <a:gdLst/>
              <a:ahLst/>
              <a:cxnLst/>
              <a:rect l="l" t="t" r="r" b="b"/>
              <a:pathLst>
                <a:path w="2773" h="2079" extrusionOk="0">
                  <a:moveTo>
                    <a:pt x="1" y="0"/>
                  </a:moveTo>
                  <a:lnTo>
                    <a:pt x="1" y="2079"/>
                  </a:lnTo>
                  <a:lnTo>
                    <a:pt x="2772" y="2079"/>
                  </a:lnTo>
                  <a:lnTo>
                    <a:pt x="27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66"/>
            <p:cNvSpPr/>
            <p:nvPr/>
          </p:nvSpPr>
          <p:spPr>
            <a:xfrm>
              <a:off x="1476345" y="3544512"/>
              <a:ext cx="72694" cy="30383"/>
            </a:xfrm>
            <a:custGeom>
              <a:avLst/>
              <a:gdLst/>
              <a:ahLst/>
              <a:cxnLst/>
              <a:rect l="l" t="t" r="r" b="b"/>
              <a:pathLst>
                <a:path w="2773" h="1159" extrusionOk="0">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66"/>
            <p:cNvSpPr/>
            <p:nvPr/>
          </p:nvSpPr>
          <p:spPr>
            <a:xfrm>
              <a:off x="1464233" y="3576887"/>
              <a:ext cx="48472" cy="43438"/>
            </a:xfrm>
            <a:custGeom>
              <a:avLst/>
              <a:gdLst/>
              <a:ahLst/>
              <a:cxnLst/>
              <a:rect l="l" t="t" r="r" b="b"/>
              <a:pathLst>
                <a:path w="1849" h="1657" extrusionOk="0">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66"/>
            <p:cNvSpPr/>
            <p:nvPr/>
          </p:nvSpPr>
          <p:spPr>
            <a:xfrm>
              <a:off x="1512679" y="3576887"/>
              <a:ext cx="48472" cy="43438"/>
            </a:xfrm>
            <a:custGeom>
              <a:avLst/>
              <a:gdLst/>
              <a:ahLst/>
              <a:cxnLst/>
              <a:rect l="l" t="t" r="r" b="b"/>
              <a:pathLst>
                <a:path w="1849" h="1657" extrusionOk="0">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3" name="Google Shape;16363;p66"/>
            <p:cNvSpPr/>
            <p:nvPr/>
          </p:nvSpPr>
          <p:spPr>
            <a:xfrm>
              <a:off x="1452122" y="3448171"/>
              <a:ext cx="121140" cy="114533"/>
            </a:xfrm>
            <a:custGeom>
              <a:avLst/>
              <a:gdLst/>
              <a:ahLst/>
              <a:cxnLst/>
              <a:rect l="l" t="t" r="r" b="b"/>
              <a:pathLst>
                <a:path w="4621" h="4369" extrusionOk="0">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4" name="Google Shape;16364;p66"/>
            <p:cNvSpPr/>
            <p:nvPr/>
          </p:nvSpPr>
          <p:spPr>
            <a:xfrm>
              <a:off x="1452122" y="3448355"/>
              <a:ext cx="109028" cy="113957"/>
            </a:xfrm>
            <a:custGeom>
              <a:avLst/>
              <a:gdLst/>
              <a:ahLst/>
              <a:cxnLst/>
              <a:rect l="l" t="t" r="r" b="b"/>
              <a:pathLst>
                <a:path w="4159" h="4347" extrusionOk="0">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66"/>
            <p:cNvSpPr/>
            <p:nvPr/>
          </p:nvSpPr>
          <p:spPr>
            <a:xfrm>
              <a:off x="1409759" y="3611858"/>
              <a:ext cx="36334" cy="60190"/>
            </a:xfrm>
            <a:custGeom>
              <a:avLst/>
              <a:gdLst/>
              <a:ahLst/>
              <a:cxnLst/>
              <a:rect l="l" t="t" r="r" b="b"/>
              <a:pathLst>
                <a:path w="1386" h="2296" extrusionOk="0">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6" name="Google Shape;16366;p66"/>
          <p:cNvGrpSpPr/>
          <p:nvPr/>
        </p:nvGrpSpPr>
        <p:grpSpPr>
          <a:xfrm>
            <a:off x="1773706" y="3395401"/>
            <a:ext cx="376185" cy="280448"/>
            <a:chOff x="1798763" y="3395401"/>
            <a:chExt cx="376185" cy="280448"/>
          </a:xfrm>
        </p:grpSpPr>
        <p:sp>
          <p:nvSpPr>
            <p:cNvPr id="16367" name="Google Shape;16367;p66"/>
            <p:cNvSpPr/>
            <p:nvPr/>
          </p:nvSpPr>
          <p:spPr>
            <a:xfrm>
              <a:off x="2097352" y="3478660"/>
              <a:ext cx="47711" cy="42023"/>
            </a:xfrm>
            <a:custGeom>
              <a:avLst/>
              <a:gdLst/>
              <a:ahLst/>
              <a:cxnLst/>
              <a:rect l="l" t="t" r="r" b="b"/>
              <a:pathLst>
                <a:path w="1820" h="1603" extrusionOk="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66"/>
            <p:cNvSpPr/>
            <p:nvPr/>
          </p:nvSpPr>
          <p:spPr>
            <a:xfrm>
              <a:off x="2097352" y="3478660"/>
              <a:ext cx="32559" cy="42023"/>
            </a:xfrm>
            <a:custGeom>
              <a:avLst/>
              <a:gdLst/>
              <a:ahLst/>
              <a:cxnLst/>
              <a:rect l="l" t="t" r="r" b="b"/>
              <a:pathLst>
                <a:path w="1242" h="1603" extrusionOk="0">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66"/>
            <p:cNvSpPr/>
            <p:nvPr/>
          </p:nvSpPr>
          <p:spPr>
            <a:xfrm>
              <a:off x="2067441" y="3580452"/>
              <a:ext cx="107508" cy="95396"/>
            </a:xfrm>
            <a:custGeom>
              <a:avLst/>
              <a:gdLst/>
              <a:ahLst/>
              <a:cxnLst/>
              <a:rect l="l" t="t" r="r" b="b"/>
              <a:pathLst>
                <a:path w="4101" h="3639" extrusionOk="0">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66"/>
            <p:cNvSpPr/>
            <p:nvPr/>
          </p:nvSpPr>
          <p:spPr>
            <a:xfrm>
              <a:off x="2103014" y="3580085"/>
              <a:ext cx="36360" cy="23856"/>
            </a:xfrm>
            <a:custGeom>
              <a:avLst/>
              <a:gdLst/>
              <a:ahLst/>
              <a:cxnLst/>
              <a:rect l="l" t="t" r="r" b="b"/>
              <a:pathLst>
                <a:path w="1387" h="910" extrusionOk="0">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66"/>
            <p:cNvSpPr/>
            <p:nvPr/>
          </p:nvSpPr>
          <p:spPr>
            <a:xfrm>
              <a:off x="2067441" y="3611491"/>
              <a:ext cx="107141" cy="64358"/>
            </a:xfrm>
            <a:custGeom>
              <a:avLst/>
              <a:gdLst/>
              <a:ahLst/>
              <a:cxnLst/>
              <a:rect l="l" t="t" r="r" b="b"/>
              <a:pathLst>
                <a:path w="4087" h="2455" extrusionOk="0">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66"/>
            <p:cNvSpPr/>
            <p:nvPr/>
          </p:nvSpPr>
          <p:spPr>
            <a:xfrm>
              <a:off x="2079185" y="3496827"/>
              <a:ext cx="83652" cy="83285"/>
            </a:xfrm>
            <a:custGeom>
              <a:avLst/>
              <a:gdLst/>
              <a:ahLst/>
              <a:cxnLst/>
              <a:rect l="l" t="t" r="r" b="b"/>
              <a:pathLst>
                <a:path w="3191" h="3177" extrusionOk="0">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3" name="Google Shape;16373;p66"/>
            <p:cNvSpPr/>
            <p:nvPr/>
          </p:nvSpPr>
          <p:spPr>
            <a:xfrm>
              <a:off x="2095071" y="3496827"/>
              <a:ext cx="69653" cy="75342"/>
            </a:xfrm>
            <a:custGeom>
              <a:avLst/>
              <a:gdLst/>
              <a:ahLst/>
              <a:cxnLst/>
              <a:rect l="l" t="t" r="r" b="b"/>
              <a:pathLst>
                <a:path w="2657" h="2874" extrusionOk="0">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4" name="Google Shape;16374;p66"/>
            <p:cNvSpPr/>
            <p:nvPr/>
          </p:nvSpPr>
          <p:spPr>
            <a:xfrm>
              <a:off x="2085241" y="3533449"/>
              <a:ext cx="71541" cy="58774"/>
            </a:xfrm>
            <a:custGeom>
              <a:avLst/>
              <a:gdLst/>
              <a:ahLst/>
              <a:cxnLst/>
              <a:rect l="l" t="t" r="r" b="b"/>
              <a:pathLst>
                <a:path w="2729" h="2242" extrusionOk="0">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66"/>
            <p:cNvSpPr/>
            <p:nvPr/>
          </p:nvSpPr>
          <p:spPr>
            <a:xfrm>
              <a:off x="2085608" y="3533449"/>
              <a:ext cx="71567" cy="58381"/>
            </a:xfrm>
            <a:custGeom>
              <a:avLst/>
              <a:gdLst/>
              <a:ahLst/>
              <a:cxnLst/>
              <a:rect l="l" t="t" r="r" b="b"/>
              <a:pathLst>
                <a:path w="2730" h="2227" extrusionOk="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6" name="Google Shape;16376;p66"/>
            <p:cNvSpPr/>
            <p:nvPr/>
          </p:nvSpPr>
          <p:spPr>
            <a:xfrm>
              <a:off x="2150699" y="3623969"/>
              <a:ext cx="24249" cy="51879"/>
            </a:xfrm>
            <a:custGeom>
              <a:avLst/>
              <a:gdLst/>
              <a:ahLst/>
              <a:cxnLst/>
              <a:rect l="l" t="t" r="r" b="b"/>
              <a:pathLst>
                <a:path w="925" h="1979" extrusionOk="0">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7" name="Google Shape;16377;p66"/>
            <p:cNvSpPr/>
            <p:nvPr/>
          </p:nvSpPr>
          <p:spPr>
            <a:xfrm>
              <a:off x="1816930" y="3502882"/>
              <a:ext cx="29938" cy="65485"/>
            </a:xfrm>
            <a:custGeom>
              <a:avLst/>
              <a:gdLst/>
              <a:ahLst/>
              <a:cxnLst/>
              <a:rect l="l" t="t" r="r" b="b"/>
              <a:pathLst>
                <a:path w="1142" h="2498" extrusionOk="0">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66"/>
            <p:cNvSpPr/>
            <p:nvPr/>
          </p:nvSpPr>
          <p:spPr>
            <a:xfrm>
              <a:off x="1828674" y="3496827"/>
              <a:ext cx="71541" cy="71541"/>
            </a:xfrm>
            <a:custGeom>
              <a:avLst/>
              <a:gdLst/>
              <a:ahLst/>
              <a:cxnLst/>
              <a:rect l="l" t="t" r="r" b="b"/>
              <a:pathLst>
                <a:path w="2729" h="2729" extrusionOk="0">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66"/>
            <p:cNvSpPr/>
            <p:nvPr/>
          </p:nvSpPr>
          <p:spPr>
            <a:xfrm>
              <a:off x="1840786" y="3586141"/>
              <a:ext cx="35967" cy="26503"/>
            </a:xfrm>
            <a:custGeom>
              <a:avLst/>
              <a:gdLst/>
              <a:ahLst/>
              <a:cxnLst/>
              <a:rect l="l" t="t" r="r" b="b"/>
              <a:pathLst>
                <a:path w="1372" h="1011" extrusionOk="0">
                  <a:moveTo>
                    <a:pt x="0" y="0"/>
                  </a:moveTo>
                  <a:lnTo>
                    <a:pt x="0" y="1011"/>
                  </a:lnTo>
                  <a:lnTo>
                    <a:pt x="1372" y="1011"/>
                  </a:lnTo>
                  <a:lnTo>
                    <a:pt x="13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66"/>
            <p:cNvSpPr/>
            <p:nvPr/>
          </p:nvSpPr>
          <p:spPr>
            <a:xfrm>
              <a:off x="1840786" y="3586141"/>
              <a:ext cx="35967" cy="14392"/>
            </a:xfrm>
            <a:custGeom>
              <a:avLst/>
              <a:gdLst/>
              <a:ahLst/>
              <a:cxnLst/>
              <a:rect l="l" t="t" r="r" b="b"/>
              <a:pathLst>
                <a:path w="1372" h="549" extrusionOk="0">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66"/>
            <p:cNvSpPr/>
            <p:nvPr/>
          </p:nvSpPr>
          <p:spPr>
            <a:xfrm>
              <a:off x="1799156" y="3600507"/>
              <a:ext cx="119226" cy="75342"/>
            </a:xfrm>
            <a:custGeom>
              <a:avLst/>
              <a:gdLst/>
              <a:ahLst/>
              <a:cxnLst/>
              <a:rect l="l" t="t" r="r" b="b"/>
              <a:pathLst>
                <a:path w="4548" h="2874" extrusionOk="0">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2" name="Google Shape;16382;p66"/>
            <p:cNvSpPr/>
            <p:nvPr/>
          </p:nvSpPr>
          <p:spPr>
            <a:xfrm>
              <a:off x="1852897" y="3612618"/>
              <a:ext cx="11744" cy="63231"/>
            </a:xfrm>
            <a:custGeom>
              <a:avLst/>
              <a:gdLst/>
              <a:ahLst/>
              <a:cxnLst/>
              <a:rect l="l" t="t" r="r" b="b"/>
              <a:pathLst>
                <a:path w="448" h="2412" extrusionOk="0">
                  <a:moveTo>
                    <a:pt x="101" y="1"/>
                  </a:moveTo>
                  <a:lnTo>
                    <a:pt x="0" y="2411"/>
                  </a:lnTo>
                  <a:lnTo>
                    <a:pt x="448" y="2411"/>
                  </a:lnTo>
                  <a:lnTo>
                    <a:pt x="332"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3" name="Google Shape;16383;p66"/>
            <p:cNvSpPr/>
            <p:nvPr/>
          </p:nvSpPr>
          <p:spPr>
            <a:xfrm>
              <a:off x="1822986" y="3526712"/>
              <a:ext cx="71541" cy="65511"/>
            </a:xfrm>
            <a:custGeom>
              <a:avLst/>
              <a:gdLst/>
              <a:ahLst/>
              <a:cxnLst/>
              <a:rect l="l" t="t" r="r" b="b"/>
              <a:pathLst>
                <a:path w="2729" h="2499" extrusionOk="0">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4" name="Google Shape;16384;p66"/>
            <p:cNvSpPr/>
            <p:nvPr/>
          </p:nvSpPr>
          <p:spPr>
            <a:xfrm>
              <a:off x="1822986" y="3526712"/>
              <a:ext cx="71174" cy="63991"/>
            </a:xfrm>
            <a:custGeom>
              <a:avLst/>
              <a:gdLst/>
              <a:ahLst/>
              <a:cxnLst/>
              <a:rect l="l" t="t" r="r" b="b"/>
              <a:pathLst>
                <a:path w="2715" h="2441" extrusionOk="0">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5" name="Google Shape;16385;p66"/>
            <p:cNvSpPr/>
            <p:nvPr/>
          </p:nvSpPr>
          <p:spPr>
            <a:xfrm>
              <a:off x="1798763" y="3616026"/>
              <a:ext cx="24249" cy="59823"/>
            </a:xfrm>
            <a:custGeom>
              <a:avLst/>
              <a:gdLst/>
              <a:ahLst/>
              <a:cxnLst/>
              <a:rect l="l" t="t" r="r" b="b"/>
              <a:pathLst>
                <a:path w="925" h="2282" extrusionOk="0">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6" name="Google Shape;16386;p66"/>
            <p:cNvSpPr/>
            <p:nvPr/>
          </p:nvSpPr>
          <p:spPr>
            <a:xfrm>
              <a:off x="1852504" y="3612618"/>
              <a:ext cx="12138" cy="11771"/>
            </a:xfrm>
            <a:custGeom>
              <a:avLst/>
              <a:gdLst/>
              <a:ahLst/>
              <a:cxnLst/>
              <a:rect l="l" t="t" r="r" b="b"/>
              <a:pathLst>
                <a:path w="463" h="449" extrusionOk="0">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7" name="Google Shape;16387;p66"/>
            <p:cNvSpPr/>
            <p:nvPr/>
          </p:nvSpPr>
          <p:spPr>
            <a:xfrm>
              <a:off x="1834337" y="3595919"/>
              <a:ext cx="24249" cy="25114"/>
            </a:xfrm>
            <a:custGeom>
              <a:avLst/>
              <a:gdLst/>
              <a:ahLst/>
              <a:cxnLst/>
              <a:rect l="l" t="t" r="r" b="b"/>
              <a:pathLst>
                <a:path w="925" h="958" extrusionOk="0">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8" name="Google Shape;16388;p66"/>
            <p:cNvSpPr/>
            <p:nvPr/>
          </p:nvSpPr>
          <p:spPr>
            <a:xfrm>
              <a:off x="1858559" y="3595919"/>
              <a:ext cx="24616" cy="25114"/>
            </a:xfrm>
            <a:custGeom>
              <a:avLst/>
              <a:gdLst/>
              <a:ahLst/>
              <a:cxnLst/>
              <a:rect l="l" t="t" r="r" b="b"/>
              <a:pathLst>
                <a:path w="939" h="958" extrusionOk="0">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9" name="Google Shape;16389;p66"/>
            <p:cNvSpPr/>
            <p:nvPr/>
          </p:nvSpPr>
          <p:spPr>
            <a:xfrm>
              <a:off x="1900556" y="3395401"/>
              <a:ext cx="178288" cy="208540"/>
            </a:xfrm>
            <a:custGeom>
              <a:avLst/>
              <a:gdLst/>
              <a:ahLst/>
              <a:cxnLst/>
              <a:rect l="l" t="t" r="r" b="b"/>
              <a:pathLst>
                <a:path w="6801" h="7955" extrusionOk="0">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0" name="Google Shape;16390;p66"/>
            <p:cNvSpPr/>
            <p:nvPr/>
          </p:nvSpPr>
          <p:spPr>
            <a:xfrm>
              <a:off x="1942579" y="3395401"/>
              <a:ext cx="136266" cy="208593"/>
            </a:xfrm>
            <a:custGeom>
              <a:avLst/>
              <a:gdLst/>
              <a:ahLst/>
              <a:cxnLst/>
              <a:rect l="l" t="t" r="r" b="b"/>
              <a:pathLst>
                <a:path w="5198" h="7957" extrusionOk="0">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66"/>
            <p:cNvSpPr/>
            <p:nvPr/>
          </p:nvSpPr>
          <p:spPr>
            <a:xfrm>
              <a:off x="1888471" y="3556230"/>
              <a:ext cx="202852" cy="119619"/>
            </a:xfrm>
            <a:custGeom>
              <a:avLst/>
              <a:gdLst/>
              <a:ahLst/>
              <a:cxnLst/>
              <a:rect l="l" t="t" r="r" b="b"/>
              <a:pathLst>
                <a:path w="7738" h="4563" extrusionOk="0">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66"/>
            <p:cNvSpPr/>
            <p:nvPr/>
          </p:nvSpPr>
          <p:spPr>
            <a:xfrm>
              <a:off x="1888471" y="3599380"/>
              <a:ext cx="202852" cy="76469"/>
            </a:xfrm>
            <a:custGeom>
              <a:avLst/>
              <a:gdLst/>
              <a:ahLst/>
              <a:cxnLst/>
              <a:rect l="l" t="t" r="r" b="b"/>
              <a:pathLst>
                <a:path w="7738" h="2917" extrusionOk="0">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66"/>
            <p:cNvSpPr/>
            <p:nvPr/>
          </p:nvSpPr>
          <p:spPr>
            <a:xfrm>
              <a:off x="1959985" y="3556230"/>
              <a:ext cx="59823" cy="23961"/>
            </a:xfrm>
            <a:custGeom>
              <a:avLst/>
              <a:gdLst/>
              <a:ahLst/>
              <a:cxnLst/>
              <a:rect l="l" t="t" r="r" b="b"/>
              <a:pathLst>
                <a:path w="2282" h="914" extrusionOk="0">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66"/>
            <p:cNvSpPr/>
            <p:nvPr/>
          </p:nvSpPr>
          <p:spPr>
            <a:xfrm>
              <a:off x="1929707" y="3456062"/>
              <a:ext cx="119619" cy="112069"/>
            </a:xfrm>
            <a:custGeom>
              <a:avLst/>
              <a:gdLst/>
              <a:ahLst/>
              <a:cxnLst/>
              <a:rect l="l" t="t" r="r" b="b"/>
              <a:pathLst>
                <a:path w="4563" h="4275" extrusionOk="0">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66"/>
            <p:cNvSpPr/>
            <p:nvPr/>
          </p:nvSpPr>
          <p:spPr>
            <a:xfrm>
              <a:off x="1929707" y="3456062"/>
              <a:ext cx="116971" cy="111938"/>
            </a:xfrm>
            <a:custGeom>
              <a:avLst/>
              <a:gdLst/>
              <a:ahLst/>
              <a:cxnLst/>
              <a:rect l="l" t="t" r="r" b="b"/>
              <a:pathLst>
                <a:path w="4462" h="4270" extrusionOk="0">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66"/>
            <p:cNvSpPr/>
            <p:nvPr/>
          </p:nvSpPr>
          <p:spPr>
            <a:xfrm>
              <a:off x="1888471" y="3619067"/>
              <a:ext cx="41629" cy="56782"/>
            </a:xfrm>
            <a:custGeom>
              <a:avLst/>
              <a:gdLst/>
              <a:ahLst/>
              <a:cxnLst/>
              <a:rect l="l" t="t" r="r" b="b"/>
              <a:pathLst>
                <a:path w="1588" h="2166" extrusionOk="0">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66"/>
            <p:cNvSpPr/>
            <p:nvPr/>
          </p:nvSpPr>
          <p:spPr>
            <a:xfrm>
              <a:off x="2049667" y="3619067"/>
              <a:ext cx="41656" cy="56782"/>
            </a:xfrm>
            <a:custGeom>
              <a:avLst/>
              <a:gdLst/>
              <a:ahLst/>
              <a:cxnLst/>
              <a:rect l="l" t="t" r="r" b="b"/>
              <a:pathLst>
                <a:path w="1589" h="2166" extrusionOk="0">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98" name="Google Shape;16398;p66"/>
          <p:cNvGrpSpPr/>
          <p:nvPr/>
        </p:nvGrpSpPr>
        <p:grpSpPr>
          <a:xfrm>
            <a:off x="2248250" y="3378754"/>
            <a:ext cx="375818" cy="313374"/>
            <a:chOff x="2273307" y="3378754"/>
            <a:chExt cx="375818" cy="313374"/>
          </a:xfrm>
        </p:grpSpPr>
        <p:sp>
          <p:nvSpPr>
            <p:cNvPr id="16399" name="Google Shape;16399;p66"/>
            <p:cNvSpPr/>
            <p:nvPr/>
          </p:nvSpPr>
          <p:spPr>
            <a:xfrm>
              <a:off x="2448528" y="3429087"/>
              <a:ext cx="25009" cy="25009"/>
            </a:xfrm>
            <a:custGeom>
              <a:avLst/>
              <a:gdLst/>
              <a:ahLst/>
              <a:cxnLst/>
              <a:rect l="l" t="t" r="r" b="b"/>
              <a:pathLst>
                <a:path w="954" h="954" extrusionOk="0">
                  <a:moveTo>
                    <a:pt x="0" y="1"/>
                  </a:moveTo>
                  <a:lnTo>
                    <a:pt x="0"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66"/>
            <p:cNvSpPr/>
            <p:nvPr/>
          </p:nvSpPr>
          <p:spPr>
            <a:xfrm>
              <a:off x="2447401" y="3429087"/>
              <a:ext cx="27631" cy="18849"/>
            </a:xfrm>
            <a:custGeom>
              <a:avLst/>
              <a:gdLst/>
              <a:ahLst/>
              <a:cxnLst/>
              <a:rect l="l" t="t" r="r" b="b"/>
              <a:pathLst>
                <a:path w="1054" h="719" extrusionOk="0">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66"/>
            <p:cNvSpPr/>
            <p:nvPr/>
          </p:nvSpPr>
          <p:spPr>
            <a:xfrm>
              <a:off x="2423545" y="3448774"/>
              <a:ext cx="74949" cy="93116"/>
            </a:xfrm>
            <a:custGeom>
              <a:avLst/>
              <a:gdLst/>
              <a:ahLst/>
              <a:cxnLst/>
              <a:rect l="l" t="t" r="r" b="b"/>
              <a:pathLst>
                <a:path w="2859" h="3552" extrusionOk="0">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66"/>
            <p:cNvSpPr/>
            <p:nvPr/>
          </p:nvSpPr>
          <p:spPr>
            <a:xfrm>
              <a:off x="2436050" y="3541864"/>
              <a:ext cx="50359" cy="106354"/>
            </a:xfrm>
            <a:custGeom>
              <a:avLst/>
              <a:gdLst/>
              <a:ahLst/>
              <a:cxnLst/>
              <a:rect l="l" t="t" r="r" b="b"/>
              <a:pathLst>
                <a:path w="1921" h="4057" extrusionOk="0">
                  <a:moveTo>
                    <a:pt x="0" y="0"/>
                  </a:moveTo>
                  <a:lnTo>
                    <a:pt x="0" y="4057"/>
                  </a:lnTo>
                  <a:lnTo>
                    <a:pt x="1920" y="4057"/>
                  </a:lnTo>
                  <a:lnTo>
                    <a:pt x="1920"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66"/>
            <p:cNvSpPr/>
            <p:nvPr/>
          </p:nvSpPr>
          <p:spPr>
            <a:xfrm>
              <a:off x="2423545" y="3458972"/>
              <a:ext cx="12531" cy="82918"/>
            </a:xfrm>
            <a:custGeom>
              <a:avLst/>
              <a:gdLst/>
              <a:ahLst/>
              <a:cxnLst/>
              <a:rect l="l" t="t" r="r" b="b"/>
              <a:pathLst>
                <a:path w="478" h="3163" extrusionOk="0">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66"/>
            <p:cNvSpPr/>
            <p:nvPr/>
          </p:nvSpPr>
          <p:spPr>
            <a:xfrm>
              <a:off x="2485989" y="3458972"/>
              <a:ext cx="12505" cy="82918"/>
            </a:xfrm>
            <a:custGeom>
              <a:avLst/>
              <a:gdLst/>
              <a:ahLst/>
              <a:cxnLst/>
              <a:rect l="l" t="t" r="r" b="b"/>
              <a:pathLst>
                <a:path w="477" h="3163" extrusionOk="0">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66"/>
            <p:cNvSpPr/>
            <p:nvPr/>
          </p:nvSpPr>
          <p:spPr>
            <a:xfrm>
              <a:off x="2442105" y="3441670"/>
              <a:ext cx="38248" cy="100220"/>
            </a:xfrm>
            <a:custGeom>
              <a:avLst/>
              <a:gdLst/>
              <a:ahLst/>
              <a:cxnLst/>
              <a:rect l="l" t="t" r="r" b="b"/>
              <a:pathLst>
                <a:path w="1459" h="3823" extrusionOk="0">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66"/>
            <p:cNvSpPr/>
            <p:nvPr/>
          </p:nvSpPr>
          <p:spPr>
            <a:xfrm>
              <a:off x="2457992" y="3554342"/>
              <a:ext cx="6449" cy="93876"/>
            </a:xfrm>
            <a:custGeom>
              <a:avLst/>
              <a:gdLst/>
              <a:ahLst/>
              <a:cxnLst/>
              <a:rect l="l" t="t" r="r" b="b"/>
              <a:pathLst>
                <a:path w="246" h="3581" extrusionOk="0">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66"/>
            <p:cNvSpPr/>
            <p:nvPr/>
          </p:nvSpPr>
          <p:spPr>
            <a:xfrm>
              <a:off x="2436050" y="3378754"/>
              <a:ext cx="50359" cy="56782"/>
            </a:xfrm>
            <a:custGeom>
              <a:avLst/>
              <a:gdLst/>
              <a:ahLst/>
              <a:cxnLst/>
              <a:rect l="l" t="t" r="r" b="b"/>
              <a:pathLst>
                <a:path w="1921" h="2166" extrusionOk="0">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66"/>
            <p:cNvSpPr/>
            <p:nvPr/>
          </p:nvSpPr>
          <p:spPr>
            <a:xfrm>
              <a:off x="2436050" y="3379147"/>
              <a:ext cx="34447" cy="56441"/>
            </a:xfrm>
            <a:custGeom>
              <a:avLst/>
              <a:gdLst/>
              <a:ahLst/>
              <a:cxnLst/>
              <a:rect l="l" t="t" r="r" b="b"/>
              <a:pathLst>
                <a:path w="1314" h="2153" extrusionOk="0">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66"/>
            <p:cNvSpPr/>
            <p:nvPr/>
          </p:nvSpPr>
          <p:spPr>
            <a:xfrm>
              <a:off x="2435656" y="3378754"/>
              <a:ext cx="50359" cy="25429"/>
            </a:xfrm>
            <a:custGeom>
              <a:avLst/>
              <a:gdLst/>
              <a:ahLst/>
              <a:cxnLst/>
              <a:rect l="l" t="t" r="r" b="b"/>
              <a:pathLst>
                <a:path w="1921" h="970" extrusionOk="0">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66"/>
            <p:cNvSpPr/>
            <p:nvPr/>
          </p:nvSpPr>
          <p:spPr>
            <a:xfrm>
              <a:off x="2436050" y="3379147"/>
              <a:ext cx="34447" cy="22728"/>
            </a:xfrm>
            <a:custGeom>
              <a:avLst/>
              <a:gdLst/>
              <a:ahLst/>
              <a:cxnLst/>
              <a:rect l="l" t="t" r="r" b="b"/>
              <a:pathLst>
                <a:path w="1314" h="867" extrusionOk="0">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66"/>
            <p:cNvSpPr/>
            <p:nvPr/>
          </p:nvSpPr>
          <p:spPr>
            <a:xfrm>
              <a:off x="2548800" y="3429087"/>
              <a:ext cx="25009" cy="25009"/>
            </a:xfrm>
            <a:custGeom>
              <a:avLst/>
              <a:gdLst/>
              <a:ahLst/>
              <a:cxnLst/>
              <a:rect l="l" t="t" r="r" b="b"/>
              <a:pathLst>
                <a:path w="954" h="954" extrusionOk="0">
                  <a:moveTo>
                    <a:pt x="1" y="1"/>
                  </a:moveTo>
                  <a:lnTo>
                    <a:pt x="1" y="953"/>
                  </a:lnTo>
                  <a:lnTo>
                    <a:pt x="954" y="953"/>
                  </a:lnTo>
                  <a:lnTo>
                    <a:pt x="954"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66"/>
            <p:cNvSpPr/>
            <p:nvPr/>
          </p:nvSpPr>
          <p:spPr>
            <a:xfrm>
              <a:off x="2547673" y="3429087"/>
              <a:ext cx="27264" cy="18849"/>
            </a:xfrm>
            <a:custGeom>
              <a:avLst/>
              <a:gdLst/>
              <a:ahLst/>
              <a:cxnLst/>
              <a:rect l="l" t="t" r="r" b="b"/>
              <a:pathLst>
                <a:path w="1040" h="719" extrusionOk="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66"/>
            <p:cNvSpPr/>
            <p:nvPr/>
          </p:nvSpPr>
          <p:spPr>
            <a:xfrm>
              <a:off x="2523844" y="3448774"/>
              <a:ext cx="75316" cy="93116"/>
            </a:xfrm>
            <a:custGeom>
              <a:avLst/>
              <a:gdLst/>
              <a:ahLst/>
              <a:cxnLst/>
              <a:rect l="l" t="t" r="r" b="b"/>
              <a:pathLst>
                <a:path w="2873" h="3552" extrusionOk="0">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4" name="Google Shape;16414;p66"/>
            <p:cNvSpPr/>
            <p:nvPr/>
          </p:nvSpPr>
          <p:spPr>
            <a:xfrm>
              <a:off x="2536322" y="3541864"/>
              <a:ext cx="49992" cy="106354"/>
            </a:xfrm>
            <a:custGeom>
              <a:avLst/>
              <a:gdLst/>
              <a:ahLst/>
              <a:cxnLst/>
              <a:rect l="l" t="t" r="r" b="b"/>
              <a:pathLst>
                <a:path w="1907" h="4057" extrusionOk="0">
                  <a:moveTo>
                    <a:pt x="1" y="0"/>
                  </a:moveTo>
                  <a:lnTo>
                    <a:pt x="1" y="4057"/>
                  </a:lnTo>
                  <a:lnTo>
                    <a:pt x="1906" y="4057"/>
                  </a:lnTo>
                  <a:lnTo>
                    <a:pt x="1906"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5" name="Google Shape;16415;p66"/>
            <p:cNvSpPr/>
            <p:nvPr/>
          </p:nvSpPr>
          <p:spPr>
            <a:xfrm>
              <a:off x="2523844" y="3458972"/>
              <a:ext cx="12505" cy="82918"/>
            </a:xfrm>
            <a:custGeom>
              <a:avLst/>
              <a:gdLst/>
              <a:ahLst/>
              <a:cxnLst/>
              <a:rect l="l" t="t" r="r" b="b"/>
              <a:pathLst>
                <a:path w="477" h="3163" extrusionOk="0">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66"/>
            <p:cNvSpPr/>
            <p:nvPr/>
          </p:nvSpPr>
          <p:spPr>
            <a:xfrm>
              <a:off x="2586288" y="3458972"/>
              <a:ext cx="12505" cy="82918"/>
            </a:xfrm>
            <a:custGeom>
              <a:avLst/>
              <a:gdLst/>
              <a:ahLst/>
              <a:cxnLst/>
              <a:rect l="l" t="t" r="r" b="b"/>
              <a:pathLst>
                <a:path w="477" h="3163" extrusionOk="0">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66"/>
            <p:cNvSpPr/>
            <p:nvPr/>
          </p:nvSpPr>
          <p:spPr>
            <a:xfrm>
              <a:off x="2542011" y="3441670"/>
              <a:ext cx="38615" cy="100220"/>
            </a:xfrm>
            <a:custGeom>
              <a:avLst/>
              <a:gdLst/>
              <a:ahLst/>
              <a:cxnLst/>
              <a:rect l="l" t="t" r="r" b="b"/>
              <a:pathLst>
                <a:path w="1473" h="3823" extrusionOk="0">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8" name="Google Shape;16418;p66"/>
            <p:cNvSpPr/>
            <p:nvPr/>
          </p:nvSpPr>
          <p:spPr>
            <a:xfrm>
              <a:off x="2558264" y="3554342"/>
              <a:ext cx="6475" cy="93876"/>
            </a:xfrm>
            <a:custGeom>
              <a:avLst/>
              <a:gdLst/>
              <a:ahLst/>
              <a:cxnLst/>
              <a:rect l="l" t="t" r="r" b="b"/>
              <a:pathLst>
                <a:path w="247" h="3581" extrusionOk="0">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9" name="Google Shape;16419;p66"/>
            <p:cNvSpPr/>
            <p:nvPr/>
          </p:nvSpPr>
          <p:spPr>
            <a:xfrm>
              <a:off x="2536322" y="3378754"/>
              <a:ext cx="50359" cy="56782"/>
            </a:xfrm>
            <a:custGeom>
              <a:avLst/>
              <a:gdLst/>
              <a:ahLst/>
              <a:cxnLst/>
              <a:rect l="l" t="t" r="r" b="b"/>
              <a:pathLst>
                <a:path w="1921" h="2166" extrusionOk="0">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66"/>
            <p:cNvSpPr/>
            <p:nvPr/>
          </p:nvSpPr>
          <p:spPr>
            <a:xfrm>
              <a:off x="2536008" y="3379147"/>
              <a:ext cx="34787" cy="56441"/>
            </a:xfrm>
            <a:custGeom>
              <a:avLst/>
              <a:gdLst/>
              <a:ahLst/>
              <a:cxnLst/>
              <a:rect l="l" t="t" r="r" b="b"/>
              <a:pathLst>
                <a:path w="1327" h="2153" extrusionOk="0">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1" name="Google Shape;16421;p66"/>
            <p:cNvSpPr/>
            <p:nvPr/>
          </p:nvSpPr>
          <p:spPr>
            <a:xfrm>
              <a:off x="2536322" y="3378754"/>
              <a:ext cx="49992" cy="25429"/>
            </a:xfrm>
            <a:custGeom>
              <a:avLst/>
              <a:gdLst/>
              <a:ahLst/>
              <a:cxnLst/>
              <a:rect l="l" t="t" r="r" b="b"/>
              <a:pathLst>
                <a:path w="1907" h="970" extrusionOk="0">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2" name="Google Shape;16422;p66"/>
            <p:cNvSpPr/>
            <p:nvPr/>
          </p:nvSpPr>
          <p:spPr>
            <a:xfrm>
              <a:off x="2536322" y="3379147"/>
              <a:ext cx="34473" cy="22728"/>
            </a:xfrm>
            <a:custGeom>
              <a:avLst/>
              <a:gdLst/>
              <a:ahLst/>
              <a:cxnLst/>
              <a:rect l="l" t="t" r="r" b="b"/>
              <a:pathLst>
                <a:path w="1315" h="867" extrusionOk="0">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66"/>
            <p:cNvSpPr/>
            <p:nvPr/>
          </p:nvSpPr>
          <p:spPr>
            <a:xfrm>
              <a:off x="2348623" y="3429087"/>
              <a:ext cx="25009" cy="25009"/>
            </a:xfrm>
            <a:custGeom>
              <a:avLst/>
              <a:gdLst/>
              <a:ahLst/>
              <a:cxnLst/>
              <a:rect l="l" t="t" r="r" b="b"/>
              <a:pathLst>
                <a:path w="954" h="954" extrusionOk="0">
                  <a:moveTo>
                    <a:pt x="1" y="1"/>
                  </a:moveTo>
                  <a:lnTo>
                    <a:pt x="1"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66"/>
            <p:cNvSpPr/>
            <p:nvPr/>
          </p:nvSpPr>
          <p:spPr>
            <a:xfrm>
              <a:off x="2347102" y="3429087"/>
              <a:ext cx="27657" cy="18849"/>
            </a:xfrm>
            <a:custGeom>
              <a:avLst/>
              <a:gdLst/>
              <a:ahLst/>
              <a:cxnLst/>
              <a:rect l="l" t="t" r="r" b="b"/>
              <a:pathLst>
                <a:path w="1055" h="719" extrusionOk="0">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66"/>
            <p:cNvSpPr/>
            <p:nvPr/>
          </p:nvSpPr>
          <p:spPr>
            <a:xfrm>
              <a:off x="2323273" y="3448774"/>
              <a:ext cx="75342" cy="93116"/>
            </a:xfrm>
            <a:custGeom>
              <a:avLst/>
              <a:gdLst/>
              <a:ahLst/>
              <a:cxnLst/>
              <a:rect l="l" t="t" r="r" b="b"/>
              <a:pathLst>
                <a:path w="2874" h="3552" extrusionOk="0">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66"/>
            <p:cNvSpPr/>
            <p:nvPr/>
          </p:nvSpPr>
          <p:spPr>
            <a:xfrm>
              <a:off x="2335751" y="3541864"/>
              <a:ext cx="50359" cy="106354"/>
            </a:xfrm>
            <a:custGeom>
              <a:avLst/>
              <a:gdLst/>
              <a:ahLst/>
              <a:cxnLst/>
              <a:rect l="l" t="t" r="r" b="b"/>
              <a:pathLst>
                <a:path w="1921" h="4057" extrusionOk="0">
                  <a:moveTo>
                    <a:pt x="1" y="0"/>
                  </a:moveTo>
                  <a:lnTo>
                    <a:pt x="1" y="4057"/>
                  </a:lnTo>
                  <a:lnTo>
                    <a:pt x="1921" y="4057"/>
                  </a:lnTo>
                  <a:lnTo>
                    <a:pt x="1921"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66"/>
            <p:cNvSpPr/>
            <p:nvPr/>
          </p:nvSpPr>
          <p:spPr>
            <a:xfrm>
              <a:off x="2323273" y="3458972"/>
              <a:ext cx="12505" cy="82918"/>
            </a:xfrm>
            <a:custGeom>
              <a:avLst/>
              <a:gdLst/>
              <a:ahLst/>
              <a:cxnLst/>
              <a:rect l="l" t="t" r="r" b="b"/>
              <a:pathLst>
                <a:path w="477" h="3163" extrusionOk="0">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66"/>
            <p:cNvSpPr/>
            <p:nvPr/>
          </p:nvSpPr>
          <p:spPr>
            <a:xfrm>
              <a:off x="2386084" y="3458972"/>
              <a:ext cx="12531" cy="82918"/>
            </a:xfrm>
            <a:custGeom>
              <a:avLst/>
              <a:gdLst/>
              <a:ahLst/>
              <a:cxnLst/>
              <a:rect l="l" t="t" r="r" b="b"/>
              <a:pathLst>
                <a:path w="478" h="3163" extrusionOk="0">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66"/>
            <p:cNvSpPr/>
            <p:nvPr/>
          </p:nvSpPr>
          <p:spPr>
            <a:xfrm>
              <a:off x="2341807" y="3441670"/>
              <a:ext cx="38248" cy="100220"/>
            </a:xfrm>
            <a:custGeom>
              <a:avLst/>
              <a:gdLst/>
              <a:ahLst/>
              <a:cxnLst/>
              <a:rect l="l" t="t" r="r" b="b"/>
              <a:pathLst>
                <a:path w="1459" h="3823" extrusionOk="0">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0" name="Google Shape;16430;p66"/>
            <p:cNvSpPr/>
            <p:nvPr/>
          </p:nvSpPr>
          <p:spPr>
            <a:xfrm>
              <a:off x="2357693" y="3554342"/>
              <a:ext cx="6475" cy="93876"/>
            </a:xfrm>
            <a:custGeom>
              <a:avLst/>
              <a:gdLst/>
              <a:ahLst/>
              <a:cxnLst/>
              <a:rect l="l" t="t" r="r" b="b"/>
              <a:pathLst>
                <a:path w="247" h="3581" extrusionOk="0">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1" name="Google Shape;16431;p66"/>
            <p:cNvSpPr/>
            <p:nvPr/>
          </p:nvSpPr>
          <p:spPr>
            <a:xfrm>
              <a:off x="2335751" y="3378754"/>
              <a:ext cx="50752" cy="56782"/>
            </a:xfrm>
            <a:custGeom>
              <a:avLst/>
              <a:gdLst/>
              <a:ahLst/>
              <a:cxnLst/>
              <a:rect l="l" t="t" r="r" b="b"/>
              <a:pathLst>
                <a:path w="1936" h="2166" extrusionOk="0">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66"/>
            <p:cNvSpPr/>
            <p:nvPr/>
          </p:nvSpPr>
          <p:spPr>
            <a:xfrm>
              <a:off x="2335751" y="3379147"/>
              <a:ext cx="34473" cy="56441"/>
            </a:xfrm>
            <a:custGeom>
              <a:avLst/>
              <a:gdLst/>
              <a:ahLst/>
              <a:cxnLst/>
              <a:rect l="l" t="t" r="r" b="b"/>
              <a:pathLst>
                <a:path w="1315" h="2153" extrusionOk="0">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66"/>
            <p:cNvSpPr/>
            <p:nvPr/>
          </p:nvSpPr>
          <p:spPr>
            <a:xfrm>
              <a:off x="2335751" y="3378754"/>
              <a:ext cx="50359" cy="25429"/>
            </a:xfrm>
            <a:custGeom>
              <a:avLst/>
              <a:gdLst/>
              <a:ahLst/>
              <a:cxnLst/>
              <a:rect l="l" t="t" r="r" b="b"/>
              <a:pathLst>
                <a:path w="1921" h="970" extrusionOk="0">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66"/>
            <p:cNvSpPr/>
            <p:nvPr/>
          </p:nvSpPr>
          <p:spPr>
            <a:xfrm>
              <a:off x="2335751" y="3379147"/>
              <a:ext cx="34473" cy="22728"/>
            </a:xfrm>
            <a:custGeom>
              <a:avLst/>
              <a:gdLst/>
              <a:ahLst/>
              <a:cxnLst/>
              <a:rect l="l" t="t" r="r" b="b"/>
              <a:pathLst>
                <a:path w="1315" h="867" extrusionOk="0">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66"/>
            <p:cNvSpPr/>
            <p:nvPr/>
          </p:nvSpPr>
          <p:spPr>
            <a:xfrm>
              <a:off x="2298290" y="3535415"/>
              <a:ext cx="25009" cy="25009"/>
            </a:xfrm>
            <a:custGeom>
              <a:avLst/>
              <a:gdLst/>
              <a:ahLst/>
              <a:cxnLst/>
              <a:rect l="l" t="t" r="r" b="b"/>
              <a:pathLst>
                <a:path w="954" h="954" extrusionOk="0">
                  <a:moveTo>
                    <a:pt x="1" y="1"/>
                  </a:moveTo>
                  <a:lnTo>
                    <a:pt x="1"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66"/>
            <p:cNvSpPr/>
            <p:nvPr/>
          </p:nvSpPr>
          <p:spPr>
            <a:xfrm>
              <a:off x="2297163" y="3535415"/>
              <a:ext cx="27657" cy="18849"/>
            </a:xfrm>
            <a:custGeom>
              <a:avLst/>
              <a:gdLst/>
              <a:ahLst/>
              <a:cxnLst/>
              <a:rect l="l" t="t" r="r" b="b"/>
              <a:pathLst>
                <a:path w="1055" h="719" extrusionOk="0">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7" name="Google Shape;16437;p66"/>
            <p:cNvSpPr/>
            <p:nvPr/>
          </p:nvSpPr>
          <p:spPr>
            <a:xfrm>
              <a:off x="2273307" y="3555102"/>
              <a:ext cx="74975" cy="93116"/>
            </a:xfrm>
            <a:custGeom>
              <a:avLst/>
              <a:gdLst/>
              <a:ahLst/>
              <a:cxnLst/>
              <a:rect l="l" t="t" r="r" b="b"/>
              <a:pathLst>
                <a:path w="2860"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8" name="Google Shape;16438;p66"/>
            <p:cNvSpPr/>
            <p:nvPr/>
          </p:nvSpPr>
          <p:spPr>
            <a:xfrm>
              <a:off x="2285812" y="3648192"/>
              <a:ext cx="49966" cy="43936"/>
            </a:xfrm>
            <a:custGeom>
              <a:avLst/>
              <a:gdLst/>
              <a:ahLst/>
              <a:cxnLst/>
              <a:rect l="l" t="t" r="r" b="b"/>
              <a:pathLst>
                <a:path w="1906" h="1676" extrusionOk="0">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66"/>
            <p:cNvSpPr/>
            <p:nvPr/>
          </p:nvSpPr>
          <p:spPr>
            <a:xfrm>
              <a:off x="2273307" y="3565693"/>
              <a:ext cx="12531" cy="82525"/>
            </a:xfrm>
            <a:custGeom>
              <a:avLst/>
              <a:gdLst/>
              <a:ahLst/>
              <a:cxnLst/>
              <a:rect l="l" t="t" r="r" b="b"/>
              <a:pathLst>
                <a:path w="478" h="3148" extrusionOk="0">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66"/>
            <p:cNvSpPr/>
            <p:nvPr/>
          </p:nvSpPr>
          <p:spPr>
            <a:xfrm>
              <a:off x="2335751" y="3565693"/>
              <a:ext cx="12898" cy="82525"/>
            </a:xfrm>
            <a:custGeom>
              <a:avLst/>
              <a:gdLst/>
              <a:ahLst/>
              <a:cxnLst/>
              <a:rect l="l" t="t" r="r" b="b"/>
              <a:pathLst>
                <a:path w="492" h="3148" extrusionOk="0">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66"/>
            <p:cNvSpPr/>
            <p:nvPr/>
          </p:nvSpPr>
          <p:spPr>
            <a:xfrm>
              <a:off x="2291867" y="3547998"/>
              <a:ext cx="38248" cy="100220"/>
            </a:xfrm>
            <a:custGeom>
              <a:avLst/>
              <a:gdLst/>
              <a:ahLst/>
              <a:cxnLst/>
              <a:rect l="l" t="t" r="r" b="b"/>
              <a:pathLst>
                <a:path w="1459" h="3823" extrusionOk="0">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2" name="Google Shape;16442;p66"/>
            <p:cNvSpPr/>
            <p:nvPr/>
          </p:nvSpPr>
          <p:spPr>
            <a:xfrm>
              <a:off x="2307754" y="3660670"/>
              <a:ext cx="6449" cy="31458"/>
            </a:xfrm>
            <a:custGeom>
              <a:avLst/>
              <a:gdLst/>
              <a:ahLst/>
              <a:cxnLst/>
              <a:rect l="l" t="t" r="r" b="b"/>
              <a:pathLst>
                <a:path w="246" h="1200" extrusionOk="0">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3" name="Google Shape;16443;p66"/>
            <p:cNvSpPr/>
            <p:nvPr/>
          </p:nvSpPr>
          <p:spPr>
            <a:xfrm>
              <a:off x="2285812" y="3485475"/>
              <a:ext cx="50359" cy="56415"/>
            </a:xfrm>
            <a:custGeom>
              <a:avLst/>
              <a:gdLst/>
              <a:ahLst/>
              <a:cxnLst/>
              <a:rect l="l" t="t" r="r" b="b"/>
              <a:pathLst>
                <a:path w="1921"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4" name="Google Shape;16444;p66"/>
            <p:cNvSpPr/>
            <p:nvPr/>
          </p:nvSpPr>
          <p:spPr>
            <a:xfrm>
              <a:off x="2285812"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66"/>
            <p:cNvSpPr/>
            <p:nvPr/>
          </p:nvSpPr>
          <p:spPr>
            <a:xfrm>
              <a:off x="2285418" y="3485082"/>
              <a:ext cx="50359" cy="25429"/>
            </a:xfrm>
            <a:custGeom>
              <a:avLst/>
              <a:gdLst/>
              <a:ahLst/>
              <a:cxnLst/>
              <a:rect l="l" t="t" r="r" b="b"/>
              <a:pathLst>
                <a:path w="1921" h="970" extrusionOk="0">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66"/>
            <p:cNvSpPr/>
            <p:nvPr/>
          </p:nvSpPr>
          <p:spPr>
            <a:xfrm>
              <a:off x="2285812" y="3485475"/>
              <a:ext cx="34447" cy="23095"/>
            </a:xfrm>
            <a:custGeom>
              <a:avLst/>
              <a:gdLst/>
              <a:ahLst/>
              <a:cxnLst/>
              <a:rect l="l" t="t" r="r" b="b"/>
              <a:pathLst>
                <a:path w="1314" h="881" extrusionOk="0">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7" name="Google Shape;16447;p66"/>
            <p:cNvSpPr/>
            <p:nvPr/>
          </p:nvSpPr>
          <p:spPr>
            <a:xfrm>
              <a:off x="2398588" y="3535415"/>
              <a:ext cx="24983" cy="25009"/>
            </a:xfrm>
            <a:custGeom>
              <a:avLst/>
              <a:gdLst/>
              <a:ahLst/>
              <a:cxnLst/>
              <a:rect l="l" t="t" r="r" b="b"/>
              <a:pathLst>
                <a:path w="953"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8" name="Google Shape;16448;p66"/>
            <p:cNvSpPr/>
            <p:nvPr/>
          </p:nvSpPr>
          <p:spPr>
            <a:xfrm>
              <a:off x="2397435" y="3535415"/>
              <a:ext cx="27290" cy="18849"/>
            </a:xfrm>
            <a:custGeom>
              <a:avLst/>
              <a:gdLst/>
              <a:ahLst/>
              <a:cxnLst/>
              <a:rect l="l" t="t" r="r" b="b"/>
              <a:pathLst>
                <a:path w="1041" h="719" extrusionOk="0">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66"/>
            <p:cNvSpPr/>
            <p:nvPr/>
          </p:nvSpPr>
          <p:spPr>
            <a:xfrm>
              <a:off x="2373606" y="3555102"/>
              <a:ext cx="75316" cy="93116"/>
            </a:xfrm>
            <a:custGeom>
              <a:avLst/>
              <a:gdLst/>
              <a:ahLst/>
              <a:cxnLst/>
              <a:rect l="l" t="t" r="r" b="b"/>
              <a:pathLst>
                <a:path w="2873" h="3552" extrusionOk="0">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66"/>
            <p:cNvSpPr/>
            <p:nvPr/>
          </p:nvSpPr>
          <p:spPr>
            <a:xfrm>
              <a:off x="2386084" y="3485475"/>
              <a:ext cx="50359" cy="56415"/>
            </a:xfrm>
            <a:custGeom>
              <a:avLst/>
              <a:gdLst/>
              <a:ahLst/>
              <a:cxnLst/>
              <a:rect l="l" t="t" r="r" b="b"/>
              <a:pathLst>
                <a:path w="1921" h="2152" extrusionOk="0">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1" name="Google Shape;16451;p66"/>
            <p:cNvSpPr/>
            <p:nvPr/>
          </p:nvSpPr>
          <p:spPr>
            <a:xfrm>
              <a:off x="2385717" y="3485475"/>
              <a:ext cx="34840" cy="56441"/>
            </a:xfrm>
            <a:custGeom>
              <a:avLst/>
              <a:gdLst/>
              <a:ahLst/>
              <a:cxnLst/>
              <a:rect l="l" t="t" r="r" b="b"/>
              <a:pathLst>
                <a:path w="1329" h="2153" extrusionOk="0">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2" name="Google Shape;16452;p66"/>
            <p:cNvSpPr/>
            <p:nvPr/>
          </p:nvSpPr>
          <p:spPr>
            <a:xfrm>
              <a:off x="2386084" y="3648192"/>
              <a:ext cx="49992" cy="43936"/>
            </a:xfrm>
            <a:custGeom>
              <a:avLst/>
              <a:gdLst/>
              <a:ahLst/>
              <a:cxnLst/>
              <a:rect l="l" t="t" r="r" b="b"/>
              <a:pathLst>
                <a:path w="1907" h="1676" extrusionOk="0">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66"/>
            <p:cNvSpPr/>
            <p:nvPr/>
          </p:nvSpPr>
          <p:spPr>
            <a:xfrm>
              <a:off x="2373606" y="3565693"/>
              <a:ext cx="12505" cy="82525"/>
            </a:xfrm>
            <a:custGeom>
              <a:avLst/>
              <a:gdLst/>
              <a:ahLst/>
              <a:cxnLst/>
              <a:rect l="l" t="t" r="r" b="b"/>
              <a:pathLst>
                <a:path w="477" h="3148" extrusionOk="0">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66"/>
            <p:cNvSpPr/>
            <p:nvPr/>
          </p:nvSpPr>
          <p:spPr>
            <a:xfrm>
              <a:off x="2436050" y="3565693"/>
              <a:ext cx="12505" cy="82525"/>
            </a:xfrm>
            <a:custGeom>
              <a:avLst/>
              <a:gdLst/>
              <a:ahLst/>
              <a:cxnLst/>
              <a:rect l="l" t="t" r="r" b="b"/>
              <a:pathLst>
                <a:path w="477" h="3148" extrusionOk="0">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66"/>
            <p:cNvSpPr/>
            <p:nvPr/>
          </p:nvSpPr>
          <p:spPr>
            <a:xfrm>
              <a:off x="2391773" y="3548103"/>
              <a:ext cx="38615" cy="100115"/>
            </a:xfrm>
            <a:custGeom>
              <a:avLst/>
              <a:gdLst/>
              <a:ahLst/>
              <a:cxnLst/>
              <a:rect l="l" t="t" r="r" b="b"/>
              <a:pathLst>
                <a:path w="1473" h="3819" extrusionOk="0">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66"/>
            <p:cNvSpPr/>
            <p:nvPr/>
          </p:nvSpPr>
          <p:spPr>
            <a:xfrm>
              <a:off x="2408026" y="3660670"/>
              <a:ext cx="6082" cy="31458"/>
            </a:xfrm>
            <a:custGeom>
              <a:avLst/>
              <a:gdLst/>
              <a:ahLst/>
              <a:cxnLst/>
              <a:rect l="l" t="t" r="r" b="b"/>
              <a:pathLst>
                <a:path w="232" h="1200" extrusionOk="0">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66"/>
            <p:cNvSpPr/>
            <p:nvPr/>
          </p:nvSpPr>
          <p:spPr>
            <a:xfrm>
              <a:off x="2385717" y="3485082"/>
              <a:ext cx="50359" cy="25429"/>
            </a:xfrm>
            <a:custGeom>
              <a:avLst/>
              <a:gdLst/>
              <a:ahLst/>
              <a:cxnLst/>
              <a:rect l="l" t="t" r="r" b="b"/>
              <a:pathLst>
                <a:path w="1921" h="970" extrusionOk="0">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8" name="Google Shape;16458;p66"/>
            <p:cNvSpPr/>
            <p:nvPr/>
          </p:nvSpPr>
          <p:spPr>
            <a:xfrm>
              <a:off x="2385717" y="3485475"/>
              <a:ext cx="34840" cy="23095"/>
            </a:xfrm>
            <a:custGeom>
              <a:avLst/>
              <a:gdLst/>
              <a:ahLst/>
              <a:cxnLst/>
              <a:rect l="l" t="t" r="r" b="b"/>
              <a:pathLst>
                <a:path w="1329" h="881" extrusionOk="0">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9" name="Google Shape;16459;p66"/>
            <p:cNvSpPr/>
            <p:nvPr/>
          </p:nvSpPr>
          <p:spPr>
            <a:xfrm>
              <a:off x="2498861"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66"/>
            <p:cNvSpPr/>
            <p:nvPr/>
          </p:nvSpPr>
          <p:spPr>
            <a:xfrm>
              <a:off x="2497340" y="3535415"/>
              <a:ext cx="27657" cy="18849"/>
            </a:xfrm>
            <a:custGeom>
              <a:avLst/>
              <a:gdLst/>
              <a:ahLst/>
              <a:cxnLst/>
              <a:rect l="l" t="t" r="r" b="b"/>
              <a:pathLst>
                <a:path w="1055" h="719" extrusionOk="0">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66"/>
            <p:cNvSpPr/>
            <p:nvPr/>
          </p:nvSpPr>
          <p:spPr>
            <a:xfrm>
              <a:off x="2473878" y="3555102"/>
              <a:ext cx="74949" cy="93116"/>
            </a:xfrm>
            <a:custGeom>
              <a:avLst/>
              <a:gdLst/>
              <a:ahLst/>
              <a:cxnLst/>
              <a:rect l="l" t="t" r="r" b="b"/>
              <a:pathLst>
                <a:path w="2859"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66"/>
            <p:cNvSpPr/>
            <p:nvPr/>
          </p:nvSpPr>
          <p:spPr>
            <a:xfrm>
              <a:off x="2485989" y="3648192"/>
              <a:ext cx="49992" cy="43936"/>
            </a:xfrm>
            <a:custGeom>
              <a:avLst/>
              <a:gdLst/>
              <a:ahLst/>
              <a:cxnLst/>
              <a:rect l="l" t="t" r="r" b="b"/>
              <a:pathLst>
                <a:path w="1907" h="1676" extrusionOk="0">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66"/>
            <p:cNvSpPr/>
            <p:nvPr/>
          </p:nvSpPr>
          <p:spPr>
            <a:xfrm>
              <a:off x="2473511" y="3565693"/>
              <a:ext cx="12505" cy="82525"/>
            </a:xfrm>
            <a:custGeom>
              <a:avLst/>
              <a:gdLst/>
              <a:ahLst/>
              <a:cxnLst/>
              <a:rect l="l" t="t" r="r" b="b"/>
              <a:pathLst>
                <a:path w="477" h="3148" extrusionOk="0">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4" name="Google Shape;16464;p66"/>
            <p:cNvSpPr/>
            <p:nvPr/>
          </p:nvSpPr>
          <p:spPr>
            <a:xfrm>
              <a:off x="2536322" y="3565693"/>
              <a:ext cx="12505" cy="82525"/>
            </a:xfrm>
            <a:custGeom>
              <a:avLst/>
              <a:gdLst/>
              <a:ahLst/>
              <a:cxnLst/>
              <a:rect l="l" t="t" r="r" b="b"/>
              <a:pathLst>
                <a:path w="477" h="3148" extrusionOk="0">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5" name="Google Shape;16465;p66"/>
            <p:cNvSpPr/>
            <p:nvPr/>
          </p:nvSpPr>
          <p:spPr>
            <a:xfrm>
              <a:off x="2492045" y="3548103"/>
              <a:ext cx="38615" cy="100115"/>
            </a:xfrm>
            <a:custGeom>
              <a:avLst/>
              <a:gdLst/>
              <a:ahLst/>
              <a:cxnLst/>
              <a:rect l="l" t="t" r="r" b="b"/>
              <a:pathLst>
                <a:path w="1473" h="3819" extrusionOk="0">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66"/>
            <p:cNvSpPr/>
            <p:nvPr/>
          </p:nvSpPr>
          <p:spPr>
            <a:xfrm>
              <a:off x="2507931" y="3660670"/>
              <a:ext cx="6475" cy="31458"/>
            </a:xfrm>
            <a:custGeom>
              <a:avLst/>
              <a:gdLst/>
              <a:ahLst/>
              <a:cxnLst/>
              <a:rect l="l" t="t" r="r" b="b"/>
              <a:pathLst>
                <a:path w="247" h="1200" extrusionOk="0">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66"/>
            <p:cNvSpPr/>
            <p:nvPr/>
          </p:nvSpPr>
          <p:spPr>
            <a:xfrm>
              <a:off x="2486383" y="3485475"/>
              <a:ext cx="50333" cy="56415"/>
            </a:xfrm>
            <a:custGeom>
              <a:avLst/>
              <a:gdLst/>
              <a:ahLst/>
              <a:cxnLst/>
              <a:rect l="l" t="t" r="r" b="b"/>
              <a:pathLst>
                <a:path w="1920" h="2152" extrusionOk="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66"/>
            <p:cNvSpPr/>
            <p:nvPr/>
          </p:nvSpPr>
          <p:spPr>
            <a:xfrm>
              <a:off x="2485989" y="3485475"/>
              <a:ext cx="34473" cy="56441"/>
            </a:xfrm>
            <a:custGeom>
              <a:avLst/>
              <a:gdLst/>
              <a:ahLst/>
              <a:cxnLst/>
              <a:rect l="l" t="t" r="r" b="b"/>
              <a:pathLst>
                <a:path w="1315" h="2153" extrusionOk="0">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66"/>
            <p:cNvSpPr/>
            <p:nvPr/>
          </p:nvSpPr>
          <p:spPr>
            <a:xfrm>
              <a:off x="2485989" y="3485082"/>
              <a:ext cx="50359" cy="25429"/>
            </a:xfrm>
            <a:custGeom>
              <a:avLst/>
              <a:gdLst/>
              <a:ahLst/>
              <a:cxnLst/>
              <a:rect l="l" t="t" r="r" b="b"/>
              <a:pathLst>
                <a:path w="1921" h="970" extrusionOk="0">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66"/>
            <p:cNvSpPr/>
            <p:nvPr/>
          </p:nvSpPr>
          <p:spPr>
            <a:xfrm>
              <a:off x="2485989" y="3485475"/>
              <a:ext cx="34473" cy="23095"/>
            </a:xfrm>
            <a:custGeom>
              <a:avLst/>
              <a:gdLst/>
              <a:ahLst/>
              <a:cxnLst/>
              <a:rect l="l" t="t" r="r" b="b"/>
              <a:pathLst>
                <a:path w="1315" h="881" extrusionOk="0">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66"/>
            <p:cNvSpPr/>
            <p:nvPr/>
          </p:nvSpPr>
          <p:spPr>
            <a:xfrm>
              <a:off x="2598766"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66"/>
            <p:cNvSpPr/>
            <p:nvPr/>
          </p:nvSpPr>
          <p:spPr>
            <a:xfrm>
              <a:off x="2597639" y="3535415"/>
              <a:ext cx="27631" cy="18849"/>
            </a:xfrm>
            <a:custGeom>
              <a:avLst/>
              <a:gdLst/>
              <a:ahLst/>
              <a:cxnLst/>
              <a:rect l="l" t="t" r="r" b="b"/>
              <a:pathLst>
                <a:path w="1054" h="719" extrusionOk="0">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66"/>
            <p:cNvSpPr/>
            <p:nvPr/>
          </p:nvSpPr>
          <p:spPr>
            <a:xfrm>
              <a:off x="2573783" y="3555102"/>
              <a:ext cx="74949" cy="93116"/>
            </a:xfrm>
            <a:custGeom>
              <a:avLst/>
              <a:gdLst/>
              <a:ahLst/>
              <a:cxnLst/>
              <a:rect l="l" t="t" r="r" b="b"/>
              <a:pathLst>
                <a:path w="2859" h="3552" extrusionOk="0">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66"/>
            <p:cNvSpPr/>
            <p:nvPr/>
          </p:nvSpPr>
          <p:spPr>
            <a:xfrm>
              <a:off x="2586288" y="3648192"/>
              <a:ext cx="50333" cy="43936"/>
            </a:xfrm>
            <a:custGeom>
              <a:avLst/>
              <a:gdLst/>
              <a:ahLst/>
              <a:cxnLst/>
              <a:rect l="l" t="t" r="r" b="b"/>
              <a:pathLst>
                <a:path w="1920" h="1676" extrusionOk="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5" name="Google Shape;16475;p66"/>
            <p:cNvSpPr/>
            <p:nvPr/>
          </p:nvSpPr>
          <p:spPr>
            <a:xfrm>
              <a:off x="2573783" y="3565693"/>
              <a:ext cx="12531" cy="82525"/>
            </a:xfrm>
            <a:custGeom>
              <a:avLst/>
              <a:gdLst/>
              <a:ahLst/>
              <a:cxnLst/>
              <a:rect l="l" t="t" r="r" b="b"/>
              <a:pathLst>
                <a:path w="478" h="3148" extrusionOk="0">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6" name="Google Shape;16476;p66"/>
            <p:cNvSpPr/>
            <p:nvPr/>
          </p:nvSpPr>
          <p:spPr>
            <a:xfrm>
              <a:off x="2636594" y="3565693"/>
              <a:ext cx="12531" cy="82525"/>
            </a:xfrm>
            <a:custGeom>
              <a:avLst/>
              <a:gdLst/>
              <a:ahLst/>
              <a:cxnLst/>
              <a:rect l="l" t="t" r="r" b="b"/>
              <a:pathLst>
                <a:path w="478" h="3148" extrusionOk="0">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66"/>
            <p:cNvSpPr/>
            <p:nvPr/>
          </p:nvSpPr>
          <p:spPr>
            <a:xfrm>
              <a:off x="2592317" y="3548103"/>
              <a:ext cx="38248" cy="100115"/>
            </a:xfrm>
            <a:custGeom>
              <a:avLst/>
              <a:gdLst/>
              <a:ahLst/>
              <a:cxnLst/>
              <a:rect l="l" t="t" r="r" b="b"/>
              <a:pathLst>
                <a:path w="1459" h="3819" extrusionOk="0">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66"/>
            <p:cNvSpPr/>
            <p:nvPr/>
          </p:nvSpPr>
          <p:spPr>
            <a:xfrm>
              <a:off x="2608230" y="3660670"/>
              <a:ext cx="6449" cy="31458"/>
            </a:xfrm>
            <a:custGeom>
              <a:avLst/>
              <a:gdLst/>
              <a:ahLst/>
              <a:cxnLst/>
              <a:rect l="l" t="t" r="r" b="b"/>
              <a:pathLst>
                <a:path w="246" h="1200" extrusionOk="0">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66"/>
            <p:cNvSpPr/>
            <p:nvPr/>
          </p:nvSpPr>
          <p:spPr>
            <a:xfrm>
              <a:off x="2586288" y="3485475"/>
              <a:ext cx="50333" cy="56415"/>
            </a:xfrm>
            <a:custGeom>
              <a:avLst/>
              <a:gdLst/>
              <a:ahLst/>
              <a:cxnLst/>
              <a:rect l="l" t="t" r="r" b="b"/>
              <a:pathLst>
                <a:path w="1920"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66"/>
            <p:cNvSpPr/>
            <p:nvPr/>
          </p:nvSpPr>
          <p:spPr>
            <a:xfrm>
              <a:off x="2586288"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1" name="Google Shape;16481;p66"/>
            <p:cNvSpPr/>
            <p:nvPr/>
          </p:nvSpPr>
          <p:spPr>
            <a:xfrm>
              <a:off x="2586288" y="3485082"/>
              <a:ext cx="50333" cy="25429"/>
            </a:xfrm>
            <a:custGeom>
              <a:avLst/>
              <a:gdLst/>
              <a:ahLst/>
              <a:cxnLst/>
              <a:rect l="l" t="t" r="r" b="b"/>
              <a:pathLst>
                <a:path w="1920" h="970" extrusionOk="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66"/>
            <p:cNvSpPr/>
            <p:nvPr/>
          </p:nvSpPr>
          <p:spPr>
            <a:xfrm>
              <a:off x="2586288" y="3485475"/>
              <a:ext cx="34447" cy="23095"/>
            </a:xfrm>
            <a:custGeom>
              <a:avLst/>
              <a:gdLst/>
              <a:ahLst/>
              <a:cxnLst/>
              <a:rect l="l" t="t" r="r" b="b"/>
              <a:pathLst>
                <a:path w="1314" h="881" extrusionOk="0">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83" name="Google Shape;16483;p66"/>
          <p:cNvGrpSpPr/>
          <p:nvPr/>
        </p:nvGrpSpPr>
        <p:grpSpPr>
          <a:xfrm>
            <a:off x="2722427" y="3359460"/>
            <a:ext cx="377706" cy="352330"/>
            <a:chOff x="2747484" y="3359460"/>
            <a:chExt cx="377706" cy="352330"/>
          </a:xfrm>
        </p:grpSpPr>
        <p:sp>
          <p:nvSpPr>
            <p:cNvPr id="16484" name="Google Shape;16484;p66"/>
            <p:cNvSpPr/>
            <p:nvPr/>
          </p:nvSpPr>
          <p:spPr>
            <a:xfrm>
              <a:off x="2806520" y="3611858"/>
              <a:ext cx="46951" cy="46951"/>
            </a:xfrm>
            <a:custGeom>
              <a:avLst/>
              <a:gdLst/>
              <a:ahLst/>
              <a:cxnLst/>
              <a:rect l="l" t="t" r="r" b="b"/>
              <a:pathLst>
                <a:path w="1791" h="1791" extrusionOk="0">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66"/>
            <p:cNvSpPr/>
            <p:nvPr/>
          </p:nvSpPr>
          <p:spPr>
            <a:xfrm>
              <a:off x="2960533" y="3488490"/>
              <a:ext cx="110155" cy="94086"/>
            </a:xfrm>
            <a:custGeom>
              <a:avLst/>
              <a:gdLst/>
              <a:ahLst/>
              <a:cxnLst/>
              <a:rect l="l" t="t" r="r" b="b"/>
              <a:pathLst>
                <a:path w="4202" h="3589" extrusionOk="0">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66"/>
            <p:cNvSpPr/>
            <p:nvPr/>
          </p:nvSpPr>
          <p:spPr>
            <a:xfrm>
              <a:off x="2971884" y="3526712"/>
              <a:ext cx="103340" cy="56048"/>
            </a:xfrm>
            <a:custGeom>
              <a:avLst/>
              <a:gdLst/>
              <a:ahLst/>
              <a:cxnLst/>
              <a:rect l="l" t="t" r="r" b="b"/>
              <a:pathLst>
                <a:path w="3942" h="2138" extrusionOk="0">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66"/>
            <p:cNvSpPr/>
            <p:nvPr/>
          </p:nvSpPr>
          <p:spPr>
            <a:xfrm>
              <a:off x="2835645" y="3382817"/>
              <a:ext cx="158601" cy="305457"/>
            </a:xfrm>
            <a:custGeom>
              <a:avLst/>
              <a:gdLst/>
              <a:ahLst/>
              <a:cxnLst/>
              <a:rect l="l" t="t" r="r" b="b"/>
              <a:pathLst>
                <a:path w="6050" h="11652" extrusionOk="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66"/>
            <p:cNvSpPr/>
            <p:nvPr/>
          </p:nvSpPr>
          <p:spPr>
            <a:xfrm>
              <a:off x="2835645" y="3564933"/>
              <a:ext cx="158601" cy="123342"/>
            </a:xfrm>
            <a:custGeom>
              <a:avLst/>
              <a:gdLst/>
              <a:ahLst/>
              <a:cxnLst/>
              <a:rect l="l" t="t" r="r" b="b"/>
              <a:pathLst>
                <a:path w="6050" h="4705" extrusionOk="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66"/>
            <p:cNvSpPr/>
            <p:nvPr/>
          </p:nvSpPr>
          <p:spPr>
            <a:xfrm>
              <a:off x="2982475" y="3359460"/>
              <a:ext cx="46951" cy="352330"/>
            </a:xfrm>
            <a:custGeom>
              <a:avLst/>
              <a:gdLst/>
              <a:ahLst/>
              <a:cxnLst/>
              <a:rect l="l" t="t" r="r" b="b"/>
              <a:pathLst>
                <a:path w="1791" h="13440" extrusionOk="0">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66"/>
            <p:cNvSpPr/>
            <p:nvPr/>
          </p:nvSpPr>
          <p:spPr>
            <a:xfrm>
              <a:off x="2982475" y="3682245"/>
              <a:ext cx="46951" cy="29544"/>
            </a:xfrm>
            <a:custGeom>
              <a:avLst/>
              <a:gdLst/>
              <a:ahLst/>
              <a:cxnLst/>
              <a:rect l="l" t="t" r="r" b="b"/>
              <a:pathLst>
                <a:path w="1791" h="1127" extrusionOk="0">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66"/>
            <p:cNvSpPr/>
            <p:nvPr/>
          </p:nvSpPr>
          <p:spPr>
            <a:xfrm>
              <a:off x="2747851" y="3482828"/>
              <a:ext cx="46951" cy="105594"/>
            </a:xfrm>
            <a:custGeom>
              <a:avLst/>
              <a:gdLst/>
              <a:ahLst/>
              <a:cxnLst/>
              <a:rect l="l" t="t" r="r" b="b"/>
              <a:pathLst>
                <a:path w="1791" h="4028" extrusionOk="0">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66"/>
            <p:cNvSpPr/>
            <p:nvPr/>
          </p:nvSpPr>
          <p:spPr>
            <a:xfrm>
              <a:off x="2747484" y="3488123"/>
              <a:ext cx="47318" cy="100299"/>
            </a:xfrm>
            <a:custGeom>
              <a:avLst/>
              <a:gdLst/>
              <a:ahLst/>
              <a:cxnLst/>
              <a:rect l="l" t="t" r="r" b="b"/>
              <a:pathLst>
                <a:path w="1805" h="3826" extrusionOk="0">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66"/>
            <p:cNvSpPr/>
            <p:nvPr/>
          </p:nvSpPr>
          <p:spPr>
            <a:xfrm>
              <a:off x="2788720" y="3482828"/>
              <a:ext cx="58695" cy="105594"/>
            </a:xfrm>
            <a:custGeom>
              <a:avLst/>
              <a:gdLst/>
              <a:ahLst/>
              <a:cxnLst/>
              <a:rect l="l" t="t" r="r" b="b"/>
              <a:pathLst>
                <a:path w="2239" h="4028" extrusionOk="0">
                  <a:moveTo>
                    <a:pt x="1" y="0"/>
                  </a:moveTo>
                  <a:lnTo>
                    <a:pt x="1" y="4028"/>
                  </a:lnTo>
                  <a:lnTo>
                    <a:pt x="2238" y="4028"/>
                  </a:lnTo>
                  <a:lnTo>
                    <a:pt x="2238"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66"/>
            <p:cNvSpPr/>
            <p:nvPr/>
          </p:nvSpPr>
          <p:spPr>
            <a:xfrm>
              <a:off x="2788720" y="3570622"/>
              <a:ext cx="58695" cy="17800"/>
            </a:xfrm>
            <a:custGeom>
              <a:avLst/>
              <a:gdLst/>
              <a:ahLst/>
              <a:cxnLst/>
              <a:rect l="l" t="t" r="r" b="b"/>
              <a:pathLst>
                <a:path w="2239" h="679" extrusionOk="0">
                  <a:moveTo>
                    <a:pt x="1" y="0"/>
                  </a:moveTo>
                  <a:lnTo>
                    <a:pt x="1" y="679"/>
                  </a:lnTo>
                  <a:lnTo>
                    <a:pt x="2238" y="679"/>
                  </a:lnTo>
                  <a:lnTo>
                    <a:pt x="2238"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66"/>
            <p:cNvSpPr/>
            <p:nvPr/>
          </p:nvSpPr>
          <p:spPr>
            <a:xfrm>
              <a:off x="2788720" y="3588396"/>
              <a:ext cx="59062" cy="93876"/>
            </a:xfrm>
            <a:custGeom>
              <a:avLst/>
              <a:gdLst/>
              <a:ahLst/>
              <a:cxnLst/>
              <a:rect l="l" t="t" r="r" b="b"/>
              <a:pathLst>
                <a:path w="2253" h="3581" extrusionOk="0">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66"/>
            <p:cNvSpPr/>
            <p:nvPr/>
          </p:nvSpPr>
          <p:spPr>
            <a:xfrm>
              <a:off x="3091844" y="3529753"/>
              <a:ext cx="33345" cy="11744"/>
            </a:xfrm>
            <a:custGeom>
              <a:avLst/>
              <a:gdLst/>
              <a:ahLst/>
              <a:cxnLst/>
              <a:rect l="l" t="t" r="r" b="b"/>
              <a:pathLst>
                <a:path w="1272" h="448" extrusionOk="0">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66"/>
            <p:cNvSpPr/>
            <p:nvPr/>
          </p:nvSpPr>
          <p:spPr>
            <a:xfrm>
              <a:off x="3069535" y="3463140"/>
              <a:ext cx="28574" cy="24249"/>
            </a:xfrm>
            <a:custGeom>
              <a:avLst/>
              <a:gdLst/>
              <a:ahLst/>
              <a:cxnLst/>
              <a:rect l="l" t="t" r="r" b="b"/>
              <a:pathLst>
                <a:path w="1090" h="925" extrusionOk="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66"/>
            <p:cNvSpPr/>
            <p:nvPr/>
          </p:nvSpPr>
          <p:spPr>
            <a:xfrm>
              <a:off x="3068958" y="3583467"/>
              <a:ext cx="28601" cy="24249"/>
            </a:xfrm>
            <a:custGeom>
              <a:avLst/>
              <a:gdLst/>
              <a:ahLst/>
              <a:cxnLst/>
              <a:rect l="l" t="t" r="r" b="b"/>
              <a:pathLst>
                <a:path w="1091" h="925" extrusionOk="0">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99" name="Google Shape;16499;p66"/>
          <p:cNvGrpSpPr/>
          <p:nvPr/>
        </p:nvGrpSpPr>
        <p:grpSpPr>
          <a:xfrm>
            <a:off x="3671148" y="3371938"/>
            <a:ext cx="375792" cy="327373"/>
            <a:chOff x="3696205" y="3371938"/>
            <a:chExt cx="375792" cy="327373"/>
          </a:xfrm>
        </p:grpSpPr>
        <p:sp>
          <p:nvSpPr>
            <p:cNvPr id="16500" name="Google Shape;16500;p66"/>
            <p:cNvSpPr/>
            <p:nvPr/>
          </p:nvSpPr>
          <p:spPr>
            <a:xfrm>
              <a:off x="3696205" y="3456718"/>
              <a:ext cx="375792" cy="242594"/>
            </a:xfrm>
            <a:custGeom>
              <a:avLst/>
              <a:gdLst/>
              <a:ahLst/>
              <a:cxnLst/>
              <a:rect l="l" t="t" r="r" b="b"/>
              <a:pathLst>
                <a:path w="14335" h="9254" extrusionOk="0">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66"/>
            <p:cNvSpPr/>
            <p:nvPr/>
          </p:nvSpPr>
          <p:spPr>
            <a:xfrm>
              <a:off x="3696205" y="3456718"/>
              <a:ext cx="375792" cy="18193"/>
            </a:xfrm>
            <a:custGeom>
              <a:avLst/>
              <a:gdLst/>
              <a:ahLst/>
              <a:cxnLst/>
              <a:rect l="l" t="t" r="r" b="b"/>
              <a:pathLst>
                <a:path w="14335" h="694" extrusionOk="0">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66"/>
            <p:cNvSpPr/>
            <p:nvPr/>
          </p:nvSpPr>
          <p:spPr>
            <a:xfrm>
              <a:off x="3732539" y="3505163"/>
              <a:ext cx="121113" cy="157814"/>
            </a:xfrm>
            <a:custGeom>
              <a:avLst/>
              <a:gdLst/>
              <a:ahLst/>
              <a:cxnLst/>
              <a:rect l="l" t="t" r="r" b="b"/>
              <a:pathLst>
                <a:path w="4620" h="6020" extrusionOk="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66"/>
            <p:cNvSpPr/>
            <p:nvPr/>
          </p:nvSpPr>
          <p:spPr>
            <a:xfrm>
              <a:off x="3883904" y="3505163"/>
              <a:ext cx="151759" cy="30278"/>
            </a:xfrm>
            <a:custGeom>
              <a:avLst/>
              <a:gdLst/>
              <a:ahLst/>
              <a:cxnLst/>
              <a:rect l="l" t="t" r="r" b="b"/>
              <a:pathLst>
                <a:path w="5789" h="1155" extrusionOk="0">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66"/>
            <p:cNvSpPr/>
            <p:nvPr/>
          </p:nvSpPr>
          <p:spPr>
            <a:xfrm>
              <a:off x="3883904" y="3553582"/>
              <a:ext cx="115451" cy="24249"/>
            </a:xfrm>
            <a:custGeom>
              <a:avLst/>
              <a:gdLst/>
              <a:ahLst/>
              <a:cxnLst/>
              <a:rect l="l" t="t" r="r" b="b"/>
              <a:pathLst>
                <a:path w="4404" h="925" extrusionOk="0">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66"/>
            <p:cNvSpPr/>
            <p:nvPr/>
          </p:nvSpPr>
          <p:spPr>
            <a:xfrm>
              <a:off x="3882017" y="3595972"/>
              <a:ext cx="76836" cy="12138"/>
            </a:xfrm>
            <a:custGeom>
              <a:avLst/>
              <a:gdLst/>
              <a:ahLst/>
              <a:cxnLst/>
              <a:rect l="l" t="t" r="r" b="b"/>
              <a:pathLst>
                <a:path w="2931" h="463" extrusionOk="0">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66"/>
            <p:cNvSpPr/>
            <p:nvPr/>
          </p:nvSpPr>
          <p:spPr>
            <a:xfrm>
              <a:off x="3966770" y="3595972"/>
              <a:ext cx="40528" cy="12138"/>
            </a:xfrm>
            <a:custGeom>
              <a:avLst/>
              <a:gdLst/>
              <a:ahLst/>
              <a:cxnLst/>
              <a:rect l="l" t="t" r="r" b="b"/>
              <a:pathLst>
                <a:path w="1546" h="463" extrusionOk="0">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66"/>
            <p:cNvSpPr/>
            <p:nvPr/>
          </p:nvSpPr>
          <p:spPr>
            <a:xfrm>
              <a:off x="3882017" y="3632306"/>
              <a:ext cx="28391" cy="12138"/>
            </a:xfrm>
            <a:custGeom>
              <a:avLst/>
              <a:gdLst/>
              <a:ahLst/>
              <a:cxnLst/>
              <a:rect l="l" t="t" r="r" b="b"/>
              <a:pathLst>
                <a:path w="1083" h="463" extrusionOk="0">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66"/>
            <p:cNvSpPr/>
            <p:nvPr/>
          </p:nvSpPr>
          <p:spPr>
            <a:xfrm>
              <a:off x="3918324" y="3632306"/>
              <a:ext cx="64751" cy="12138"/>
            </a:xfrm>
            <a:custGeom>
              <a:avLst/>
              <a:gdLst/>
              <a:ahLst/>
              <a:cxnLst/>
              <a:rect l="l" t="t" r="r" b="b"/>
              <a:pathLst>
                <a:path w="2470" h="463" extrusionOk="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66"/>
            <p:cNvSpPr/>
            <p:nvPr/>
          </p:nvSpPr>
          <p:spPr>
            <a:xfrm>
              <a:off x="3882017" y="3656895"/>
              <a:ext cx="28391" cy="12138"/>
            </a:xfrm>
            <a:custGeom>
              <a:avLst/>
              <a:gdLst/>
              <a:ahLst/>
              <a:cxnLst/>
              <a:rect l="l" t="t" r="r" b="b"/>
              <a:pathLst>
                <a:path w="1083" h="463" extrusionOk="0">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66"/>
            <p:cNvSpPr/>
            <p:nvPr/>
          </p:nvSpPr>
          <p:spPr>
            <a:xfrm>
              <a:off x="3918324" y="3656895"/>
              <a:ext cx="64751" cy="12138"/>
            </a:xfrm>
            <a:custGeom>
              <a:avLst/>
              <a:gdLst/>
              <a:ahLst/>
              <a:cxnLst/>
              <a:rect l="l" t="t" r="r" b="b"/>
              <a:pathLst>
                <a:path w="2470" h="463" extrusionOk="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66"/>
            <p:cNvSpPr/>
            <p:nvPr/>
          </p:nvSpPr>
          <p:spPr>
            <a:xfrm>
              <a:off x="3853993" y="3371938"/>
              <a:ext cx="59823" cy="109028"/>
            </a:xfrm>
            <a:custGeom>
              <a:avLst/>
              <a:gdLst/>
              <a:ahLst/>
              <a:cxnLst/>
              <a:rect l="l" t="t" r="r" b="b"/>
              <a:pathLst>
                <a:path w="2282" h="4159" extrusionOk="0">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66"/>
            <p:cNvSpPr/>
            <p:nvPr/>
          </p:nvSpPr>
          <p:spPr>
            <a:xfrm>
              <a:off x="3756735" y="3583860"/>
              <a:ext cx="72694" cy="78750"/>
            </a:xfrm>
            <a:custGeom>
              <a:avLst/>
              <a:gdLst/>
              <a:ahLst/>
              <a:cxnLst/>
              <a:rect l="l" t="t" r="r" b="b"/>
              <a:pathLst>
                <a:path w="2773" h="3004" extrusionOk="0">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66"/>
            <p:cNvSpPr/>
            <p:nvPr/>
          </p:nvSpPr>
          <p:spPr>
            <a:xfrm>
              <a:off x="3779831" y="3583860"/>
              <a:ext cx="26503" cy="18193"/>
            </a:xfrm>
            <a:custGeom>
              <a:avLst/>
              <a:gdLst/>
              <a:ahLst/>
              <a:cxnLst/>
              <a:rect l="l" t="t" r="r" b="b"/>
              <a:pathLst>
                <a:path w="1011" h="694" extrusionOk="0">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4" name="Google Shape;16514;p66"/>
            <p:cNvSpPr/>
            <p:nvPr/>
          </p:nvSpPr>
          <p:spPr>
            <a:xfrm>
              <a:off x="3756735" y="3603155"/>
              <a:ext cx="72694" cy="59456"/>
            </a:xfrm>
            <a:custGeom>
              <a:avLst/>
              <a:gdLst/>
              <a:ahLst/>
              <a:cxnLst/>
              <a:rect l="l" t="t" r="r" b="b"/>
              <a:pathLst>
                <a:path w="2773" h="2268" extrusionOk="0">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5" name="Google Shape;16515;p66"/>
            <p:cNvSpPr/>
            <p:nvPr/>
          </p:nvSpPr>
          <p:spPr>
            <a:xfrm>
              <a:off x="3756735" y="3614139"/>
              <a:ext cx="18193" cy="48839"/>
            </a:xfrm>
            <a:custGeom>
              <a:avLst/>
              <a:gdLst/>
              <a:ahLst/>
              <a:cxnLst/>
              <a:rect l="l" t="t" r="r" b="b"/>
              <a:pathLst>
                <a:path w="694" h="1863" extrusionOk="0">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66"/>
            <p:cNvSpPr/>
            <p:nvPr/>
          </p:nvSpPr>
          <p:spPr>
            <a:xfrm>
              <a:off x="3811236" y="3614139"/>
              <a:ext cx="18193" cy="48839"/>
            </a:xfrm>
            <a:custGeom>
              <a:avLst/>
              <a:gdLst/>
              <a:ahLst/>
              <a:cxnLst/>
              <a:rect l="l" t="t" r="r" b="b"/>
              <a:pathLst>
                <a:path w="694" h="1863" extrusionOk="0">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66"/>
            <p:cNvSpPr/>
            <p:nvPr/>
          </p:nvSpPr>
          <p:spPr>
            <a:xfrm>
              <a:off x="3768847" y="3535415"/>
              <a:ext cx="48472" cy="54527"/>
            </a:xfrm>
            <a:custGeom>
              <a:avLst/>
              <a:gdLst/>
              <a:ahLst/>
              <a:cxnLst/>
              <a:rect l="l" t="t" r="r" b="b"/>
              <a:pathLst>
                <a:path w="1849" h="2080" extrusionOk="0">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66"/>
            <p:cNvSpPr/>
            <p:nvPr/>
          </p:nvSpPr>
          <p:spPr>
            <a:xfrm>
              <a:off x="3768847" y="3535415"/>
              <a:ext cx="33345" cy="54632"/>
            </a:xfrm>
            <a:custGeom>
              <a:avLst/>
              <a:gdLst/>
              <a:ahLst/>
              <a:cxnLst/>
              <a:rect l="l" t="t" r="r" b="b"/>
              <a:pathLst>
                <a:path w="1272" h="2084" extrusionOk="0">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66"/>
            <p:cNvSpPr/>
            <p:nvPr/>
          </p:nvSpPr>
          <p:spPr>
            <a:xfrm>
              <a:off x="3768847" y="3535415"/>
              <a:ext cx="48472" cy="24301"/>
            </a:xfrm>
            <a:custGeom>
              <a:avLst/>
              <a:gdLst/>
              <a:ahLst/>
              <a:cxnLst/>
              <a:rect l="l" t="t" r="r" b="b"/>
              <a:pathLst>
                <a:path w="1849" h="927" extrusionOk="0">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66"/>
            <p:cNvSpPr/>
            <p:nvPr/>
          </p:nvSpPr>
          <p:spPr>
            <a:xfrm>
              <a:off x="3768847" y="3535415"/>
              <a:ext cx="33345" cy="22361"/>
            </a:xfrm>
            <a:custGeom>
              <a:avLst/>
              <a:gdLst/>
              <a:ahLst/>
              <a:cxnLst/>
              <a:rect l="l" t="t" r="r" b="b"/>
              <a:pathLst>
                <a:path w="1272" h="853" extrusionOk="0">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66"/>
            <p:cNvSpPr/>
            <p:nvPr/>
          </p:nvSpPr>
          <p:spPr>
            <a:xfrm>
              <a:off x="3871793" y="3451029"/>
              <a:ext cx="24249" cy="12138"/>
            </a:xfrm>
            <a:custGeom>
              <a:avLst/>
              <a:gdLst/>
              <a:ahLst/>
              <a:cxnLst/>
              <a:rect l="l" t="t" r="r" b="b"/>
              <a:pathLst>
                <a:path w="925" h="463" extrusionOk="0">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66"/>
            <p:cNvSpPr/>
            <p:nvPr/>
          </p:nvSpPr>
          <p:spPr>
            <a:xfrm>
              <a:off x="3854386" y="3371938"/>
              <a:ext cx="59429" cy="12138"/>
            </a:xfrm>
            <a:custGeom>
              <a:avLst/>
              <a:gdLst/>
              <a:ahLst/>
              <a:cxnLst/>
              <a:rect l="l" t="t" r="r" b="b"/>
              <a:pathLst>
                <a:path w="2267" h="463" extrusionOk="0">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3" name="Google Shape;16523;p66"/>
          <p:cNvGrpSpPr/>
          <p:nvPr/>
        </p:nvGrpSpPr>
        <p:grpSpPr>
          <a:xfrm>
            <a:off x="6542267" y="2436849"/>
            <a:ext cx="366722" cy="342892"/>
            <a:chOff x="6567324" y="2436849"/>
            <a:chExt cx="366722" cy="342892"/>
          </a:xfrm>
        </p:grpSpPr>
        <p:sp>
          <p:nvSpPr>
            <p:cNvPr id="16524" name="Google Shape;16524;p66"/>
            <p:cNvSpPr/>
            <p:nvPr/>
          </p:nvSpPr>
          <p:spPr>
            <a:xfrm>
              <a:off x="6567324" y="2508390"/>
              <a:ext cx="366722" cy="271351"/>
            </a:xfrm>
            <a:custGeom>
              <a:avLst/>
              <a:gdLst/>
              <a:ahLst/>
              <a:cxnLst/>
              <a:rect l="l" t="t" r="r" b="b"/>
              <a:pathLst>
                <a:path w="13989" h="10351" extrusionOk="0">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66"/>
            <p:cNvSpPr/>
            <p:nvPr/>
          </p:nvSpPr>
          <p:spPr>
            <a:xfrm>
              <a:off x="6567324" y="2508390"/>
              <a:ext cx="183164" cy="271351"/>
            </a:xfrm>
            <a:custGeom>
              <a:avLst/>
              <a:gdLst/>
              <a:ahLst/>
              <a:cxnLst/>
              <a:rect l="l" t="t" r="r" b="b"/>
              <a:pathLst>
                <a:path w="6987" h="10351" extrusionOk="0">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66"/>
            <p:cNvSpPr/>
            <p:nvPr/>
          </p:nvSpPr>
          <p:spPr>
            <a:xfrm>
              <a:off x="6599097" y="2540163"/>
              <a:ext cx="303150" cy="207780"/>
            </a:xfrm>
            <a:custGeom>
              <a:avLst/>
              <a:gdLst/>
              <a:ahLst/>
              <a:cxnLst/>
              <a:rect l="l" t="t" r="r" b="b"/>
              <a:pathLst>
                <a:path w="11564" h="7926" extrusionOk="0">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7" name="Google Shape;16527;p66"/>
            <p:cNvSpPr/>
            <p:nvPr/>
          </p:nvSpPr>
          <p:spPr>
            <a:xfrm>
              <a:off x="6598730" y="2540556"/>
              <a:ext cx="151759" cy="207780"/>
            </a:xfrm>
            <a:custGeom>
              <a:avLst/>
              <a:gdLst/>
              <a:ahLst/>
              <a:cxnLst/>
              <a:rect l="l" t="t" r="r" b="b"/>
              <a:pathLst>
                <a:path w="5789" h="7926" extrusionOk="0">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8" name="Google Shape;16528;p66"/>
            <p:cNvSpPr/>
            <p:nvPr/>
          </p:nvSpPr>
          <p:spPr>
            <a:xfrm>
              <a:off x="6678580" y="2436849"/>
              <a:ext cx="144209" cy="120379"/>
            </a:xfrm>
            <a:custGeom>
              <a:avLst/>
              <a:gdLst/>
              <a:ahLst/>
              <a:cxnLst/>
              <a:rect l="l" t="t" r="r" b="b"/>
              <a:pathLst>
                <a:path w="5501"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66"/>
            <p:cNvSpPr/>
            <p:nvPr/>
          </p:nvSpPr>
          <p:spPr>
            <a:xfrm>
              <a:off x="6711480" y="2591256"/>
              <a:ext cx="141954" cy="101452"/>
            </a:xfrm>
            <a:custGeom>
              <a:avLst/>
              <a:gdLst/>
              <a:ahLst/>
              <a:cxnLst/>
              <a:rect l="l" t="t" r="r" b="b"/>
              <a:pathLst>
                <a:path w="5415" h="3870" extrusionOk="0">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66"/>
            <p:cNvSpPr/>
            <p:nvPr/>
          </p:nvSpPr>
          <p:spPr>
            <a:xfrm>
              <a:off x="6669117" y="2666178"/>
              <a:ext cx="41656" cy="35652"/>
            </a:xfrm>
            <a:custGeom>
              <a:avLst/>
              <a:gdLst/>
              <a:ahLst/>
              <a:cxnLst/>
              <a:rect l="l" t="t" r="r" b="b"/>
              <a:pathLst>
                <a:path w="1589" h="1360" extrusionOk="0">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66"/>
            <p:cNvSpPr/>
            <p:nvPr/>
          </p:nvSpPr>
          <p:spPr>
            <a:xfrm>
              <a:off x="6630476" y="2582238"/>
              <a:ext cx="41682" cy="36413"/>
            </a:xfrm>
            <a:custGeom>
              <a:avLst/>
              <a:gdLst/>
              <a:ahLst/>
              <a:cxnLst/>
              <a:rect l="l" t="t" r="r" b="b"/>
              <a:pathLst>
                <a:path w="1590" h="1389" extrusionOk="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66"/>
            <p:cNvSpPr/>
            <p:nvPr/>
          </p:nvSpPr>
          <p:spPr>
            <a:xfrm>
              <a:off x="6837889" y="2678080"/>
              <a:ext cx="40948" cy="35967"/>
            </a:xfrm>
            <a:custGeom>
              <a:avLst/>
              <a:gdLst/>
              <a:ahLst/>
              <a:cxnLst/>
              <a:rect l="l" t="t" r="r" b="b"/>
              <a:pathLst>
                <a:path w="1562" h="1372" extrusionOk="0">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66"/>
            <p:cNvSpPr/>
            <p:nvPr/>
          </p:nvSpPr>
          <p:spPr>
            <a:xfrm>
              <a:off x="6733868" y="2598124"/>
              <a:ext cx="40895" cy="36124"/>
            </a:xfrm>
            <a:custGeom>
              <a:avLst/>
              <a:gdLst/>
              <a:ahLst/>
              <a:cxnLst/>
              <a:rect l="l" t="t" r="r" b="b"/>
              <a:pathLst>
                <a:path w="1560" h="1378" extrusionOk="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66"/>
            <p:cNvSpPr/>
            <p:nvPr/>
          </p:nvSpPr>
          <p:spPr>
            <a:xfrm>
              <a:off x="6678580" y="2436849"/>
              <a:ext cx="71908" cy="120379"/>
            </a:xfrm>
            <a:custGeom>
              <a:avLst/>
              <a:gdLst/>
              <a:ahLst/>
              <a:cxnLst/>
              <a:rect l="l" t="t" r="r" b="b"/>
              <a:pathLst>
                <a:path w="2743"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66"/>
            <p:cNvSpPr/>
            <p:nvPr/>
          </p:nvSpPr>
          <p:spPr>
            <a:xfrm>
              <a:off x="6728913" y="2500578"/>
              <a:ext cx="38221" cy="32795"/>
            </a:xfrm>
            <a:custGeom>
              <a:avLst/>
              <a:gdLst/>
              <a:ahLst/>
              <a:cxnLst/>
              <a:rect l="l" t="t" r="r" b="b"/>
              <a:pathLst>
                <a:path w="1458" h="1251" extrusionOk="0">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36" name="Google Shape;16536;p66"/>
          <p:cNvGrpSpPr/>
          <p:nvPr/>
        </p:nvGrpSpPr>
        <p:grpSpPr>
          <a:xfrm>
            <a:off x="4183913" y="3361347"/>
            <a:ext cx="299349" cy="348188"/>
            <a:chOff x="4208970" y="3361347"/>
            <a:chExt cx="299349" cy="348188"/>
          </a:xfrm>
        </p:grpSpPr>
        <p:sp>
          <p:nvSpPr>
            <p:cNvPr id="16537" name="Google Shape;16537;p66"/>
            <p:cNvSpPr/>
            <p:nvPr/>
          </p:nvSpPr>
          <p:spPr>
            <a:xfrm>
              <a:off x="4208970" y="3374979"/>
              <a:ext cx="252817" cy="334556"/>
            </a:xfrm>
            <a:custGeom>
              <a:avLst/>
              <a:gdLst/>
              <a:ahLst/>
              <a:cxnLst/>
              <a:rect l="l" t="t" r="r" b="b"/>
              <a:pathLst>
                <a:path w="9644" h="12762" extrusionOk="0">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66"/>
            <p:cNvSpPr/>
            <p:nvPr/>
          </p:nvSpPr>
          <p:spPr>
            <a:xfrm>
              <a:off x="4439059" y="3410920"/>
              <a:ext cx="22728" cy="298615"/>
            </a:xfrm>
            <a:custGeom>
              <a:avLst/>
              <a:gdLst/>
              <a:ahLst/>
              <a:cxnLst/>
              <a:rect l="l" t="t" r="r" b="b"/>
              <a:pathLst>
                <a:path w="867" h="11391" extrusionOk="0">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66"/>
            <p:cNvSpPr/>
            <p:nvPr/>
          </p:nvSpPr>
          <p:spPr>
            <a:xfrm>
              <a:off x="4403092" y="3374979"/>
              <a:ext cx="58695" cy="58669"/>
            </a:xfrm>
            <a:custGeom>
              <a:avLst/>
              <a:gdLst/>
              <a:ahLst/>
              <a:cxnLst/>
              <a:rect l="l" t="t" r="r" b="b"/>
              <a:pathLst>
                <a:path w="2239" h="2238" extrusionOk="0">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0" name="Google Shape;16540;p66"/>
            <p:cNvSpPr/>
            <p:nvPr/>
          </p:nvSpPr>
          <p:spPr>
            <a:xfrm>
              <a:off x="4289188" y="3457478"/>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1" name="Google Shape;16541;p66"/>
            <p:cNvSpPr/>
            <p:nvPr/>
          </p:nvSpPr>
          <p:spPr>
            <a:xfrm>
              <a:off x="4289188" y="3478293"/>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66"/>
            <p:cNvSpPr/>
            <p:nvPr/>
          </p:nvSpPr>
          <p:spPr>
            <a:xfrm>
              <a:off x="4240743" y="3457845"/>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66"/>
            <p:cNvSpPr/>
            <p:nvPr/>
          </p:nvSpPr>
          <p:spPr>
            <a:xfrm>
              <a:off x="4289188" y="3544512"/>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66"/>
            <p:cNvSpPr/>
            <p:nvPr/>
          </p:nvSpPr>
          <p:spPr>
            <a:xfrm>
              <a:off x="4289188" y="3565326"/>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5" name="Google Shape;16545;p66"/>
            <p:cNvSpPr/>
            <p:nvPr/>
          </p:nvSpPr>
          <p:spPr>
            <a:xfrm>
              <a:off x="4240743" y="3544879"/>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6" name="Google Shape;16546;p66"/>
            <p:cNvSpPr/>
            <p:nvPr/>
          </p:nvSpPr>
          <p:spPr>
            <a:xfrm>
              <a:off x="4289188" y="3631545"/>
              <a:ext cx="141194" cy="10617"/>
            </a:xfrm>
            <a:custGeom>
              <a:avLst/>
              <a:gdLst/>
              <a:ahLst/>
              <a:cxnLst/>
              <a:rect l="l" t="t" r="r" b="b"/>
              <a:pathLst>
                <a:path w="5386" h="405" extrusionOk="0">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7" name="Google Shape;16547;p66"/>
            <p:cNvSpPr/>
            <p:nvPr/>
          </p:nvSpPr>
          <p:spPr>
            <a:xfrm>
              <a:off x="4289188" y="3652360"/>
              <a:ext cx="141194" cy="10250"/>
            </a:xfrm>
            <a:custGeom>
              <a:avLst/>
              <a:gdLst/>
              <a:ahLst/>
              <a:cxnLst/>
              <a:rect l="l" t="t" r="r" b="b"/>
              <a:pathLst>
                <a:path w="5386" h="391"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66"/>
            <p:cNvSpPr/>
            <p:nvPr/>
          </p:nvSpPr>
          <p:spPr>
            <a:xfrm>
              <a:off x="4240743" y="3631912"/>
              <a:ext cx="31065" cy="30698"/>
            </a:xfrm>
            <a:custGeom>
              <a:avLst/>
              <a:gdLst/>
              <a:ahLst/>
              <a:cxnLst/>
              <a:rect l="l" t="t" r="r" b="b"/>
              <a:pathLst>
                <a:path w="1185" h="1171" extrusionOk="0">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66"/>
            <p:cNvSpPr/>
            <p:nvPr/>
          </p:nvSpPr>
          <p:spPr>
            <a:xfrm>
              <a:off x="4320227" y="3361347"/>
              <a:ext cx="38248" cy="35967"/>
            </a:xfrm>
            <a:custGeom>
              <a:avLst/>
              <a:gdLst/>
              <a:ahLst/>
              <a:cxnLst/>
              <a:rect l="l" t="t" r="r" b="b"/>
              <a:pathLst>
                <a:path w="1459" h="1372" extrusionOk="0">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66"/>
            <p:cNvSpPr/>
            <p:nvPr/>
          </p:nvSpPr>
          <p:spPr>
            <a:xfrm>
              <a:off x="4405609" y="3596653"/>
              <a:ext cx="102710" cy="101033"/>
            </a:xfrm>
            <a:custGeom>
              <a:avLst/>
              <a:gdLst/>
              <a:ahLst/>
              <a:cxnLst/>
              <a:rect l="l" t="t" r="r" b="b"/>
              <a:pathLst>
                <a:path w="3918" h="3854" extrusionOk="0">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51" name="Google Shape;16551;p66"/>
          <p:cNvGrpSpPr/>
          <p:nvPr/>
        </p:nvGrpSpPr>
        <p:grpSpPr>
          <a:xfrm>
            <a:off x="2761776" y="1512351"/>
            <a:ext cx="366722" cy="353667"/>
            <a:chOff x="2786833" y="1512351"/>
            <a:chExt cx="366722" cy="353667"/>
          </a:xfrm>
        </p:grpSpPr>
        <p:sp>
          <p:nvSpPr>
            <p:cNvPr id="16552" name="Google Shape;16552;p66"/>
            <p:cNvSpPr/>
            <p:nvPr/>
          </p:nvSpPr>
          <p:spPr>
            <a:xfrm>
              <a:off x="2987797" y="1713315"/>
              <a:ext cx="165757" cy="75106"/>
            </a:xfrm>
            <a:custGeom>
              <a:avLst/>
              <a:gdLst/>
              <a:ahLst/>
              <a:cxnLst/>
              <a:rect l="l" t="t" r="r" b="b"/>
              <a:pathLst>
                <a:path w="6323" h="2865" extrusionOk="0">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66"/>
            <p:cNvSpPr/>
            <p:nvPr/>
          </p:nvSpPr>
          <p:spPr>
            <a:xfrm>
              <a:off x="2786833" y="1767423"/>
              <a:ext cx="177528" cy="98595"/>
            </a:xfrm>
            <a:custGeom>
              <a:avLst/>
              <a:gdLst/>
              <a:ahLst/>
              <a:cxnLst/>
              <a:rect l="l" t="t" r="r" b="b"/>
              <a:pathLst>
                <a:path w="6772" h="3761" extrusionOk="0">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66"/>
            <p:cNvSpPr/>
            <p:nvPr/>
          </p:nvSpPr>
          <p:spPr>
            <a:xfrm>
              <a:off x="2786833" y="1607747"/>
              <a:ext cx="189246" cy="122398"/>
            </a:xfrm>
            <a:custGeom>
              <a:avLst/>
              <a:gdLst/>
              <a:ahLst/>
              <a:cxnLst/>
              <a:rect l="l" t="t" r="r" b="b"/>
              <a:pathLst>
                <a:path w="7219" h="4669" extrusionOk="0">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66"/>
            <p:cNvSpPr/>
            <p:nvPr/>
          </p:nvSpPr>
          <p:spPr>
            <a:xfrm>
              <a:off x="2964334" y="1512351"/>
              <a:ext cx="189220" cy="98595"/>
            </a:xfrm>
            <a:custGeom>
              <a:avLst/>
              <a:gdLst/>
              <a:ahLst/>
              <a:cxnLst/>
              <a:rect l="l" t="t" r="r" b="b"/>
              <a:pathLst>
                <a:path w="7218" h="3761" extrusionOk="0">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66"/>
            <p:cNvSpPr/>
            <p:nvPr/>
          </p:nvSpPr>
          <p:spPr>
            <a:xfrm>
              <a:off x="2991939" y="1529784"/>
              <a:ext cx="39401" cy="12138"/>
            </a:xfrm>
            <a:custGeom>
              <a:avLst/>
              <a:gdLst/>
              <a:ahLst/>
              <a:cxnLst/>
              <a:rect l="l" t="t" r="r" b="b"/>
              <a:pathLst>
                <a:path w="1503" h="463" extrusionOk="0">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66"/>
            <p:cNvSpPr/>
            <p:nvPr/>
          </p:nvSpPr>
          <p:spPr>
            <a:xfrm>
              <a:off x="3098293" y="1553613"/>
              <a:ext cx="27631" cy="11771"/>
            </a:xfrm>
            <a:custGeom>
              <a:avLst/>
              <a:gdLst/>
              <a:ahLst/>
              <a:cxnLst/>
              <a:rect l="l" t="t" r="r" b="b"/>
              <a:pathLst>
                <a:path w="1054" h="449" extrusionOk="0">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66"/>
            <p:cNvSpPr/>
            <p:nvPr/>
          </p:nvSpPr>
          <p:spPr>
            <a:xfrm>
              <a:off x="3039257" y="1529784"/>
              <a:ext cx="84779" cy="12138"/>
            </a:xfrm>
            <a:custGeom>
              <a:avLst/>
              <a:gdLst/>
              <a:ahLst/>
              <a:cxnLst/>
              <a:rect l="l" t="t" r="r" b="b"/>
              <a:pathLst>
                <a:path w="3234" h="463" extrusionOk="0">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66"/>
            <p:cNvSpPr/>
            <p:nvPr/>
          </p:nvSpPr>
          <p:spPr>
            <a:xfrm>
              <a:off x="2991939" y="1553613"/>
              <a:ext cx="98437" cy="11771"/>
            </a:xfrm>
            <a:custGeom>
              <a:avLst/>
              <a:gdLst/>
              <a:ahLst/>
              <a:cxnLst/>
              <a:rect l="l" t="t" r="r" b="b"/>
              <a:pathLst>
                <a:path w="3755" h="449" extrusionOk="0">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66"/>
            <p:cNvSpPr/>
            <p:nvPr/>
          </p:nvSpPr>
          <p:spPr>
            <a:xfrm>
              <a:off x="2814463" y="1784070"/>
              <a:ext cx="86693" cy="11771"/>
            </a:xfrm>
            <a:custGeom>
              <a:avLst/>
              <a:gdLst/>
              <a:ahLst/>
              <a:cxnLst/>
              <a:rect l="l" t="t" r="r" b="b"/>
              <a:pathLst>
                <a:path w="3307" h="449" extrusionOk="0">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66"/>
            <p:cNvSpPr/>
            <p:nvPr/>
          </p:nvSpPr>
          <p:spPr>
            <a:xfrm>
              <a:off x="2909073" y="1784070"/>
              <a:ext cx="27657" cy="11771"/>
            </a:xfrm>
            <a:custGeom>
              <a:avLst/>
              <a:gdLst/>
              <a:ahLst/>
              <a:cxnLst/>
              <a:rect l="l" t="t" r="r" b="b"/>
              <a:pathLst>
                <a:path w="1055" h="449" extrusionOk="0">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66"/>
            <p:cNvSpPr/>
            <p:nvPr/>
          </p:nvSpPr>
          <p:spPr>
            <a:xfrm>
              <a:off x="2814463" y="1807925"/>
              <a:ext cx="27657" cy="11744"/>
            </a:xfrm>
            <a:custGeom>
              <a:avLst/>
              <a:gdLst/>
              <a:ahLst/>
              <a:cxnLst/>
              <a:rect l="l" t="t" r="r" b="b"/>
              <a:pathLst>
                <a:path w="1055" h="448" extrusionOk="0">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3" name="Google Shape;16563;p66"/>
            <p:cNvSpPr/>
            <p:nvPr/>
          </p:nvSpPr>
          <p:spPr>
            <a:xfrm>
              <a:off x="2850037" y="1807925"/>
              <a:ext cx="86693" cy="11744"/>
            </a:xfrm>
            <a:custGeom>
              <a:avLst/>
              <a:gdLst/>
              <a:ahLst/>
              <a:cxnLst/>
              <a:rect l="l" t="t" r="r" b="b"/>
              <a:pathLst>
                <a:path w="3307" h="448" extrusionOk="0">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4" name="Google Shape;16564;p66"/>
            <p:cNvSpPr/>
            <p:nvPr/>
          </p:nvSpPr>
          <p:spPr>
            <a:xfrm>
              <a:off x="3050975" y="1731115"/>
              <a:ext cx="74949" cy="11744"/>
            </a:xfrm>
            <a:custGeom>
              <a:avLst/>
              <a:gdLst/>
              <a:ahLst/>
              <a:cxnLst/>
              <a:rect l="l" t="t" r="r" b="b"/>
              <a:pathLst>
                <a:path w="2859" h="448" extrusionOk="0">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5" name="Google Shape;16565;p66"/>
            <p:cNvSpPr/>
            <p:nvPr/>
          </p:nvSpPr>
          <p:spPr>
            <a:xfrm>
              <a:off x="3015401" y="1731115"/>
              <a:ext cx="27657" cy="11744"/>
            </a:xfrm>
            <a:custGeom>
              <a:avLst/>
              <a:gdLst/>
              <a:ahLst/>
              <a:cxnLst/>
              <a:rect l="l" t="t" r="r" b="b"/>
              <a:pathLst>
                <a:path w="1055" h="448" extrusionOk="0">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66"/>
            <p:cNvSpPr/>
            <p:nvPr/>
          </p:nvSpPr>
          <p:spPr>
            <a:xfrm>
              <a:off x="2814463" y="1624394"/>
              <a:ext cx="86693" cy="12138"/>
            </a:xfrm>
            <a:custGeom>
              <a:avLst/>
              <a:gdLst/>
              <a:ahLst/>
              <a:cxnLst/>
              <a:rect l="l" t="t" r="r" b="b"/>
              <a:pathLst>
                <a:path w="3307" h="463" extrusionOk="0">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66"/>
            <p:cNvSpPr/>
            <p:nvPr/>
          </p:nvSpPr>
          <p:spPr>
            <a:xfrm>
              <a:off x="2909073" y="1624394"/>
              <a:ext cx="39375" cy="12138"/>
            </a:xfrm>
            <a:custGeom>
              <a:avLst/>
              <a:gdLst/>
              <a:ahLst/>
              <a:cxnLst/>
              <a:rect l="l" t="t" r="r" b="b"/>
              <a:pathLst>
                <a:path w="1502" h="463" extrusionOk="0">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66"/>
            <p:cNvSpPr/>
            <p:nvPr/>
          </p:nvSpPr>
          <p:spPr>
            <a:xfrm>
              <a:off x="2814463" y="1671686"/>
              <a:ext cx="86693" cy="12138"/>
            </a:xfrm>
            <a:custGeom>
              <a:avLst/>
              <a:gdLst/>
              <a:ahLst/>
              <a:cxnLst/>
              <a:rect l="l" t="t" r="r" b="b"/>
              <a:pathLst>
                <a:path w="3307" h="463" extrusionOk="0">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66"/>
            <p:cNvSpPr/>
            <p:nvPr/>
          </p:nvSpPr>
          <p:spPr>
            <a:xfrm>
              <a:off x="2909073" y="1671686"/>
              <a:ext cx="39375" cy="12138"/>
            </a:xfrm>
            <a:custGeom>
              <a:avLst/>
              <a:gdLst/>
              <a:ahLst/>
              <a:cxnLst/>
              <a:rect l="l" t="t" r="r" b="b"/>
              <a:pathLst>
                <a:path w="1502" h="463" extrusionOk="0">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66"/>
            <p:cNvSpPr/>
            <p:nvPr/>
          </p:nvSpPr>
          <p:spPr>
            <a:xfrm>
              <a:off x="2814463" y="1648223"/>
              <a:ext cx="27657" cy="11771"/>
            </a:xfrm>
            <a:custGeom>
              <a:avLst/>
              <a:gdLst/>
              <a:ahLst/>
              <a:cxnLst/>
              <a:rect l="l" t="t" r="r" b="b"/>
              <a:pathLst>
                <a:path w="1055" h="449" extrusionOk="0">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66"/>
            <p:cNvSpPr/>
            <p:nvPr/>
          </p:nvSpPr>
          <p:spPr>
            <a:xfrm>
              <a:off x="2850037" y="1648223"/>
              <a:ext cx="98411" cy="11771"/>
            </a:xfrm>
            <a:custGeom>
              <a:avLst/>
              <a:gdLst/>
              <a:ahLst/>
              <a:cxnLst/>
              <a:rect l="l" t="t" r="r" b="b"/>
              <a:pathLst>
                <a:path w="3754" h="449" extrusionOk="0">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2" name="Google Shape;16572;p66"/>
          <p:cNvGrpSpPr/>
          <p:nvPr/>
        </p:nvGrpSpPr>
        <p:grpSpPr>
          <a:xfrm>
            <a:off x="1820264" y="1512744"/>
            <a:ext cx="352723" cy="353090"/>
            <a:chOff x="1845321" y="1512744"/>
            <a:chExt cx="352723" cy="353090"/>
          </a:xfrm>
        </p:grpSpPr>
        <p:sp>
          <p:nvSpPr>
            <p:cNvPr id="16573" name="Google Shape;16573;p66"/>
            <p:cNvSpPr/>
            <p:nvPr/>
          </p:nvSpPr>
          <p:spPr>
            <a:xfrm>
              <a:off x="1964888" y="1700444"/>
              <a:ext cx="113563" cy="96917"/>
            </a:xfrm>
            <a:custGeom>
              <a:avLst/>
              <a:gdLst/>
              <a:ahLst/>
              <a:cxnLst/>
              <a:rect l="l" t="t" r="r" b="b"/>
              <a:pathLst>
                <a:path w="4332" h="3697" extrusionOk="0">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4" name="Google Shape;16574;p66"/>
            <p:cNvSpPr/>
            <p:nvPr/>
          </p:nvSpPr>
          <p:spPr>
            <a:xfrm>
              <a:off x="2001615" y="1700444"/>
              <a:ext cx="39742" cy="17066"/>
            </a:xfrm>
            <a:custGeom>
              <a:avLst/>
              <a:gdLst/>
              <a:ahLst/>
              <a:cxnLst/>
              <a:rect l="l" t="t" r="r" b="b"/>
              <a:pathLst>
                <a:path w="1516" h="651" extrusionOk="0">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66"/>
            <p:cNvSpPr/>
            <p:nvPr/>
          </p:nvSpPr>
          <p:spPr>
            <a:xfrm>
              <a:off x="1964521" y="1715203"/>
              <a:ext cx="113930" cy="82158"/>
            </a:xfrm>
            <a:custGeom>
              <a:avLst/>
              <a:gdLst/>
              <a:ahLst/>
              <a:cxnLst/>
              <a:rect l="l" t="t" r="r" b="b"/>
              <a:pathLst>
                <a:path w="4346" h="3134" extrusionOk="0">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66"/>
            <p:cNvSpPr/>
            <p:nvPr/>
          </p:nvSpPr>
          <p:spPr>
            <a:xfrm>
              <a:off x="1981560" y="1620986"/>
              <a:ext cx="28784" cy="62077"/>
            </a:xfrm>
            <a:custGeom>
              <a:avLst/>
              <a:gdLst/>
              <a:ahLst/>
              <a:cxnLst/>
              <a:rect l="l" t="t" r="r" b="b"/>
              <a:pathLst>
                <a:path w="1098" h="2368" extrusionOk="0">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7" name="Google Shape;16577;p66"/>
            <p:cNvSpPr/>
            <p:nvPr/>
          </p:nvSpPr>
          <p:spPr>
            <a:xfrm>
              <a:off x="1993278" y="1615297"/>
              <a:ext cx="68159" cy="68159"/>
            </a:xfrm>
            <a:custGeom>
              <a:avLst/>
              <a:gdLst/>
              <a:ahLst/>
              <a:cxnLst/>
              <a:rect l="l" t="t" r="r" b="b"/>
              <a:pathLst>
                <a:path w="2600" h="2600" extrusionOk="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8" name="Google Shape;16578;p66"/>
            <p:cNvSpPr/>
            <p:nvPr/>
          </p:nvSpPr>
          <p:spPr>
            <a:xfrm>
              <a:off x="1987223" y="1643688"/>
              <a:ext cx="68526" cy="62470"/>
            </a:xfrm>
            <a:custGeom>
              <a:avLst/>
              <a:gdLst/>
              <a:ahLst/>
              <a:cxnLst/>
              <a:rect l="l" t="t" r="r" b="b"/>
              <a:pathLst>
                <a:path w="2614" h="2383" extrusionOk="0">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66"/>
            <p:cNvSpPr/>
            <p:nvPr/>
          </p:nvSpPr>
          <p:spPr>
            <a:xfrm>
              <a:off x="1987223" y="1643688"/>
              <a:ext cx="68526" cy="61317"/>
            </a:xfrm>
            <a:custGeom>
              <a:avLst/>
              <a:gdLst/>
              <a:ahLst/>
              <a:cxnLst/>
              <a:rect l="l" t="t" r="r" b="b"/>
              <a:pathLst>
                <a:path w="2614" h="2339" extrusionOk="0">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66"/>
            <p:cNvSpPr/>
            <p:nvPr/>
          </p:nvSpPr>
          <p:spPr>
            <a:xfrm>
              <a:off x="1964521" y="1729595"/>
              <a:ext cx="23122" cy="67766"/>
            </a:xfrm>
            <a:custGeom>
              <a:avLst/>
              <a:gdLst/>
              <a:ahLst/>
              <a:cxnLst/>
              <a:rect l="l" t="t" r="r" b="b"/>
              <a:pathLst>
                <a:path w="882" h="2585" extrusionOk="0">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66"/>
            <p:cNvSpPr/>
            <p:nvPr/>
          </p:nvSpPr>
          <p:spPr>
            <a:xfrm>
              <a:off x="2055723" y="1729595"/>
              <a:ext cx="22728" cy="67766"/>
            </a:xfrm>
            <a:custGeom>
              <a:avLst/>
              <a:gdLst/>
              <a:ahLst/>
              <a:cxnLst/>
              <a:rect l="l" t="t" r="r" b="b"/>
              <a:pathLst>
                <a:path w="867" h="2585" extrusionOk="0">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66"/>
            <p:cNvSpPr/>
            <p:nvPr/>
          </p:nvSpPr>
          <p:spPr>
            <a:xfrm>
              <a:off x="1845321" y="1512744"/>
              <a:ext cx="352723" cy="353090"/>
            </a:xfrm>
            <a:custGeom>
              <a:avLst/>
              <a:gdLst/>
              <a:ahLst/>
              <a:cxnLst/>
              <a:rect l="l" t="t" r="r" b="b"/>
              <a:pathLst>
                <a:path w="13455" h="13469" extrusionOk="0">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66"/>
            <p:cNvSpPr/>
            <p:nvPr/>
          </p:nvSpPr>
          <p:spPr>
            <a:xfrm>
              <a:off x="1854391" y="1563837"/>
              <a:ext cx="292166" cy="250511"/>
            </a:xfrm>
            <a:custGeom>
              <a:avLst/>
              <a:gdLst/>
              <a:ahLst/>
              <a:cxnLst/>
              <a:rect l="l" t="t" r="r" b="b"/>
              <a:pathLst>
                <a:path w="11145" h="9556" extrusionOk="0">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84" name="Google Shape;16584;p66"/>
          <p:cNvGrpSpPr/>
          <p:nvPr/>
        </p:nvGrpSpPr>
        <p:grpSpPr>
          <a:xfrm>
            <a:off x="3189395" y="3340533"/>
            <a:ext cx="392465" cy="389896"/>
            <a:chOff x="3214452" y="3340533"/>
            <a:chExt cx="392465" cy="389896"/>
          </a:xfrm>
        </p:grpSpPr>
        <p:sp>
          <p:nvSpPr>
            <p:cNvPr id="16585" name="Google Shape;16585;p66"/>
            <p:cNvSpPr/>
            <p:nvPr/>
          </p:nvSpPr>
          <p:spPr>
            <a:xfrm>
              <a:off x="3214452" y="3340533"/>
              <a:ext cx="289912" cy="97651"/>
            </a:xfrm>
            <a:custGeom>
              <a:avLst/>
              <a:gdLst/>
              <a:ahLst/>
              <a:cxnLst/>
              <a:rect l="l" t="t" r="r" b="b"/>
              <a:pathLst>
                <a:path w="11059" h="3725" extrusionOk="0">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66"/>
            <p:cNvSpPr/>
            <p:nvPr/>
          </p:nvSpPr>
          <p:spPr>
            <a:xfrm>
              <a:off x="3214452" y="3571749"/>
              <a:ext cx="302783" cy="98411"/>
            </a:xfrm>
            <a:custGeom>
              <a:avLst/>
              <a:gdLst/>
              <a:ahLst/>
              <a:cxnLst/>
              <a:rect l="l" t="t" r="r" b="b"/>
              <a:pathLst>
                <a:path w="11550" h="3754" extrusionOk="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66"/>
            <p:cNvSpPr/>
            <p:nvPr/>
          </p:nvSpPr>
          <p:spPr>
            <a:xfrm>
              <a:off x="3214452" y="3456246"/>
              <a:ext cx="289912" cy="97756"/>
            </a:xfrm>
            <a:custGeom>
              <a:avLst/>
              <a:gdLst/>
              <a:ahLst/>
              <a:cxnLst/>
              <a:rect l="l" t="t" r="r" b="b"/>
              <a:pathLst>
                <a:path w="11059" h="3729" extrusionOk="0">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66"/>
            <p:cNvSpPr/>
            <p:nvPr/>
          </p:nvSpPr>
          <p:spPr>
            <a:xfrm>
              <a:off x="3307410" y="3371912"/>
              <a:ext cx="88476" cy="12950"/>
            </a:xfrm>
            <a:custGeom>
              <a:avLst/>
              <a:gdLst/>
              <a:ahLst/>
              <a:cxnLst/>
              <a:rect l="l" t="t" r="r" b="b"/>
              <a:pathLst>
                <a:path w="3375" h="494" extrusionOk="0">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66"/>
            <p:cNvSpPr/>
            <p:nvPr/>
          </p:nvSpPr>
          <p:spPr>
            <a:xfrm>
              <a:off x="3307410" y="3400303"/>
              <a:ext cx="157605" cy="12557"/>
            </a:xfrm>
            <a:custGeom>
              <a:avLst/>
              <a:gdLst/>
              <a:ahLst/>
              <a:cxnLst/>
              <a:rect l="l" t="t" r="r" b="b"/>
              <a:pathLst>
                <a:path w="6012" h="479" extrusionOk="0">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66"/>
            <p:cNvSpPr/>
            <p:nvPr/>
          </p:nvSpPr>
          <p:spPr>
            <a:xfrm>
              <a:off x="3307410" y="3487704"/>
              <a:ext cx="88476" cy="12950"/>
            </a:xfrm>
            <a:custGeom>
              <a:avLst/>
              <a:gdLst/>
              <a:ahLst/>
              <a:cxnLst/>
              <a:rect l="l" t="t" r="r" b="b"/>
              <a:pathLst>
                <a:path w="3375" h="494" extrusionOk="0">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66"/>
            <p:cNvSpPr/>
            <p:nvPr/>
          </p:nvSpPr>
          <p:spPr>
            <a:xfrm>
              <a:off x="3307410" y="3516068"/>
              <a:ext cx="155691" cy="12609"/>
            </a:xfrm>
            <a:custGeom>
              <a:avLst/>
              <a:gdLst/>
              <a:ahLst/>
              <a:cxnLst/>
              <a:rect l="l" t="t" r="r" b="b"/>
              <a:pathLst>
                <a:path w="5939" h="481" extrusionOk="0">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66"/>
            <p:cNvSpPr/>
            <p:nvPr/>
          </p:nvSpPr>
          <p:spPr>
            <a:xfrm>
              <a:off x="3307410" y="3603522"/>
              <a:ext cx="88476" cy="12950"/>
            </a:xfrm>
            <a:custGeom>
              <a:avLst/>
              <a:gdLst/>
              <a:ahLst/>
              <a:cxnLst/>
              <a:rect l="l" t="t" r="r" b="b"/>
              <a:pathLst>
                <a:path w="3375" h="494" extrusionOk="0">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3" name="Google Shape;16593;p66"/>
            <p:cNvSpPr/>
            <p:nvPr/>
          </p:nvSpPr>
          <p:spPr>
            <a:xfrm>
              <a:off x="3307410" y="3631519"/>
              <a:ext cx="156215" cy="12950"/>
            </a:xfrm>
            <a:custGeom>
              <a:avLst/>
              <a:gdLst/>
              <a:ahLst/>
              <a:cxnLst/>
              <a:rect l="l" t="t" r="r" b="b"/>
              <a:pathLst>
                <a:path w="5959" h="494" extrusionOk="0">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4" name="Google Shape;16594;p66"/>
            <p:cNvSpPr/>
            <p:nvPr/>
          </p:nvSpPr>
          <p:spPr>
            <a:xfrm>
              <a:off x="3235660" y="3365070"/>
              <a:ext cx="57175" cy="54973"/>
            </a:xfrm>
            <a:custGeom>
              <a:avLst/>
              <a:gdLst/>
              <a:ahLst/>
              <a:cxnLst/>
              <a:rect l="l" t="t" r="r" b="b"/>
              <a:pathLst>
                <a:path w="2181" h="2097" extrusionOk="0">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66"/>
            <p:cNvSpPr/>
            <p:nvPr/>
          </p:nvSpPr>
          <p:spPr>
            <a:xfrm>
              <a:off x="3248426" y="3364755"/>
              <a:ext cx="55104" cy="40528"/>
            </a:xfrm>
            <a:custGeom>
              <a:avLst/>
              <a:gdLst/>
              <a:ahLst/>
              <a:cxnLst/>
              <a:rect l="l" t="t" r="r" b="b"/>
              <a:pathLst>
                <a:path w="2102" h="1546" extrusionOk="0">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6" name="Google Shape;16596;p66"/>
            <p:cNvSpPr/>
            <p:nvPr/>
          </p:nvSpPr>
          <p:spPr>
            <a:xfrm>
              <a:off x="3235660" y="3480547"/>
              <a:ext cx="56782" cy="55287"/>
            </a:xfrm>
            <a:custGeom>
              <a:avLst/>
              <a:gdLst/>
              <a:ahLst/>
              <a:cxnLst/>
              <a:rect l="l" t="t" r="r" b="b"/>
              <a:pathLst>
                <a:path w="2166" h="2109" extrusionOk="0">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7" name="Google Shape;16597;p66"/>
            <p:cNvSpPr/>
            <p:nvPr/>
          </p:nvSpPr>
          <p:spPr>
            <a:xfrm>
              <a:off x="3248400" y="3480573"/>
              <a:ext cx="55130" cy="40502"/>
            </a:xfrm>
            <a:custGeom>
              <a:avLst/>
              <a:gdLst/>
              <a:ahLst/>
              <a:cxnLst/>
              <a:rect l="l" t="t" r="r" b="b"/>
              <a:pathLst>
                <a:path w="2103" h="1545" extrusionOk="0">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66"/>
            <p:cNvSpPr/>
            <p:nvPr/>
          </p:nvSpPr>
          <p:spPr>
            <a:xfrm>
              <a:off x="3235660" y="3596312"/>
              <a:ext cx="56782" cy="55314"/>
            </a:xfrm>
            <a:custGeom>
              <a:avLst/>
              <a:gdLst/>
              <a:ahLst/>
              <a:cxnLst/>
              <a:rect l="l" t="t" r="r" b="b"/>
              <a:pathLst>
                <a:path w="2166" h="2110" extrusionOk="0">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66"/>
            <p:cNvSpPr/>
            <p:nvPr/>
          </p:nvSpPr>
          <p:spPr>
            <a:xfrm>
              <a:off x="3248400" y="3596365"/>
              <a:ext cx="55130" cy="40214"/>
            </a:xfrm>
            <a:custGeom>
              <a:avLst/>
              <a:gdLst/>
              <a:ahLst/>
              <a:cxnLst/>
              <a:rect l="l" t="t" r="r" b="b"/>
              <a:pathLst>
                <a:path w="2103" h="1534" extrusionOk="0">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66"/>
            <p:cNvSpPr/>
            <p:nvPr/>
          </p:nvSpPr>
          <p:spPr>
            <a:xfrm>
              <a:off x="3438878" y="3642136"/>
              <a:ext cx="168038" cy="88292"/>
            </a:xfrm>
            <a:custGeom>
              <a:avLst/>
              <a:gdLst/>
              <a:ahLst/>
              <a:cxnLst/>
              <a:rect l="l" t="t" r="r" b="b"/>
              <a:pathLst>
                <a:path w="6410" h="3368" extrusionOk="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1" name="Google Shape;16601;p66"/>
            <p:cNvSpPr/>
            <p:nvPr/>
          </p:nvSpPr>
          <p:spPr>
            <a:xfrm>
              <a:off x="3436965" y="3642529"/>
              <a:ext cx="68526" cy="87899"/>
            </a:xfrm>
            <a:custGeom>
              <a:avLst/>
              <a:gdLst/>
              <a:ahLst/>
              <a:cxnLst/>
              <a:rect l="l" t="t" r="r" b="b"/>
              <a:pathLst>
                <a:path w="2614" h="3353" extrusionOk="0">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2" name="Google Shape;16602;p66"/>
            <p:cNvSpPr/>
            <p:nvPr/>
          </p:nvSpPr>
          <p:spPr>
            <a:xfrm>
              <a:off x="3468003" y="3503249"/>
              <a:ext cx="106354" cy="74975"/>
            </a:xfrm>
            <a:custGeom>
              <a:avLst/>
              <a:gdLst/>
              <a:ahLst/>
              <a:cxnLst/>
              <a:rect l="l" t="t" r="r" b="b"/>
              <a:pathLst>
                <a:path w="4057" h="2860" extrusionOk="0">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66"/>
            <p:cNvSpPr/>
            <p:nvPr/>
          </p:nvSpPr>
          <p:spPr>
            <a:xfrm>
              <a:off x="3468003" y="3502882"/>
              <a:ext cx="57542" cy="74949"/>
            </a:xfrm>
            <a:custGeom>
              <a:avLst/>
              <a:gdLst/>
              <a:ahLst/>
              <a:cxnLst/>
              <a:rect l="l" t="t" r="r" b="b"/>
              <a:pathLst>
                <a:path w="2195" h="2859" extrusionOk="0">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66"/>
            <p:cNvSpPr/>
            <p:nvPr/>
          </p:nvSpPr>
          <p:spPr>
            <a:xfrm>
              <a:off x="3559598" y="3570386"/>
              <a:ext cx="23489" cy="31143"/>
            </a:xfrm>
            <a:custGeom>
              <a:avLst/>
              <a:gdLst/>
              <a:ahLst/>
              <a:cxnLst/>
              <a:rect l="l" t="t" r="r" b="b"/>
              <a:pathLst>
                <a:path w="896" h="1188" extrusionOk="0">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66"/>
            <p:cNvSpPr/>
            <p:nvPr/>
          </p:nvSpPr>
          <p:spPr>
            <a:xfrm>
              <a:off x="3459300" y="3570596"/>
              <a:ext cx="23489" cy="31065"/>
            </a:xfrm>
            <a:custGeom>
              <a:avLst/>
              <a:gdLst/>
              <a:ahLst/>
              <a:cxnLst/>
              <a:rect l="l" t="t" r="r" b="b"/>
              <a:pathLst>
                <a:path w="896" h="1185" extrusionOk="0">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6" name="Google Shape;16606;p66"/>
            <p:cNvSpPr/>
            <p:nvPr/>
          </p:nvSpPr>
          <p:spPr>
            <a:xfrm>
              <a:off x="3501689" y="3624887"/>
              <a:ext cx="39008" cy="44146"/>
            </a:xfrm>
            <a:custGeom>
              <a:avLst/>
              <a:gdLst/>
              <a:ahLst/>
              <a:cxnLst/>
              <a:rect l="l" t="t" r="r" b="b"/>
              <a:pathLst>
                <a:path w="1488" h="1684" extrusionOk="0">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66"/>
            <p:cNvSpPr/>
            <p:nvPr/>
          </p:nvSpPr>
          <p:spPr>
            <a:xfrm>
              <a:off x="3501689" y="3625385"/>
              <a:ext cx="24249" cy="44015"/>
            </a:xfrm>
            <a:custGeom>
              <a:avLst/>
              <a:gdLst/>
              <a:ahLst/>
              <a:cxnLst/>
              <a:rect l="l" t="t" r="r" b="b"/>
              <a:pathLst>
                <a:path w="925" h="1679" extrusionOk="0">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8" name="Google Shape;16608;p66"/>
            <p:cNvSpPr/>
            <p:nvPr/>
          </p:nvSpPr>
          <p:spPr>
            <a:xfrm>
              <a:off x="3479354" y="3547133"/>
              <a:ext cx="83652" cy="89367"/>
            </a:xfrm>
            <a:custGeom>
              <a:avLst/>
              <a:gdLst/>
              <a:ahLst/>
              <a:cxnLst/>
              <a:rect l="l" t="t" r="r" b="b"/>
              <a:pathLst>
                <a:path w="3191" h="3409" extrusionOk="0">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9" name="Google Shape;16609;p66"/>
            <p:cNvSpPr/>
            <p:nvPr/>
          </p:nvSpPr>
          <p:spPr>
            <a:xfrm>
              <a:off x="3479354" y="3547133"/>
              <a:ext cx="60583" cy="89367"/>
            </a:xfrm>
            <a:custGeom>
              <a:avLst/>
              <a:gdLst/>
              <a:ahLst/>
              <a:cxnLst/>
              <a:rect l="l" t="t" r="r" b="b"/>
              <a:pathLst>
                <a:path w="2311" h="3409" extrusionOk="0">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10" name="Google Shape;16610;p66"/>
          <p:cNvGrpSpPr/>
          <p:nvPr/>
        </p:nvGrpSpPr>
        <p:grpSpPr>
          <a:xfrm>
            <a:off x="3302172" y="1499899"/>
            <a:ext cx="234650" cy="378440"/>
            <a:chOff x="3327229" y="1499899"/>
            <a:chExt cx="234650" cy="378440"/>
          </a:xfrm>
        </p:grpSpPr>
        <p:sp>
          <p:nvSpPr>
            <p:cNvPr id="16611" name="Google Shape;16611;p66"/>
            <p:cNvSpPr/>
            <p:nvPr/>
          </p:nvSpPr>
          <p:spPr>
            <a:xfrm>
              <a:off x="3327229" y="1553613"/>
              <a:ext cx="180543" cy="324725"/>
            </a:xfrm>
            <a:custGeom>
              <a:avLst/>
              <a:gdLst/>
              <a:ahLst/>
              <a:cxnLst/>
              <a:rect l="l" t="t" r="r" b="b"/>
              <a:pathLst>
                <a:path w="6887" h="12387" extrusionOk="0">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66"/>
            <p:cNvSpPr/>
            <p:nvPr/>
          </p:nvSpPr>
          <p:spPr>
            <a:xfrm>
              <a:off x="3327229" y="1553613"/>
              <a:ext cx="42023" cy="324725"/>
            </a:xfrm>
            <a:custGeom>
              <a:avLst/>
              <a:gdLst/>
              <a:ahLst/>
              <a:cxnLst/>
              <a:rect l="l" t="t" r="r" b="b"/>
              <a:pathLst>
                <a:path w="1603" h="12387" extrusionOk="0">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66"/>
            <p:cNvSpPr/>
            <p:nvPr/>
          </p:nvSpPr>
          <p:spPr>
            <a:xfrm>
              <a:off x="3339340" y="1577836"/>
              <a:ext cx="156320" cy="252450"/>
            </a:xfrm>
            <a:custGeom>
              <a:avLst/>
              <a:gdLst/>
              <a:ahLst/>
              <a:cxnLst/>
              <a:rect l="l" t="t" r="r" b="b"/>
              <a:pathLst>
                <a:path w="5963" h="9630" extrusionOk="0">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66"/>
            <p:cNvSpPr/>
            <p:nvPr/>
          </p:nvSpPr>
          <p:spPr>
            <a:xfrm>
              <a:off x="3339340" y="1596187"/>
              <a:ext cx="156320" cy="167960"/>
            </a:xfrm>
            <a:custGeom>
              <a:avLst/>
              <a:gdLst/>
              <a:ahLst/>
              <a:cxnLst/>
              <a:rect l="l" t="t" r="r" b="b"/>
              <a:pathLst>
                <a:path w="5963" h="6407" extrusionOk="0">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66"/>
            <p:cNvSpPr/>
            <p:nvPr/>
          </p:nvSpPr>
          <p:spPr>
            <a:xfrm>
              <a:off x="3441526" y="1776126"/>
              <a:ext cx="35967" cy="35993"/>
            </a:xfrm>
            <a:custGeom>
              <a:avLst/>
              <a:gdLst/>
              <a:ahLst/>
              <a:cxnLst/>
              <a:rect l="l" t="t" r="r" b="b"/>
              <a:pathLst>
                <a:path w="1372" h="1373" extrusionOk="0">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66"/>
            <p:cNvSpPr/>
            <p:nvPr/>
          </p:nvSpPr>
          <p:spPr>
            <a:xfrm>
              <a:off x="3357507" y="1776126"/>
              <a:ext cx="35967" cy="35993"/>
            </a:xfrm>
            <a:custGeom>
              <a:avLst/>
              <a:gdLst/>
              <a:ahLst/>
              <a:cxnLst/>
              <a:rect l="l" t="t" r="r" b="b"/>
              <a:pathLst>
                <a:path w="1372" h="1373" extrusionOk="0">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7" name="Google Shape;16617;p66"/>
            <p:cNvSpPr/>
            <p:nvPr/>
          </p:nvSpPr>
          <p:spPr>
            <a:xfrm>
              <a:off x="3357507" y="1619859"/>
              <a:ext cx="119986" cy="120353"/>
            </a:xfrm>
            <a:custGeom>
              <a:avLst/>
              <a:gdLst/>
              <a:ahLst/>
              <a:cxnLst/>
              <a:rect l="l" t="t" r="r" b="b"/>
              <a:pathLst>
                <a:path w="4577" h="4591" extrusionOk="0">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66"/>
            <p:cNvSpPr/>
            <p:nvPr/>
          </p:nvSpPr>
          <p:spPr>
            <a:xfrm>
              <a:off x="3366210" y="1846907"/>
              <a:ext cx="24249" cy="14785"/>
            </a:xfrm>
            <a:custGeom>
              <a:avLst/>
              <a:gdLst/>
              <a:ahLst/>
              <a:cxnLst/>
              <a:rect l="l" t="t" r="r" b="b"/>
              <a:pathLst>
                <a:path w="925" h="564" extrusionOk="0">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66"/>
            <p:cNvSpPr/>
            <p:nvPr/>
          </p:nvSpPr>
          <p:spPr>
            <a:xfrm>
              <a:off x="3444174" y="1846907"/>
              <a:ext cx="24616" cy="14785"/>
            </a:xfrm>
            <a:custGeom>
              <a:avLst/>
              <a:gdLst/>
              <a:ahLst/>
              <a:cxnLst/>
              <a:rect l="l" t="t" r="r" b="b"/>
              <a:pathLst>
                <a:path w="939" h="564" extrusionOk="0">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66"/>
            <p:cNvSpPr/>
            <p:nvPr/>
          </p:nvSpPr>
          <p:spPr>
            <a:xfrm>
              <a:off x="3396095" y="1846907"/>
              <a:ext cx="42809" cy="14785"/>
            </a:xfrm>
            <a:custGeom>
              <a:avLst/>
              <a:gdLst/>
              <a:ahLst/>
              <a:cxnLst/>
              <a:rect l="l" t="t" r="r" b="b"/>
              <a:pathLst>
                <a:path w="1633" h="564" extrusionOk="0">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66"/>
            <p:cNvSpPr/>
            <p:nvPr/>
          </p:nvSpPr>
          <p:spPr>
            <a:xfrm>
              <a:off x="3487691" y="1524095"/>
              <a:ext cx="49966" cy="48105"/>
            </a:xfrm>
            <a:custGeom>
              <a:avLst/>
              <a:gdLst/>
              <a:ahLst/>
              <a:cxnLst/>
              <a:rect l="l" t="t" r="r" b="b"/>
              <a:pathLst>
                <a:path w="1906" h="1835" extrusionOk="0">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66"/>
            <p:cNvSpPr/>
            <p:nvPr/>
          </p:nvSpPr>
          <p:spPr>
            <a:xfrm>
              <a:off x="3487691" y="1499899"/>
              <a:ext cx="74188" cy="72301"/>
            </a:xfrm>
            <a:custGeom>
              <a:avLst/>
              <a:gdLst/>
              <a:ahLst/>
              <a:cxnLst/>
              <a:rect l="l" t="t" r="r" b="b"/>
              <a:pathLst>
                <a:path w="2830" h="2758" extrusionOk="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66"/>
            <p:cNvSpPr/>
            <p:nvPr/>
          </p:nvSpPr>
          <p:spPr>
            <a:xfrm>
              <a:off x="3381336" y="1686078"/>
              <a:ext cx="71934" cy="54239"/>
            </a:xfrm>
            <a:custGeom>
              <a:avLst/>
              <a:gdLst/>
              <a:ahLst/>
              <a:cxnLst/>
              <a:rect l="l" t="t" r="r" b="b"/>
              <a:pathLst>
                <a:path w="2744" h="2069" extrusionOk="0">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66"/>
            <p:cNvSpPr/>
            <p:nvPr/>
          </p:nvSpPr>
          <p:spPr>
            <a:xfrm>
              <a:off x="3381336" y="1704979"/>
              <a:ext cx="72327" cy="35338"/>
            </a:xfrm>
            <a:custGeom>
              <a:avLst/>
              <a:gdLst/>
              <a:ahLst/>
              <a:cxnLst/>
              <a:rect l="l" t="t" r="r" b="b"/>
              <a:pathLst>
                <a:path w="2759" h="1348" extrusionOk="0">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5" name="Google Shape;16625;p66"/>
            <p:cNvSpPr/>
            <p:nvPr/>
          </p:nvSpPr>
          <p:spPr>
            <a:xfrm>
              <a:off x="3404432" y="1686078"/>
              <a:ext cx="26136" cy="18088"/>
            </a:xfrm>
            <a:custGeom>
              <a:avLst/>
              <a:gdLst/>
              <a:ahLst/>
              <a:cxnLst/>
              <a:rect l="l" t="t" r="r" b="b"/>
              <a:pathLst>
                <a:path w="997" h="690" extrusionOk="0">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66"/>
            <p:cNvSpPr/>
            <p:nvPr/>
          </p:nvSpPr>
          <p:spPr>
            <a:xfrm>
              <a:off x="3393448" y="1638000"/>
              <a:ext cx="48105" cy="54160"/>
            </a:xfrm>
            <a:custGeom>
              <a:avLst/>
              <a:gdLst/>
              <a:ahLst/>
              <a:cxnLst/>
              <a:rect l="l" t="t" r="r" b="b"/>
              <a:pathLst>
                <a:path w="1835" h="2066" extrusionOk="0">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66"/>
            <p:cNvSpPr/>
            <p:nvPr/>
          </p:nvSpPr>
          <p:spPr>
            <a:xfrm>
              <a:off x="3393448" y="1638000"/>
              <a:ext cx="32952" cy="54055"/>
            </a:xfrm>
            <a:custGeom>
              <a:avLst/>
              <a:gdLst/>
              <a:ahLst/>
              <a:cxnLst/>
              <a:rect l="l" t="t" r="r" b="b"/>
              <a:pathLst>
                <a:path w="1257" h="2062" extrusionOk="0">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66"/>
            <p:cNvSpPr/>
            <p:nvPr/>
          </p:nvSpPr>
          <p:spPr>
            <a:xfrm>
              <a:off x="3393448" y="1638000"/>
              <a:ext cx="48105" cy="24249"/>
            </a:xfrm>
            <a:custGeom>
              <a:avLst/>
              <a:gdLst/>
              <a:ahLst/>
              <a:cxnLst/>
              <a:rect l="l" t="t" r="r" b="b"/>
              <a:pathLst>
                <a:path w="1835" h="925" extrusionOk="0">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9" name="Google Shape;16629;p66"/>
            <p:cNvSpPr/>
            <p:nvPr/>
          </p:nvSpPr>
          <p:spPr>
            <a:xfrm>
              <a:off x="3393448" y="1638000"/>
              <a:ext cx="32952" cy="21994"/>
            </a:xfrm>
            <a:custGeom>
              <a:avLst/>
              <a:gdLst/>
              <a:ahLst/>
              <a:cxnLst/>
              <a:rect l="l" t="t" r="r" b="b"/>
              <a:pathLst>
                <a:path w="1257" h="839" extrusionOk="0">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0" name="Google Shape;16630;p66"/>
            <p:cNvSpPr/>
            <p:nvPr/>
          </p:nvSpPr>
          <p:spPr>
            <a:xfrm>
              <a:off x="3435470" y="1715596"/>
              <a:ext cx="18193" cy="21575"/>
            </a:xfrm>
            <a:custGeom>
              <a:avLst/>
              <a:gdLst/>
              <a:ahLst/>
              <a:cxnLst/>
              <a:rect l="l" t="t" r="r" b="b"/>
              <a:pathLst>
                <a:path w="694" h="823" extrusionOk="0">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66"/>
            <p:cNvSpPr/>
            <p:nvPr/>
          </p:nvSpPr>
          <p:spPr>
            <a:xfrm>
              <a:off x="3381336" y="1715596"/>
              <a:ext cx="18193" cy="21968"/>
            </a:xfrm>
            <a:custGeom>
              <a:avLst/>
              <a:gdLst/>
              <a:ahLst/>
              <a:cxnLst/>
              <a:rect l="l" t="t" r="r" b="b"/>
              <a:pathLst>
                <a:path w="694" h="838" extrusionOk="0">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32" name="Google Shape;16632;p66"/>
          <p:cNvGrpSpPr/>
          <p:nvPr/>
        </p:nvGrpSpPr>
        <p:grpSpPr>
          <a:xfrm>
            <a:off x="3710496" y="1530151"/>
            <a:ext cx="366722" cy="317962"/>
            <a:chOff x="3735553" y="1530151"/>
            <a:chExt cx="366722" cy="317962"/>
          </a:xfrm>
        </p:grpSpPr>
        <p:sp>
          <p:nvSpPr>
            <p:cNvPr id="16633" name="Google Shape;16633;p66"/>
            <p:cNvSpPr/>
            <p:nvPr/>
          </p:nvSpPr>
          <p:spPr>
            <a:xfrm>
              <a:off x="3770760" y="1565725"/>
              <a:ext cx="331515" cy="282388"/>
            </a:xfrm>
            <a:custGeom>
              <a:avLst/>
              <a:gdLst/>
              <a:ahLst/>
              <a:cxnLst/>
              <a:rect l="l" t="t" r="r" b="b"/>
              <a:pathLst>
                <a:path w="12646" h="10772" extrusionOk="0">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66"/>
            <p:cNvSpPr/>
            <p:nvPr/>
          </p:nvSpPr>
          <p:spPr>
            <a:xfrm>
              <a:off x="3770760" y="1565725"/>
              <a:ext cx="307685" cy="189246"/>
            </a:xfrm>
            <a:custGeom>
              <a:avLst/>
              <a:gdLst/>
              <a:ahLst/>
              <a:cxnLst/>
              <a:rect l="l" t="t" r="r" b="b"/>
              <a:pathLst>
                <a:path w="11737" h="7219" extrusionOk="0">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66"/>
            <p:cNvSpPr/>
            <p:nvPr/>
          </p:nvSpPr>
          <p:spPr>
            <a:xfrm>
              <a:off x="3735553" y="1530151"/>
              <a:ext cx="330781" cy="282073"/>
            </a:xfrm>
            <a:custGeom>
              <a:avLst/>
              <a:gdLst/>
              <a:ahLst/>
              <a:cxnLst/>
              <a:rect l="l" t="t" r="r" b="b"/>
              <a:pathLst>
                <a:path w="12618" h="10760" extrusionOk="0">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66"/>
            <p:cNvSpPr/>
            <p:nvPr/>
          </p:nvSpPr>
          <p:spPr>
            <a:xfrm>
              <a:off x="3779070" y="1629296"/>
              <a:ext cx="250170" cy="14785"/>
            </a:xfrm>
            <a:custGeom>
              <a:avLst/>
              <a:gdLst/>
              <a:ahLst/>
              <a:cxnLst/>
              <a:rect l="l" t="t" r="r" b="b"/>
              <a:pathLst>
                <a:path w="9543" h="564" extrusionOk="0">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66"/>
            <p:cNvSpPr/>
            <p:nvPr/>
          </p:nvSpPr>
          <p:spPr>
            <a:xfrm>
              <a:off x="3779070" y="1599778"/>
              <a:ext cx="167304" cy="14785"/>
            </a:xfrm>
            <a:custGeom>
              <a:avLst/>
              <a:gdLst/>
              <a:ahLst/>
              <a:cxnLst/>
              <a:rect l="l" t="t" r="r" b="b"/>
              <a:pathLst>
                <a:path w="6382" h="564" extrusionOk="0">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8" name="Google Shape;16638;p66"/>
            <p:cNvSpPr/>
            <p:nvPr/>
          </p:nvSpPr>
          <p:spPr>
            <a:xfrm>
              <a:off x="3950490" y="1599778"/>
              <a:ext cx="78750" cy="14785"/>
            </a:xfrm>
            <a:custGeom>
              <a:avLst/>
              <a:gdLst/>
              <a:ahLst/>
              <a:cxnLst/>
              <a:rect l="l" t="t" r="r" b="b"/>
              <a:pathLst>
                <a:path w="3004" h="564" extrusionOk="0">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9" name="Google Shape;16639;p66"/>
            <p:cNvSpPr/>
            <p:nvPr/>
          </p:nvSpPr>
          <p:spPr>
            <a:xfrm>
              <a:off x="3779070" y="1658814"/>
              <a:ext cx="96524" cy="14785"/>
            </a:xfrm>
            <a:custGeom>
              <a:avLst/>
              <a:gdLst/>
              <a:ahLst/>
              <a:cxnLst/>
              <a:rect l="l" t="t" r="r" b="b"/>
              <a:pathLst>
                <a:path w="3682" h="564" extrusionOk="0">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0" name="Google Shape;16640;p66"/>
            <p:cNvSpPr/>
            <p:nvPr/>
          </p:nvSpPr>
          <p:spPr>
            <a:xfrm>
              <a:off x="3891087" y="1658814"/>
              <a:ext cx="138153" cy="14785"/>
            </a:xfrm>
            <a:custGeom>
              <a:avLst/>
              <a:gdLst/>
              <a:ahLst/>
              <a:cxnLst/>
              <a:rect l="l" t="t" r="r" b="b"/>
              <a:pathLst>
                <a:path w="5270" h="564" extrusionOk="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66"/>
            <p:cNvSpPr/>
            <p:nvPr/>
          </p:nvSpPr>
          <p:spPr>
            <a:xfrm>
              <a:off x="3779070" y="1570260"/>
              <a:ext cx="49232" cy="14785"/>
            </a:xfrm>
            <a:custGeom>
              <a:avLst/>
              <a:gdLst/>
              <a:ahLst/>
              <a:cxnLst/>
              <a:rect l="l" t="t" r="r" b="b"/>
              <a:pathLst>
                <a:path w="1878" h="564" extrusionOk="0">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66"/>
            <p:cNvSpPr/>
            <p:nvPr/>
          </p:nvSpPr>
          <p:spPr>
            <a:xfrm>
              <a:off x="3832051" y="1570260"/>
              <a:ext cx="197189" cy="14785"/>
            </a:xfrm>
            <a:custGeom>
              <a:avLst/>
              <a:gdLst/>
              <a:ahLst/>
              <a:cxnLst/>
              <a:rect l="l" t="t" r="r" b="b"/>
              <a:pathLst>
                <a:path w="7522" h="564" extrusionOk="0">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66"/>
            <p:cNvSpPr/>
            <p:nvPr/>
          </p:nvSpPr>
          <p:spPr>
            <a:xfrm>
              <a:off x="3779070" y="1688699"/>
              <a:ext cx="190740" cy="14811"/>
            </a:xfrm>
            <a:custGeom>
              <a:avLst/>
              <a:gdLst/>
              <a:ahLst/>
              <a:cxnLst/>
              <a:rect l="l" t="t" r="r" b="b"/>
              <a:pathLst>
                <a:path w="7276" h="565" extrusionOk="0">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66"/>
            <p:cNvSpPr/>
            <p:nvPr/>
          </p:nvSpPr>
          <p:spPr>
            <a:xfrm>
              <a:off x="3973953" y="1688699"/>
              <a:ext cx="55287" cy="14811"/>
            </a:xfrm>
            <a:custGeom>
              <a:avLst/>
              <a:gdLst/>
              <a:ahLst/>
              <a:cxnLst/>
              <a:rect l="l" t="t" r="r" b="b"/>
              <a:pathLst>
                <a:path w="2109" h="565" extrusionOk="0">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45" name="Google Shape;16645;p66"/>
          <p:cNvGrpSpPr/>
          <p:nvPr/>
        </p:nvGrpSpPr>
        <p:grpSpPr>
          <a:xfrm>
            <a:off x="841265" y="2469775"/>
            <a:ext cx="379226" cy="322733"/>
            <a:chOff x="866322" y="2469775"/>
            <a:chExt cx="379226" cy="322733"/>
          </a:xfrm>
        </p:grpSpPr>
        <p:sp>
          <p:nvSpPr>
            <p:cNvPr id="16646" name="Google Shape;16646;p66"/>
            <p:cNvSpPr/>
            <p:nvPr/>
          </p:nvSpPr>
          <p:spPr>
            <a:xfrm>
              <a:off x="1050246" y="2469775"/>
              <a:ext cx="175981" cy="171787"/>
            </a:xfrm>
            <a:custGeom>
              <a:avLst/>
              <a:gdLst/>
              <a:ahLst/>
              <a:cxnLst/>
              <a:rect l="l" t="t" r="r" b="b"/>
              <a:pathLst>
                <a:path w="6713" h="6553" extrusionOk="0">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66"/>
            <p:cNvSpPr/>
            <p:nvPr/>
          </p:nvSpPr>
          <p:spPr>
            <a:xfrm>
              <a:off x="1077484" y="2498926"/>
              <a:ext cx="33345" cy="11744"/>
            </a:xfrm>
            <a:custGeom>
              <a:avLst/>
              <a:gdLst/>
              <a:ahLst/>
              <a:cxnLst/>
              <a:rect l="l" t="t" r="r" b="b"/>
              <a:pathLst>
                <a:path w="1272" h="448" extrusionOk="0">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66"/>
            <p:cNvSpPr/>
            <p:nvPr/>
          </p:nvSpPr>
          <p:spPr>
            <a:xfrm>
              <a:off x="1118353" y="2498926"/>
              <a:ext cx="80270" cy="11744"/>
            </a:xfrm>
            <a:custGeom>
              <a:avLst/>
              <a:gdLst/>
              <a:ahLst/>
              <a:cxnLst/>
              <a:rect l="l" t="t" r="r" b="b"/>
              <a:pathLst>
                <a:path w="3062" h="448" extrusionOk="0">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66"/>
            <p:cNvSpPr/>
            <p:nvPr/>
          </p:nvSpPr>
          <p:spPr>
            <a:xfrm>
              <a:off x="1077484" y="2528418"/>
              <a:ext cx="121140" cy="11771"/>
            </a:xfrm>
            <a:custGeom>
              <a:avLst/>
              <a:gdLst/>
              <a:ahLst/>
              <a:cxnLst/>
              <a:rect l="l" t="t" r="r" b="b"/>
              <a:pathLst>
                <a:path w="4621" h="449" extrusionOk="0">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66"/>
            <p:cNvSpPr/>
            <p:nvPr/>
          </p:nvSpPr>
          <p:spPr>
            <a:xfrm>
              <a:off x="1077484" y="2557569"/>
              <a:ext cx="80270" cy="11771"/>
            </a:xfrm>
            <a:custGeom>
              <a:avLst/>
              <a:gdLst/>
              <a:ahLst/>
              <a:cxnLst/>
              <a:rect l="l" t="t" r="r" b="b"/>
              <a:pathLst>
                <a:path w="3062" h="449" extrusionOk="0">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66"/>
            <p:cNvSpPr/>
            <p:nvPr/>
          </p:nvSpPr>
          <p:spPr>
            <a:xfrm>
              <a:off x="1165278" y="2557569"/>
              <a:ext cx="33345" cy="11771"/>
            </a:xfrm>
            <a:custGeom>
              <a:avLst/>
              <a:gdLst/>
              <a:ahLst/>
              <a:cxnLst/>
              <a:rect l="l" t="t" r="r" b="b"/>
              <a:pathLst>
                <a:path w="1272" h="449" extrusionOk="0">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66"/>
            <p:cNvSpPr/>
            <p:nvPr/>
          </p:nvSpPr>
          <p:spPr>
            <a:xfrm>
              <a:off x="886009" y="2733551"/>
              <a:ext cx="340218" cy="17433"/>
            </a:xfrm>
            <a:custGeom>
              <a:avLst/>
              <a:gdLst/>
              <a:ahLst/>
              <a:cxnLst/>
              <a:rect l="l" t="t" r="r" b="b"/>
              <a:pathLst>
                <a:path w="12978" h="665" extrusionOk="0">
                  <a:moveTo>
                    <a:pt x="0" y="0"/>
                  </a:moveTo>
                  <a:lnTo>
                    <a:pt x="0" y="664"/>
                  </a:lnTo>
                  <a:lnTo>
                    <a:pt x="12978" y="664"/>
                  </a:lnTo>
                  <a:lnTo>
                    <a:pt x="1297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3" name="Google Shape;16653;p66"/>
            <p:cNvSpPr/>
            <p:nvPr/>
          </p:nvSpPr>
          <p:spPr>
            <a:xfrm>
              <a:off x="879954" y="2733551"/>
              <a:ext cx="12138" cy="58958"/>
            </a:xfrm>
            <a:custGeom>
              <a:avLst/>
              <a:gdLst/>
              <a:ahLst/>
              <a:cxnLst/>
              <a:rect l="l" t="t" r="r" b="b"/>
              <a:pathLst>
                <a:path w="463" h="2249" extrusionOk="0">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4" name="Google Shape;16654;p66"/>
            <p:cNvSpPr/>
            <p:nvPr/>
          </p:nvSpPr>
          <p:spPr>
            <a:xfrm>
              <a:off x="1220146" y="2733551"/>
              <a:ext cx="11771" cy="58958"/>
            </a:xfrm>
            <a:custGeom>
              <a:avLst/>
              <a:gdLst/>
              <a:ahLst/>
              <a:cxnLst/>
              <a:rect l="l" t="t" r="r" b="b"/>
              <a:pathLst>
                <a:path w="449" h="2249" extrusionOk="0">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5" name="Google Shape;16655;p66"/>
            <p:cNvSpPr/>
            <p:nvPr/>
          </p:nvSpPr>
          <p:spPr>
            <a:xfrm>
              <a:off x="921190" y="2608295"/>
              <a:ext cx="105620" cy="119593"/>
            </a:xfrm>
            <a:custGeom>
              <a:avLst/>
              <a:gdLst/>
              <a:ahLst/>
              <a:cxnLst/>
              <a:rect l="l" t="t" r="r" b="b"/>
              <a:pathLst>
                <a:path w="4029" h="4562" extrusionOk="0">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66"/>
            <p:cNvSpPr/>
            <p:nvPr/>
          </p:nvSpPr>
          <p:spPr>
            <a:xfrm>
              <a:off x="956029" y="2608295"/>
              <a:ext cx="35574" cy="23095"/>
            </a:xfrm>
            <a:custGeom>
              <a:avLst/>
              <a:gdLst/>
              <a:ahLst/>
              <a:cxnLst/>
              <a:rect l="l" t="t" r="r" b="b"/>
              <a:pathLst>
                <a:path w="1357" h="881" extrusionOk="0">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66"/>
            <p:cNvSpPr/>
            <p:nvPr/>
          </p:nvSpPr>
          <p:spPr>
            <a:xfrm>
              <a:off x="920823" y="2638941"/>
              <a:ext cx="105987" cy="88947"/>
            </a:xfrm>
            <a:custGeom>
              <a:avLst/>
              <a:gdLst/>
              <a:ahLst/>
              <a:cxnLst/>
              <a:rect l="l" t="t" r="r" b="b"/>
              <a:pathLst>
                <a:path w="4043" h="3393" extrusionOk="0">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66"/>
            <p:cNvSpPr/>
            <p:nvPr/>
          </p:nvSpPr>
          <p:spPr>
            <a:xfrm>
              <a:off x="1002954" y="2650659"/>
              <a:ext cx="23856" cy="76862"/>
            </a:xfrm>
            <a:custGeom>
              <a:avLst/>
              <a:gdLst/>
              <a:ahLst/>
              <a:cxnLst/>
              <a:rect l="l" t="t" r="r" b="b"/>
              <a:pathLst>
                <a:path w="910" h="2932" extrusionOk="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66"/>
            <p:cNvSpPr/>
            <p:nvPr/>
          </p:nvSpPr>
          <p:spPr>
            <a:xfrm>
              <a:off x="921190" y="2650659"/>
              <a:ext cx="52640" cy="77229"/>
            </a:xfrm>
            <a:custGeom>
              <a:avLst/>
              <a:gdLst/>
              <a:ahLst/>
              <a:cxnLst/>
              <a:rect l="l" t="t" r="r" b="b"/>
              <a:pathLst>
                <a:path w="2008" h="2946" extrusionOk="0">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66"/>
            <p:cNvSpPr/>
            <p:nvPr/>
          </p:nvSpPr>
          <p:spPr>
            <a:xfrm>
              <a:off x="950341" y="2510644"/>
              <a:ext cx="46951" cy="41289"/>
            </a:xfrm>
            <a:custGeom>
              <a:avLst/>
              <a:gdLst/>
              <a:ahLst/>
              <a:cxnLst/>
              <a:rect l="l" t="t" r="r" b="b"/>
              <a:pathLst>
                <a:path w="1791" h="1575" extrusionOk="0">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66"/>
            <p:cNvSpPr/>
            <p:nvPr/>
          </p:nvSpPr>
          <p:spPr>
            <a:xfrm>
              <a:off x="950341" y="2510644"/>
              <a:ext cx="32192" cy="41289"/>
            </a:xfrm>
            <a:custGeom>
              <a:avLst/>
              <a:gdLst/>
              <a:ahLst/>
              <a:cxnLst/>
              <a:rect l="l" t="t" r="r" b="b"/>
              <a:pathLst>
                <a:path w="1228" h="1575" extrusionOk="0">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66"/>
            <p:cNvSpPr/>
            <p:nvPr/>
          </p:nvSpPr>
          <p:spPr>
            <a:xfrm>
              <a:off x="932567" y="2528444"/>
              <a:ext cx="82499" cy="82132"/>
            </a:xfrm>
            <a:custGeom>
              <a:avLst/>
              <a:gdLst/>
              <a:ahLst/>
              <a:cxnLst/>
              <a:rect l="l" t="t" r="r" b="b"/>
              <a:pathLst>
                <a:path w="3147" h="3133" extrusionOk="0">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66"/>
            <p:cNvSpPr/>
            <p:nvPr/>
          </p:nvSpPr>
          <p:spPr>
            <a:xfrm>
              <a:off x="948060" y="2528051"/>
              <a:ext cx="68526" cy="74215"/>
            </a:xfrm>
            <a:custGeom>
              <a:avLst/>
              <a:gdLst/>
              <a:ahLst/>
              <a:cxnLst/>
              <a:rect l="l" t="t" r="r" b="b"/>
              <a:pathLst>
                <a:path w="2614" h="2831" extrusionOk="0">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66"/>
            <p:cNvSpPr/>
            <p:nvPr/>
          </p:nvSpPr>
          <p:spPr>
            <a:xfrm>
              <a:off x="938596" y="2564542"/>
              <a:ext cx="70413" cy="57778"/>
            </a:xfrm>
            <a:custGeom>
              <a:avLst/>
              <a:gdLst/>
              <a:ahLst/>
              <a:cxnLst/>
              <a:rect l="l" t="t" r="r" b="b"/>
              <a:pathLst>
                <a:path w="2686" h="2204" extrusionOk="0">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5" name="Google Shape;16665;p66"/>
            <p:cNvSpPr/>
            <p:nvPr/>
          </p:nvSpPr>
          <p:spPr>
            <a:xfrm>
              <a:off x="938596" y="2564542"/>
              <a:ext cx="70413" cy="57018"/>
            </a:xfrm>
            <a:custGeom>
              <a:avLst/>
              <a:gdLst/>
              <a:ahLst/>
              <a:cxnLst/>
              <a:rect l="l" t="t" r="r" b="b"/>
              <a:pathLst>
                <a:path w="2686" h="2175" extrusionOk="0">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6" name="Google Shape;16666;p66"/>
            <p:cNvSpPr/>
            <p:nvPr/>
          </p:nvSpPr>
          <p:spPr>
            <a:xfrm>
              <a:off x="879954" y="2733551"/>
              <a:ext cx="11744" cy="17433"/>
            </a:xfrm>
            <a:custGeom>
              <a:avLst/>
              <a:gdLst/>
              <a:ahLst/>
              <a:cxnLst/>
              <a:rect l="l" t="t" r="r" b="b"/>
              <a:pathLst>
                <a:path w="448" h="665" extrusionOk="0">
                  <a:moveTo>
                    <a:pt x="0" y="0"/>
                  </a:moveTo>
                  <a:lnTo>
                    <a:pt x="0"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66"/>
            <p:cNvSpPr/>
            <p:nvPr/>
          </p:nvSpPr>
          <p:spPr>
            <a:xfrm>
              <a:off x="1220146" y="2733551"/>
              <a:ext cx="11771" cy="17433"/>
            </a:xfrm>
            <a:custGeom>
              <a:avLst/>
              <a:gdLst/>
              <a:ahLst/>
              <a:cxnLst/>
              <a:rect l="l" t="t" r="r" b="b"/>
              <a:pathLst>
                <a:path w="449" h="665" extrusionOk="0">
                  <a:moveTo>
                    <a:pt x="1" y="0"/>
                  </a:moveTo>
                  <a:lnTo>
                    <a:pt x="1"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66"/>
            <p:cNvSpPr/>
            <p:nvPr/>
          </p:nvSpPr>
          <p:spPr>
            <a:xfrm>
              <a:off x="866322" y="2727495"/>
              <a:ext cx="379226" cy="11744"/>
            </a:xfrm>
            <a:custGeom>
              <a:avLst/>
              <a:gdLst/>
              <a:ahLst/>
              <a:cxnLst/>
              <a:rect l="l" t="t" r="r" b="b"/>
              <a:pathLst>
                <a:path w="14466" h="448" extrusionOk="0">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9" name="Google Shape;16669;p66"/>
            <p:cNvSpPr/>
            <p:nvPr/>
          </p:nvSpPr>
          <p:spPr>
            <a:xfrm>
              <a:off x="944652" y="2716144"/>
              <a:ext cx="35233" cy="11744"/>
            </a:xfrm>
            <a:custGeom>
              <a:avLst/>
              <a:gdLst/>
              <a:ahLst/>
              <a:cxnLst/>
              <a:rect l="l" t="t" r="r" b="b"/>
              <a:pathLst>
                <a:path w="1344" h="448" extrusionOk="0">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0" name="Google Shape;16670;p66"/>
            <p:cNvSpPr/>
            <p:nvPr/>
          </p:nvSpPr>
          <p:spPr>
            <a:xfrm>
              <a:off x="968115" y="2669219"/>
              <a:ext cx="82158" cy="58669"/>
            </a:xfrm>
            <a:custGeom>
              <a:avLst/>
              <a:gdLst/>
              <a:ahLst/>
              <a:cxnLst/>
              <a:rect l="l" t="t" r="r" b="b"/>
              <a:pathLst>
                <a:path w="3134" h="2238" extrusionOk="0">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66"/>
            <p:cNvSpPr/>
            <p:nvPr/>
          </p:nvSpPr>
          <p:spPr>
            <a:xfrm>
              <a:off x="995378" y="2692681"/>
              <a:ext cx="27264" cy="11744"/>
            </a:xfrm>
            <a:custGeom>
              <a:avLst/>
              <a:gdLst/>
              <a:ahLst/>
              <a:cxnLst/>
              <a:rect l="l" t="t" r="r" b="b"/>
              <a:pathLst>
                <a:path w="1040" h="448" extrusionOk="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2" name="Google Shape;16672;p66"/>
          <p:cNvGrpSpPr/>
          <p:nvPr/>
        </p:nvGrpSpPr>
        <p:grpSpPr>
          <a:xfrm>
            <a:off x="1303330" y="2500814"/>
            <a:ext cx="404183" cy="289151"/>
            <a:chOff x="1328387" y="2500814"/>
            <a:chExt cx="404183" cy="289151"/>
          </a:xfrm>
        </p:grpSpPr>
        <p:sp>
          <p:nvSpPr>
            <p:cNvPr id="16673" name="Google Shape;16673;p66"/>
            <p:cNvSpPr/>
            <p:nvPr/>
          </p:nvSpPr>
          <p:spPr>
            <a:xfrm>
              <a:off x="1561491" y="2601479"/>
              <a:ext cx="125281" cy="118859"/>
            </a:xfrm>
            <a:custGeom>
              <a:avLst/>
              <a:gdLst/>
              <a:ahLst/>
              <a:cxnLst/>
              <a:rect l="l" t="t" r="r" b="b"/>
              <a:pathLst>
                <a:path w="4779" h="4534" extrusionOk="0">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66"/>
            <p:cNvSpPr/>
            <p:nvPr/>
          </p:nvSpPr>
          <p:spPr>
            <a:xfrm>
              <a:off x="1561884" y="2620407"/>
              <a:ext cx="125281" cy="99932"/>
            </a:xfrm>
            <a:custGeom>
              <a:avLst/>
              <a:gdLst/>
              <a:ahLst/>
              <a:cxnLst/>
              <a:rect l="l" t="t" r="r" b="b"/>
              <a:pathLst>
                <a:path w="4779" h="3812" extrusionOk="0">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66"/>
            <p:cNvSpPr/>
            <p:nvPr/>
          </p:nvSpPr>
          <p:spPr>
            <a:xfrm>
              <a:off x="1603881" y="2601479"/>
              <a:ext cx="40895" cy="18953"/>
            </a:xfrm>
            <a:custGeom>
              <a:avLst/>
              <a:gdLst/>
              <a:ahLst/>
              <a:cxnLst/>
              <a:rect l="l" t="t" r="r" b="b"/>
              <a:pathLst>
                <a:path w="1560" h="723" extrusionOk="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66"/>
            <p:cNvSpPr/>
            <p:nvPr/>
          </p:nvSpPr>
          <p:spPr>
            <a:xfrm>
              <a:off x="1580785" y="2513685"/>
              <a:ext cx="31458" cy="68893"/>
            </a:xfrm>
            <a:custGeom>
              <a:avLst/>
              <a:gdLst/>
              <a:ahLst/>
              <a:cxnLst/>
              <a:rect l="l" t="t" r="r" b="b"/>
              <a:pathLst>
                <a:path w="1200" h="2628" extrusionOk="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66"/>
            <p:cNvSpPr/>
            <p:nvPr/>
          </p:nvSpPr>
          <p:spPr>
            <a:xfrm>
              <a:off x="1593290" y="2507236"/>
              <a:ext cx="75342" cy="75342"/>
            </a:xfrm>
            <a:custGeom>
              <a:avLst/>
              <a:gdLst/>
              <a:ahLst/>
              <a:cxnLst/>
              <a:rect l="l" t="t" r="r" b="b"/>
              <a:pathLst>
                <a:path w="2874" h="2874" extrusionOk="0">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8" name="Google Shape;16678;p66"/>
            <p:cNvSpPr/>
            <p:nvPr/>
          </p:nvSpPr>
          <p:spPr>
            <a:xfrm>
              <a:off x="1586841" y="2538668"/>
              <a:ext cx="74975" cy="68893"/>
            </a:xfrm>
            <a:custGeom>
              <a:avLst/>
              <a:gdLst/>
              <a:ahLst/>
              <a:cxnLst/>
              <a:rect l="l" t="t" r="r" b="b"/>
              <a:pathLst>
                <a:path w="2860" h="2628" extrusionOk="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9" name="Google Shape;16679;p66"/>
            <p:cNvSpPr/>
            <p:nvPr/>
          </p:nvSpPr>
          <p:spPr>
            <a:xfrm>
              <a:off x="1587234" y="2538983"/>
              <a:ext cx="74949" cy="67451"/>
            </a:xfrm>
            <a:custGeom>
              <a:avLst/>
              <a:gdLst/>
              <a:ahLst/>
              <a:cxnLst/>
              <a:rect l="l" t="t" r="r" b="b"/>
              <a:pathLst>
                <a:path w="2859" h="2573" extrusionOk="0">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66"/>
            <p:cNvSpPr/>
            <p:nvPr/>
          </p:nvSpPr>
          <p:spPr>
            <a:xfrm>
              <a:off x="1561884" y="2632518"/>
              <a:ext cx="24983" cy="87820"/>
            </a:xfrm>
            <a:custGeom>
              <a:avLst/>
              <a:gdLst/>
              <a:ahLst/>
              <a:cxnLst/>
              <a:rect l="l" t="t" r="r" b="b"/>
              <a:pathLst>
                <a:path w="953" h="3350" extrusionOk="0">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66"/>
            <p:cNvSpPr/>
            <p:nvPr/>
          </p:nvSpPr>
          <p:spPr>
            <a:xfrm>
              <a:off x="1630751" y="2632518"/>
              <a:ext cx="56415" cy="87820"/>
            </a:xfrm>
            <a:custGeom>
              <a:avLst/>
              <a:gdLst/>
              <a:ahLst/>
              <a:cxnLst/>
              <a:rect l="l" t="t" r="r" b="b"/>
              <a:pathLst>
                <a:path w="2152" h="3350" extrusionOk="0">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66"/>
            <p:cNvSpPr/>
            <p:nvPr/>
          </p:nvSpPr>
          <p:spPr>
            <a:xfrm>
              <a:off x="1348442" y="2726735"/>
              <a:ext cx="364074" cy="18953"/>
            </a:xfrm>
            <a:custGeom>
              <a:avLst/>
              <a:gdLst/>
              <a:ahLst/>
              <a:cxnLst/>
              <a:rect l="l" t="t" r="r" b="b"/>
              <a:pathLst>
                <a:path w="13888" h="723" extrusionOk="0">
                  <a:moveTo>
                    <a:pt x="1" y="0"/>
                  </a:moveTo>
                  <a:lnTo>
                    <a:pt x="1" y="722"/>
                  </a:lnTo>
                  <a:lnTo>
                    <a:pt x="13888" y="722"/>
                  </a:lnTo>
                  <a:lnTo>
                    <a:pt x="1388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66"/>
            <p:cNvSpPr/>
            <p:nvPr/>
          </p:nvSpPr>
          <p:spPr>
            <a:xfrm>
              <a:off x="1342019" y="2726735"/>
              <a:ext cx="13265" cy="63231"/>
            </a:xfrm>
            <a:custGeom>
              <a:avLst/>
              <a:gdLst/>
              <a:ahLst/>
              <a:cxnLst/>
              <a:rect l="l" t="t" r="r" b="b"/>
              <a:pathLst>
                <a:path w="506" h="2412" extrusionOk="0">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66"/>
            <p:cNvSpPr/>
            <p:nvPr/>
          </p:nvSpPr>
          <p:spPr>
            <a:xfrm>
              <a:off x="1705674" y="2726735"/>
              <a:ext cx="13265" cy="63231"/>
            </a:xfrm>
            <a:custGeom>
              <a:avLst/>
              <a:gdLst/>
              <a:ahLst/>
              <a:cxnLst/>
              <a:rect l="l" t="t" r="r" b="b"/>
              <a:pathLst>
                <a:path w="506" h="2412" extrusionOk="0">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5" name="Google Shape;16685;p66"/>
            <p:cNvSpPr/>
            <p:nvPr/>
          </p:nvSpPr>
          <p:spPr>
            <a:xfrm>
              <a:off x="1342386" y="2726735"/>
              <a:ext cx="12531" cy="18953"/>
            </a:xfrm>
            <a:custGeom>
              <a:avLst/>
              <a:gdLst/>
              <a:ahLst/>
              <a:cxnLst/>
              <a:rect l="l" t="t" r="r" b="b"/>
              <a:pathLst>
                <a:path w="478" h="723" extrusionOk="0">
                  <a:moveTo>
                    <a:pt x="1" y="0"/>
                  </a:moveTo>
                  <a:lnTo>
                    <a:pt x="1" y="722"/>
                  </a:lnTo>
                  <a:lnTo>
                    <a:pt x="477" y="722"/>
                  </a:lnTo>
                  <a:lnTo>
                    <a:pt x="477"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6" name="Google Shape;16686;p66"/>
            <p:cNvSpPr/>
            <p:nvPr/>
          </p:nvSpPr>
          <p:spPr>
            <a:xfrm>
              <a:off x="1706067" y="2726735"/>
              <a:ext cx="12505" cy="18953"/>
            </a:xfrm>
            <a:custGeom>
              <a:avLst/>
              <a:gdLst/>
              <a:ahLst/>
              <a:cxnLst/>
              <a:rect l="l" t="t" r="r" b="b"/>
              <a:pathLst>
                <a:path w="477" h="723" extrusionOk="0">
                  <a:moveTo>
                    <a:pt x="0" y="0"/>
                  </a:moveTo>
                  <a:lnTo>
                    <a:pt x="0" y="722"/>
                  </a:lnTo>
                  <a:lnTo>
                    <a:pt x="476" y="722"/>
                  </a:lnTo>
                  <a:lnTo>
                    <a:pt x="47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66"/>
            <p:cNvSpPr/>
            <p:nvPr/>
          </p:nvSpPr>
          <p:spPr>
            <a:xfrm>
              <a:off x="1328387" y="2720679"/>
              <a:ext cx="404183" cy="12505"/>
            </a:xfrm>
            <a:custGeom>
              <a:avLst/>
              <a:gdLst/>
              <a:ahLst/>
              <a:cxnLst/>
              <a:rect l="l" t="t" r="r" b="b"/>
              <a:pathLst>
                <a:path w="15418" h="477" extrusionOk="0">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66"/>
            <p:cNvSpPr/>
            <p:nvPr/>
          </p:nvSpPr>
          <p:spPr>
            <a:xfrm>
              <a:off x="1624695" y="2708148"/>
              <a:ext cx="37487" cy="12557"/>
            </a:xfrm>
            <a:custGeom>
              <a:avLst/>
              <a:gdLst/>
              <a:ahLst/>
              <a:cxnLst/>
              <a:rect l="l" t="t" r="r" b="b"/>
              <a:pathLst>
                <a:path w="1430" h="479" extrusionOk="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66"/>
            <p:cNvSpPr/>
            <p:nvPr/>
          </p:nvSpPr>
          <p:spPr>
            <a:xfrm>
              <a:off x="1549380" y="2657868"/>
              <a:ext cx="87820" cy="62837"/>
            </a:xfrm>
            <a:custGeom>
              <a:avLst/>
              <a:gdLst/>
              <a:ahLst/>
              <a:cxnLst/>
              <a:rect l="l" t="t" r="r" b="b"/>
              <a:pathLst>
                <a:path w="3350" h="2397" extrusionOk="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66"/>
            <p:cNvSpPr/>
            <p:nvPr/>
          </p:nvSpPr>
          <p:spPr>
            <a:xfrm>
              <a:off x="1585714" y="2682825"/>
              <a:ext cx="15178" cy="12531"/>
            </a:xfrm>
            <a:custGeom>
              <a:avLst/>
              <a:gdLst/>
              <a:ahLst/>
              <a:cxnLst/>
              <a:rect l="l" t="t" r="r" b="b"/>
              <a:pathLst>
                <a:path w="579" h="478" extrusionOk="0">
                  <a:moveTo>
                    <a:pt x="289" y="1"/>
                  </a:moveTo>
                  <a:cubicBezTo>
                    <a:pt x="1" y="30"/>
                    <a:pt x="1" y="463"/>
                    <a:pt x="289" y="477"/>
                  </a:cubicBezTo>
                  <a:cubicBezTo>
                    <a:pt x="578" y="463"/>
                    <a:pt x="578" y="30"/>
                    <a:pt x="28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66"/>
            <p:cNvSpPr/>
            <p:nvPr/>
          </p:nvSpPr>
          <p:spPr>
            <a:xfrm>
              <a:off x="1386296" y="2607535"/>
              <a:ext cx="125648" cy="113170"/>
            </a:xfrm>
            <a:custGeom>
              <a:avLst/>
              <a:gdLst/>
              <a:ahLst/>
              <a:cxnLst/>
              <a:rect l="l" t="t" r="r" b="b"/>
              <a:pathLst>
                <a:path w="4793" h="4317" extrusionOk="0">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66"/>
            <p:cNvSpPr/>
            <p:nvPr/>
          </p:nvSpPr>
          <p:spPr>
            <a:xfrm>
              <a:off x="1386296" y="2636293"/>
              <a:ext cx="24983" cy="84412"/>
            </a:xfrm>
            <a:custGeom>
              <a:avLst/>
              <a:gdLst/>
              <a:ahLst/>
              <a:cxnLst/>
              <a:rect l="l" t="t" r="r" b="b"/>
              <a:pathLst>
                <a:path w="953" h="3220" extrusionOk="0">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66"/>
            <p:cNvSpPr/>
            <p:nvPr/>
          </p:nvSpPr>
          <p:spPr>
            <a:xfrm>
              <a:off x="1486569" y="2636293"/>
              <a:ext cx="25376" cy="84412"/>
            </a:xfrm>
            <a:custGeom>
              <a:avLst/>
              <a:gdLst/>
              <a:ahLst/>
              <a:cxnLst/>
              <a:rect l="l" t="t" r="r" b="b"/>
              <a:pathLst>
                <a:path w="968" h="3220" extrusionOk="0">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66"/>
            <p:cNvSpPr/>
            <p:nvPr/>
          </p:nvSpPr>
          <p:spPr>
            <a:xfrm>
              <a:off x="1418829" y="2607535"/>
              <a:ext cx="60190" cy="18953"/>
            </a:xfrm>
            <a:custGeom>
              <a:avLst/>
              <a:gdLst/>
              <a:ahLst/>
              <a:cxnLst/>
              <a:rect l="l" t="t" r="r" b="b"/>
              <a:pathLst>
                <a:path w="2296" h="723" extrusionOk="0">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66"/>
            <p:cNvSpPr/>
            <p:nvPr/>
          </p:nvSpPr>
          <p:spPr>
            <a:xfrm>
              <a:off x="1393846" y="2500814"/>
              <a:ext cx="110549" cy="113170"/>
            </a:xfrm>
            <a:custGeom>
              <a:avLst/>
              <a:gdLst/>
              <a:ahLst/>
              <a:cxnLst/>
              <a:rect l="l" t="t" r="r" b="b"/>
              <a:pathLst>
                <a:path w="4217" h="4317" extrusionOk="0">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66"/>
            <p:cNvSpPr/>
            <p:nvPr/>
          </p:nvSpPr>
          <p:spPr>
            <a:xfrm>
              <a:off x="1405197" y="2751718"/>
              <a:ext cx="12531" cy="37854"/>
            </a:xfrm>
            <a:custGeom>
              <a:avLst/>
              <a:gdLst/>
              <a:ahLst/>
              <a:cxnLst/>
              <a:rect l="l" t="t" r="r" b="b"/>
              <a:pathLst>
                <a:path w="478" h="1444" extrusionOk="0">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66"/>
            <p:cNvSpPr/>
            <p:nvPr/>
          </p:nvSpPr>
          <p:spPr>
            <a:xfrm>
              <a:off x="1405197" y="2745662"/>
              <a:ext cx="12531" cy="24983"/>
            </a:xfrm>
            <a:custGeom>
              <a:avLst/>
              <a:gdLst/>
              <a:ahLst/>
              <a:cxnLst/>
              <a:rect l="l" t="t" r="r" b="b"/>
              <a:pathLst>
                <a:path w="478" h="953" extrusionOk="0">
                  <a:moveTo>
                    <a:pt x="1" y="0"/>
                  </a:moveTo>
                  <a:lnTo>
                    <a:pt x="1" y="953"/>
                  </a:lnTo>
                  <a:lnTo>
                    <a:pt x="477" y="953"/>
                  </a:lnTo>
                  <a:lnTo>
                    <a:pt x="477"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8" name="Google Shape;16698;p66"/>
            <p:cNvSpPr/>
            <p:nvPr/>
          </p:nvSpPr>
          <p:spPr>
            <a:xfrm>
              <a:off x="1480146" y="2751718"/>
              <a:ext cx="12872" cy="37854"/>
            </a:xfrm>
            <a:custGeom>
              <a:avLst/>
              <a:gdLst/>
              <a:ahLst/>
              <a:cxnLst/>
              <a:rect l="l" t="t" r="r" b="b"/>
              <a:pathLst>
                <a:path w="491" h="1444" extrusionOk="0">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9" name="Google Shape;16699;p66"/>
            <p:cNvSpPr/>
            <p:nvPr/>
          </p:nvSpPr>
          <p:spPr>
            <a:xfrm>
              <a:off x="1480146" y="2745662"/>
              <a:ext cx="12872" cy="24983"/>
            </a:xfrm>
            <a:custGeom>
              <a:avLst/>
              <a:gdLst/>
              <a:ahLst/>
              <a:cxnLst/>
              <a:rect l="l" t="t" r="r" b="b"/>
              <a:pathLst>
                <a:path w="491" h="953" extrusionOk="0">
                  <a:moveTo>
                    <a:pt x="0" y="0"/>
                  </a:moveTo>
                  <a:lnTo>
                    <a:pt x="0" y="953"/>
                  </a:lnTo>
                  <a:lnTo>
                    <a:pt x="491" y="953"/>
                  </a:lnTo>
                  <a:lnTo>
                    <a:pt x="491"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66"/>
            <p:cNvSpPr/>
            <p:nvPr/>
          </p:nvSpPr>
          <p:spPr>
            <a:xfrm>
              <a:off x="1404830" y="2651419"/>
              <a:ext cx="88187" cy="106747"/>
            </a:xfrm>
            <a:custGeom>
              <a:avLst/>
              <a:gdLst/>
              <a:ahLst/>
              <a:cxnLst/>
              <a:rect l="l" t="t" r="r" b="b"/>
              <a:pathLst>
                <a:path w="3364" h="4072" extrusionOk="0">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66"/>
            <p:cNvSpPr/>
            <p:nvPr/>
          </p:nvSpPr>
          <p:spPr>
            <a:xfrm>
              <a:off x="1393846" y="2501181"/>
              <a:ext cx="67399" cy="110916"/>
            </a:xfrm>
            <a:custGeom>
              <a:avLst/>
              <a:gdLst/>
              <a:ahLst/>
              <a:cxnLst/>
              <a:rect l="l" t="t" r="r" b="b"/>
              <a:pathLst>
                <a:path w="2571" h="4231" extrusionOk="0">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2" name="Google Shape;16702;p66"/>
          <p:cNvGrpSpPr/>
          <p:nvPr/>
        </p:nvGrpSpPr>
        <p:grpSpPr>
          <a:xfrm>
            <a:off x="1796408" y="2495702"/>
            <a:ext cx="365988" cy="270801"/>
            <a:chOff x="1821465" y="2495702"/>
            <a:chExt cx="365988" cy="270801"/>
          </a:xfrm>
        </p:grpSpPr>
        <p:sp>
          <p:nvSpPr>
            <p:cNvPr id="16703" name="Google Shape;16703;p66"/>
            <p:cNvSpPr/>
            <p:nvPr/>
          </p:nvSpPr>
          <p:spPr>
            <a:xfrm>
              <a:off x="1822619" y="2495702"/>
              <a:ext cx="364834" cy="194725"/>
            </a:xfrm>
            <a:custGeom>
              <a:avLst/>
              <a:gdLst/>
              <a:ahLst/>
              <a:cxnLst/>
              <a:rect l="l" t="t" r="r" b="b"/>
              <a:pathLst>
                <a:path w="13917" h="7428" extrusionOk="0">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66"/>
            <p:cNvSpPr/>
            <p:nvPr/>
          </p:nvSpPr>
          <p:spPr>
            <a:xfrm>
              <a:off x="1821465" y="2554922"/>
              <a:ext cx="333062" cy="135138"/>
            </a:xfrm>
            <a:custGeom>
              <a:avLst/>
              <a:gdLst/>
              <a:ahLst/>
              <a:cxnLst/>
              <a:rect l="l" t="t" r="r" b="b"/>
              <a:pathLst>
                <a:path w="12705" h="5155" extrusionOk="0">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66"/>
            <p:cNvSpPr/>
            <p:nvPr/>
          </p:nvSpPr>
          <p:spPr>
            <a:xfrm>
              <a:off x="1940298" y="2589735"/>
              <a:ext cx="129450" cy="176768"/>
            </a:xfrm>
            <a:custGeom>
              <a:avLst/>
              <a:gdLst/>
              <a:ahLst/>
              <a:cxnLst/>
              <a:rect l="l" t="t" r="r" b="b"/>
              <a:pathLst>
                <a:path w="4938" h="6743" extrusionOk="0">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6" name="Google Shape;16706;p66"/>
            <p:cNvSpPr/>
            <p:nvPr/>
          </p:nvSpPr>
          <p:spPr>
            <a:xfrm>
              <a:off x="1971546" y="2659100"/>
              <a:ext cx="67608" cy="79012"/>
            </a:xfrm>
            <a:custGeom>
              <a:avLst/>
              <a:gdLst/>
              <a:ahLst/>
              <a:cxnLst/>
              <a:rect l="l" t="t" r="r" b="b"/>
              <a:pathLst>
                <a:path w="2579" h="3014" extrusionOk="0">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7" name="Google Shape;16707;p66"/>
            <p:cNvSpPr/>
            <p:nvPr/>
          </p:nvSpPr>
          <p:spPr>
            <a:xfrm>
              <a:off x="1972464" y="2513292"/>
              <a:ext cx="53767" cy="37120"/>
            </a:xfrm>
            <a:custGeom>
              <a:avLst/>
              <a:gdLst/>
              <a:ahLst/>
              <a:cxnLst/>
              <a:rect l="l" t="t" r="r" b="b"/>
              <a:pathLst>
                <a:path w="2051" h="1416" extrusionOk="0">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66"/>
            <p:cNvSpPr/>
            <p:nvPr/>
          </p:nvSpPr>
          <p:spPr>
            <a:xfrm>
              <a:off x="2065973" y="2549521"/>
              <a:ext cx="43124" cy="36098"/>
            </a:xfrm>
            <a:custGeom>
              <a:avLst/>
              <a:gdLst/>
              <a:ahLst/>
              <a:cxnLst/>
              <a:rect l="l" t="t" r="r" b="b"/>
              <a:pathLst>
                <a:path w="1645" h="1377" extrusionOk="0">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66"/>
            <p:cNvSpPr/>
            <p:nvPr/>
          </p:nvSpPr>
          <p:spPr>
            <a:xfrm>
              <a:off x="2017134" y="2589735"/>
              <a:ext cx="52614" cy="53400"/>
            </a:xfrm>
            <a:custGeom>
              <a:avLst/>
              <a:gdLst/>
              <a:ahLst/>
              <a:cxnLst/>
              <a:rect l="l" t="t" r="r" b="b"/>
              <a:pathLst>
                <a:path w="2007" h="2037" extrusionOk="0">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0" name="Google Shape;16710;p66"/>
          <p:cNvGrpSpPr/>
          <p:nvPr/>
        </p:nvGrpSpPr>
        <p:grpSpPr>
          <a:xfrm>
            <a:off x="3700666" y="2455776"/>
            <a:ext cx="354977" cy="351202"/>
            <a:chOff x="3725723" y="2455776"/>
            <a:chExt cx="354977" cy="351202"/>
          </a:xfrm>
        </p:grpSpPr>
        <p:sp>
          <p:nvSpPr>
            <p:cNvPr id="16711" name="Google Shape;16711;p66"/>
            <p:cNvSpPr/>
            <p:nvPr/>
          </p:nvSpPr>
          <p:spPr>
            <a:xfrm>
              <a:off x="3979248" y="2643109"/>
              <a:ext cx="40895" cy="40895"/>
            </a:xfrm>
            <a:custGeom>
              <a:avLst/>
              <a:gdLst/>
              <a:ahLst/>
              <a:cxnLst/>
              <a:rect l="l" t="t" r="r" b="b"/>
              <a:pathLst>
                <a:path w="1560" h="1560" extrusionOk="0">
                  <a:moveTo>
                    <a:pt x="1" y="0"/>
                  </a:moveTo>
                  <a:lnTo>
                    <a:pt x="997" y="1559"/>
                  </a:lnTo>
                  <a:lnTo>
                    <a:pt x="1560" y="1559"/>
                  </a:lnTo>
                  <a:cubicBezTo>
                    <a:pt x="1560" y="693"/>
                    <a:pt x="853" y="0"/>
                    <a:pt x="1" y="0"/>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2" name="Google Shape;16712;p66"/>
            <p:cNvSpPr/>
            <p:nvPr/>
          </p:nvSpPr>
          <p:spPr>
            <a:xfrm>
              <a:off x="3938012" y="2643109"/>
              <a:ext cx="67373" cy="40502"/>
            </a:xfrm>
            <a:custGeom>
              <a:avLst/>
              <a:gdLst/>
              <a:ahLst/>
              <a:cxnLst/>
              <a:rect l="l" t="t" r="r" b="b"/>
              <a:pathLst>
                <a:path w="2570" h="1545" extrusionOk="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3" name="Google Shape;16713;p66"/>
            <p:cNvSpPr/>
            <p:nvPr/>
          </p:nvSpPr>
          <p:spPr>
            <a:xfrm>
              <a:off x="3978514" y="2575736"/>
              <a:ext cx="22728" cy="45064"/>
            </a:xfrm>
            <a:custGeom>
              <a:avLst/>
              <a:gdLst/>
              <a:ahLst/>
              <a:cxnLst/>
              <a:rect l="l" t="t" r="r" b="b"/>
              <a:pathLst>
                <a:path w="867" h="1719" extrusionOk="0">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66"/>
            <p:cNvSpPr/>
            <p:nvPr/>
          </p:nvSpPr>
          <p:spPr>
            <a:xfrm>
              <a:off x="3827516" y="2643109"/>
              <a:ext cx="41262" cy="40895"/>
            </a:xfrm>
            <a:custGeom>
              <a:avLst/>
              <a:gdLst/>
              <a:ahLst/>
              <a:cxnLst/>
              <a:rect l="l" t="t" r="r" b="b"/>
              <a:pathLst>
                <a:path w="1574" h="1560" extrusionOk="0">
                  <a:moveTo>
                    <a:pt x="0" y="0"/>
                  </a:moveTo>
                  <a:lnTo>
                    <a:pt x="996" y="1559"/>
                  </a:lnTo>
                  <a:lnTo>
                    <a:pt x="1574" y="1559"/>
                  </a:lnTo>
                  <a:cubicBezTo>
                    <a:pt x="1559" y="693"/>
                    <a:pt x="852" y="0"/>
                    <a:pt x="0" y="0"/>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5" name="Google Shape;16715;p66"/>
            <p:cNvSpPr/>
            <p:nvPr/>
          </p:nvSpPr>
          <p:spPr>
            <a:xfrm>
              <a:off x="3786253" y="2643109"/>
              <a:ext cx="67399" cy="40502"/>
            </a:xfrm>
            <a:custGeom>
              <a:avLst/>
              <a:gdLst/>
              <a:ahLst/>
              <a:cxnLst/>
              <a:rect l="l" t="t" r="r" b="b"/>
              <a:pathLst>
                <a:path w="2571" h="1545" extrusionOk="0">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6" name="Google Shape;16716;p66"/>
            <p:cNvSpPr/>
            <p:nvPr/>
          </p:nvSpPr>
          <p:spPr>
            <a:xfrm>
              <a:off x="3827122" y="2575736"/>
              <a:ext cx="22361" cy="45064"/>
            </a:xfrm>
            <a:custGeom>
              <a:avLst/>
              <a:gdLst/>
              <a:ahLst/>
              <a:cxnLst/>
              <a:rect l="l" t="t" r="r" b="b"/>
              <a:pathLst>
                <a:path w="853" h="1719" extrusionOk="0">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66"/>
            <p:cNvSpPr/>
            <p:nvPr/>
          </p:nvSpPr>
          <p:spPr>
            <a:xfrm>
              <a:off x="3903198" y="2644996"/>
              <a:ext cx="55261" cy="55261"/>
            </a:xfrm>
            <a:custGeom>
              <a:avLst/>
              <a:gdLst/>
              <a:ahLst/>
              <a:cxnLst/>
              <a:rect l="l" t="t" r="r" b="b"/>
              <a:pathLst>
                <a:path w="2108" h="2108" extrusionOk="0">
                  <a:moveTo>
                    <a:pt x="0" y="0"/>
                  </a:moveTo>
                  <a:lnTo>
                    <a:pt x="1256" y="2108"/>
                  </a:lnTo>
                  <a:lnTo>
                    <a:pt x="2108" y="2108"/>
                  </a:lnTo>
                  <a:cubicBezTo>
                    <a:pt x="2108" y="953"/>
                    <a:pt x="1170" y="0"/>
                    <a:pt x="0"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66"/>
            <p:cNvSpPr/>
            <p:nvPr/>
          </p:nvSpPr>
          <p:spPr>
            <a:xfrm>
              <a:off x="3847937" y="2644996"/>
              <a:ext cx="88213" cy="55261"/>
            </a:xfrm>
            <a:custGeom>
              <a:avLst/>
              <a:gdLst/>
              <a:ahLst/>
              <a:cxnLst/>
              <a:rect l="l" t="t" r="r" b="b"/>
              <a:pathLst>
                <a:path w="3365" h="2108" extrusionOk="0">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9" name="Google Shape;16719;p66"/>
            <p:cNvSpPr/>
            <p:nvPr/>
          </p:nvSpPr>
          <p:spPr>
            <a:xfrm>
              <a:off x="3903565" y="2561737"/>
              <a:ext cx="30698" cy="60950"/>
            </a:xfrm>
            <a:custGeom>
              <a:avLst/>
              <a:gdLst/>
              <a:ahLst/>
              <a:cxnLst/>
              <a:rect l="l" t="t" r="r" b="b"/>
              <a:pathLst>
                <a:path w="1171" h="2325" extrusionOk="0">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0" name="Google Shape;16720;p66"/>
            <p:cNvSpPr/>
            <p:nvPr/>
          </p:nvSpPr>
          <p:spPr>
            <a:xfrm>
              <a:off x="3872553" y="2561737"/>
              <a:ext cx="46191" cy="60950"/>
            </a:xfrm>
            <a:custGeom>
              <a:avLst/>
              <a:gdLst/>
              <a:ahLst/>
              <a:cxnLst/>
              <a:rect l="l" t="t" r="r" b="b"/>
              <a:pathLst>
                <a:path w="1762" h="2325" extrusionOk="0">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66"/>
            <p:cNvSpPr/>
            <p:nvPr/>
          </p:nvSpPr>
          <p:spPr>
            <a:xfrm>
              <a:off x="3797237" y="2575736"/>
              <a:ext cx="37120" cy="45064"/>
            </a:xfrm>
            <a:custGeom>
              <a:avLst/>
              <a:gdLst/>
              <a:ahLst/>
              <a:cxnLst/>
              <a:rect l="l" t="t" r="r" b="b"/>
              <a:pathLst>
                <a:path w="1416" h="1719" extrusionOk="0">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66"/>
            <p:cNvSpPr/>
            <p:nvPr/>
          </p:nvSpPr>
          <p:spPr>
            <a:xfrm>
              <a:off x="3948603" y="2575736"/>
              <a:ext cx="37487" cy="45064"/>
            </a:xfrm>
            <a:custGeom>
              <a:avLst/>
              <a:gdLst/>
              <a:ahLst/>
              <a:cxnLst/>
              <a:rect l="l" t="t" r="r" b="b"/>
              <a:pathLst>
                <a:path w="1430" h="1719" extrusionOk="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3" name="Google Shape;16723;p66"/>
            <p:cNvSpPr/>
            <p:nvPr/>
          </p:nvSpPr>
          <p:spPr>
            <a:xfrm>
              <a:off x="3725723" y="2455776"/>
              <a:ext cx="354977" cy="351202"/>
            </a:xfrm>
            <a:custGeom>
              <a:avLst/>
              <a:gdLst/>
              <a:ahLst/>
              <a:cxnLst/>
              <a:rect l="l" t="t" r="r" b="b"/>
              <a:pathLst>
                <a:path w="13541" h="13397" extrusionOk="0">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4" name="Google Shape;16724;p66"/>
          <p:cNvGrpSpPr/>
          <p:nvPr/>
        </p:nvGrpSpPr>
        <p:grpSpPr>
          <a:xfrm>
            <a:off x="5201108" y="1977641"/>
            <a:ext cx="230482" cy="388847"/>
            <a:chOff x="5226165" y="1977641"/>
            <a:chExt cx="230482" cy="388847"/>
          </a:xfrm>
        </p:grpSpPr>
        <p:sp>
          <p:nvSpPr>
            <p:cNvPr id="16725" name="Google Shape;16725;p66"/>
            <p:cNvSpPr/>
            <p:nvPr/>
          </p:nvSpPr>
          <p:spPr>
            <a:xfrm>
              <a:off x="5256443" y="2329761"/>
              <a:ext cx="169952" cy="12138"/>
            </a:xfrm>
            <a:custGeom>
              <a:avLst/>
              <a:gdLst/>
              <a:ahLst/>
              <a:cxnLst/>
              <a:rect l="l" t="t" r="r" b="b"/>
              <a:pathLst>
                <a:path w="6483" h="463" extrusionOk="0">
                  <a:moveTo>
                    <a:pt x="1" y="1"/>
                  </a:moveTo>
                  <a:lnTo>
                    <a:pt x="1" y="463"/>
                  </a:lnTo>
                  <a:lnTo>
                    <a:pt x="6482" y="463"/>
                  </a:lnTo>
                  <a:lnTo>
                    <a:pt x="648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66"/>
            <p:cNvSpPr/>
            <p:nvPr/>
          </p:nvSpPr>
          <p:spPr>
            <a:xfrm>
              <a:off x="5335167" y="1977641"/>
              <a:ext cx="12138" cy="388480"/>
            </a:xfrm>
            <a:custGeom>
              <a:avLst/>
              <a:gdLst/>
              <a:ahLst/>
              <a:cxnLst/>
              <a:rect l="l" t="t" r="r" b="b"/>
              <a:pathLst>
                <a:path w="463" h="14819" extrusionOk="0">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66"/>
            <p:cNvSpPr/>
            <p:nvPr/>
          </p:nvSpPr>
          <p:spPr>
            <a:xfrm>
              <a:off x="5243571" y="2226421"/>
              <a:ext cx="37986" cy="139700"/>
            </a:xfrm>
            <a:custGeom>
              <a:avLst/>
              <a:gdLst/>
              <a:ahLst/>
              <a:cxnLst/>
              <a:rect l="l" t="t" r="r" b="b"/>
              <a:pathLst>
                <a:path w="1449" h="5329" extrusionOk="0">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66"/>
            <p:cNvSpPr/>
            <p:nvPr/>
          </p:nvSpPr>
          <p:spPr>
            <a:xfrm>
              <a:off x="5401281" y="2226421"/>
              <a:ext cx="37592" cy="140067"/>
            </a:xfrm>
            <a:custGeom>
              <a:avLst/>
              <a:gdLst/>
              <a:ahLst/>
              <a:cxnLst/>
              <a:rect l="l" t="t" r="r" b="b"/>
              <a:pathLst>
                <a:path w="1434" h="5343" extrusionOk="0">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9" name="Google Shape;16729;p66"/>
            <p:cNvSpPr/>
            <p:nvPr/>
          </p:nvSpPr>
          <p:spPr>
            <a:xfrm>
              <a:off x="5335167" y="2226448"/>
              <a:ext cx="12138" cy="24249"/>
            </a:xfrm>
            <a:custGeom>
              <a:avLst/>
              <a:gdLst/>
              <a:ahLst/>
              <a:cxnLst/>
              <a:rect l="l" t="t" r="r" b="b"/>
              <a:pathLst>
                <a:path w="463" h="925" extrusionOk="0">
                  <a:moveTo>
                    <a:pt x="0" y="1"/>
                  </a:moveTo>
                  <a:lnTo>
                    <a:pt x="0" y="925"/>
                  </a:lnTo>
                  <a:lnTo>
                    <a:pt x="462" y="925"/>
                  </a:lnTo>
                  <a:lnTo>
                    <a:pt x="46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0" name="Google Shape;16730;p66"/>
            <p:cNvSpPr/>
            <p:nvPr/>
          </p:nvSpPr>
          <p:spPr>
            <a:xfrm>
              <a:off x="5264779" y="2226421"/>
              <a:ext cx="16280" cy="24275"/>
            </a:xfrm>
            <a:custGeom>
              <a:avLst/>
              <a:gdLst/>
              <a:ahLst/>
              <a:cxnLst/>
              <a:rect l="l" t="t" r="r" b="b"/>
              <a:pathLst>
                <a:path w="621" h="926" extrusionOk="0">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1" name="Google Shape;16731;p66"/>
            <p:cNvSpPr/>
            <p:nvPr/>
          </p:nvSpPr>
          <p:spPr>
            <a:xfrm>
              <a:off x="5401281" y="2226421"/>
              <a:ext cx="16411" cy="24275"/>
            </a:xfrm>
            <a:custGeom>
              <a:avLst/>
              <a:gdLst/>
              <a:ahLst/>
              <a:cxnLst/>
              <a:rect l="l" t="t" r="r" b="b"/>
              <a:pathLst>
                <a:path w="626" h="926" extrusionOk="0">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66"/>
            <p:cNvSpPr/>
            <p:nvPr/>
          </p:nvSpPr>
          <p:spPr>
            <a:xfrm>
              <a:off x="5238276" y="2020214"/>
              <a:ext cx="206286" cy="218371"/>
            </a:xfrm>
            <a:custGeom>
              <a:avLst/>
              <a:gdLst/>
              <a:ahLst/>
              <a:cxnLst/>
              <a:rect l="l" t="t" r="r" b="b"/>
              <a:pathLst>
                <a:path w="7869" h="8330" extrusionOk="0">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66"/>
            <p:cNvSpPr/>
            <p:nvPr/>
          </p:nvSpPr>
          <p:spPr>
            <a:xfrm>
              <a:off x="5237909" y="2020214"/>
              <a:ext cx="206653" cy="18193"/>
            </a:xfrm>
            <a:custGeom>
              <a:avLst/>
              <a:gdLst/>
              <a:ahLst/>
              <a:cxnLst/>
              <a:rect l="l" t="t" r="r" b="b"/>
              <a:pathLst>
                <a:path w="7883" h="694" extrusionOk="0">
                  <a:moveTo>
                    <a:pt x="0" y="1"/>
                  </a:moveTo>
                  <a:lnTo>
                    <a:pt x="0" y="694"/>
                  </a:lnTo>
                  <a:lnTo>
                    <a:pt x="7882" y="694"/>
                  </a:lnTo>
                  <a:lnTo>
                    <a:pt x="7882"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66"/>
            <p:cNvSpPr/>
            <p:nvPr/>
          </p:nvSpPr>
          <p:spPr>
            <a:xfrm>
              <a:off x="5226165" y="2002047"/>
              <a:ext cx="230482" cy="24249"/>
            </a:xfrm>
            <a:custGeom>
              <a:avLst/>
              <a:gdLst/>
              <a:ahLst/>
              <a:cxnLst/>
              <a:rect l="l" t="t" r="r" b="b"/>
              <a:pathLst>
                <a:path w="8792" h="925" extrusionOk="0">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66"/>
            <p:cNvSpPr/>
            <p:nvPr/>
          </p:nvSpPr>
          <p:spPr>
            <a:xfrm>
              <a:off x="5257754" y="2073195"/>
              <a:ext cx="164080" cy="118597"/>
            </a:xfrm>
            <a:custGeom>
              <a:avLst/>
              <a:gdLst/>
              <a:ahLst/>
              <a:cxnLst/>
              <a:rect l="l" t="t" r="r" b="b"/>
              <a:pathLst>
                <a:path w="6259" h="4524" extrusionOk="0">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66"/>
            <p:cNvSpPr/>
            <p:nvPr/>
          </p:nvSpPr>
          <p:spPr>
            <a:xfrm>
              <a:off x="5226165" y="2014159"/>
              <a:ext cx="230482" cy="12138"/>
            </a:xfrm>
            <a:custGeom>
              <a:avLst/>
              <a:gdLst/>
              <a:ahLst/>
              <a:cxnLst/>
              <a:rect l="l" t="t" r="r" b="b"/>
              <a:pathLst>
                <a:path w="8792" h="463" extrusionOk="0">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37" name="Google Shape;16737;p66"/>
          <p:cNvGrpSpPr/>
          <p:nvPr/>
        </p:nvGrpSpPr>
        <p:grpSpPr>
          <a:xfrm>
            <a:off x="5607545" y="2025510"/>
            <a:ext cx="370130" cy="287264"/>
            <a:chOff x="5632602" y="2025510"/>
            <a:chExt cx="370130" cy="287264"/>
          </a:xfrm>
        </p:grpSpPr>
        <p:sp>
          <p:nvSpPr>
            <p:cNvPr id="16738" name="Google Shape;16738;p66"/>
            <p:cNvSpPr/>
            <p:nvPr/>
          </p:nvSpPr>
          <p:spPr>
            <a:xfrm>
              <a:off x="5695046" y="2050493"/>
              <a:ext cx="296701" cy="191501"/>
            </a:xfrm>
            <a:custGeom>
              <a:avLst/>
              <a:gdLst/>
              <a:ahLst/>
              <a:cxnLst/>
              <a:rect l="l" t="t" r="r" b="b"/>
              <a:pathLst>
                <a:path w="11318" h="7305" extrusionOk="0">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66"/>
            <p:cNvSpPr/>
            <p:nvPr/>
          </p:nvSpPr>
          <p:spPr>
            <a:xfrm>
              <a:off x="5735522" y="2241967"/>
              <a:ext cx="50359" cy="23882"/>
            </a:xfrm>
            <a:custGeom>
              <a:avLst/>
              <a:gdLst/>
              <a:ahLst/>
              <a:cxnLst/>
              <a:rect l="l" t="t" r="r" b="b"/>
              <a:pathLst>
                <a:path w="1921" h="911" extrusionOk="0">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66"/>
            <p:cNvSpPr/>
            <p:nvPr/>
          </p:nvSpPr>
          <p:spPr>
            <a:xfrm>
              <a:off x="5746899" y="2179156"/>
              <a:ext cx="38982" cy="62470"/>
            </a:xfrm>
            <a:custGeom>
              <a:avLst/>
              <a:gdLst/>
              <a:ahLst/>
              <a:cxnLst/>
              <a:rect l="l" t="t" r="r" b="b"/>
              <a:pathLst>
                <a:path w="1487" h="2383" extrusionOk="0">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66"/>
            <p:cNvSpPr/>
            <p:nvPr/>
          </p:nvSpPr>
          <p:spPr>
            <a:xfrm>
              <a:off x="5698821" y="2168565"/>
              <a:ext cx="42783" cy="26136"/>
            </a:xfrm>
            <a:custGeom>
              <a:avLst/>
              <a:gdLst/>
              <a:ahLst/>
              <a:cxnLst/>
              <a:rect l="l" t="t" r="r" b="b"/>
              <a:pathLst>
                <a:path w="1632" h="997" extrusionOk="0">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66"/>
            <p:cNvSpPr/>
            <p:nvPr/>
          </p:nvSpPr>
          <p:spPr>
            <a:xfrm>
              <a:off x="5695046" y="2050493"/>
              <a:ext cx="9857" cy="118099"/>
            </a:xfrm>
            <a:custGeom>
              <a:avLst/>
              <a:gdLst/>
              <a:ahLst/>
              <a:cxnLst/>
              <a:rect l="l" t="t" r="r" b="b"/>
              <a:pathLst>
                <a:path w="376" h="4505" extrusionOk="0">
                  <a:moveTo>
                    <a:pt x="0" y="0"/>
                  </a:moveTo>
                  <a:lnTo>
                    <a:pt x="0" y="4504"/>
                  </a:lnTo>
                  <a:lnTo>
                    <a:pt x="376" y="4504"/>
                  </a:lnTo>
                  <a:lnTo>
                    <a:pt x="376"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66"/>
            <p:cNvSpPr/>
            <p:nvPr/>
          </p:nvSpPr>
          <p:spPr>
            <a:xfrm>
              <a:off x="5695046" y="2049732"/>
              <a:ext cx="296701" cy="9857"/>
            </a:xfrm>
            <a:custGeom>
              <a:avLst/>
              <a:gdLst/>
              <a:ahLst/>
              <a:cxnLst/>
              <a:rect l="l" t="t" r="r" b="b"/>
              <a:pathLst>
                <a:path w="11318" h="376" extrusionOk="0">
                  <a:moveTo>
                    <a:pt x="0" y="1"/>
                  </a:moveTo>
                  <a:lnTo>
                    <a:pt x="0" y="376"/>
                  </a:lnTo>
                  <a:lnTo>
                    <a:pt x="11318" y="376"/>
                  </a:lnTo>
                  <a:lnTo>
                    <a:pt x="11318" y="1"/>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66"/>
            <p:cNvSpPr/>
            <p:nvPr/>
          </p:nvSpPr>
          <p:spPr>
            <a:xfrm>
              <a:off x="5725324" y="2240473"/>
              <a:ext cx="277014" cy="26503"/>
            </a:xfrm>
            <a:custGeom>
              <a:avLst/>
              <a:gdLst/>
              <a:ahLst/>
              <a:cxnLst/>
              <a:rect l="l" t="t" r="r" b="b"/>
              <a:pathLst>
                <a:path w="10567" h="1011" extrusionOk="0">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66"/>
            <p:cNvSpPr/>
            <p:nvPr/>
          </p:nvSpPr>
          <p:spPr>
            <a:xfrm>
              <a:off x="5684062" y="2025510"/>
              <a:ext cx="318670" cy="26136"/>
            </a:xfrm>
            <a:custGeom>
              <a:avLst/>
              <a:gdLst/>
              <a:ahLst/>
              <a:cxnLst/>
              <a:rect l="l" t="t" r="r" b="b"/>
              <a:pathLst>
                <a:path w="12156" h="997" extrusionOk="0">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66"/>
            <p:cNvSpPr/>
            <p:nvPr/>
          </p:nvSpPr>
          <p:spPr>
            <a:xfrm>
              <a:off x="5804022" y="2150005"/>
              <a:ext cx="25009" cy="58328"/>
            </a:xfrm>
            <a:custGeom>
              <a:avLst/>
              <a:gdLst/>
              <a:ahLst/>
              <a:cxnLst/>
              <a:rect l="l" t="t" r="r" b="b"/>
              <a:pathLst>
                <a:path w="954" h="2225" extrusionOk="0">
                  <a:moveTo>
                    <a:pt x="1" y="1"/>
                  </a:moveTo>
                  <a:lnTo>
                    <a:pt x="1" y="2224"/>
                  </a:lnTo>
                  <a:lnTo>
                    <a:pt x="953" y="2224"/>
                  </a:lnTo>
                  <a:lnTo>
                    <a:pt x="953"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7" name="Google Shape;16747;p66"/>
            <p:cNvSpPr/>
            <p:nvPr/>
          </p:nvSpPr>
          <p:spPr>
            <a:xfrm>
              <a:off x="5846779" y="2125048"/>
              <a:ext cx="25009" cy="83285"/>
            </a:xfrm>
            <a:custGeom>
              <a:avLst/>
              <a:gdLst/>
              <a:ahLst/>
              <a:cxnLst/>
              <a:rect l="l" t="t" r="r" b="b"/>
              <a:pathLst>
                <a:path w="954" h="3177" extrusionOk="0">
                  <a:moveTo>
                    <a:pt x="1" y="0"/>
                  </a:moveTo>
                  <a:lnTo>
                    <a:pt x="1" y="3176"/>
                  </a:lnTo>
                  <a:lnTo>
                    <a:pt x="954" y="3176"/>
                  </a:lnTo>
                  <a:lnTo>
                    <a:pt x="954"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8" name="Google Shape;16748;p66"/>
            <p:cNvSpPr/>
            <p:nvPr/>
          </p:nvSpPr>
          <p:spPr>
            <a:xfrm>
              <a:off x="5888408" y="2140174"/>
              <a:ext cx="25009" cy="68159"/>
            </a:xfrm>
            <a:custGeom>
              <a:avLst/>
              <a:gdLst/>
              <a:ahLst/>
              <a:cxnLst/>
              <a:rect l="l" t="t" r="r" b="b"/>
              <a:pathLst>
                <a:path w="954" h="2600" extrusionOk="0">
                  <a:moveTo>
                    <a:pt x="1" y="1"/>
                  </a:moveTo>
                  <a:lnTo>
                    <a:pt x="1" y="2599"/>
                  </a:lnTo>
                  <a:lnTo>
                    <a:pt x="954" y="2599"/>
                  </a:lnTo>
                  <a:lnTo>
                    <a:pt x="954"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66"/>
            <p:cNvSpPr/>
            <p:nvPr/>
          </p:nvSpPr>
          <p:spPr>
            <a:xfrm>
              <a:off x="5932318" y="2090995"/>
              <a:ext cx="25009" cy="117338"/>
            </a:xfrm>
            <a:custGeom>
              <a:avLst/>
              <a:gdLst/>
              <a:ahLst/>
              <a:cxnLst/>
              <a:rect l="l" t="t" r="r" b="b"/>
              <a:pathLst>
                <a:path w="954" h="4476" extrusionOk="0">
                  <a:moveTo>
                    <a:pt x="0" y="0"/>
                  </a:moveTo>
                  <a:lnTo>
                    <a:pt x="0" y="4475"/>
                  </a:lnTo>
                  <a:lnTo>
                    <a:pt x="953" y="4475"/>
                  </a:lnTo>
                  <a:lnTo>
                    <a:pt x="953"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66"/>
            <p:cNvSpPr/>
            <p:nvPr/>
          </p:nvSpPr>
          <p:spPr>
            <a:xfrm>
              <a:off x="5719636" y="2082658"/>
              <a:ext cx="47711" cy="11744"/>
            </a:xfrm>
            <a:custGeom>
              <a:avLst/>
              <a:gdLst/>
              <a:ahLst/>
              <a:cxnLst/>
              <a:rect l="l" t="t" r="r" b="b"/>
              <a:pathLst>
                <a:path w="1820" h="448" extrusionOk="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66"/>
            <p:cNvSpPr/>
            <p:nvPr/>
          </p:nvSpPr>
          <p:spPr>
            <a:xfrm>
              <a:off x="5719636" y="2102346"/>
              <a:ext cx="65118" cy="12138"/>
            </a:xfrm>
            <a:custGeom>
              <a:avLst/>
              <a:gdLst/>
              <a:ahLst/>
              <a:cxnLst/>
              <a:rect l="l" t="t" r="r" b="b"/>
              <a:pathLst>
                <a:path w="2484" h="463" extrusionOk="0">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66"/>
            <p:cNvSpPr/>
            <p:nvPr/>
          </p:nvSpPr>
          <p:spPr>
            <a:xfrm>
              <a:off x="5719636" y="2122374"/>
              <a:ext cx="65118" cy="11771"/>
            </a:xfrm>
            <a:custGeom>
              <a:avLst/>
              <a:gdLst/>
              <a:ahLst/>
              <a:cxnLst/>
              <a:rect l="l" t="t" r="r" b="b"/>
              <a:pathLst>
                <a:path w="2484" h="449" extrusionOk="0">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3" name="Google Shape;16753;p66"/>
            <p:cNvSpPr/>
            <p:nvPr/>
          </p:nvSpPr>
          <p:spPr>
            <a:xfrm>
              <a:off x="5719636" y="2142062"/>
              <a:ext cx="65118" cy="12138"/>
            </a:xfrm>
            <a:custGeom>
              <a:avLst/>
              <a:gdLst/>
              <a:ahLst/>
              <a:cxnLst/>
              <a:rect l="l" t="t" r="r" b="b"/>
              <a:pathLst>
                <a:path w="2484" h="463" extrusionOk="0">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4" name="Google Shape;16754;p66"/>
            <p:cNvSpPr/>
            <p:nvPr/>
          </p:nvSpPr>
          <p:spPr>
            <a:xfrm>
              <a:off x="5632602" y="2168172"/>
              <a:ext cx="144576" cy="144602"/>
            </a:xfrm>
            <a:custGeom>
              <a:avLst/>
              <a:gdLst/>
              <a:ahLst/>
              <a:cxnLst/>
              <a:rect l="l" t="t" r="r" b="b"/>
              <a:pathLst>
                <a:path w="5515" h="5516" extrusionOk="0">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66"/>
            <p:cNvSpPr/>
            <p:nvPr/>
          </p:nvSpPr>
          <p:spPr>
            <a:xfrm>
              <a:off x="5669696" y="2213602"/>
              <a:ext cx="29151" cy="54894"/>
            </a:xfrm>
            <a:custGeom>
              <a:avLst/>
              <a:gdLst/>
              <a:ahLst/>
              <a:cxnLst/>
              <a:rect l="l" t="t" r="r" b="b"/>
              <a:pathLst>
                <a:path w="1112" h="2094" extrusionOk="0">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6" name="Google Shape;16756;p66"/>
          <p:cNvGrpSpPr/>
          <p:nvPr/>
        </p:nvGrpSpPr>
        <p:grpSpPr>
          <a:xfrm>
            <a:off x="4187321" y="2456537"/>
            <a:ext cx="331515" cy="330021"/>
            <a:chOff x="4212378" y="2456537"/>
            <a:chExt cx="331515" cy="330021"/>
          </a:xfrm>
        </p:grpSpPr>
        <p:sp>
          <p:nvSpPr>
            <p:cNvPr id="16757" name="Google Shape;16757;p66"/>
            <p:cNvSpPr/>
            <p:nvPr/>
          </p:nvSpPr>
          <p:spPr>
            <a:xfrm>
              <a:off x="4212378" y="2651026"/>
              <a:ext cx="59796" cy="135532"/>
            </a:xfrm>
            <a:custGeom>
              <a:avLst/>
              <a:gdLst/>
              <a:ahLst/>
              <a:cxnLst/>
              <a:rect l="l" t="t" r="r" b="b"/>
              <a:pathLst>
                <a:path w="2281" h="5170" extrusionOk="0">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66"/>
            <p:cNvSpPr/>
            <p:nvPr/>
          </p:nvSpPr>
          <p:spPr>
            <a:xfrm>
              <a:off x="4212378" y="2651052"/>
              <a:ext cx="28784" cy="135505"/>
            </a:xfrm>
            <a:custGeom>
              <a:avLst/>
              <a:gdLst/>
              <a:ahLst/>
              <a:cxnLst/>
              <a:rect l="l" t="t" r="r" b="b"/>
              <a:pathLst>
                <a:path w="1098" h="5169" extrusionOk="0">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66"/>
            <p:cNvSpPr/>
            <p:nvPr/>
          </p:nvSpPr>
          <p:spPr>
            <a:xfrm>
              <a:off x="4302820" y="2617366"/>
              <a:ext cx="59823" cy="169192"/>
            </a:xfrm>
            <a:custGeom>
              <a:avLst/>
              <a:gdLst/>
              <a:ahLst/>
              <a:cxnLst/>
              <a:rect l="l" t="t" r="r" b="b"/>
              <a:pathLst>
                <a:path w="2282" h="6454" extrusionOk="0">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0" name="Google Shape;16760;p66"/>
            <p:cNvSpPr/>
            <p:nvPr/>
          </p:nvSpPr>
          <p:spPr>
            <a:xfrm>
              <a:off x="4302820" y="2617366"/>
              <a:ext cx="28391" cy="169192"/>
            </a:xfrm>
            <a:custGeom>
              <a:avLst/>
              <a:gdLst/>
              <a:ahLst/>
              <a:cxnLst/>
              <a:rect l="l" t="t" r="r" b="b"/>
              <a:pathLst>
                <a:path w="1083" h="6454" extrusionOk="0">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1" name="Google Shape;16761;p66"/>
            <p:cNvSpPr/>
            <p:nvPr/>
          </p:nvSpPr>
          <p:spPr>
            <a:xfrm>
              <a:off x="4393262" y="2583679"/>
              <a:ext cx="59823" cy="202878"/>
            </a:xfrm>
            <a:custGeom>
              <a:avLst/>
              <a:gdLst/>
              <a:ahLst/>
              <a:cxnLst/>
              <a:rect l="l" t="t" r="r" b="b"/>
              <a:pathLst>
                <a:path w="2282" h="7739" extrusionOk="0">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2" name="Google Shape;16762;p66"/>
            <p:cNvSpPr/>
            <p:nvPr/>
          </p:nvSpPr>
          <p:spPr>
            <a:xfrm>
              <a:off x="4393262" y="2583679"/>
              <a:ext cx="28391" cy="202878"/>
            </a:xfrm>
            <a:custGeom>
              <a:avLst/>
              <a:gdLst/>
              <a:ahLst/>
              <a:cxnLst/>
              <a:rect l="l" t="t" r="r" b="b"/>
              <a:pathLst>
                <a:path w="1083" h="7739" extrusionOk="0">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3" name="Google Shape;16763;p66"/>
            <p:cNvSpPr/>
            <p:nvPr/>
          </p:nvSpPr>
          <p:spPr>
            <a:xfrm>
              <a:off x="4483703" y="2550386"/>
              <a:ext cx="60190" cy="236171"/>
            </a:xfrm>
            <a:custGeom>
              <a:avLst/>
              <a:gdLst/>
              <a:ahLst/>
              <a:cxnLst/>
              <a:rect l="l" t="t" r="r" b="b"/>
              <a:pathLst>
                <a:path w="2296" h="9009" extrusionOk="0">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4" name="Google Shape;16764;p66"/>
            <p:cNvSpPr/>
            <p:nvPr/>
          </p:nvSpPr>
          <p:spPr>
            <a:xfrm>
              <a:off x="4483703" y="2550386"/>
              <a:ext cx="28417" cy="236171"/>
            </a:xfrm>
            <a:custGeom>
              <a:avLst/>
              <a:gdLst/>
              <a:ahLst/>
              <a:cxnLst/>
              <a:rect l="l" t="t" r="r" b="b"/>
              <a:pathLst>
                <a:path w="1084" h="9009" extrusionOk="0">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5" name="Google Shape;16765;p66"/>
            <p:cNvSpPr/>
            <p:nvPr/>
          </p:nvSpPr>
          <p:spPr>
            <a:xfrm>
              <a:off x="4226744" y="2456537"/>
              <a:ext cx="307318" cy="124154"/>
            </a:xfrm>
            <a:custGeom>
              <a:avLst/>
              <a:gdLst/>
              <a:ahLst/>
              <a:cxnLst/>
              <a:rect l="l" t="t" r="r" b="b"/>
              <a:pathLst>
                <a:path w="11723" h="4736" extrusionOk="0">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66" name="Google Shape;16766;p66"/>
          <p:cNvGrpSpPr/>
          <p:nvPr/>
        </p:nvGrpSpPr>
        <p:grpSpPr>
          <a:xfrm>
            <a:off x="6150956" y="1977825"/>
            <a:ext cx="235411" cy="347427"/>
            <a:chOff x="6176013" y="1977825"/>
            <a:chExt cx="235411" cy="347427"/>
          </a:xfrm>
        </p:grpSpPr>
        <p:sp>
          <p:nvSpPr>
            <p:cNvPr id="16767" name="Google Shape;16767;p66"/>
            <p:cNvSpPr/>
            <p:nvPr/>
          </p:nvSpPr>
          <p:spPr>
            <a:xfrm>
              <a:off x="6268368" y="2084179"/>
              <a:ext cx="50726" cy="50726"/>
            </a:xfrm>
            <a:custGeom>
              <a:avLst/>
              <a:gdLst/>
              <a:ahLst/>
              <a:cxnLst/>
              <a:rect l="l" t="t" r="r" b="b"/>
              <a:pathLst>
                <a:path w="1935" h="1935" extrusionOk="0">
                  <a:moveTo>
                    <a:pt x="0" y="0"/>
                  </a:moveTo>
                  <a:lnTo>
                    <a:pt x="0" y="1935"/>
                  </a:lnTo>
                  <a:lnTo>
                    <a:pt x="1934" y="1935"/>
                  </a:lnTo>
                  <a:lnTo>
                    <a:pt x="19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8" name="Google Shape;16768;p66"/>
            <p:cNvSpPr/>
            <p:nvPr/>
          </p:nvSpPr>
          <p:spPr>
            <a:xfrm>
              <a:off x="6268368" y="2084179"/>
              <a:ext cx="50726" cy="28024"/>
            </a:xfrm>
            <a:custGeom>
              <a:avLst/>
              <a:gdLst/>
              <a:ahLst/>
              <a:cxnLst/>
              <a:rect l="l" t="t" r="r" b="b"/>
              <a:pathLst>
                <a:path w="1935" h="1069" extrusionOk="0">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9" name="Google Shape;16769;p66"/>
            <p:cNvSpPr/>
            <p:nvPr/>
          </p:nvSpPr>
          <p:spPr>
            <a:xfrm>
              <a:off x="6243385" y="1977825"/>
              <a:ext cx="101059" cy="78357"/>
            </a:xfrm>
            <a:custGeom>
              <a:avLst/>
              <a:gdLst/>
              <a:ahLst/>
              <a:cxnLst/>
              <a:rect l="l" t="t" r="r" b="b"/>
              <a:pathLst>
                <a:path w="3855"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0" name="Google Shape;16770;p66"/>
            <p:cNvSpPr/>
            <p:nvPr/>
          </p:nvSpPr>
          <p:spPr>
            <a:xfrm>
              <a:off x="6243385" y="1977825"/>
              <a:ext cx="42416" cy="78357"/>
            </a:xfrm>
            <a:custGeom>
              <a:avLst/>
              <a:gdLst/>
              <a:ahLst/>
              <a:cxnLst/>
              <a:rect l="l" t="t" r="r" b="b"/>
              <a:pathLst>
                <a:path w="1618"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1" name="Google Shape;16771;p66"/>
            <p:cNvSpPr/>
            <p:nvPr/>
          </p:nvSpPr>
          <p:spPr>
            <a:xfrm>
              <a:off x="6215388" y="2117839"/>
              <a:ext cx="156687" cy="73061"/>
            </a:xfrm>
            <a:custGeom>
              <a:avLst/>
              <a:gdLst/>
              <a:ahLst/>
              <a:cxnLst/>
              <a:rect l="l" t="t" r="r" b="b"/>
              <a:pathLst>
                <a:path w="5977" h="2787" extrusionOk="0">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2" name="Google Shape;16772;p66"/>
            <p:cNvSpPr/>
            <p:nvPr/>
          </p:nvSpPr>
          <p:spPr>
            <a:xfrm>
              <a:off x="6285382" y="2140174"/>
              <a:ext cx="16673" cy="50726"/>
            </a:xfrm>
            <a:custGeom>
              <a:avLst/>
              <a:gdLst/>
              <a:ahLst/>
              <a:cxnLst/>
              <a:rect l="l" t="t" r="r" b="b"/>
              <a:pathLst>
                <a:path w="636" h="1935" extrusionOk="0">
                  <a:moveTo>
                    <a:pt x="159" y="1"/>
                  </a:moveTo>
                  <a:lnTo>
                    <a:pt x="1" y="1935"/>
                  </a:lnTo>
                  <a:lnTo>
                    <a:pt x="636" y="1935"/>
                  </a:lnTo>
                  <a:lnTo>
                    <a:pt x="477"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3" name="Google Shape;16773;p66"/>
            <p:cNvSpPr/>
            <p:nvPr/>
          </p:nvSpPr>
          <p:spPr>
            <a:xfrm>
              <a:off x="6215388" y="2138654"/>
              <a:ext cx="28024" cy="51879"/>
            </a:xfrm>
            <a:custGeom>
              <a:avLst/>
              <a:gdLst/>
              <a:ahLst/>
              <a:cxnLst/>
              <a:rect l="l" t="t" r="r" b="b"/>
              <a:pathLst>
                <a:path w="1069" h="1979" extrusionOk="0">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4" name="Google Shape;16774;p66"/>
            <p:cNvSpPr/>
            <p:nvPr/>
          </p:nvSpPr>
          <p:spPr>
            <a:xfrm>
              <a:off x="6344051" y="2138654"/>
              <a:ext cx="28391" cy="51879"/>
            </a:xfrm>
            <a:custGeom>
              <a:avLst/>
              <a:gdLst/>
              <a:ahLst/>
              <a:cxnLst/>
              <a:rect l="l" t="t" r="r" b="b"/>
              <a:pathLst>
                <a:path w="1083" h="1979" extrusionOk="0">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5" name="Google Shape;16775;p66"/>
            <p:cNvSpPr/>
            <p:nvPr/>
          </p:nvSpPr>
          <p:spPr>
            <a:xfrm>
              <a:off x="6285015" y="2134879"/>
              <a:ext cx="17040" cy="13658"/>
            </a:xfrm>
            <a:custGeom>
              <a:avLst/>
              <a:gdLst/>
              <a:ahLst/>
              <a:cxnLst/>
              <a:rect l="l" t="t" r="r" b="b"/>
              <a:pathLst>
                <a:path w="650" h="521" extrusionOk="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6" name="Google Shape;16776;p66"/>
            <p:cNvSpPr/>
            <p:nvPr/>
          </p:nvSpPr>
          <p:spPr>
            <a:xfrm>
              <a:off x="6258905" y="2112334"/>
              <a:ext cx="34840" cy="31301"/>
            </a:xfrm>
            <a:custGeom>
              <a:avLst/>
              <a:gdLst/>
              <a:ahLst/>
              <a:cxnLst/>
              <a:rect l="l" t="t" r="r" b="b"/>
              <a:pathLst>
                <a:path w="1329" h="1194" extrusionOk="0">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7" name="Google Shape;16777;p66"/>
            <p:cNvSpPr/>
            <p:nvPr/>
          </p:nvSpPr>
          <p:spPr>
            <a:xfrm>
              <a:off x="6293718" y="2112334"/>
              <a:ext cx="34840" cy="31301"/>
            </a:xfrm>
            <a:custGeom>
              <a:avLst/>
              <a:gdLst/>
              <a:ahLst/>
              <a:cxnLst/>
              <a:rect l="l" t="t" r="r" b="b"/>
              <a:pathLst>
                <a:path w="1329" h="1194" extrusionOk="0">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8" name="Google Shape;16778;p66"/>
            <p:cNvSpPr/>
            <p:nvPr/>
          </p:nvSpPr>
          <p:spPr>
            <a:xfrm>
              <a:off x="6248681" y="2016859"/>
              <a:ext cx="90075" cy="84045"/>
            </a:xfrm>
            <a:custGeom>
              <a:avLst/>
              <a:gdLst/>
              <a:ahLst/>
              <a:cxnLst/>
              <a:rect l="l" t="t" r="r" b="b"/>
              <a:pathLst>
                <a:path w="3436" h="3206" extrusionOk="0">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9" name="Google Shape;16779;p66"/>
            <p:cNvSpPr/>
            <p:nvPr/>
          </p:nvSpPr>
          <p:spPr>
            <a:xfrm>
              <a:off x="6248681" y="2016911"/>
              <a:ext cx="78724" cy="83180"/>
            </a:xfrm>
            <a:custGeom>
              <a:avLst/>
              <a:gdLst/>
              <a:ahLst/>
              <a:cxnLst/>
              <a:rect l="l" t="t" r="r" b="b"/>
              <a:pathLst>
                <a:path w="3003" h="3173" extrusionOk="0">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0" name="Google Shape;16780;p66"/>
            <p:cNvSpPr/>
            <p:nvPr/>
          </p:nvSpPr>
          <p:spPr>
            <a:xfrm>
              <a:off x="6282367" y="2302891"/>
              <a:ext cx="22728" cy="22361"/>
            </a:xfrm>
            <a:custGeom>
              <a:avLst/>
              <a:gdLst/>
              <a:ahLst/>
              <a:cxnLst/>
              <a:rect l="l" t="t" r="r" b="b"/>
              <a:pathLst>
                <a:path w="867" h="853" extrusionOk="0">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1" name="Google Shape;16781;p66"/>
            <p:cNvSpPr/>
            <p:nvPr/>
          </p:nvSpPr>
          <p:spPr>
            <a:xfrm>
              <a:off x="6176013" y="2302891"/>
              <a:ext cx="22361" cy="22361"/>
            </a:xfrm>
            <a:custGeom>
              <a:avLst/>
              <a:gdLst/>
              <a:ahLst/>
              <a:cxnLst/>
              <a:rect l="l" t="t" r="r" b="b"/>
              <a:pathLst>
                <a:path w="853" h="853" extrusionOk="0">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2" name="Google Shape;16782;p66"/>
            <p:cNvSpPr/>
            <p:nvPr/>
          </p:nvSpPr>
          <p:spPr>
            <a:xfrm>
              <a:off x="6389062" y="2302891"/>
              <a:ext cx="22361" cy="22361"/>
            </a:xfrm>
            <a:custGeom>
              <a:avLst/>
              <a:gdLst/>
              <a:ahLst/>
              <a:cxnLst/>
              <a:rect l="l" t="t" r="r" b="b"/>
              <a:pathLst>
                <a:path w="853" h="853" extrusionOk="0">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3" name="Google Shape;16783;p66"/>
            <p:cNvSpPr/>
            <p:nvPr/>
          </p:nvSpPr>
          <p:spPr>
            <a:xfrm>
              <a:off x="6199528" y="2217954"/>
              <a:ext cx="188381" cy="73769"/>
            </a:xfrm>
            <a:custGeom>
              <a:avLst/>
              <a:gdLst/>
              <a:ahLst/>
              <a:cxnLst/>
              <a:rect l="l" t="t" r="r" b="b"/>
              <a:pathLst>
                <a:path w="7186" h="2814" extrusionOk="0">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84" name="Google Shape;16784;p66"/>
          <p:cNvGrpSpPr/>
          <p:nvPr/>
        </p:nvGrpSpPr>
        <p:grpSpPr>
          <a:xfrm>
            <a:off x="6627020" y="1977458"/>
            <a:ext cx="235778" cy="347794"/>
            <a:chOff x="6652077" y="1977458"/>
            <a:chExt cx="235778" cy="347794"/>
          </a:xfrm>
        </p:grpSpPr>
        <p:sp>
          <p:nvSpPr>
            <p:cNvPr id="16785" name="Google Shape;16785;p66"/>
            <p:cNvSpPr/>
            <p:nvPr/>
          </p:nvSpPr>
          <p:spPr>
            <a:xfrm>
              <a:off x="6758798" y="2302891"/>
              <a:ext cx="22361" cy="22361"/>
            </a:xfrm>
            <a:custGeom>
              <a:avLst/>
              <a:gdLst/>
              <a:ahLst/>
              <a:cxnLst/>
              <a:rect l="l" t="t" r="r" b="b"/>
              <a:pathLst>
                <a:path w="853" h="853" extrusionOk="0">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6" name="Google Shape;16786;p66"/>
            <p:cNvSpPr/>
            <p:nvPr/>
          </p:nvSpPr>
          <p:spPr>
            <a:xfrm>
              <a:off x="6652077"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7" name="Google Shape;16787;p66"/>
            <p:cNvSpPr/>
            <p:nvPr/>
          </p:nvSpPr>
          <p:spPr>
            <a:xfrm>
              <a:off x="6865126"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8" name="Google Shape;16788;p66"/>
            <p:cNvSpPr/>
            <p:nvPr/>
          </p:nvSpPr>
          <p:spPr>
            <a:xfrm>
              <a:off x="6675697" y="2219081"/>
              <a:ext cx="188564" cy="72642"/>
            </a:xfrm>
            <a:custGeom>
              <a:avLst/>
              <a:gdLst/>
              <a:ahLst/>
              <a:cxnLst/>
              <a:rect l="l" t="t" r="r" b="b"/>
              <a:pathLst>
                <a:path w="7193" h="2771" extrusionOk="0">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9" name="Google Shape;16789;p66"/>
            <p:cNvSpPr/>
            <p:nvPr/>
          </p:nvSpPr>
          <p:spPr>
            <a:xfrm>
              <a:off x="6747447" y="2112176"/>
              <a:ext cx="45064" cy="45064"/>
            </a:xfrm>
            <a:custGeom>
              <a:avLst/>
              <a:gdLst/>
              <a:ahLst/>
              <a:cxnLst/>
              <a:rect l="l" t="t" r="r" b="b"/>
              <a:pathLst>
                <a:path w="1719" h="1719" extrusionOk="0">
                  <a:moveTo>
                    <a:pt x="0" y="0"/>
                  </a:moveTo>
                  <a:lnTo>
                    <a:pt x="0" y="1718"/>
                  </a:lnTo>
                  <a:lnTo>
                    <a:pt x="1718" y="1718"/>
                  </a:lnTo>
                  <a:lnTo>
                    <a:pt x="171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0" name="Google Shape;16790;p66"/>
            <p:cNvSpPr/>
            <p:nvPr/>
          </p:nvSpPr>
          <p:spPr>
            <a:xfrm>
              <a:off x="6747447" y="2112176"/>
              <a:ext cx="45064" cy="22361"/>
            </a:xfrm>
            <a:custGeom>
              <a:avLst/>
              <a:gdLst/>
              <a:ahLst/>
              <a:cxnLst/>
              <a:rect l="l" t="t" r="r" b="b"/>
              <a:pathLst>
                <a:path w="1719" h="853" extrusionOk="0">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1" name="Google Shape;16791;p66"/>
            <p:cNvSpPr/>
            <p:nvPr/>
          </p:nvSpPr>
          <p:spPr>
            <a:xfrm>
              <a:off x="6741759" y="1977458"/>
              <a:ext cx="56415" cy="45064"/>
            </a:xfrm>
            <a:custGeom>
              <a:avLst/>
              <a:gdLst/>
              <a:ahLst/>
              <a:cxnLst/>
              <a:rect l="l" t="t" r="r" b="b"/>
              <a:pathLst>
                <a:path w="2152" h="1719" extrusionOk="0">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2" name="Google Shape;16792;p66"/>
            <p:cNvSpPr/>
            <p:nvPr/>
          </p:nvSpPr>
          <p:spPr>
            <a:xfrm>
              <a:off x="6741759" y="1977825"/>
              <a:ext cx="38248" cy="44697"/>
            </a:xfrm>
            <a:custGeom>
              <a:avLst/>
              <a:gdLst/>
              <a:ahLst/>
              <a:cxnLst/>
              <a:rect l="l" t="t" r="r" b="b"/>
              <a:pathLst>
                <a:path w="1459" h="1705" extrusionOk="0">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3" name="Google Shape;16793;p66"/>
            <p:cNvSpPr/>
            <p:nvPr/>
          </p:nvSpPr>
          <p:spPr>
            <a:xfrm>
              <a:off x="6713761" y="2000160"/>
              <a:ext cx="112410" cy="112043"/>
            </a:xfrm>
            <a:custGeom>
              <a:avLst/>
              <a:gdLst/>
              <a:ahLst/>
              <a:cxnLst/>
              <a:rect l="l" t="t" r="r" b="b"/>
              <a:pathLst>
                <a:path w="4288" h="4274" extrusionOk="0">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4" name="Google Shape;16794;p66"/>
            <p:cNvSpPr/>
            <p:nvPr/>
          </p:nvSpPr>
          <p:spPr>
            <a:xfrm>
              <a:off x="6740605" y="2000134"/>
              <a:ext cx="88974" cy="110942"/>
            </a:xfrm>
            <a:custGeom>
              <a:avLst/>
              <a:gdLst/>
              <a:ahLst/>
              <a:cxnLst/>
              <a:rect l="l" t="t" r="r" b="b"/>
              <a:pathLst>
                <a:path w="3394" h="4232" extrusionOk="0">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5" name="Google Shape;16795;p66"/>
            <p:cNvSpPr/>
            <p:nvPr/>
          </p:nvSpPr>
          <p:spPr>
            <a:xfrm>
              <a:off x="6725112" y="2040033"/>
              <a:ext cx="89708" cy="83521"/>
            </a:xfrm>
            <a:custGeom>
              <a:avLst/>
              <a:gdLst/>
              <a:ahLst/>
              <a:cxnLst/>
              <a:rect l="l" t="t" r="r" b="b"/>
              <a:pathLst>
                <a:path w="3422" h="3186" extrusionOk="0">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6" name="Google Shape;16796;p66"/>
            <p:cNvSpPr/>
            <p:nvPr/>
          </p:nvSpPr>
          <p:spPr>
            <a:xfrm>
              <a:off x="6697481" y="2142822"/>
              <a:ext cx="145362" cy="59062"/>
            </a:xfrm>
            <a:custGeom>
              <a:avLst/>
              <a:gdLst/>
              <a:ahLst/>
              <a:cxnLst/>
              <a:rect l="l" t="t" r="r" b="b"/>
              <a:pathLst>
                <a:path w="5545" h="2253" extrusionOk="0">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7" name="Google Shape;16797;p66"/>
            <p:cNvSpPr/>
            <p:nvPr/>
          </p:nvSpPr>
          <p:spPr>
            <a:xfrm>
              <a:off x="6697114" y="2161749"/>
              <a:ext cx="28024" cy="40135"/>
            </a:xfrm>
            <a:custGeom>
              <a:avLst/>
              <a:gdLst/>
              <a:ahLst/>
              <a:cxnLst/>
              <a:rect l="l" t="t" r="r" b="b"/>
              <a:pathLst>
                <a:path w="1069" h="1531" extrusionOk="0">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8" name="Google Shape;16798;p66"/>
            <p:cNvSpPr/>
            <p:nvPr/>
          </p:nvSpPr>
          <p:spPr>
            <a:xfrm>
              <a:off x="6814427" y="2161749"/>
              <a:ext cx="28417" cy="40135"/>
            </a:xfrm>
            <a:custGeom>
              <a:avLst/>
              <a:gdLst/>
              <a:ahLst/>
              <a:cxnLst/>
              <a:rect l="l" t="t" r="r" b="b"/>
              <a:pathLst>
                <a:path w="1084" h="1531" extrusionOk="0">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9" name="Google Shape;16799;p66"/>
            <p:cNvSpPr/>
            <p:nvPr/>
          </p:nvSpPr>
          <p:spPr>
            <a:xfrm>
              <a:off x="6737617" y="2135849"/>
              <a:ext cx="64358" cy="66036"/>
            </a:xfrm>
            <a:custGeom>
              <a:avLst/>
              <a:gdLst/>
              <a:ahLst/>
              <a:cxnLst/>
              <a:rect l="l" t="t" r="r" b="b"/>
              <a:pathLst>
                <a:path w="2455" h="2519" extrusionOk="0">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0" name="Google Shape;16800;p66"/>
            <p:cNvSpPr/>
            <p:nvPr/>
          </p:nvSpPr>
          <p:spPr>
            <a:xfrm>
              <a:off x="6725112" y="2040033"/>
              <a:ext cx="90101" cy="82761"/>
            </a:xfrm>
            <a:custGeom>
              <a:avLst/>
              <a:gdLst/>
              <a:ahLst/>
              <a:cxnLst/>
              <a:rect l="l" t="t" r="r" b="b"/>
              <a:pathLst>
                <a:path w="3437" h="3157" extrusionOk="0">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01" name="Google Shape;16801;p66"/>
          <p:cNvGrpSpPr/>
          <p:nvPr/>
        </p:nvGrpSpPr>
        <p:grpSpPr>
          <a:xfrm>
            <a:off x="7047456" y="1997512"/>
            <a:ext cx="394352" cy="308052"/>
            <a:chOff x="7072513" y="1997512"/>
            <a:chExt cx="394352" cy="308052"/>
          </a:xfrm>
        </p:grpSpPr>
        <p:sp>
          <p:nvSpPr>
            <p:cNvPr id="16802" name="Google Shape;16802;p66"/>
            <p:cNvSpPr/>
            <p:nvPr/>
          </p:nvSpPr>
          <p:spPr>
            <a:xfrm>
              <a:off x="7111862" y="2025903"/>
              <a:ext cx="279321" cy="279662"/>
            </a:xfrm>
            <a:custGeom>
              <a:avLst/>
              <a:gdLst/>
              <a:ahLst/>
              <a:cxnLst/>
              <a:rect l="l" t="t" r="r" b="b"/>
              <a:pathLst>
                <a:path w="10655" h="10668" extrusionOk="0">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3" name="Google Shape;16803;p66"/>
            <p:cNvSpPr/>
            <p:nvPr/>
          </p:nvSpPr>
          <p:spPr>
            <a:xfrm>
              <a:off x="7250749" y="2106488"/>
              <a:ext cx="74582" cy="97677"/>
            </a:xfrm>
            <a:custGeom>
              <a:avLst/>
              <a:gdLst/>
              <a:ahLst/>
              <a:cxnLst/>
              <a:rect l="l" t="t" r="r" b="b"/>
              <a:pathLst>
                <a:path w="2845" h="3726" extrusionOk="0">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4" name="Google Shape;16804;p66"/>
            <p:cNvSpPr/>
            <p:nvPr/>
          </p:nvSpPr>
          <p:spPr>
            <a:xfrm>
              <a:off x="7250749" y="2048212"/>
              <a:ext cx="148744" cy="193021"/>
            </a:xfrm>
            <a:custGeom>
              <a:avLst/>
              <a:gdLst/>
              <a:ahLst/>
              <a:cxnLst/>
              <a:rect l="l" t="t" r="r" b="b"/>
              <a:pathLst>
                <a:path w="5674" h="7363" extrusionOk="0">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5" name="Google Shape;16805;p66"/>
            <p:cNvSpPr/>
            <p:nvPr/>
          </p:nvSpPr>
          <p:spPr>
            <a:xfrm>
              <a:off x="7250382" y="1997512"/>
              <a:ext cx="216483" cy="272872"/>
            </a:xfrm>
            <a:custGeom>
              <a:avLst/>
              <a:gdLst/>
              <a:ahLst/>
              <a:cxnLst/>
              <a:rect l="l" t="t" r="r" b="b"/>
              <a:pathLst>
                <a:path w="8258" h="10409" extrusionOk="0">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6" name="Google Shape;16806;p66"/>
            <p:cNvSpPr/>
            <p:nvPr/>
          </p:nvSpPr>
          <p:spPr>
            <a:xfrm>
              <a:off x="7114903" y="2025903"/>
              <a:ext cx="137000" cy="140408"/>
            </a:xfrm>
            <a:custGeom>
              <a:avLst/>
              <a:gdLst/>
              <a:ahLst/>
              <a:cxnLst/>
              <a:rect l="l" t="t" r="r" b="b"/>
              <a:pathLst>
                <a:path w="5226" h="5356" extrusionOk="0">
                  <a:moveTo>
                    <a:pt x="5197" y="0"/>
                  </a:moveTo>
                  <a:cubicBezTo>
                    <a:pt x="2700" y="15"/>
                    <a:pt x="534" y="1747"/>
                    <a:pt x="0" y="4201"/>
                  </a:cubicBezTo>
                  <a:lnTo>
                    <a:pt x="5226" y="5356"/>
                  </a:lnTo>
                  <a:lnTo>
                    <a:pt x="5197"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7" name="Google Shape;16807;p66"/>
            <p:cNvSpPr/>
            <p:nvPr/>
          </p:nvSpPr>
          <p:spPr>
            <a:xfrm>
              <a:off x="7111862" y="2135639"/>
              <a:ext cx="140041" cy="164630"/>
            </a:xfrm>
            <a:custGeom>
              <a:avLst/>
              <a:gdLst/>
              <a:ahLst/>
              <a:cxnLst/>
              <a:rect l="l" t="t" r="r" b="b"/>
              <a:pathLst>
                <a:path w="5342" h="6280" extrusionOk="0">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8" name="Google Shape;16808;p66"/>
            <p:cNvSpPr/>
            <p:nvPr/>
          </p:nvSpPr>
          <p:spPr>
            <a:xfrm>
              <a:off x="7198529" y="2280188"/>
              <a:ext cx="73821" cy="25376"/>
            </a:xfrm>
            <a:custGeom>
              <a:avLst/>
              <a:gdLst/>
              <a:ahLst/>
              <a:cxnLst/>
              <a:rect l="l" t="t" r="r" b="b"/>
              <a:pathLst>
                <a:path w="2816" h="968" extrusionOk="0">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9" name="Google Shape;16809;p66"/>
            <p:cNvSpPr/>
            <p:nvPr/>
          </p:nvSpPr>
          <p:spPr>
            <a:xfrm>
              <a:off x="7114903" y="2025903"/>
              <a:ext cx="136239" cy="118833"/>
            </a:xfrm>
            <a:custGeom>
              <a:avLst/>
              <a:gdLst/>
              <a:ahLst/>
              <a:cxnLst/>
              <a:rect l="l" t="t" r="r" b="b"/>
              <a:pathLst>
                <a:path w="5197" h="4533" extrusionOk="0">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0" name="Google Shape;16810;p66"/>
            <p:cNvSpPr/>
            <p:nvPr/>
          </p:nvSpPr>
          <p:spPr>
            <a:xfrm>
              <a:off x="7072513" y="2004223"/>
              <a:ext cx="136947" cy="105515"/>
            </a:xfrm>
            <a:custGeom>
              <a:avLst/>
              <a:gdLst/>
              <a:ahLst/>
              <a:cxnLst/>
              <a:rect l="l" t="t" r="r" b="b"/>
              <a:pathLst>
                <a:path w="5224" h="4025" extrusionOk="0">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1" name="Google Shape;16811;p66"/>
            <p:cNvSpPr/>
            <p:nvPr/>
          </p:nvSpPr>
          <p:spPr>
            <a:xfrm>
              <a:off x="7187545" y="2099436"/>
              <a:ext cx="35233" cy="30173"/>
            </a:xfrm>
            <a:custGeom>
              <a:avLst/>
              <a:gdLst/>
              <a:ahLst/>
              <a:cxnLst/>
              <a:rect l="l" t="t" r="r" b="b"/>
              <a:pathLst>
                <a:path w="1344" h="1151" extrusionOk="0">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2" name="Google Shape;16812;p66"/>
            <p:cNvSpPr/>
            <p:nvPr/>
          </p:nvSpPr>
          <p:spPr>
            <a:xfrm>
              <a:off x="7098990" y="2135246"/>
              <a:ext cx="120379" cy="165023"/>
            </a:xfrm>
            <a:custGeom>
              <a:avLst/>
              <a:gdLst/>
              <a:ahLst/>
              <a:cxnLst/>
              <a:rect l="l" t="t" r="r" b="b"/>
              <a:pathLst>
                <a:path w="4592" h="6295" extrusionOk="0">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13" name="Google Shape;16813;p66"/>
          <p:cNvGrpSpPr/>
          <p:nvPr/>
        </p:nvGrpSpPr>
        <p:grpSpPr>
          <a:xfrm>
            <a:off x="7551151" y="1977825"/>
            <a:ext cx="292533" cy="347454"/>
            <a:chOff x="7576208" y="1977825"/>
            <a:chExt cx="292533" cy="347454"/>
          </a:xfrm>
        </p:grpSpPr>
        <p:sp>
          <p:nvSpPr>
            <p:cNvPr id="16814" name="Google Shape;16814;p66"/>
            <p:cNvSpPr/>
            <p:nvPr/>
          </p:nvSpPr>
          <p:spPr>
            <a:xfrm>
              <a:off x="7576208" y="1999032"/>
              <a:ext cx="89315" cy="148351"/>
            </a:xfrm>
            <a:custGeom>
              <a:avLst/>
              <a:gdLst/>
              <a:ahLst/>
              <a:cxnLst/>
              <a:rect l="l" t="t" r="r" b="b"/>
              <a:pathLst>
                <a:path w="3407" h="5659" extrusionOk="0">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5" name="Google Shape;16815;p66"/>
            <p:cNvSpPr/>
            <p:nvPr/>
          </p:nvSpPr>
          <p:spPr>
            <a:xfrm>
              <a:off x="7779034" y="1999032"/>
              <a:ext cx="89708" cy="148351"/>
            </a:xfrm>
            <a:custGeom>
              <a:avLst/>
              <a:gdLst/>
              <a:ahLst/>
              <a:cxnLst/>
              <a:rect l="l" t="t" r="r" b="b"/>
              <a:pathLst>
                <a:path w="3422" h="5659" extrusionOk="0">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6" name="Google Shape;16816;p66"/>
            <p:cNvSpPr/>
            <p:nvPr/>
          </p:nvSpPr>
          <p:spPr>
            <a:xfrm>
              <a:off x="7710927" y="2175381"/>
              <a:ext cx="22728" cy="103707"/>
            </a:xfrm>
            <a:custGeom>
              <a:avLst/>
              <a:gdLst/>
              <a:ahLst/>
              <a:cxnLst/>
              <a:rect l="l" t="t" r="r" b="b"/>
              <a:pathLst>
                <a:path w="867" h="3956" extrusionOk="0">
                  <a:moveTo>
                    <a:pt x="0" y="0"/>
                  </a:moveTo>
                  <a:lnTo>
                    <a:pt x="0" y="3955"/>
                  </a:lnTo>
                  <a:lnTo>
                    <a:pt x="866" y="3955"/>
                  </a:lnTo>
                  <a:lnTo>
                    <a:pt x="866" y="0"/>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7" name="Google Shape;16817;p66"/>
            <p:cNvSpPr/>
            <p:nvPr/>
          </p:nvSpPr>
          <p:spPr>
            <a:xfrm>
              <a:off x="7638626" y="1989176"/>
              <a:ext cx="167671" cy="204765"/>
            </a:xfrm>
            <a:custGeom>
              <a:avLst/>
              <a:gdLst/>
              <a:ahLst/>
              <a:cxnLst/>
              <a:rect l="l" t="t" r="r" b="b"/>
              <a:pathLst>
                <a:path w="6396" h="7811" extrusionOk="0">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8" name="Google Shape;16818;p66"/>
            <p:cNvSpPr/>
            <p:nvPr/>
          </p:nvSpPr>
          <p:spPr>
            <a:xfrm>
              <a:off x="7706759" y="1989176"/>
              <a:ext cx="99538" cy="204765"/>
            </a:xfrm>
            <a:custGeom>
              <a:avLst/>
              <a:gdLst/>
              <a:ahLst/>
              <a:cxnLst/>
              <a:rect l="l" t="t" r="r" b="b"/>
              <a:pathLst>
                <a:path w="3797" h="7811" extrusionOk="0">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9" name="Google Shape;16819;p66"/>
            <p:cNvSpPr/>
            <p:nvPr/>
          </p:nvSpPr>
          <p:spPr>
            <a:xfrm>
              <a:off x="7628035" y="1977825"/>
              <a:ext cx="189246" cy="22728"/>
            </a:xfrm>
            <a:custGeom>
              <a:avLst/>
              <a:gdLst/>
              <a:ahLst/>
              <a:cxnLst/>
              <a:rect l="l" t="t" r="r" b="b"/>
              <a:pathLst>
                <a:path w="7219" h="867" extrusionOk="0">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0" name="Google Shape;16820;p66"/>
            <p:cNvSpPr/>
            <p:nvPr/>
          </p:nvSpPr>
          <p:spPr>
            <a:xfrm>
              <a:off x="7785456" y="1977825"/>
              <a:ext cx="31825" cy="22728"/>
            </a:xfrm>
            <a:custGeom>
              <a:avLst/>
              <a:gdLst/>
              <a:ahLst/>
              <a:cxnLst/>
              <a:rect l="l" t="t" r="r" b="b"/>
              <a:pathLst>
                <a:path w="1214" h="867" extrusionOk="0">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1" name="Google Shape;16821;p66"/>
            <p:cNvSpPr/>
            <p:nvPr/>
          </p:nvSpPr>
          <p:spPr>
            <a:xfrm>
              <a:off x="7681776" y="2039980"/>
              <a:ext cx="82158" cy="78042"/>
            </a:xfrm>
            <a:custGeom>
              <a:avLst/>
              <a:gdLst/>
              <a:ahLst/>
              <a:cxnLst/>
              <a:rect l="l" t="t" r="r" b="b"/>
              <a:pathLst>
                <a:path w="3134" h="2977" extrusionOk="0">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2" name="Google Shape;16822;p66"/>
            <p:cNvSpPr/>
            <p:nvPr/>
          </p:nvSpPr>
          <p:spPr>
            <a:xfrm>
              <a:off x="7700703" y="2180676"/>
              <a:ext cx="43543" cy="21208"/>
            </a:xfrm>
            <a:custGeom>
              <a:avLst/>
              <a:gdLst/>
              <a:ahLst/>
              <a:cxnLst/>
              <a:rect l="l" t="t" r="r" b="b"/>
              <a:pathLst>
                <a:path w="1661" h="809" extrusionOk="0">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3" name="Google Shape;16823;p66"/>
            <p:cNvSpPr/>
            <p:nvPr/>
          </p:nvSpPr>
          <p:spPr>
            <a:xfrm>
              <a:off x="7678001" y="2263542"/>
              <a:ext cx="88947" cy="30672"/>
            </a:xfrm>
            <a:custGeom>
              <a:avLst/>
              <a:gdLst/>
              <a:ahLst/>
              <a:cxnLst/>
              <a:rect l="l" t="t" r="r" b="b"/>
              <a:pathLst>
                <a:path w="3393" h="1170" extrusionOk="0">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4" name="Google Shape;16824;p66"/>
            <p:cNvSpPr/>
            <p:nvPr/>
          </p:nvSpPr>
          <p:spPr>
            <a:xfrm>
              <a:off x="7735517" y="2263542"/>
              <a:ext cx="31432" cy="30672"/>
            </a:xfrm>
            <a:custGeom>
              <a:avLst/>
              <a:gdLst/>
              <a:ahLst/>
              <a:cxnLst/>
              <a:rect l="l" t="t" r="r" b="b"/>
              <a:pathLst>
                <a:path w="1199" h="1170" extrusionOk="0">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5" name="Google Shape;16825;p66"/>
            <p:cNvSpPr/>
            <p:nvPr/>
          </p:nvSpPr>
          <p:spPr>
            <a:xfrm>
              <a:off x="7645835" y="2286637"/>
              <a:ext cx="152519" cy="38615"/>
            </a:xfrm>
            <a:custGeom>
              <a:avLst/>
              <a:gdLst/>
              <a:ahLst/>
              <a:cxnLst/>
              <a:rect l="l" t="t" r="r" b="b"/>
              <a:pathLst>
                <a:path w="5818" h="1473" extrusionOk="0">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6" name="Google Shape;16826;p66"/>
            <p:cNvSpPr/>
            <p:nvPr/>
          </p:nvSpPr>
          <p:spPr>
            <a:xfrm>
              <a:off x="7760500" y="2286637"/>
              <a:ext cx="38588" cy="38641"/>
            </a:xfrm>
            <a:custGeom>
              <a:avLst/>
              <a:gdLst/>
              <a:ahLst/>
              <a:cxnLst/>
              <a:rect l="l" t="t" r="r" b="b"/>
              <a:pathLst>
                <a:path w="1472" h="1474" extrusionOk="0">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27" name="Google Shape;16827;p66"/>
          <p:cNvGrpSpPr/>
          <p:nvPr/>
        </p:nvGrpSpPr>
        <p:grpSpPr>
          <a:xfrm>
            <a:off x="7998825" y="1977458"/>
            <a:ext cx="320557" cy="347794"/>
            <a:chOff x="8023882" y="1977458"/>
            <a:chExt cx="320557" cy="347794"/>
          </a:xfrm>
        </p:grpSpPr>
        <p:sp>
          <p:nvSpPr>
            <p:cNvPr id="16828" name="Google Shape;16828;p66"/>
            <p:cNvSpPr/>
            <p:nvPr/>
          </p:nvSpPr>
          <p:spPr>
            <a:xfrm>
              <a:off x="8053007" y="1977458"/>
              <a:ext cx="291432" cy="291799"/>
            </a:xfrm>
            <a:custGeom>
              <a:avLst/>
              <a:gdLst/>
              <a:ahLst/>
              <a:cxnLst/>
              <a:rect l="l" t="t" r="r" b="b"/>
              <a:pathLst>
                <a:path w="11117" h="11131" extrusionOk="0">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9" name="Google Shape;16829;p66"/>
            <p:cNvSpPr/>
            <p:nvPr/>
          </p:nvSpPr>
          <p:spPr>
            <a:xfrm>
              <a:off x="8023882" y="1980866"/>
              <a:ext cx="277407" cy="288549"/>
            </a:xfrm>
            <a:custGeom>
              <a:avLst/>
              <a:gdLst/>
              <a:ahLst/>
              <a:cxnLst/>
              <a:rect l="l" t="t" r="r" b="b"/>
              <a:pathLst>
                <a:path w="10582" h="11007" extrusionOk="0">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0" name="Google Shape;16830;p66"/>
            <p:cNvSpPr/>
            <p:nvPr/>
          </p:nvSpPr>
          <p:spPr>
            <a:xfrm>
              <a:off x="8053007" y="1977825"/>
              <a:ext cx="291432" cy="291039"/>
            </a:xfrm>
            <a:custGeom>
              <a:avLst/>
              <a:gdLst/>
              <a:ahLst/>
              <a:cxnLst/>
              <a:rect l="l" t="t" r="r" b="b"/>
              <a:pathLst>
                <a:path w="11117" h="11102" extrusionOk="0">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1" name="Google Shape;16831;p66"/>
            <p:cNvSpPr/>
            <p:nvPr/>
          </p:nvSpPr>
          <p:spPr>
            <a:xfrm>
              <a:off x="8052640" y="1981233"/>
              <a:ext cx="220258" cy="288024"/>
            </a:xfrm>
            <a:custGeom>
              <a:avLst/>
              <a:gdLst/>
              <a:ahLst/>
              <a:cxnLst/>
              <a:rect l="l" t="t" r="r" b="b"/>
              <a:pathLst>
                <a:path w="8402" h="10987" extrusionOk="0">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2" name="Google Shape;16832;p66"/>
            <p:cNvSpPr/>
            <p:nvPr/>
          </p:nvSpPr>
          <p:spPr>
            <a:xfrm>
              <a:off x="8097677"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3" name="Google Shape;16833;p66"/>
            <p:cNvSpPr/>
            <p:nvPr/>
          </p:nvSpPr>
          <p:spPr>
            <a:xfrm>
              <a:off x="8096524" y="2201858"/>
              <a:ext cx="24642" cy="16961"/>
            </a:xfrm>
            <a:custGeom>
              <a:avLst/>
              <a:gdLst/>
              <a:ahLst/>
              <a:cxnLst/>
              <a:rect l="l" t="t" r="r" b="b"/>
              <a:pathLst>
                <a:path w="940" h="647" extrusionOk="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4" name="Google Shape;16834;p66"/>
            <p:cNvSpPr/>
            <p:nvPr/>
          </p:nvSpPr>
          <p:spPr>
            <a:xfrm>
              <a:off x="8075342" y="2219658"/>
              <a:ext cx="67373" cy="83259"/>
            </a:xfrm>
            <a:custGeom>
              <a:avLst/>
              <a:gdLst/>
              <a:ahLst/>
              <a:cxnLst/>
              <a:rect l="l" t="t" r="r" b="b"/>
              <a:pathLst>
                <a:path w="2570" h="3176" extrusionOk="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5" name="Google Shape;16835;p66"/>
            <p:cNvSpPr/>
            <p:nvPr/>
          </p:nvSpPr>
          <p:spPr>
            <a:xfrm>
              <a:off x="8086693" y="2302891"/>
              <a:ext cx="45064" cy="22361"/>
            </a:xfrm>
            <a:custGeom>
              <a:avLst/>
              <a:gdLst/>
              <a:ahLst/>
              <a:cxnLst/>
              <a:rect l="l" t="t" r="r" b="b"/>
              <a:pathLst>
                <a:path w="1719" h="853" extrusionOk="0">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6" name="Google Shape;16836;p66"/>
            <p:cNvSpPr/>
            <p:nvPr/>
          </p:nvSpPr>
          <p:spPr>
            <a:xfrm>
              <a:off x="8075342" y="2228728"/>
              <a:ext cx="11377" cy="74188"/>
            </a:xfrm>
            <a:custGeom>
              <a:avLst/>
              <a:gdLst/>
              <a:ahLst/>
              <a:cxnLst/>
              <a:rect l="l" t="t" r="r" b="b"/>
              <a:pathLst>
                <a:path w="434" h="2830" extrusionOk="0">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7" name="Google Shape;16837;p66"/>
            <p:cNvSpPr/>
            <p:nvPr/>
          </p:nvSpPr>
          <p:spPr>
            <a:xfrm>
              <a:off x="8131337" y="2228728"/>
              <a:ext cx="11377" cy="74188"/>
            </a:xfrm>
            <a:custGeom>
              <a:avLst/>
              <a:gdLst/>
              <a:ahLst/>
              <a:cxnLst/>
              <a:rect l="l" t="t" r="r" b="b"/>
              <a:pathLst>
                <a:path w="434" h="2830" extrusionOk="0">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8" name="Google Shape;16838;p66"/>
            <p:cNvSpPr/>
            <p:nvPr/>
          </p:nvSpPr>
          <p:spPr>
            <a:xfrm>
              <a:off x="8091621"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9" name="Google Shape;16839;p66"/>
            <p:cNvSpPr/>
            <p:nvPr/>
          </p:nvSpPr>
          <p:spPr>
            <a:xfrm>
              <a:off x="8105987" y="2313875"/>
              <a:ext cx="5715" cy="11377"/>
            </a:xfrm>
            <a:custGeom>
              <a:avLst/>
              <a:gdLst/>
              <a:ahLst/>
              <a:cxnLst/>
              <a:rect l="l" t="t" r="r" b="b"/>
              <a:pathLst>
                <a:path w="218" h="434" extrusionOk="0">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0" name="Google Shape;16840;p66"/>
            <p:cNvSpPr/>
            <p:nvPr/>
          </p:nvSpPr>
          <p:spPr>
            <a:xfrm>
              <a:off x="8086326" y="2156821"/>
              <a:ext cx="45037" cy="50752"/>
            </a:xfrm>
            <a:custGeom>
              <a:avLst/>
              <a:gdLst/>
              <a:ahLst/>
              <a:cxnLst/>
              <a:rect l="l" t="t" r="r" b="b"/>
              <a:pathLst>
                <a:path w="1718" h="1936" extrusionOk="0">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1" name="Google Shape;16841;p66"/>
            <p:cNvSpPr/>
            <p:nvPr/>
          </p:nvSpPr>
          <p:spPr>
            <a:xfrm>
              <a:off x="8086693" y="2156821"/>
              <a:ext cx="30672" cy="50569"/>
            </a:xfrm>
            <a:custGeom>
              <a:avLst/>
              <a:gdLst/>
              <a:ahLst/>
              <a:cxnLst/>
              <a:rect l="l" t="t" r="r" b="b"/>
              <a:pathLst>
                <a:path w="1170" h="1929" extrusionOk="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2" name="Google Shape;16842;p66"/>
            <p:cNvSpPr/>
            <p:nvPr/>
          </p:nvSpPr>
          <p:spPr>
            <a:xfrm>
              <a:off x="8086693" y="2156821"/>
              <a:ext cx="45064" cy="22781"/>
            </a:xfrm>
            <a:custGeom>
              <a:avLst/>
              <a:gdLst/>
              <a:ahLst/>
              <a:cxnLst/>
              <a:rect l="l" t="t" r="r" b="b"/>
              <a:pathLst>
                <a:path w="1719" h="869" extrusionOk="0">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3" name="Google Shape;16843;p66"/>
            <p:cNvSpPr/>
            <p:nvPr/>
          </p:nvSpPr>
          <p:spPr>
            <a:xfrm>
              <a:off x="8086693" y="2156821"/>
              <a:ext cx="30672" cy="20474"/>
            </a:xfrm>
            <a:custGeom>
              <a:avLst/>
              <a:gdLst/>
              <a:ahLst/>
              <a:cxnLst/>
              <a:rect l="l" t="t" r="r" b="b"/>
              <a:pathLst>
                <a:path w="1170" h="781" extrusionOk="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4" name="Google Shape;16844;p66"/>
            <p:cNvSpPr/>
            <p:nvPr/>
          </p:nvSpPr>
          <p:spPr>
            <a:xfrm>
              <a:off x="8187359"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5" name="Google Shape;16845;p66"/>
            <p:cNvSpPr/>
            <p:nvPr/>
          </p:nvSpPr>
          <p:spPr>
            <a:xfrm>
              <a:off x="8186231" y="2201858"/>
              <a:ext cx="24616" cy="16961"/>
            </a:xfrm>
            <a:custGeom>
              <a:avLst/>
              <a:gdLst/>
              <a:ahLst/>
              <a:cxnLst/>
              <a:rect l="l" t="t" r="r" b="b"/>
              <a:pathLst>
                <a:path w="939" h="647" extrusionOk="0">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6" name="Google Shape;16846;p66"/>
            <p:cNvSpPr/>
            <p:nvPr/>
          </p:nvSpPr>
          <p:spPr>
            <a:xfrm>
              <a:off x="8165023" y="2219658"/>
              <a:ext cx="67399" cy="83259"/>
            </a:xfrm>
            <a:custGeom>
              <a:avLst/>
              <a:gdLst/>
              <a:ahLst/>
              <a:cxnLst/>
              <a:rect l="l" t="t" r="r" b="b"/>
              <a:pathLst>
                <a:path w="2571" h="3176" extrusionOk="0">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7" name="Google Shape;16847;p66"/>
            <p:cNvSpPr/>
            <p:nvPr/>
          </p:nvSpPr>
          <p:spPr>
            <a:xfrm>
              <a:off x="8176374" y="2302891"/>
              <a:ext cx="44697" cy="22361"/>
            </a:xfrm>
            <a:custGeom>
              <a:avLst/>
              <a:gdLst/>
              <a:ahLst/>
              <a:cxnLst/>
              <a:rect l="l" t="t" r="r" b="b"/>
              <a:pathLst>
                <a:path w="1705" h="853" extrusionOk="0">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8" name="Google Shape;16848;p66"/>
            <p:cNvSpPr/>
            <p:nvPr/>
          </p:nvSpPr>
          <p:spPr>
            <a:xfrm>
              <a:off x="8165023" y="2228728"/>
              <a:ext cx="11377" cy="74188"/>
            </a:xfrm>
            <a:custGeom>
              <a:avLst/>
              <a:gdLst/>
              <a:ahLst/>
              <a:cxnLst/>
              <a:rect l="l" t="t" r="r" b="b"/>
              <a:pathLst>
                <a:path w="434" h="2830" extrusionOk="0">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9" name="Google Shape;16849;p66"/>
            <p:cNvSpPr/>
            <p:nvPr/>
          </p:nvSpPr>
          <p:spPr>
            <a:xfrm>
              <a:off x="8221045" y="2228728"/>
              <a:ext cx="11377" cy="74188"/>
            </a:xfrm>
            <a:custGeom>
              <a:avLst/>
              <a:gdLst/>
              <a:ahLst/>
              <a:cxnLst/>
              <a:rect l="l" t="t" r="r" b="b"/>
              <a:pathLst>
                <a:path w="434" h="2830" extrusionOk="0">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0" name="Google Shape;16850;p66"/>
            <p:cNvSpPr/>
            <p:nvPr/>
          </p:nvSpPr>
          <p:spPr>
            <a:xfrm>
              <a:off x="8181303"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1" name="Google Shape;16851;p66"/>
            <p:cNvSpPr/>
            <p:nvPr/>
          </p:nvSpPr>
          <p:spPr>
            <a:xfrm>
              <a:off x="8195669" y="2313875"/>
              <a:ext cx="5715" cy="11377"/>
            </a:xfrm>
            <a:custGeom>
              <a:avLst/>
              <a:gdLst/>
              <a:ahLst/>
              <a:cxnLst/>
              <a:rect l="l" t="t" r="r" b="b"/>
              <a:pathLst>
                <a:path w="218" h="434" extrusionOk="0">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2" name="Google Shape;16852;p66"/>
            <p:cNvSpPr/>
            <p:nvPr/>
          </p:nvSpPr>
          <p:spPr>
            <a:xfrm>
              <a:off x="8176374"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3" name="Google Shape;16853;p66"/>
            <p:cNvSpPr/>
            <p:nvPr/>
          </p:nvSpPr>
          <p:spPr>
            <a:xfrm>
              <a:off x="8176374" y="2156821"/>
              <a:ext cx="30672" cy="50569"/>
            </a:xfrm>
            <a:custGeom>
              <a:avLst/>
              <a:gdLst/>
              <a:ahLst/>
              <a:cxnLst/>
              <a:rect l="l" t="t" r="r" b="b"/>
              <a:pathLst>
                <a:path w="1170" h="1929" extrusionOk="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4" name="Google Shape;16854;p66"/>
            <p:cNvSpPr/>
            <p:nvPr/>
          </p:nvSpPr>
          <p:spPr>
            <a:xfrm>
              <a:off x="8176007"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5" name="Google Shape;16855;p66"/>
            <p:cNvSpPr/>
            <p:nvPr/>
          </p:nvSpPr>
          <p:spPr>
            <a:xfrm>
              <a:off x="8176374" y="2156821"/>
              <a:ext cx="30672" cy="20474"/>
            </a:xfrm>
            <a:custGeom>
              <a:avLst/>
              <a:gdLst/>
              <a:ahLst/>
              <a:cxnLst/>
              <a:rect l="l" t="t" r="r" b="b"/>
              <a:pathLst>
                <a:path w="1170" h="781" extrusionOk="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6" name="Google Shape;16856;p66"/>
            <p:cNvSpPr/>
            <p:nvPr/>
          </p:nvSpPr>
          <p:spPr>
            <a:xfrm>
              <a:off x="8277040" y="2201858"/>
              <a:ext cx="22361" cy="22361"/>
            </a:xfrm>
            <a:custGeom>
              <a:avLst/>
              <a:gdLst/>
              <a:ahLst/>
              <a:cxnLst/>
              <a:rect l="l" t="t" r="r" b="b"/>
              <a:pathLst>
                <a:path w="853" h="853" extrusionOk="0">
                  <a:moveTo>
                    <a:pt x="1" y="1"/>
                  </a:moveTo>
                  <a:lnTo>
                    <a:pt x="1"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7" name="Google Shape;16857;p66"/>
            <p:cNvSpPr/>
            <p:nvPr/>
          </p:nvSpPr>
          <p:spPr>
            <a:xfrm>
              <a:off x="8275913" y="2201858"/>
              <a:ext cx="24616" cy="16961"/>
            </a:xfrm>
            <a:custGeom>
              <a:avLst/>
              <a:gdLst/>
              <a:ahLst/>
              <a:cxnLst/>
              <a:rect l="l" t="t" r="r" b="b"/>
              <a:pathLst>
                <a:path w="939" h="647" extrusionOk="0">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8" name="Google Shape;16858;p66"/>
            <p:cNvSpPr/>
            <p:nvPr/>
          </p:nvSpPr>
          <p:spPr>
            <a:xfrm>
              <a:off x="8254705" y="2219658"/>
              <a:ext cx="67399" cy="83259"/>
            </a:xfrm>
            <a:custGeom>
              <a:avLst/>
              <a:gdLst/>
              <a:ahLst/>
              <a:cxnLst/>
              <a:rect l="l" t="t" r="r" b="b"/>
              <a:pathLst>
                <a:path w="2571" h="3176" extrusionOk="0">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9" name="Google Shape;16859;p66"/>
            <p:cNvSpPr/>
            <p:nvPr/>
          </p:nvSpPr>
          <p:spPr>
            <a:xfrm>
              <a:off x="8266056" y="2302891"/>
              <a:ext cx="44697" cy="22361"/>
            </a:xfrm>
            <a:custGeom>
              <a:avLst/>
              <a:gdLst/>
              <a:ahLst/>
              <a:cxnLst/>
              <a:rect l="l" t="t" r="r" b="b"/>
              <a:pathLst>
                <a:path w="1705" h="853" extrusionOk="0">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0" name="Google Shape;16860;p66"/>
            <p:cNvSpPr/>
            <p:nvPr/>
          </p:nvSpPr>
          <p:spPr>
            <a:xfrm>
              <a:off x="8254705" y="2228728"/>
              <a:ext cx="11377" cy="74188"/>
            </a:xfrm>
            <a:custGeom>
              <a:avLst/>
              <a:gdLst/>
              <a:ahLst/>
              <a:cxnLst/>
              <a:rect l="l" t="t" r="r" b="b"/>
              <a:pathLst>
                <a:path w="434" h="2830" extrusionOk="0">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1" name="Google Shape;16861;p66"/>
            <p:cNvSpPr/>
            <p:nvPr/>
          </p:nvSpPr>
          <p:spPr>
            <a:xfrm>
              <a:off x="8310726" y="2228728"/>
              <a:ext cx="11377" cy="74188"/>
            </a:xfrm>
            <a:custGeom>
              <a:avLst/>
              <a:gdLst/>
              <a:ahLst/>
              <a:cxnLst/>
              <a:rect l="l" t="t" r="r" b="b"/>
              <a:pathLst>
                <a:path w="434" h="2830" extrusionOk="0">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2" name="Google Shape;16862;p66"/>
            <p:cNvSpPr/>
            <p:nvPr/>
          </p:nvSpPr>
          <p:spPr>
            <a:xfrm>
              <a:off x="8270984" y="2213314"/>
              <a:ext cx="34473" cy="89603"/>
            </a:xfrm>
            <a:custGeom>
              <a:avLst/>
              <a:gdLst/>
              <a:ahLst/>
              <a:cxnLst/>
              <a:rect l="l" t="t" r="r" b="b"/>
              <a:pathLst>
                <a:path w="1315" h="3418" extrusionOk="0">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3" name="Google Shape;16863;p66"/>
            <p:cNvSpPr/>
            <p:nvPr/>
          </p:nvSpPr>
          <p:spPr>
            <a:xfrm>
              <a:off x="8285376" y="2313875"/>
              <a:ext cx="5689" cy="11377"/>
            </a:xfrm>
            <a:custGeom>
              <a:avLst/>
              <a:gdLst/>
              <a:ahLst/>
              <a:cxnLst/>
              <a:rect l="l" t="t" r="r" b="b"/>
              <a:pathLst>
                <a:path w="217" h="434" extrusionOk="0">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4" name="Google Shape;16864;p66"/>
            <p:cNvSpPr/>
            <p:nvPr/>
          </p:nvSpPr>
          <p:spPr>
            <a:xfrm>
              <a:off x="8266056"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5" name="Google Shape;16865;p66"/>
            <p:cNvSpPr/>
            <p:nvPr/>
          </p:nvSpPr>
          <p:spPr>
            <a:xfrm>
              <a:off x="8266056" y="2156821"/>
              <a:ext cx="31065" cy="50569"/>
            </a:xfrm>
            <a:custGeom>
              <a:avLst/>
              <a:gdLst/>
              <a:ahLst/>
              <a:cxnLst/>
              <a:rect l="l" t="t" r="r" b="b"/>
              <a:pathLst>
                <a:path w="1185" h="1929" extrusionOk="0">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6" name="Google Shape;16866;p66"/>
            <p:cNvSpPr/>
            <p:nvPr/>
          </p:nvSpPr>
          <p:spPr>
            <a:xfrm>
              <a:off x="8265689"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7" name="Google Shape;16867;p66"/>
            <p:cNvSpPr/>
            <p:nvPr/>
          </p:nvSpPr>
          <p:spPr>
            <a:xfrm>
              <a:off x="8266056" y="2156821"/>
              <a:ext cx="31065" cy="20474"/>
            </a:xfrm>
            <a:custGeom>
              <a:avLst/>
              <a:gdLst/>
              <a:ahLst/>
              <a:cxnLst/>
              <a:rect l="l" t="t" r="r" b="b"/>
              <a:pathLst>
                <a:path w="1185" h="781" extrusionOk="0">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68" name="Google Shape;16868;p66"/>
          <p:cNvGrpSpPr/>
          <p:nvPr/>
        </p:nvGrpSpPr>
        <p:grpSpPr>
          <a:xfrm>
            <a:off x="5602617" y="2444819"/>
            <a:ext cx="345147" cy="342630"/>
            <a:chOff x="5627674" y="2444819"/>
            <a:chExt cx="345147" cy="342630"/>
          </a:xfrm>
        </p:grpSpPr>
        <p:sp>
          <p:nvSpPr>
            <p:cNvPr id="16869" name="Google Shape;16869;p66"/>
            <p:cNvSpPr/>
            <p:nvPr/>
          </p:nvSpPr>
          <p:spPr>
            <a:xfrm>
              <a:off x="5755210" y="2444819"/>
              <a:ext cx="217611" cy="217978"/>
            </a:xfrm>
            <a:custGeom>
              <a:avLst/>
              <a:gdLst/>
              <a:ahLst/>
              <a:cxnLst/>
              <a:rect l="l" t="t" r="r" b="b"/>
              <a:pathLst>
                <a:path w="8301" h="8315" extrusionOk="0">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0" name="Google Shape;16870;p66"/>
            <p:cNvSpPr/>
            <p:nvPr/>
          </p:nvSpPr>
          <p:spPr>
            <a:xfrm>
              <a:off x="5818021" y="2523516"/>
              <a:ext cx="15545" cy="15178"/>
            </a:xfrm>
            <a:custGeom>
              <a:avLst/>
              <a:gdLst/>
              <a:ahLst/>
              <a:cxnLst/>
              <a:rect l="l" t="t" r="r" b="b"/>
              <a:pathLst>
                <a:path w="593" h="579" extrusionOk="0">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1" name="Google Shape;16871;p66"/>
            <p:cNvSpPr/>
            <p:nvPr/>
          </p:nvSpPr>
          <p:spPr>
            <a:xfrm>
              <a:off x="5894857"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2" name="Google Shape;16872;p66"/>
            <p:cNvSpPr/>
            <p:nvPr/>
          </p:nvSpPr>
          <p:spPr>
            <a:xfrm>
              <a:off x="5856635"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3" name="Google Shape;16873;p66"/>
            <p:cNvSpPr/>
            <p:nvPr/>
          </p:nvSpPr>
          <p:spPr>
            <a:xfrm>
              <a:off x="5627674" y="2523149"/>
              <a:ext cx="266816" cy="264300"/>
            </a:xfrm>
            <a:custGeom>
              <a:avLst/>
              <a:gdLst/>
              <a:ahLst/>
              <a:cxnLst/>
              <a:rect l="l" t="t" r="r" b="b"/>
              <a:pathLst>
                <a:path w="10178" h="10082" extrusionOk="0">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74" name="Google Shape;16874;p66"/>
          <p:cNvGrpSpPr/>
          <p:nvPr/>
        </p:nvGrpSpPr>
        <p:grpSpPr>
          <a:xfrm>
            <a:off x="4628939" y="2440257"/>
            <a:ext cx="396607" cy="348555"/>
            <a:chOff x="4653996" y="2440257"/>
            <a:chExt cx="396607" cy="348555"/>
          </a:xfrm>
        </p:grpSpPr>
        <p:sp>
          <p:nvSpPr>
            <p:cNvPr id="16875" name="Google Shape;16875;p66"/>
            <p:cNvSpPr/>
            <p:nvPr/>
          </p:nvSpPr>
          <p:spPr>
            <a:xfrm>
              <a:off x="4670643" y="2520108"/>
              <a:ext cx="363707" cy="250930"/>
            </a:xfrm>
            <a:custGeom>
              <a:avLst/>
              <a:gdLst/>
              <a:ahLst/>
              <a:cxnLst/>
              <a:rect l="l" t="t" r="r" b="b"/>
              <a:pathLst>
                <a:path w="13874" h="9572" extrusionOk="0">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6" name="Google Shape;16876;p66"/>
            <p:cNvSpPr/>
            <p:nvPr/>
          </p:nvSpPr>
          <p:spPr>
            <a:xfrm>
              <a:off x="4981710" y="2520108"/>
              <a:ext cx="52640" cy="250930"/>
            </a:xfrm>
            <a:custGeom>
              <a:avLst/>
              <a:gdLst/>
              <a:ahLst/>
              <a:cxnLst/>
              <a:rect l="l" t="t" r="r" b="b"/>
              <a:pathLst>
                <a:path w="2008" h="9572" extrusionOk="0">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7" name="Google Shape;16877;p66"/>
            <p:cNvSpPr/>
            <p:nvPr/>
          </p:nvSpPr>
          <p:spPr>
            <a:xfrm>
              <a:off x="4694865" y="2544724"/>
              <a:ext cx="314108" cy="226681"/>
            </a:xfrm>
            <a:custGeom>
              <a:avLst/>
              <a:gdLst/>
              <a:ahLst/>
              <a:cxnLst/>
              <a:rect l="l" t="t" r="r" b="b"/>
              <a:pathLst>
                <a:path w="11982" h="8647" extrusionOk="0">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8" name="Google Shape;16878;p66"/>
            <p:cNvSpPr/>
            <p:nvPr/>
          </p:nvSpPr>
          <p:spPr>
            <a:xfrm>
              <a:off x="4981710" y="2544724"/>
              <a:ext cx="28024" cy="226314"/>
            </a:xfrm>
            <a:custGeom>
              <a:avLst/>
              <a:gdLst/>
              <a:ahLst/>
              <a:cxnLst/>
              <a:rect l="l" t="t" r="r" b="b"/>
              <a:pathLst>
                <a:path w="1069" h="8633" extrusionOk="0">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9" name="Google Shape;16879;p66"/>
            <p:cNvSpPr/>
            <p:nvPr/>
          </p:nvSpPr>
          <p:spPr>
            <a:xfrm>
              <a:off x="4775476" y="2618493"/>
              <a:ext cx="69260" cy="30409"/>
            </a:xfrm>
            <a:custGeom>
              <a:avLst/>
              <a:gdLst/>
              <a:ahLst/>
              <a:cxnLst/>
              <a:rect l="l" t="t" r="r" b="b"/>
              <a:pathLst>
                <a:path w="2642" h="1160" extrusionOk="0">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0" name="Google Shape;16880;p66"/>
            <p:cNvSpPr/>
            <p:nvPr/>
          </p:nvSpPr>
          <p:spPr>
            <a:xfrm>
              <a:off x="4775476" y="2643476"/>
              <a:ext cx="69260" cy="30672"/>
            </a:xfrm>
            <a:custGeom>
              <a:avLst/>
              <a:gdLst/>
              <a:ahLst/>
              <a:cxnLst/>
              <a:rect l="l" t="t" r="r" b="b"/>
              <a:pathLst>
                <a:path w="2642" h="1170" extrusionOk="0">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1" name="Google Shape;16881;p66"/>
            <p:cNvSpPr/>
            <p:nvPr/>
          </p:nvSpPr>
          <p:spPr>
            <a:xfrm>
              <a:off x="4775476" y="2668459"/>
              <a:ext cx="69260" cy="30672"/>
            </a:xfrm>
            <a:custGeom>
              <a:avLst/>
              <a:gdLst/>
              <a:ahLst/>
              <a:cxnLst/>
              <a:rect l="l" t="t" r="r" b="b"/>
              <a:pathLst>
                <a:path w="2642" h="1170" extrusionOk="0">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2" name="Google Shape;16882;p66"/>
            <p:cNvSpPr/>
            <p:nvPr/>
          </p:nvSpPr>
          <p:spPr>
            <a:xfrm>
              <a:off x="4860229" y="2618126"/>
              <a:ext cx="68893" cy="30672"/>
            </a:xfrm>
            <a:custGeom>
              <a:avLst/>
              <a:gdLst/>
              <a:ahLst/>
              <a:cxnLst/>
              <a:rect l="l" t="t" r="r" b="b"/>
              <a:pathLst>
                <a:path w="2628" h="1170" extrusionOk="0">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3" name="Google Shape;16883;p66"/>
            <p:cNvSpPr/>
            <p:nvPr/>
          </p:nvSpPr>
          <p:spPr>
            <a:xfrm>
              <a:off x="4860229" y="2643476"/>
              <a:ext cx="68893" cy="30672"/>
            </a:xfrm>
            <a:custGeom>
              <a:avLst/>
              <a:gdLst/>
              <a:ahLst/>
              <a:cxnLst/>
              <a:rect l="l" t="t" r="r" b="b"/>
              <a:pathLst>
                <a:path w="2628" h="1170" extrusionOk="0">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4" name="Google Shape;16884;p66"/>
            <p:cNvSpPr/>
            <p:nvPr/>
          </p:nvSpPr>
          <p:spPr>
            <a:xfrm>
              <a:off x="4860229" y="2668354"/>
              <a:ext cx="68893" cy="30776"/>
            </a:xfrm>
            <a:custGeom>
              <a:avLst/>
              <a:gdLst/>
              <a:ahLst/>
              <a:cxnLst/>
              <a:rect l="l" t="t" r="r" b="b"/>
              <a:pathLst>
                <a:path w="2628" h="1174" extrusionOk="0">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5" name="Google Shape;16885;p66"/>
            <p:cNvSpPr/>
            <p:nvPr/>
          </p:nvSpPr>
          <p:spPr>
            <a:xfrm>
              <a:off x="4825049" y="2584440"/>
              <a:ext cx="54894" cy="33712"/>
            </a:xfrm>
            <a:custGeom>
              <a:avLst/>
              <a:gdLst/>
              <a:ahLst/>
              <a:cxnLst/>
              <a:rect l="l" t="t" r="r" b="b"/>
              <a:pathLst>
                <a:path w="2094" h="1286" extrusionOk="0">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6" name="Google Shape;16886;p66"/>
            <p:cNvSpPr/>
            <p:nvPr/>
          </p:nvSpPr>
          <p:spPr>
            <a:xfrm>
              <a:off x="4843216" y="2584440"/>
              <a:ext cx="36727" cy="33712"/>
            </a:xfrm>
            <a:custGeom>
              <a:avLst/>
              <a:gdLst/>
              <a:ahLst/>
              <a:cxnLst/>
              <a:rect l="l" t="t" r="r" b="b"/>
              <a:pathLst>
                <a:path w="1401" h="1286" extrusionOk="0">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7" name="Google Shape;16887;p66"/>
            <p:cNvSpPr/>
            <p:nvPr/>
          </p:nvSpPr>
          <p:spPr>
            <a:xfrm>
              <a:off x="4809897" y="2606775"/>
              <a:ext cx="85173" cy="95763"/>
            </a:xfrm>
            <a:custGeom>
              <a:avLst/>
              <a:gdLst/>
              <a:ahLst/>
              <a:cxnLst/>
              <a:rect l="l" t="t" r="r" b="b"/>
              <a:pathLst>
                <a:path w="3249" h="3653" extrusionOk="0">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8" name="Google Shape;16888;p66"/>
            <p:cNvSpPr/>
            <p:nvPr/>
          </p:nvSpPr>
          <p:spPr>
            <a:xfrm>
              <a:off x="4843216" y="2606775"/>
              <a:ext cx="51093" cy="94217"/>
            </a:xfrm>
            <a:custGeom>
              <a:avLst/>
              <a:gdLst/>
              <a:ahLst/>
              <a:cxnLst/>
              <a:rect l="l" t="t" r="r" b="b"/>
              <a:pathLst>
                <a:path w="1949" h="3594" extrusionOk="0">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9" name="Google Shape;16889;p66"/>
            <p:cNvSpPr/>
            <p:nvPr/>
          </p:nvSpPr>
          <p:spPr>
            <a:xfrm>
              <a:off x="4801953" y="2440257"/>
              <a:ext cx="101452" cy="56415"/>
            </a:xfrm>
            <a:custGeom>
              <a:avLst/>
              <a:gdLst/>
              <a:ahLst/>
              <a:cxnLst/>
              <a:rect l="l" t="t" r="r" b="b"/>
              <a:pathLst>
                <a:path w="3870" h="2152" extrusionOk="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0" name="Google Shape;16890;p66"/>
            <p:cNvSpPr/>
            <p:nvPr/>
          </p:nvSpPr>
          <p:spPr>
            <a:xfrm>
              <a:off x="4824656" y="2459945"/>
              <a:ext cx="56048" cy="34079"/>
            </a:xfrm>
            <a:custGeom>
              <a:avLst/>
              <a:gdLst/>
              <a:ahLst/>
              <a:cxnLst/>
              <a:rect l="l" t="t" r="r" b="b"/>
              <a:pathLst>
                <a:path w="2138" h="1300" extrusionOk="0">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1" name="Google Shape;16891;p66"/>
            <p:cNvSpPr/>
            <p:nvPr/>
          </p:nvSpPr>
          <p:spPr>
            <a:xfrm>
              <a:off x="4653996" y="2737326"/>
              <a:ext cx="396607" cy="51486"/>
            </a:xfrm>
            <a:custGeom>
              <a:avLst/>
              <a:gdLst/>
              <a:ahLst/>
              <a:cxnLst/>
              <a:rect l="l" t="t" r="r" b="b"/>
              <a:pathLst>
                <a:path w="15129" h="1964" extrusionOk="0">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2" name="Google Shape;16892;p66"/>
            <p:cNvSpPr/>
            <p:nvPr/>
          </p:nvSpPr>
          <p:spPr>
            <a:xfrm>
              <a:off x="4998749" y="2737326"/>
              <a:ext cx="51853" cy="51486"/>
            </a:xfrm>
            <a:custGeom>
              <a:avLst/>
              <a:gdLst/>
              <a:ahLst/>
              <a:cxnLst/>
              <a:rect l="l" t="t" r="r" b="b"/>
              <a:pathLst>
                <a:path w="1978" h="1964" extrusionOk="0">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93" name="Google Shape;16893;p66"/>
          <p:cNvGrpSpPr/>
          <p:nvPr/>
        </p:nvGrpSpPr>
        <p:grpSpPr>
          <a:xfrm>
            <a:off x="1829334" y="2895140"/>
            <a:ext cx="301630" cy="374272"/>
            <a:chOff x="1854391" y="2895140"/>
            <a:chExt cx="301630" cy="374272"/>
          </a:xfrm>
        </p:grpSpPr>
        <p:sp>
          <p:nvSpPr>
            <p:cNvPr id="16894" name="Google Shape;16894;p66"/>
            <p:cNvSpPr/>
            <p:nvPr/>
          </p:nvSpPr>
          <p:spPr>
            <a:xfrm>
              <a:off x="1968689" y="2943559"/>
              <a:ext cx="72668" cy="60216"/>
            </a:xfrm>
            <a:custGeom>
              <a:avLst/>
              <a:gdLst/>
              <a:ahLst/>
              <a:cxnLst/>
              <a:rect l="l" t="t" r="r" b="b"/>
              <a:pathLst>
                <a:path w="2772" h="2297" extrusionOk="0">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5" name="Google Shape;16895;p66"/>
            <p:cNvSpPr/>
            <p:nvPr/>
          </p:nvSpPr>
          <p:spPr>
            <a:xfrm>
              <a:off x="1991758" y="2943559"/>
              <a:ext cx="26530" cy="18115"/>
            </a:xfrm>
            <a:custGeom>
              <a:avLst/>
              <a:gdLst/>
              <a:ahLst/>
              <a:cxnLst/>
              <a:rect l="l" t="t" r="r" b="b"/>
              <a:pathLst>
                <a:path w="1012" h="691" extrusionOk="0">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6" name="Google Shape;16896;p66"/>
            <p:cNvSpPr/>
            <p:nvPr/>
          </p:nvSpPr>
          <p:spPr>
            <a:xfrm>
              <a:off x="1969056" y="2962486"/>
              <a:ext cx="72301" cy="41289"/>
            </a:xfrm>
            <a:custGeom>
              <a:avLst/>
              <a:gdLst/>
              <a:ahLst/>
              <a:cxnLst/>
              <a:rect l="l" t="t" r="r" b="b"/>
              <a:pathLst>
                <a:path w="2758" h="1575" extrusionOk="0">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7" name="Google Shape;16897;p66"/>
            <p:cNvSpPr/>
            <p:nvPr/>
          </p:nvSpPr>
          <p:spPr>
            <a:xfrm>
              <a:off x="1969056" y="2973470"/>
              <a:ext cx="18193" cy="30672"/>
            </a:xfrm>
            <a:custGeom>
              <a:avLst/>
              <a:gdLst/>
              <a:ahLst/>
              <a:cxnLst/>
              <a:rect l="l" t="t" r="r" b="b"/>
              <a:pathLst>
                <a:path w="694" h="1170" extrusionOk="0">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8" name="Google Shape;16898;p66"/>
            <p:cNvSpPr/>
            <p:nvPr/>
          </p:nvSpPr>
          <p:spPr>
            <a:xfrm>
              <a:off x="2023190" y="2973470"/>
              <a:ext cx="18167" cy="30672"/>
            </a:xfrm>
            <a:custGeom>
              <a:avLst/>
              <a:gdLst/>
              <a:ahLst/>
              <a:cxnLst/>
              <a:rect l="l" t="t" r="r" b="b"/>
              <a:pathLst>
                <a:path w="693" h="1170" extrusionOk="0">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9" name="Google Shape;16899;p66"/>
            <p:cNvSpPr/>
            <p:nvPr/>
          </p:nvSpPr>
          <p:spPr>
            <a:xfrm>
              <a:off x="1980800" y="2895140"/>
              <a:ext cx="48472" cy="54501"/>
            </a:xfrm>
            <a:custGeom>
              <a:avLst/>
              <a:gdLst/>
              <a:ahLst/>
              <a:cxnLst/>
              <a:rect l="l" t="t" r="r" b="b"/>
              <a:pathLst>
                <a:path w="1849" h="2079" extrusionOk="0">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0" name="Google Shape;16900;p66"/>
            <p:cNvSpPr/>
            <p:nvPr/>
          </p:nvSpPr>
          <p:spPr>
            <a:xfrm>
              <a:off x="1980879" y="2895507"/>
              <a:ext cx="33241" cy="54029"/>
            </a:xfrm>
            <a:custGeom>
              <a:avLst/>
              <a:gdLst/>
              <a:ahLst/>
              <a:cxnLst/>
              <a:rect l="l" t="t" r="r" b="b"/>
              <a:pathLst>
                <a:path w="1268" h="2061" extrusionOk="0">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1" name="Google Shape;16901;p66"/>
            <p:cNvSpPr/>
            <p:nvPr/>
          </p:nvSpPr>
          <p:spPr>
            <a:xfrm>
              <a:off x="1981167" y="2895507"/>
              <a:ext cx="48105" cy="23908"/>
            </a:xfrm>
            <a:custGeom>
              <a:avLst/>
              <a:gdLst/>
              <a:ahLst/>
              <a:cxnLst/>
              <a:rect l="l" t="t" r="r" b="b"/>
              <a:pathLst>
                <a:path w="1835" h="912" extrusionOk="0">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2" name="Google Shape;16902;p66"/>
            <p:cNvSpPr/>
            <p:nvPr/>
          </p:nvSpPr>
          <p:spPr>
            <a:xfrm>
              <a:off x="1981167" y="2895507"/>
              <a:ext cx="32952" cy="21968"/>
            </a:xfrm>
            <a:custGeom>
              <a:avLst/>
              <a:gdLst/>
              <a:ahLst/>
              <a:cxnLst/>
              <a:rect l="l" t="t" r="r" b="b"/>
              <a:pathLst>
                <a:path w="1257" h="838" extrusionOk="0">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3" name="Google Shape;16903;p66"/>
            <p:cNvSpPr/>
            <p:nvPr/>
          </p:nvSpPr>
          <p:spPr>
            <a:xfrm>
              <a:off x="1963000" y="3015860"/>
              <a:ext cx="84412" cy="144576"/>
            </a:xfrm>
            <a:custGeom>
              <a:avLst/>
              <a:gdLst/>
              <a:ahLst/>
              <a:cxnLst/>
              <a:rect l="l" t="t" r="r" b="b"/>
              <a:pathLst>
                <a:path w="3220" h="5515" extrusionOk="0">
                  <a:moveTo>
                    <a:pt x="1" y="0"/>
                  </a:moveTo>
                  <a:lnTo>
                    <a:pt x="1" y="5514"/>
                  </a:lnTo>
                  <a:lnTo>
                    <a:pt x="3220" y="5514"/>
                  </a:lnTo>
                  <a:lnTo>
                    <a:pt x="3220"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4" name="Google Shape;16904;p66"/>
            <p:cNvSpPr/>
            <p:nvPr/>
          </p:nvSpPr>
          <p:spPr>
            <a:xfrm>
              <a:off x="1963000" y="3100246"/>
              <a:ext cx="84412" cy="60190"/>
            </a:xfrm>
            <a:custGeom>
              <a:avLst/>
              <a:gdLst/>
              <a:ahLst/>
              <a:cxnLst/>
              <a:rect l="l" t="t" r="r" b="b"/>
              <a:pathLst>
                <a:path w="3220" h="2296" extrusionOk="0">
                  <a:moveTo>
                    <a:pt x="1" y="0"/>
                  </a:moveTo>
                  <a:lnTo>
                    <a:pt x="1" y="2295"/>
                  </a:lnTo>
                  <a:lnTo>
                    <a:pt x="3220" y="2295"/>
                  </a:lnTo>
                  <a:lnTo>
                    <a:pt x="3220"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5" name="Google Shape;16905;p66"/>
            <p:cNvSpPr/>
            <p:nvPr/>
          </p:nvSpPr>
          <p:spPr>
            <a:xfrm>
              <a:off x="2034908" y="3082079"/>
              <a:ext cx="48472" cy="72668"/>
            </a:xfrm>
            <a:custGeom>
              <a:avLst/>
              <a:gdLst/>
              <a:ahLst/>
              <a:cxnLst/>
              <a:rect l="l" t="t" r="r" b="b"/>
              <a:pathLst>
                <a:path w="1849" h="2772" extrusionOk="0">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6" name="Google Shape;16906;p66"/>
            <p:cNvSpPr/>
            <p:nvPr/>
          </p:nvSpPr>
          <p:spPr>
            <a:xfrm>
              <a:off x="2035275" y="3082446"/>
              <a:ext cx="26897" cy="72301"/>
            </a:xfrm>
            <a:custGeom>
              <a:avLst/>
              <a:gdLst/>
              <a:ahLst/>
              <a:cxnLst/>
              <a:rect l="l" t="t" r="r" b="b"/>
              <a:pathLst>
                <a:path w="1026" h="2758" extrusionOk="0">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7" name="Google Shape;16907;p66"/>
            <p:cNvSpPr/>
            <p:nvPr/>
          </p:nvSpPr>
          <p:spPr>
            <a:xfrm>
              <a:off x="2035275" y="3082446"/>
              <a:ext cx="48105" cy="54134"/>
            </a:xfrm>
            <a:custGeom>
              <a:avLst/>
              <a:gdLst/>
              <a:ahLst/>
              <a:cxnLst/>
              <a:rect l="l" t="t" r="r" b="b"/>
              <a:pathLst>
                <a:path w="1835" h="2065" extrusionOk="0">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8" name="Google Shape;16908;p66"/>
            <p:cNvSpPr/>
            <p:nvPr/>
          </p:nvSpPr>
          <p:spPr>
            <a:xfrm>
              <a:off x="2035275" y="3082079"/>
              <a:ext cx="26897" cy="54134"/>
            </a:xfrm>
            <a:custGeom>
              <a:avLst/>
              <a:gdLst/>
              <a:ahLst/>
              <a:cxnLst/>
              <a:rect l="l" t="t" r="r" b="b"/>
              <a:pathLst>
                <a:path w="1026" h="2065" extrusionOk="0">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9" name="Google Shape;16909;p66"/>
            <p:cNvSpPr/>
            <p:nvPr/>
          </p:nvSpPr>
          <p:spPr>
            <a:xfrm>
              <a:off x="2017134" y="3148665"/>
              <a:ext cx="84412" cy="96524"/>
            </a:xfrm>
            <a:custGeom>
              <a:avLst/>
              <a:gdLst/>
              <a:ahLst/>
              <a:cxnLst/>
              <a:rect l="l" t="t" r="r" b="b"/>
              <a:pathLst>
                <a:path w="3220" h="3682" extrusionOk="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0" name="Google Shape;16910;p66"/>
            <p:cNvSpPr/>
            <p:nvPr/>
          </p:nvSpPr>
          <p:spPr>
            <a:xfrm>
              <a:off x="2017134" y="3162297"/>
              <a:ext cx="18167" cy="82892"/>
            </a:xfrm>
            <a:custGeom>
              <a:avLst/>
              <a:gdLst/>
              <a:ahLst/>
              <a:cxnLst/>
              <a:rect l="l" t="t" r="r" b="b"/>
              <a:pathLst>
                <a:path w="693" h="3162" extrusionOk="0">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1" name="Google Shape;16911;p66"/>
            <p:cNvSpPr/>
            <p:nvPr/>
          </p:nvSpPr>
          <p:spPr>
            <a:xfrm>
              <a:off x="2083353" y="3162297"/>
              <a:ext cx="18193" cy="82892"/>
            </a:xfrm>
            <a:custGeom>
              <a:avLst/>
              <a:gdLst/>
              <a:ahLst/>
              <a:cxnLst/>
              <a:rect l="l" t="t" r="r" b="b"/>
              <a:pathLst>
                <a:path w="694" h="3162" extrusionOk="0">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2" name="Google Shape;16912;p66"/>
            <p:cNvSpPr/>
            <p:nvPr/>
          </p:nvSpPr>
          <p:spPr>
            <a:xfrm>
              <a:off x="1926666" y="3082079"/>
              <a:ext cx="47711" cy="72668"/>
            </a:xfrm>
            <a:custGeom>
              <a:avLst/>
              <a:gdLst/>
              <a:ahLst/>
              <a:cxnLst/>
              <a:rect l="l" t="t" r="r" b="b"/>
              <a:pathLst>
                <a:path w="1820" h="2772" extrusionOk="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3" name="Google Shape;16913;p66"/>
            <p:cNvSpPr/>
            <p:nvPr/>
          </p:nvSpPr>
          <p:spPr>
            <a:xfrm>
              <a:off x="1926666" y="3082446"/>
              <a:ext cx="27290" cy="72301"/>
            </a:xfrm>
            <a:custGeom>
              <a:avLst/>
              <a:gdLst/>
              <a:ahLst/>
              <a:cxnLst/>
              <a:rect l="l" t="t" r="r" b="b"/>
              <a:pathLst>
                <a:path w="1041" h="2758" extrusionOk="0">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4" name="Google Shape;16914;p66"/>
            <p:cNvSpPr/>
            <p:nvPr/>
          </p:nvSpPr>
          <p:spPr>
            <a:xfrm>
              <a:off x="1926666" y="3082446"/>
              <a:ext cx="48472" cy="54134"/>
            </a:xfrm>
            <a:custGeom>
              <a:avLst/>
              <a:gdLst/>
              <a:ahLst/>
              <a:cxnLst/>
              <a:rect l="l" t="t" r="r" b="b"/>
              <a:pathLst>
                <a:path w="1849" h="2065" extrusionOk="0">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5" name="Google Shape;16915;p66"/>
            <p:cNvSpPr/>
            <p:nvPr/>
          </p:nvSpPr>
          <p:spPr>
            <a:xfrm>
              <a:off x="1926666" y="3082079"/>
              <a:ext cx="27290" cy="54134"/>
            </a:xfrm>
            <a:custGeom>
              <a:avLst/>
              <a:gdLst/>
              <a:ahLst/>
              <a:cxnLst/>
              <a:rect l="l" t="t" r="r" b="b"/>
              <a:pathLst>
                <a:path w="1041" h="2065" extrusionOk="0">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6" name="Google Shape;16916;p66"/>
            <p:cNvSpPr/>
            <p:nvPr/>
          </p:nvSpPr>
          <p:spPr>
            <a:xfrm>
              <a:off x="1908525" y="3148665"/>
              <a:ext cx="84412" cy="96524"/>
            </a:xfrm>
            <a:custGeom>
              <a:avLst/>
              <a:gdLst/>
              <a:ahLst/>
              <a:cxnLst/>
              <a:rect l="l" t="t" r="r" b="b"/>
              <a:pathLst>
                <a:path w="3220" h="3682" extrusionOk="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7" name="Google Shape;16917;p66"/>
            <p:cNvSpPr/>
            <p:nvPr/>
          </p:nvSpPr>
          <p:spPr>
            <a:xfrm>
              <a:off x="1908892" y="3162297"/>
              <a:ext cx="17800" cy="82892"/>
            </a:xfrm>
            <a:custGeom>
              <a:avLst/>
              <a:gdLst/>
              <a:ahLst/>
              <a:cxnLst/>
              <a:rect l="l" t="t" r="r" b="b"/>
              <a:pathLst>
                <a:path w="679" h="3162" extrusionOk="0">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8" name="Google Shape;16918;p66"/>
            <p:cNvSpPr/>
            <p:nvPr/>
          </p:nvSpPr>
          <p:spPr>
            <a:xfrm>
              <a:off x="1975111" y="3162297"/>
              <a:ext cx="18193" cy="82892"/>
            </a:xfrm>
            <a:custGeom>
              <a:avLst/>
              <a:gdLst/>
              <a:ahLst/>
              <a:cxnLst/>
              <a:rect l="l" t="t" r="r" b="b"/>
              <a:pathLst>
                <a:path w="694" h="3162" extrusionOk="0">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9" name="Google Shape;16919;p66"/>
            <p:cNvSpPr/>
            <p:nvPr/>
          </p:nvSpPr>
          <p:spPr>
            <a:xfrm>
              <a:off x="2089409" y="3142242"/>
              <a:ext cx="48078" cy="72694"/>
            </a:xfrm>
            <a:custGeom>
              <a:avLst/>
              <a:gdLst/>
              <a:ahLst/>
              <a:cxnLst/>
              <a:rect l="l" t="t" r="r" b="b"/>
              <a:pathLst>
                <a:path w="1834" h="2773" extrusionOk="0">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0" name="Google Shape;16920;p66"/>
            <p:cNvSpPr/>
            <p:nvPr/>
          </p:nvSpPr>
          <p:spPr>
            <a:xfrm>
              <a:off x="2089409" y="3142609"/>
              <a:ext cx="27264" cy="72327"/>
            </a:xfrm>
            <a:custGeom>
              <a:avLst/>
              <a:gdLst/>
              <a:ahLst/>
              <a:cxnLst/>
              <a:rect l="l" t="t" r="r" b="b"/>
              <a:pathLst>
                <a:path w="1040" h="2759" extrusionOk="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1" name="Google Shape;16921;p66"/>
            <p:cNvSpPr/>
            <p:nvPr/>
          </p:nvSpPr>
          <p:spPr>
            <a:xfrm>
              <a:off x="2089409" y="3142242"/>
              <a:ext cx="48445" cy="54527"/>
            </a:xfrm>
            <a:custGeom>
              <a:avLst/>
              <a:gdLst/>
              <a:ahLst/>
              <a:cxnLst/>
              <a:rect l="l" t="t" r="r" b="b"/>
              <a:pathLst>
                <a:path w="1848" h="2080" extrusionOk="0">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2" name="Google Shape;16922;p66"/>
            <p:cNvSpPr/>
            <p:nvPr/>
          </p:nvSpPr>
          <p:spPr>
            <a:xfrm>
              <a:off x="2089409" y="3142609"/>
              <a:ext cx="27264" cy="53767"/>
            </a:xfrm>
            <a:custGeom>
              <a:avLst/>
              <a:gdLst/>
              <a:ahLst/>
              <a:cxnLst/>
              <a:rect l="l" t="t" r="r" b="b"/>
              <a:pathLst>
                <a:path w="1040" h="2051" extrusionOk="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3" name="Google Shape;16923;p66"/>
            <p:cNvSpPr/>
            <p:nvPr/>
          </p:nvSpPr>
          <p:spPr>
            <a:xfrm>
              <a:off x="2071609" y="3208855"/>
              <a:ext cx="84412" cy="60190"/>
            </a:xfrm>
            <a:custGeom>
              <a:avLst/>
              <a:gdLst/>
              <a:ahLst/>
              <a:cxnLst/>
              <a:rect l="l" t="t" r="r" b="b"/>
              <a:pathLst>
                <a:path w="3220"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4" name="Google Shape;16924;p66"/>
            <p:cNvSpPr/>
            <p:nvPr/>
          </p:nvSpPr>
          <p:spPr>
            <a:xfrm>
              <a:off x="2071609" y="3222460"/>
              <a:ext cx="17826" cy="46951"/>
            </a:xfrm>
            <a:custGeom>
              <a:avLst/>
              <a:gdLst/>
              <a:ahLst/>
              <a:cxnLst/>
              <a:rect l="l" t="t" r="r" b="b"/>
              <a:pathLst>
                <a:path w="680" h="1791" extrusionOk="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5" name="Google Shape;16925;p66"/>
            <p:cNvSpPr/>
            <p:nvPr/>
          </p:nvSpPr>
          <p:spPr>
            <a:xfrm>
              <a:off x="2137828" y="3222460"/>
              <a:ext cx="17826" cy="46951"/>
            </a:xfrm>
            <a:custGeom>
              <a:avLst/>
              <a:gdLst/>
              <a:ahLst/>
              <a:cxnLst/>
              <a:rect l="l" t="t" r="r" b="b"/>
              <a:pathLst>
                <a:path w="680" h="1791" extrusionOk="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6" name="Google Shape;16926;p66"/>
            <p:cNvSpPr/>
            <p:nvPr/>
          </p:nvSpPr>
          <p:spPr>
            <a:xfrm>
              <a:off x="1980800" y="3142242"/>
              <a:ext cx="48078" cy="72694"/>
            </a:xfrm>
            <a:custGeom>
              <a:avLst/>
              <a:gdLst/>
              <a:ahLst/>
              <a:cxnLst/>
              <a:rect l="l" t="t" r="r" b="b"/>
              <a:pathLst>
                <a:path w="1834" h="2773" extrusionOk="0">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7" name="Google Shape;16927;p66"/>
            <p:cNvSpPr/>
            <p:nvPr/>
          </p:nvSpPr>
          <p:spPr>
            <a:xfrm>
              <a:off x="1981167" y="3142609"/>
              <a:ext cx="26897" cy="72327"/>
            </a:xfrm>
            <a:custGeom>
              <a:avLst/>
              <a:gdLst/>
              <a:ahLst/>
              <a:cxnLst/>
              <a:rect l="l" t="t" r="r" b="b"/>
              <a:pathLst>
                <a:path w="1026" h="2759" extrusionOk="0">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8" name="Google Shape;16928;p66"/>
            <p:cNvSpPr/>
            <p:nvPr/>
          </p:nvSpPr>
          <p:spPr>
            <a:xfrm>
              <a:off x="1980800" y="3142242"/>
              <a:ext cx="48472" cy="54527"/>
            </a:xfrm>
            <a:custGeom>
              <a:avLst/>
              <a:gdLst/>
              <a:ahLst/>
              <a:cxnLst/>
              <a:rect l="l" t="t" r="r" b="b"/>
              <a:pathLst>
                <a:path w="1849" h="2080" extrusionOk="0">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9" name="Google Shape;16929;p66"/>
            <p:cNvSpPr/>
            <p:nvPr/>
          </p:nvSpPr>
          <p:spPr>
            <a:xfrm>
              <a:off x="1980800" y="3142609"/>
              <a:ext cx="27264" cy="53767"/>
            </a:xfrm>
            <a:custGeom>
              <a:avLst/>
              <a:gdLst/>
              <a:ahLst/>
              <a:cxnLst/>
              <a:rect l="l" t="t" r="r" b="b"/>
              <a:pathLst>
                <a:path w="1040" h="2051" extrusionOk="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0" name="Google Shape;16930;p66"/>
            <p:cNvSpPr/>
            <p:nvPr/>
          </p:nvSpPr>
          <p:spPr>
            <a:xfrm>
              <a:off x="1962633" y="3208855"/>
              <a:ext cx="84779" cy="60190"/>
            </a:xfrm>
            <a:custGeom>
              <a:avLst/>
              <a:gdLst/>
              <a:ahLst/>
              <a:cxnLst/>
              <a:rect l="l" t="t" r="r" b="b"/>
              <a:pathLst>
                <a:path w="3234" h="2296" extrusionOk="0">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1" name="Google Shape;16931;p66"/>
            <p:cNvSpPr/>
            <p:nvPr/>
          </p:nvSpPr>
          <p:spPr>
            <a:xfrm>
              <a:off x="1963000" y="3222460"/>
              <a:ext cx="18193" cy="46951"/>
            </a:xfrm>
            <a:custGeom>
              <a:avLst/>
              <a:gdLst/>
              <a:ahLst/>
              <a:cxnLst/>
              <a:rect l="l" t="t" r="r" b="b"/>
              <a:pathLst>
                <a:path w="694" h="1791" extrusionOk="0">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2" name="Google Shape;16932;p66"/>
            <p:cNvSpPr/>
            <p:nvPr/>
          </p:nvSpPr>
          <p:spPr>
            <a:xfrm>
              <a:off x="2029245" y="3222460"/>
              <a:ext cx="18167" cy="46584"/>
            </a:xfrm>
            <a:custGeom>
              <a:avLst/>
              <a:gdLst/>
              <a:ahLst/>
              <a:cxnLst/>
              <a:rect l="l" t="t" r="r" b="b"/>
              <a:pathLst>
                <a:path w="693" h="1777" extrusionOk="0">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3" name="Google Shape;16933;p66"/>
            <p:cNvSpPr/>
            <p:nvPr/>
          </p:nvSpPr>
          <p:spPr>
            <a:xfrm>
              <a:off x="1872558" y="3142242"/>
              <a:ext cx="47711" cy="72694"/>
            </a:xfrm>
            <a:custGeom>
              <a:avLst/>
              <a:gdLst/>
              <a:ahLst/>
              <a:cxnLst/>
              <a:rect l="l" t="t" r="r" b="b"/>
              <a:pathLst>
                <a:path w="1820" h="2773" extrusionOk="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4" name="Google Shape;16934;p66"/>
            <p:cNvSpPr/>
            <p:nvPr/>
          </p:nvSpPr>
          <p:spPr>
            <a:xfrm>
              <a:off x="1872558" y="3142609"/>
              <a:ext cx="26897" cy="72327"/>
            </a:xfrm>
            <a:custGeom>
              <a:avLst/>
              <a:gdLst/>
              <a:ahLst/>
              <a:cxnLst/>
              <a:rect l="l" t="t" r="r" b="b"/>
              <a:pathLst>
                <a:path w="1026" h="2759" extrusionOk="0">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5" name="Google Shape;16935;p66"/>
            <p:cNvSpPr/>
            <p:nvPr/>
          </p:nvSpPr>
          <p:spPr>
            <a:xfrm>
              <a:off x="1872558" y="3142242"/>
              <a:ext cx="48105" cy="54527"/>
            </a:xfrm>
            <a:custGeom>
              <a:avLst/>
              <a:gdLst/>
              <a:ahLst/>
              <a:cxnLst/>
              <a:rect l="l" t="t" r="r" b="b"/>
              <a:pathLst>
                <a:path w="1835" h="2080" extrusionOk="0">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6" name="Google Shape;16936;p66"/>
            <p:cNvSpPr/>
            <p:nvPr/>
          </p:nvSpPr>
          <p:spPr>
            <a:xfrm>
              <a:off x="1872558" y="3142609"/>
              <a:ext cx="27290" cy="53767"/>
            </a:xfrm>
            <a:custGeom>
              <a:avLst/>
              <a:gdLst/>
              <a:ahLst/>
              <a:cxnLst/>
              <a:rect l="l" t="t" r="r" b="b"/>
              <a:pathLst>
                <a:path w="1041" h="2051" extrusionOk="0">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7" name="Google Shape;16937;p66"/>
            <p:cNvSpPr/>
            <p:nvPr/>
          </p:nvSpPr>
          <p:spPr>
            <a:xfrm>
              <a:off x="1854391" y="3208855"/>
              <a:ext cx="84045" cy="60190"/>
            </a:xfrm>
            <a:custGeom>
              <a:avLst/>
              <a:gdLst/>
              <a:ahLst/>
              <a:cxnLst/>
              <a:rect l="l" t="t" r="r" b="b"/>
              <a:pathLst>
                <a:path w="3206"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8" name="Google Shape;16938;p66"/>
            <p:cNvSpPr/>
            <p:nvPr/>
          </p:nvSpPr>
          <p:spPr>
            <a:xfrm>
              <a:off x="1854391" y="3222460"/>
              <a:ext cx="18193" cy="46951"/>
            </a:xfrm>
            <a:custGeom>
              <a:avLst/>
              <a:gdLst/>
              <a:ahLst/>
              <a:cxnLst/>
              <a:rect l="l" t="t" r="r" b="b"/>
              <a:pathLst>
                <a:path w="694" h="1791" extrusionOk="0">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9" name="Google Shape;16939;p66"/>
            <p:cNvSpPr/>
            <p:nvPr/>
          </p:nvSpPr>
          <p:spPr>
            <a:xfrm>
              <a:off x="1920637" y="3222460"/>
              <a:ext cx="18167" cy="46584"/>
            </a:xfrm>
            <a:custGeom>
              <a:avLst/>
              <a:gdLst/>
              <a:ahLst/>
              <a:cxnLst/>
              <a:rect l="l" t="t" r="r" b="b"/>
              <a:pathLst>
                <a:path w="693" h="1777" extrusionOk="0">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0" name="Google Shape;16940;p66"/>
            <p:cNvSpPr/>
            <p:nvPr/>
          </p:nvSpPr>
          <p:spPr>
            <a:xfrm>
              <a:off x="1946354" y="2997693"/>
              <a:ext cx="117338" cy="24249"/>
            </a:xfrm>
            <a:custGeom>
              <a:avLst/>
              <a:gdLst/>
              <a:ahLst/>
              <a:cxnLst/>
              <a:rect l="l" t="t" r="r" b="b"/>
              <a:pathLst>
                <a:path w="4476" h="925" extrusionOk="0">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1" name="Google Shape;16941;p66"/>
            <p:cNvSpPr/>
            <p:nvPr/>
          </p:nvSpPr>
          <p:spPr>
            <a:xfrm>
              <a:off x="1986856" y="3040056"/>
              <a:ext cx="36360" cy="18193"/>
            </a:xfrm>
            <a:custGeom>
              <a:avLst/>
              <a:gdLst/>
              <a:ahLst/>
              <a:cxnLst/>
              <a:rect l="l" t="t" r="r" b="b"/>
              <a:pathLst>
                <a:path w="1387" h="694" extrusionOk="0">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2" name="Google Shape;16942;p66"/>
            <p:cNvSpPr/>
            <p:nvPr/>
          </p:nvSpPr>
          <p:spPr>
            <a:xfrm>
              <a:off x="1963000" y="3009804"/>
              <a:ext cx="84412" cy="12138"/>
            </a:xfrm>
            <a:custGeom>
              <a:avLst/>
              <a:gdLst/>
              <a:ahLst/>
              <a:cxnLst/>
              <a:rect l="l" t="t" r="r" b="b"/>
              <a:pathLst>
                <a:path w="3220" h="463" extrusionOk="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43" name="Google Shape;16943;p66"/>
          <p:cNvGrpSpPr/>
          <p:nvPr/>
        </p:nvGrpSpPr>
        <p:grpSpPr>
          <a:xfrm>
            <a:off x="5147760" y="2438370"/>
            <a:ext cx="289518" cy="357651"/>
            <a:chOff x="5172817" y="2438370"/>
            <a:chExt cx="289518" cy="357651"/>
          </a:xfrm>
        </p:grpSpPr>
        <p:sp>
          <p:nvSpPr>
            <p:cNvPr id="16944" name="Google Shape;16944;p66"/>
            <p:cNvSpPr/>
            <p:nvPr/>
          </p:nvSpPr>
          <p:spPr>
            <a:xfrm>
              <a:off x="5267427" y="2438370"/>
              <a:ext cx="119593" cy="30672"/>
            </a:xfrm>
            <a:custGeom>
              <a:avLst/>
              <a:gdLst/>
              <a:ahLst/>
              <a:cxnLst/>
              <a:rect l="l" t="t" r="r" b="b"/>
              <a:pathLst>
                <a:path w="4562" h="1170" extrusionOk="0">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5" name="Google Shape;16945;p66"/>
            <p:cNvSpPr/>
            <p:nvPr/>
          </p:nvSpPr>
          <p:spPr>
            <a:xfrm>
              <a:off x="5352940" y="2438370"/>
              <a:ext cx="33712" cy="30672"/>
            </a:xfrm>
            <a:custGeom>
              <a:avLst/>
              <a:gdLst/>
              <a:ahLst/>
              <a:cxnLst/>
              <a:rect l="l" t="t" r="r" b="b"/>
              <a:pathLst>
                <a:path w="1286" h="1170" extrusionOk="0">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6" name="Google Shape;16946;p66"/>
            <p:cNvSpPr/>
            <p:nvPr/>
          </p:nvSpPr>
          <p:spPr>
            <a:xfrm>
              <a:off x="5172817" y="2469015"/>
              <a:ext cx="281942" cy="327006"/>
            </a:xfrm>
            <a:custGeom>
              <a:avLst/>
              <a:gdLst/>
              <a:ahLst/>
              <a:cxnLst/>
              <a:rect l="l" t="t" r="r" b="b"/>
              <a:pathLst>
                <a:path w="10755" h="12474" extrusionOk="0">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7" name="Google Shape;16947;p66"/>
            <p:cNvSpPr/>
            <p:nvPr/>
          </p:nvSpPr>
          <p:spPr>
            <a:xfrm>
              <a:off x="5289002" y="2469015"/>
              <a:ext cx="172967" cy="325092"/>
            </a:xfrm>
            <a:custGeom>
              <a:avLst/>
              <a:gdLst/>
              <a:ahLst/>
              <a:cxnLst/>
              <a:rect l="l" t="t" r="r" b="b"/>
              <a:pathLst>
                <a:path w="6598" h="12401" extrusionOk="0">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8" name="Google Shape;16948;p66"/>
            <p:cNvSpPr/>
            <p:nvPr/>
          </p:nvSpPr>
          <p:spPr>
            <a:xfrm>
              <a:off x="5192505" y="2645285"/>
              <a:ext cx="269831" cy="150736"/>
            </a:xfrm>
            <a:custGeom>
              <a:avLst/>
              <a:gdLst/>
              <a:ahLst/>
              <a:cxnLst/>
              <a:rect l="l" t="t" r="r" b="b"/>
              <a:pathLst>
                <a:path w="10293" h="5750" extrusionOk="0">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9" name="Google Shape;16949;p66"/>
            <p:cNvSpPr/>
            <p:nvPr/>
          </p:nvSpPr>
          <p:spPr>
            <a:xfrm>
              <a:off x="5404400" y="2653700"/>
              <a:ext cx="51119" cy="140801"/>
            </a:xfrm>
            <a:custGeom>
              <a:avLst/>
              <a:gdLst/>
              <a:ahLst/>
              <a:cxnLst/>
              <a:rect l="l" t="t" r="r" b="b"/>
              <a:pathLst>
                <a:path w="1950" h="5371" extrusionOk="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0" name="Google Shape;16950;p66"/>
            <p:cNvSpPr/>
            <p:nvPr/>
          </p:nvSpPr>
          <p:spPr>
            <a:xfrm>
              <a:off x="5403273" y="2692288"/>
              <a:ext cx="19320" cy="16515"/>
            </a:xfrm>
            <a:custGeom>
              <a:avLst/>
              <a:gdLst/>
              <a:ahLst/>
              <a:cxnLst/>
              <a:rect l="l" t="t" r="r" b="b"/>
              <a:pathLst>
                <a:path w="737" h="630" extrusionOk="0">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1" name="Google Shape;16951;p66"/>
            <p:cNvSpPr/>
            <p:nvPr/>
          </p:nvSpPr>
          <p:spPr>
            <a:xfrm>
              <a:off x="5363531" y="2752478"/>
              <a:ext cx="16699" cy="14287"/>
            </a:xfrm>
            <a:custGeom>
              <a:avLst/>
              <a:gdLst/>
              <a:ahLst/>
              <a:cxnLst/>
              <a:rect l="l" t="t" r="r" b="b"/>
              <a:pathLst>
                <a:path w="637" h="545" extrusionOk="0">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2" name="Google Shape;16952;p66"/>
            <p:cNvSpPr/>
            <p:nvPr/>
          </p:nvSpPr>
          <p:spPr>
            <a:xfrm>
              <a:off x="5248133" y="2682458"/>
              <a:ext cx="16673" cy="14313"/>
            </a:xfrm>
            <a:custGeom>
              <a:avLst/>
              <a:gdLst/>
              <a:ahLst/>
              <a:cxnLst/>
              <a:rect l="l" t="t" r="r" b="b"/>
              <a:pathLst>
                <a:path w="636" h="546" extrusionOk="0">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3" name="Google Shape;16953;p66"/>
            <p:cNvSpPr/>
            <p:nvPr/>
          </p:nvSpPr>
          <p:spPr>
            <a:xfrm>
              <a:off x="5271202" y="2752478"/>
              <a:ext cx="16673" cy="14287"/>
            </a:xfrm>
            <a:custGeom>
              <a:avLst/>
              <a:gdLst/>
              <a:ahLst/>
              <a:cxnLst/>
              <a:rect l="l" t="t" r="r" b="b"/>
              <a:pathLst>
                <a:path w="636" h="545" extrusionOk="0">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4" name="Google Shape;16954;p66"/>
            <p:cNvSpPr/>
            <p:nvPr/>
          </p:nvSpPr>
          <p:spPr>
            <a:xfrm>
              <a:off x="5312831" y="2697584"/>
              <a:ext cx="20081" cy="17145"/>
            </a:xfrm>
            <a:custGeom>
              <a:avLst/>
              <a:gdLst/>
              <a:ahLst/>
              <a:cxnLst/>
              <a:rect l="l" t="t" r="r" b="b"/>
              <a:pathLst>
                <a:path w="766" h="654" extrusionOk="0">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55" name="Google Shape;16955;p66"/>
          <p:cNvGrpSpPr/>
          <p:nvPr/>
        </p:nvGrpSpPr>
        <p:grpSpPr>
          <a:xfrm>
            <a:off x="3209449" y="2484534"/>
            <a:ext cx="388297" cy="293320"/>
            <a:chOff x="3234506" y="2484534"/>
            <a:chExt cx="388297" cy="293320"/>
          </a:xfrm>
        </p:grpSpPr>
        <p:sp>
          <p:nvSpPr>
            <p:cNvPr id="16956" name="Google Shape;16956;p66"/>
            <p:cNvSpPr/>
            <p:nvPr/>
          </p:nvSpPr>
          <p:spPr>
            <a:xfrm>
              <a:off x="3531208" y="2527684"/>
              <a:ext cx="91595" cy="250170"/>
            </a:xfrm>
            <a:custGeom>
              <a:avLst/>
              <a:gdLst/>
              <a:ahLst/>
              <a:cxnLst/>
              <a:rect l="l" t="t" r="r" b="b"/>
              <a:pathLst>
                <a:path w="3494" h="9543" extrusionOk="0">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7" name="Google Shape;16957;p66"/>
            <p:cNvSpPr/>
            <p:nvPr/>
          </p:nvSpPr>
          <p:spPr>
            <a:xfrm>
              <a:off x="3520984" y="2527684"/>
              <a:ext cx="70413" cy="157814"/>
            </a:xfrm>
            <a:custGeom>
              <a:avLst/>
              <a:gdLst/>
              <a:ahLst/>
              <a:cxnLst/>
              <a:rect l="l" t="t" r="r" b="b"/>
              <a:pathLst>
                <a:path w="2686" h="6020" extrusionOk="0">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8" name="Google Shape;16958;p66"/>
            <p:cNvSpPr/>
            <p:nvPr/>
          </p:nvSpPr>
          <p:spPr>
            <a:xfrm>
              <a:off x="3234506" y="2576130"/>
              <a:ext cx="340244" cy="201724"/>
            </a:xfrm>
            <a:custGeom>
              <a:avLst/>
              <a:gdLst/>
              <a:ahLst/>
              <a:cxnLst/>
              <a:rect l="l" t="t" r="r" b="b"/>
              <a:pathLst>
                <a:path w="12979" h="7695" extrusionOk="0">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9" name="Google Shape;16959;p66"/>
            <p:cNvSpPr/>
            <p:nvPr/>
          </p:nvSpPr>
          <p:spPr>
            <a:xfrm>
              <a:off x="3234506" y="2484534"/>
              <a:ext cx="297095" cy="105227"/>
            </a:xfrm>
            <a:custGeom>
              <a:avLst/>
              <a:gdLst/>
              <a:ahLst/>
              <a:cxnLst/>
              <a:rect l="l" t="t" r="r" b="b"/>
              <a:pathLst>
                <a:path w="11333" h="4014" extrusionOk="0">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0" name="Google Shape;16960;p66"/>
            <p:cNvSpPr/>
            <p:nvPr/>
          </p:nvSpPr>
          <p:spPr>
            <a:xfrm>
              <a:off x="3268192" y="2507971"/>
              <a:ext cx="51879" cy="58486"/>
            </a:xfrm>
            <a:custGeom>
              <a:avLst/>
              <a:gdLst/>
              <a:ahLst/>
              <a:cxnLst/>
              <a:rect l="l" t="t" r="r" b="b"/>
              <a:pathLst>
                <a:path w="1979" h="2231" extrusionOk="0">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1" name="Google Shape;16961;p66"/>
            <p:cNvSpPr/>
            <p:nvPr/>
          </p:nvSpPr>
          <p:spPr>
            <a:xfrm>
              <a:off x="3327229" y="2507997"/>
              <a:ext cx="46951" cy="58695"/>
            </a:xfrm>
            <a:custGeom>
              <a:avLst/>
              <a:gdLst/>
              <a:ahLst/>
              <a:cxnLst/>
              <a:rect l="l" t="t" r="r" b="b"/>
              <a:pathLst>
                <a:path w="1791" h="2239" extrusionOk="0">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2" name="Google Shape;16962;p66"/>
            <p:cNvSpPr/>
            <p:nvPr/>
          </p:nvSpPr>
          <p:spPr>
            <a:xfrm>
              <a:off x="3379292" y="2508049"/>
              <a:ext cx="66796" cy="58643"/>
            </a:xfrm>
            <a:custGeom>
              <a:avLst/>
              <a:gdLst/>
              <a:ahLst/>
              <a:cxnLst/>
              <a:rect l="l" t="t" r="r" b="b"/>
              <a:pathLst>
                <a:path w="2548" h="2237" extrusionOk="0">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3" name="Google Shape;16963;p66"/>
            <p:cNvSpPr/>
            <p:nvPr/>
          </p:nvSpPr>
          <p:spPr>
            <a:xfrm>
              <a:off x="3450072" y="2507971"/>
              <a:ext cx="50647" cy="58748"/>
            </a:xfrm>
            <a:custGeom>
              <a:avLst/>
              <a:gdLst/>
              <a:ahLst/>
              <a:cxnLst/>
              <a:rect l="l" t="t" r="r" b="b"/>
              <a:pathLst>
                <a:path w="1932" h="2241" extrusionOk="0">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4" name="Google Shape;16964;p66"/>
            <p:cNvSpPr/>
            <p:nvPr/>
          </p:nvSpPr>
          <p:spPr>
            <a:xfrm>
              <a:off x="3271233" y="2606775"/>
              <a:ext cx="91595" cy="78724"/>
            </a:xfrm>
            <a:custGeom>
              <a:avLst/>
              <a:gdLst/>
              <a:ahLst/>
              <a:cxnLst/>
              <a:rect l="l" t="t" r="r" b="b"/>
              <a:pathLst>
                <a:path w="3494" h="3003" extrusionOk="0">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5" name="Google Shape;16965;p66"/>
            <p:cNvSpPr/>
            <p:nvPr/>
          </p:nvSpPr>
          <p:spPr>
            <a:xfrm>
              <a:off x="3395361" y="2640068"/>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6" name="Google Shape;16966;p66"/>
            <p:cNvSpPr/>
            <p:nvPr/>
          </p:nvSpPr>
          <p:spPr>
            <a:xfrm>
              <a:off x="3395361" y="2607142"/>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7" name="Google Shape;16967;p66"/>
            <p:cNvSpPr/>
            <p:nvPr/>
          </p:nvSpPr>
          <p:spPr>
            <a:xfrm>
              <a:off x="3394077" y="2672968"/>
              <a:ext cx="108766" cy="12583"/>
            </a:xfrm>
            <a:custGeom>
              <a:avLst/>
              <a:gdLst/>
              <a:ahLst/>
              <a:cxnLst/>
              <a:rect l="l" t="t" r="r" b="b"/>
              <a:pathLst>
                <a:path w="4149" h="480" extrusionOk="0">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8" name="Google Shape;16968;p66"/>
            <p:cNvSpPr/>
            <p:nvPr/>
          </p:nvSpPr>
          <p:spPr>
            <a:xfrm>
              <a:off x="3395361" y="2705920"/>
              <a:ext cx="107482" cy="12505"/>
            </a:xfrm>
            <a:custGeom>
              <a:avLst/>
              <a:gdLst/>
              <a:ahLst/>
              <a:cxnLst/>
              <a:rect l="l" t="t" r="r" b="b"/>
              <a:pathLst>
                <a:path w="4100" h="477" extrusionOk="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9" name="Google Shape;16969;p66"/>
            <p:cNvSpPr/>
            <p:nvPr/>
          </p:nvSpPr>
          <p:spPr>
            <a:xfrm>
              <a:off x="3262006" y="2705894"/>
              <a:ext cx="110051" cy="12583"/>
            </a:xfrm>
            <a:custGeom>
              <a:avLst/>
              <a:gdLst/>
              <a:ahLst/>
              <a:cxnLst/>
              <a:rect l="l" t="t" r="r" b="b"/>
              <a:pathLst>
                <a:path w="4198" h="480" extrusionOk="0">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0" name="Google Shape;16970;p66"/>
            <p:cNvSpPr/>
            <p:nvPr/>
          </p:nvSpPr>
          <p:spPr>
            <a:xfrm>
              <a:off x="3263290" y="2738846"/>
              <a:ext cx="107481"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1" name="Google Shape;16971;p66"/>
            <p:cNvSpPr/>
            <p:nvPr/>
          </p:nvSpPr>
          <p:spPr>
            <a:xfrm>
              <a:off x="3395361" y="2738846"/>
              <a:ext cx="107482"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72" name="Google Shape;16972;p66"/>
          <p:cNvGrpSpPr/>
          <p:nvPr/>
        </p:nvGrpSpPr>
        <p:grpSpPr>
          <a:xfrm>
            <a:off x="6040092" y="3367036"/>
            <a:ext cx="362553" cy="356498"/>
            <a:chOff x="6065149" y="3367036"/>
            <a:chExt cx="362553" cy="356498"/>
          </a:xfrm>
        </p:grpSpPr>
        <p:sp>
          <p:nvSpPr>
            <p:cNvPr id="16973" name="Google Shape;16973;p66"/>
            <p:cNvSpPr/>
            <p:nvPr/>
          </p:nvSpPr>
          <p:spPr>
            <a:xfrm>
              <a:off x="6065149" y="3367036"/>
              <a:ext cx="356498" cy="356498"/>
            </a:xfrm>
            <a:custGeom>
              <a:avLst/>
              <a:gdLst/>
              <a:ahLst/>
              <a:cxnLst/>
              <a:rect l="l" t="t" r="r" b="b"/>
              <a:pathLst>
                <a:path w="13599" h="13599" extrusionOk="0">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4" name="Google Shape;16974;p66"/>
            <p:cNvSpPr/>
            <p:nvPr/>
          </p:nvSpPr>
          <p:spPr>
            <a:xfrm>
              <a:off x="6219923" y="3367036"/>
              <a:ext cx="207780" cy="356472"/>
            </a:xfrm>
            <a:custGeom>
              <a:avLst/>
              <a:gdLst/>
              <a:ahLst/>
              <a:cxnLst/>
              <a:rect l="l" t="t" r="r" b="b"/>
              <a:pathLst>
                <a:path w="7926" h="13598" extrusionOk="0">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5" name="Google Shape;16975;p66"/>
            <p:cNvSpPr/>
            <p:nvPr/>
          </p:nvSpPr>
          <p:spPr>
            <a:xfrm>
              <a:off x="6119257" y="3421144"/>
              <a:ext cx="247889" cy="247889"/>
            </a:xfrm>
            <a:custGeom>
              <a:avLst/>
              <a:gdLst/>
              <a:ahLst/>
              <a:cxnLst/>
              <a:rect l="l" t="t" r="r" b="b"/>
              <a:pathLst>
                <a:path w="9456" h="9456" extrusionOk="0">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6" name="Google Shape;16976;p66"/>
            <p:cNvSpPr/>
            <p:nvPr/>
          </p:nvSpPr>
          <p:spPr>
            <a:xfrm>
              <a:off x="6224091" y="3421144"/>
              <a:ext cx="148744" cy="248020"/>
            </a:xfrm>
            <a:custGeom>
              <a:avLst/>
              <a:gdLst/>
              <a:ahLst/>
              <a:cxnLst/>
              <a:rect l="l" t="t" r="r" b="b"/>
              <a:pathLst>
                <a:path w="5674" h="9461" extrusionOk="0">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7" name="Google Shape;16977;p66"/>
            <p:cNvSpPr/>
            <p:nvPr/>
          </p:nvSpPr>
          <p:spPr>
            <a:xfrm>
              <a:off x="6069685" y="3415848"/>
              <a:ext cx="303517" cy="259293"/>
            </a:xfrm>
            <a:custGeom>
              <a:avLst/>
              <a:gdLst/>
              <a:ahLst/>
              <a:cxnLst/>
              <a:rect l="l" t="t" r="r" b="b"/>
              <a:pathLst>
                <a:path w="11578" h="9891" extrusionOk="0">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78" name="Google Shape;16978;p66"/>
          <p:cNvGrpSpPr/>
          <p:nvPr/>
        </p:nvGrpSpPr>
        <p:grpSpPr>
          <a:xfrm>
            <a:off x="6515764" y="3367036"/>
            <a:ext cx="362553" cy="356498"/>
            <a:chOff x="6540821" y="3367036"/>
            <a:chExt cx="362553" cy="356498"/>
          </a:xfrm>
        </p:grpSpPr>
        <p:sp>
          <p:nvSpPr>
            <p:cNvPr id="16979" name="Google Shape;16979;p66"/>
            <p:cNvSpPr/>
            <p:nvPr/>
          </p:nvSpPr>
          <p:spPr>
            <a:xfrm>
              <a:off x="6540821" y="3367036"/>
              <a:ext cx="356498" cy="356498"/>
            </a:xfrm>
            <a:custGeom>
              <a:avLst/>
              <a:gdLst/>
              <a:ahLst/>
              <a:cxnLst/>
              <a:rect l="l" t="t" r="r" b="b"/>
              <a:pathLst>
                <a:path w="13599" h="13599" extrusionOk="0">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0" name="Google Shape;16980;p66"/>
            <p:cNvSpPr/>
            <p:nvPr/>
          </p:nvSpPr>
          <p:spPr>
            <a:xfrm>
              <a:off x="6695987" y="3367036"/>
              <a:ext cx="207387" cy="356472"/>
            </a:xfrm>
            <a:custGeom>
              <a:avLst/>
              <a:gdLst/>
              <a:ahLst/>
              <a:cxnLst/>
              <a:rect l="l" t="t" r="r" b="b"/>
              <a:pathLst>
                <a:path w="7911" h="13598" extrusionOk="0">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1" name="Google Shape;16981;p66"/>
            <p:cNvSpPr/>
            <p:nvPr/>
          </p:nvSpPr>
          <p:spPr>
            <a:xfrm>
              <a:off x="6579802" y="3405992"/>
              <a:ext cx="278534" cy="278561"/>
            </a:xfrm>
            <a:custGeom>
              <a:avLst/>
              <a:gdLst/>
              <a:ahLst/>
              <a:cxnLst/>
              <a:rect l="l" t="t" r="r" b="b"/>
              <a:pathLst>
                <a:path w="10625" h="10626" extrusionOk="0">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2" name="Google Shape;16982;p66"/>
            <p:cNvSpPr/>
            <p:nvPr/>
          </p:nvSpPr>
          <p:spPr>
            <a:xfrm>
              <a:off x="6672892" y="3510563"/>
              <a:ext cx="80637" cy="69155"/>
            </a:xfrm>
            <a:custGeom>
              <a:avLst/>
              <a:gdLst/>
              <a:ahLst/>
              <a:cxnLst/>
              <a:rect l="l" t="t" r="r" b="b"/>
              <a:pathLst>
                <a:path w="3076" h="2638" extrusionOk="0">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3" name="Google Shape;16983;p66"/>
            <p:cNvSpPr/>
            <p:nvPr/>
          </p:nvSpPr>
          <p:spPr>
            <a:xfrm>
              <a:off x="6541581" y="3458605"/>
              <a:ext cx="213469" cy="225187"/>
            </a:xfrm>
            <a:custGeom>
              <a:avLst/>
              <a:gdLst/>
              <a:ahLst/>
              <a:cxnLst/>
              <a:rect l="l" t="t" r="r" b="b"/>
              <a:pathLst>
                <a:path w="8143" h="8590" extrusionOk="0">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4" name="Google Shape;16984;p66"/>
            <p:cNvSpPr/>
            <p:nvPr/>
          </p:nvSpPr>
          <p:spPr>
            <a:xfrm>
              <a:off x="6609687" y="3405965"/>
              <a:ext cx="237691" cy="143475"/>
            </a:xfrm>
            <a:custGeom>
              <a:avLst/>
              <a:gdLst/>
              <a:ahLst/>
              <a:cxnLst/>
              <a:rect l="l" t="t" r="r" b="b"/>
              <a:pathLst>
                <a:path w="9067" h="5473" extrusionOk="0">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5" name="Google Shape;16985;p66"/>
            <p:cNvSpPr/>
            <p:nvPr/>
          </p:nvSpPr>
          <p:spPr>
            <a:xfrm>
              <a:off x="6703537" y="3490771"/>
              <a:ext cx="154800" cy="193860"/>
            </a:xfrm>
            <a:custGeom>
              <a:avLst/>
              <a:gdLst/>
              <a:ahLst/>
              <a:cxnLst/>
              <a:rect l="l" t="t" r="r" b="b"/>
              <a:pathLst>
                <a:path w="5905" h="7395" extrusionOk="0">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86" name="Google Shape;16986;p66"/>
          <p:cNvGrpSpPr/>
          <p:nvPr/>
        </p:nvGrpSpPr>
        <p:grpSpPr>
          <a:xfrm>
            <a:off x="2277401" y="2474704"/>
            <a:ext cx="354479" cy="312561"/>
            <a:chOff x="2302458" y="2474704"/>
            <a:chExt cx="354479" cy="312561"/>
          </a:xfrm>
        </p:grpSpPr>
        <p:sp>
          <p:nvSpPr>
            <p:cNvPr id="16987" name="Google Shape;16987;p66"/>
            <p:cNvSpPr/>
            <p:nvPr/>
          </p:nvSpPr>
          <p:spPr>
            <a:xfrm>
              <a:off x="2388732" y="2515756"/>
              <a:ext cx="238058" cy="136266"/>
            </a:xfrm>
            <a:custGeom>
              <a:avLst/>
              <a:gdLst/>
              <a:ahLst/>
              <a:cxnLst/>
              <a:rect l="l" t="t" r="r" b="b"/>
              <a:pathLst>
                <a:path w="9081" h="5198" extrusionOk="0">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8" name="Google Shape;16988;p66"/>
            <p:cNvSpPr/>
            <p:nvPr/>
          </p:nvSpPr>
          <p:spPr>
            <a:xfrm>
              <a:off x="2398195" y="2723327"/>
              <a:ext cx="74949" cy="63938"/>
            </a:xfrm>
            <a:custGeom>
              <a:avLst/>
              <a:gdLst/>
              <a:ahLst/>
              <a:cxnLst/>
              <a:rect l="l" t="t" r="r" b="b"/>
              <a:pathLst>
                <a:path w="2859" h="2439" extrusionOk="0">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9" name="Google Shape;16989;p66"/>
            <p:cNvSpPr/>
            <p:nvPr/>
          </p:nvSpPr>
          <p:spPr>
            <a:xfrm>
              <a:off x="2421658" y="2740733"/>
              <a:ext cx="34079" cy="29230"/>
            </a:xfrm>
            <a:custGeom>
              <a:avLst/>
              <a:gdLst/>
              <a:ahLst/>
              <a:cxnLst/>
              <a:rect l="l" t="t" r="r" b="b"/>
              <a:pathLst>
                <a:path w="1300" h="1115" extrusionOk="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0" name="Google Shape;16990;p66"/>
            <p:cNvSpPr/>
            <p:nvPr/>
          </p:nvSpPr>
          <p:spPr>
            <a:xfrm>
              <a:off x="2525338" y="2723327"/>
              <a:ext cx="74975" cy="63938"/>
            </a:xfrm>
            <a:custGeom>
              <a:avLst/>
              <a:gdLst/>
              <a:ahLst/>
              <a:cxnLst/>
              <a:rect l="l" t="t" r="r" b="b"/>
              <a:pathLst>
                <a:path w="2860" h="2439" extrusionOk="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1" name="Google Shape;16991;p66"/>
            <p:cNvSpPr/>
            <p:nvPr/>
          </p:nvSpPr>
          <p:spPr>
            <a:xfrm>
              <a:off x="2548800" y="2740733"/>
              <a:ext cx="33712" cy="29230"/>
            </a:xfrm>
            <a:custGeom>
              <a:avLst/>
              <a:gdLst/>
              <a:ahLst/>
              <a:cxnLst/>
              <a:rect l="l" t="t" r="r" b="b"/>
              <a:pathLst>
                <a:path w="1286" h="1115" extrusionOk="0">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2" name="Google Shape;16992;p66"/>
            <p:cNvSpPr/>
            <p:nvPr/>
          </p:nvSpPr>
          <p:spPr>
            <a:xfrm>
              <a:off x="2375860" y="2498166"/>
              <a:ext cx="279662" cy="145729"/>
            </a:xfrm>
            <a:custGeom>
              <a:avLst/>
              <a:gdLst/>
              <a:ahLst/>
              <a:cxnLst/>
              <a:rect l="l" t="t" r="r" b="b"/>
              <a:pathLst>
                <a:path w="10668" h="5559" extrusionOk="0">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3" name="Google Shape;16993;p66"/>
            <p:cNvSpPr/>
            <p:nvPr/>
          </p:nvSpPr>
          <p:spPr>
            <a:xfrm>
              <a:off x="2608230" y="2498166"/>
              <a:ext cx="47292" cy="146096"/>
            </a:xfrm>
            <a:custGeom>
              <a:avLst/>
              <a:gdLst/>
              <a:ahLst/>
              <a:cxnLst/>
              <a:rect l="l" t="t" r="r" b="b"/>
              <a:pathLst>
                <a:path w="1804" h="5573" extrusionOk="0">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4" name="Google Shape;16994;p66"/>
            <p:cNvSpPr/>
            <p:nvPr/>
          </p:nvSpPr>
          <p:spPr>
            <a:xfrm>
              <a:off x="2302458" y="2474704"/>
              <a:ext cx="353850" cy="196796"/>
            </a:xfrm>
            <a:custGeom>
              <a:avLst/>
              <a:gdLst/>
              <a:ahLst/>
              <a:cxnLst/>
              <a:rect l="l" t="t" r="r" b="b"/>
              <a:pathLst>
                <a:path w="13498" h="7507" extrusionOk="0">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5" name="Google Shape;16995;p66"/>
            <p:cNvSpPr/>
            <p:nvPr/>
          </p:nvSpPr>
          <p:spPr>
            <a:xfrm>
              <a:off x="2402363" y="2644236"/>
              <a:ext cx="254574" cy="27657"/>
            </a:xfrm>
            <a:custGeom>
              <a:avLst/>
              <a:gdLst/>
              <a:ahLst/>
              <a:cxnLst/>
              <a:rect l="l" t="t" r="r" b="b"/>
              <a:pathLst>
                <a:path w="9711" h="1055" extrusionOk="0">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6" name="Google Shape;16996;p66"/>
            <p:cNvSpPr/>
            <p:nvPr/>
          </p:nvSpPr>
          <p:spPr>
            <a:xfrm>
              <a:off x="2375126" y="2653306"/>
              <a:ext cx="243721" cy="76862"/>
            </a:xfrm>
            <a:custGeom>
              <a:avLst/>
              <a:gdLst/>
              <a:ahLst/>
              <a:cxnLst/>
              <a:rect l="l" t="t" r="r" b="b"/>
              <a:pathLst>
                <a:path w="9297" h="2932" extrusionOk="0">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7" name="Google Shape;16997;p66"/>
            <p:cNvSpPr/>
            <p:nvPr/>
          </p:nvSpPr>
          <p:spPr>
            <a:xfrm>
              <a:off x="2382676" y="2688880"/>
              <a:ext cx="232003" cy="41289"/>
            </a:xfrm>
            <a:custGeom>
              <a:avLst/>
              <a:gdLst/>
              <a:ahLst/>
              <a:cxnLst/>
              <a:rect l="l" t="t" r="r" b="b"/>
              <a:pathLst>
                <a:path w="8850" h="1575" extrusionOk="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8" name="Google Shape;16998;p66"/>
            <p:cNvSpPr/>
            <p:nvPr/>
          </p:nvSpPr>
          <p:spPr>
            <a:xfrm>
              <a:off x="2396675" y="2652939"/>
              <a:ext cx="32192" cy="27657"/>
            </a:xfrm>
            <a:custGeom>
              <a:avLst/>
              <a:gdLst/>
              <a:ahLst/>
              <a:cxnLst/>
              <a:rect l="l" t="t" r="r" b="b"/>
              <a:pathLst>
                <a:path w="1228" h="1055" extrusionOk="0">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99" name="Google Shape;16999;p66"/>
          <p:cNvGrpSpPr/>
          <p:nvPr/>
        </p:nvGrpSpPr>
        <p:grpSpPr>
          <a:xfrm>
            <a:off x="2806053" y="2442538"/>
            <a:ext cx="246002" cy="348922"/>
            <a:chOff x="2831110" y="2442538"/>
            <a:chExt cx="246002" cy="348922"/>
          </a:xfrm>
        </p:grpSpPr>
        <p:sp>
          <p:nvSpPr>
            <p:cNvPr id="17000" name="Google Shape;17000;p66"/>
            <p:cNvSpPr/>
            <p:nvPr/>
          </p:nvSpPr>
          <p:spPr>
            <a:xfrm>
              <a:off x="2831110" y="2442538"/>
              <a:ext cx="194542" cy="348922"/>
            </a:xfrm>
            <a:custGeom>
              <a:avLst/>
              <a:gdLst/>
              <a:ahLst/>
              <a:cxnLst/>
              <a:rect l="l" t="t" r="r" b="b"/>
              <a:pathLst>
                <a:path w="7421" h="13310" extrusionOk="0">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1" name="Google Shape;17001;p66"/>
            <p:cNvSpPr/>
            <p:nvPr/>
          </p:nvSpPr>
          <p:spPr>
            <a:xfrm>
              <a:off x="2831110" y="2476591"/>
              <a:ext cx="194542" cy="276647"/>
            </a:xfrm>
            <a:custGeom>
              <a:avLst/>
              <a:gdLst/>
              <a:ahLst/>
              <a:cxnLst/>
              <a:rect l="l" t="t" r="r" b="b"/>
              <a:pathLst>
                <a:path w="7421" h="10553" extrusionOk="0">
                  <a:moveTo>
                    <a:pt x="1" y="1"/>
                  </a:moveTo>
                  <a:lnTo>
                    <a:pt x="1" y="10553"/>
                  </a:lnTo>
                  <a:lnTo>
                    <a:pt x="7421" y="10553"/>
                  </a:lnTo>
                  <a:lnTo>
                    <a:pt x="7421" y="1"/>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2" name="Google Shape;17002;p66"/>
            <p:cNvSpPr/>
            <p:nvPr/>
          </p:nvSpPr>
          <p:spPr>
            <a:xfrm>
              <a:off x="2926480" y="2542181"/>
              <a:ext cx="99171" cy="158732"/>
            </a:xfrm>
            <a:custGeom>
              <a:avLst/>
              <a:gdLst/>
              <a:ahLst/>
              <a:cxnLst/>
              <a:rect l="l" t="t" r="r" b="b"/>
              <a:pathLst>
                <a:path w="3783" h="6055" extrusionOk="0">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3" name="Google Shape;17003;p66"/>
            <p:cNvSpPr/>
            <p:nvPr/>
          </p:nvSpPr>
          <p:spPr>
            <a:xfrm>
              <a:off x="3008979" y="2476591"/>
              <a:ext cx="16673" cy="276647"/>
            </a:xfrm>
            <a:custGeom>
              <a:avLst/>
              <a:gdLst/>
              <a:ahLst/>
              <a:cxnLst/>
              <a:rect l="l" t="t" r="r" b="b"/>
              <a:pathLst>
                <a:path w="636" h="10553" extrusionOk="0">
                  <a:moveTo>
                    <a:pt x="0" y="1"/>
                  </a:moveTo>
                  <a:lnTo>
                    <a:pt x="0" y="10553"/>
                  </a:lnTo>
                  <a:lnTo>
                    <a:pt x="636" y="10553"/>
                  </a:lnTo>
                  <a:lnTo>
                    <a:pt x="636"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4" name="Google Shape;17004;p66"/>
            <p:cNvSpPr/>
            <p:nvPr/>
          </p:nvSpPr>
          <p:spPr>
            <a:xfrm>
              <a:off x="2877668" y="2587481"/>
              <a:ext cx="77229" cy="10617"/>
            </a:xfrm>
            <a:custGeom>
              <a:avLst/>
              <a:gdLst/>
              <a:ahLst/>
              <a:cxnLst/>
              <a:rect l="l" t="t" r="r" b="b"/>
              <a:pathLst>
                <a:path w="2946" h="405" extrusionOk="0">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5" name="Google Shape;17005;p66"/>
            <p:cNvSpPr/>
            <p:nvPr/>
          </p:nvSpPr>
          <p:spPr>
            <a:xfrm>
              <a:off x="2851164" y="2567426"/>
              <a:ext cx="117338" cy="10617"/>
            </a:xfrm>
            <a:custGeom>
              <a:avLst/>
              <a:gdLst/>
              <a:ahLst/>
              <a:cxnLst/>
              <a:rect l="l" t="t" r="r" b="b"/>
              <a:pathLst>
                <a:path w="4476" h="405" extrusionOk="0">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6" name="Google Shape;17006;p66"/>
            <p:cNvSpPr/>
            <p:nvPr/>
          </p:nvSpPr>
          <p:spPr>
            <a:xfrm>
              <a:off x="2897329" y="2643109"/>
              <a:ext cx="55287" cy="10617"/>
            </a:xfrm>
            <a:custGeom>
              <a:avLst/>
              <a:gdLst/>
              <a:ahLst/>
              <a:cxnLst/>
              <a:rect l="l" t="t" r="r" b="b"/>
              <a:pathLst>
                <a:path w="2109" h="405" extrusionOk="0">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7" name="Google Shape;17007;p66"/>
            <p:cNvSpPr/>
            <p:nvPr/>
          </p:nvSpPr>
          <p:spPr>
            <a:xfrm>
              <a:off x="2865556" y="2627196"/>
              <a:ext cx="79117" cy="10643"/>
            </a:xfrm>
            <a:custGeom>
              <a:avLst/>
              <a:gdLst/>
              <a:ahLst/>
              <a:cxnLst/>
              <a:rect l="l" t="t" r="r" b="b"/>
              <a:pathLst>
                <a:path w="3018" h="406" extrusionOk="0">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8" name="Google Shape;17008;p66"/>
            <p:cNvSpPr/>
            <p:nvPr/>
          </p:nvSpPr>
          <p:spPr>
            <a:xfrm>
              <a:off x="2934056" y="2550019"/>
              <a:ext cx="143055" cy="143055"/>
            </a:xfrm>
            <a:custGeom>
              <a:avLst/>
              <a:gdLst/>
              <a:ahLst/>
              <a:cxnLst/>
              <a:rect l="l" t="t" r="r" b="b"/>
              <a:pathLst>
                <a:path w="5457" h="5457" extrusionOk="0">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9" name="Google Shape;17009;p66"/>
            <p:cNvSpPr/>
            <p:nvPr/>
          </p:nvSpPr>
          <p:spPr>
            <a:xfrm>
              <a:off x="2957125" y="2572722"/>
              <a:ext cx="97284" cy="97651"/>
            </a:xfrm>
            <a:custGeom>
              <a:avLst/>
              <a:gdLst/>
              <a:ahLst/>
              <a:cxnLst/>
              <a:rect l="l" t="t" r="r" b="b"/>
              <a:pathLst>
                <a:path w="3711" h="3725" extrusionOk="0">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0" name="Google Shape;17010;p66"/>
            <p:cNvSpPr/>
            <p:nvPr/>
          </p:nvSpPr>
          <p:spPr>
            <a:xfrm>
              <a:off x="2951463" y="2568082"/>
              <a:ext cx="108242" cy="107219"/>
            </a:xfrm>
            <a:custGeom>
              <a:avLst/>
              <a:gdLst/>
              <a:ahLst/>
              <a:cxnLst/>
              <a:rect l="l" t="t" r="r" b="b"/>
              <a:pathLst>
                <a:path w="4129" h="4090" extrusionOk="0">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1" name="Google Shape;17011;p66"/>
            <p:cNvSpPr/>
            <p:nvPr/>
          </p:nvSpPr>
          <p:spPr>
            <a:xfrm>
              <a:off x="2985123" y="2600719"/>
              <a:ext cx="42049" cy="43543"/>
            </a:xfrm>
            <a:custGeom>
              <a:avLst/>
              <a:gdLst/>
              <a:ahLst/>
              <a:cxnLst/>
              <a:rect l="l" t="t" r="r" b="b"/>
              <a:pathLst>
                <a:path w="1604" h="1661" extrusionOk="0">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2" name="Google Shape;17012;p66"/>
            <p:cNvSpPr/>
            <p:nvPr/>
          </p:nvSpPr>
          <p:spPr>
            <a:xfrm>
              <a:off x="3000642" y="2590784"/>
              <a:ext cx="10643" cy="20553"/>
            </a:xfrm>
            <a:custGeom>
              <a:avLst/>
              <a:gdLst/>
              <a:ahLst/>
              <a:cxnLst/>
              <a:rect l="l" t="t" r="r" b="b"/>
              <a:pathLst>
                <a:path w="406" h="784" extrusionOk="0">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3" name="Google Shape;17013;p66"/>
            <p:cNvSpPr/>
            <p:nvPr/>
          </p:nvSpPr>
          <p:spPr>
            <a:xfrm>
              <a:off x="3000642" y="2633540"/>
              <a:ext cx="10643" cy="20553"/>
            </a:xfrm>
            <a:custGeom>
              <a:avLst/>
              <a:gdLst/>
              <a:ahLst/>
              <a:cxnLst/>
              <a:rect l="l" t="t" r="r" b="b"/>
              <a:pathLst>
                <a:path w="406" h="784" extrusionOk="0">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14" name="Google Shape;17014;p66"/>
          <p:cNvGrpSpPr/>
          <p:nvPr/>
        </p:nvGrpSpPr>
        <p:grpSpPr>
          <a:xfrm>
            <a:off x="6991435" y="3367036"/>
            <a:ext cx="362947" cy="356498"/>
            <a:chOff x="7016492" y="3367036"/>
            <a:chExt cx="362947" cy="356498"/>
          </a:xfrm>
        </p:grpSpPr>
        <p:sp>
          <p:nvSpPr>
            <p:cNvPr id="17015" name="Google Shape;17015;p66"/>
            <p:cNvSpPr/>
            <p:nvPr/>
          </p:nvSpPr>
          <p:spPr>
            <a:xfrm>
              <a:off x="7016492" y="3367036"/>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6" name="Google Shape;17016;p66"/>
            <p:cNvSpPr/>
            <p:nvPr/>
          </p:nvSpPr>
          <p:spPr>
            <a:xfrm>
              <a:off x="7171658"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7" name="Google Shape;17017;p66"/>
            <p:cNvSpPr/>
            <p:nvPr/>
          </p:nvSpPr>
          <p:spPr>
            <a:xfrm>
              <a:off x="7070049" y="3475252"/>
              <a:ext cx="73245" cy="116971"/>
            </a:xfrm>
            <a:custGeom>
              <a:avLst/>
              <a:gdLst/>
              <a:ahLst/>
              <a:cxnLst/>
              <a:rect l="l" t="t" r="r" b="b"/>
              <a:pathLst>
                <a:path w="2794" h="4462" extrusionOk="0">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8" name="Google Shape;17018;p66"/>
            <p:cNvSpPr/>
            <p:nvPr/>
          </p:nvSpPr>
          <p:spPr>
            <a:xfrm>
              <a:off x="7217063" y="3475252"/>
              <a:ext cx="73454" cy="116971"/>
            </a:xfrm>
            <a:custGeom>
              <a:avLst/>
              <a:gdLst/>
              <a:ahLst/>
              <a:cxnLst/>
              <a:rect l="l" t="t" r="r" b="b"/>
              <a:pathLst>
                <a:path w="2802" h="4462" extrusionOk="0">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9" name="Google Shape;17019;p66"/>
            <p:cNvSpPr/>
            <p:nvPr/>
          </p:nvSpPr>
          <p:spPr>
            <a:xfrm>
              <a:off x="7162955" y="3498242"/>
              <a:ext cx="24249" cy="93981"/>
            </a:xfrm>
            <a:custGeom>
              <a:avLst/>
              <a:gdLst/>
              <a:ahLst/>
              <a:cxnLst/>
              <a:rect l="l" t="t" r="r" b="b"/>
              <a:pathLst>
                <a:path w="925" h="3585" extrusionOk="0">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0" name="Google Shape;17020;p66"/>
            <p:cNvSpPr/>
            <p:nvPr/>
          </p:nvSpPr>
          <p:spPr>
            <a:xfrm>
              <a:off x="7304857" y="3529281"/>
              <a:ext cx="37120" cy="31904"/>
            </a:xfrm>
            <a:custGeom>
              <a:avLst/>
              <a:gdLst/>
              <a:ahLst/>
              <a:cxnLst/>
              <a:rect l="l" t="t" r="r" b="b"/>
              <a:pathLst>
                <a:path w="1416" h="1217" extrusionOk="0">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21" name="Google Shape;17021;p66"/>
          <p:cNvGrpSpPr/>
          <p:nvPr/>
        </p:nvGrpSpPr>
        <p:grpSpPr>
          <a:xfrm>
            <a:off x="4806717" y="3817357"/>
            <a:ext cx="362947" cy="356576"/>
            <a:chOff x="5108852" y="3817357"/>
            <a:chExt cx="362947" cy="356576"/>
          </a:xfrm>
        </p:grpSpPr>
        <p:sp>
          <p:nvSpPr>
            <p:cNvPr id="17022" name="Google Shape;17022;p66"/>
            <p:cNvSpPr/>
            <p:nvPr/>
          </p:nvSpPr>
          <p:spPr>
            <a:xfrm>
              <a:off x="5108852" y="3817357"/>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3" name="Google Shape;17023;p66"/>
            <p:cNvSpPr/>
            <p:nvPr/>
          </p:nvSpPr>
          <p:spPr>
            <a:xfrm>
              <a:off x="5264019" y="3817357"/>
              <a:ext cx="207780" cy="356576"/>
            </a:xfrm>
            <a:custGeom>
              <a:avLst/>
              <a:gdLst/>
              <a:ahLst/>
              <a:cxnLst/>
              <a:rect l="l" t="t" r="r" b="b"/>
              <a:pathLst>
                <a:path w="7926" h="13602" extrusionOk="0">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4" name="Google Shape;17024;p66"/>
            <p:cNvSpPr/>
            <p:nvPr/>
          </p:nvSpPr>
          <p:spPr>
            <a:xfrm>
              <a:off x="5136116" y="3871229"/>
              <a:ext cx="295495" cy="248282"/>
            </a:xfrm>
            <a:custGeom>
              <a:avLst/>
              <a:gdLst/>
              <a:ahLst/>
              <a:cxnLst/>
              <a:rect l="l" t="t" r="r" b="b"/>
              <a:pathLst>
                <a:path w="11272" h="9471" extrusionOk="0">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5" name="Google Shape;17025;p66"/>
            <p:cNvSpPr/>
            <p:nvPr/>
          </p:nvSpPr>
          <p:spPr>
            <a:xfrm>
              <a:off x="5219060" y="3952863"/>
              <a:ext cx="128060" cy="78933"/>
            </a:xfrm>
            <a:custGeom>
              <a:avLst/>
              <a:gdLst/>
              <a:ahLst/>
              <a:cxnLst/>
              <a:rect l="l" t="t" r="r" b="b"/>
              <a:pathLst>
                <a:path w="4885" h="3011" extrusionOk="0">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26" name="Google Shape;17026;p66"/>
          <p:cNvGrpSpPr/>
          <p:nvPr/>
        </p:nvGrpSpPr>
        <p:grpSpPr>
          <a:xfrm>
            <a:off x="5703585" y="3817357"/>
            <a:ext cx="362947" cy="356576"/>
            <a:chOff x="6005720" y="3817357"/>
            <a:chExt cx="362947" cy="356576"/>
          </a:xfrm>
        </p:grpSpPr>
        <p:sp>
          <p:nvSpPr>
            <p:cNvPr id="17027" name="Google Shape;17027;p66"/>
            <p:cNvSpPr/>
            <p:nvPr/>
          </p:nvSpPr>
          <p:spPr>
            <a:xfrm>
              <a:off x="6005720" y="3817357"/>
              <a:ext cx="356891" cy="356498"/>
            </a:xfrm>
            <a:custGeom>
              <a:avLst/>
              <a:gdLst/>
              <a:ahLst/>
              <a:cxnLst/>
              <a:rect l="l" t="t" r="r" b="b"/>
              <a:pathLst>
                <a:path w="13614" h="13599" extrusionOk="0">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8" name="Google Shape;17028;p66"/>
            <p:cNvSpPr/>
            <p:nvPr/>
          </p:nvSpPr>
          <p:spPr>
            <a:xfrm>
              <a:off x="6160887"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9" name="Google Shape;17029;p66"/>
            <p:cNvSpPr/>
            <p:nvPr/>
          </p:nvSpPr>
          <p:spPr>
            <a:xfrm>
              <a:off x="6055240" y="3879487"/>
              <a:ext cx="262727" cy="234572"/>
            </a:xfrm>
            <a:custGeom>
              <a:avLst/>
              <a:gdLst/>
              <a:ahLst/>
              <a:cxnLst/>
              <a:rect l="l" t="t" r="r" b="b"/>
              <a:pathLst>
                <a:path w="10022" h="8948" extrusionOk="0">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0" name="Google Shape;17030;p66"/>
            <p:cNvSpPr/>
            <p:nvPr/>
          </p:nvSpPr>
          <p:spPr>
            <a:xfrm>
              <a:off x="6129848" y="3935010"/>
              <a:ext cx="108635" cy="121166"/>
            </a:xfrm>
            <a:custGeom>
              <a:avLst/>
              <a:gdLst/>
              <a:ahLst/>
              <a:cxnLst/>
              <a:rect l="l" t="t" r="r" b="b"/>
              <a:pathLst>
                <a:path w="4144" h="4622" extrusionOk="0">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31" name="Google Shape;17031;p66"/>
          <p:cNvGrpSpPr/>
          <p:nvPr/>
        </p:nvGrpSpPr>
        <p:grpSpPr>
          <a:xfrm>
            <a:off x="5564395" y="3367036"/>
            <a:ext cx="362580" cy="356498"/>
            <a:chOff x="5589452" y="3367036"/>
            <a:chExt cx="362580" cy="356498"/>
          </a:xfrm>
        </p:grpSpPr>
        <p:sp>
          <p:nvSpPr>
            <p:cNvPr id="17032" name="Google Shape;17032;p66"/>
            <p:cNvSpPr/>
            <p:nvPr/>
          </p:nvSpPr>
          <p:spPr>
            <a:xfrm>
              <a:off x="5589452" y="3367036"/>
              <a:ext cx="356131" cy="356498"/>
            </a:xfrm>
            <a:custGeom>
              <a:avLst/>
              <a:gdLst/>
              <a:ahLst/>
              <a:cxnLst/>
              <a:rect l="l" t="t" r="r" b="b"/>
              <a:pathLst>
                <a:path w="13585" h="13599" extrusionOk="0">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3" name="Google Shape;17033;p66"/>
            <p:cNvSpPr/>
            <p:nvPr/>
          </p:nvSpPr>
          <p:spPr>
            <a:xfrm>
              <a:off x="5744225" y="3367036"/>
              <a:ext cx="207806" cy="356472"/>
            </a:xfrm>
            <a:custGeom>
              <a:avLst/>
              <a:gdLst/>
              <a:ahLst/>
              <a:cxnLst/>
              <a:rect l="l" t="t" r="r" b="b"/>
              <a:pathLst>
                <a:path w="7927" h="13598" extrusionOk="0">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4" name="Google Shape;17034;p66"/>
            <p:cNvSpPr/>
            <p:nvPr/>
          </p:nvSpPr>
          <p:spPr>
            <a:xfrm>
              <a:off x="5666655" y="3420751"/>
              <a:ext cx="165023" cy="241099"/>
            </a:xfrm>
            <a:custGeom>
              <a:avLst/>
              <a:gdLst/>
              <a:ahLst/>
              <a:cxnLst/>
              <a:rect l="l" t="t" r="r" b="b"/>
              <a:pathLst>
                <a:path w="6295" h="9197" extrusionOk="0">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35" name="Google Shape;17035;p66"/>
          <p:cNvGrpSpPr/>
          <p:nvPr/>
        </p:nvGrpSpPr>
        <p:grpSpPr>
          <a:xfrm>
            <a:off x="7462964" y="3362475"/>
            <a:ext cx="372017" cy="365621"/>
            <a:chOff x="7488021" y="3362475"/>
            <a:chExt cx="372017" cy="365621"/>
          </a:xfrm>
        </p:grpSpPr>
        <p:sp>
          <p:nvSpPr>
            <p:cNvPr id="17036" name="Google Shape;17036;p66"/>
            <p:cNvSpPr/>
            <p:nvPr/>
          </p:nvSpPr>
          <p:spPr>
            <a:xfrm>
              <a:off x="7488021" y="3362475"/>
              <a:ext cx="365201" cy="365594"/>
            </a:xfrm>
            <a:custGeom>
              <a:avLst/>
              <a:gdLst/>
              <a:ahLst/>
              <a:cxnLst/>
              <a:rect l="l" t="t" r="r" b="b"/>
              <a:pathLst>
                <a:path w="13931" h="13946" extrusionOk="0">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7" name="Google Shape;17037;p66"/>
            <p:cNvSpPr/>
            <p:nvPr/>
          </p:nvSpPr>
          <p:spPr>
            <a:xfrm>
              <a:off x="7646963" y="3362475"/>
              <a:ext cx="213076" cy="365621"/>
            </a:xfrm>
            <a:custGeom>
              <a:avLst/>
              <a:gdLst/>
              <a:ahLst/>
              <a:cxnLst/>
              <a:rect l="l" t="t" r="r" b="b"/>
              <a:pathLst>
                <a:path w="8128" h="13947" extrusionOk="0">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8" name="Google Shape;17038;p66"/>
            <p:cNvSpPr/>
            <p:nvPr/>
          </p:nvSpPr>
          <p:spPr>
            <a:xfrm>
              <a:off x="7685944" y="3401928"/>
              <a:ext cx="56415" cy="48367"/>
            </a:xfrm>
            <a:custGeom>
              <a:avLst/>
              <a:gdLst/>
              <a:ahLst/>
              <a:cxnLst/>
              <a:rect l="l" t="t" r="r" b="b"/>
              <a:pathLst>
                <a:path w="2152" h="1845" extrusionOk="0">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9" name="Google Shape;17039;p66"/>
            <p:cNvSpPr/>
            <p:nvPr/>
          </p:nvSpPr>
          <p:spPr>
            <a:xfrm>
              <a:off x="7546297" y="3481307"/>
              <a:ext cx="248282" cy="207413"/>
            </a:xfrm>
            <a:custGeom>
              <a:avLst/>
              <a:gdLst/>
              <a:ahLst/>
              <a:cxnLst/>
              <a:rect l="l" t="t" r="r" b="b"/>
              <a:pathLst>
                <a:path w="9471" h="7912" extrusionOk="0">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0" name="Google Shape;17040;p66"/>
            <p:cNvSpPr/>
            <p:nvPr/>
          </p:nvSpPr>
          <p:spPr>
            <a:xfrm>
              <a:off x="7748755" y="3489041"/>
              <a:ext cx="73061" cy="79327"/>
            </a:xfrm>
            <a:custGeom>
              <a:avLst/>
              <a:gdLst/>
              <a:ahLst/>
              <a:cxnLst/>
              <a:rect l="l" t="t" r="r" b="b"/>
              <a:pathLst>
                <a:path w="2787" h="3026" extrusionOk="0">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1" name="Google Shape;17041;p66"/>
            <p:cNvSpPr/>
            <p:nvPr/>
          </p:nvSpPr>
          <p:spPr>
            <a:xfrm>
              <a:off x="7503540" y="3489250"/>
              <a:ext cx="88947" cy="79510"/>
            </a:xfrm>
            <a:custGeom>
              <a:avLst/>
              <a:gdLst/>
              <a:ahLst/>
              <a:cxnLst/>
              <a:rect l="l" t="t" r="r" b="b"/>
              <a:pathLst>
                <a:path w="3393" h="3033" extrusionOk="0">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2" name="Google Shape;17042;p66"/>
            <p:cNvSpPr/>
            <p:nvPr/>
          </p:nvSpPr>
          <p:spPr>
            <a:xfrm>
              <a:off x="7582631" y="3536857"/>
              <a:ext cx="56782" cy="48550"/>
            </a:xfrm>
            <a:custGeom>
              <a:avLst/>
              <a:gdLst/>
              <a:ahLst/>
              <a:cxnLst/>
              <a:rect l="l" t="t" r="r" b="b"/>
              <a:pathLst>
                <a:path w="2166" h="1852" extrusionOk="0">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3" name="Google Shape;17043;p66"/>
            <p:cNvSpPr/>
            <p:nvPr/>
          </p:nvSpPr>
          <p:spPr>
            <a:xfrm>
              <a:off x="7693887" y="3536857"/>
              <a:ext cx="56415" cy="48550"/>
            </a:xfrm>
            <a:custGeom>
              <a:avLst/>
              <a:gdLst/>
              <a:ahLst/>
              <a:cxnLst/>
              <a:rect l="l" t="t" r="r" b="b"/>
              <a:pathLst>
                <a:path w="2152" h="1852" extrusionOk="0">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4" name="Google Shape;17044;p66"/>
            <p:cNvSpPr/>
            <p:nvPr/>
          </p:nvSpPr>
          <p:spPr>
            <a:xfrm>
              <a:off x="7596866" y="3625883"/>
              <a:ext cx="147512" cy="34079"/>
            </a:xfrm>
            <a:custGeom>
              <a:avLst/>
              <a:gdLst/>
              <a:ahLst/>
              <a:cxnLst/>
              <a:rect l="l" t="t" r="r" b="b"/>
              <a:pathLst>
                <a:path w="5627" h="1300" extrusionOk="0">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5" name="Google Shape;17045;p66"/>
            <p:cNvSpPr/>
            <p:nvPr/>
          </p:nvSpPr>
          <p:spPr>
            <a:xfrm>
              <a:off x="7664736" y="3396318"/>
              <a:ext cx="84360" cy="93352"/>
            </a:xfrm>
            <a:custGeom>
              <a:avLst/>
              <a:gdLst/>
              <a:ahLst/>
              <a:cxnLst/>
              <a:rect l="l" t="t" r="r" b="b"/>
              <a:pathLst>
                <a:path w="3218" h="3561" extrusionOk="0">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46" name="Google Shape;17046;p66"/>
          <p:cNvGrpSpPr/>
          <p:nvPr/>
        </p:nvGrpSpPr>
        <p:grpSpPr>
          <a:xfrm>
            <a:off x="5088724" y="3367036"/>
            <a:ext cx="362553" cy="356498"/>
            <a:chOff x="5113781" y="3367036"/>
            <a:chExt cx="362553" cy="356498"/>
          </a:xfrm>
        </p:grpSpPr>
        <p:sp>
          <p:nvSpPr>
            <p:cNvPr id="17047" name="Google Shape;17047;p66"/>
            <p:cNvSpPr/>
            <p:nvPr/>
          </p:nvSpPr>
          <p:spPr>
            <a:xfrm>
              <a:off x="5113781" y="3367036"/>
              <a:ext cx="356131" cy="356498"/>
            </a:xfrm>
            <a:custGeom>
              <a:avLst/>
              <a:gdLst/>
              <a:ahLst/>
              <a:cxnLst/>
              <a:rect l="l" t="t" r="r" b="b"/>
              <a:pathLst>
                <a:path w="13585" h="13599" extrusionOk="0">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8" name="Google Shape;17048;p66"/>
            <p:cNvSpPr/>
            <p:nvPr/>
          </p:nvSpPr>
          <p:spPr>
            <a:xfrm>
              <a:off x="5268554"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049" name="Google Shape;17049;p66"/>
          <p:cNvSpPr/>
          <p:nvPr/>
        </p:nvSpPr>
        <p:spPr>
          <a:xfrm>
            <a:off x="5147760" y="3421144"/>
            <a:ext cx="238058" cy="229355"/>
          </a:xfrm>
          <a:custGeom>
            <a:avLst/>
            <a:gdLst/>
            <a:ahLst/>
            <a:cxnLst/>
            <a:rect l="l" t="t" r="r" b="b"/>
            <a:pathLst>
              <a:path w="9081" h="8749" extrusionOk="0">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50" name="Google Shape;17050;p66"/>
          <p:cNvGrpSpPr/>
          <p:nvPr/>
        </p:nvGrpSpPr>
        <p:grpSpPr>
          <a:xfrm>
            <a:off x="7943564" y="3365489"/>
            <a:ext cx="375818" cy="357651"/>
            <a:chOff x="7968621" y="3365489"/>
            <a:chExt cx="375818" cy="357651"/>
          </a:xfrm>
        </p:grpSpPr>
        <p:sp>
          <p:nvSpPr>
            <p:cNvPr id="17051" name="Google Shape;17051;p66"/>
            <p:cNvSpPr/>
            <p:nvPr/>
          </p:nvSpPr>
          <p:spPr>
            <a:xfrm>
              <a:off x="7968621" y="3367403"/>
              <a:ext cx="355371" cy="355738"/>
            </a:xfrm>
            <a:custGeom>
              <a:avLst/>
              <a:gdLst/>
              <a:ahLst/>
              <a:cxnLst/>
              <a:rect l="l" t="t" r="r" b="b"/>
              <a:pathLst>
                <a:path w="13556" h="13570" extrusionOk="0">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2" name="Google Shape;17052;p66"/>
            <p:cNvSpPr/>
            <p:nvPr/>
          </p:nvSpPr>
          <p:spPr>
            <a:xfrm>
              <a:off x="8123027" y="3365489"/>
              <a:ext cx="203979" cy="355423"/>
            </a:xfrm>
            <a:custGeom>
              <a:avLst/>
              <a:gdLst/>
              <a:ahLst/>
              <a:cxnLst/>
              <a:rect l="l" t="t" r="r" b="b"/>
              <a:pathLst>
                <a:path w="7781" h="13558" extrusionOk="0">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3" name="Google Shape;17053;p66"/>
            <p:cNvSpPr/>
            <p:nvPr/>
          </p:nvSpPr>
          <p:spPr>
            <a:xfrm>
              <a:off x="8123027" y="3459365"/>
              <a:ext cx="221412" cy="236538"/>
            </a:xfrm>
            <a:custGeom>
              <a:avLst/>
              <a:gdLst/>
              <a:ahLst/>
              <a:cxnLst/>
              <a:rect l="l" t="t" r="r" b="b"/>
              <a:pathLst>
                <a:path w="8446" h="9023" extrusionOk="0">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4" name="Google Shape;17054;p66"/>
            <p:cNvSpPr/>
            <p:nvPr/>
          </p:nvSpPr>
          <p:spPr>
            <a:xfrm>
              <a:off x="8224820" y="3460493"/>
              <a:ext cx="99171" cy="235778"/>
            </a:xfrm>
            <a:custGeom>
              <a:avLst/>
              <a:gdLst/>
              <a:ahLst/>
              <a:cxnLst/>
              <a:rect l="l" t="t" r="r" b="b"/>
              <a:pathLst>
                <a:path w="3783" h="8994" extrusionOk="0">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5" name="Google Shape;17055;p66"/>
            <p:cNvSpPr/>
            <p:nvPr/>
          </p:nvSpPr>
          <p:spPr>
            <a:xfrm>
              <a:off x="7993210" y="3552822"/>
              <a:ext cx="213102" cy="170319"/>
            </a:xfrm>
            <a:custGeom>
              <a:avLst/>
              <a:gdLst/>
              <a:ahLst/>
              <a:cxnLst/>
              <a:rect l="l" t="t" r="r" b="b"/>
              <a:pathLst>
                <a:path w="8129" h="6497" extrusionOk="0">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6" name="Google Shape;17056;p66"/>
            <p:cNvSpPr/>
            <p:nvPr/>
          </p:nvSpPr>
          <p:spPr>
            <a:xfrm>
              <a:off x="8123027" y="3695484"/>
              <a:ext cx="83652" cy="27657"/>
            </a:xfrm>
            <a:custGeom>
              <a:avLst/>
              <a:gdLst/>
              <a:ahLst/>
              <a:cxnLst/>
              <a:rect l="l" t="t" r="r" b="b"/>
              <a:pathLst>
                <a:path w="3191" h="1055" extrusionOk="0">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7" name="Google Shape;17057;p66"/>
            <p:cNvSpPr/>
            <p:nvPr/>
          </p:nvSpPr>
          <p:spPr>
            <a:xfrm>
              <a:off x="8091988" y="3529753"/>
              <a:ext cx="149871" cy="183190"/>
            </a:xfrm>
            <a:custGeom>
              <a:avLst/>
              <a:gdLst/>
              <a:ahLst/>
              <a:cxnLst/>
              <a:rect l="l" t="t" r="r" b="b"/>
              <a:pathLst>
                <a:path w="5717" h="6988" extrusionOk="0">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8" name="Google Shape;17058;p66"/>
            <p:cNvSpPr/>
            <p:nvPr/>
          </p:nvSpPr>
          <p:spPr>
            <a:xfrm>
              <a:off x="8193781" y="3671654"/>
              <a:ext cx="48078" cy="41656"/>
            </a:xfrm>
            <a:custGeom>
              <a:avLst/>
              <a:gdLst/>
              <a:ahLst/>
              <a:cxnLst/>
              <a:rect l="l" t="t" r="r" b="b"/>
              <a:pathLst>
                <a:path w="1834" h="1589" extrusionOk="0">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9" name="Google Shape;17059;p66"/>
            <p:cNvSpPr/>
            <p:nvPr/>
          </p:nvSpPr>
          <p:spPr>
            <a:xfrm>
              <a:off x="7976197" y="3452549"/>
              <a:ext cx="239553" cy="183951"/>
            </a:xfrm>
            <a:custGeom>
              <a:avLst/>
              <a:gdLst/>
              <a:ahLst/>
              <a:cxnLst/>
              <a:rect l="l" t="t" r="r" b="b"/>
              <a:pathLst>
                <a:path w="9138" h="7017" extrusionOk="0">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0" name="Google Shape;17060;p66"/>
            <p:cNvSpPr/>
            <p:nvPr/>
          </p:nvSpPr>
          <p:spPr>
            <a:xfrm>
              <a:off x="8168064" y="3365516"/>
              <a:ext cx="141928" cy="177607"/>
            </a:xfrm>
            <a:custGeom>
              <a:avLst/>
              <a:gdLst/>
              <a:ahLst/>
              <a:cxnLst/>
              <a:rect l="l" t="t" r="r" b="b"/>
              <a:pathLst>
                <a:path w="5414" h="6775" extrusionOk="0">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1" name="Google Shape;17061;p66"/>
            <p:cNvSpPr/>
            <p:nvPr/>
          </p:nvSpPr>
          <p:spPr>
            <a:xfrm>
              <a:off x="8197189" y="3397944"/>
              <a:ext cx="73061" cy="62575"/>
            </a:xfrm>
            <a:custGeom>
              <a:avLst/>
              <a:gdLst/>
              <a:ahLst/>
              <a:cxnLst/>
              <a:rect l="l" t="t" r="r" b="b"/>
              <a:pathLst>
                <a:path w="2787" h="2387" extrusionOk="0">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2" name="Google Shape;17062;p66"/>
            <p:cNvSpPr/>
            <p:nvPr/>
          </p:nvSpPr>
          <p:spPr>
            <a:xfrm>
              <a:off x="8025376" y="3423451"/>
              <a:ext cx="80270" cy="73402"/>
            </a:xfrm>
            <a:custGeom>
              <a:avLst/>
              <a:gdLst/>
              <a:ahLst/>
              <a:cxnLst/>
              <a:rect l="l" t="t" r="r" b="b"/>
              <a:pathLst>
                <a:path w="3062" h="2800" extrusionOk="0">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63" name="Google Shape;17063;p66"/>
          <p:cNvGrpSpPr/>
          <p:nvPr/>
        </p:nvGrpSpPr>
        <p:grpSpPr>
          <a:xfrm>
            <a:off x="5255151" y="3817357"/>
            <a:ext cx="362947" cy="356576"/>
            <a:chOff x="5557286" y="3817357"/>
            <a:chExt cx="362947" cy="356576"/>
          </a:xfrm>
        </p:grpSpPr>
        <p:grpSp>
          <p:nvGrpSpPr>
            <p:cNvPr id="17064" name="Google Shape;17064;p66"/>
            <p:cNvGrpSpPr/>
            <p:nvPr/>
          </p:nvGrpSpPr>
          <p:grpSpPr>
            <a:xfrm>
              <a:off x="5557286" y="3817357"/>
              <a:ext cx="362947" cy="356576"/>
              <a:chOff x="5557286" y="3817357"/>
              <a:chExt cx="362947" cy="356576"/>
            </a:xfrm>
          </p:grpSpPr>
          <p:sp>
            <p:nvSpPr>
              <p:cNvPr id="17065" name="Google Shape;17065;p66"/>
              <p:cNvSpPr/>
              <p:nvPr/>
            </p:nvSpPr>
            <p:spPr>
              <a:xfrm>
                <a:off x="5557286" y="3817357"/>
                <a:ext cx="356891" cy="356498"/>
              </a:xfrm>
              <a:custGeom>
                <a:avLst/>
                <a:gdLst/>
                <a:ahLst/>
                <a:cxnLst/>
                <a:rect l="l" t="t" r="r" b="b"/>
                <a:pathLst>
                  <a:path w="13614" h="13599" extrusionOk="0">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6" name="Google Shape;17066;p66"/>
              <p:cNvSpPr/>
              <p:nvPr/>
            </p:nvSpPr>
            <p:spPr>
              <a:xfrm>
                <a:off x="5712453"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7" name="Google Shape;17067;p66"/>
              <p:cNvSpPr/>
              <p:nvPr/>
            </p:nvSpPr>
            <p:spPr>
              <a:xfrm>
                <a:off x="5696567" y="3944343"/>
                <a:ext cx="98411" cy="102527"/>
              </a:xfrm>
              <a:custGeom>
                <a:avLst/>
                <a:gdLst/>
                <a:ahLst/>
                <a:cxnLst/>
                <a:rect l="l" t="t" r="r" b="b"/>
                <a:pathLst>
                  <a:path w="3754" h="3911" extrusionOk="0">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068" name="Google Shape;17068;p66"/>
            <p:cNvSpPr/>
            <p:nvPr/>
          </p:nvSpPr>
          <p:spPr>
            <a:xfrm>
              <a:off x="5621675" y="3914200"/>
              <a:ext cx="234165" cy="163176"/>
            </a:xfrm>
            <a:custGeom>
              <a:avLst/>
              <a:gdLst/>
              <a:ahLst/>
              <a:cxnLst/>
              <a:rect l="l" t="t" r="r" b="b"/>
              <a:pathLst>
                <a:path w="12544" h="8740" extrusionOk="0">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69" name="Google Shape;17069;p66"/>
          <p:cNvGrpSpPr/>
          <p:nvPr/>
        </p:nvGrpSpPr>
        <p:grpSpPr>
          <a:xfrm>
            <a:off x="4358284" y="3817357"/>
            <a:ext cx="362947" cy="356576"/>
            <a:chOff x="4660419" y="3817357"/>
            <a:chExt cx="362947" cy="356576"/>
          </a:xfrm>
        </p:grpSpPr>
        <p:grpSp>
          <p:nvGrpSpPr>
            <p:cNvPr id="17070" name="Google Shape;17070;p66"/>
            <p:cNvGrpSpPr/>
            <p:nvPr/>
          </p:nvGrpSpPr>
          <p:grpSpPr>
            <a:xfrm>
              <a:off x="4660419" y="3817357"/>
              <a:ext cx="362947" cy="356576"/>
              <a:chOff x="4660419" y="3817357"/>
              <a:chExt cx="362947" cy="356576"/>
            </a:xfrm>
          </p:grpSpPr>
          <p:sp>
            <p:nvSpPr>
              <p:cNvPr id="17071" name="Google Shape;17071;p66"/>
              <p:cNvSpPr/>
              <p:nvPr/>
            </p:nvSpPr>
            <p:spPr>
              <a:xfrm>
                <a:off x="4660419"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2" name="Google Shape;17072;p66"/>
              <p:cNvSpPr/>
              <p:nvPr/>
            </p:nvSpPr>
            <p:spPr>
              <a:xfrm>
                <a:off x="4815585" y="3817357"/>
                <a:ext cx="207780" cy="356576"/>
              </a:xfrm>
              <a:custGeom>
                <a:avLst/>
                <a:gdLst/>
                <a:ahLst/>
                <a:cxnLst/>
                <a:rect l="l" t="t" r="r" b="b"/>
                <a:pathLst>
                  <a:path w="7926" h="13602" extrusionOk="0">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73" name="Google Shape;17073;p66"/>
            <p:cNvGrpSpPr/>
            <p:nvPr/>
          </p:nvGrpSpPr>
          <p:grpSpPr>
            <a:xfrm>
              <a:off x="4694459" y="3856408"/>
              <a:ext cx="282308" cy="265356"/>
              <a:chOff x="4690600" y="3853050"/>
              <a:chExt cx="289488" cy="272132"/>
            </a:xfrm>
          </p:grpSpPr>
          <p:sp>
            <p:nvSpPr>
              <p:cNvPr id="17074" name="Google Shape;17074;p66"/>
              <p:cNvSpPr/>
              <p:nvPr/>
            </p:nvSpPr>
            <p:spPr>
              <a:xfrm>
                <a:off x="4690600" y="3853050"/>
                <a:ext cx="289488" cy="272132"/>
              </a:xfrm>
              <a:custGeom>
                <a:avLst/>
                <a:gdLst/>
                <a:ahLst/>
                <a:cxnLst/>
                <a:rect l="l" t="t" r="r" b="b"/>
                <a:pathLst>
                  <a:path w="14478" h="13610" extrusionOk="0">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5" name="Google Shape;17075;p66"/>
              <p:cNvSpPr/>
              <p:nvPr/>
            </p:nvSpPr>
            <p:spPr>
              <a:xfrm>
                <a:off x="4773984" y="3934408"/>
                <a:ext cx="133407" cy="122069"/>
              </a:xfrm>
              <a:custGeom>
                <a:avLst/>
                <a:gdLst/>
                <a:ahLst/>
                <a:cxnLst/>
                <a:rect l="l" t="t" r="r" b="b"/>
                <a:pathLst>
                  <a:path w="6672" h="6105" extrusionOk="0">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076" name="Google Shape;17076;p66"/>
          <p:cNvGrpSpPr/>
          <p:nvPr/>
        </p:nvGrpSpPr>
        <p:grpSpPr>
          <a:xfrm>
            <a:off x="6159823" y="3813323"/>
            <a:ext cx="369882" cy="364325"/>
            <a:chOff x="1190200" y="238125"/>
            <a:chExt cx="5306767" cy="5212083"/>
          </a:xfrm>
        </p:grpSpPr>
        <p:grpSp>
          <p:nvGrpSpPr>
            <p:cNvPr id="17077" name="Google Shape;17077;p66"/>
            <p:cNvGrpSpPr/>
            <p:nvPr/>
          </p:nvGrpSpPr>
          <p:grpSpPr>
            <a:xfrm>
              <a:off x="1190200" y="238125"/>
              <a:ext cx="5212075" cy="5212075"/>
              <a:chOff x="1190200" y="238125"/>
              <a:chExt cx="5212075" cy="5212075"/>
            </a:xfrm>
          </p:grpSpPr>
          <p:sp>
            <p:nvSpPr>
              <p:cNvPr id="17078" name="Google Shape;17078;p66"/>
              <p:cNvSpPr/>
              <p:nvPr/>
            </p:nvSpPr>
            <p:spPr>
              <a:xfrm>
                <a:off x="1190200" y="238125"/>
                <a:ext cx="5212075" cy="5212075"/>
              </a:xfrm>
              <a:custGeom>
                <a:avLst/>
                <a:gdLst/>
                <a:ahLst/>
                <a:cxnLst/>
                <a:rect l="l" t="t" r="r" b="b"/>
                <a:pathLst>
                  <a:path w="208483" h="208483" extrusionOk="0">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9" name="Google Shape;17079;p66"/>
              <p:cNvSpPr/>
              <p:nvPr/>
            </p:nvSpPr>
            <p:spPr>
              <a:xfrm>
                <a:off x="2368338" y="1220419"/>
                <a:ext cx="2856522" cy="3247339"/>
              </a:xfrm>
              <a:custGeom>
                <a:avLst/>
                <a:gdLst/>
                <a:ahLst/>
                <a:cxnLst/>
                <a:rect l="l" t="t" r="r" b="b"/>
                <a:pathLst>
                  <a:path w="130928" h="148841" extrusionOk="0">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080" name="Google Shape;17080;p66"/>
            <p:cNvSpPr/>
            <p:nvPr/>
          </p:nvSpPr>
          <p:spPr>
            <a:xfrm>
              <a:off x="3459822" y="238126"/>
              <a:ext cx="3037144" cy="5212082"/>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81" name="Google Shape;17081;p66"/>
          <p:cNvGrpSpPr/>
          <p:nvPr/>
        </p:nvGrpSpPr>
        <p:grpSpPr>
          <a:xfrm>
            <a:off x="3461049" y="3817357"/>
            <a:ext cx="363314" cy="356576"/>
            <a:chOff x="3763184" y="3817357"/>
            <a:chExt cx="363314" cy="356576"/>
          </a:xfrm>
        </p:grpSpPr>
        <p:sp>
          <p:nvSpPr>
            <p:cNvPr id="17082" name="Google Shape;17082;p66"/>
            <p:cNvSpPr/>
            <p:nvPr/>
          </p:nvSpPr>
          <p:spPr>
            <a:xfrm>
              <a:off x="3763184"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3" name="Google Shape;17083;p66"/>
            <p:cNvSpPr/>
            <p:nvPr/>
          </p:nvSpPr>
          <p:spPr>
            <a:xfrm>
              <a:off x="3918324"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4" name="Google Shape;17084;p66"/>
            <p:cNvSpPr/>
            <p:nvPr/>
          </p:nvSpPr>
          <p:spPr>
            <a:xfrm>
              <a:off x="3848330" y="3964188"/>
              <a:ext cx="39375" cy="116945"/>
            </a:xfrm>
            <a:custGeom>
              <a:avLst/>
              <a:gdLst/>
              <a:ahLst/>
              <a:cxnLst/>
              <a:rect l="l" t="t" r="r" b="b"/>
              <a:pathLst>
                <a:path w="1502" h="4461" extrusionOk="0">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5" name="Google Shape;17085;p66"/>
            <p:cNvSpPr/>
            <p:nvPr/>
          </p:nvSpPr>
          <p:spPr>
            <a:xfrm>
              <a:off x="3832418" y="3894403"/>
              <a:ext cx="55287" cy="47475"/>
            </a:xfrm>
            <a:custGeom>
              <a:avLst/>
              <a:gdLst/>
              <a:ahLst/>
              <a:cxnLst/>
              <a:rect l="l" t="t" r="r" b="b"/>
              <a:pathLst>
                <a:path w="2109" h="1811" extrusionOk="0">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6" name="Google Shape;17086;p66"/>
            <p:cNvSpPr/>
            <p:nvPr/>
          </p:nvSpPr>
          <p:spPr>
            <a:xfrm>
              <a:off x="3925901" y="3964161"/>
              <a:ext cx="124914" cy="117365"/>
            </a:xfrm>
            <a:custGeom>
              <a:avLst/>
              <a:gdLst/>
              <a:ahLst/>
              <a:cxnLst/>
              <a:rect l="l" t="t" r="r" b="b"/>
              <a:pathLst>
                <a:path w="4765" h="4477" extrusionOk="0">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87" name="Google Shape;17087;p66"/>
          <p:cNvGrpSpPr/>
          <p:nvPr/>
        </p:nvGrpSpPr>
        <p:grpSpPr>
          <a:xfrm>
            <a:off x="3909850" y="3817357"/>
            <a:ext cx="362947" cy="356576"/>
            <a:chOff x="4211985" y="3817357"/>
            <a:chExt cx="362947" cy="356576"/>
          </a:xfrm>
        </p:grpSpPr>
        <p:sp>
          <p:nvSpPr>
            <p:cNvPr id="17088" name="Google Shape;17088;p66"/>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9" name="Google Shape;17089;p66"/>
            <p:cNvSpPr/>
            <p:nvPr/>
          </p:nvSpPr>
          <p:spPr>
            <a:xfrm>
              <a:off x="4366758"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0" name="Google Shape;17090;p66"/>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91" name="Google Shape;17091;p66"/>
          <p:cNvGrpSpPr/>
          <p:nvPr/>
        </p:nvGrpSpPr>
        <p:grpSpPr>
          <a:xfrm>
            <a:off x="3012615" y="3817357"/>
            <a:ext cx="362920" cy="356865"/>
            <a:chOff x="3314750" y="3817357"/>
            <a:chExt cx="362920" cy="356865"/>
          </a:xfrm>
        </p:grpSpPr>
        <p:grpSp>
          <p:nvGrpSpPr>
            <p:cNvPr id="17092" name="Google Shape;17092;p66"/>
            <p:cNvGrpSpPr/>
            <p:nvPr/>
          </p:nvGrpSpPr>
          <p:grpSpPr>
            <a:xfrm>
              <a:off x="3314750" y="3817357"/>
              <a:ext cx="362920" cy="356865"/>
              <a:chOff x="3314750" y="3817357"/>
              <a:chExt cx="362920" cy="356865"/>
            </a:xfrm>
          </p:grpSpPr>
          <p:sp>
            <p:nvSpPr>
              <p:cNvPr id="17093" name="Google Shape;17093;p66"/>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4" name="Google Shape;17094;p66"/>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95" name="Google Shape;17095;p66"/>
            <p:cNvGrpSpPr/>
            <p:nvPr/>
          </p:nvGrpSpPr>
          <p:grpSpPr>
            <a:xfrm>
              <a:off x="3394986" y="3894612"/>
              <a:ext cx="202339" cy="202323"/>
              <a:chOff x="935197" y="1793977"/>
              <a:chExt cx="256451" cy="256430"/>
            </a:xfrm>
          </p:grpSpPr>
          <p:sp>
            <p:nvSpPr>
              <p:cNvPr id="17096" name="Google Shape;17096;p66"/>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7" name="Google Shape;17097;p66"/>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098" name="Google Shape;17098;p66"/>
          <p:cNvGrpSpPr/>
          <p:nvPr/>
        </p:nvGrpSpPr>
        <p:grpSpPr>
          <a:xfrm>
            <a:off x="2564181" y="3817357"/>
            <a:ext cx="362920" cy="356865"/>
            <a:chOff x="2866317" y="3817357"/>
            <a:chExt cx="362920" cy="356865"/>
          </a:xfrm>
        </p:grpSpPr>
        <p:sp>
          <p:nvSpPr>
            <p:cNvPr id="17099" name="Google Shape;17099;p66"/>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0" name="Google Shape;17100;p66"/>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1" name="Google Shape;17101;p66"/>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102" name="Google Shape;17102;p66"/>
          <p:cNvSpPr txBox="1">
            <a:spLocks noGrp="1"/>
          </p:cNvSpPr>
          <p:nvPr>
            <p:ph type="title"/>
          </p:nvPr>
        </p:nvSpPr>
        <p:spPr>
          <a:xfrm>
            <a:off x="716700"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SEO &amp; Marketing Icons</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106"/>
        <p:cNvGrpSpPr/>
        <p:nvPr/>
      </p:nvGrpSpPr>
      <p:grpSpPr>
        <a:xfrm>
          <a:off x="0" y="0"/>
          <a:ext cx="0" cy="0"/>
          <a:chOff x="0" y="0"/>
          <a:chExt cx="0" cy="0"/>
        </a:xfrm>
      </p:grpSpPr>
      <p:pic>
        <p:nvPicPr>
          <p:cNvPr id="17107" name="Google Shape;17107;p6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Bat Minitheme by Slidesgo">
  <a:themeElements>
    <a:clrScheme name="Simple Light">
      <a:dk1>
        <a:srgbClr val="16305B"/>
      </a:dk1>
      <a:lt1>
        <a:srgbClr val="E5D2F3"/>
      </a:lt1>
      <a:dk2>
        <a:srgbClr val="EFE3FA"/>
      </a:dk2>
      <a:lt2>
        <a:srgbClr val="F9F4FF"/>
      </a:lt2>
      <a:accent1>
        <a:srgbClr val="FEFCFF"/>
      </a:accent1>
      <a:accent2>
        <a:srgbClr val="EC9239"/>
      </a:accent2>
      <a:accent3>
        <a:srgbClr val="A07FBE"/>
      </a:accent3>
      <a:accent4>
        <a:srgbClr val="4B4390"/>
      </a:accent4>
      <a:accent5>
        <a:srgbClr val="211F57"/>
      </a:accent5>
      <a:accent6>
        <a:srgbClr val="FFFFFF"/>
      </a:accent6>
      <a:hlink>
        <a:srgbClr val="16305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p:properties>
</file>

<file path=customXml/item2.xml><?xml version="1.0" encoding="utf-8"?>
<ct:contentTypeSchema xmlns:ct="http://schemas.microsoft.com/office/2006/metadata/contentType" xmlns:ma="http://schemas.microsoft.com/office/2006/metadata/properties/metaAttributes" ct:_="" ma:_="" ma:contentTypeName="Document" ma:contentTypeID="0x010100CD29915CB9DA524289E62534DCFF5271" ma:contentTypeVersion="5" ma:contentTypeDescription="Create a new document." ma:contentTypeScope="" ma:versionID="e50ca5f27bfb971ea47dadb1be0c5e02">
  <xsd:schema xmlns:xsd="http://www.w3.org/2001/XMLSchema" xmlns:xs="http://www.w3.org/2001/XMLSchema" xmlns:p="http://schemas.microsoft.com/office/2006/metadata/properties" xmlns:ns3="32c9f755-8ebb-4637-83a2-714fc0f2e65b" targetNamespace="http://schemas.microsoft.com/office/2006/metadata/properties" ma:root="true" ma:fieldsID="63f1acfc3da17244efa949944360d629" ns3:_="">
    <xsd:import namespace="32c9f755-8ebb-4637-83a2-714fc0f2e65b"/>
    <xsd:element name="properties">
      <xsd:complexType>
        <xsd:sequence>
          <xsd:element name="documentManagement">
            <xsd:complexType>
              <xsd:all>
                <xsd:element ref="ns3:MediaServiceDateTaken" minOccurs="0"/>
                <xsd:element ref="ns3:MediaServiceMetadata" minOccurs="0"/>
                <xsd:element ref="ns3:MediaServiceFastMetadata" minOccurs="0"/>
                <xsd:element ref="ns3:MediaServiceSearchProperties" minOccurs="0"/>
                <xsd:element ref="ns3:MediaServiceObjectDetectorVersion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32c9f755-8ebb-4637-83a2-714fc0f2e65b" elementFormDefault="qualified">
    <xsd:import namespace="http://schemas.microsoft.com/office/2006/documentManagement/types"/>
    <xsd:import namespace="http://schemas.microsoft.com/office/infopath/2007/PartnerControls"/>
    <xsd:element name="MediaServiceDateTaken" ma:index="8" nillable="true" ma:displayName="MediaServiceDateTaken" ma:hidden="true" ma:indexed="true" ma:internalName="MediaServiceDateTaken" ma:readOnly="true">
      <xsd:simpleType>
        <xsd:restriction base="dms:Text"/>
      </xsd:simpleType>
    </xsd:element>
    <xsd:element name="MediaServiceMetadata" ma:index="9" nillable="true" ma:displayName="MediaServiceMetadata" ma:hidden="true" ma:internalName="MediaServiceMetadata" ma:readOnly="true">
      <xsd:simpleType>
        <xsd:restriction base="dms:Note"/>
      </xsd:simpleType>
    </xsd:element>
    <xsd:element name="MediaServiceFastMetadata" ma:index="10" nillable="true" ma:displayName="MediaServiceFastMetadata" ma:hidden="true" ma:internalName="MediaServiceFastMetadata" ma:readOnly="true">
      <xsd:simpleType>
        <xsd:restriction base="dms:Note"/>
      </xsd:simpleType>
    </xsd:element>
    <xsd:element name="MediaServiceSearchProperties" ma:index="11" nillable="true" ma:displayName="MediaServiceSearchProperties" ma:hidden="true" ma:internalName="MediaServiceSearchProperties"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C005E6AC-E0B6-45E2-84F8-D9A0F11D9037}">
  <ds:schemaRefs>
    <ds:schemaRef ds:uri="http://purl.org/dc/terms/"/>
    <ds:schemaRef ds:uri="http://schemas.microsoft.com/office/2006/metadata/properties"/>
    <ds:schemaRef ds:uri="http://purl.org/dc/elements/1.1/"/>
    <ds:schemaRef ds:uri="http://schemas.openxmlformats.org/package/2006/metadata/core-properties"/>
    <ds:schemaRef ds:uri="32c9f755-8ebb-4637-83a2-714fc0f2e65b"/>
    <ds:schemaRef ds:uri="http://schemas.microsoft.com/office/infopath/2007/PartnerControls"/>
    <ds:schemaRef ds:uri="http://schemas.microsoft.com/office/2006/documentManagement/types"/>
    <ds:schemaRef ds:uri="http://www.w3.org/XML/1998/namespace"/>
    <ds:schemaRef ds:uri="http://purl.org/dc/dcmitype/"/>
  </ds:schemaRefs>
</ds:datastoreItem>
</file>

<file path=customXml/itemProps2.xml><?xml version="1.0" encoding="utf-8"?>
<ds:datastoreItem xmlns:ds="http://schemas.openxmlformats.org/officeDocument/2006/customXml" ds:itemID="{0A0904E5-3E09-4DB4-8D31-EA0839EB9DF8}">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32c9f755-8ebb-4637-83a2-714fc0f2e65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3.xml><?xml version="1.0" encoding="utf-8"?>
<ds:datastoreItem xmlns:ds="http://schemas.openxmlformats.org/officeDocument/2006/customXml" ds:itemID="{916A174E-E776-4961-9491-505094D0730E}">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Bis15L Presentation Group 7</Template>
  <TotalTime>102</TotalTime>
  <Words>1275</Words>
  <Application>Microsoft Macintosh PowerPoint</Application>
  <PresentationFormat>On-screen Show (16:9)</PresentationFormat>
  <Paragraphs>163</Paragraphs>
  <Slides>32</Slides>
  <Notes>32</Notes>
  <HiddenSlides>0</HiddenSlides>
  <MMClips>0</MMClips>
  <ScaleCrop>false</ScaleCrop>
  <HeadingPairs>
    <vt:vector size="6" baseType="variant">
      <vt:variant>
        <vt:lpstr>Fonts Used</vt:lpstr>
      </vt:variant>
      <vt:variant>
        <vt:i4>10</vt:i4>
      </vt:variant>
      <vt:variant>
        <vt:lpstr>Theme</vt:lpstr>
      </vt:variant>
      <vt:variant>
        <vt:i4>2</vt:i4>
      </vt:variant>
      <vt:variant>
        <vt:lpstr>Slide Titles</vt:lpstr>
      </vt:variant>
      <vt:variant>
        <vt:i4>32</vt:i4>
      </vt:variant>
    </vt:vector>
  </HeadingPairs>
  <TitlesOfParts>
    <vt:vector size="44" baseType="lpstr">
      <vt:lpstr>Bebas Neue</vt:lpstr>
      <vt:lpstr>Darker Grotesque</vt:lpstr>
      <vt:lpstr>Aclonica</vt:lpstr>
      <vt:lpstr>Proxima Nova</vt:lpstr>
      <vt:lpstr>Darker Grotesque SemiBold</vt:lpstr>
      <vt:lpstr>Arial</vt:lpstr>
      <vt:lpstr>Amatic SC</vt:lpstr>
      <vt:lpstr>Calibri</vt:lpstr>
      <vt:lpstr>Darker Grotesque Medium</vt:lpstr>
      <vt:lpstr>Roboto Medium</vt:lpstr>
      <vt:lpstr>Bat Minitheme by Slidesgo</vt:lpstr>
      <vt:lpstr>Slidesgo Final Pages</vt:lpstr>
      <vt:lpstr>Canadian Bat Phenology</vt:lpstr>
      <vt:lpstr>Agenda</vt:lpstr>
      <vt:lpstr>Dataset Intro and Analytical Methods</vt:lpstr>
      <vt:lpstr>Data Exploration</vt:lpstr>
      <vt:lpstr>Data Exploration</vt:lpstr>
      <vt:lpstr>Data Exploration</vt:lpstr>
      <vt:lpstr>Site Location (Person 3)</vt:lpstr>
      <vt:lpstr>Seasonal Activity ShinyApp</vt:lpstr>
      <vt:lpstr>Reproductive Timing ShinyApp</vt:lpstr>
      <vt:lpstr>Morphology/Spatial ShinyApp</vt:lpstr>
      <vt:lpstr>Thanks!</vt:lpstr>
      <vt:lpstr>Icon pack</vt:lpstr>
      <vt:lpstr>Alternative resources</vt:lpstr>
      <vt:lpstr>Resources</vt:lpstr>
      <vt:lpstr>Instructions for use</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PowerPoint Presentation</vt:lpstr>
      <vt:lpstr>PowerPoint Presentation</vt:lpstr>
      <vt:lpstr>PowerPoint Presentation</vt:lpstr>
      <vt:lpstr>PowerPoint Presentation</vt:lpstr>
      <vt:lpstr>Nature Icons</vt:lpstr>
      <vt:lpstr>SEO &amp; Marketing Icons</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Darius Arasteh</dc:creator>
  <cp:lastModifiedBy>Wenliang Weng</cp:lastModifiedBy>
  <cp:revision>2</cp:revision>
  <dcterms:created xsi:type="dcterms:W3CDTF">2026-03-10T17:45:39Z</dcterms:created>
  <dcterms:modified xsi:type="dcterms:W3CDTF">2026-03-10T20:10:06Z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0x010100CD29915CB9DA524289E62534DCFF5271</vt:lpwstr>
  </property>
</Properties>
</file>